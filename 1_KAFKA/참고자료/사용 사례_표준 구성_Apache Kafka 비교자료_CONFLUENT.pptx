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991232" y="1586230"/>
            <a:ext cx="291465" cy="302895"/>
          </a:xfrm>
          <a:custGeom>
            <a:avLst/>
            <a:gdLst/>
            <a:ahLst/>
            <a:cxnLst/>
            <a:rect l="l" t="t" r="r" b="b"/>
            <a:pathLst>
              <a:path w="291464" h="302894">
                <a:moveTo>
                  <a:pt x="152146" y="0"/>
                </a:moveTo>
                <a:lnTo>
                  <a:pt x="103940" y="7428"/>
                </a:lnTo>
                <a:lnTo>
                  <a:pt x="62160" y="28342"/>
                </a:lnTo>
                <a:lnTo>
                  <a:pt x="29268" y="60679"/>
                </a:lnTo>
                <a:lnTo>
                  <a:pt x="7727" y="102380"/>
                </a:lnTo>
                <a:lnTo>
                  <a:pt x="0" y="151384"/>
                </a:lnTo>
                <a:lnTo>
                  <a:pt x="7727" y="200254"/>
                </a:lnTo>
                <a:lnTo>
                  <a:pt x="29268" y="241968"/>
                </a:lnTo>
                <a:lnTo>
                  <a:pt x="62160" y="274398"/>
                </a:lnTo>
                <a:lnTo>
                  <a:pt x="103940" y="295416"/>
                </a:lnTo>
                <a:lnTo>
                  <a:pt x="152146" y="302895"/>
                </a:lnTo>
                <a:lnTo>
                  <a:pt x="202166" y="294941"/>
                </a:lnTo>
                <a:lnTo>
                  <a:pt x="243411" y="272510"/>
                </a:lnTo>
                <a:lnTo>
                  <a:pt x="273821" y="237744"/>
                </a:lnTo>
                <a:lnTo>
                  <a:pt x="291338" y="192786"/>
                </a:lnTo>
                <a:lnTo>
                  <a:pt x="256031" y="192786"/>
                </a:lnTo>
                <a:lnTo>
                  <a:pt x="242192" y="225014"/>
                </a:lnTo>
                <a:lnTo>
                  <a:pt x="219519" y="249729"/>
                </a:lnTo>
                <a:lnTo>
                  <a:pt x="189130" y="265562"/>
                </a:lnTo>
                <a:lnTo>
                  <a:pt x="152146" y="271145"/>
                </a:lnTo>
                <a:lnTo>
                  <a:pt x="105763" y="262004"/>
                </a:lnTo>
                <a:lnTo>
                  <a:pt x="68357" y="236791"/>
                </a:lnTo>
                <a:lnTo>
                  <a:pt x="43382" y="198814"/>
                </a:lnTo>
                <a:lnTo>
                  <a:pt x="34290" y="151384"/>
                </a:lnTo>
                <a:lnTo>
                  <a:pt x="43382" y="103812"/>
                </a:lnTo>
                <a:lnTo>
                  <a:pt x="68357" y="65897"/>
                </a:lnTo>
                <a:lnTo>
                  <a:pt x="105763" y="40816"/>
                </a:lnTo>
                <a:lnTo>
                  <a:pt x="152146" y="31750"/>
                </a:lnTo>
                <a:lnTo>
                  <a:pt x="189130" y="37216"/>
                </a:lnTo>
                <a:lnTo>
                  <a:pt x="219519" y="52816"/>
                </a:lnTo>
                <a:lnTo>
                  <a:pt x="242192" y="77344"/>
                </a:lnTo>
                <a:lnTo>
                  <a:pt x="256031" y="109600"/>
                </a:lnTo>
                <a:lnTo>
                  <a:pt x="291338" y="109600"/>
                </a:lnTo>
                <a:lnTo>
                  <a:pt x="273821" y="64722"/>
                </a:lnTo>
                <a:lnTo>
                  <a:pt x="243411" y="30130"/>
                </a:lnTo>
                <a:lnTo>
                  <a:pt x="202166" y="7874"/>
                </a:lnTo>
                <a:lnTo>
                  <a:pt x="1521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363216" y="1586230"/>
            <a:ext cx="304165" cy="302895"/>
          </a:xfrm>
          <a:custGeom>
            <a:avLst/>
            <a:gdLst/>
            <a:ahLst/>
            <a:cxnLst/>
            <a:rect l="l" t="t" r="r" b="b"/>
            <a:pathLst>
              <a:path w="304164" h="302894">
                <a:moveTo>
                  <a:pt x="152145" y="0"/>
                </a:moveTo>
                <a:lnTo>
                  <a:pt x="103892" y="7645"/>
                </a:lnTo>
                <a:lnTo>
                  <a:pt x="62087" y="28976"/>
                </a:lnTo>
                <a:lnTo>
                  <a:pt x="29211" y="61584"/>
                </a:lnTo>
                <a:lnTo>
                  <a:pt x="7712" y="103063"/>
                </a:lnTo>
                <a:lnTo>
                  <a:pt x="0" y="151002"/>
                </a:lnTo>
                <a:lnTo>
                  <a:pt x="7727" y="199128"/>
                </a:lnTo>
                <a:lnTo>
                  <a:pt x="29268" y="240719"/>
                </a:lnTo>
                <a:lnTo>
                  <a:pt x="62160" y="273386"/>
                </a:lnTo>
                <a:lnTo>
                  <a:pt x="103940" y="294738"/>
                </a:lnTo>
                <a:lnTo>
                  <a:pt x="152145" y="302387"/>
                </a:lnTo>
                <a:lnTo>
                  <a:pt x="200289" y="294738"/>
                </a:lnTo>
                <a:lnTo>
                  <a:pt x="242031" y="273386"/>
                </a:lnTo>
                <a:lnTo>
                  <a:pt x="244798" y="270637"/>
                </a:lnTo>
                <a:lnTo>
                  <a:pt x="152145" y="270637"/>
                </a:lnTo>
                <a:lnTo>
                  <a:pt x="105870" y="261284"/>
                </a:lnTo>
                <a:lnTo>
                  <a:pt x="68453" y="235727"/>
                </a:lnTo>
                <a:lnTo>
                  <a:pt x="43418" y="197717"/>
                </a:lnTo>
                <a:lnTo>
                  <a:pt x="34289" y="151002"/>
                </a:lnTo>
                <a:lnTo>
                  <a:pt x="43418" y="104509"/>
                </a:lnTo>
                <a:lnTo>
                  <a:pt x="68452" y="66611"/>
                </a:lnTo>
                <a:lnTo>
                  <a:pt x="105870" y="41096"/>
                </a:lnTo>
                <a:lnTo>
                  <a:pt x="152145" y="31750"/>
                </a:lnTo>
                <a:lnTo>
                  <a:pt x="244827" y="31750"/>
                </a:lnTo>
                <a:lnTo>
                  <a:pt x="242031" y="28976"/>
                </a:lnTo>
                <a:lnTo>
                  <a:pt x="200289" y="7645"/>
                </a:lnTo>
                <a:lnTo>
                  <a:pt x="152145" y="0"/>
                </a:lnTo>
                <a:close/>
              </a:path>
              <a:path w="304164" h="302894">
                <a:moveTo>
                  <a:pt x="244827" y="31750"/>
                </a:moveTo>
                <a:lnTo>
                  <a:pt x="152145" y="31750"/>
                </a:lnTo>
                <a:lnTo>
                  <a:pt x="198508" y="41096"/>
                </a:lnTo>
                <a:lnTo>
                  <a:pt x="235870" y="66611"/>
                </a:lnTo>
                <a:lnTo>
                  <a:pt x="260802" y="104509"/>
                </a:lnTo>
                <a:lnTo>
                  <a:pt x="269875" y="151002"/>
                </a:lnTo>
                <a:lnTo>
                  <a:pt x="260802" y="197717"/>
                </a:lnTo>
                <a:lnTo>
                  <a:pt x="235870" y="235727"/>
                </a:lnTo>
                <a:lnTo>
                  <a:pt x="198508" y="261284"/>
                </a:lnTo>
                <a:lnTo>
                  <a:pt x="152145" y="270637"/>
                </a:lnTo>
                <a:lnTo>
                  <a:pt x="244798" y="270637"/>
                </a:lnTo>
                <a:lnTo>
                  <a:pt x="274904" y="240719"/>
                </a:lnTo>
                <a:lnTo>
                  <a:pt x="296438" y="199128"/>
                </a:lnTo>
                <a:lnTo>
                  <a:pt x="304164" y="151002"/>
                </a:lnTo>
                <a:lnTo>
                  <a:pt x="296438" y="103063"/>
                </a:lnTo>
                <a:lnTo>
                  <a:pt x="274904" y="61584"/>
                </a:lnTo>
                <a:lnTo>
                  <a:pt x="244827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766186" y="1591310"/>
            <a:ext cx="249554" cy="292735"/>
          </a:xfrm>
          <a:custGeom>
            <a:avLst/>
            <a:gdLst/>
            <a:ahLst/>
            <a:cxnLst/>
            <a:rect l="l" t="t" r="r" b="b"/>
            <a:pathLst>
              <a:path w="249555" h="292735">
                <a:moveTo>
                  <a:pt x="249427" y="0"/>
                </a:moveTo>
                <a:lnTo>
                  <a:pt x="215392" y="0"/>
                </a:lnTo>
                <a:lnTo>
                  <a:pt x="215392" y="233299"/>
                </a:lnTo>
                <a:lnTo>
                  <a:pt x="27686" y="0"/>
                </a:lnTo>
                <a:lnTo>
                  <a:pt x="0" y="0"/>
                </a:lnTo>
                <a:lnTo>
                  <a:pt x="0" y="292226"/>
                </a:lnTo>
                <a:lnTo>
                  <a:pt x="34036" y="292226"/>
                </a:lnTo>
                <a:lnTo>
                  <a:pt x="34036" y="61975"/>
                </a:lnTo>
                <a:lnTo>
                  <a:pt x="220980" y="292226"/>
                </a:lnTo>
                <a:lnTo>
                  <a:pt x="249427" y="292226"/>
                </a:lnTo>
                <a:lnTo>
                  <a:pt x="2494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137662" y="1591309"/>
            <a:ext cx="201295" cy="292100"/>
          </a:xfrm>
          <a:custGeom>
            <a:avLst/>
            <a:gdLst/>
            <a:ahLst/>
            <a:cxnLst/>
            <a:rect l="l" t="t" r="r" b="b"/>
            <a:pathLst>
              <a:path w="201295" h="292100">
                <a:moveTo>
                  <a:pt x="200787" y="0"/>
                </a:moveTo>
                <a:lnTo>
                  <a:pt x="0" y="0"/>
                </a:lnTo>
                <a:lnTo>
                  <a:pt x="0" y="31750"/>
                </a:lnTo>
                <a:lnTo>
                  <a:pt x="0" y="138430"/>
                </a:lnTo>
                <a:lnTo>
                  <a:pt x="0" y="170180"/>
                </a:lnTo>
                <a:lnTo>
                  <a:pt x="0" y="292100"/>
                </a:lnTo>
                <a:lnTo>
                  <a:pt x="34036" y="292100"/>
                </a:lnTo>
                <a:lnTo>
                  <a:pt x="34036" y="170180"/>
                </a:lnTo>
                <a:lnTo>
                  <a:pt x="182626" y="170180"/>
                </a:lnTo>
                <a:lnTo>
                  <a:pt x="182626" y="138430"/>
                </a:lnTo>
                <a:lnTo>
                  <a:pt x="34036" y="138430"/>
                </a:lnTo>
                <a:lnTo>
                  <a:pt x="34036" y="31750"/>
                </a:lnTo>
                <a:lnTo>
                  <a:pt x="200787" y="31750"/>
                </a:lnTo>
                <a:lnTo>
                  <a:pt x="200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455670" y="1591309"/>
            <a:ext cx="195580" cy="292100"/>
          </a:xfrm>
          <a:custGeom>
            <a:avLst/>
            <a:gdLst/>
            <a:ahLst/>
            <a:cxnLst/>
            <a:rect l="l" t="t" r="r" b="b"/>
            <a:pathLst>
              <a:path w="195579" h="292100">
                <a:moveTo>
                  <a:pt x="195072" y="260350"/>
                </a:moveTo>
                <a:lnTo>
                  <a:pt x="33782" y="260350"/>
                </a:lnTo>
                <a:lnTo>
                  <a:pt x="33782" y="0"/>
                </a:lnTo>
                <a:lnTo>
                  <a:pt x="0" y="0"/>
                </a:lnTo>
                <a:lnTo>
                  <a:pt x="0" y="260350"/>
                </a:lnTo>
                <a:lnTo>
                  <a:pt x="0" y="292100"/>
                </a:lnTo>
                <a:lnTo>
                  <a:pt x="195072" y="292100"/>
                </a:lnTo>
                <a:lnTo>
                  <a:pt x="195072" y="260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724021" y="1591310"/>
            <a:ext cx="250190" cy="297815"/>
          </a:xfrm>
          <a:custGeom>
            <a:avLst/>
            <a:gdLst/>
            <a:ahLst/>
            <a:cxnLst/>
            <a:rect l="l" t="t" r="r" b="b"/>
            <a:pathLst>
              <a:path w="250189" h="297814">
                <a:moveTo>
                  <a:pt x="250062" y="0"/>
                </a:moveTo>
                <a:lnTo>
                  <a:pt x="216280" y="0"/>
                </a:lnTo>
                <a:lnTo>
                  <a:pt x="216280" y="167259"/>
                </a:lnTo>
                <a:lnTo>
                  <a:pt x="209714" y="206674"/>
                </a:lnTo>
                <a:lnTo>
                  <a:pt x="191182" y="237791"/>
                </a:lnTo>
                <a:lnTo>
                  <a:pt x="162434" y="258216"/>
                </a:lnTo>
                <a:lnTo>
                  <a:pt x="125221" y="265557"/>
                </a:lnTo>
                <a:lnTo>
                  <a:pt x="87721" y="258216"/>
                </a:lnTo>
                <a:lnTo>
                  <a:pt x="58959" y="237791"/>
                </a:lnTo>
                <a:lnTo>
                  <a:pt x="40532" y="206674"/>
                </a:lnTo>
                <a:lnTo>
                  <a:pt x="34036" y="167259"/>
                </a:lnTo>
                <a:lnTo>
                  <a:pt x="34036" y="0"/>
                </a:lnTo>
                <a:lnTo>
                  <a:pt x="0" y="0"/>
                </a:lnTo>
                <a:lnTo>
                  <a:pt x="0" y="167259"/>
                </a:lnTo>
                <a:lnTo>
                  <a:pt x="8975" y="220315"/>
                </a:lnTo>
                <a:lnTo>
                  <a:pt x="34369" y="261381"/>
                </a:lnTo>
                <a:lnTo>
                  <a:pt x="73884" y="287899"/>
                </a:lnTo>
                <a:lnTo>
                  <a:pt x="125221" y="297307"/>
                </a:lnTo>
                <a:lnTo>
                  <a:pt x="176446" y="287899"/>
                </a:lnTo>
                <a:lnTo>
                  <a:pt x="215836" y="261381"/>
                </a:lnTo>
                <a:lnTo>
                  <a:pt x="241129" y="220315"/>
                </a:lnTo>
                <a:lnTo>
                  <a:pt x="250062" y="167259"/>
                </a:lnTo>
                <a:lnTo>
                  <a:pt x="250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093210" y="1591309"/>
            <a:ext cx="204470" cy="292100"/>
          </a:xfrm>
          <a:custGeom>
            <a:avLst/>
            <a:gdLst/>
            <a:ahLst/>
            <a:cxnLst/>
            <a:rect l="l" t="t" r="r" b="b"/>
            <a:pathLst>
              <a:path w="204470" h="292100">
                <a:moveTo>
                  <a:pt x="204470" y="0"/>
                </a:moveTo>
                <a:lnTo>
                  <a:pt x="0" y="0"/>
                </a:lnTo>
                <a:lnTo>
                  <a:pt x="0" y="31750"/>
                </a:lnTo>
                <a:lnTo>
                  <a:pt x="0" y="132080"/>
                </a:lnTo>
                <a:lnTo>
                  <a:pt x="0" y="162560"/>
                </a:lnTo>
                <a:lnTo>
                  <a:pt x="0" y="260350"/>
                </a:lnTo>
                <a:lnTo>
                  <a:pt x="0" y="292100"/>
                </a:lnTo>
                <a:lnTo>
                  <a:pt x="204470" y="292100"/>
                </a:lnTo>
                <a:lnTo>
                  <a:pt x="204470" y="260350"/>
                </a:lnTo>
                <a:lnTo>
                  <a:pt x="34036" y="260350"/>
                </a:lnTo>
                <a:lnTo>
                  <a:pt x="34036" y="162560"/>
                </a:lnTo>
                <a:lnTo>
                  <a:pt x="187325" y="162560"/>
                </a:lnTo>
                <a:lnTo>
                  <a:pt x="187325" y="132080"/>
                </a:lnTo>
                <a:lnTo>
                  <a:pt x="34036" y="132080"/>
                </a:lnTo>
                <a:lnTo>
                  <a:pt x="34036" y="31750"/>
                </a:lnTo>
                <a:lnTo>
                  <a:pt x="204470" y="31750"/>
                </a:lnTo>
                <a:lnTo>
                  <a:pt x="2044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4399153" y="1591310"/>
            <a:ext cx="249554" cy="292735"/>
          </a:xfrm>
          <a:custGeom>
            <a:avLst/>
            <a:gdLst/>
            <a:ahLst/>
            <a:cxnLst/>
            <a:rect l="l" t="t" r="r" b="b"/>
            <a:pathLst>
              <a:path w="249554" h="292735">
                <a:moveTo>
                  <a:pt x="249300" y="0"/>
                </a:moveTo>
                <a:lnTo>
                  <a:pt x="215264" y="0"/>
                </a:lnTo>
                <a:lnTo>
                  <a:pt x="215264" y="233299"/>
                </a:lnTo>
                <a:lnTo>
                  <a:pt x="27559" y="0"/>
                </a:lnTo>
                <a:lnTo>
                  <a:pt x="0" y="0"/>
                </a:lnTo>
                <a:lnTo>
                  <a:pt x="0" y="292226"/>
                </a:lnTo>
                <a:lnTo>
                  <a:pt x="34036" y="292226"/>
                </a:lnTo>
                <a:lnTo>
                  <a:pt x="34036" y="61975"/>
                </a:lnTo>
                <a:lnTo>
                  <a:pt x="220852" y="292226"/>
                </a:lnTo>
                <a:lnTo>
                  <a:pt x="249300" y="292226"/>
                </a:lnTo>
                <a:lnTo>
                  <a:pt x="249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738624" y="1591309"/>
            <a:ext cx="249554" cy="292100"/>
          </a:xfrm>
          <a:custGeom>
            <a:avLst/>
            <a:gdLst/>
            <a:ahLst/>
            <a:cxnLst/>
            <a:rect l="l" t="t" r="r" b="b"/>
            <a:pathLst>
              <a:path w="249554" h="292100">
                <a:moveTo>
                  <a:pt x="249047" y="0"/>
                </a:moveTo>
                <a:lnTo>
                  <a:pt x="0" y="0"/>
                </a:lnTo>
                <a:lnTo>
                  <a:pt x="0" y="31750"/>
                </a:lnTo>
                <a:lnTo>
                  <a:pt x="107188" y="31750"/>
                </a:lnTo>
                <a:lnTo>
                  <a:pt x="107188" y="292100"/>
                </a:lnTo>
                <a:lnTo>
                  <a:pt x="141224" y="292100"/>
                </a:lnTo>
                <a:lnTo>
                  <a:pt x="141224" y="31750"/>
                </a:lnTo>
                <a:lnTo>
                  <a:pt x="249047" y="31750"/>
                </a:lnTo>
                <a:lnTo>
                  <a:pt x="2490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141018" y="1426717"/>
            <a:ext cx="624205" cy="624205"/>
          </a:xfrm>
          <a:custGeom>
            <a:avLst/>
            <a:gdLst/>
            <a:ahLst/>
            <a:cxnLst/>
            <a:rect l="l" t="t" r="r" b="b"/>
            <a:pathLst>
              <a:path w="624205" h="624205">
                <a:moveTo>
                  <a:pt x="502361" y="305689"/>
                </a:moveTo>
                <a:lnTo>
                  <a:pt x="454736" y="303403"/>
                </a:lnTo>
                <a:lnTo>
                  <a:pt x="390131" y="301371"/>
                </a:lnTo>
                <a:lnTo>
                  <a:pt x="392557" y="301371"/>
                </a:lnTo>
                <a:lnTo>
                  <a:pt x="373761" y="301028"/>
                </a:lnTo>
                <a:lnTo>
                  <a:pt x="381939" y="301028"/>
                </a:lnTo>
                <a:lnTo>
                  <a:pt x="323418" y="300672"/>
                </a:lnTo>
                <a:lnTo>
                  <a:pt x="323367" y="296837"/>
                </a:lnTo>
                <a:lnTo>
                  <a:pt x="323278" y="288963"/>
                </a:lnTo>
                <a:lnTo>
                  <a:pt x="323189" y="280162"/>
                </a:lnTo>
                <a:lnTo>
                  <a:pt x="323088" y="269290"/>
                </a:lnTo>
                <a:lnTo>
                  <a:pt x="323037" y="264541"/>
                </a:lnTo>
                <a:lnTo>
                  <a:pt x="322948" y="256032"/>
                </a:lnTo>
                <a:lnTo>
                  <a:pt x="322821" y="246189"/>
                </a:lnTo>
                <a:lnTo>
                  <a:pt x="322707" y="237045"/>
                </a:lnTo>
                <a:lnTo>
                  <a:pt x="322338" y="219964"/>
                </a:lnTo>
                <a:lnTo>
                  <a:pt x="321386" y="183388"/>
                </a:lnTo>
                <a:lnTo>
                  <a:pt x="321297" y="180314"/>
                </a:lnTo>
                <a:lnTo>
                  <a:pt x="321195" y="176403"/>
                </a:lnTo>
                <a:lnTo>
                  <a:pt x="321081" y="172339"/>
                </a:lnTo>
                <a:lnTo>
                  <a:pt x="321005" y="169037"/>
                </a:lnTo>
                <a:lnTo>
                  <a:pt x="319925" y="145224"/>
                </a:lnTo>
                <a:lnTo>
                  <a:pt x="319290" y="133350"/>
                </a:lnTo>
                <a:lnTo>
                  <a:pt x="318465" y="121412"/>
                </a:lnTo>
                <a:lnTo>
                  <a:pt x="305130" y="121412"/>
                </a:lnTo>
                <a:lnTo>
                  <a:pt x="304330" y="133350"/>
                </a:lnTo>
                <a:lnTo>
                  <a:pt x="303822" y="144018"/>
                </a:lnTo>
                <a:lnTo>
                  <a:pt x="303339" y="154787"/>
                </a:lnTo>
                <a:lnTo>
                  <a:pt x="303225" y="157137"/>
                </a:lnTo>
                <a:lnTo>
                  <a:pt x="301320" y="216662"/>
                </a:lnTo>
                <a:lnTo>
                  <a:pt x="300812" y="256032"/>
                </a:lnTo>
                <a:lnTo>
                  <a:pt x="284937" y="219964"/>
                </a:lnTo>
                <a:lnTo>
                  <a:pt x="265506" y="176403"/>
                </a:lnTo>
                <a:lnTo>
                  <a:pt x="255422" y="154787"/>
                </a:lnTo>
                <a:lnTo>
                  <a:pt x="250304" y="144018"/>
                </a:lnTo>
                <a:lnTo>
                  <a:pt x="245059" y="133350"/>
                </a:lnTo>
                <a:lnTo>
                  <a:pt x="232740" y="138557"/>
                </a:lnTo>
                <a:lnTo>
                  <a:pt x="236639" y="149860"/>
                </a:lnTo>
                <a:lnTo>
                  <a:pt x="244729" y="172339"/>
                </a:lnTo>
                <a:lnTo>
                  <a:pt x="248615" y="183388"/>
                </a:lnTo>
                <a:lnTo>
                  <a:pt x="265760" y="227838"/>
                </a:lnTo>
                <a:lnTo>
                  <a:pt x="269227" y="237045"/>
                </a:lnTo>
                <a:lnTo>
                  <a:pt x="272783" y="246189"/>
                </a:lnTo>
                <a:lnTo>
                  <a:pt x="276466" y="255460"/>
                </a:lnTo>
                <a:lnTo>
                  <a:pt x="280111" y="264541"/>
                </a:lnTo>
                <a:lnTo>
                  <a:pt x="273126" y="257594"/>
                </a:lnTo>
                <a:lnTo>
                  <a:pt x="266103" y="250685"/>
                </a:lnTo>
                <a:lnTo>
                  <a:pt x="259029" y="243852"/>
                </a:lnTo>
                <a:lnTo>
                  <a:pt x="217373" y="204343"/>
                </a:lnTo>
                <a:lnTo>
                  <a:pt x="208394" y="196380"/>
                </a:lnTo>
                <a:lnTo>
                  <a:pt x="190703" y="180314"/>
                </a:lnTo>
                <a:lnTo>
                  <a:pt x="181813" y="172339"/>
                </a:lnTo>
                <a:lnTo>
                  <a:pt x="172288" y="181737"/>
                </a:lnTo>
                <a:lnTo>
                  <a:pt x="180251" y="190754"/>
                </a:lnTo>
                <a:lnTo>
                  <a:pt x="237058" y="251968"/>
                </a:lnTo>
                <a:lnTo>
                  <a:pt x="264490" y="280162"/>
                </a:lnTo>
                <a:lnTo>
                  <a:pt x="246138" y="272846"/>
                </a:lnTo>
                <a:lnTo>
                  <a:pt x="236982" y="269290"/>
                </a:lnTo>
                <a:lnTo>
                  <a:pt x="183337" y="248666"/>
                </a:lnTo>
                <a:lnTo>
                  <a:pt x="149796" y="236689"/>
                </a:lnTo>
                <a:lnTo>
                  <a:pt x="138506" y="232791"/>
                </a:lnTo>
                <a:lnTo>
                  <a:pt x="133286" y="244703"/>
                </a:lnTo>
                <a:lnTo>
                  <a:pt x="133172" y="244983"/>
                </a:lnTo>
                <a:lnTo>
                  <a:pt x="143954" y="250317"/>
                </a:lnTo>
                <a:lnTo>
                  <a:pt x="176352" y="265557"/>
                </a:lnTo>
                <a:lnTo>
                  <a:pt x="256336" y="301028"/>
                </a:lnTo>
                <a:lnTo>
                  <a:pt x="236245" y="301028"/>
                </a:lnTo>
                <a:lnTo>
                  <a:pt x="168986" y="302641"/>
                </a:lnTo>
                <a:lnTo>
                  <a:pt x="154952" y="303403"/>
                </a:lnTo>
                <a:lnTo>
                  <a:pt x="154482" y="303403"/>
                </a:lnTo>
                <a:lnTo>
                  <a:pt x="132029" y="304457"/>
                </a:lnTo>
                <a:lnTo>
                  <a:pt x="132359" y="304457"/>
                </a:lnTo>
                <a:lnTo>
                  <a:pt x="121348" y="305181"/>
                </a:lnTo>
                <a:lnTo>
                  <a:pt x="121348" y="318516"/>
                </a:lnTo>
                <a:lnTo>
                  <a:pt x="135089" y="319468"/>
                </a:lnTo>
                <a:lnTo>
                  <a:pt x="135636" y="319468"/>
                </a:lnTo>
                <a:lnTo>
                  <a:pt x="168986" y="321056"/>
                </a:lnTo>
                <a:lnTo>
                  <a:pt x="240525" y="322834"/>
                </a:lnTo>
                <a:lnTo>
                  <a:pt x="300304" y="323342"/>
                </a:lnTo>
                <a:lnTo>
                  <a:pt x="300329" y="326859"/>
                </a:lnTo>
                <a:lnTo>
                  <a:pt x="300850" y="371983"/>
                </a:lnTo>
                <a:lnTo>
                  <a:pt x="300964" y="378498"/>
                </a:lnTo>
                <a:lnTo>
                  <a:pt x="301066" y="385318"/>
                </a:lnTo>
                <a:lnTo>
                  <a:pt x="302856" y="447294"/>
                </a:lnTo>
                <a:lnTo>
                  <a:pt x="304812" y="490385"/>
                </a:lnTo>
                <a:lnTo>
                  <a:pt x="305638" y="502285"/>
                </a:lnTo>
                <a:lnTo>
                  <a:pt x="317957" y="502285"/>
                </a:lnTo>
                <a:lnTo>
                  <a:pt x="320243" y="454660"/>
                </a:lnTo>
                <a:lnTo>
                  <a:pt x="322097" y="397078"/>
                </a:lnTo>
                <a:lnTo>
                  <a:pt x="322529" y="366903"/>
                </a:lnTo>
                <a:lnTo>
                  <a:pt x="331038" y="386156"/>
                </a:lnTo>
                <a:lnTo>
                  <a:pt x="334759" y="394525"/>
                </a:lnTo>
                <a:lnTo>
                  <a:pt x="358470" y="447294"/>
                </a:lnTo>
                <a:lnTo>
                  <a:pt x="378929" y="490385"/>
                </a:lnTo>
                <a:lnTo>
                  <a:pt x="390220" y="485394"/>
                </a:lnTo>
                <a:lnTo>
                  <a:pt x="386397" y="474103"/>
                </a:lnTo>
                <a:lnTo>
                  <a:pt x="382422" y="462889"/>
                </a:lnTo>
                <a:lnTo>
                  <a:pt x="374345" y="440563"/>
                </a:lnTo>
                <a:lnTo>
                  <a:pt x="357454" y="396113"/>
                </a:lnTo>
                <a:lnTo>
                  <a:pt x="354025" y="387019"/>
                </a:lnTo>
                <a:lnTo>
                  <a:pt x="350291" y="377253"/>
                </a:lnTo>
                <a:lnTo>
                  <a:pt x="346240" y="366903"/>
                </a:lnTo>
                <a:lnTo>
                  <a:pt x="342938" y="358648"/>
                </a:lnTo>
                <a:lnTo>
                  <a:pt x="342849" y="358394"/>
                </a:lnTo>
                <a:lnTo>
                  <a:pt x="406603" y="419100"/>
                </a:lnTo>
                <a:lnTo>
                  <a:pt x="442163" y="450850"/>
                </a:lnTo>
                <a:lnTo>
                  <a:pt x="450799" y="442214"/>
                </a:lnTo>
                <a:lnTo>
                  <a:pt x="418795" y="406781"/>
                </a:lnTo>
                <a:lnTo>
                  <a:pt x="386283" y="371983"/>
                </a:lnTo>
                <a:lnTo>
                  <a:pt x="358470" y="343154"/>
                </a:lnTo>
                <a:lnTo>
                  <a:pt x="367677" y="346773"/>
                </a:lnTo>
                <a:lnTo>
                  <a:pt x="440385" y="374523"/>
                </a:lnTo>
                <a:lnTo>
                  <a:pt x="474167" y="386511"/>
                </a:lnTo>
                <a:lnTo>
                  <a:pt x="485470" y="390398"/>
                </a:lnTo>
                <a:lnTo>
                  <a:pt x="489940" y="379450"/>
                </a:lnTo>
                <a:lnTo>
                  <a:pt x="490042" y="379222"/>
                </a:lnTo>
                <a:lnTo>
                  <a:pt x="479374" y="373900"/>
                </a:lnTo>
                <a:lnTo>
                  <a:pt x="468604" y="368744"/>
                </a:lnTo>
                <a:lnTo>
                  <a:pt x="446989" y="358648"/>
                </a:lnTo>
                <a:lnTo>
                  <a:pt x="412902" y="343154"/>
                </a:lnTo>
                <a:lnTo>
                  <a:pt x="403682" y="338963"/>
                </a:lnTo>
                <a:lnTo>
                  <a:pt x="366598" y="322834"/>
                </a:lnTo>
                <a:lnTo>
                  <a:pt x="407111" y="322072"/>
                </a:lnTo>
                <a:lnTo>
                  <a:pt x="454736" y="320548"/>
                </a:lnTo>
                <a:lnTo>
                  <a:pt x="490448" y="318833"/>
                </a:lnTo>
                <a:lnTo>
                  <a:pt x="502361" y="318008"/>
                </a:lnTo>
                <a:lnTo>
                  <a:pt x="502361" y="305689"/>
                </a:lnTo>
                <a:close/>
              </a:path>
              <a:path w="624205" h="624205">
                <a:moveTo>
                  <a:pt x="623646" y="311785"/>
                </a:moveTo>
                <a:lnTo>
                  <a:pt x="620268" y="266014"/>
                </a:lnTo>
                <a:lnTo>
                  <a:pt x="620255" y="265823"/>
                </a:lnTo>
                <a:lnTo>
                  <a:pt x="610425" y="221919"/>
                </a:lnTo>
                <a:lnTo>
                  <a:pt x="594626" y="180568"/>
                </a:lnTo>
                <a:lnTo>
                  <a:pt x="594436" y="180225"/>
                </a:lnTo>
                <a:lnTo>
                  <a:pt x="594436" y="311785"/>
                </a:lnTo>
                <a:lnTo>
                  <a:pt x="590727" y="357606"/>
                </a:lnTo>
                <a:lnTo>
                  <a:pt x="579996" y="401078"/>
                </a:lnTo>
                <a:lnTo>
                  <a:pt x="562851" y="441629"/>
                </a:lnTo>
                <a:lnTo>
                  <a:pt x="539838" y="478675"/>
                </a:lnTo>
                <a:lnTo>
                  <a:pt x="511581" y="511619"/>
                </a:lnTo>
                <a:lnTo>
                  <a:pt x="478637" y="539902"/>
                </a:lnTo>
                <a:lnTo>
                  <a:pt x="441617" y="562902"/>
                </a:lnTo>
                <a:lnTo>
                  <a:pt x="401078" y="580059"/>
                </a:lnTo>
                <a:lnTo>
                  <a:pt x="357632" y="590791"/>
                </a:lnTo>
                <a:lnTo>
                  <a:pt x="311861" y="594487"/>
                </a:lnTo>
                <a:lnTo>
                  <a:pt x="266039" y="590791"/>
                </a:lnTo>
                <a:lnTo>
                  <a:pt x="222567" y="580059"/>
                </a:lnTo>
                <a:lnTo>
                  <a:pt x="182016" y="562902"/>
                </a:lnTo>
                <a:lnTo>
                  <a:pt x="144983" y="539902"/>
                </a:lnTo>
                <a:lnTo>
                  <a:pt x="112039" y="511619"/>
                </a:lnTo>
                <a:lnTo>
                  <a:pt x="83769" y="478675"/>
                </a:lnTo>
                <a:lnTo>
                  <a:pt x="60756" y="441629"/>
                </a:lnTo>
                <a:lnTo>
                  <a:pt x="43599" y="401078"/>
                </a:lnTo>
                <a:lnTo>
                  <a:pt x="32943" y="357847"/>
                </a:lnTo>
                <a:lnTo>
                  <a:pt x="32880" y="357606"/>
                </a:lnTo>
                <a:lnTo>
                  <a:pt x="29184" y="311785"/>
                </a:lnTo>
                <a:lnTo>
                  <a:pt x="32880" y="266014"/>
                </a:lnTo>
                <a:lnTo>
                  <a:pt x="43599" y="222567"/>
                </a:lnTo>
                <a:lnTo>
                  <a:pt x="60756" y="182029"/>
                </a:lnTo>
                <a:lnTo>
                  <a:pt x="83769" y="145008"/>
                </a:lnTo>
                <a:lnTo>
                  <a:pt x="112039" y="112064"/>
                </a:lnTo>
                <a:lnTo>
                  <a:pt x="144983" y="83807"/>
                </a:lnTo>
                <a:lnTo>
                  <a:pt x="182016" y="60794"/>
                </a:lnTo>
                <a:lnTo>
                  <a:pt x="222567" y="43649"/>
                </a:lnTo>
                <a:lnTo>
                  <a:pt x="266039" y="32918"/>
                </a:lnTo>
                <a:lnTo>
                  <a:pt x="311861" y="29210"/>
                </a:lnTo>
                <a:lnTo>
                  <a:pt x="357632" y="32918"/>
                </a:lnTo>
                <a:lnTo>
                  <a:pt x="401078" y="43649"/>
                </a:lnTo>
                <a:lnTo>
                  <a:pt x="441617" y="60794"/>
                </a:lnTo>
                <a:lnTo>
                  <a:pt x="478637" y="83807"/>
                </a:lnTo>
                <a:lnTo>
                  <a:pt x="511581" y="112064"/>
                </a:lnTo>
                <a:lnTo>
                  <a:pt x="539838" y="145008"/>
                </a:lnTo>
                <a:lnTo>
                  <a:pt x="562851" y="182029"/>
                </a:lnTo>
                <a:lnTo>
                  <a:pt x="579996" y="222567"/>
                </a:lnTo>
                <a:lnTo>
                  <a:pt x="590677" y="265823"/>
                </a:lnTo>
                <a:lnTo>
                  <a:pt x="590727" y="266014"/>
                </a:lnTo>
                <a:lnTo>
                  <a:pt x="594436" y="311785"/>
                </a:lnTo>
                <a:lnTo>
                  <a:pt x="594436" y="180225"/>
                </a:lnTo>
                <a:lnTo>
                  <a:pt x="573354" y="142240"/>
                </a:lnTo>
                <a:lnTo>
                  <a:pt x="547090" y="107442"/>
                </a:lnTo>
                <a:lnTo>
                  <a:pt x="516318" y="76644"/>
                </a:lnTo>
                <a:lnTo>
                  <a:pt x="481520" y="50355"/>
                </a:lnTo>
                <a:lnTo>
                  <a:pt x="443471" y="29210"/>
                </a:lnTo>
                <a:lnTo>
                  <a:pt x="401815" y="13246"/>
                </a:lnTo>
                <a:lnTo>
                  <a:pt x="357873" y="3403"/>
                </a:lnTo>
                <a:lnTo>
                  <a:pt x="311861" y="0"/>
                </a:lnTo>
                <a:lnTo>
                  <a:pt x="265861" y="3403"/>
                </a:lnTo>
                <a:lnTo>
                  <a:pt x="221932" y="13246"/>
                </a:lnTo>
                <a:lnTo>
                  <a:pt x="180555" y="29070"/>
                </a:lnTo>
                <a:lnTo>
                  <a:pt x="142227" y="50355"/>
                </a:lnTo>
                <a:lnTo>
                  <a:pt x="107416" y="76644"/>
                </a:lnTo>
                <a:lnTo>
                  <a:pt x="76619" y="107442"/>
                </a:lnTo>
                <a:lnTo>
                  <a:pt x="50342" y="142240"/>
                </a:lnTo>
                <a:lnTo>
                  <a:pt x="29044" y="180568"/>
                </a:lnTo>
                <a:lnTo>
                  <a:pt x="13233" y="221919"/>
                </a:lnTo>
                <a:lnTo>
                  <a:pt x="3378" y="265823"/>
                </a:lnTo>
                <a:lnTo>
                  <a:pt x="0" y="311785"/>
                </a:lnTo>
                <a:lnTo>
                  <a:pt x="3365" y="357606"/>
                </a:lnTo>
                <a:lnTo>
                  <a:pt x="3378" y="357847"/>
                </a:lnTo>
                <a:lnTo>
                  <a:pt x="13233" y="401815"/>
                </a:lnTo>
                <a:lnTo>
                  <a:pt x="29044" y="443204"/>
                </a:lnTo>
                <a:lnTo>
                  <a:pt x="50342" y="481545"/>
                </a:lnTo>
                <a:lnTo>
                  <a:pt x="76619" y="516356"/>
                </a:lnTo>
                <a:lnTo>
                  <a:pt x="107416" y="547141"/>
                </a:lnTo>
                <a:lnTo>
                  <a:pt x="142227" y="573405"/>
                </a:lnTo>
                <a:lnTo>
                  <a:pt x="180555" y="594690"/>
                </a:lnTo>
                <a:lnTo>
                  <a:pt x="221932" y="610489"/>
                </a:lnTo>
                <a:lnTo>
                  <a:pt x="265861" y="620318"/>
                </a:lnTo>
                <a:lnTo>
                  <a:pt x="311861" y="623697"/>
                </a:lnTo>
                <a:lnTo>
                  <a:pt x="357873" y="620318"/>
                </a:lnTo>
                <a:lnTo>
                  <a:pt x="401815" y="610489"/>
                </a:lnTo>
                <a:lnTo>
                  <a:pt x="443191" y="594690"/>
                </a:lnTo>
                <a:lnTo>
                  <a:pt x="443534" y="594487"/>
                </a:lnTo>
                <a:lnTo>
                  <a:pt x="481520" y="573405"/>
                </a:lnTo>
                <a:lnTo>
                  <a:pt x="516318" y="547141"/>
                </a:lnTo>
                <a:lnTo>
                  <a:pt x="547090" y="516356"/>
                </a:lnTo>
                <a:lnTo>
                  <a:pt x="573354" y="481545"/>
                </a:lnTo>
                <a:lnTo>
                  <a:pt x="594626" y="443204"/>
                </a:lnTo>
                <a:lnTo>
                  <a:pt x="610425" y="401815"/>
                </a:lnTo>
                <a:lnTo>
                  <a:pt x="620255" y="357847"/>
                </a:lnTo>
                <a:lnTo>
                  <a:pt x="623646" y="3117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76913"/>
            <a:ext cx="18287999" cy="90100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4028" y="4383309"/>
            <a:ext cx="16099942" cy="1070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434343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78763" y="6459993"/>
            <a:ext cx="8930005" cy="1158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34343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367347"/>
            <a:ext cx="741603" cy="7416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34343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2072366" y="3956430"/>
            <a:ext cx="5350509" cy="5374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434343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434343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9280" y="236408"/>
            <a:ext cx="16142334" cy="1596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434343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6848" y="2159000"/>
            <a:ext cx="15994380" cy="3772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348962" y="9419129"/>
            <a:ext cx="299719" cy="19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jshin@confluent.io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image" Target="../media/image36.png"/><Relationship Id="rId10" Type="http://schemas.openxmlformats.org/officeDocument/2006/relationships/image" Target="../media/image37.jpg"/><Relationship Id="rId11" Type="http://schemas.openxmlformats.org/officeDocument/2006/relationships/image" Target="../media/image38.jpg"/><Relationship Id="rId12" Type="http://schemas.openxmlformats.org/officeDocument/2006/relationships/image" Target="../media/image39.jp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45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jpg"/><Relationship Id="rId10" Type="http://schemas.openxmlformats.org/officeDocument/2006/relationships/image" Target="../media/image50.png"/><Relationship Id="rId11" Type="http://schemas.openxmlformats.org/officeDocument/2006/relationships/image" Target="../media/image35.jpg"/><Relationship Id="rId12" Type="http://schemas.openxmlformats.org/officeDocument/2006/relationships/image" Target="../media/image51.png"/><Relationship Id="rId13" Type="http://schemas.openxmlformats.org/officeDocument/2006/relationships/image" Target="../media/image37.jpg"/><Relationship Id="rId14" Type="http://schemas.openxmlformats.org/officeDocument/2006/relationships/image" Target="../media/image52.jpg"/><Relationship Id="rId15" Type="http://schemas.openxmlformats.org/officeDocument/2006/relationships/image" Target="../media/image44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jpg"/><Relationship Id="rId8" Type="http://schemas.openxmlformats.org/officeDocument/2006/relationships/image" Target="../media/image58.jp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35.jpg"/><Relationship Id="rId15" Type="http://schemas.openxmlformats.org/officeDocument/2006/relationships/image" Target="../media/image30.png"/><Relationship Id="rId16" Type="http://schemas.openxmlformats.org/officeDocument/2006/relationships/image" Target="../media/image64.png"/><Relationship Id="rId17" Type="http://schemas.openxmlformats.org/officeDocument/2006/relationships/image" Target="../media/image38.jpg"/><Relationship Id="rId18" Type="http://schemas.openxmlformats.org/officeDocument/2006/relationships/image" Target="../media/image52.jpg"/><Relationship Id="rId19" Type="http://schemas.openxmlformats.org/officeDocument/2006/relationships/image" Target="../media/image37.jpg"/><Relationship Id="rId20" Type="http://schemas.openxmlformats.org/officeDocument/2006/relationships/image" Target="../media/image65.png"/><Relationship Id="rId21" Type="http://schemas.openxmlformats.org/officeDocument/2006/relationships/image" Target="../media/image66.png"/><Relationship Id="rId22" Type="http://schemas.openxmlformats.org/officeDocument/2006/relationships/image" Target="../media/image45.png"/><Relationship Id="rId23" Type="http://schemas.openxmlformats.org/officeDocument/2006/relationships/image" Target="../media/image49.jpg"/><Relationship Id="rId24" Type="http://schemas.openxmlformats.org/officeDocument/2006/relationships/image" Target="../media/image50.png"/><Relationship Id="rId25" Type="http://schemas.openxmlformats.org/officeDocument/2006/relationships/image" Target="../media/image67.png"/><Relationship Id="rId26" Type="http://schemas.openxmlformats.org/officeDocument/2006/relationships/image" Target="../media/image44.png"/><Relationship Id="rId27" Type="http://schemas.openxmlformats.org/officeDocument/2006/relationships/image" Target="../media/image68.png"/><Relationship Id="rId28" Type="http://schemas.openxmlformats.org/officeDocument/2006/relationships/image" Target="../media/image4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44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Relationship Id="rId8" Type="http://schemas.openxmlformats.org/officeDocument/2006/relationships/image" Target="../media/image57.jpg"/><Relationship Id="rId9" Type="http://schemas.openxmlformats.org/officeDocument/2006/relationships/image" Target="../media/image42.png"/><Relationship Id="rId10" Type="http://schemas.openxmlformats.org/officeDocument/2006/relationships/image" Target="../media/image70.png"/><Relationship Id="rId11" Type="http://schemas.openxmlformats.org/officeDocument/2006/relationships/image" Target="../media/image71.jp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jpg"/><Relationship Id="rId16" Type="http://schemas.openxmlformats.org/officeDocument/2006/relationships/image" Target="../media/image76.jpg"/><Relationship Id="rId17" Type="http://schemas.openxmlformats.org/officeDocument/2006/relationships/image" Target="../media/image77.png"/><Relationship Id="rId18" Type="http://schemas.openxmlformats.org/officeDocument/2006/relationships/image" Target="../media/image78.jpg"/><Relationship Id="rId19" Type="http://schemas.openxmlformats.org/officeDocument/2006/relationships/image" Target="../media/image79.png"/><Relationship Id="rId20" Type="http://schemas.openxmlformats.org/officeDocument/2006/relationships/image" Target="../media/image80.jpg"/><Relationship Id="rId21" Type="http://schemas.openxmlformats.org/officeDocument/2006/relationships/image" Target="../media/image81.png"/><Relationship Id="rId22" Type="http://schemas.openxmlformats.org/officeDocument/2006/relationships/image" Target="../media/image82.png"/><Relationship Id="rId23" Type="http://schemas.openxmlformats.org/officeDocument/2006/relationships/image" Target="../media/image83.jpg"/><Relationship Id="rId24" Type="http://schemas.openxmlformats.org/officeDocument/2006/relationships/image" Target="../media/image84.png"/><Relationship Id="rId25" Type="http://schemas.openxmlformats.org/officeDocument/2006/relationships/image" Target="../media/image85.png"/><Relationship Id="rId26" Type="http://schemas.openxmlformats.org/officeDocument/2006/relationships/image" Target="../media/image86.png"/><Relationship Id="rId27" Type="http://schemas.openxmlformats.org/officeDocument/2006/relationships/image" Target="../media/image87.jpg"/><Relationship Id="rId28" Type="http://schemas.openxmlformats.org/officeDocument/2006/relationships/image" Target="../media/image88.png"/><Relationship Id="rId29" Type="http://schemas.openxmlformats.org/officeDocument/2006/relationships/image" Target="../media/image89.jpg"/><Relationship Id="rId30" Type="http://schemas.openxmlformats.org/officeDocument/2006/relationships/image" Target="../media/image9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jpg"/><Relationship Id="rId6" Type="http://schemas.openxmlformats.org/officeDocument/2006/relationships/image" Target="../media/image95.png"/><Relationship Id="rId7" Type="http://schemas.openxmlformats.org/officeDocument/2006/relationships/image" Target="../media/image96.jp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67.png"/><Relationship Id="rId20" Type="http://schemas.openxmlformats.org/officeDocument/2006/relationships/image" Target="../media/image44.png"/><Relationship Id="rId21" Type="http://schemas.openxmlformats.org/officeDocument/2006/relationships/image" Target="../media/image76.jpg"/><Relationship Id="rId22" Type="http://schemas.openxmlformats.org/officeDocument/2006/relationships/image" Target="../media/image85.png"/><Relationship Id="rId23" Type="http://schemas.openxmlformats.org/officeDocument/2006/relationships/image" Target="../media/image86.png"/><Relationship Id="rId24" Type="http://schemas.openxmlformats.org/officeDocument/2006/relationships/image" Target="../media/image108.jpg"/><Relationship Id="rId25" Type="http://schemas.openxmlformats.org/officeDocument/2006/relationships/image" Target="../media/image109.png"/><Relationship Id="rId26" Type="http://schemas.openxmlformats.org/officeDocument/2006/relationships/image" Target="../media/image110.png"/><Relationship Id="rId27" Type="http://schemas.openxmlformats.org/officeDocument/2006/relationships/image" Target="../media/image111.png"/><Relationship Id="rId28" Type="http://schemas.openxmlformats.org/officeDocument/2006/relationships/image" Target="../media/image88.png"/><Relationship Id="rId29" Type="http://schemas.openxmlformats.org/officeDocument/2006/relationships/image" Target="../media/image11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113.jpg"/><Relationship Id="rId4" Type="http://schemas.openxmlformats.org/officeDocument/2006/relationships/image" Target="../media/image109.png"/><Relationship Id="rId5" Type="http://schemas.openxmlformats.org/officeDocument/2006/relationships/image" Target="../media/image114.jp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44.png"/><Relationship Id="rId9" Type="http://schemas.openxmlformats.org/officeDocument/2006/relationships/image" Target="../media/image42.png"/><Relationship Id="rId10" Type="http://schemas.openxmlformats.org/officeDocument/2006/relationships/image" Target="../media/image71.jpg"/><Relationship Id="rId11" Type="http://schemas.openxmlformats.org/officeDocument/2006/relationships/image" Target="../media/image115.png"/><Relationship Id="rId12" Type="http://schemas.openxmlformats.org/officeDocument/2006/relationships/image" Target="../media/image116.png"/><Relationship Id="rId13" Type="http://schemas.openxmlformats.org/officeDocument/2006/relationships/image" Target="../media/image117.png"/><Relationship Id="rId14" Type="http://schemas.openxmlformats.org/officeDocument/2006/relationships/image" Target="../media/image118.png"/><Relationship Id="rId15" Type="http://schemas.openxmlformats.org/officeDocument/2006/relationships/image" Target="../media/image75.jpg"/><Relationship Id="rId16" Type="http://schemas.openxmlformats.org/officeDocument/2006/relationships/image" Target="../media/image76.jpg"/><Relationship Id="rId17" Type="http://schemas.openxmlformats.org/officeDocument/2006/relationships/image" Target="../media/image119.png"/><Relationship Id="rId18" Type="http://schemas.openxmlformats.org/officeDocument/2006/relationships/image" Target="../media/image78.jpg"/><Relationship Id="rId19" Type="http://schemas.openxmlformats.org/officeDocument/2006/relationships/image" Target="../media/image79.png"/><Relationship Id="rId20" Type="http://schemas.openxmlformats.org/officeDocument/2006/relationships/image" Target="../media/image80.jpg"/><Relationship Id="rId21" Type="http://schemas.openxmlformats.org/officeDocument/2006/relationships/image" Target="../media/image81.png"/><Relationship Id="rId22" Type="http://schemas.openxmlformats.org/officeDocument/2006/relationships/image" Target="../media/image82.png"/><Relationship Id="rId23" Type="http://schemas.openxmlformats.org/officeDocument/2006/relationships/image" Target="../media/image83.jpg"/><Relationship Id="rId24" Type="http://schemas.openxmlformats.org/officeDocument/2006/relationships/image" Target="../media/image77.png"/><Relationship Id="rId25" Type="http://schemas.openxmlformats.org/officeDocument/2006/relationships/image" Target="../media/image87.jpg"/><Relationship Id="rId26" Type="http://schemas.openxmlformats.org/officeDocument/2006/relationships/image" Target="../media/image88.png"/><Relationship Id="rId27" Type="http://schemas.openxmlformats.org/officeDocument/2006/relationships/image" Target="../media/image89.jpg"/><Relationship Id="rId28" Type="http://schemas.openxmlformats.org/officeDocument/2006/relationships/image" Target="../media/image120.png"/><Relationship Id="rId29" Type="http://schemas.openxmlformats.org/officeDocument/2006/relationships/image" Target="../media/image121.jpg"/><Relationship Id="rId30" Type="http://schemas.openxmlformats.org/officeDocument/2006/relationships/image" Target="../media/image122.png"/><Relationship Id="rId31" Type="http://schemas.openxmlformats.org/officeDocument/2006/relationships/image" Target="../media/image9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pn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140.png"/><Relationship Id="rId20" Type="http://schemas.openxmlformats.org/officeDocument/2006/relationships/image" Target="../media/image141.png"/><Relationship Id="rId21" Type="http://schemas.openxmlformats.org/officeDocument/2006/relationships/image" Target="../media/image142.png"/><Relationship Id="rId22" Type="http://schemas.openxmlformats.org/officeDocument/2006/relationships/image" Target="../media/image143.png"/><Relationship Id="rId23" Type="http://schemas.openxmlformats.org/officeDocument/2006/relationships/image" Target="../media/image144.png"/><Relationship Id="rId24" Type="http://schemas.openxmlformats.org/officeDocument/2006/relationships/image" Target="../media/image145.png"/><Relationship Id="rId25" Type="http://schemas.openxmlformats.org/officeDocument/2006/relationships/image" Target="../media/image146.png"/><Relationship Id="rId26" Type="http://schemas.openxmlformats.org/officeDocument/2006/relationships/image" Target="../media/image147.png"/><Relationship Id="rId27" Type="http://schemas.openxmlformats.org/officeDocument/2006/relationships/image" Target="../media/image148.png"/><Relationship Id="rId28" Type="http://schemas.openxmlformats.org/officeDocument/2006/relationships/image" Target="../media/image149.png"/><Relationship Id="rId29" Type="http://schemas.openxmlformats.org/officeDocument/2006/relationships/image" Target="../media/image150.png"/><Relationship Id="rId30" Type="http://schemas.openxmlformats.org/officeDocument/2006/relationships/image" Target="../media/image151.png"/><Relationship Id="rId31" Type="http://schemas.openxmlformats.org/officeDocument/2006/relationships/image" Target="../media/image152.png"/><Relationship Id="rId32" Type="http://schemas.openxmlformats.org/officeDocument/2006/relationships/image" Target="../media/image153.png"/><Relationship Id="rId33" Type="http://schemas.openxmlformats.org/officeDocument/2006/relationships/image" Target="../media/image154.png"/><Relationship Id="rId34" Type="http://schemas.openxmlformats.org/officeDocument/2006/relationships/image" Target="../media/image15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Relationship Id="rId8" Type="http://schemas.openxmlformats.org/officeDocument/2006/relationships/image" Target="../media/image162.png"/><Relationship Id="rId9" Type="http://schemas.openxmlformats.org/officeDocument/2006/relationships/image" Target="../media/image163.png"/><Relationship Id="rId10" Type="http://schemas.openxmlformats.org/officeDocument/2006/relationships/image" Target="../media/image164.png"/><Relationship Id="rId11" Type="http://schemas.openxmlformats.org/officeDocument/2006/relationships/image" Target="../media/image165.png"/><Relationship Id="rId12" Type="http://schemas.openxmlformats.org/officeDocument/2006/relationships/image" Target="../media/image166.png"/><Relationship Id="rId13" Type="http://schemas.openxmlformats.org/officeDocument/2006/relationships/image" Target="../media/image167.png"/><Relationship Id="rId14" Type="http://schemas.openxmlformats.org/officeDocument/2006/relationships/image" Target="../media/image168.png"/><Relationship Id="rId15" Type="http://schemas.openxmlformats.org/officeDocument/2006/relationships/image" Target="../media/image169.png"/><Relationship Id="rId16" Type="http://schemas.openxmlformats.org/officeDocument/2006/relationships/image" Target="../media/image170.png"/><Relationship Id="rId17" Type="http://schemas.openxmlformats.org/officeDocument/2006/relationships/image" Target="../media/image171.png"/><Relationship Id="rId18" Type="http://schemas.openxmlformats.org/officeDocument/2006/relationships/image" Target="../media/image172.png"/><Relationship Id="rId19" Type="http://schemas.openxmlformats.org/officeDocument/2006/relationships/image" Target="../media/image173.png"/><Relationship Id="rId20" Type="http://schemas.openxmlformats.org/officeDocument/2006/relationships/image" Target="../media/image174.png"/><Relationship Id="rId21" Type="http://schemas.openxmlformats.org/officeDocument/2006/relationships/image" Target="../media/image175.png"/><Relationship Id="rId22" Type="http://schemas.openxmlformats.org/officeDocument/2006/relationships/image" Target="../media/image176.png"/><Relationship Id="rId23" Type="http://schemas.openxmlformats.org/officeDocument/2006/relationships/image" Target="../media/image177.png"/><Relationship Id="rId24" Type="http://schemas.openxmlformats.org/officeDocument/2006/relationships/image" Target="../media/image178.png"/><Relationship Id="rId25" Type="http://schemas.openxmlformats.org/officeDocument/2006/relationships/image" Target="../media/image17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Relationship Id="rId8" Type="http://schemas.openxmlformats.org/officeDocument/2006/relationships/image" Target="../media/image195.png"/><Relationship Id="rId9" Type="http://schemas.openxmlformats.org/officeDocument/2006/relationships/image" Target="../media/image196.png"/><Relationship Id="rId10" Type="http://schemas.openxmlformats.org/officeDocument/2006/relationships/image" Target="../media/image197.png"/><Relationship Id="rId11" Type="http://schemas.openxmlformats.org/officeDocument/2006/relationships/image" Target="../media/image198.png"/><Relationship Id="rId12" Type="http://schemas.openxmlformats.org/officeDocument/2006/relationships/image" Target="../media/image199.png"/><Relationship Id="rId13" Type="http://schemas.openxmlformats.org/officeDocument/2006/relationships/image" Target="../media/image200.png"/><Relationship Id="rId14" Type="http://schemas.openxmlformats.org/officeDocument/2006/relationships/image" Target="../media/image201.png"/><Relationship Id="rId15" Type="http://schemas.openxmlformats.org/officeDocument/2006/relationships/image" Target="../media/image202.png"/><Relationship Id="rId16" Type="http://schemas.openxmlformats.org/officeDocument/2006/relationships/image" Target="../media/image203.png"/><Relationship Id="rId17" Type="http://schemas.openxmlformats.org/officeDocument/2006/relationships/image" Target="../media/image204.png"/><Relationship Id="rId18" Type="http://schemas.openxmlformats.org/officeDocument/2006/relationships/image" Target="../media/image205.png"/><Relationship Id="rId19" Type="http://schemas.openxmlformats.org/officeDocument/2006/relationships/image" Target="../media/image206.png"/><Relationship Id="rId20" Type="http://schemas.openxmlformats.org/officeDocument/2006/relationships/image" Target="../media/image207.png"/><Relationship Id="rId21" Type="http://schemas.openxmlformats.org/officeDocument/2006/relationships/image" Target="../media/image208.png"/><Relationship Id="rId22" Type="http://schemas.openxmlformats.org/officeDocument/2006/relationships/image" Target="../media/image209.png"/><Relationship Id="rId23" Type="http://schemas.openxmlformats.org/officeDocument/2006/relationships/image" Target="../media/image210.png"/><Relationship Id="rId24" Type="http://schemas.openxmlformats.org/officeDocument/2006/relationships/image" Target="../media/image211.png"/><Relationship Id="rId25" Type="http://schemas.openxmlformats.org/officeDocument/2006/relationships/image" Target="../media/image212.png"/><Relationship Id="rId26" Type="http://schemas.openxmlformats.org/officeDocument/2006/relationships/image" Target="../media/image213.png"/><Relationship Id="rId27" Type="http://schemas.openxmlformats.org/officeDocument/2006/relationships/image" Target="../media/image214.png"/><Relationship Id="rId28" Type="http://schemas.openxmlformats.org/officeDocument/2006/relationships/image" Target="../media/image215.png"/><Relationship Id="rId29" Type="http://schemas.openxmlformats.org/officeDocument/2006/relationships/image" Target="../media/image216.png"/><Relationship Id="rId30" Type="http://schemas.openxmlformats.org/officeDocument/2006/relationships/image" Target="../media/image217.png"/><Relationship Id="rId31" Type="http://schemas.openxmlformats.org/officeDocument/2006/relationships/image" Target="../media/image218.png"/><Relationship Id="rId32" Type="http://schemas.openxmlformats.org/officeDocument/2006/relationships/image" Target="../media/image219.png"/><Relationship Id="rId33" Type="http://schemas.openxmlformats.org/officeDocument/2006/relationships/image" Target="../media/image220.png"/><Relationship Id="rId34" Type="http://schemas.openxmlformats.org/officeDocument/2006/relationships/image" Target="../media/image221.png"/><Relationship Id="rId35" Type="http://schemas.openxmlformats.org/officeDocument/2006/relationships/image" Target="../media/image222.png"/><Relationship Id="rId36" Type="http://schemas.openxmlformats.org/officeDocument/2006/relationships/image" Target="../media/image223.png"/><Relationship Id="rId37" Type="http://schemas.openxmlformats.org/officeDocument/2006/relationships/image" Target="../media/image224.png"/><Relationship Id="rId38" Type="http://schemas.openxmlformats.org/officeDocument/2006/relationships/image" Target="../media/image225.png"/><Relationship Id="rId39" Type="http://schemas.openxmlformats.org/officeDocument/2006/relationships/image" Target="../media/image226.png"/><Relationship Id="rId40" Type="http://schemas.openxmlformats.org/officeDocument/2006/relationships/image" Target="../media/image227.png"/><Relationship Id="rId41" Type="http://schemas.openxmlformats.org/officeDocument/2006/relationships/image" Target="../media/image228.png"/><Relationship Id="rId42" Type="http://schemas.openxmlformats.org/officeDocument/2006/relationships/image" Target="../media/image229.png"/><Relationship Id="rId43" Type="http://schemas.openxmlformats.org/officeDocument/2006/relationships/image" Target="../media/image230.png"/><Relationship Id="rId44" Type="http://schemas.openxmlformats.org/officeDocument/2006/relationships/image" Target="../media/image23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Relationship Id="rId4" Type="http://schemas.openxmlformats.org/officeDocument/2006/relationships/image" Target="../media/image23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5.png"/><Relationship Id="rId3" Type="http://schemas.openxmlformats.org/officeDocument/2006/relationships/hyperlink" Target="https://www.confluent.io/customers/rbc/" TargetMode="External"/><Relationship Id="rId4" Type="http://schemas.openxmlformats.org/officeDocument/2006/relationships/image" Target="../media/image236.png"/><Relationship Id="rId5" Type="http://schemas.openxmlformats.org/officeDocument/2006/relationships/image" Target="../media/image237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Relationship Id="rId4" Type="http://schemas.openxmlformats.org/officeDocument/2006/relationships/image" Target="../media/image241.png"/><Relationship Id="rId5" Type="http://schemas.openxmlformats.org/officeDocument/2006/relationships/image" Target="../media/image242.png"/><Relationship Id="rId6" Type="http://schemas.openxmlformats.org/officeDocument/2006/relationships/image" Target="../media/image243.png"/><Relationship Id="rId7" Type="http://schemas.openxmlformats.org/officeDocument/2006/relationships/image" Target="../media/image244.png"/><Relationship Id="rId8" Type="http://schemas.openxmlformats.org/officeDocument/2006/relationships/image" Target="../media/image245.png"/><Relationship Id="rId9" Type="http://schemas.openxmlformats.org/officeDocument/2006/relationships/image" Target="../media/image246.png"/><Relationship Id="rId10" Type="http://schemas.openxmlformats.org/officeDocument/2006/relationships/image" Target="../media/image247.png"/><Relationship Id="rId11" Type="http://schemas.openxmlformats.org/officeDocument/2006/relationships/image" Target="../media/image248.png"/><Relationship Id="rId12" Type="http://schemas.openxmlformats.org/officeDocument/2006/relationships/image" Target="../media/image249.png"/><Relationship Id="rId13" Type="http://schemas.openxmlformats.org/officeDocument/2006/relationships/image" Target="../media/image250.png"/><Relationship Id="rId14" Type="http://schemas.openxmlformats.org/officeDocument/2006/relationships/image" Target="../media/image251.png"/><Relationship Id="rId15" Type="http://schemas.openxmlformats.org/officeDocument/2006/relationships/image" Target="../media/image252.png"/><Relationship Id="rId16" Type="http://schemas.openxmlformats.org/officeDocument/2006/relationships/image" Target="../media/image253.png"/><Relationship Id="rId17" Type="http://schemas.openxmlformats.org/officeDocument/2006/relationships/image" Target="../media/image254.png"/><Relationship Id="rId18" Type="http://schemas.openxmlformats.org/officeDocument/2006/relationships/image" Target="../media/image255.png"/><Relationship Id="rId19" Type="http://schemas.openxmlformats.org/officeDocument/2006/relationships/image" Target="../media/image256.png"/><Relationship Id="rId20" Type="http://schemas.openxmlformats.org/officeDocument/2006/relationships/image" Target="../media/image257.png"/><Relationship Id="rId21" Type="http://schemas.openxmlformats.org/officeDocument/2006/relationships/image" Target="../media/image258.png"/><Relationship Id="rId22" Type="http://schemas.openxmlformats.org/officeDocument/2006/relationships/image" Target="../media/image259.png"/><Relationship Id="rId23" Type="http://schemas.openxmlformats.org/officeDocument/2006/relationships/image" Target="../media/image149.png"/><Relationship Id="rId24" Type="http://schemas.openxmlformats.org/officeDocument/2006/relationships/image" Target="../media/image260.png"/><Relationship Id="rId25" Type="http://schemas.openxmlformats.org/officeDocument/2006/relationships/image" Target="../media/image261.png"/><Relationship Id="rId26" Type="http://schemas.openxmlformats.org/officeDocument/2006/relationships/image" Target="../media/image262.png"/><Relationship Id="rId27" Type="http://schemas.openxmlformats.org/officeDocument/2006/relationships/image" Target="../media/image263.png"/><Relationship Id="rId28" Type="http://schemas.openxmlformats.org/officeDocument/2006/relationships/image" Target="../media/image264.png"/><Relationship Id="rId29" Type="http://schemas.openxmlformats.org/officeDocument/2006/relationships/image" Target="../media/image265.png"/><Relationship Id="rId30" Type="http://schemas.openxmlformats.org/officeDocument/2006/relationships/image" Target="../media/image266.png"/><Relationship Id="rId31" Type="http://schemas.openxmlformats.org/officeDocument/2006/relationships/image" Target="../media/image267.png"/><Relationship Id="rId32" Type="http://schemas.openxmlformats.org/officeDocument/2006/relationships/image" Target="../media/image268.png"/><Relationship Id="rId33" Type="http://schemas.openxmlformats.org/officeDocument/2006/relationships/image" Target="../media/image269.png"/><Relationship Id="rId34" Type="http://schemas.openxmlformats.org/officeDocument/2006/relationships/image" Target="../media/image270.png"/><Relationship Id="rId35" Type="http://schemas.openxmlformats.org/officeDocument/2006/relationships/image" Target="../media/image271.png"/><Relationship Id="rId36" Type="http://schemas.openxmlformats.org/officeDocument/2006/relationships/image" Target="../media/image272.png"/><Relationship Id="rId37" Type="http://schemas.openxmlformats.org/officeDocument/2006/relationships/image" Target="../media/image273.png"/><Relationship Id="rId38" Type="http://schemas.openxmlformats.org/officeDocument/2006/relationships/image" Target="../media/image274.png"/><Relationship Id="rId39" Type="http://schemas.openxmlformats.org/officeDocument/2006/relationships/image" Target="../media/image275.png"/><Relationship Id="rId40" Type="http://schemas.openxmlformats.org/officeDocument/2006/relationships/image" Target="../media/image276.png"/><Relationship Id="rId41" Type="http://schemas.openxmlformats.org/officeDocument/2006/relationships/image" Target="../media/image277.png"/><Relationship Id="rId42" Type="http://schemas.openxmlformats.org/officeDocument/2006/relationships/image" Target="../media/image278.png"/><Relationship Id="rId43" Type="http://schemas.openxmlformats.org/officeDocument/2006/relationships/image" Target="../media/image279.png"/><Relationship Id="rId44" Type="http://schemas.openxmlformats.org/officeDocument/2006/relationships/image" Target="../media/image280.png"/><Relationship Id="rId45" Type="http://schemas.openxmlformats.org/officeDocument/2006/relationships/image" Target="../media/image281.png"/><Relationship Id="rId46" Type="http://schemas.openxmlformats.org/officeDocument/2006/relationships/image" Target="../media/image282.png"/><Relationship Id="rId47" Type="http://schemas.openxmlformats.org/officeDocument/2006/relationships/image" Target="../media/image283.png"/><Relationship Id="rId48" Type="http://schemas.openxmlformats.org/officeDocument/2006/relationships/image" Target="../media/image284.png"/><Relationship Id="rId49" Type="http://schemas.openxmlformats.org/officeDocument/2006/relationships/image" Target="../media/image285.png"/><Relationship Id="rId50" Type="http://schemas.openxmlformats.org/officeDocument/2006/relationships/image" Target="../media/image286.png"/><Relationship Id="rId51" Type="http://schemas.openxmlformats.org/officeDocument/2006/relationships/image" Target="../media/image287.png"/><Relationship Id="rId52" Type="http://schemas.openxmlformats.org/officeDocument/2006/relationships/image" Target="../media/image288.png"/><Relationship Id="rId53" Type="http://schemas.openxmlformats.org/officeDocument/2006/relationships/image" Target="../media/image289.png"/><Relationship Id="rId54" Type="http://schemas.openxmlformats.org/officeDocument/2006/relationships/image" Target="../media/image290.png"/><Relationship Id="rId55" Type="http://schemas.openxmlformats.org/officeDocument/2006/relationships/image" Target="../media/image291.png"/><Relationship Id="rId56" Type="http://schemas.openxmlformats.org/officeDocument/2006/relationships/image" Target="../media/image292.png"/><Relationship Id="rId57" Type="http://schemas.openxmlformats.org/officeDocument/2006/relationships/image" Target="../media/image293.png"/><Relationship Id="rId58" Type="http://schemas.openxmlformats.org/officeDocument/2006/relationships/image" Target="../media/image294.png"/><Relationship Id="rId59" Type="http://schemas.openxmlformats.org/officeDocument/2006/relationships/image" Target="../media/image295.png"/><Relationship Id="rId60" Type="http://schemas.openxmlformats.org/officeDocument/2006/relationships/image" Target="../media/image296.png"/><Relationship Id="rId61" Type="http://schemas.openxmlformats.org/officeDocument/2006/relationships/image" Target="../media/image297.png"/><Relationship Id="rId62" Type="http://schemas.openxmlformats.org/officeDocument/2006/relationships/image" Target="../media/image298.png"/><Relationship Id="rId63" Type="http://schemas.openxmlformats.org/officeDocument/2006/relationships/image" Target="../media/image299.png"/><Relationship Id="rId64" Type="http://schemas.openxmlformats.org/officeDocument/2006/relationships/image" Target="../media/image300.png"/><Relationship Id="rId65" Type="http://schemas.openxmlformats.org/officeDocument/2006/relationships/image" Target="../media/image301.png"/><Relationship Id="rId66" Type="http://schemas.openxmlformats.org/officeDocument/2006/relationships/image" Target="../media/image302.png"/><Relationship Id="rId67" Type="http://schemas.openxmlformats.org/officeDocument/2006/relationships/image" Target="../media/image303.png"/><Relationship Id="rId68" Type="http://schemas.openxmlformats.org/officeDocument/2006/relationships/image" Target="../media/image304.png"/><Relationship Id="rId69" Type="http://schemas.openxmlformats.org/officeDocument/2006/relationships/image" Target="../media/image305.png"/><Relationship Id="rId70" Type="http://schemas.openxmlformats.org/officeDocument/2006/relationships/image" Target="../media/image306.png"/><Relationship Id="rId71" Type="http://schemas.openxmlformats.org/officeDocument/2006/relationships/image" Target="../media/image141.png"/><Relationship Id="rId72" Type="http://schemas.openxmlformats.org/officeDocument/2006/relationships/image" Target="../media/image307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onfluent.io/resources/white-paper/10-ways-confluent-drives-transformation-in-financial-firms/" TargetMode="External"/><Relationship Id="rId3" Type="http://schemas.openxmlformats.org/officeDocument/2006/relationships/image" Target="../media/image308.png"/><Relationship Id="rId4" Type="http://schemas.openxmlformats.org/officeDocument/2006/relationships/image" Target="../media/image309.png"/><Relationship Id="rId5" Type="http://schemas.openxmlformats.org/officeDocument/2006/relationships/image" Target="../media/image310.png"/><Relationship Id="rId6" Type="http://schemas.openxmlformats.org/officeDocument/2006/relationships/image" Target="../media/image311.png"/><Relationship Id="rId7" Type="http://schemas.openxmlformats.org/officeDocument/2006/relationships/image" Target="../media/image312.png"/><Relationship Id="rId8" Type="http://schemas.openxmlformats.org/officeDocument/2006/relationships/image" Target="../media/image313.png"/><Relationship Id="rId9" Type="http://schemas.openxmlformats.org/officeDocument/2006/relationships/image" Target="../media/image314.png"/><Relationship Id="rId10" Type="http://schemas.openxmlformats.org/officeDocument/2006/relationships/image" Target="../media/image315.png"/><Relationship Id="rId11" Type="http://schemas.openxmlformats.org/officeDocument/2006/relationships/image" Target="../media/image316.png"/><Relationship Id="rId12" Type="http://schemas.openxmlformats.org/officeDocument/2006/relationships/image" Target="../media/image317.png"/><Relationship Id="rId13" Type="http://schemas.openxmlformats.org/officeDocument/2006/relationships/image" Target="../media/image318.png"/><Relationship Id="rId14" Type="http://schemas.openxmlformats.org/officeDocument/2006/relationships/image" Target="../media/image319.png"/><Relationship Id="rId15" Type="http://schemas.openxmlformats.org/officeDocument/2006/relationships/image" Target="../media/image320.png"/><Relationship Id="rId16" Type="http://schemas.openxmlformats.org/officeDocument/2006/relationships/image" Target="../media/image321.png"/><Relationship Id="rId17" Type="http://schemas.openxmlformats.org/officeDocument/2006/relationships/image" Target="../media/image322.png"/><Relationship Id="rId18" Type="http://schemas.openxmlformats.org/officeDocument/2006/relationships/image" Target="../media/image323.png"/><Relationship Id="rId19" Type="http://schemas.openxmlformats.org/officeDocument/2006/relationships/image" Target="../media/image324.png"/><Relationship Id="rId20" Type="http://schemas.openxmlformats.org/officeDocument/2006/relationships/image" Target="../media/image325.png"/><Relationship Id="rId21" Type="http://schemas.openxmlformats.org/officeDocument/2006/relationships/image" Target="../media/image326.png"/><Relationship Id="rId22" Type="http://schemas.openxmlformats.org/officeDocument/2006/relationships/image" Target="../media/image327.png"/><Relationship Id="rId23" Type="http://schemas.openxmlformats.org/officeDocument/2006/relationships/image" Target="../media/image328.png"/><Relationship Id="rId24" Type="http://schemas.openxmlformats.org/officeDocument/2006/relationships/image" Target="../media/image329.png"/><Relationship Id="rId25" Type="http://schemas.openxmlformats.org/officeDocument/2006/relationships/image" Target="../media/image330.png"/><Relationship Id="rId26" Type="http://schemas.openxmlformats.org/officeDocument/2006/relationships/image" Target="../media/image252.png"/><Relationship Id="rId27" Type="http://schemas.openxmlformats.org/officeDocument/2006/relationships/image" Target="../media/image331.png"/><Relationship Id="rId28" Type="http://schemas.openxmlformats.org/officeDocument/2006/relationships/image" Target="../media/image332.png"/><Relationship Id="rId29" Type="http://schemas.openxmlformats.org/officeDocument/2006/relationships/image" Target="../media/image333.png"/><Relationship Id="rId30" Type="http://schemas.openxmlformats.org/officeDocument/2006/relationships/image" Target="../media/image334.png"/><Relationship Id="rId31" Type="http://schemas.openxmlformats.org/officeDocument/2006/relationships/image" Target="../media/image335.png"/><Relationship Id="rId32" Type="http://schemas.openxmlformats.org/officeDocument/2006/relationships/image" Target="../media/image336.png"/><Relationship Id="rId33" Type="http://schemas.openxmlformats.org/officeDocument/2006/relationships/image" Target="../media/image337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8.png"/><Relationship Id="rId3" Type="http://schemas.openxmlformats.org/officeDocument/2006/relationships/image" Target="../media/image339.png"/><Relationship Id="rId4" Type="http://schemas.openxmlformats.org/officeDocument/2006/relationships/image" Target="../media/image340.png"/><Relationship Id="rId5" Type="http://schemas.openxmlformats.org/officeDocument/2006/relationships/image" Target="../media/image341.png"/><Relationship Id="rId6" Type="http://schemas.openxmlformats.org/officeDocument/2006/relationships/image" Target="../media/image342.png"/><Relationship Id="rId7" Type="http://schemas.openxmlformats.org/officeDocument/2006/relationships/image" Target="../media/image343.png"/><Relationship Id="rId8" Type="http://schemas.openxmlformats.org/officeDocument/2006/relationships/image" Target="../media/image344.png"/><Relationship Id="rId9" Type="http://schemas.openxmlformats.org/officeDocument/2006/relationships/image" Target="../media/image34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6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7.png"/><Relationship Id="rId3" Type="http://schemas.openxmlformats.org/officeDocument/2006/relationships/image" Target="../media/image348.png"/><Relationship Id="rId4" Type="http://schemas.openxmlformats.org/officeDocument/2006/relationships/image" Target="../media/image349.png"/><Relationship Id="rId5" Type="http://schemas.openxmlformats.org/officeDocument/2006/relationships/image" Target="../media/image350.png"/><Relationship Id="rId6" Type="http://schemas.openxmlformats.org/officeDocument/2006/relationships/image" Target="../media/image351.png"/><Relationship Id="rId7" Type="http://schemas.openxmlformats.org/officeDocument/2006/relationships/image" Target="../media/image352.png"/><Relationship Id="rId8" Type="http://schemas.openxmlformats.org/officeDocument/2006/relationships/image" Target="../media/image353.png"/><Relationship Id="rId9" Type="http://schemas.openxmlformats.org/officeDocument/2006/relationships/image" Target="../media/image354.png"/><Relationship Id="rId10" Type="http://schemas.openxmlformats.org/officeDocument/2006/relationships/image" Target="../media/image355.png"/><Relationship Id="rId11" Type="http://schemas.openxmlformats.org/officeDocument/2006/relationships/image" Target="../media/image356.png"/><Relationship Id="rId12" Type="http://schemas.openxmlformats.org/officeDocument/2006/relationships/image" Target="../media/image357.png"/><Relationship Id="rId13" Type="http://schemas.openxmlformats.org/officeDocument/2006/relationships/image" Target="../media/image358.png"/><Relationship Id="rId14" Type="http://schemas.openxmlformats.org/officeDocument/2006/relationships/image" Target="../media/image359.png"/><Relationship Id="rId15" Type="http://schemas.openxmlformats.org/officeDocument/2006/relationships/image" Target="../media/image360.png"/><Relationship Id="rId16" Type="http://schemas.openxmlformats.org/officeDocument/2006/relationships/image" Target="../media/image361.png"/><Relationship Id="rId17" Type="http://schemas.openxmlformats.org/officeDocument/2006/relationships/image" Target="../media/image362.png"/><Relationship Id="rId18" Type="http://schemas.openxmlformats.org/officeDocument/2006/relationships/image" Target="../media/image363.png"/><Relationship Id="rId19" Type="http://schemas.openxmlformats.org/officeDocument/2006/relationships/image" Target="../media/image364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5.jpg"/><Relationship Id="rId3" Type="http://schemas.openxmlformats.org/officeDocument/2006/relationships/image" Target="../media/image366.png"/><Relationship Id="rId4" Type="http://schemas.openxmlformats.org/officeDocument/2006/relationships/image" Target="../media/image367.png"/><Relationship Id="rId5" Type="http://schemas.openxmlformats.org/officeDocument/2006/relationships/image" Target="../media/image368.png"/><Relationship Id="rId6" Type="http://schemas.openxmlformats.org/officeDocument/2006/relationships/image" Target="../media/image369.png"/><Relationship Id="rId7" Type="http://schemas.openxmlformats.org/officeDocument/2006/relationships/image" Target="../media/image370.png"/><Relationship Id="rId8" Type="http://schemas.openxmlformats.org/officeDocument/2006/relationships/image" Target="../media/image371.jpg"/><Relationship Id="rId9" Type="http://schemas.openxmlformats.org/officeDocument/2006/relationships/image" Target="../media/image372.jpg"/><Relationship Id="rId10" Type="http://schemas.openxmlformats.org/officeDocument/2006/relationships/image" Target="../media/image373.png"/><Relationship Id="rId11" Type="http://schemas.openxmlformats.org/officeDocument/2006/relationships/image" Target="../media/image374.jpg"/><Relationship Id="rId12" Type="http://schemas.openxmlformats.org/officeDocument/2006/relationships/image" Target="../media/image375.png"/><Relationship Id="rId13" Type="http://schemas.openxmlformats.org/officeDocument/2006/relationships/image" Target="../media/image376.png"/><Relationship Id="rId14" Type="http://schemas.openxmlformats.org/officeDocument/2006/relationships/image" Target="../media/image377.png"/><Relationship Id="rId15" Type="http://schemas.openxmlformats.org/officeDocument/2006/relationships/image" Target="../media/image378.png"/><Relationship Id="rId16" Type="http://schemas.openxmlformats.org/officeDocument/2006/relationships/image" Target="../media/image379.png"/><Relationship Id="rId17" Type="http://schemas.openxmlformats.org/officeDocument/2006/relationships/image" Target="../media/image380.png"/><Relationship Id="rId18" Type="http://schemas.openxmlformats.org/officeDocument/2006/relationships/image" Target="../media/image381.jpg"/><Relationship Id="rId19" Type="http://schemas.openxmlformats.org/officeDocument/2006/relationships/image" Target="../media/image382.jpg"/><Relationship Id="rId20" Type="http://schemas.openxmlformats.org/officeDocument/2006/relationships/image" Target="../media/image383.png"/><Relationship Id="rId21" Type="http://schemas.openxmlformats.org/officeDocument/2006/relationships/image" Target="../media/image384.jpg"/><Relationship Id="rId22" Type="http://schemas.openxmlformats.org/officeDocument/2006/relationships/image" Target="../media/image385.png"/><Relationship Id="rId23" Type="http://schemas.openxmlformats.org/officeDocument/2006/relationships/image" Target="../media/image386.png"/><Relationship Id="rId24" Type="http://schemas.openxmlformats.org/officeDocument/2006/relationships/image" Target="../media/image387.png"/><Relationship Id="rId25" Type="http://schemas.openxmlformats.org/officeDocument/2006/relationships/image" Target="../media/image38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9.png"/><Relationship Id="rId3" Type="http://schemas.openxmlformats.org/officeDocument/2006/relationships/image" Target="../media/image390.png"/><Relationship Id="rId4" Type="http://schemas.openxmlformats.org/officeDocument/2006/relationships/image" Target="../media/image391.png"/><Relationship Id="rId5" Type="http://schemas.openxmlformats.org/officeDocument/2006/relationships/image" Target="../media/image392.png"/><Relationship Id="rId6" Type="http://schemas.openxmlformats.org/officeDocument/2006/relationships/image" Target="../media/image393.png"/><Relationship Id="rId7" Type="http://schemas.openxmlformats.org/officeDocument/2006/relationships/image" Target="../media/image394.png"/><Relationship Id="rId8" Type="http://schemas.openxmlformats.org/officeDocument/2006/relationships/image" Target="../media/image395.png"/><Relationship Id="rId9" Type="http://schemas.openxmlformats.org/officeDocument/2006/relationships/image" Target="../media/image396.png"/><Relationship Id="rId10" Type="http://schemas.openxmlformats.org/officeDocument/2006/relationships/image" Target="../media/image397.png"/><Relationship Id="rId11" Type="http://schemas.openxmlformats.org/officeDocument/2006/relationships/image" Target="../media/image379.png"/><Relationship Id="rId12" Type="http://schemas.openxmlformats.org/officeDocument/2006/relationships/image" Target="../media/image380.png"/><Relationship Id="rId13" Type="http://schemas.openxmlformats.org/officeDocument/2006/relationships/image" Target="../media/image381.jpg"/><Relationship Id="rId14" Type="http://schemas.openxmlformats.org/officeDocument/2006/relationships/image" Target="../media/image382.jpg"/><Relationship Id="rId15" Type="http://schemas.openxmlformats.org/officeDocument/2006/relationships/image" Target="../media/image383.png"/><Relationship Id="rId16" Type="http://schemas.openxmlformats.org/officeDocument/2006/relationships/image" Target="../media/image384.jpg"/><Relationship Id="rId17" Type="http://schemas.openxmlformats.org/officeDocument/2006/relationships/image" Target="../media/image385.png"/><Relationship Id="rId18" Type="http://schemas.openxmlformats.org/officeDocument/2006/relationships/image" Target="../media/image386.png"/><Relationship Id="rId19" Type="http://schemas.openxmlformats.org/officeDocument/2006/relationships/image" Target="../media/image387.png"/><Relationship Id="rId20" Type="http://schemas.openxmlformats.org/officeDocument/2006/relationships/image" Target="../media/image388.png"/><Relationship Id="rId21" Type="http://schemas.openxmlformats.org/officeDocument/2006/relationships/image" Target="../media/image365.jpg"/><Relationship Id="rId22" Type="http://schemas.openxmlformats.org/officeDocument/2006/relationships/image" Target="../media/image366.png"/><Relationship Id="rId23" Type="http://schemas.openxmlformats.org/officeDocument/2006/relationships/image" Target="../media/image367.png"/><Relationship Id="rId24" Type="http://schemas.openxmlformats.org/officeDocument/2006/relationships/image" Target="../media/image368.png"/><Relationship Id="rId25" Type="http://schemas.openxmlformats.org/officeDocument/2006/relationships/image" Target="../media/image369.png"/><Relationship Id="rId26" Type="http://schemas.openxmlformats.org/officeDocument/2006/relationships/image" Target="../media/image370.png"/><Relationship Id="rId27" Type="http://schemas.openxmlformats.org/officeDocument/2006/relationships/image" Target="../media/image398.png"/><Relationship Id="rId28" Type="http://schemas.openxmlformats.org/officeDocument/2006/relationships/image" Target="../media/image399.png"/><Relationship Id="rId29" Type="http://schemas.openxmlformats.org/officeDocument/2006/relationships/image" Target="../media/image377.png"/><Relationship Id="rId30" Type="http://schemas.openxmlformats.org/officeDocument/2006/relationships/image" Target="../media/image378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Relationship Id="rId3" Type="http://schemas.openxmlformats.org/officeDocument/2006/relationships/image" Target="../media/image401.png"/><Relationship Id="rId4" Type="http://schemas.openxmlformats.org/officeDocument/2006/relationships/image" Target="../media/image388.png"/><Relationship Id="rId5" Type="http://schemas.openxmlformats.org/officeDocument/2006/relationships/image" Target="../media/image389.png"/><Relationship Id="rId6" Type="http://schemas.openxmlformats.org/officeDocument/2006/relationships/image" Target="../media/image390.png"/><Relationship Id="rId7" Type="http://schemas.openxmlformats.org/officeDocument/2006/relationships/image" Target="../media/image391.png"/><Relationship Id="rId8" Type="http://schemas.openxmlformats.org/officeDocument/2006/relationships/image" Target="../media/image392.png"/><Relationship Id="rId9" Type="http://schemas.openxmlformats.org/officeDocument/2006/relationships/image" Target="../media/image402.png"/><Relationship Id="rId10" Type="http://schemas.openxmlformats.org/officeDocument/2006/relationships/image" Target="../media/image403.png"/><Relationship Id="rId11" Type="http://schemas.openxmlformats.org/officeDocument/2006/relationships/image" Target="../media/image395.png"/><Relationship Id="rId12" Type="http://schemas.openxmlformats.org/officeDocument/2006/relationships/image" Target="../media/image365.jpg"/><Relationship Id="rId13" Type="http://schemas.openxmlformats.org/officeDocument/2006/relationships/image" Target="../media/image366.png"/><Relationship Id="rId14" Type="http://schemas.openxmlformats.org/officeDocument/2006/relationships/image" Target="../media/image367.png"/><Relationship Id="rId15" Type="http://schemas.openxmlformats.org/officeDocument/2006/relationships/image" Target="../media/image368.png"/><Relationship Id="rId16" Type="http://schemas.openxmlformats.org/officeDocument/2006/relationships/image" Target="../media/image369.png"/><Relationship Id="rId17" Type="http://schemas.openxmlformats.org/officeDocument/2006/relationships/image" Target="../media/image370.png"/><Relationship Id="rId18" Type="http://schemas.openxmlformats.org/officeDocument/2006/relationships/image" Target="../media/image404.png"/><Relationship Id="rId19" Type="http://schemas.openxmlformats.org/officeDocument/2006/relationships/image" Target="../media/image40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Relationship Id="rId3" Type="http://schemas.openxmlformats.org/officeDocument/2006/relationships/image" Target="../media/image401.png"/><Relationship Id="rId4" Type="http://schemas.openxmlformats.org/officeDocument/2006/relationships/image" Target="../media/image388.png"/><Relationship Id="rId5" Type="http://schemas.openxmlformats.org/officeDocument/2006/relationships/image" Target="../media/image389.png"/><Relationship Id="rId6" Type="http://schemas.openxmlformats.org/officeDocument/2006/relationships/image" Target="../media/image390.png"/><Relationship Id="rId7" Type="http://schemas.openxmlformats.org/officeDocument/2006/relationships/image" Target="../media/image391.png"/><Relationship Id="rId8" Type="http://schemas.openxmlformats.org/officeDocument/2006/relationships/image" Target="../media/image392.png"/><Relationship Id="rId9" Type="http://schemas.openxmlformats.org/officeDocument/2006/relationships/image" Target="../media/image402.png"/><Relationship Id="rId10" Type="http://schemas.openxmlformats.org/officeDocument/2006/relationships/image" Target="../media/image403.png"/><Relationship Id="rId11" Type="http://schemas.openxmlformats.org/officeDocument/2006/relationships/image" Target="../media/image395.png"/><Relationship Id="rId12" Type="http://schemas.openxmlformats.org/officeDocument/2006/relationships/image" Target="../media/image365.jpg"/><Relationship Id="rId13" Type="http://schemas.openxmlformats.org/officeDocument/2006/relationships/image" Target="../media/image366.png"/><Relationship Id="rId14" Type="http://schemas.openxmlformats.org/officeDocument/2006/relationships/image" Target="../media/image367.png"/><Relationship Id="rId15" Type="http://schemas.openxmlformats.org/officeDocument/2006/relationships/image" Target="../media/image368.png"/><Relationship Id="rId16" Type="http://schemas.openxmlformats.org/officeDocument/2006/relationships/image" Target="../media/image369.png"/><Relationship Id="rId17" Type="http://schemas.openxmlformats.org/officeDocument/2006/relationships/image" Target="../media/image370.png"/><Relationship Id="rId18" Type="http://schemas.openxmlformats.org/officeDocument/2006/relationships/image" Target="../media/image404.png"/><Relationship Id="rId19" Type="http://schemas.openxmlformats.org/officeDocument/2006/relationships/image" Target="../media/image405.png"/><Relationship Id="rId20" Type="http://schemas.openxmlformats.org/officeDocument/2006/relationships/image" Target="../media/image406.png"/><Relationship Id="rId21" Type="http://schemas.openxmlformats.org/officeDocument/2006/relationships/image" Target="../media/image407.png"/><Relationship Id="rId22" Type="http://schemas.openxmlformats.org/officeDocument/2006/relationships/image" Target="../media/image408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9.png"/><Relationship Id="rId3" Type="http://schemas.openxmlformats.org/officeDocument/2006/relationships/image" Target="../media/image410.png"/><Relationship Id="rId4" Type="http://schemas.openxmlformats.org/officeDocument/2006/relationships/image" Target="../media/image411.png"/><Relationship Id="rId5" Type="http://schemas.openxmlformats.org/officeDocument/2006/relationships/image" Target="../media/image412.png"/><Relationship Id="rId6" Type="http://schemas.openxmlformats.org/officeDocument/2006/relationships/image" Target="../media/image413.png"/><Relationship Id="rId7" Type="http://schemas.openxmlformats.org/officeDocument/2006/relationships/image" Target="../media/image414.png"/><Relationship Id="rId8" Type="http://schemas.openxmlformats.org/officeDocument/2006/relationships/image" Target="../media/image415.png"/><Relationship Id="rId9" Type="http://schemas.openxmlformats.org/officeDocument/2006/relationships/image" Target="../media/image416.png"/><Relationship Id="rId10" Type="http://schemas.openxmlformats.org/officeDocument/2006/relationships/image" Target="../media/image417.png"/><Relationship Id="rId11" Type="http://schemas.openxmlformats.org/officeDocument/2006/relationships/image" Target="../media/image418.png"/><Relationship Id="rId12" Type="http://schemas.openxmlformats.org/officeDocument/2006/relationships/image" Target="../media/image419.png"/><Relationship Id="rId13" Type="http://schemas.openxmlformats.org/officeDocument/2006/relationships/image" Target="../media/image420.png"/><Relationship Id="rId14" Type="http://schemas.openxmlformats.org/officeDocument/2006/relationships/image" Target="../media/image421.png"/><Relationship Id="rId15" Type="http://schemas.openxmlformats.org/officeDocument/2006/relationships/image" Target="../media/image422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3.png"/><Relationship Id="rId3" Type="http://schemas.openxmlformats.org/officeDocument/2006/relationships/image" Target="../media/image424.png"/><Relationship Id="rId4" Type="http://schemas.openxmlformats.org/officeDocument/2006/relationships/image" Target="../media/image425.png"/><Relationship Id="rId5" Type="http://schemas.openxmlformats.org/officeDocument/2006/relationships/image" Target="../media/image426.png"/><Relationship Id="rId6" Type="http://schemas.openxmlformats.org/officeDocument/2006/relationships/image" Target="../media/image427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8.png"/><Relationship Id="rId3" Type="http://schemas.openxmlformats.org/officeDocument/2006/relationships/image" Target="../media/image429.png"/><Relationship Id="rId4" Type="http://schemas.openxmlformats.org/officeDocument/2006/relationships/image" Target="../media/image430.png"/><Relationship Id="rId5" Type="http://schemas.openxmlformats.org/officeDocument/2006/relationships/image" Target="../media/image431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2.png"/><Relationship Id="rId3" Type="http://schemas.openxmlformats.org/officeDocument/2006/relationships/image" Target="../media/image433.png"/><Relationship Id="rId4" Type="http://schemas.openxmlformats.org/officeDocument/2006/relationships/image" Target="../media/image434.png"/><Relationship Id="rId5" Type="http://schemas.openxmlformats.org/officeDocument/2006/relationships/image" Target="../media/image435.png"/><Relationship Id="rId6" Type="http://schemas.openxmlformats.org/officeDocument/2006/relationships/image" Target="../media/image436.png"/><Relationship Id="rId7" Type="http://schemas.openxmlformats.org/officeDocument/2006/relationships/image" Target="../media/image437.png"/><Relationship Id="rId8" Type="http://schemas.openxmlformats.org/officeDocument/2006/relationships/image" Target="../media/image438.png"/><Relationship Id="rId9" Type="http://schemas.openxmlformats.org/officeDocument/2006/relationships/image" Target="../media/image439.png"/><Relationship Id="rId10" Type="http://schemas.openxmlformats.org/officeDocument/2006/relationships/image" Target="../media/image440.png"/><Relationship Id="rId11" Type="http://schemas.openxmlformats.org/officeDocument/2006/relationships/image" Target="../media/image441.png"/><Relationship Id="rId12" Type="http://schemas.openxmlformats.org/officeDocument/2006/relationships/image" Target="../media/image442.png"/><Relationship Id="rId13" Type="http://schemas.openxmlformats.org/officeDocument/2006/relationships/image" Target="../media/image443.png"/><Relationship Id="rId14" Type="http://schemas.openxmlformats.org/officeDocument/2006/relationships/image" Target="../media/image444.png"/><Relationship Id="rId15" Type="http://schemas.openxmlformats.org/officeDocument/2006/relationships/image" Target="../media/image445.png"/><Relationship Id="rId16" Type="http://schemas.openxmlformats.org/officeDocument/2006/relationships/image" Target="../media/image446.png"/><Relationship Id="rId17" Type="http://schemas.openxmlformats.org/officeDocument/2006/relationships/image" Target="../media/image447.png"/><Relationship Id="rId18" Type="http://schemas.openxmlformats.org/officeDocument/2006/relationships/image" Target="../media/image448.png"/><Relationship Id="rId19" Type="http://schemas.openxmlformats.org/officeDocument/2006/relationships/image" Target="../media/image449.png"/><Relationship Id="rId20" Type="http://schemas.openxmlformats.org/officeDocument/2006/relationships/image" Target="../media/image450.png"/><Relationship Id="rId21" Type="http://schemas.openxmlformats.org/officeDocument/2006/relationships/image" Target="../media/image451.png"/><Relationship Id="rId22" Type="http://schemas.openxmlformats.org/officeDocument/2006/relationships/image" Target="../media/image452.png"/><Relationship Id="rId23" Type="http://schemas.openxmlformats.org/officeDocument/2006/relationships/image" Target="../media/image453.png"/><Relationship Id="rId24" Type="http://schemas.openxmlformats.org/officeDocument/2006/relationships/image" Target="../media/image454.png"/><Relationship Id="rId25" Type="http://schemas.openxmlformats.org/officeDocument/2006/relationships/image" Target="../media/image455.png"/><Relationship Id="rId26" Type="http://schemas.openxmlformats.org/officeDocument/2006/relationships/image" Target="../media/image456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7.png"/><Relationship Id="rId3" Type="http://schemas.openxmlformats.org/officeDocument/2006/relationships/image" Target="../media/image458.png"/><Relationship Id="rId4" Type="http://schemas.openxmlformats.org/officeDocument/2006/relationships/image" Target="../media/image459.png"/><Relationship Id="rId5" Type="http://schemas.openxmlformats.org/officeDocument/2006/relationships/image" Target="../media/image460.png"/><Relationship Id="rId6" Type="http://schemas.openxmlformats.org/officeDocument/2006/relationships/image" Target="../media/image461.png"/><Relationship Id="rId7" Type="http://schemas.openxmlformats.org/officeDocument/2006/relationships/image" Target="../media/image462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3.png"/><Relationship Id="rId3" Type="http://schemas.openxmlformats.org/officeDocument/2006/relationships/image" Target="../media/image464.png"/><Relationship Id="rId4" Type="http://schemas.openxmlformats.org/officeDocument/2006/relationships/image" Target="../media/image458.png"/><Relationship Id="rId5" Type="http://schemas.openxmlformats.org/officeDocument/2006/relationships/image" Target="../media/image465.png"/><Relationship Id="rId6" Type="http://schemas.openxmlformats.org/officeDocument/2006/relationships/image" Target="../media/image466.png"/><Relationship Id="rId7" Type="http://schemas.openxmlformats.org/officeDocument/2006/relationships/image" Target="../media/image467.png"/><Relationship Id="rId8" Type="http://schemas.openxmlformats.org/officeDocument/2006/relationships/image" Target="../media/image459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8.png"/><Relationship Id="rId3" Type="http://schemas.openxmlformats.org/officeDocument/2006/relationships/image" Target="../media/image469.png"/><Relationship Id="rId4" Type="http://schemas.openxmlformats.org/officeDocument/2006/relationships/image" Target="../media/image470.png"/><Relationship Id="rId5" Type="http://schemas.openxmlformats.org/officeDocument/2006/relationships/image" Target="../media/image471.png"/><Relationship Id="rId6" Type="http://schemas.openxmlformats.org/officeDocument/2006/relationships/image" Target="../media/image472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8.png"/><Relationship Id="rId3" Type="http://schemas.openxmlformats.org/officeDocument/2006/relationships/image" Target="../media/image469.png"/><Relationship Id="rId4" Type="http://schemas.openxmlformats.org/officeDocument/2006/relationships/image" Target="../media/image470.png"/><Relationship Id="rId5" Type="http://schemas.openxmlformats.org/officeDocument/2006/relationships/image" Target="../media/image473.png"/><Relationship Id="rId6" Type="http://schemas.openxmlformats.org/officeDocument/2006/relationships/image" Target="../media/image474.png"/><Relationship Id="rId7" Type="http://schemas.openxmlformats.org/officeDocument/2006/relationships/image" Target="../media/image475.png"/><Relationship Id="rId8" Type="http://schemas.openxmlformats.org/officeDocument/2006/relationships/image" Target="../media/image476.png"/><Relationship Id="rId9" Type="http://schemas.openxmlformats.org/officeDocument/2006/relationships/image" Target="../media/image477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8.png"/><Relationship Id="rId3" Type="http://schemas.openxmlformats.org/officeDocument/2006/relationships/image" Target="../media/image478.png"/><Relationship Id="rId4" Type="http://schemas.openxmlformats.org/officeDocument/2006/relationships/image" Target="../media/image470.png"/><Relationship Id="rId5" Type="http://schemas.openxmlformats.org/officeDocument/2006/relationships/image" Target="../media/image479.png"/><Relationship Id="rId6" Type="http://schemas.openxmlformats.org/officeDocument/2006/relationships/image" Target="../media/image472.png"/><Relationship Id="rId7" Type="http://schemas.openxmlformats.org/officeDocument/2006/relationships/image" Target="../media/image475.png"/><Relationship Id="rId8" Type="http://schemas.openxmlformats.org/officeDocument/2006/relationships/image" Target="../media/image476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8.png"/><Relationship Id="rId3" Type="http://schemas.openxmlformats.org/officeDocument/2006/relationships/image" Target="../media/image480.png"/><Relationship Id="rId4" Type="http://schemas.openxmlformats.org/officeDocument/2006/relationships/image" Target="../media/image481.png"/><Relationship Id="rId5" Type="http://schemas.openxmlformats.org/officeDocument/2006/relationships/image" Target="../media/image482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3.jpg"/><Relationship Id="rId3" Type="http://schemas.openxmlformats.org/officeDocument/2006/relationships/hyperlink" Target="https://www.confluent.io/blog/kafka-fastest-messaging-system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8.png"/><Relationship Id="rId3" Type="http://schemas.openxmlformats.org/officeDocument/2006/relationships/image" Target="../media/image480.png"/><Relationship Id="rId4" Type="http://schemas.openxmlformats.org/officeDocument/2006/relationships/image" Target="../media/image484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5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8.png"/><Relationship Id="rId3" Type="http://schemas.openxmlformats.org/officeDocument/2006/relationships/image" Target="../media/image478.png"/><Relationship Id="rId4" Type="http://schemas.openxmlformats.org/officeDocument/2006/relationships/image" Target="../media/image470.png"/><Relationship Id="rId5" Type="http://schemas.openxmlformats.org/officeDocument/2006/relationships/image" Target="../media/image479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6.png"/><Relationship Id="rId3" Type="http://schemas.openxmlformats.org/officeDocument/2006/relationships/image" Target="../media/image487.png"/><Relationship Id="rId4" Type="http://schemas.openxmlformats.org/officeDocument/2006/relationships/image" Target="../media/image488.png"/><Relationship Id="rId5" Type="http://schemas.openxmlformats.org/officeDocument/2006/relationships/image" Target="../media/image489.png"/><Relationship Id="rId6" Type="http://schemas.openxmlformats.org/officeDocument/2006/relationships/image" Target="../media/image490.png"/><Relationship Id="rId7" Type="http://schemas.openxmlformats.org/officeDocument/2006/relationships/image" Target="../media/image491.png"/><Relationship Id="rId8" Type="http://schemas.openxmlformats.org/officeDocument/2006/relationships/image" Target="../media/image492.png"/><Relationship Id="rId9" Type="http://schemas.openxmlformats.org/officeDocument/2006/relationships/image" Target="../media/image493.png"/><Relationship Id="rId10" Type="http://schemas.openxmlformats.org/officeDocument/2006/relationships/image" Target="../media/image494.png"/><Relationship Id="rId11" Type="http://schemas.openxmlformats.org/officeDocument/2006/relationships/image" Target="../media/image495.png"/><Relationship Id="rId12" Type="http://schemas.openxmlformats.org/officeDocument/2006/relationships/image" Target="../media/image496.png"/><Relationship Id="rId13" Type="http://schemas.openxmlformats.org/officeDocument/2006/relationships/image" Target="../media/image497.png"/><Relationship Id="rId14" Type="http://schemas.openxmlformats.org/officeDocument/2006/relationships/image" Target="../media/image498.png"/><Relationship Id="rId15" Type="http://schemas.openxmlformats.org/officeDocument/2006/relationships/image" Target="../media/image499.png"/><Relationship Id="rId16" Type="http://schemas.openxmlformats.org/officeDocument/2006/relationships/image" Target="../media/image500.png"/><Relationship Id="rId17" Type="http://schemas.openxmlformats.org/officeDocument/2006/relationships/image" Target="../media/image501.png"/><Relationship Id="rId18" Type="http://schemas.openxmlformats.org/officeDocument/2006/relationships/image" Target="../media/image502.png"/><Relationship Id="rId19" Type="http://schemas.openxmlformats.org/officeDocument/2006/relationships/image" Target="../media/image503.png"/><Relationship Id="rId20" Type="http://schemas.openxmlformats.org/officeDocument/2006/relationships/image" Target="../media/image504.png"/><Relationship Id="rId21" Type="http://schemas.openxmlformats.org/officeDocument/2006/relationships/image" Target="../media/image505.png"/><Relationship Id="rId22" Type="http://schemas.openxmlformats.org/officeDocument/2006/relationships/image" Target="../media/image506.png"/><Relationship Id="rId23" Type="http://schemas.openxmlformats.org/officeDocument/2006/relationships/image" Target="../media/image507.png"/><Relationship Id="rId24" Type="http://schemas.openxmlformats.org/officeDocument/2006/relationships/image" Target="../media/image508.png"/><Relationship Id="rId25" Type="http://schemas.openxmlformats.org/officeDocument/2006/relationships/image" Target="../media/image509.png"/><Relationship Id="rId26" Type="http://schemas.openxmlformats.org/officeDocument/2006/relationships/image" Target="../media/image510.png"/><Relationship Id="rId27" Type="http://schemas.openxmlformats.org/officeDocument/2006/relationships/image" Target="../media/image511.png"/><Relationship Id="rId28" Type="http://schemas.openxmlformats.org/officeDocument/2006/relationships/image" Target="../media/image512.png"/><Relationship Id="rId29" Type="http://schemas.openxmlformats.org/officeDocument/2006/relationships/image" Target="../media/image513.png"/><Relationship Id="rId30" Type="http://schemas.openxmlformats.org/officeDocument/2006/relationships/image" Target="../media/image514.png"/><Relationship Id="rId31" Type="http://schemas.openxmlformats.org/officeDocument/2006/relationships/image" Target="../media/image515.png"/><Relationship Id="rId32" Type="http://schemas.openxmlformats.org/officeDocument/2006/relationships/image" Target="../media/image516.png"/><Relationship Id="rId33" Type="http://schemas.openxmlformats.org/officeDocument/2006/relationships/image" Target="../media/image423.png"/><Relationship Id="rId34" Type="http://schemas.openxmlformats.org/officeDocument/2006/relationships/image" Target="../media/image517.png"/><Relationship Id="rId35" Type="http://schemas.openxmlformats.org/officeDocument/2006/relationships/image" Target="../media/image518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9.jpg"/><Relationship Id="rId3" Type="http://schemas.openxmlformats.org/officeDocument/2006/relationships/hyperlink" Target="http://www.confluent.io/blog/building-a-microservices-ecosystem-with-kafka-streams-and-ksql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0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1.png"/><Relationship Id="rId3" Type="http://schemas.openxmlformats.org/officeDocument/2006/relationships/image" Target="../media/image522.png"/><Relationship Id="rId4" Type="http://schemas.openxmlformats.org/officeDocument/2006/relationships/image" Target="../media/image423.png"/><Relationship Id="rId5" Type="http://schemas.openxmlformats.org/officeDocument/2006/relationships/image" Target="../media/image523.png"/><Relationship Id="rId6" Type="http://schemas.openxmlformats.org/officeDocument/2006/relationships/image" Target="../media/image524.png"/><Relationship Id="rId7" Type="http://schemas.openxmlformats.org/officeDocument/2006/relationships/image" Target="../media/image525.png"/><Relationship Id="rId8" Type="http://schemas.openxmlformats.org/officeDocument/2006/relationships/image" Target="../media/image526.png"/><Relationship Id="rId9" Type="http://schemas.openxmlformats.org/officeDocument/2006/relationships/image" Target="../media/image527.png"/><Relationship Id="rId10" Type="http://schemas.openxmlformats.org/officeDocument/2006/relationships/image" Target="../media/image528.png"/><Relationship Id="rId11" Type="http://schemas.openxmlformats.org/officeDocument/2006/relationships/image" Target="../media/image529.png"/><Relationship Id="rId12" Type="http://schemas.openxmlformats.org/officeDocument/2006/relationships/image" Target="../media/image530.png"/><Relationship Id="rId13" Type="http://schemas.openxmlformats.org/officeDocument/2006/relationships/image" Target="../media/image531.png"/><Relationship Id="rId14" Type="http://schemas.openxmlformats.org/officeDocument/2006/relationships/image" Target="../media/image532.png"/><Relationship Id="rId15" Type="http://schemas.openxmlformats.org/officeDocument/2006/relationships/image" Target="../media/image533.png"/><Relationship Id="rId16" Type="http://schemas.openxmlformats.org/officeDocument/2006/relationships/image" Target="../media/image534.png"/><Relationship Id="rId17" Type="http://schemas.openxmlformats.org/officeDocument/2006/relationships/image" Target="../media/image535.png"/><Relationship Id="rId18" Type="http://schemas.openxmlformats.org/officeDocument/2006/relationships/image" Target="../media/image536.png"/><Relationship Id="rId19" Type="http://schemas.openxmlformats.org/officeDocument/2006/relationships/image" Target="../media/image537.png"/><Relationship Id="rId20" Type="http://schemas.openxmlformats.org/officeDocument/2006/relationships/image" Target="../media/image538.png"/><Relationship Id="rId21" Type="http://schemas.openxmlformats.org/officeDocument/2006/relationships/image" Target="../media/image539.png"/><Relationship Id="rId22" Type="http://schemas.openxmlformats.org/officeDocument/2006/relationships/image" Target="../media/image540.png"/><Relationship Id="rId23" Type="http://schemas.openxmlformats.org/officeDocument/2006/relationships/image" Target="../media/image541.png"/><Relationship Id="rId24" Type="http://schemas.openxmlformats.org/officeDocument/2006/relationships/image" Target="../media/image542.png"/><Relationship Id="rId25" Type="http://schemas.openxmlformats.org/officeDocument/2006/relationships/image" Target="../media/image543.png"/><Relationship Id="rId26" Type="http://schemas.openxmlformats.org/officeDocument/2006/relationships/image" Target="../media/image517.png"/><Relationship Id="rId27" Type="http://schemas.openxmlformats.org/officeDocument/2006/relationships/image" Target="../media/image544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5.png"/><Relationship Id="rId3" Type="http://schemas.openxmlformats.org/officeDocument/2006/relationships/image" Target="../media/image546.png"/><Relationship Id="rId4" Type="http://schemas.openxmlformats.org/officeDocument/2006/relationships/image" Target="../media/image547.jpg"/><Relationship Id="rId5" Type="http://schemas.openxmlformats.org/officeDocument/2006/relationships/image" Target="../media/image548.png"/><Relationship Id="rId6" Type="http://schemas.openxmlformats.org/officeDocument/2006/relationships/image" Target="../media/image549.jpg"/><Relationship Id="rId7" Type="http://schemas.openxmlformats.org/officeDocument/2006/relationships/image" Target="../media/image550.jpg"/><Relationship Id="rId8" Type="http://schemas.openxmlformats.org/officeDocument/2006/relationships/image" Target="../media/image551.png"/><Relationship Id="rId9" Type="http://schemas.openxmlformats.org/officeDocument/2006/relationships/image" Target="../media/image552.jpg"/><Relationship Id="rId10" Type="http://schemas.openxmlformats.org/officeDocument/2006/relationships/image" Target="../media/image553.png"/><Relationship Id="rId11" Type="http://schemas.openxmlformats.org/officeDocument/2006/relationships/image" Target="../media/image554.jpg"/><Relationship Id="rId12" Type="http://schemas.openxmlformats.org/officeDocument/2006/relationships/image" Target="../media/image555.png"/><Relationship Id="rId13" Type="http://schemas.openxmlformats.org/officeDocument/2006/relationships/image" Target="../media/image556.png"/><Relationship Id="rId14" Type="http://schemas.openxmlformats.org/officeDocument/2006/relationships/image" Target="../media/image557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8.png"/><Relationship Id="rId3" Type="http://schemas.openxmlformats.org/officeDocument/2006/relationships/image" Target="../media/image559.png"/><Relationship Id="rId4" Type="http://schemas.openxmlformats.org/officeDocument/2006/relationships/image" Target="../media/image560.png"/><Relationship Id="rId5" Type="http://schemas.openxmlformats.org/officeDocument/2006/relationships/image" Target="../media/image561.png"/><Relationship Id="rId6" Type="http://schemas.openxmlformats.org/officeDocument/2006/relationships/image" Target="../media/image562.png"/><Relationship Id="rId7" Type="http://schemas.openxmlformats.org/officeDocument/2006/relationships/image" Target="../media/image563.png"/><Relationship Id="rId8" Type="http://schemas.openxmlformats.org/officeDocument/2006/relationships/image" Target="../media/image564.png"/><Relationship Id="rId9" Type="http://schemas.openxmlformats.org/officeDocument/2006/relationships/image" Target="../media/image565.png"/><Relationship Id="rId10" Type="http://schemas.openxmlformats.org/officeDocument/2006/relationships/image" Target="../media/image566.png"/><Relationship Id="rId11" Type="http://schemas.openxmlformats.org/officeDocument/2006/relationships/image" Target="../media/image567.png"/><Relationship Id="rId12" Type="http://schemas.openxmlformats.org/officeDocument/2006/relationships/image" Target="../media/image568.png"/><Relationship Id="rId13" Type="http://schemas.openxmlformats.org/officeDocument/2006/relationships/image" Target="../media/image569.png"/><Relationship Id="rId14" Type="http://schemas.openxmlformats.org/officeDocument/2006/relationships/image" Target="../media/image570.png"/><Relationship Id="rId15" Type="http://schemas.openxmlformats.org/officeDocument/2006/relationships/image" Target="../media/image571.png"/><Relationship Id="rId16" Type="http://schemas.openxmlformats.org/officeDocument/2006/relationships/image" Target="../media/image572.png"/><Relationship Id="rId17" Type="http://schemas.openxmlformats.org/officeDocument/2006/relationships/image" Target="../media/image573.png"/><Relationship Id="rId18" Type="http://schemas.openxmlformats.org/officeDocument/2006/relationships/image" Target="../media/image574.png"/><Relationship Id="rId19" Type="http://schemas.openxmlformats.org/officeDocument/2006/relationships/image" Target="../media/image575.png"/><Relationship Id="rId20" Type="http://schemas.openxmlformats.org/officeDocument/2006/relationships/image" Target="../media/image576.png"/><Relationship Id="rId21" Type="http://schemas.openxmlformats.org/officeDocument/2006/relationships/image" Target="../media/image577.png"/><Relationship Id="rId22" Type="http://schemas.openxmlformats.org/officeDocument/2006/relationships/image" Target="../media/image578.png"/><Relationship Id="rId23" Type="http://schemas.openxmlformats.org/officeDocument/2006/relationships/image" Target="../media/image579.png"/><Relationship Id="rId24" Type="http://schemas.openxmlformats.org/officeDocument/2006/relationships/image" Target="../media/image580.png"/><Relationship Id="rId25" Type="http://schemas.openxmlformats.org/officeDocument/2006/relationships/image" Target="../media/image581.png"/><Relationship Id="rId26" Type="http://schemas.openxmlformats.org/officeDocument/2006/relationships/image" Target="../media/image582.png"/><Relationship Id="rId27" Type="http://schemas.openxmlformats.org/officeDocument/2006/relationships/image" Target="../media/image583.png"/><Relationship Id="rId28" Type="http://schemas.openxmlformats.org/officeDocument/2006/relationships/image" Target="../media/image584.png"/><Relationship Id="rId29" Type="http://schemas.openxmlformats.org/officeDocument/2006/relationships/image" Target="../media/image585.png"/><Relationship Id="rId30" Type="http://schemas.openxmlformats.org/officeDocument/2006/relationships/image" Target="../media/image586.png"/><Relationship Id="rId31" Type="http://schemas.openxmlformats.org/officeDocument/2006/relationships/image" Target="../media/image587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8.png"/><Relationship Id="rId3" Type="http://schemas.openxmlformats.org/officeDocument/2006/relationships/image" Target="../media/image589.png"/><Relationship Id="rId4" Type="http://schemas.openxmlformats.org/officeDocument/2006/relationships/image" Target="../media/image590.png"/><Relationship Id="rId5" Type="http://schemas.openxmlformats.org/officeDocument/2006/relationships/image" Target="../media/image591.png"/><Relationship Id="rId6" Type="http://schemas.openxmlformats.org/officeDocument/2006/relationships/image" Target="../media/image592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3.png"/><Relationship Id="rId3" Type="http://schemas.openxmlformats.org/officeDocument/2006/relationships/image" Target="../media/image594.png"/><Relationship Id="rId4" Type="http://schemas.openxmlformats.org/officeDocument/2006/relationships/image" Target="../media/image595.png"/><Relationship Id="rId5" Type="http://schemas.openxmlformats.org/officeDocument/2006/relationships/image" Target="../media/image596.png"/><Relationship Id="rId6" Type="http://schemas.openxmlformats.org/officeDocument/2006/relationships/image" Target="../media/image597.png"/><Relationship Id="rId7" Type="http://schemas.openxmlformats.org/officeDocument/2006/relationships/image" Target="../media/image598.png"/><Relationship Id="rId8" Type="http://schemas.openxmlformats.org/officeDocument/2006/relationships/image" Target="../media/image599.png"/><Relationship Id="rId9" Type="http://schemas.openxmlformats.org/officeDocument/2006/relationships/image" Target="../media/image600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1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2.png"/><Relationship Id="rId3" Type="http://schemas.openxmlformats.org/officeDocument/2006/relationships/image" Target="../media/image603.png"/><Relationship Id="rId4" Type="http://schemas.openxmlformats.org/officeDocument/2006/relationships/image" Target="../media/image604.png"/><Relationship Id="rId5" Type="http://schemas.openxmlformats.org/officeDocument/2006/relationships/image" Target="../media/image605.png"/><Relationship Id="rId6" Type="http://schemas.openxmlformats.org/officeDocument/2006/relationships/image" Target="../media/image606.png"/><Relationship Id="rId7" Type="http://schemas.openxmlformats.org/officeDocument/2006/relationships/image" Target="../media/image607.png"/><Relationship Id="rId8" Type="http://schemas.openxmlformats.org/officeDocument/2006/relationships/image" Target="../media/image608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9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0.png"/><Relationship Id="rId3" Type="http://schemas.openxmlformats.org/officeDocument/2006/relationships/image" Target="../media/image611.png"/><Relationship Id="rId4" Type="http://schemas.openxmlformats.org/officeDocument/2006/relationships/image" Target="../media/image612.png"/><Relationship Id="rId5" Type="http://schemas.openxmlformats.org/officeDocument/2006/relationships/image" Target="../media/image613.png"/><Relationship Id="rId6" Type="http://schemas.openxmlformats.org/officeDocument/2006/relationships/image" Target="../media/image281.png"/><Relationship Id="rId7" Type="http://schemas.openxmlformats.org/officeDocument/2006/relationships/image" Target="../media/image614.png"/><Relationship Id="rId8" Type="http://schemas.openxmlformats.org/officeDocument/2006/relationships/image" Target="../media/image615.png"/><Relationship Id="rId9" Type="http://schemas.openxmlformats.org/officeDocument/2006/relationships/image" Target="../media/image283.png"/><Relationship Id="rId10" Type="http://schemas.openxmlformats.org/officeDocument/2006/relationships/image" Target="../media/image284.png"/><Relationship Id="rId11" Type="http://schemas.openxmlformats.org/officeDocument/2006/relationships/image" Target="../media/image616.png"/><Relationship Id="rId12" Type="http://schemas.openxmlformats.org/officeDocument/2006/relationships/image" Target="../media/image617.png"/><Relationship Id="rId13" Type="http://schemas.openxmlformats.org/officeDocument/2006/relationships/image" Target="../media/image618.png"/><Relationship Id="rId14" Type="http://schemas.openxmlformats.org/officeDocument/2006/relationships/image" Target="../media/image288.png"/><Relationship Id="rId15" Type="http://schemas.openxmlformats.org/officeDocument/2006/relationships/image" Target="../media/image289.png"/><Relationship Id="rId16" Type="http://schemas.openxmlformats.org/officeDocument/2006/relationships/image" Target="../media/image290.png"/><Relationship Id="rId17" Type="http://schemas.openxmlformats.org/officeDocument/2006/relationships/image" Target="../media/image619.png"/><Relationship Id="rId18" Type="http://schemas.openxmlformats.org/officeDocument/2006/relationships/image" Target="../media/image261.png"/><Relationship Id="rId19" Type="http://schemas.openxmlformats.org/officeDocument/2006/relationships/image" Target="../media/image620.png"/><Relationship Id="rId20" Type="http://schemas.openxmlformats.org/officeDocument/2006/relationships/image" Target="../media/image265.png"/><Relationship Id="rId21" Type="http://schemas.openxmlformats.org/officeDocument/2006/relationships/image" Target="../media/image266.png"/><Relationship Id="rId22" Type="http://schemas.openxmlformats.org/officeDocument/2006/relationships/image" Target="../media/image621.png"/><Relationship Id="rId23" Type="http://schemas.openxmlformats.org/officeDocument/2006/relationships/image" Target="../media/image622.png"/><Relationship Id="rId24" Type="http://schemas.openxmlformats.org/officeDocument/2006/relationships/image" Target="../media/image269.png"/><Relationship Id="rId25" Type="http://schemas.openxmlformats.org/officeDocument/2006/relationships/image" Target="../media/image623.png"/><Relationship Id="rId26" Type="http://schemas.openxmlformats.org/officeDocument/2006/relationships/image" Target="../media/image271.png"/><Relationship Id="rId27" Type="http://schemas.openxmlformats.org/officeDocument/2006/relationships/image" Target="../media/image272.png"/><Relationship Id="rId28" Type="http://schemas.openxmlformats.org/officeDocument/2006/relationships/image" Target="../media/image624.png"/><Relationship Id="rId29" Type="http://schemas.openxmlformats.org/officeDocument/2006/relationships/image" Target="../media/image625.png"/><Relationship Id="rId30" Type="http://schemas.openxmlformats.org/officeDocument/2006/relationships/image" Target="../media/image275.png"/><Relationship Id="rId31" Type="http://schemas.openxmlformats.org/officeDocument/2006/relationships/image" Target="../media/image276.png"/><Relationship Id="rId32" Type="http://schemas.openxmlformats.org/officeDocument/2006/relationships/image" Target="../media/image626.png"/><Relationship Id="rId33" Type="http://schemas.openxmlformats.org/officeDocument/2006/relationships/image" Target="../media/image627.png"/><Relationship Id="rId34" Type="http://schemas.openxmlformats.org/officeDocument/2006/relationships/image" Target="../media/image628.png"/><Relationship Id="rId35" Type="http://schemas.openxmlformats.org/officeDocument/2006/relationships/image" Target="../media/image629.png"/><Relationship Id="rId36" Type="http://schemas.openxmlformats.org/officeDocument/2006/relationships/image" Target="../media/image630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1.png"/><Relationship Id="rId3" Type="http://schemas.openxmlformats.org/officeDocument/2006/relationships/image" Target="../media/image596.png"/><Relationship Id="rId4" Type="http://schemas.openxmlformats.org/officeDocument/2006/relationships/image" Target="../media/image597.png"/><Relationship Id="rId5" Type="http://schemas.openxmlformats.org/officeDocument/2006/relationships/image" Target="../media/image599.png"/><Relationship Id="rId6" Type="http://schemas.openxmlformats.org/officeDocument/2006/relationships/image" Target="../media/image600.png"/><Relationship Id="rId7" Type="http://schemas.openxmlformats.org/officeDocument/2006/relationships/image" Target="../media/image632.png"/><Relationship Id="rId8" Type="http://schemas.openxmlformats.org/officeDocument/2006/relationships/image" Target="../media/image633.png"/><Relationship Id="rId9" Type="http://schemas.openxmlformats.org/officeDocument/2006/relationships/image" Target="../media/image634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5.png"/><Relationship Id="rId3" Type="http://schemas.openxmlformats.org/officeDocument/2006/relationships/image" Target="../media/image636.png"/><Relationship Id="rId4" Type="http://schemas.openxmlformats.org/officeDocument/2006/relationships/image" Target="../media/image637.png"/><Relationship Id="rId5" Type="http://schemas.openxmlformats.org/officeDocument/2006/relationships/image" Target="../media/image638.png"/><Relationship Id="rId6" Type="http://schemas.openxmlformats.org/officeDocument/2006/relationships/image" Target="../media/image639.png"/><Relationship Id="rId7" Type="http://schemas.openxmlformats.org/officeDocument/2006/relationships/image" Target="../media/image640.png"/><Relationship Id="rId8" Type="http://schemas.openxmlformats.org/officeDocument/2006/relationships/image" Target="../media/image641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2.png"/><Relationship Id="rId3" Type="http://schemas.openxmlformats.org/officeDocument/2006/relationships/image" Target="../media/image643.png"/><Relationship Id="rId4" Type="http://schemas.openxmlformats.org/officeDocument/2006/relationships/image" Target="../media/image644.png"/><Relationship Id="rId5" Type="http://schemas.openxmlformats.org/officeDocument/2006/relationships/image" Target="../media/image645.png"/><Relationship Id="rId6" Type="http://schemas.openxmlformats.org/officeDocument/2006/relationships/image" Target="../media/image646.png"/><Relationship Id="rId7" Type="http://schemas.openxmlformats.org/officeDocument/2006/relationships/image" Target="../media/image647.png"/><Relationship Id="rId8" Type="http://schemas.openxmlformats.org/officeDocument/2006/relationships/image" Target="../media/image648.png"/><Relationship Id="rId9" Type="http://schemas.openxmlformats.org/officeDocument/2006/relationships/image" Target="../media/image649.png"/><Relationship Id="rId10" Type="http://schemas.openxmlformats.org/officeDocument/2006/relationships/image" Target="../media/image650.png"/><Relationship Id="rId11" Type="http://schemas.openxmlformats.org/officeDocument/2006/relationships/image" Target="../media/image651.png"/><Relationship Id="rId12" Type="http://schemas.openxmlformats.org/officeDocument/2006/relationships/image" Target="../media/image652.png"/><Relationship Id="rId13" Type="http://schemas.openxmlformats.org/officeDocument/2006/relationships/image" Target="../media/image653.png"/><Relationship Id="rId14" Type="http://schemas.openxmlformats.org/officeDocument/2006/relationships/image" Target="../media/image654.png"/><Relationship Id="rId15" Type="http://schemas.openxmlformats.org/officeDocument/2006/relationships/image" Target="../media/image655.png"/><Relationship Id="rId16" Type="http://schemas.openxmlformats.org/officeDocument/2006/relationships/image" Target="../media/image656.png"/><Relationship Id="rId17" Type="http://schemas.openxmlformats.org/officeDocument/2006/relationships/image" Target="../media/image657.png"/><Relationship Id="rId18" Type="http://schemas.openxmlformats.org/officeDocument/2006/relationships/image" Target="../media/image167.png"/><Relationship Id="rId19" Type="http://schemas.openxmlformats.org/officeDocument/2006/relationships/image" Target="../media/image658.png"/><Relationship Id="rId20" Type="http://schemas.openxmlformats.org/officeDocument/2006/relationships/image" Target="../media/image659.png"/><Relationship Id="rId21" Type="http://schemas.openxmlformats.org/officeDocument/2006/relationships/image" Target="../media/image660.png"/><Relationship Id="rId22" Type="http://schemas.openxmlformats.org/officeDocument/2006/relationships/image" Target="../media/image661.png"/><Relationship Id="rId23" Type="http://schemas.openxmlformats.org/officeDocument/2006/relationships/image" Target="../media/image662.png"/><Relationship Id="rId24" Type="http://schemas.openxmlformats.org/officeDocument/2006/relationships/image" Target="../media/image663.png"/><Relationship Id="rId25" Type="http://schemas.openxmlformats.org/officeDocument/2006/relationships/image" Target="../media/image664.png"/><Relationship Id="rId26" Type="http://schemas.openxmlformats.org/officeDocument/2006/relationships/image" Target="../media/image665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9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6.png"/><Relationship Id="rId3" Type="http://schemas.openxmlformats.org/officeDocument/2006/relationships/image" Target="../media/image124.png"/><Relationship Id="rId4" Type="http://schemas.openxmlformats.org/officeDocument/2006/relationships/image" Target="../media/image667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668.png"/><Relationship Id="rId8" Type="http://schemas.openxmlformats.org/officeDocument/2006/relationships/image" Target="../media/image669.png"/><Relationship Id="rId9" Type="http://schemas.openxmlformats.org/officeDocument/2006/relationships/image" Target="../media/image130.png"/><Relationship Id="rId10" Type="http://schemas.openxmlformats.org/officeDocument/2006/relationships/image" Target="../media/image670.png"/><Relationship Id="rId11" Type="http://schemas.openxmlformats.org/officeDocument/2006/relationships/image" Target="../media/image132.png"/><Relationship Id="rId12" Type="http://schemas.openxmlformats.org/officeDocument/2006/relationships/image" Target="../media/image671.png"/><Relationship Id="rId13" Type="http://schemas.openxmlformats.org/officeDocument/2006/relationships/image" Target="../media/image672.png"/><Relationship Id="rId14" Type="http://schemas.openxmlformats.org/officeDocument/2006/relationships/image" Target="../media/image673.png"/><Relationship Id="rId15" Type="http://schemas.openxmlformats.org/officeDocument/2006/relationships/image" Target="../media/image136.png"/><Relationship Id="rId16" Type="http://schemas.openxmlformats.org/officeDocument/2006/relationships/image" Target="../media/image137.png"/><Relationship Id="rId17" Type="http://schemas.openxmlformats.org/officeDocument/2006/relationships/image" Target="../media/image138.png"/><Relationship Id="rId18" Type="http://schemas.openxmlformats.org/officeDocument/2006/relationships/image" Target="../media/image139.png"/><Relationship Id="rId19" Type="http://schemas.openxmlformats.org/officeDocument/2006/relationships/image" Target="../media/image140.png"/><Relationship Id="rId20" Type="http://schemas.openxmlformats.org/officeDocument/2006/relationships/image" Target="../media/image141.png"/><Relationship Id="rId21" Type="http://schemas.openxmlformats.org/officeDocument/2006/relationships/image" Target="../media/image674.png"/><Relationship Id="rId22" Type="http://schemas.openxmlformats.org/officeDocument/2006/relationships/image" Target="../media/image143.png"/><Relationship Id="rId23" Type="http://schemas.openxmlformats.org/officeDocument/2006/relationships/image" Target="../media/image144.png"/><Relationship Id="rId24" Type="http://schemas.openxmlformats.org/officeDocument/2006/relationships/image" Target="../media/image675.png"/><Relationship Id="rId25" Type="http://schemas.openxmlformats.org/officeDocument/2006/relationships/image" Target="../media/image146.png"/><Relationship Id="rId26" Type="http://schemas.openxmlformats.org/officeDocument/2006/relationships/image" Target="../media/image147.png"/><Relationship Id="rId27" Type="http://schemas.openxmlformats.org/officeDocument/2006/relationships/image" Target="../media/image148.png"/><Relationship Id="rId28" Type="http://schemas.openxmlformats.org/officeDocument/2006/relationships/image" Target="../media/image149.png"/><Relationship Id="rId29" Type="http://schemas.openxmlformats.org/officeDocument/2006/relationships/image" Target="../media/image150.png"/><Relationship Id="rId30" Type="http://schemas.openxmlformats.org/officeDocument/2006/relationships/image" Target="../media/image151.png"/><Relationship Id="rId31" Type="http://schemas.openxmlformats.org/officeDocument/2006/relationships/image" Target="../media/image152.png"/><Relationship Id="rId32" Type="http://schemas.openxmlformats.org/officeDocument/2006/relationships/image" Target="../media/image153.png"/><Relationship Id="rId33" Type="http://schemas.openxmlformats.org/officeDocument/2006/relationships/image" Target="../media/image154.png"/><Relationship Id="rId34" Type="http://schemas.openxmlformats.org/officeDocument/2006/relationships/image" Target="../media/image155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57.png"/><Relationship Id="rId4" Type="http://schemas.openxmlformats.org/officeDocument/2006/relationships/image" Target="../media/image158.png"/><Relationship Id="rId5" Type="http://schemas.openxmlformats.org/officeDocument/2006/relationships/image" Target="../media/image159.png"/><Relationship Id="rId6" Type="http://schemas.openxmlformats.org/officeDocument/2006/relationships/image" Target="../media/image160.png"/><Relationship Id="rId7" Type="http://schemas.openxmlformats.org/officeDocument/2006/relationships/image" Target="../media/image161.png"/><Relationship Id="rId8" Type="http://schemas.openxmlformats.org/officeDocument/2006/relationships/image" Target="../media/image162.png"/><Relationship Id="rId9" Type="http://schemas.openxmlformats.org/officeDocument/2006/relationships/image" Target="../media/image657.png"/><Relationship Id="rId10" Type="http://schemas.openxmlformats.org/officeDocument/2006/relationships/image" Target="../media/image164.png"/><Relationship Id="rId11" Type="http://schemas.openxmlformats.org/officeDocument/2006/relationships/image" Target="../media/image165.png"/><Relationship Id="rId12" Type="http://schemas.openxmlformats.org/officeDocument/2006/relationships/image" Target="../media/image166.png"/><Relationship Id="rId13" Type="http://schemas.openxmlformats.org/officeDocument/2006/relationships/image" Target="../media/image167.png"/><Relationship Id="rId14" Type="http://schemas.openxmlformats.org/officeDocument/2006/relationships/image" Target="../media/image168.png"/><Relationship Id="rId15" Type="http://schemas.openxmlformats.org/officeDocument/2006/relationships/image" Target="../media/image169.png"/><Relationship Id="rId16" Type="http://schemas.openxmlformats.org/officeDocument/2006/relationships/image" Target="../media/image170.png"/><Relationship Id="rId17" Type="http://schemas.openxmlformats.org/officeDocument/2006/relationships/image" Target="../media/image171.png"/><Relationship Id="rId18" Type="http://schemas.openxmlformats.org/officeDocument/2006/relationships/image" Target="../media/image172.png"/><Relationship Id="rId19" Type="http://schemas.openxmlformats.org/officeDocument/2006/relationships/image" Target="../media/image173.png"/><Relationship Id="rId20" Type="http://schemas.openxmlformats.org/officeDocument/2006/relationships/image" Target="../media/image174.png"/><Relationship Id="rId21" Type="http://schemas.openxmlformats.org/officeDocument/2006/relationships/image" Target="../media/image175.png"/><Relationship Id="rId22" Type="http://schemas.openxmlformats.org/officeDocument/2006/relationships/image" Target="../media/image176.png"/><Relationship Id="rId23" Type="http://schemas.openxmlformats.org/officeDocument/2006/relationships/image" Target="../media/image177.png"/><Relationship Id="rId24" Type="http://schemas.openxmlformats.org/officeDocument/2006/relationships/image" Target="../media/image178.png"/><Relationship Id="rId25" Type="http://schemas.openxmlformats.org/officeDocument/2006/relationships/image" Target="../media/image179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6.png"/><Relationship Id="rId3" Type="http://schemas.openxmlformats.org/officeDocument/2006/relationships/image" Target="../media/image677.png"/><Relationship Id="rId4" Type="http://schemas.openxmlformats.org/officeDocument/2006/relationships/image" Target="../media/image678.jpg"/><Relationship Id="rId5" Type="http://schemas.openxmlformats.org/officeDocument/2006/relationships/image" Target="../media/image679.jpg"/><Relationship Id="rId6" Type="http://schemas.openxmlformats.org/officeDocument/2006/relationships/image" Target="../media/image680.jpg"/><Relationship Id="rId7" Type="http://schemas.openxmlformats.org/officeDocument/2006/relationships/image" Target="../media/image681.jpg"/><Relationship Id="rId8" Type="http://schemas.openxmlformats.org/officeDocument/2006/relationships/image" Target="../media/image682.png"/><Relationship Id="rId9" Type="http://schemas.openxmlformats.org/officeDocument/2006/relationships/image" Target="../media/image683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4.png"/><Relationship Id="rId3" Type="http://schemas.openxmlformats.org/officeDocument/2006/relationships/image" Target="../media/image685.jpg"/><Relationship Id="rId4" Type="http://schemas.openxmlformats.org/officeDocument/2006/relationships/image" Target="../media/image686.png"/><Relationship Id="rId5" Type="http://schemas.openxmlformats.org/officeDocument/2006/relationships/image" Target="../media/image687.png"/><Relationship Id="rId6" Type="http://schemas.openxmlformats.org/officeDocument/2006/relationships/image" Target="../media/image688.png"/><Relationship Id="rId7" Type="http://schemas.openxmlformats.org/officeDocument/2006/relationships/image" Target="../media/image689.png"/><Relationship Id="rId8" Type="http://schemas.openxmlformats.org/officeDocument/2006/relationships/image" Target="../media/image690.png"/><Relationship Id="rId9" Type="http://schemas.openxmlformats.org/officeDocument/2006/relationships/image" Target="../media/image691.png"/><Relationship Id="rId10" Type="http://schemas.openxmlformats.org/officeDocument/2006/relationships/image" Target="../media/image692.png"/><Relationship Id="rId11" Type="http://schemas.openxmlformats.org/officeDocument/2006/relationships/image" Target="../media/image693.png"/><Relationship Id="rId12" Type="http://schemas.openxmlformats.org/officeDocument/2006/relationships/image" Target="../media/image694.pn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8.png"/><Relationship Id="rId8" Type="http://schemas.openxmlformats.org/officeDocument/2006/relationships/image" Target="../media/image186.png"/><Relationship Id="rId9" Type="http://schemas.openxmlformats.org/officeDocument/2006/relationships/image" Target="../media/image695.png"/><Relationship Id="rId10" Type="http://schemas.openxmlformats.org/officeDocument/2006/relationships/image" Target="../media/image696.pn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7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98.jpg"/><Relationship Id="rId3" Type="http://schemas.openxmlformats.org/officeDocument/2006/relationships/image" Target="../media/image699.pn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0.png"/><Relationship Id="rId3" Type="http://schemas.openxmlformats.org/officeDocument/2006/relationships/image" Target="../media/image701.png"/><Relationship Id="rId4" Type="http://schemas.openxmlformats.org/officeDocument/2006/relationships/image" Target="../media/image702.png"/><Relationship Id="rId5" Type="http://schemas.openxmlformats.org/officeDocument/2006/relationships/image" Target="../media/image703.png"/><Relationship Id="rId6" Type="http://schemas.openxmlformats.org/officeDocument/2006/relationships/image" Target="../media/image704.png"/><Relationship Id="rId7" Type="http://schemas.openxmlformats.org/officeDocument/2006/relationships/image" Target="../media/image705.png"/><Relationship Id="rId8" Type="http://schemas.openxmlformats.org/officeDocument/2006/relationships/image" Target="../media/image706.png"/><Relationship Id="rId9" Type="http://schemas.openxmlformats.org/officeDocument/2006/relationships/image" Target="../media/image707.png"/><Relationship Id="rId10" Type="http://schemas.openxmlformats.org/officeDocument/2006/relationships/image" Target="../media/image708.png"/><Relationship Id="rId11" Type="http://schemas.openxmlformats.org/officeDocument/2006/relationships/image" Target="../media/image141.png"/><Relationship Id="rId12" Type="http://schemas.openxmlformats.org/officeDocument/2006/relationships/image" Target="../media/image709.png"/><Relationship Id="rId13" Type="http://schemas.openxmlformats.org/officeDocument/2006/relationships/image" Target="../media/image710.png"/><Relationship Id="rId14" Type="http://schemas.openxmlformats.org/officeDocument/2006/relationships/image" Target="../media/image711.png"/><Relationship Id="rId15" Type="http://schemas.openxmlformats.org/officeDocument/2006/relationships/image" Target="../media/image712.jpg"/><Relationship Id="rId16" Type="http://schemas.openxmlformats.org/officeDocument/2006/relationships/image" Target="../media/image713.jpg"/><Relationship Id="rId17" Type="http://schemas.openxmlformats.org/officeDocument/2006/relationships/image" Target="../media/image714.png"/><Relationship Id="rId18" Type="http://schemas.openxmlformats.org/officeDocument/2006/relationships/image" Target="../media/image715.png"/><Relationship Id="rId19" Type="http://schemas.openxmlformats.org/officeDocument/2006/relationships/image" Target="../media/image716.png"/><Relationship Id="rId20" Type="http://schemas.openxmlformats.org/officeDocument/2006/relationships/image" Target="../media/image717.png"/><Relationship Id="rId21" Type="http://schemas.openxmlformats.org/officeDocument/2006/relationships/image" Target="../media/image718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0.png"/><Relationship Id="rId3" Type="http://schemas.openxmlformats.org/officeDocument/2006/relationships/image" Target="../media/image701.png"/><Relationship Id="rId4" Type="http://schemas.openxmlformats.org/officeDocument/2006/relationships/image" Target="../media/image702.png"/><Relationship Id="rId5" Type="http://schemas.openxmlformats.org/officeDocument/2006/relationships/image" Target="../media/image706.png"/><Relationship Id="rId6" Type="http://schemas.openxmlformats.org/officeDocument/2006/relationships/image" Target="../media/image707.png"/><Relationship Id="rId7" Type="http://schemas.openxmlformats.org/officeDocument/2006/relationships/image" Target="../media/image708.png"/><Relationship Id="rId8" Type="http://schemas.openxmlformats.org/officeDocument/2006/relationships/image" Target="../media/image141.png"/><Relationship Id="rId9" Type="http://schemas.openxmlformats.org/officeDocument/2006/relationships/image" Target="../media/image709.png"/><Relationship Id="rId10" Type="http://schemas.openxmlformats.org/officeDocument/2006/relationships/image" Target="../media/image710.png"/><Relationship Id="rId11" Type="http://schemas.openxmlformats.org/officeDocument/2006/relationships/image" Target="../media/image711.png"/><Relationship Id="rId12" Type="http://schemas.openxmlformats.org/officeDocument/2006/relationships/image" Target="../media/image715.png"/><Relationship Id="rId13" Type="http://schemas.openxmlformats.org/officeDocument/2006/relationships/image" Target="../media/image716.png"/><Relationship Id="rId14" Type="http://schemas.openxmlformats.org/officeDocument/2006/relationships/image" Target="../media/image717.png"/><Relationship Id="rId15" Type="http://schemas.openxmlformats.org/officeDocument/2006/relationships/image" Target="../media/image718.png"/><Relationship Id="rId16" Type="http://schemas.openxmlformats.org/officeDocument/2006/relationships/image" Target="../media/image714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9.jpg"/><Relationship Id="rId3" Type="http://schemas.openxmlformats.org/officeDocument/2006/relationships/image" Target="../media/image720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1.png"/><Relationship Id="rId3" Type="http://schemas.openxmlformats.org/officeDocument/2006/relationships/image" Target="../media/image722.png"/><Relationship Id="rId4" Type="http://schemas.openxmlformats.org/officeDocument/2006/relationships/image" Target="../media/image596.png"/><Relationship Id="rId5" Type="http://schemas.openxmlformats.org/officeDocument/2006/relationships/image" Target="../media/image597.png"/><Relationship Id="rId6" Type="http://schemas.openxmlformats.org/officeDocument/2006/relationships/image" Target="../media/image598.png"/><Relationship Id="rId7" Type="http://schemas.openxmlformats.org/officeDocument/2006/relationships/image" Target="../media/image599.png"/><Relationship Id="rId8" Type="http://schemas.openxmlformats.org/officeDocument/2006/relationships/image" Target="../media/image600.png"/><Relationship Id="rId9" Type="http://schemas.openxmlformats.org/officeDocument/2006/relationships/image" Target="../media/image723.png"/><Relationship Id="rId10" Type="http://schemas.openxmlformats.org/officeDocument/2006/relationships/image" Target="../media/image724.png"/><Relationship Id="rId11" Type="http://schemas.openxmlformats.org/officeDocument/2006/relationships/image" Target="../media/image725.png"/><Relationship Id="rId12" Type="http://schemas.openxmlformats.org/officeDocument/2006/relationships/image" Target="../media/image726.png"/><Relationship Id="rId13" Type="http://schemas.openxmlformats.org/officeDocument/2006/relationships/image" Target="../media/image727.png"/><Relationship Id="rId14" Type="http://schemas.openxmlformats.org/officeDocument/2006/relationships/image" Target="../media/image728.png"/><Relationship Id="rId15" Type="http://schemas.openxmlformats.org/officeDocument/2006/relationships/image" Target="../media/image729.png"/><Relationship Id="rId16" Type="http://schemas.openxmlformats.org/officeDocument/2006/relationships/image" Target="../media/image730.png"/><Relationship Id="rId17" Type="http://schemas.openxmlformats.org/officeDocument/2006/relationships/image" Target="../media/image731.png"/><Relationship Id="rId18" Type="http://schemas.openxmlformats.org/officeDocument/2006/relationships/image" Target="../media/image732.jp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3.png"/><Relationship Id="rId3" Type="http://schemas.openxmlformats.org/officeDocument/2006/relationships/image" Target="../media/image124.png"/><Relationship Id="rId4" Type="http://schemas.openxmlformats.org/officeDocument/2006/relationships/image" Target="../media/image734.png"/><Relationship Id="rId5" Type="http://schemas.openxmlformats.org/officeDocument/2006/relationships/image" Target="../media/image130.png"/><Relationship Id="rId6" Type="http://schemas.openxmlformats.org/officeDocument/2006/relationships/image" Target="../media/image735.png"/><Relationship Id="rId7" Type="http://schemas.openxmlformats.org/officeDocument/2006/relationships/image" Target="../media/image736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737.png"/><Relationship Id="rId11" Type="http://schemas.openxmlformats.org/officeDocument/2006/relationships/image" Target="../media/image738.png"/><Relationship Id="rId12" Type="http://schemas.openxmlformats.org/officeDocument/2006/relationships/image" Target="../media/image132.png"/><Relationship Id="rId13" Type="http://schemas.openxmlformats.org/officeDocument/2006/relationships/image" Target="../media/image739.png"/><Relationship Id="rId14" Type="http://schemas.openxmlformats.org/officeDocument/2006/relationships/image" Target="../media/image740.png"/><Relationship Id="rId15" Type="http://schemas.openxmlformats.org/officeDocument/2006/relationships/image" Target="../media/image741.png"/><Relationship Id="rId16" Type="http://schemas.openxmlformats.org/officeDocument/2006/relationships/image" Target="../media/image136.png"/><Relationship Id="rId17" Type="http://schemas.openxmlformats.org/officeDocument/2006/relationships/image" Target="../media/image137.png"/><Relationship Id="rId18" Type="http://schemas.openxmlformats.org/officeDocument/2006/relationships/image" Target="../media/image138.png"/><Relationship Id="rId19" Type="http://schemas.openxmlformats.org/officeDocument/2006/relationships/image" Target="../media/image139.png"/><Relationship Id="rId20" Type="http://schemas.openxmlformats.org/officeDocument/2006/relationships/image" Target="../media/image140.png"/><Relationship Id="rId21" Type="http://schemas.openxmlformats.org/officeDocument/2006/relationships/image" Target="../media/image141.png"/><Relationship Id="rId22" Type="http://schemas.openxmlformats.org/officeDocument/2006/relationships/image" Target="../media/image742.png"/><Relationship Id="rId23" Type="http://schemas.openxmlformats.org/officeDocument/2006/relationships/image" Target="../media/image143.png"/><Relationship Id="rId24" Type="http://schemas.openxmlformats.org/officeDocument/2006/relationships/image" Target="../media/image144.png"/><Relationship Id="rId25" Type="http://schemas.openxmlformats.org/officeDocument/2006/relationships/image" Target="../media/image146.png"/><Relationship Id="rId26" Type="http://schemas.openxmlformats.org/officeDocument/2006/relationships/image" Target="../media/image147.png"/><Relationship Id="rId27" Type="http://schemas.openxmlformats.org/officeDocument/2006/relationships/image" Target="../media/image148.png"/><Relationship Id="rId28" Type="http://schemas.openxmlformats.org/officeDocument/2006/relationships/image" Target="../media/image149.png"/><Relationship Id="rId29" Type="http://schemas.openxmlformats.org/officeDocument/2006/relationships/image" Target="../media/image152.png"/><Relationship Id="rId30" Type="http://schemas.openxmlformats.org/officeDocument/2006/relationships/image" Target="../media/image153.png"/><Relationship Id="rId31" Type="http://schemas.openxmlformats.org/officeDocument/2006/relationships/image" Target="../media/image743.png"/><Relationship Id="rId32" Type="http://schemas.openxmlformats.org/officeDocument/2006/relationships/image" Target="../media/image150.png"/><Relationship Id="rId33" Type="http://schemas.openxmlformats.org/officeDocument/2006/relationships/image" Target="../media/image151.png"/><Relationship Id="rId34" Type="http://schemas.openxmlformats.org/officeDocument/2006/relationships/image" Target="../media/image154.png"/><Relationship Id="rId35" Type="http://schemas.openxmlformats.org/officeDocument/2006/relationships/image" Target="../media/image155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46.png"/><Relationship Id="rId5" Type="http://schemas.openxmlformats.org/officeDocument/2006/relationships/image" Target="../media/image747.png"/><Relationship Id="rId6" Type="http://schemas.openxmlformats.org/officeDocument/2006/relationships/image" Target="../media/image748.png"/><Relationship Id="rId7" Type="http://schemas.openxmlformats.org/officeDocument/2006/relationships/image" Target="../media/image749.png"/><Relationship Id="rId8" Type="http://schemas.openxmlformats.org/officeDocument/2006/relationships/image" Target="../media/image750.png"/><Relationship Id="rId9" Type="http://schemas.openxmlformats.org/officeDocument/2006/relationships/image" Target="../media/image751.png"/><Relationship Id="rId10" Type="http://schemas.openxmlformats.org/officeDocument/2006/relationships/image" Target="../media/image752.png"/><Relationship Id="rId11" Type="http://schemas.openxmlformats.org/officeDocument/2006/relationships/image" Target="../media/image753.png"/><Relationship Id="rId12" Type="http://schemas.openxmlformats.org/officeDocument/2006/relationships/image" Target="../media/image754.png"/><Relationship Id="rId13" Type="http://schemas.openxmlformats.org/officeDocument/2006/relationships/image" Target="../media/image755.png"/><Relationship Id="rId14" Type="http://schemas.openxmlformats.org/officeDocument/2006/relationships/image" Target="../media/image756.png"/><Relationship Id="rId15" Type="http://schemas.openxmlformats.org/officeDocument/2006/relationships/image" Target="../media/image757.png"/><Relationship Id="rId16" Type="http://schemas.openxmlformats.org/officeDocument/2006/relationships/image" Target="../media/image758.png"/><Relationship Id="rId17" Type="http://schemas.openxmlformats.org/officeDocument/2006/relationships/image" Target="../media/image759.png"/><Relationship Id="rId18" Type="http://schemas.openxmlformats.org/officeDocument/2006/relationships/image" Target="../media/image760.png"/><Relationship Id="rId19" Type="http://schemas.openxmlformats.org/officeDocument/2006/relationships/hyperlink" Target="http://www.youtube.com/watch?v=vFshGQ2ndeg&amp;list=WL&amp;index=2&amp;t=23" TargetMode="Externa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46.png"/><Relationship Id="rId5" Type="http://schemas.openxmlformats.org/officeDocument/2006/relationships/image" Target="../media/image747.png"/><Relationship Id="rId6" Type="http://schemas.openxmlformats.org/officeDocument/2006/relationships/image" Target="../media/image748.png"/><Relationship Id="rId7" Type="http://schemas.openxmlformats.org/officeDocument/2006/relationships/image" Target="../media/image749.png"/><Relationship Id="rId8" Type="http://schemas.openxmlformats.org/officeDocument/2006/relationships/image" Target="../media/image750.png"/><Relationship Id="rId9" Type="http://schemas.openxmlformats.org/officeDocument/2006/relationships/image" Target="../media/image751.png"/><Relationship Id="rId10" Type="http://schemas.openxmlformats.org/officeDocument/2006/relationships/image" Target="../media/image752.png"/><Relationship Id="rId11" Type="http://schemas.openxmlformats.org/officeDocument/2006/relationships/image" Target="../media/image753.png"/><Relationship Id="rId12" Type="http://schemas.openxmlformats.org/officeDocument/2006/relationships/image" Target="../media/image754.png"/><Relationship Id="rId13" Type="http://schemas.openxmlformats.org/officeDocument/2006/relationships/image" Target="../media/image755.png"/><Relationship Id="rId14" Type="http://schemas.openxmlformats.org/officeDocument/2006/relationships/image" Target="../media/image761.png"/><Relationship Id="rId15" Type="http://schemas.openxmlformats.org/officeDocument/2006/relationships/image" Target="../media/image757.png"/><Relationship Id="rId16" Type="http://schemas.openxmlformats.org/officeDocument/2006/relationships/image" Target="../media/image758.png"/><Relationship Id="rId17" Type="http://schemas.openxmlformats.org/officeDocument/2006/relationships/image" Target="../media/image759.png"/><Relationship Id="rId18" Type="http://schemas.openxmlformats.org/officeDocument/2006/relationships/image" Target="../media/image760.png"/><Relationship Id="rId19" Type="http://schemas.openxmlformats.org/officeDocument/2006/relationships/hyperlink" Target="http://www.youtube.com/watch?v=vFshGQ2ndeg&amp;list=WL&amp;index=2&amp;t=23" TargetMode="Externa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46.png"/><Relationship Id="rId5" Type="http://schemas.openxmlformats.org/officeDocument/2006/relationships/image" Target="../media/image747.png"/><Relationship Id="rId6" Type="http://schemas.openxmlformats.org/officeDocument/2006/relationships/image" Target="../media/image762.png"/><Relationship Id="rId7" Type="http://schemas.openxmlformats.org/officeDocument/2006/relationships/image" Target="../media/image763.png"/><Relationship Id="rId8" Type="http://schemas.openxmlformats.org/officeDocument/2006/relationships/image" Target="../media/image764.png"/><Relationship Id="rId9" Type="http://schemas.openxmlformats.org/officeDocument/2006/relationships/image" Target="../media/image765.png"/><Relationship Id="rId10" Type="http://schemas.openxmlformats.org/officeDocument/2006/relationships/image" Target="../media/image459.png"/><Relationship Id="rId11" Type="http://schemas.openxmlformats.org/officeDocument/2006/relationships/image" Target="../media/image748.png"/><Relationship Id="rId12" Type="http://schemas.openxmlformats.org/officeDocument/2006/relationships/image" Target="../media/image749.png"/><Relationship Id="rId13" Type="http://schemas.openxmlformats.org/officeDocument/2006/relationships/image" Target="../media/image750.png"/><Relationship Id="rId14" Type="http://schemas.openxmlformats.org/officeDocument/2006/relationships/image" Target="../media/image751.png"/><Relationship Id="rId15" Type="http://schemas.openxmlformats.org/officeDocument/2006/relationships/image" Target="../media/image752.png"/><Relationship Id="rId16" Type="http://schemas.openxmlformats.org/officeDocument/2006/relationships/image" Target="../media/image753.png"/><Relationship Id="rId17" Type="http://schemas.openxmlformats.org/officeDocument/2006/relationships/image" Target="../media/image754.png"/><Relationship Id="rId18" Type="http://schemas.openxmlformats.org/officeDocument/2006/relationships/image" Target="../media/image755.png"/><Relationship Id="rId19" Type="http://schemas.openxmlformats.org/officeDocument/2006/relationships/image" Target="../media/image756.png"/><Relationship Id="rId20" Type="http://schemas.openxmlformats.org/officeDocument/2006/relationships/image" Target="../media/image757.png"/><Relationship Id="rId21" Type="http://schemas.openxmlformats.org/officeDocument/2006/relationships/image" Target="../media/image758.png"/><Relationship Id="rId22" Type="http://schemas.openxmlformats.org/officeDocument/2006/relationships/image" Target="../media/image759.png"/><Relationship Id="rId23" Type="http://schemas.openxmlformats.org/officeDocument/2006/relationships/image" Target="../media/image760.png"/><Relationship Id="rId24" Type="http://schemas.openxmlformats.org/officeDocument/2006/relationships/hyperlink" Target="http://www.youtube.com/watch?v=vFshGQ2ndeg&amp;list=WL&amp;index=2&amp;t=23" TargetMode="Externa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46.png"/><Relationship Id="rId5" Type="http://schemas.openxmlformats.org/officeDocument/2006/relationships/image" Target="../media/image747.png"/><Relationship Id="rId6" Type="http://schemas.openxmlformats.org/officeDocument/2006/relationships/image" Target="../media/image762.png"/><Relationship Id="rId7" Type="http://schemas.openxmlformats.org/officeDocument/2006/relationships/image" Target="../media/image763.png"/><Relationship Id="rId8" Type="http://schemas.openxmlformats.org/officeDocument/2006/relationships/image" Target="../media/image764.png"/><Relationship Id="rId9" Type="http://schemas.openxmlformats.org/officeDocument/2006/relationships/image" Target="../media/image765.png"/><Relationship Id="rId10" Type="http://schemas.openxmlformats.org/officeDocument/2006/relationships/image" Target="../media/image459.png"/><Relationship Id="rId11" Type="http://schemas.openxmlformats.org/officeDocument/2006/relationships/image" Target="../media/image748.png"/><Relationship Id="rId12" Type="http://schemas.openxmlformats.org/officeDocument/2006/relationships/image" Target="../media/image749.png"/><Relationship Id="rId13" Type="http://schemas.openxmlformats.org/officeDocument/2006/relationships/image" Target="../media/image750.png"/><Relationship Id="rId14" Type="http://schemas.openxmlformats.org/officeDocument/2006/relationships/image" Target="../media/image751.png"/><Relationship Id="rId15" Type="http://schemas.openxmlformats.org/officeDocument/2006/relationships/image" Target="../media/image752.png"/><Relationship Id="rId16" Type="http://schemas.openxmlformats.org/officeDocument/2006/relationships/image" Target="../media/image753.png"/><Relationship Id="rId17" Type="http://schemas.openxmlformats.org/officeDocument/2006/relationships/image" Target="../media/image754.png"/><Relationship Id="rId18" Type="http://schemas.openxmlformats.org/officeDocument/2006/relationships/image" Target="../media/image755.png"/><Relationship Id="rId19" Type="http://schemas.openxmlformats.org/officeDocument/2006/relationships/image" Target="../media/image756.png"/><Relationship Id="rId20" Type="http://schemas.openxmlformats.org/officeDocument/2006/relationships/image" Target="../media/image757.png"/><Relationship Id="rId21" Type="http://schemas.openxmlformats.org/officeDocument/2006/relationships/image" Target="../media/image758.png"/><Relationship Id="rId22" Type="http://schemas.openxmlformats.org/officeDocument/2006/relationships/image" Target="../media/image759.png"/><Relationship Id="rId23" Type="http://schemas.openxmlformats.org/officeDocument/2006/relationships/image" Target="../media/image760.png"/><Relationship Id="rId24" Type="http://schemas.openxmlformats.org/officeDocument/2006/relationships/hyperlink" Target="http://www.youtube.com/watch?v=vFshGQ2ndeg&amp;list=WL&amp;index=2&amp;t=23" TargetMode="Externa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9.png"/><Relationship Id="rId3" Type="http://schemas.openxmlformats.org/officeDocument/2006/relationships/image" Target="../media/image766.jpg"/><Relationship Id="rId4" Type="http://schemas.openxmlformats.org/officeDocument/2006/relationships/image" Target="../media/image767.png"/><Relationship Id="rId5" Type="http://schemas.openxmlformats.org/officeDocument/2006/relationships/image" Target="../media/image768.png"/><Relationship Id="rId6" Type="http://schemas.openxmlformats.org/officeDocument/2006/relationships/image" Target="../media/image769.png"/><Relationship Id="rId7" Type="http://schemas.openxmlformats.org/officeDocument/2006/relationships/image" Target="../media/image753.png"/><Relationship Id="rId8" Type="http://schemas.openxmlformats.org/officeDocument/2006/relationships/image" Target="../media/image754.png"/><Relationship Id="rId9" Type="http://schemas.openxmlformats.org/officeDocument/2006/relationships/image" Target="../media/image746.png"/><Relationship Id="rId10" Type="http://schemas.openxmlformats.org/officeDocument/2006/relationships/hyperlink" Target="http://www.youtube.com/watch?v=vFshGQ2ndeg&amp;list=WL&amp;index=2&amp;t=23" TargetMode="Externa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62.png"/><Relationship Id="rId5" Type="http://schemas.openxmlformats.org/officeDocument/2006/relationships/image" Target="../media/image763.png"/><Relationship Id="rId6" Type="http://schemas.openxmlformats.org/officeDocument/2006/relationships/image" Target="../media/image764.png"/><Relationship Id="rId7" Type="http://schemas.openxmlformats.org/officeDocument/2006/relationships/image" Target="../media/image765.png"/><Relationship Id="rId8" Type="http://schemas.openxmlformats.org/officeDocument/2006/relationships/image" Target="../media/image459.png"/><Relationship Id="rId9" Type="http://schemas.openxmlformats.org/officeDocument/2006/relationships/image" Target="../media/image770.png"/><Relationship Id="rId10" Type="http://schemas.openxmlformats.org/officeDocument/2006/relationships/image" Target="../media/image747.png"/><Relationship Id="rId11" Type="http://schemas.openxmlformats.org/officeDocument/2006/relationships/image" Target="../media/image746.png"/><Relationship Id="rId12" Type="http://schemas.openxmlformats.org/officeDocument/2006/relationships/image" Target="../media/image748.png"/><Relationship Id="rId13" Type="http://schemas.openxmlformats.org/officeDocument/2006/relationships/image" Target="../media/image753.png"/><Relationship Id="rId14" Type="http://schemas.openxmlformats.org/officeDocument/2006/relationships/image" Target="../media/image754.png"/><Relationship Id="rId15" Type="http://schemas.openxmlformats.org/officeDocument/2006/relationships/image" Target="../media/image771.png"/><Relationship Id="rId16" Type="http://schemas.openxmlformats.org/officeDocument/2006/relationships/image" Target="../media/image755.png"/><Relationship Id="rId17" Type="http://schemas.openxmlformats.org/officeDocument/2006/relationships/image" Target="../media/image749.png"/><Relationship Id="rId18" Type="http://schemas.openxmlformats.org/officeDocument/2006/relationships/image" Target="../media/image772.png"/><Relationship Id="rId19" Type="http://schemas.openxmlformats.org/officeDocument/2006/relationships/image" Target="../media/image773.png"/><Relationship Id="rId20" Type="http://schemas.openxmlformats.org/officeDocument/2006/relationships/image" Target="../media/image757.png"/><Relationship Id="rId21" Type="http://schemas.openxmlformats.org/officeDocument/2006/relationships/image" Target="../media/image758.png"/><Relationship Id="rId22" Type="http://schemas.openxmlformats.org/officeDocument/2006/relationships/image" Target="../media/image759.png"/><Relationship Id="rId23" Type="http://schemas.openxmlformats.org/officeDocument/2006/relationships/image" Target="../media/image760.png"/><Relationship Id="rId24" Type="http://schemas.openxmlformats.org/officeDocument/2006/relationships/hyperlink" Target="http://www.youtube.com/watch?v=vFshGQ2ndeg&amp;list=WL&amp;index=2&amp;t=23" TargetMode="Externa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62.png"/><Relationship Id="rId5" Type="http://schemas.openxmlformats.org/officeDocument/2006/relationships/image" Target="../media/image763.png"/><Relationship Id="rId6" Type="http://schemas.openxmlformats.org/officeDocument/2006/relationships/image" Target="../media/image764.png"/><Relationship Id="rId7" Type="http://schemas.openxmlformats.org/officeDocument/2006/relationships/image" Target="../media/image770.png"/><Relationship Id="rId8" Type="http://schemas.openxmlformats.org/officeDocument/2006/relationships/image" Target="../media/image747.png"/><Relationship Id="rId9" Type="http://schemas.openxmlformats.org/officeDocument/2006/relationships/image" Target="../media/image765.png"/><Relationship Id="rId10" Type="http://schemas.openxmlformats.org/officeDocument/2006/relationships/image" Target="../media/image459.png"/><Relationship Id="rId11" Type="http://schemas.openxmlformats.org/officeDocument/2006/relationships/image" Target="../media/image746.png"/><Relationship Id="rId12" Type="http://schemas.openxmlformats.org/officeDocument/2006/relationships/image" Target="../media/image748.png"/><Relationship Id="rId13" Type="http://schemas.openxmlformats.org/officeDocument/2006/relationships/image" Target="../media/image753.png"/><Relationship Id="rId14" Type="http://schemas.openxmlformats.org/officeDocument/2006/relationships/image" Target="../media/image754.png"/><Relationship Id="rId15" Type="http://schemas.openxmlformats.org/officeDocument/2006/relationships/image" Target="../media/image771.png"/><Relationship Id="rId16" Type="http://schemas.openxmlformats.org/officeDocument/2006/relationships/image" Target="../media/image755.png"/><Relationship Id="rId17" Type="http://schemas.openxmlformats.org/officeDocument/2006/relationships/image" Target="../media/image749.png"/><Relationship Id="rId18" Type="http://schemas.openxmlformats.org/officeDocument/2006/relationships/image" Target="../media/image772.png"/><Relationship Id="rId19" Type="http://schemas.openxmlformats.org/officeDocument/2006/relationships/image" Target="../media/image773.png"/><Relationship Id="rId20" Type="http://schemas.openxmlformats.org/officeDocument/2006/relationships/image" Target="../media/image757.png"/><Relationship Id="rId21" Type="http://schemas.openxmlformats.org/officeDocument/2006/relationships/image" Target="../media/image758.png"/><Relationship Id="rId22" Type="http://schemas.openxmlformats.org/officeDocument/2006/relationships/image" Target="../media/image759.png"/><Relationship Id="rId23" Type="http://schemas.openxmlformats.org/officeDocument/2006/relationships/image" Target="../media/image760.png"/><Relationship Id="rId24" Type="http://schemas.openxmlformats.org/officeDocument/2006/relationships/hyperlink" Target="http://www.youtube.com/watch?v=vFshGQ2ndeg&amp;list=WL&amp;index=2&amp;t=23" TargetMode="Externa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62.png"/><Relationship Id="rId5" Type="http://schemas.openxmlformats.org/officeDocument/2006/relationships/image" Target="../media/image763.png"/><Relationship Id="rId6" Type="http://schemas.openxmlformats.org/officeDocument/2006/relationships/image" Target="../media/image764.png"/><Relationship Id="rId7" Type="http://schemas.openxmlformats.org/officeDocument/2006/relationships/image" Target="../media/image765.png"/><Relationship Id="rId8" Type="http://schemas.openxmlformats.org/officeDocument/2006/relationships/image" Target="../media/image459.png"/><Relationship Id="rId9" Type="http://schemas.openxmlformats.org/officeDocument/2006/relationships/image" Target="../media/image746.png"/><Relationship Id="rId10" Type="http://schemas.openxmlformats.org/officeDocument/2006/relationships/image" Target="../media/image747.png"/><Relationship Id="rId11" Type="http://schemas.openxmlformats.org/officeDocument/2006/relationships/image" Target="../media/image748.png"/><Relationship Id="rId12" Type="http://schemas.openxmlformats.org/officeDocument/2006/relationships/image" Target="../media/image770.png"/><Relationship Id="rId13" Type="http://schemas.openxmlformats.org/officeDocument/2006/relationships/image" Target="../media/image753.png"/><Relationship Id="rId14" Type="http://schemas.openxmlformats.org/officeDocument/2006/relationships/image" Target="../media/image754.png"/><Relationship Id="rId15" Type="http://schemas.openxmlformats.org/officeDocument/2006/relationships/image" Target="../media/image771.png"/><Relationship Id="rId16" Type="http://schemas.openxmlformats.org/officeDocument/2006/relationships/image" Target="../media/image755.png"/><Relationship Id="rId17" Type="http://schemas.openxmlformats.org/officeDocument/2006/relationships/image" Target="../media/image749.png"/><Relationship Id="rId18" Type="http://schemas.openxmlformats.org/officeDocument/2006/relationships/image" Target="../media/image772.png"/><Relationship Id="rId19" Type="http://schemas.openxmlformats.org/officeDocument/2006/relationships/image" Target="../media/image773.png"/><Relationship Id="rId20" Type="http://schemas.openxmlformats.org/officeDocument/2006/relationships/image" Target="../media/image774.png"/><Relationship Id="rId21" Type="http://schemas.openxmlformats.org/officeDocument/2006/relationships/image" Target="../media/image750.png"/><Relationship Id="rId22" Type="http://schemas.openxmlformats.org/officeDocument/2006/relationships/image" Target="../media/image751.png"/><Relationship Id="rId23" Type="http://schemas.openxmlformats.org/officeDocument/2006/relationships/image" Target="../media/image752.png"/><Relationship Id="rId24" Type="http://schemas.openxmlformats.org/officeDocument/2006/relationships/image" Target="../media/image756.png"/><Relationship Id="rId25" Type="http://schemas.openxmlformats.org/officeDocument/2006/relationships/image" Target="../media/image757.png"/><Relationship Id="rId26" Type="http://schemas.openxmlformats.org/officeDocument/2006/relationships/image" Target="../media/image758.png"/><Relationship Id="rId27" Type="http://schemas.openxmlformats.org/officeDocument/2006/relationships/image" Target="../media/image759.png"/><Relationship Id="rId28" Type="http://schemas.openxmlformats.org/officeDocument/2006/relationships/image" Target="../media/image760.png"/><Relationship Id="rId29" Type="http://schemas.openxmlformats.org/officeDocument/2006/relationships/hyperlink" Target="http://www.youtube.com/watch?v=vFshGQ2ndeg&amp;list=WL&amp;index=2&amp;t=23" TargetMode="Externa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62.png"/><Relationship Id="rId5" Type="http://schemas.openxmlformats.org/officeDocument/2006/relationships/image" Target="../media/image763.png"/><Relationship Id="rId6" Type="http://schemas.openxmlformats.org/officeDocument/2006/relationships/image" Target="../media/image764.png"/><Relationship Id="rId7" Type="http://schemas.openxmlformats.org/officeDocument/2006/relationships/image" Target="../media/image765.png"/><Relationship Id="rId8" Type="http://schemas.openxmlformats.org/officeDocument/2006/relationships/image" Target="../media/image459.png"/><Relationship Id="rId9" Type="http://schemas.openxmlformats.org/officeDocument/2006/relationships/image" Target="../media/image770.png"/><Relationship Id="rId10" Type="http://schemas.openxmlformats.org/officeDocument/2006/relationships/image" Target="../media/image747.png"/><Relationship Id="rId11" Type="http://schemas.openxmlformats.org/officeDocument/2006/relationships/image" Target="../media/image746.png"/><Relationship Id="rId12" Type="http://schemas.openxmlformats.org/officeDocument/2006/relationships/image" Target="../media/image748.png"/><Relationship Id="rId13" Type="http://schemas.openxmlformats.org/officeDocument/2006/relationships/image" Target="../media/image753.png"/><Relationship Id="rId14" Type="http://schemas.openxmlformats.org/officeDocument/2006/relationships/image" Target="../media/image775.png"/><Relationship Id="rId15" Type="http://schemas.openxmlformats.org/officeDocument/2006/relationships/image" Target="../media/image771.png"/><Relationship Id="rId16" Type="http://schemas.openxmlformats.org/officeDocument/2006/relationships/image" Target="../media/image755.png"/><Relationship Id="rId17" Type="http://schemas.openxmlformats.org/officeDocument/2006/relationships/image" Target="../media/image749.png"/><Relationship Id="rId18" Type="http://schemas.openxmlformats.org/officeDocument/2006/relationships/image" Target="../media/image772.png"/><Relationship Id="rId19" Type="http://schemas.openxmlformats.org/officeDocument/2006/relationships/image" Target="../media/image773.png"/><Relationship Id="rId20" Type="http://schemas.openxmlformats.org/officeDocument/2006/relationships/image" Target="../media/image774.png"/><Relationship Id="rId21" Type="http://schemas.openxmlformats.org/officeDocument/2006/relationships/image" Target="../media/image750.png"/><Relationship Id="rId22" Type="http://schemas.openxmlformats.org/officeDocument/2006/relationships/image" Target="../media/image751.png"/><Relationship Id="rId23" Type="http://schemas.openxmlformats.org/officeDocument/2006/relationships/image" Target="../media/image752.png"/><Relationship Id="rId24" Type="http://schemas.openxmlformats.org/officeDocument/2006/relationships/image" Target="../media/image754.png"/><Relationship Id="rId25" Type="http://schemas.openxmlformats.org/officeDocument/2006/relationships/image" Target="../media/image756.png"/><Relationship Id="rId26" Type="http://schemas.openxmlformats.org/officeDocument/2006/relationships/image" Target="../media/image757.png"/><Relationship Id="rId27" Type="http://schemas.openxmlformats.org/officeDocument/2006/relationships/image" Target="../media/image758.png"/><Relationship Id="rId28" Type="http://schemas.openxmlformats.org/officeDocument/2006/relationships/image" Target="../media/image759.png"/><Relationship Id="rId29" Type="http://schemas.openxmlformats.org/officeDocument/2006/relationships/image" Target="../media/image760.png"/><Relationship Id="rId30" Type="http://schemas.openxmlformats.org/officeDocument/2006/relationships/hyperlink" Target="http://www.youtube.com/watch?v=vFshGQ2ndeg&amp;list=WL&amp;index=2&amp;t=23" TargetMode="Externa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4.png"/><Relationship Id="rId3" Type="http://schemas.openxmlformats.org/officeDocument/2006/relationships/image" Target="../media/image745.png"/><Relationship Id="rId4" Type="http://schemas.openxmlformats.org/officeDocument/2006/relationships/image" Target="../media/image762.png"/><Relationship Id="rId5" Type="http://schemas.openxmlformats.org/officeDocument/2006/relationships/image" Target="../media/image763.png"/><Relationship Id="rId6" Type="http://schemas.openxmlformats.org/officeDocument/2006/relationships/image" Target="../media/image764.png"/><Relationship Id="rId7" Type="http://schemas.openxmlformats.org/officeDocument/2006/relationships/image" Target="../media/image770.png"/><Relationship Id="rId8" Type="http://schemas.openxmlformats.org/officeDocument/2006/relationships/image" Target="../media/image747.png"/><Relationship Id="rId9" Type="http://schemas.openxmlformats.org/officeDocument/2006/relationships/image" Target="../media/image765.png"/><Relationship Id="rId10" Type="http://schemas.openxmlformats.org/officeDocument/2006/relationships/image" Target="../media/image459.png"/><Relationship Id="rId11" Type="http://schemas.openxmlformats.org/officeDocument/2006/relationships/image" Target="../media/image746.png"/><Relationship Id="rId12" Type="http://schemas.openxmlformats.org/officeDocument/2006/relationships/image" Target="../media/image748.png"/><Relationship Id="rId13" Type="http://schemas.openxmlformats.org/officeDocument/2006/relationships/image" Target="../media/image776.png"/><Relationship Id="rId14" Type="http://schemas.openxmlformats.org/officeDocument/2006/relationships/image" Target="../media/image750.png"/><Relationship Id="rId15" Type="http://schemas.openxmlformats.org/officeDocument/2006/relationships/image" Target="../media/image751.png"/><Relationship Id="rId16" Type="http://schemas.openxmlformats.org/officeDocument/2006/relationships/image" Target="../media/image752.png"/><Relationship Id="rId17" Type="http://schemas.openxmlformats.org/officeDocument/2006/relationships/image" Target="../media/image753.png"/><Relationship Id="rId18" Type="http://schemas.openxmlformats.org/officeDocument/2006/relationships/image" Target="../media/image754.png"/><Relationship Id="rId19" Type="http://schemas.openxmlformats.org/officeDocument/2006/relationships/image" Target="../media/image755.png"/><Relationship Id="rId20" Type="http://schemas.openxmlformats.org/officeDocument/2006/relationships/image" Target="../media/image756.png"/><Relationship Id="rId21" Type="http://schemas.openxmlformats.org/officeDocument/2006/relationships/image" Target="../media/image749.png"/><Relationship Id="rId22" Type="http://schemas.openxmlformats.org/officeDocument/2006/relationships/image" Target="../media/image771.png"/><Relationship Id="rId23" Type="http://schemas.openxmlformats.org/officeDocument/2006/relationships/image" Target="../media/image760.png"/><Relationship Id="rId24" Type="http://schemas.openxmlformats.org/officeDocument/2006/relationships/image" Target="../media/image757.png"/><Relationship Id="rId25" Type="http://schemas.openxmlformats.org/officeDocument/2006/relationships/image" Target="../media/image758.png"/><Relationship Id="rId26" Type="http://schemas.openxmlformats.org/officeDocument/2006/relationships/image" Target="../media/image759.png"/><Relationship Id="rId27" Type="http://schemas.openxmlformats.org/officeDocument/2006/relationships/image" Target="../media/image777.png"/><Relationship Id="rId28" Type="http://schemas.openxmlformats.org/officeDocument/2006/relationships/hyperlink" Target="http://www.youtube.com/watch?v=vFshGQ2ndeg&amp;list=WL&amp;index=2&amp;t=23" TargetMode="Externa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8.png"/><Relationship Id="rId3" Type="http://schemas.openxmlformats.org/officeDocument/2006/relationships/image" Target="../media/image779.png"/><Relationship Id="rId4" Type="http://schemas.openxmlformats.org/officeDocument/2006/relationships/image" Target="../media/image780.png"/><Relationship Id="rId5" Type="http://schemas.openxmlformats.org/officeDocument/2006/relationships/image" Target="../media/image781.png"/><Relationship Id="rId6" Type="http://schemas.openxmlformats.org/officeDocument/2006/relationships/image" Target="../media/image782.png"/><Relationship Id="rId7" Type="http://schemas.openxmlformats.org/officeDocument/2006/relationships/image" Target="../media/image783.png"/><Relationship Id="rId8" Type="http://schemas.openxmlformats.org/officeDocument/2006/relationships/image" Target="../media/image784.png"/><Relationship Id="rId9" Type="http://schemas.openxmlformats.org/officeDocument/2006/relationships/image" Target="../media/image785.png"/><Relationship Id="rId10" Type="http://schemas.openxmlformats.org/officeDocument/2006/relationships/image" Target="../media/image786.png"/><Relationship Id="rId11" Type="http://schemas.openxmlformats.org/officeDocument/2006/relationships/image" Target="../media/image787.png"/><Relationship Id="rId12" Type="http://schemas.openxmlformats.org/officeDocument/2006/relationships/image" Target="../media/image788.png"/><Relationship Id="rId13" Type="http://schemas.openxmlformats.org/officeDocument/2006/relationships/image" Target="../media/image789.png"/><Relationship Id="rId14" Type="http://schemas.openxmlformats.org/officeDocument/2006/relationships/image" Target="../media/image790.png"/><Relationship Id="rId15" Type="http://schemas.openxmlformats.org/officeDocument/2006/relationships/image" Target="../media/image791.png"/><Relationship Id="rId16" Type="http://schemas.openxmlformats.org/officeDocument/2006/relationships/image" Target="../media/image792.png"/><Relationship Id="rId17" Type="http://schemas.openxmlformats.org/officeDocument/2006/relationships/image" Target="../media/image793.png"/><Relationship Id="rId18" Type="http://schemas.openxmlformats.org/officeDocument/2006/relationships/image" Target="../media/image794.png"/><Relationship Id="rId19" Type="http://schemas.openxmlformats.org/officeDocument/2006/relationships/image" Target="../media/image795.png"/><Relationship Id="rId20" Type="http://schemas.openxmlformats.org/officeDocument/2006/relationships/image" Target="../media/image796.png"/><Relationship Id="rId21" Type="http://schemas.openxmlformats.org/officeDocument/2006/relationships/image" Target="../media/image797.png"/><Relationship Id="rId22" Type="http://schemas.openxmlformats.org/officeDocument/2006/relationships/image" Target="../media/image798.png"/><Relationship Id="rId23" Type="http://schemas.openxmlformats.org/officeDocument/2006/relationships/image" Target="../media/image799.png"/><Relationship Id="rId24" Type="http://schemas.openxmlformats.org/officeDocument/2006/relationships/image" Target="../media/image800.png"/><Relationship Id="rId25" Type="http://schemas.openxmlformats.org/officeDocument/2006/relationships/image" Target="../media/image801.png"/><Relationship Id="rId26" Type="http://schemas.openxmlformats.org/officeDocument/2006/relationships/image" Target="../media/image802.png"/><Relationship Id="rId27" Type="http://schemas.openxmlformats.org/officeDocument/2006/relationships/image" Target="../media/image803.png"/><Relationship Id="rId28" Type="http://schemas.openxmlformats.org/officeDocument/2006/relationships/image" Target="../media/image804.png"/><Relationship Id="rId29" Type="http://schemas.openxmlformats.org/officeDocument/2006/relationships/image" Target="../media/image805.png"/><Relationship Id="rId30" Type="http://schemas.openxmlformats.org/officeDocument/2006/relationships/image" Target="../media/image806.png"/><Relationship Id="rId31" Type="http://schemas.openxmlformats.org/officeDocument/2006/relationships/image" Target="../media/image807.png"/><Relationship Id="rId32" Type="http://schemas.openxmlformats.org/officeDocument/2006/relationships/image" Target="../media/image808.png"/><Relationship Id="rId33" Type="http://schemas.openxmlformats.org/officeDocument/2006/relationships/image" Target="../media/image809.png"/><Relationship Id="rId34" Type="http://schemas.openxmlformats.org/officeDocument/2006/relationships/image" Target="../media/image810.png"/><Relationship Id="rId35" Type="http://schemas.openxmlformats.org/officeDocument/2006/relationships/image" Target="../media/image811.png"/><Relationship Id="rId36" Type="http://schemas.openxmlformats.org/officeDocument/2006/relationships/image" Target="../media/image812.png"/><Relationship Id="rId37" Type="http://schemas.openxmlformats.org/officeDocument/2006/relationships/image" Target="../media/image813.png"/><Relationship Id="rId38" Type="http://schemas.openxmlformats.org/officeDocument/2006/relationships/image" Target="../media/image814.png"/><Relationship Id="rId39" Type="http://schemas.openxmlformats.org/officeDocument/2006/relationships/image" Target="../media/image815.png"/><Relationship Id="rId40" Type="http://schemas.openxmlformats.org/officeDocument/2006/relationships/image" Target="../media/image816.png"/><Relationship Id="rId41" Type="http://schemas.openxmlformats.org/officeDocument/2006/relationships/image" Target="../media/image817.png"/><Relationship Id="rId42" Type="http://schemas.openxmlformats.org/officeDocument/2006/relationships/image" Target="../media/image818.png"/><Relationship Id="rId43" Type="http://schemas.openxmlformats.org/officeDocument/2006/relationships/image" Target="../media/image819.png"/><Relationship Id="rId44" Type="http://schemas.openxmlformats.org/officeDocument/2006/relationships/image" Target="../media/image820.png"/><Relationship Id="rId45" Type="http://schemas.openxmlformats.org/officeDocument/2006/relationships/image" Target="../media/image821.png"/><Relationship Id="rId46" Type="http://schemas.openxmlformats.org/officeDocument/2006/relationships/image" Target="../media/image822.png"/><Relationship Id="rId47" Type="http://schemas.openxmlformats.org/officeDocument/2006/relationships/image" Target="../media/image823.png"/><Relationship Id="rId48" Type="http://schemas.openxmlformats.org/officeDocument/2006/relationships/image" Target="../media/image824.jpg"/><Relationship Id="rId49" Type="http://schemas.openxmlformats.org/officeDocument/2006/relationships/image" Target="../media/image825.png"/><Relationship Id="rId50" Type="http://schemas.openxmlformats.org/officeDocument/2006/relationships/image" Target="../media/image826.png"/><Relationship Id="rId51" Type="http://schemas.openxmlformats.org/officeDocument/2006/relationships/image" Target="../media/image827.png"/><Relationship Id="rId52" Type="http://schemas.openxmlformats.org/officeDocument/2006/relationships/image" Target="../media/image828.png"/><Relationship Id="rId53" Type="http://schemas.openxmlformats.org/officeDocument/2006/relationships/image" Target="../media/image829.png"/><Relationship Id="rId54" Type="http://schemas.openxmlformats.org/officeDocument/2006/relationships/image" Target="../media/image830.png"/><Relationship Id="rId55" Type="http://schemas.openxmlformats.org/officeDocument/2006/relationships/image" Target="../media/image831.jpg"/><Relationship Id="rId56" Type="http://schemas.openxmlformats.org/officeDocument/2006/relationships/image" Target="../media/image832.png"/><Relationship Id="rId57" Type="http://schemas.openxmlformats.org/officeDocument/2006/relationships/image" Target="../media/image833.png"/><Relationship Id="rId58" Type="http://schemas.openxmlformats.org/officeDocument/2006/relationships/image" Target="../media/image834.png"/><Relationship Id="rId59" Type="http://schemas.openxmlformats.org/officeDocument/2006/relationships/image" Target="../media/image835.jpg"/><Relationship Id="rId60" Type="http://schemas.openxmlformats.org/officeDocument/2006/relationships/image" Target="../media/image836.png"/><Relationship Id="rId61" Type="http://schemas.openxmlformats.org/officeDocument/2006/relationships/image" Target="../media/image837.png"/><Relationship Id="rId62" Type="http://schemas.openxmlformats.org/officeDocument/2006/relationships/image" Target="../media/image838.png"/><Relationship Id="rId63" Type="http://schemas.openxmlformats.org/officeDocument/2006/relationships/image" Target="../media/image839.png"/><Relationship Id="rId64" Type="http://schemas.openxmlformats.org/officeDocument/2006/relationships/image" Target="../media/image840.png"/><Relationship Id="rId65" Type="http://schemas.openxmlformats.org/officeDocument/2006/relationships/image" Target="../media/image841.jpg"/><Relationship Id="rId66" Type="http://schemas.openxmlformats.org/officeDocument/2006/relationships/image" Target="../media/image842.jpg"/><Relationship Id="rId67" Type="http://schemas.openxmlformats.org/officeDocument/2006/relationships/image" Target="../media/image843.png"/><Relationship Id="rId68" Type="http://schemas.openxmlformats.org/officeDocument/2006/relationships/image" Target="../media/image844.png"/><Relationship Id="rId69" Type="http://schemas.openxmlformats.org/officeDocument/2006/relationships/image" Target="../media/image845.png"/><Relationship Id="rId70" Type="http://schemas.openxmlformats.org/officeDocument/2006/relationships/image" Target="../media/image846.png"/><Relationship Id="rId71" Type="http://schemas.openxmlformats.org/officeDocument/2006/relationships/image" Target="../media/image847.png"/><Relationship Id="rId72" Type="http://schemas.openxmlformats.org/officeDocument/2006/relationships/image" Target="../media/image848.png"/><Relationship Id="rId73" Type="http://schemas.openxmlformats.org/officeDocument/2006/relationships/image" Target="../media/image849.png"/><Relationship Id="rId74" Type="http://schemas.openxmlformats.org/officeDocument/2006/relationships/image" Target="../media/image850.png"/><Relationship Id="rId75" Type="http://schemas.openxmlformats.org/officeDocument/2006/relationships/image" Target="../media/image851.png"/><Relationship Id="rId76" Type="http://schemas.openxmlformats.org/officeDocument/2006/relationships/image" Target="../media/image852.png"/><Relationship Id="rId77" Type="http://schemas.openxmlformats.org/officeDocument/2006/relationships/image" Target="../media/image853.png"/><Relationship Id="rId78" Type="http://schemas.openxmlformats.org/officeDocument/2006/relationships/image" Target="../media/image854.png"/><Relationship Id="rId79" Type="http://schemas.openxmlformats.org/officeDocument/2006/relationships/image" Target="../media/image855.png"/><Relationship Id="rId80" Type="http://schemas.openxmlformats.org/officeDocument/2006/relationships/image" Target="../media/image856.jpg"/><Relationship Id="rId81" Type="http://schemas.openxmlformats.org/officeDocument/2006/relationships/image" Target="../media/image857.png"/><Relationship Id="rId82" Type="http://schemas.openxmlformats.org/officeDocument/2006/relationships/image" Target="../media/image858.png"/><Relationship Id="rId83" Type="http://schemas.openxmlformats.org/officeDocument/2006/relationships/image" Target="../media/image859.png"/><Relationship Id="rId84" Type="http://schemas.openxmlformats.org/officeDocument/2006/relationships/image" Target="../media/image860.png"/><Relationship Id="rId85" Type="http://schemas.openxmlformats.org/officeDocument/2006/relationships/image" Target="../media/image861.png"/><Relationship Id="rId86" Type="http://schemas.openxmlformats.org/officeDocument/2006/relationships/image" Target="../media/image862.png"/><Relationship Id="rId87" Type="http://schemas.openxmlformats.org/officeDocument/2006/relationships/image" Target="../media/image863.jpg"/><Relationship Id="rId88" Type="http://schemas.openxmlformats.org/officeDocument/2006/relationships/image" Target="../media/image864.jpg"/><Relationship Id="rId89" Type="http://schemas.openxmlformats.org/officeDocument/2006/relationships/image" Target="../media/image865.png"/><Relationship Id="rId90" Type="http://schemas.openxmlformats.org/officeDocument/2006/relationships/image" Target="../media/image866.png"/><Relationship Id="rId91" Type="http://schemas.openxmlformats.org/officeDocument/2006/relationships/image" Target="../media/image867.jpg"/><Relationship Id="rId92" Type="http://schemas.openxmlformats.org/officeDocument/2006/relationships/image" Target="../media/image868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9.png"/><Relationship Id="rId3" Type="http://schemas.openxmlformats.org/officeDocument/2006/relationships/image" Target="../media/image870.png"/><Relationship Id="rId4" Type="http://schemas.openxmlformats.org/officeDocument/2006/relationships/image" Target="../media/image871.png"/><Relationship Id="rId5" Type="http://schemas.openxmlformats.org/officeDocument/2006/relationships/image" Target="../media/image872.png"/><Relationship Id="rId6" Type="http://schemas.openxmlformats.org/officeDocument/2006/relationships/image" Target="../media/image873.png"/><Relationship Id="rId7" Type="http://schemas.openxmlformats.org/officeDocument/2006/relationships/image" Target="../media/image874.png"/><Relationship Id="rId8" Type="http://schemas.openxmlformats.org/officeDocument/2006/relationships/image" Target="../media/image875.png"/><Relationship Id="rId9" Type="http://schemas.openxmlformats.org/officeDocument/2006/relationships/image" Target="../media/image876.png"/><Relationship Id="rId10" Type="http://schemas.openxmlformats.org/officeDocument/2006/relationships/image" Target="../media/image877.png"/><Relationship Id="rId11" Type="http://schemas.openxmlformats.org/officeDocument/2006/relationships/image" Target="../media/image878.png"/><Relationship Id="rId12" Type="http://schemas.openxmlformats.org/officeDocument/2006/relationships/image" Target="../media/image879.png"/><Relationship Id="rId13" Type="http://schemas.openxmlformats.org/officeDocument/2006/relationships/image" Target="../media/image880.png"/><Relationship Id="rId14" Type="http://schemas.openxmlformats.org/officeDocument/2006/relationships/image" Target="../media/image881.png"/><Relationship Id="rId15" Type="http://schemas.openxmlformats.org/officeDocument/2006/relationships/image" Target="../media/image882.png"/><Relationship Id="rId16" Type="http://schemas.openxmlformats.org/officeDocument/2006/relationships/image" Target="../media/image883.png"/><Relationship Id="rId17" Type="http://schemas.openxmlformats.org/officeDocument/2006/relationships/image" Target="../media/image884.png"/><Relationship Id="rId18" Type="http://schemas.openxmlformats.org/officeDocument/2006/relationships/image" Target="../media/image885.png"/><Relationship Id="rId19" Type="http://schemas.openxmlformats.org/officeDocument/2006/relationships/image" Target="../media/image886.png"/><Relationship Id="rId20" Type="http://schemas.openxmlformats.org/officeDocument/2006/relationships/image" Target="../media/image887.png"/><Relationship Id="rId21" Type="http://schemas.openxmlformats.org/officeDocument/2006/relationships/image" Target="../media/image888.png"/><Relationship Id="rId22" Type="http://schemas.openxmlformats.org/officeDocument/2006/relationships/image" Target="../media/image889.png"/><Relationship Id="rId23" Type="http://schemas.openxmlformats.org/officeDocument/2006/relationships/image" Target="../media/image890.png"/><Relationship Id="rId24" Type="http://schemas.openxmlformats.org/officeDocument/2006/relationships/image" Target="../media/image891.png"/><Relationship Id="rId25" Type="http://schemas.openxmlformats.org/officeDocument/2006/relationships/image" Target="../media/image892.png"/><Relationship Id="rId26" Type="http://schemas.openxmlformats.org/officeDocument/2006/relationships/image" Target="../media/image893.png"/><Relationship Id="rId27" Type="http://schemas.openxmlformats.org/officeDocument/2006/relationships/image" Target="../media/image894.png"/><Relationship Id="rId28" Type="http://schemas.openxmlformats.org/officeDocument/2006/relationships/image" Target="../media/image895.png"/><Relationship Id="rId29" Type="http://schemas.openxmlformats.org/officeDocument/2006/relationships/image" Target="../media/image896.png"/><Relationship Id="rId30" Type="http://schemas.openxmlformats.org/officeDocument/2006/relationships/image" Target="../media/image897.png"/><Relationship Id="rId31" Type="http://schemas.openxmlformats.org/officeDocument/2006/relationships/image" Target="../media/image898.png"/><Relationship Id="rId32" Type="http://schemas.openxmlformats.org/officeDocument/2006/relationships/image" Target="../media/image899.png"/><Relationship Id="rId33" Type="http://schemas.openxmlformats.org/officeDocument/2006/relationships/image" Target="../media/image900.png"/><Relationship Id="rId34" Type="http://schemas.openxmlformats.org/officeDocument/2006/relationships/image" Target="../media/image901.png"/><Relationship Id="rId35" Type="http://schemas.openxmlformats.org/officeDocument/2006/relationships/image" Target="../media/image902.png"/><Relationship Id="rId36" Type="http://schemas.openxmlformats.org/officeDocument/2006/relationships/image" Target="../media/image903.png"/><Relationship Id="rId37" Type="http://schemas.openxmlformats.org/officeDocument/2006/relationships/image" Target="../media/image904.png"/><Relationship Id="rId38" Type="http://schemas.openxmlformats.org/officeDocument/2006/relationships/image" Target="../media/image905.png"/><Relationship Id="rId39" Type="http://schemas.openxmlformats.org/officeDocument/2006/relationships/image" Target="../media/image906.png"/><Relationship Id="rId40" Type="http://schemas.openxmlformats.org/officeDocument/2006/relationships/image" Target="../media/image907.pn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8.png"/><Relationship Id="rId3" Type="http://schemas.openxmlformats.org/officeDocument/2006/relationships/image" Target="../media/image909.png"/><Relationship Id="rId4" Type="http://schemas.openxmlformats.org/officeDocument/2006/relationships/image" Target="../media/image910.jpg"/><Relationship Id="rId5" Type="http://schemas.openxmlformats.org/officeDocument/2006/relationships/image" Target="../media/image911.png"/><Relationship Id="rId6" Type="http://schemas.openxmlformats.org/officeDocument/2006/relationships/image" Target="../media/image912.jpg"/><Relationship Id="rId7" Type="http://schemas.openxmlformats.org/officeDocument/2006/relationships/image" Target="../media/image913.png"/><Relationship Id="rId8" Type="http://schemas.openxmlformats.org/officeDocument/2006/relationships/image" Target="../media/image914.png"/><Relationship Id="rId9" Type="http://schemas.openxmlformats.org/officeDocument/2006/relationships/image" Target="../media/image915.png"/><Relationship Id="rId10" Type="http://schemas.openxmlformats.org/officeDocument/2006/relationships/image" Target="../media/image916.png"/><Relationship Id="rId11" Type="http://schemas.openxmlformats.org/officeDocument/2006/relationships/image" Target="../media/image917.png"/><Relationship Id="rId12" Type="http://schemas.openxmlformats.org/officeDocument/2006/relationships/image" Target="../media/image918.png"/><Relationship Id="rId13" Type="http://schemas.openxmlformats.org/officeDocument/2006/relationships/image" Target="../media/image919.png"/><Relationship Id="rId14" Type="http://schemas.openxmlformats.org/officeDocument/2006/relationships/image" Target="../media/image920.png"/><Relationship Id="rId15" Type="http://schemas.openxmlformats.org/officeDocument/2006/relationships/image" Target="../media/image921.jpg"/><Relationship Id="rId16" Type="http://schemas.openxmlformats.org/officeDocument/2006/relationships/image" Target="../media/image922.png"/><Relationship Id="rId17" Type="http://schemas.openxmlformats.org/officeDocument/2006/relationships/image" Target="../media/image923.png"/><Relationship Id="rId18" Type="http://schemas.openxmlformats.org/officeDocument/2006/relationships/image" Target="../media/image924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5.png"/><Relationship Id="rId3" Type="http://schemas.openxmlformats.org/officeDocument/2006/relationships/image" Target="../media/image926.png"/><Relationship Id="rId4" Type="http://schemas.openxmlformats.org/officeDocument/2006/relationships/image" Target="../media/image927.png"/><Relationship Id="rId5" Type="http://schemas.openxmlformats.org/officeDocument/2006/relationships/image" Target="../media/image928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9.jpg"/><Relationship Id="rId3" Type="http://schemas.openxmlformats.org/officeDocument/2006/relationships/image" Target="../media/image930.jpg"/><Relationship Id="rId4" Type="http://schemas.openxmlformats.org/officeDocument/2006/relationships/image" Target="../media/image931.jp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2.png"/><Relationship Id="rId3" Type="http://schemas.openxmlformats.org/officeDocument/2006/relationships/image" Target="../media/image933.png"/><Relationship Id="rId4" Type="http://schemas.openxmlformats.org/officeDocument/2006/relationships/image" Target="../media/image934.png"/><Relationship Id="rId5" Type="http://schemas.openxmlformats.org/officeDocument/2006/relationships/image" Target="../media/image935.png"/><Relationship Id="rId6" Type="http://schemas.openxmlformats.org/officeDocument/2006/relationships/image" Target="../media/image936.png"/><Relationship Id="rId7" Type="http://schemas.openxmlformats.org/officeDocument/2006/relationships/image" Target="../media/image937.png"/><Relationship Id="rId8" Type="http://schemas.openxmlformats.org/officeDocument/2006/relationships/image" Target="../media/image938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9.jpg"/><Relationship Id="rId3" Type="http://schemas.openxmlformats.org/officeDocument/2006/relationships/image" Target="../media/image940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1.png"/><Relationship Id="rId3" Type="http://schemas.openxmlformats.org/officeDocument/2006/relationships/image" Target="../media/image942.png"/><Relationship Id="rId4" Type="http://schemas.openxmlformats.org/officeDocument/2006/relationships/image" Target="../media/image943.jpg"/><Relationship Id="rId5" Type="http://schemas.openxmlformats.org/officeDocument/2006/relationships/image" Target="../media/image944.png"/><Relationship Id="rId6" Type="http://schemas.openxmlformats.org/officeDocument/2006/relationships/image" Target="../media/image945.png"/><Relationship Id="rId7" Type="http://schemas.openxmlformats.org/officeDocument/2006/relationships/image" Target="../media/image946.png"/><Relationship Id="rId8" Type="http://schemas.openxmlformats.org/officeDocument/2006/relationships/image" Target="../media/image947.png"/><Relationship Id="rId9" Type="http://schemas.openxmlformats.org/officeDocument/2006/relationships/image" Target="../media/image948.png"/><Relationship Id="rId10" Type="http://schemas.openxmlformats.org/officeDocument/2006/relationships/image" Target="../media/image949.png"/><Relationship Id="rId11" Type="http://schemas.openxmlformats.org/officeDocument/2006/relationships/image" Target="../media/image950.png"/><Relationship Id="rId12" Type="http://schemas.openxmlformats.org/officeDocument/2006/relationships/image" Target="../media/image951.png"/><Relationship Id="rId13" Type="http://schemas.openxmlformats.org/officeDocument/2006/relationships/image" Target="../media/image952.png"/><Relationship Id="rId14" Type="http://schemas.openxmlformats.org/officeDocument/2006/relationships/image" Target="../media/image953.png"/><Relationship Id="rId15" Type="http://schemas.openxmlformats.org/officeDocument/2006/relationships/image" Target="../media/image954.png"/><Relationship Id="rId16" Type="http://schemas.openxmlformats.org/officeDocument/2006/relationships/image" Target="../media/image955.png"/><Relationship Id="rId17" Type="http://schemas.openxmlformats.org/officeDocument/2006/relationships/image" Target="../media/image956.png"/><Relationship Id="rId18" Type="http://schemas.openxmlformats.org/officeDocument/2006/relationships/image" Target="../media/image957.png"/><Relationship Id="rId19" Type="http://schemas.openxmlformats.org/officeDocument/2006/relationships/image" Target="../media/image958.png"/><Relationship Id="rId20" Type="http://schemas.openxmlformats.org/officeDocument/2006/relationships/image" Target="../media/image959.png"/><Relationship Id="rId21" Type="http://schemas.openxmlformats.org/officeDocument/2006/relationships/image" Target="../media/image960.png"/><Relationship Id="rId22" Type="http://schemas.openxmlformats.org/officeDocument/2006/relationships/image" Target="../media/image961.png"/><Relationship Id="rId23" Type="http://schemas.openxmlformats.org/officeDocument/2006/relationships/image" Target="../media/image962.png"/><Relationship Id="rId24" Type="http://schemas.openxmlformats.org/officeDocument/2006/relationships/image" Target="../media/image963.png"/><Relationship Id="rId25" Type="http://schemas.openxmlformats.org/officeDocument/2006/relationships/image" Target="../media/image964.png"/><Relationship Id="rId26" Type="http://schemas.openxmlformats.org/officeDocument/2006/relationships/image" Target="../media/image965.png"/><Relationship Id="rId27" Type="http://schemas.openxmlformats.org/officeDocument/2006/relationships/image" Target="../media/image966.png"/><Relationship Id="rId28" Type="http://schemas.openxmlformats.org/officeDocument/2006/relationships/image" Target="../media/image967.png"/><Relationship Id="rId29" Type="http://schemas.openxmlformats.org/officeDocument/2006/relationships/image" Target="../media/image968.png"/><Relationship Id="rId30" Type="http://schemas.openxmlformats.org/officeDocument/2006/relationships/image" Target="../media/image969.png"/><Relationship Id="rId31" Type="http://schemas.openxmlformats.org/officeDocument/2006/relationships/image" Target="../media/image970.png"/><Relationship Id="rId32" Type="http://schemas.openxmlformats.org/officeDocument/2006/relationships/image" Target="../media/image971.png"/><Relationship Id="rId33" Type="http://schemas.openxmlformats.org/officeDocument/2006/relationships/image" Target="../media/image972.png"/><Relationship Id="rId34" Type="http://schemas.openxmlformats.org/officeDocument/2006/relationships/image" Target="../media/image973.png"/><Relationship Id="rId35" Type="http://schemas.openxmlformats.org/officeDocument/2006/relationships/image" Target="../media/image974.png"/><Relationship Id="rId36" Type="http://schemas.openxmlformats.org/officeDocument/2006/relationships/image" Target="../media/image975.png"/><Relationship Id="rId37" Type="http://schemas.openxmlformats.org/officeDocument/2006/relationships/image" Target="../media/image976.png"/><Relationship Id="rId38" Type="http://schemas.openxmlformats.org/officeDocument/2006/relationships/image" Target="../media/image977.png"/><Relationship Id="rId39" Type="http://schemas.openxmlformats.org/officeDocument/2006/relationships/image" Target="../media/image978.png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79.png"/><Relationship Id="rId4" Type="http://schemas.openxmlformats.org/officeDocument/2006/relationships/image" Target="../media/image980.png"/><Relationship Id="rId5" Type="http://schemas.openxmlformats.org/officeDocument/2006/relationships/image" Target="../media/image981.png"/><Relationship Id="rId6" Type="http://schemas.openxmlformats.org/officeDocument/2006/relationships/image" Target="../media/image982.png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3.png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7.png"/><Relationship Id="rId3" Type="http://schemas.openxmlformats.org/officeDocument/2006/relationships/image" Target="../media/image988.png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9.jpg"/><Relationship Id="rId3" Type="http://schemas.openxmlformats.org/officeDocument/2006/relationships/image" Target="../media/image990.png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1.jpg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2.jpg"/><Relationship Id="rId3" Type="http://schemas.openxmlformats.org/officeDocument/2006/relationships/image" Target="../media/image993.png"/><Relationship Id="rId4" Type="http://schemas.openxmlformats.org/officeDocument/2006/relationships/image" Target="../media/image994.png"/><Relationship Id="rId5" Type="http://schemas.openxmlformats.org/officeDocument/2006/relationships/image" Target="../media/image995.jpg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6.png"/><Relationship Id="rId3" Type="http://schemas.openxmlformats.org/officeDocument/2006/relationships/image" Target="../media/image997.pn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8.jpg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99.jpg"/><Relationship Id="rId3" Type="http://schemas.openxmlformats.org/officeDocument/2006/relationships/image" Target="../media/image1000.png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1.jpg"/><Relationship Id="rId3" Type="http://schemas.openxmlformats.org/officeDocument/2006/relationships/image" Target="../media/image1002.png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3.png"/><Relationship Id="rId3" Type="http://schemas.openxmlformats.org/officeDocument/2006/relationships/image" Target="../media/image1004.png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5.jpg"/><Relationship Id="rId3" Type="http://schemas.openxmlformats.org/officeDocument/2006/relationships/image" Target="../media/image1006.png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7.jpg"/><Relationship Id="rId3" Type="http://schemas.openxmlformats.org/officeDocument/2006/relationships/image" Target="../media/image1008.png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09.jpg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0.png"/><Relationship Id="rId3" Type="http://schemas.openxmlformats.org/officeDocument/2006/relationships/image" Target="../media/image1011.png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2.jpg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3.jpg"/><Relationship Id="rId3" Type="http://schemas.openxmlformats.org/officeDocument/2006/relationships/image" Target="../media/image1014.png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15.jpg"/><Relationship Id="rId3" Type="http://schemas.openxmlformats.org/officeDocument/2006/relationships/image" Target="../media/image1016.png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onfluent.io/whitepaper/confluent-enterprise-reference-architecture/" TargetMode="Externa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7.jpg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8.png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9.jpg"/><Relationship Id="rId3" Type="http://schemas.openxmlformats.org/officeDocument/2006/relationships/image" Target="../media/image1020.png"/><Relationship Id="rId4" Type="http://schemas.openxmlformats.org/officeDocument/2006/relationships/image" Target="../media/image1021.png"/><Relationship Id="rId5" Type="http://schemas.openxmlformats.org/officeDocument/2006/relationships/image" Target="../media/image1022.png"/><Relationship Id="rId6" Type="http://schemas.openxmlformats.org/officeDocument/2006/relationships/image" Target="../media/image1023.png"/><Relationship Id="rId7" Type="http://schemas.openxmlformats.org/officeDocument/2006/relationships/image" Target="../media/image1024.png"/><Relationship Id="rId8" Type="http://schemas.openxmlformats.org/officeDocument/2006/relationships/image" Target="../media/image1025.png"/><Relationship Id="rId9" Type="http://schemas.openxmlformats.org/officeDocument/2006/relationships/image" Target="../media/image1026.png"/><Relationship Id="rId10" Type="http://schemas.openxmlformats.org/officeDocument/2006/relationships/image" Target="../media/image1027.png"/><Relationship Id="rId11" Type="http://schemas.openxmlformats.org/officeDocument/2006/relationships/image" Target="../media/image1028.png"/><Relationship Id="rId12" Type="http://schemas.openxmlformats.org/officeDocument/2006/relationships/image" Target="../media/image1029.png"/><Relationship Id="rId13" Type="http://schemas.openxmlformats.org/officeDocument/2006/relationships/image" Target="../media/image1030.png"/><Relationship Id="rId14" Type="http://schemas.openxmlformats.org/officeDocument/2006/relationships/image" Target="../media/image1031.png"/><Relationship Id="rId15" Type="http://schemas.openxmlformats.org/officeDocument/2006/relationships/image" Target="../media/image1032.png"/><Relationship Id="rId16" Type="http://schemas.openxmlformats.org/officeDocument/2006/relationships/image" Target="../media/image1033.jpg"/><Relationship Id="rId17" Type="http://schemas.openxmlformats.org/officeDocument/2006/relationships/image" Target="../media/image1034.png"/><Relationship Id="rId18" Type="http://schemas.openxmlformats.org/officeDocument/2006/relationships/image" Target="../media/image1035.png"/><Relationship Id="rId19" Type="http://schemas.openxmlformats.org/officeDocument/2006/relationships/image" Target="../media/image1036.png"/><Relationship Id="rId20" Type="http://schemas.openxmlformats.org/officeDocument/2006/relationships/image" Target="../media/image1037.png"/><Relationship Id="rId21" Type="http://schemas.openxmlformats.org/officeDocument/2006/relationships/image" Target="../media/image1038.png"/><Relationship Id="rId22" Type="http://schemas.openxmlformats.org/officeDocument/2006/relationships/image" Target="../media/image1039.png"/><Relationship Id="rId23" Type="http://schemas.openxmlformats.org/officeDocument/2006/relationships/image" Target="../media/image1040.png"/><Relationship Id="rId24" Type="http://schemas.openxmlformats.org/officeDocument/2006/relationships/image" Target="../media/image1041.png"/><Relationship Id="rId25" Type="http://schemas.openxmlformats.org/officeDocument/2006/relationships/image" Target="../media/image1042.png"/><Relationship Id="rId26" Type="http://schemas.openxmlformats.org/officeDocument/2006/relationships/image" Target="../media/image1043.png"/><Relationship Id="rId27" Type="http://schemas.openxmlformats.org/officeDocument/2006/relationships/image" Target="../media/image1044.png"/><Relationship Id="rId28" Type="http://schemas.openxmlformats.org/officeDocument/2006/relationships/image" Target="../media/image1045.png"/><Relationship Id="rId29" Type="http://schemas.openxmlformats.org/officeDocument/2006/relationships/image" Target="../media/image1046.png"/><Relationship Id="rId30" Type="http://schemas.openxmlformats.org/officeDocument/2006/relationships/image" Target="../media/image1047.png"/><Relationship Id="rId31" Type="http://schemas.openxmlformats.org/officeDocument/2006/relationships/image" Target="../media/image1048.png"/><Relationship Id="rId32" Type="http://schemas.openxmlformats.org/officeDocument/2006/relationships/image" Target="../media/image1049.png"/><Relationship Id="rId33" Type="http://schemas.openxmlformats.org/officeDocument/2006/relationships/image" Target="../media/image1050.png"/><Relationship Id="rId34" Type="http://schemas.openxmlformats.org/officeDocument/2006/relationships/image" Target="../media/image1051.png"/><Relationship Id="rId35" Type="http://schemas.openxmlformats.org/officeDocument/2006/relationships/image" Target="../media/image1052.png"/><Relationship Id="rId36" Type="http://schemas.openxmlformats.org/officeDocument/2006/relationships/image" Target="../media/image1053.png"/><Relationship Id="rId37" Type="http://schemas.openxmlformats.org/officeDocument/2006/relationships/image" Target="../media/image1054.png"/><Relationship Id="rId38" Type="http://schemas.openxmlformats.org/officeDocument/2006/relationships/image" Target="../media/image1055.png"/><Relationship Id="rId39" Type="http://schemas.openxmlformats.org/officeDocument/2006/relationships/image" Target="../media/image1056.png"/><Relationship Id="rId40" Type="http://schemas.openxmlformats.org/officeDocument/2006/relationships/image" Target="../media/image1057.png"/><Relationship Id="rId41" Type="http://schemas.openxmlformats.org/officeDocument/2006/relationships/image" Target="../media/image1058.png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59.jpg"/><Relationship Id="rId3" Type="http://schemas.openxmlformats.org/officeDocument/2006/relationships/image" Target="../media/image1060.jpg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1.png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Relationship Id="rId12" Type="http://schemas.openxmlformats.org/officeDocument/2006/relationships/image" Target="../media/image1071.png"/><Relationship Id="rId13" Type="http://schemas.openxmlformats.org/officeDocument/2006/relationships/image" Target="../media/image1072.png"/><Relationship Id="rId14" Type="http://schemas.openxmlformats.org/officeDocument/2006/relationships/image" Target="../media/image1073.png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74.png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5.jpg"/><Relationship Id="rId3" Type="http://schemas.openxmlformats.org/officeDocument/2006/relationships/image" Target="../media/image1076.png"/><Relationship Id="rId4" Type="http://schemas.openxmlformats.org/officeDocument/2006/relationships/image" Target="../media/image1077.png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8.png"/><Relationship Id="rId3" Type="http://schemas.openxmlformats.org/officeDocument/2006/relationships/image" Target="../media/image1079.jpg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0.png"/><Relationship Id="rId3" Type="http://schemas.openxmlformats.org/officeDocument/2006/relationships/image" Target="../media/image1081.png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2.jpg"/><Relationship Id="rId3" Type="http://schemas.openxmlformats.org/officeDocument/2006/relationships/image" Target="../media/image1083.jpg"/><Relationship Id="rId4" Type="http://schemas.openxmlformats.org/officeDocument/2006/relationships/image" Target="../media/image1084.png"/></Relationships>
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dirty="0" sz="6850" spc="-415" i="1">
                <a:solidFill>
                  <a:srgbClr val="FFFFFF"/>
                </a:solidFill>
                <a:latin typeface="Malgun Gothic"/>
                <a:cs typeface="Malgun Gothic"/>
              </a:rPr>
              <a:t>사용</a:t>
            </a:r>
            <a:r>
              <a:rPr dirty="0" sz="6850" spc="-57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6850" spc="-270" i="1">
                <a:solidFill>
                  <a:srgbClr val="FFFFFF"/>
                </a:solidFill>
                <a:latin typeface="Malgun Gothic"/>
                <a:cs typeface="Malgun Gothic"/>
              </a:rPr>
              <a:t>사례</a:t>
            </a:r>
            <a:r>
              <a:rPr dirty="0" sz="6500" spc="-270" i="1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6500" spc="3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850" spc="-415" i="1">
                <a:solidFill>
                  <a:srgbClr val="FFFFFF"/>
                </a:solidFill>
                <a:latin typeface="Malgun Gothic"/>
                <a:cs typeface="Malgun Gothic"/>
              </a:rPr>
              <a:t>표준</a:t>
            </a:r>
            <a:r>
              <a:rPr dirty="0" sz="6850" spc="-57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6850" spc="-275" i="1">
                <a:solidFill>
                  <a:srgbClr val="FFFFFF"/>
                </a:solidFill>
                <a:latin typeface="Malgun Gothic"/>
                <a:cs typeface="Malgun Gothic"/>
              </a:rPr>
              <a:t>구성</a:t>
            </a:r>
            <a:r>
              <a:rPr dirty="0" sz="6500" spc="-275" i="1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6500" spc="38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0" spc="1030" i="1">
                <a:solidFill>
                  <a:srgbClr val="FFFFFF"/>
                </a:solidFill>
                <a:latin typeface="Calibri"/>
                <a:cs typeface="Calibri"/>
              </a:rPr>
              <a:t>Apache</a:t>
            </a:r>
            <a:r>
              <a:rPr dirty="0" sz="6500" spc="3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500" spc="965" i="1">
                <a:solidFill>
                  <a:srgbClr val="FFFFFF"/>
                </a:solidFill>
                <a:latin typeface="Calibri"/>
                <a:cs typeface="Calibri"/>
              </a:rPr>
              <a:t>Kafka</a:t>
            </a:r>
            <a:r>
              <a:rPr dirty="0" sz="6500" spc="3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850" spc="-440" i="1">
                <a:solidFill>
                  <a:srgbClr val="FFFFFF"/>
                </a:solidFill>
                <a:latin typeface="Malgun Gothic"/>
                <a:cs typeface="Malgun Gothic"/>
              </a:rPr>
              <a:t>비교</a:t>
            </a:r>
            <a:endParaRPr sz="685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ct val="148900"/>
              </a:lnSpc>
              <a:spcBef>
                <a:spcPts val="200"/>
              </a:spcBef>
            </a:pPr>
            <a:r>
              <a:rPr dirty="0" sz="2500" spc="165" i="1">
                <a:solidFill>
                  <a:srgbClr val="FFFFFF"/>
                </a:solidFill>
                <a:latin typeface="Malgun Gothic"/>
                <a:cs typeface="Malgun Gothic"/>
              </a:rPr>
              <a:t>신준희</a:t>
            </a:r>
            <a:r>
              <a:rPr dirty="0" sz="2400" spc="165" i="1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u="sng" sz="2400" spc="165" i="1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2"/>
              </a:rPr>
              <a:t>jshin@confluent.io</a:t>
            </a:r>
            <a:r>
              <a:rPr dirty="0" u="none" sz="2400" spc="165" i="1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dirty="0" u="none" sz="24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none" sz="2400" i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u="none" sz="2400" spc="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none" sz="2400" spc="245" i="1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r>
              <a:rPr dirty="0" u="none" sz="24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none" sz="2400" spc="295" i="1">
                <a:solidFill>
                  <a:srgbClr val="FFFFFF"/>
                </a:solidFill>
                <a:latin typeface="Calibri"/>
                <a:cs typeface="Calibri"/>
              </a:rPr>
              <a:t>Engineer</a:t>
            </a:r>
            <a:r>
              <a:rPr dirty="0" u="none" sz="24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none" sz="2400" i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u="none" sz="2400" spc="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none" sz="2400" spc="265" i="1">
                <a:solidFill>
                  <a:srgbClr val="FFFFFF"/>
                </a:solidFill>
                <a:latin typeface="Calibri"/>
                <a:cs typeface="Calibri"/>
              </a:rPr>
              <a:t>Confluent</a:t>
            </a:r>
            <a:r>
              <a:rPr dirty="0" u="none" sz="2400" spc="2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none" sz="2400" spc="305" i="1">
                <a:solidFill>
                  <a:srgbClr val="FFFFFF"/>
                </a:solidFill>
                <a:latin typeface="Calibri"/>
                <a:cs typeface="Calibri"/>
              </a:rPr>
              <a:t>August</a:t>
            </a:r>
            <a:r>
              <a:rPr dirty="0" u="none" sz="2400" spc="1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u="none" sz="2400" spc="229" i="1">
                <a:solidFill>
                  <a:srgbClr val="FFFFFF"/>
                </a:solidFill>
                <a:latin typeface="Calibri"/>
                <a:cs typeface="Calibri"/>
              </a:rPr>
              <a:t>2024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635" cy="10287000"/>
          </a:xfrm>
          <a:custGeom>
            <a:avLst/>
            <a:gdLst/>
            <a:ahLst/>
            <a:cxnLst/>
            <a:rect l="l" t="t" r="r" b="b"/>
            <a:pathLst>
              <a:path w="9144635" h="10287000">
                <a:moveTo>
                  <a:pt x="9144254" y="0"/>
                </a:moveTo>
                <a:lnTo>
                  <a:pt x="0" y="0"/>
                </a:lnTo>
                <a:lnTo>
                  <a:pt x="0" y="10287000"/>
                </a:lnTo>
                <a:lnTo>
                  <a:pt x="9144254" y="10287000"/>
                </a:lnTo>
                <a:lnTo>
                  <a:pt x="9144254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258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solidFill>
                  <a:srgbClr val="173360"/>
                </a:solidFill>
              </a:rPr>
              <a:t>Agenda</a:t>
            </a:r>
            <a:endParaRPr sz="6000"/>
          </a:p>
        </p:txBody>
      </p:sp>
      <p:sp>
        <p:nvSpPr>
          <p:cNvPr id="5" name="object 5" descr=""/>
          <p:cNvSpPr txBox="1"/>
          <p:nvPr/>
        </p:nvSpPr>
        <p:spPr>
          <a:xfrm>
            <a:off x="749300" y="3180334"/>
            <a:ext cx="4014470" cy="235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사용</a:t>
            </a:r>
            <a:r>
              <a:rPr dirty="0" sz="3200" spc="-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173360"/>
                </a:solidFill>
                <a:latin typeface="Malgun Gothic"/>
                <a:cs typeface="Malgun Gothic"/>
              </a:rPr>
              <a:t>사례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표준</a:t>
            </a:r>
            <a:r>
              <a:rPr dirty="0" sz="3200" spc="-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173360"/>
                </a:solidFill>
                <a:latin typeface="Malgun Gothic"/>
                <a:cs typeface="Malgun Gothic"/>
              </a:rPr>
              <a:t>구성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Apache</a:t>
            </a:r>
            <a:r>
              <a:rPr dirty="0" sz="3200" spc="-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Kafka</a:t>
            </a:r>
            <a:r>
              <a:rPr dirty="0" sz="3200" spc="-25" b="1">
                <a:solidFill>
                  <a:srgbClr val="173360"/>
                </a:solidFill>
                <a:latin typeface="Malgun Gothic"/>
                <a:cs typeface="Malgun Gothic"/>
              </a:rPr>
              <a:t> 비교</a:t>
            </a:r>
            <a:endParaRPr sz="3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635" cy="10287000"/>
          </a:xfrm>
          <a:custGeom>
            <a:avLst/>
            <a:gdLst/>
            <a:ahLst/>
            <a:cxnLst/>
            <a:rect l="l" t="t" r="r" b="b"/>
            <a:pathLst>
              <a:path w="9144635" h="10287000">
                <a:moveTo>
                  <a:pt x="9144254" y="0"/>
                </a:moveTo>
                <a:lnTo>
                  <a:pt x="0" y="0"/>
                </a:lnTo>
                <a:lnTo>
                  <a:pt x="0" y="10287000"/>
                </a:lnTo>
                <a:lnTo>
                  <a:pt x="9144254" y="10287000"/>
                </a:lnTo>
                <a:lnTo>
                  <a:pt x="9144254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258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solidFill>
                  <a:srgbClr val="173360"/>
                </a:solidFill>
              </a:rPr>
              <a:t>Agenda</a:t>
            </a:r>
            <a:endParaRPr sz="6000"/>
          </a:p>
        </p:txBody>
      </p:sp>
      <p:sp>
        <p:nvSpPr>
          <p:cNvPr id="5" name="object 5" descr=""/>
          <p:cNvSpPr txBox="1"/>
          <p:nvPr/>
        </p:nvSpPr>
        <p:spPr>
          <a:xfrm>
            <a:off x="749300" y="3180334"/>
            <a:ext cx="4014470" cy="235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사용</a:t>
            </a:r>
            <a:r>
              <a:rPr dirty="0" sz="3200" spc="-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173360"/>
                </a:solidFill>
                <a:latin typeface="Malgun Gothic"/>
                <a:cs typeface="Malgun Gothic"/>
              </a:rPr>
              <a:t>사례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표준</a:t>
            </a:r>
            <a:r>
              <a:rPr dirty="0" sz="3200" spc="-1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구성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Apache</a:t>
            </a:r>
            <a:r>
              <a:rPr dirty="0" sz="3200" spc="-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 비교</a:t>
            </a:r>
            <a:endParaRPr sz="3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4463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173360"/>
                </a:solidFill>
              </a:rPr>
              <a:t>Confluent</a:t>
            </a:r>
            <a:r>
              <a:rPr dirty="0" sz="4800" spc="-4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대표</a:t>
            </a:r>
            <a:r>
              <a:rPr dirty="0" sz="4800" spc="-5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사용</a:t>
            </a:r>
            <a:r>
              <a:rPr dirty="0" sz="4800" spc="-55">
                <a:solidFill>
                  <a:srgbClr val="173360"/>
                </a:solidFill>
              </a:rPr>
              <a:t> </a:t>
            </a:r>
            <a:r>
              <a:rPr dirty="0" sz="4800" spc="-25">
                <a:solidFill>
                  <a:srgbClr val="173360"/>
                </a:solidFill>
              </a:rPr>
              <a:t>사례들</a:t>
            </a:r>
            <a:endParaRPr sz="4800"/>
          </a:p>
        </p:txBody>
      </p:sp>
      <p:sp>
        <p:nvSpPr>
          <p:cNvPr id="3" name="object 3" descr=""/>
          <p:cNvSpPr/>
          <p:nvPr/>
        </p:nvSpPr>
        <p:spPr>
          <a:xfrm>
            <a:off x="9309734" y="2767583"/>
            <a:ext cx="8092440" cy="6628130"/>
          </a:xfrm>
          <a:custGeom>
            <a:avLst/>
            <a:gdLst/>
            <a:ahLst/>
            <a:cxnLst/>
            <a:rect l="l" t="t" r="r" b="b"/>
            <a:pathLst>
              <a:path w="8092440" h="6628130">
                <a:moveTo>
                  <a:pt x="8006080" y="0"/>
                </a:moveTo>
                <a:lnTo>
                  <a:pt x="85851" y="0"/>
                </a:lnTo>
                <a:lnTo>
                  <a:pt x="52452" y="6752"/>
                </a:lnTo>
                <a:lnTo>
                  <a:pt x="25161" y="25161"/>
                </a:lnTo>
                <a:lnTo>
                  <a:pt x="6752" y="52452"/>
                </a:lnTo>
                <a:lnTo>
                  <a:pt x="0" y="85851"/>
                </a:lnTo>
                <a:lnTo>
                  <a:pt x="0" y="6541998"/>
                </a:lnTo>
                <a:lnTo>
                  <a:pt x="6752" y="6575411"/>
                </a:lnTo>
                <a:lnTo>
                  <a:pt x="25161" y="6602696"/>
                </a:lnTo>
                <a:lnTo>
                  <a:pt x="52452" y="6621092"/>
                </a:lnTo>
                <a:lnTo>
                  <a:pt x="85851" y="6627837"/>
                </a:lnTo>
                <a:lnTo>
                  <a:pt x="8006080" y="6627837"/>
                </a:lnTo>
                <a:lnTo>
                  <a:pt x="8039479" y="6621092"/>
                </a:lnTo>
                <a:lnTo>
                  <a:pt x="8066770" y="6602696"/>
                </a:lnTo>
                <a:lnTo>
                  <a:pt x="8085179" y="6575411"/>
                </a:lnTo>
                <a:lnTo>
                  <a:pt x="8091932" y="6541998"/>
                </a:lnTo>
                <a:lnTo>
                  <a:pt x="8091932" y="85851"/>
                </a:lnTo>
                <a:lnTo>
                  <a:pt x="8085179" y="52452"/>
                </a:lnTo>
                <a:lnTo>
                  <a:pt x="8066770" y="25161"/>
                </a:lnTo>
                <a:lnTo>
                  <a:pt x="8039479" y="6752"/>
                </a:lnTo>
                <a:lnTo>
                  <a:pt x="800608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5507715" y="3999052"/>
            <a:ext cx="1403985" cy="471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Smart</a:t>
            </a:r>
            <a:r>
              <a:rPr dirty="0" sz="1450" spc="-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Analytics</a:t>
            </a:r>
            <a:endParaRPr sz="1450">
              <a:latin typeface="Malgun Gothic"/>
              <a:cs typeface="Malgun Gothic"/>
            </a:endParaRPr>
          </a:p>
          <a:p>
            <a:pPr marL="710565">
              <a:lnSpc>
                <a:spcPct val="100000"/>
              </a:lnSpc>
              <a:spcBef>
                <a:spcPts val="15"/>
              </a:spcBef>
            </a:pP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(AI/ML)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86383" y="2767583"/>
            <a:ext cx="16005175" cy="6628130"/>
            <a:chOff x="886383" y="2767583"/>
            <a:chExt cx="16005175" cy="6628130"/>
          </a:xfrm>
        </p:grpSpPr>
        <p:sp>
          <p:nvSpPr>
            <p:cNvPr id="6" name="object 6" descr=""/>
            <p:cNvSpPr/>
            <p:nvPr/>
          </p:nvSpPr>
          <p:spPr>
            <a:xfrm>
              <a:off x="16484219" y="3476243"/>
              <a:ext cx="321945" cy="115570"/>
            </a:xfrm>
            <a:custGeom>
              <a:avLst/>
              <a:gdLst/>
              <a:ahLst/>
              <a:cxnLst/>
              <a:rect l="l" t="t" r="r" b="b"/>
              <a:pathLst>
                <a:path w="321944" h="115570">
                  <a:moveTo>
                    <a:pt x="0" y="115315"/>
                  </a:moveTo>
                  <a:lnTo>
                    <a:pt x="57530" y="57911"/>
                  </a:lnTo>
                  <a:lnTo>
                    <a:pt x="61975" y="53466"/>
                  </a:lnTo>
                  <a:lnTo>
                    <a:pt x="69469" y="52958"/>
                  </a:lnTo>
                  <a:lnTo>
                    <a:pt x="74421" y="57403"/>
                  </a:lnTo>
                  <a:lnTo>
                    <a:pt x="122809" y="96392"/>
                  </a:lnTo>
                  <a:lnTo>
                    <a:pt x="127888" y="100456"/>
                  </a:lnTo>
                  <a:lnTo>
                    <a:pt x="134746" y="100456"/>
                  </a:lnTo>
                  <a:lnTo>
                    <a:pt x="139319" y="95884"/>
                  </a:lnTo>
                  <a:lnTo>
                    <a:pt x="213232" y="28955"/>
                  </a:lnTo>
                  <a:lnTo>
                    <a:pt x="218186" y="24510"/>
                  </a:lnTo>
                  <a:lnTo>
                    <a:pt x="225171" y="24510"/>
                  </a:lnTo>
                  <a:lnTo>
                    <a:pt x="229742" y="28955"/>
                  </a:lnTo>
                  <a:lnTo>
                    <a:pt x="253111" y="48895"/>
                  </a:lnTo>
                  <a:lnTo>
                    <a:pt x="258063" y="53466"/>
                  </a:lnTo>
                  <a:lnTo>
                    <a:pt x="265048" y="52958"/>
                  </a:lnTo>
                  <a:lnTo>
                    <a:pt x="270128" y="48386"/>
                  </a:lnTo>
                  <a:lnTo>
                    <a:pt x="321436" y="0"/>
                  </a:lnTo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400018" y="3363467"/>
              <a:ext cx="487045" cy="412750"/>
            </a:xfrm>
            <a:custGeom>
              <a:avLst/>
              <a:gdLst/>
              <a:ahLst/>
              <a:cxnLst/>
              <a:rect l="l" t="t" r="r" b="b"/>
              <a:pathLst>
                <a:path w="487044" h="412750">
                  <a:moveTo>
                    <a:pt x="351790" y="387857"/>
                  </a:moveTo>
                  <a:lnTo>
                    <a:pt x="135255" y="387857"/>
                  </a:lnTo>
                  <a:lnTo>
                    <a:pt x="135255" y="412750"/>
                  </a:lnTo>
                  <a:lnTo>
                    <a:pt x="351790" y="412750"/>
                  </a:lnTo>
                  <a:lnTo>
                    <a:pt x="351790" y="387857"/>
                  </a:lnTo>
                  <a:close/>
                </a:path>
                <a:path w="487044" h="412750">
                  <a:moveTo>
                    <a:pt x="297434" y="361823"/>
                  </a:moveTo>
                  <a:lnTo>
                    <a:pt x="189611" y="361823"/>
                  </a:lnTo>
                  <a:lnTo>
                    <a:pt x="189611" y="387857"/>
                  </a:lnTo>
                  <a:lnTo>
                    <a:pt x="216535" y="387857"/>
                  </a:lnTo>
                  <a:lnTo>
                    <a:pt x="216535" y="362330"/>
                  </a:lnTo>
                  <a:lnTo>
                    <a:pt x="297434" y="362330"/>
                  </a:lnTo>
                  <a:lnTo>
                    <a:pt x="297434" y="361823"/>
                  </a:lnTo>
                  <a:close/>
                </a:path>
                <a:path w="487044" h="412750">
                  <a:moveTo>
                    <a:pt x="297434" y="362330"/>
                  </a:moveTo>
                  <a:lnTo>
                    <a:pt x="270891" y="362330"/>
                  </a:lnTo>
                  <a:lnTo>
                    <a:pt x="270891" y="387857"/>
                  </a:lnTo>
                  <a:lnTo>
                    <a:pt x="297434" y="387857"/>
                  </a:lnTo>
                  <a:lnTo>
                    <a:pt x="297434" y="362330"/>
                  </a:lnTo>
                  <a:close/>
                </a:path>
                <a:path w="487044" h="412750">
                  <a:moveTo>
                    <a:pt x="481076" y="0"/>
                  </a:moveTo>
                  <a:lnTo>
                    <a:pt x="5461" y="0"/>
                  </a:lnTo>
                  <a:lnTo>
                    <a:pt x="0" y="5968"/>
                  </a:lnTo>
                  <a:lnTo>
                    <a:pt x="0" y="12573"/>
                  </a:lnTo>
                  <a:lnTo>
                    <a:pt x="508" y="12573"/>
                  </a:lnTo>
                  <a:lnTo>
                    <a:pt x="508" y="356361"/>
                  </a:lnTo>
                  <a:lnTo>
                    <a:pt x="6476" y="361823"/>
                  </a:lnTo>
                  <a:lnTo>
                    <a:pt x="481076" y="361823"/>
                  </a:lnTo>
                  <a:lnTo>
                    <a:pt x="486537" y="356361"/>
                  </a:lnTo>
                  <a:lnTo>
                    <a:pt x="486537" y="336803"/>
                  </a:lnTo>
                  <a:lnTo>
                    <a:pt x="24892" y="336803"/>
                  </a:lnTo>
                  <a:lnTo>
                    <a:pt x="24892" y="25018"/>
                  </a:lnTo>
                  <a:lnTo>
                    <a:pt x="486537" y="25018"/>
                  </a:lnTo>
                  <a:lnTo>
                    <a:pt x="486537" y="5968"/>
                  </a:lnTo>
                  <a:lnTo>
                    <a:pt x="481076" y="0"/>
                  </a:lnTo>
                  <a:close/>
                </a:path>
                <a:path w="487044" h="412750">
                  <a:moveTo>
                    <a:pt x="486537" y="25018"/>
                  </a:moveTo>
                  <a:lnTo>
                    <a:pt x="461518" y="25018"/>
                  </a:lnTo>
                  <a:lnTo>
                    <a:pt x="461518" y="336803"/>
                  </a:lnTo>
                  <a:lnTo>
                    <a:pt x="486537" y="336803"/>
                  </a:lnTo>
                  <a:lnTo>
                    <a:pt x="486537" y="2501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400018" y="3363467"/>
              <a:ext cx="487045" cy="412750"/>
            </a:xfrm>
            <a:custGeom>
              <a:avLst/>
              <a:gdLst/>
              <a:ahLst/>
              <a:cxnLst/>
              <a:rect l="l" t="t" r="r" b="b"/>
              <a:pathLst>
                <a:path w="487044" h="412750">
                  <a:moveTo>
                    <a:pt x="24892" y="336803"/>
                  </a:moveTo>
                  <a:lnTo>
                    <a:pt x="24892" y="25018"/>
                  </a:lnTo>
                  <a:lnTo>
                    <a:pt x="461518" y="25018"/>
                  </a:lnTo>
                  <a:lnTo>
                    <a:pt x="461518" y="336803"/>
                  </a:lnTo>
                  <a:lnTo>
                    <a:pt x="24892" y="336803"/>
                  </a:lnTo>
                  <a:close/>
                </a:path>
                <a:path w="487044" h="412750">
                  <a:moveTo>
                    <a:pt x="0" y="12573"/>
                  </a:moveTo>
                  <a:lnTo>
                    <a:pt x="0" y="5968"/>
                  </a:lnTo>
                  <a:lnTo>
                    <a:pt x="5461" y="0"/>
                  </a:lnTo>
                  <a:lnTo>
                    <a:pt x="12446" y="0"/>
                  </a:lnTo>
                  <a:lnTo>
                    <a:pt x="474091" y="0"/>
                  </a:lnTo>
                  <a:lnTo>
                    <a:pt x="481076" y="0"/>
                  </a:lnTo>
                  <a:lnTo>
                    <a:pt x="486537" y="5968"/>
                  </a:lnTo>
                  <a:lnTo>
                    <a:pt x="486537" y="12573"/>
                  </a:lnTo>
                  <a:lnTo>
                    <a:pt x="486537" y="349376"/>
                  </a:lnTo>
                  <a:lnTo>
                    <a:pt x="486537" y="356361"/>
                  </a:lnTo>
                  <a:lnTo>
                    <a:pt x="481076" y="361823"/>
                  </a:lnTo>
                  <a:lnTo>
                    <a:pt x="474091" y="361823"/>
                  </a:lnTo>
                  <a:lnTo>
                    <a:pt x="297434" y="361823"/>
                  </a:lnTo>
                  <a:lnTo>
                    <a:pt x="297434" y="387857"/>
                  </a:lnTo>
                  <a:lnTo>
                    <a:pt x="351790" y="387857"/>
                  </a:lnTo>
                  <a:lnTo>
                    <a:pt x="351790" y="412750"/>
                  </a:lnTo>
                  <a:lnTo>
                    <a:pt x="135255" y="412750"/>
                  </a:lnTo>
                  <a:lnTo>
                    <a:pt x="135255" y="387857"/>
                  </a:lnTo>
                  <a:lnTo>
                    <a:pt x="189611" y="387857"/>
                  </a:lnTo>
                  <a:lnTo>
                    <a:pt x="189611" y="361823"/>
                  </a:lnTo>
                  <a:lnTo>
                    <a:pt x="12953" y="361823"/>
                  </a:lnTo>
                  <a:lnTo>
                    <a:pt x="6476" y="361823"/>
                  </a:lnTo>
                  <a:lnTo>
                    <a:pt x="508" y="356361"/>
                  </a:lnTo>
                  <a:lnTo>
                    <a:pt x="508" y="349376"/>
                  </a:lnTo>
                  <a:lnTo>
                    <a:pt x="508" y="12573"/>
                  </a:lnTo>
                  <a:lnTo>
                    <a:pt x="0" y="12573"/>
                  </a:lnTo>
                  <a:close/>
                </a:path>
                <a:path w="487044" h="412750">
                  <a:moveTo>
                    <a:pt x="270891" y="387857"/>
                  </a:moveTo>
                  <a:lnTo>
                    <a:pt x="270891" y="362330"/>
                  </a:lnTo>
                  <a:lnTo>
                    <a:pt x="216535" y="362330"/>
                  </a:lnTo>
                  <a:lnTo>
                    <a:pt x="216535" y="387857"/>
                  </a:lnTo>
                  <a:lnTo>
                    <a:pt x="270891" y="387857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86383" y="2767583"/>
              <a:ext cx="8092440" cy="6628130"/>
            </a:xfrm>
            <a:custGeom>
              <a:avLst/>
              <a:gdLst/>
              <a:ahLst/>
              <a:cxnLst/>
              <a:rect l="l" t="t" r="r" b="b"/>
              <a:pathLst>
                <a:path w="8092440" h="6628130">
                  <a:moveTo>
                    <a:pt x="8006029" y="0"/>
                  </a:moveTo>
                  <a:lnTo>
                    <a:pt x="85826" y="0"/>
                  </a:lnTo>
                  <a:lnTo>
                    <a:pt x="52420" y="6752"/>
                  </a:lnTo>
                  <a:lnTo>
                    <a:pt x="25139" y="25161"/>
                  </a:lnTo>
                  <a:lnTo>
                    <a:pt x="6745" y="52452"/>
                  </a:lnTo>
                  <a:lnTo>
                    <a:pt x="0" y="85851"/>
                  </a:lnTo>
                  <a:lnTo>
                    <a:pt x="0" y="6541998"/>
                  </a:lnTo>
                  <a:lnTo>
                    <a:pt x="6745" y="6575411"/>
                  </a:lnTo>
                  <a:lnTo>
                    <a:pt x="25139" y="6602696"/>
                  </a:lnTo>
                  <a:lnTo>
                    <a:pt x="52420" y="6621092"/>
                  </a:lnTo>
                  <a:lnTo>
                    <a:pt x="85826" y="6627837"/>
                  </a:lnTo>
                  <a:lnTo>
                    <a:pt x="8006029" y="6627837"/>
                  </a:lnTo>
                  <a:lnTo>
                    <a:pt x="8039481" y="6621092"/>
                  </a:lnTo>
                  <a:lnTo>
                    <a:pt x="8066766" y="6602696"/>
                  </a:lnTo>
                  <a:lnTo>
                    <a:pt x="8085146" y="6575411"/>
                  </a:lnTo>
                  <a:lnTo>
                    <a:pt x="8091881" y="6541998"/>
                  </a:lnTo>
                  <a:lnTo>
                    <a:pt x="8091881" y="85851"/>
                  </a:lnTo>
                  <a:lnTo>
                    <a:pt x="8085146" y="52452"/>
                  </a:lnTo>
                  <a:lnTo>
                    <a:pt x="8066766" y="25161"/>
                  </a:lnTo>
                  <a:lnTo>
                    <a:pt x="8039481" y="6752"/>
                  </a:lnTo>
                  <a:lnTo>
                    <a:pt x="8006029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659359" y="8370569"/>
            <a:ext cx="172720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Anomaly</a:t>
            </a:r>
            <a:r>
              <a:rPr dirty="0" sz="1450" spc="-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Detection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071093" y="6122288"/>
            <a:ext cx="131572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6385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Application Modernization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188065" y="6122288"/>
            <a:ext cx="861694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3545">
              <a:lnSpc>
                <a:spcPct val="100699"/>
              </a:lnSpc>
              <a:spcBef>
                <a:spcPts val="100"/>
              </a:spcBef>
            </a:pPr>
            <a:r>
              <a:rPr dirty="0" sz="1450" spc="-20" b="1">
                <a:solidFill>
                  <a:srgbClr val="173360"/>
                </a:solidFill>
                <a:latin typeface="Malgun Gothic"/>
                <a:cs typeface="Malgun Gothic"/>
              </a:rPr>
              <a:t>Data </a:t>
            </a: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Exchange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760320" y="8258936"/>
            <a:ext cx="2150745" cy="4711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IT</a:t>
            </a:r>
            <a:r>
              <a:rPr dirty="0" sz="1450" spc="-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Observability</a:t>
            </a:r>
            <a:r>
              <a:rPr dirty="0" sz="1450" spc="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&amp;</a:t>
            </a:r>
            <a:r>
              <a:rPr dirty="0" sz="1450" spc="-20" b="1">
                <a:solidFill>
                  <a:srgbClr val="173360"/>
                </a:solidFill>
                <a:latin typeface="Malgun Gothic"/>
                <a:cs typeface="Malgun Gothic"/>
              </a:rPr>
              <a:t> SIEM</a:t>
            </a:r>
            <a:endParaRPr sz="1450">
              <a:latin typeface="Malgun Gothic"/>
              <a:cs typeface="Malgun Gothic"/>
            </a:endParaRPr>
          </a:p>
          <a:p>
            <a:pPr marL="990600">
              <a:lnSpc>
                <a:spcPct val="100000"/>
              </a:lnSpc>
              <a:spcBef>
                <a:spcPts val="15"/>
              </a:spcBef>
            </a:pP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Optimization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629636" y="6122288"/>
            <a:ext cx="128143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0" marR="5080" indent="-216535">
              <a:lnSpc>
                <a:spcPct val="100699"/>
              </a:lnSpc>
              <a:spcBef>
                <a:spcPts val="100"/>
              </a:spcBef>
            </a:pP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Compliance</a:t>
            </a:r>
            <a:r>
              <a:rPr dirty="0" sz="1450" spc="-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spc="-50" b="1">
                <a:solidFill>
                  <a:srgbClr val="173360"/>
                </a:solidFill>
                <a:latin typeface="Malgun Gothic"/>
                <a:cs typeface="Malgun Gothic"/>
              </a:rPr>
              <a:t>&amp; </a:t>
            </a: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Regulations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41319" y="8258936"/>
            <a:ext cx="135191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Malgun Gothic"/>
                <a:cs typeface="Malgun Gothic"/>
              </a:rPr>
              <a:t>Microservice</a:t>
            </a:r>
            <a:r>
              <a:rPr dirty="0" sz="1450" spc="-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50" spc="-50" b="1">
                <a:solidFill>
                  <a:srgbClr val="FFFFFF"/>
                </a:solidFill>
                <a:latin typeface="Malgun Gothic"/>
                <a:cs typeface="Malgun Gothic"/>
              </a:rPr>
              <a:t>/ </a:t>
            </a:r>
            <a:r>
              <a:rPr dirty="0" sz="1450" b="1">
                <a:solidFill>
                  <a:srgbClr val="FFFFFF"/>
                </a:solidFill>
                <a:latin typeface="Malgun Gothic"/>
                <a:cs typeface="Malgun Gothic"/>
              </a:rPr>
              <a:t>Event </a:t>
            </a: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Sourcing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02841" y="8258936"/>
            <a:ext cx="92964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Streaming </a:t>
            </a:r>
            <a:r>
              <a:rPr dirty="0" sz="1450" spc="-25" b="1">
                <a:solidFill>
                  <a:srgbClr val="FFFFFF"/>
                </a:solidFill>
                <a:latin typeface="Malgun Gothic"/>
                <a:cs typeface="Malgun Gothic"/>
              </a:rPr>
              <a:t>ETL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02841" y="6125971"/>
            <a:ext cx="113030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1450" spc="-25" b="1">
                <a:solidFill>
                  <a:srgbClr val="FFFFFF"/>
                </a:solidFill>
                <a:latin typeface="Malgun Gothic"/>
                <a:cs typeface="Malgun Gothic"/>
              </a:rPr>
              <a:t>Log </a:t>
            </a: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Aggregation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435964" y="3999052"/>
            <a:ext cx="952500" cy="471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IoT</a:t>
            </a:r>
            <a:r>
              <a:rPr dirty="0" sz="1450" spc="-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/</a:t>
            </a:r>
            <a:r>
              <a:rPr dirty="0" sz="1450" spc="-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spc="-20" b="1">
                <a:solidFill>
                  <a:srgbClr val="173360"/>
                </a:solidFill>
                <a:latin typeface="Malgun Gothic"/>
                <a:cs typeface="Malgun Gothic"/>
              </a:rPr>
              <a:t>Edge</a:t>
            </a:r>
            <a:endParaRPr sz="1450">
              <a:latin typeface="Malgun Gothic"/>
              <a:cs typeface="Malgun Gothic"/>
            </a:endParaRPr>
          </a:p>
          <a:p>
            <a:pPr marL="147955">
              <a:lnSpc>
                <a:spcPct val="100000"/>
              </a:lnSpc>
              <a:spcBef>
                <a:spcPts val="15"/>
              </a:spcBef>
            </a:pP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Analytics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319129" y="8258936"/>
            <a:ext cx="72961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4945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Cyber Security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73963" y="2207514"/>
            <a:ext cx="324167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DATA</a:t>
            </a:r>
            <a:r>
              <a:rPr dirty="0" sz="1450" spc="-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INFRASTRUCTURE</a:t>
            </a:r>
            <a:r>
              <a:rPr dirty="0" sz="1450" spc="-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USE</a:t>
            </a:r>
            <a:r>
              <a:rPr dirty="0" sz="1450" spc="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CASES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4147418" y="2207514"/>
            <a:ext cx="321500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BUSINESS</a:t>
            </a:r>
            <a:r>
              <a:rPr dirty="0" sz="1450" spc="-1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APPLICATION</a:t>
            </a:r>
            <a:r>
              <a:rPr dirty="0" sz="145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173360"/>
                </a:solidFill>
                <a:latin typeface="Malgun Gothic"/>
                <a:cs typeface="Malgun Gothic"/>
              </a:rPr>
              <a:t>USE</a:t>
            </a:r>
            <a:r>
              <a:rPr dirty="0" sz="1450" spc="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CASES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02841" y="3999052"/>
            <a:ext cx="809625" cy="471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20" b="1">
                <a:solidFill>
                  <a:srgbClr val="FFFFFF"/>
                </a:solidFill>
                <a:latin typeface="Malgun Gothic"/>
                <a:cs typeface="Malgun Gothic"/>
              </a:rPr>
              <a:t>Data</a:t>
            </a:r>
            <a:endParaRPr sz="1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Pipelines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222235" y="4274820"/>
            <a:ext cx="3923665" cy="3923665"/>
            <a:chOff x="7222235" y="4274820"/>
            <a:chExt cx="3923665" cy="3923665"/>
          </a:xfrm>
        </p:grpSpPr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2235" y="4274820"/>
              <a:ext cx="3923537" cy="3923537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7760461" y="4697476"/>
              <a:ext cx="2769235" cy="2769235"/>
            </a:xfrm>
            <a:custGeom>
              <a:avLst/>
              <a:gdLst/>
              <a:ahLst/>
              <a:cxnLst/>
              <a:rect l="l" t="t" r="r" b="b"/>
              <a:pathLst>
                <a:path w="2769234" h="2769234">
                  <a:moveTo>
                    <a:pt x="1384427" y="0"/>
                  </a:moveTo>
                  <a:lnTo>
                    <a:pt x="1335819" y="837"/>
                  </a:lnTo>
                  <a:lnTo>
                    <a:pt x="1287633" y="3330"/>
                  </a:lnTo>
                  <a:lnTo>
                    <a:pt x="1239896" y="7453"/>
                  </a:lnTo>
                  <a:lnTo>
                    <a:pt x="1192634" y="13176"/>
                  </a:lnTo>
                  <a:lnTo>
                    <a:pt x="1145875" y="20474"/>
                  </a:lnTo>
                  <a:lnTo>
                    <a:pt x="1099648" y="29318"/>
                  </a:lnTo>
                  <a:lnTo>
                    <a:pt x="1053979" y="39681"/>
                  </a:lnTo>
                  <a:lnTo>
                    <a:pt x="1008895" y="51535"/>
                  </a:lnTo>
                  <a:lnTo>
                    <a:pt x="964424" y="64854"/>
                  </a:lnTo>
                  <a:lnTo>
                    <a:pt x="920594" y="79609"/>
                  </a:lnTo>
                  <a:lnTo>
                    <a:pt x="877432" y="95773"/>
                  </a:lnTo>
                  <a:lnTo>
                    <a:pt x="834966" y="113319"/>
                  </a:lnTo>
                  <a:lnTo>
                    <a:pt x="793222" y="132220"/>
                  </a:lnTo>
                  <a:lnTo>
                    <a:pt x="752229" y="152446"/>
                  </a:lnTo>
                  <a:lnTo>
                    <a:pt x="712014" y="173973"/>
                  </a:lnTo>
                  <a:lnTo>
                    <a:pt x="672603" y="196771"/>
                  </a:lnTo>
                  <a:lnTo>
                    <a:pt x="634026" y="220814"/>
                  </a:lnTo>
                  <a:lnTo>
                    <a:pt x="596308" y="246073"/>
                  </a:lnTo>
                  <a:lnTo>
                    <a:pt x="559478" y="272522"/>
                  </a:lnTo>
                  <a:lnTo>
                    <a:pt x="523563" y="300133"/>
                  </a:lnTo>
                  <a:lnTo>
                    <a:pt x="488591" y="328879"/>
                  </a:lnTo>
                  <a:lnTo>
                    <a:pt x="454588" y="358731"/>
                  </a:lnTo>
                  <a:lnTo>
                    <a:pt x="421583" y="389664"/>
                  </a:lnTo>
                  <a:lnTo>
                    <a:pt x="389602" y="421648"/>
                  </a:lnTo>
                  <a:lnTo>
                    <a:pt x="358674" y="454658"/>
                  </a:lnTo>
                  <a:lnTo>
                    <a:pt x="328825" y="488665"/>
                  </a:lnTo>
                  <a:lnTo>
                    <a:pt x="300084" y="523641"/>
                  </a:lnTo>
                  <a:lnTo>
                    <a:pt x="272477" y="559560"/>
                  </a:lnTo>
                  <a:lnTo>
                    <a:pt x="246031" y="596394"/>
                  </a:lnTo>
                  <a:lnTo>
                    <a:pt x="220776" y="634115"/>
                  </a:lnTo>
                  <a:lnTo>
                    <a:pt x="196737" y="672696"/>
                  </a:lnTo>
                  <a:lnTo>
                    <a:pt x="173942" y="712110"/>
                  </a:lnTo>
                  <a:lnTo>
                    <a:pt x="152419" y="752329"/>
                  </a:lnTo>
                  <a:lnTo>
                    <a:pt x="132196" y="793326"/>
                  </a:lnTo>
                  <a:lnTo>
                    <a:pt x="113299" y="835072"/>
                  </a:lnTo>
                  <a:lnTo>
                    <a:pt x="95756" y="877542"/>
                  </a:lnTo>
                  <a:lnTo>
                    <a:pt x="79594" y="920707"/>
                  </a:lnTo>
                  <a:lnTo>
                    <a:pt x="64842" y="964539"/>
                  </a:lnTo>
                  <a:lnTo>
                    <a:pt x="51526" y="1009012"/>
                  </a:lnTo>
                  <a:lnTo>
                    <a:pt x="39673" y="1054098"/>
                  </a:lnTo>
                  <a:lnTo>
                    <a:pt x="29312" y="1099769"/>
                  </a:lnTo>
                  <a:lnTo>
                    <a:pt x="20470" y="1145998"/>
                  </a:lnTo>
                  <a:lnTo>
                    <a:pt x="13174" y="1192758"/>
                  </a:lnTo>
                  <a:lnTo>
                    <a:pt x="7451" y="1240021"/>
                  </a:lnTo>
                  <a:lnTo>
                    <a:pt x="3330" y="1287760"/>
                  </a:lnTo>
                  <a:lnTo>
                    <a:pt x="837" y="1335946"/>
                  </a:lnTo>
                  <a:lnTo>
                    <a:pt x="0" y="1384553"/>
                  </a:lnTo>
                  <a:lnTo>
                    <a:pt x="837" y="1433161"/>
                  </a:lnTo>
                  <a:lnTo>
                    <a:pt x="3330" y="1481347"/>
                  </a:lnTo>
                  <a:lnTo>
                    <a:pt x="7451" y="1529084"/>
                  </a:lnTo>
                  <a:lnTo>
                    <a:pt x="13174" y="1576346"/>
                  </a:lnTo>
                  <a:lnTo>
                    <a:pt x="20470" y="1623105"/>
                  </a:lnTo>
                  <a:lnTo>
                    <a:pt x="29312" y="1669332"/>
                  </a:lnTo>
                  <a:lnTo>
                    <a:pt x="39673" y="1715001"/>
                  </a:lnTo>
                  <a:lnTo>
                    <a:pt x="51526" y="1760085"/>
                  </a:lnTo>
                  <a:lnTo>
                    <a:pt x="64842" y="1804556"/>
                  </a:lnTo>
                  <a:lnTo>
                    <a:pt x="79594" y="1848386"/>
                  </a:lnTo>
                  <a:lnTo>
                    <a:pt x="95756" y="1891548"/>
                  </a:lnTo>
                  <a:lnTo>
                    <a:pt x="113299" y="1934014"/>
                  </a:lnTo>
                  <a:lnTo>
                    <a:pt x="132196" y="1975758"/>
                  </a:lnTo>
                  <a:lnTo>
                    <a:pt x="152419" y="2016751"/>
                  </a:lnTo>
                  <a:lnTo>
                    <a:pt x="173942" y="2056966"/>
                  </a:lnTo>
                  <a:lnTo>
                    <a:pt x="196737" y="2096377"/>
                  </a:lnTo>
                  <a:lnTo>
                    <a:pt x="220776" y="2134954"/>
                  </a:lnTo>
                  <a:lnTo>
                    <a:pt x="246031" y="2172672"/>
                  </a:lnTo>
                  <a:lnTo>
                    <a:pt x="272477" y="2209502"/>
                  </a:lnTo>
                  <a:lnTo>
                    <a:pt x="300084" y="2245417"/>
                  </a:lnTo>
                  <a:lnTo>
                    <a:pt x="328825" y="2280389"/>
                  </a:lnTo>
                  <a:lnTo>
                    <a:pt x="358674" y="2314392"/>
                  </a:lnTo>
                  <a:lnTo>
                    <a:pt x="389602" y="2347397"/>
                  </a:lnTo>
                  <a:lnTo>
                    <a:pt x="421583" y="2379378"/>
                  </a:lnTo>
                  <a:lnTo>
                    <a:pt x="454588" y="2410306"/>
                  </a:lnTo>
                  <a:lnTo>
                    <a:pt x="488591" y="2440155"/>
                  </a:lnTo>
                  <a:lnTo>
                    <a:pt x="523563" y="2468896"/>
                  </a:lnTo>
                  <a:lnTo>
                    <a:pt x="559478" y="2496503"/>
                  </a:lnTo>
                  <a:lnTo>
                    <a:pt x="596308" y="2522949"/>
                  </a:lnTo>
                  <a:lnTo>
                    <a:pt x="634026" y="2548204"/>
                  </a:lnTo>
                  <a:lnTo>
                    <a:pt x="672603" y="2572243"/>
                  </a:lnTo>
                  <a:lnTo>
                    <a:pt x="712014" y="2595038"/>
                  </a:lnTo>
                  <a:lnTo>
                    <a:pt x="752229" y="2616561"/>
                  </a:lnTo>
                  <a:lnTo>
                    <a:pt x="793222" y="2636784"/>
                  </a:lnTo>
                  <a:lnTo>
                    <a:pt x="834966" y="2655681"/>
                  </a:lnTo>
                  <a:lnTo>
                    <a:pt x="877432" y="2673224"/>
                  </a:lnTo>
                  <a:lnTo>
                    <a:pt x="920594" y="2689386"/>
                  </a:lnTo>
                  <a:lnTo>
                    <a:pt x="964424" y="2704138"/>
                  </a:lnTo>
                  <a:lnTo>
                    <a:pt x="1008895" y="2717454"/>
                  </a:lnTo>
                  <a:lnTo>
                    <a:pt x="1053979" y="2729307"/>
                  </a:lnTo>
                  <a:lnTo>
                    <a:pt x="1099648" y="2739668"/>
                  </a:lnTo>
                  <a:lnTo>
                    <a:pt x="1145875" y="2748510"/>
                  </a:lnTo>
                  <a:lnTo>
                    <a:pt x="1192634" y="2755806"/>
                  </a:lnTo>
                  <a:lnTo>
                    <a:pt x="1239896" y="2761529"/>
                  </a:lnTo>
                  <a:lnTo>
                    <a:pt x="1287633" y="2765650"/>
                  </a:lnTo>
                  <a:lnTo>
                    <a:pt x="1335819" y="2768143"/>
                  </a:lnTo>
                  <a:lnTo>
                    <a:pt x="1384427" y="2768981"/>
                  </a:lnTo>
                  <a:lnTo>
                    <a:pt x="1433034" y="2768143"/>
                  </a:lnTo>
                  <a:lnTo>
                    <a:pt x="1481220" y="2765650"/>
                  </a:lnTo>
                  <a:lnTo>
                    <a:pt x="1528959" y="2761529"/>
                  </a:lnTo>
                  <a:lnTo>
                    <a:pt x="1576222" y="2755806"/>
                  </a:lnTo>
                  <a:lnTo>
                    <a:pt x="1622982" y="2748510"/>
                  </a:lnTo>
                  <a:lnTo>
                    <a:pt x="1669211" y="2739668"/>
                  </a:lnTo>
                  <a:lnTo>
                    <a:pt x="1714882" y="2729307"/>
                  </a:lnTo>
                  <a:lnTo>
                    <a:pt x="1759968" y="2717454"/>
                  </a:lnTo>
                  <a:lnTo>
                    <a:pt x="1804441" y="2704138"/>
                  </a:lnTo>
                  <a:lnTo>
                    <a:pt x="1848273" y="2689386"/>
                  </a:lnTo>
                  <a:lnTo>
                    <a:pt x="1891438" y="2673224"/>
                  </a:lnTo>
                  <a:lnTo>
                    <a:pt x="1933908" y="2655681"/>
                  </a:lnTo>
                  <a:lnTo>
                    <a:pt x="1975654" y="2636784"/>
                  </a:lnTo>
                  <a:lnTo>
                    <a:pt x="2016651" y="2616561"/>
                  </a:lnTo>
                  <a:lnTo>
                    <a:pt x="2056870" y="2595038"/>
                  </a:lnTo>
                  <a:lnTo>
                    <a:pt x="2096284" y="2572243"/>
                  </a:lnTo>
                  <a:lnTo>
                    <a:pt x="2134865" y="2548204"/>
                  </a:lnTo>
                  <a:lnTo>
                    <a:pt x="2172586" y="2522949"/>
                  </a:lnTo>
                  <a:lnTo>
                    <a:pt x="2209420" y="2496503"/>
                  </a:lnTo>
                  <a:lnTo>
                    <a:pt x="2245339" y="2468896"/>
                  </a:lnTo>
                  <a:lnTo>
                    <a:pt x="2280315" y="2440155"/>
                  </a:lnTo>
                  <a:lnTo>
                    <a:pt x="2314322" y="2410306"/>
                  </a:lnTo>
                  <a:lnTo>
                    <a:pt x="2347332" y="2379378"/>
                  </a:lnTo>
                  <a:lnTo>
                    <a:pt x="2379316" y="2347397"/>
                  </a:lnTo>
                  <a:lnTo>
                    <a:pt x="2410249" y="2314392"/>
                  </a:lnTo>
                  <a:lnTo>
                    <a:pt x="2440101" y="2280389"/>
                  </a:lnTo>
                  <a:lnTo>
                    <a:pt x="2468847" y="2245417"/>
                  </a:lnTo>
                  <a:lnTo>
                    <a:pt x="2496458" y="2209502"/>
                  </a:lnTo>
                  <a:lnTo>
                    <a:pt x="2522907" y="2172672"/>
                  </a:lnTo>
                  <a:lnTo>
                    <a:pt x="2548166" y="2134954"/>
                  </a:lnTo>
                  <a:lnTo>
                    <a:pt x="2572209" y="2096377"/>
                  </a:lnTo>
                  <a:lnTo>
                    <a:pt x="2595007" y="2056966"/>
                  </a:lnTo>
                  <a:lnTo>
                    <a:pt x="2616534" y="2016751"/>
                  </a:lnTo>
                  <a:lnTo>
                    <a:pt x="2636760" y="1975758"/>
                  </a:lnTo>
                  <a:lnTo>
                    <a:pt x="2655661" y="1934014"/>
                  </a:lnTo>
                  <a:lnTo>
                    <a:pt x="2673207" y="1891548"/>
                  </a:lnTo>
                  <a:lnTo>
                    <a:pt x="2689371" y="1848386"/>
                  </a:lnTo>
                  <a:lnTo>
                    <a:pt x="2704126" y="1804556"/>
                  </a:lnTo>
                  <a:lnTo>
                    <a:pt x="2717445" y="1760085"/>
                  </a:lnTo>
                  <a:lnTo>
                    <a:pt x="2729299" y="1715001"/>
                  </a:lnTo>
                  <a:lnTo>
                    <a:pt x="2739662" y="1669332"/>
                  </a:lnTo>
                  <a:lnTo>
                    <a:pt x="2748506" y="1623105"/>
                  </a:lnTo>
                  <a:lnTo>
                    <a:pt x="2755804" y="1576346"/>
                  </a:lnTo>
                  <a:lnTo>
                    <a:pt x="2761527" y="1529084"/>
                  </a:lnTo>
                  <a:lnTo>
                    <a:pt x="2765650" y="1481347"/>
                  </a:lnTo>
                  <a:lnTo>
                    <a:pt x="2768143" y="1433161"/>
                  </a:lnTo>
                  <a:lnTo>
                    <a:pt x="2768981" y="1384553"/>
                  </a:lnTo>
                  <a:lnTo>
                    <a:pt x="2768143" y="1335946"/>
                  </a:lnTo>
                  <a:lnTo>
                    <a:pt x="2765650" y="1287760"/>
                  </a:lnTo>
                  <a:lnTo>
                    <a:pt x="2761527" y="1240021"/>
                  </a:lnTo>
                  <a:lnTo>
                    <a:pt x="2755804" y="1192758"/>
                  </a:lnTo>
                  <a:lnTo>
                    <a:pt x="2748506" y="1145998"/>
                  </a:lnTo>
                  <a:lnTo>
                    <a:pt x="2739662" y="1099769"/>
                  </a:lnTo>
                  <a:lnTo>
                    <a:pt x="2729299" y="1054098"/>
                  </a:lnTo>
                  <a:lnTo>
                    <a:pt x="2717445" y="1009012"/>
                  </a:lnTo>
                  <a:lnTo>
                    <a:pt x="2704126" y="964539"/>
                  </a:lnTo>
                  <a:lnTo>
                    <a:pt x="2689371" y="920707"/>
                  </a:lnTo>
                  <a:lnTo>
                    <a:pt x="2673207" y="877542"/>
                  </a:lnTo>
                  <a:lnTo>
                    <a:pt x="2655661" y="835072"/>
                  </a:lnTo>
                  <a:lnTo>
                    <a:pt x="2636760" y="793326"/>
                  </a:lnTo>
                  <a:lnTo>
                    <a:pt x="2616534" y="752329"/>
                  </a:lnTo>
                  <a:lnTo>
                    <a:pt x="2595007" y="712110"/>
                  </a:lnTo>
                  <a:lnTo>
                    <a:pt x="2572209" y="672696"/>
                  </a:lnTo>
                  <a:lnTo>
                    <a:pt x="2548166" y="634115"/>
                  </a:lnTo>
                  <a:lnTo>
                    <a:pt x="2522907" y="596394"/>
                  </a:lnTo>
                  <a:lnTo>
                    <a:pt x="2496458" y="559560"/>
                  </a:lnTo>
                  <a:lnTo>
                    <a:pt x="2468847" y="523641"/>
                  </a:lnTo>
                  <a:lnTo>
                    <a:pt x="2440101" y="488665"/>
                  </a:lnTo>
                  <a:lnTo>
                    <a:pt x="2410249" y="454658"/>
                  </a:lnTo>
                  <a:lnTo>
                    <a:pt x="2379316" y="421648"/>
                  </a:lnTo>
                  <a:lnTo>
                    <a:pt x="2347332" y="389664"/>
                  </a:lnTo>
                  <a:lnTo>
                    <a:pt x="2314322" y="358731"/>
                  </a:lnTo>
                  <a:lnTo>
                    <a:pt x="2280315" y="328879"/>
                  </a:lnTo>
                  <a:lnTo>
                    <a:pt x="2245339" y="300133"/>
                  </a:lnTo>
                  <a:lnTo>
                    <a:pt x="2209420" y="272522"/>
                  </a:lnTo>
                  <a:lnTo>
                    <a:pt x="2172586" y="246073"/>
                  </a:lnTo>
                  <a:lnTo>
                    <a:pt x="2134865" y="220814"/>
                  </a:lnTo>
                  <a:lnTo>
                    <a:pt x="2096284" y="196771"/>
                  </a:lnTo>
                  <a:lnTo>
                    <a:pt x="2056870" y="173973"/>
                  </a:lnTo>
                  <a:lnTo>
                    <a:pt x="2016651" y="152446"/>
                  </a:lnTo>
                  <a:lnTo>
                    <a:pt x="1975654" y="132220"/>
                  </a:lnTo>
                  <a:lnTo>
                    <a:pt x="1933908" y="113319"/>
                  </a:lnTo>
                  <a:lnTo>
                    <a:pt x="1891438" y="95773"/>
                  </a:lnTo>
                  <a:lnTo>
                    <a:pt x="1848273" y="79609"/>
                  </a:lnTo>
                  <a:lnTo>
                    <a:pt x="1804441" y="64854"/>
                  </a:lnTo>
                  <a:lnTo>
                    <a:pt x="1759968" y="51535"/>
                  </a:lnTo>
                  <a:lnTo>
                    <a:pt x="1714882" y="39681"/>
                  </a:lnTo>
                  <a:lnTo>
                    <a:pt x="1669211" y="29318"/>
                  </a:lnTo>
                  <a:lnTo>
                    <a:pt x="1622982" y="20474"/>
                  </a:lnTo>
                  <a:lnTo>
                    <a:pt x="1576222" y="13176"/>
                  </a:lnTo>
                  <a:lnTo>
                    <a:pt x="1528959" y="7453"/>
                  </a:lnTo>
                  <a:lnTo>
                    <a:pt x="1481220" y="3330"/>
                  </a:lnTo>
                  <a:lnTo>
                    <a:pt x="1433034" y="837"/>
                  </a:lnTo>
                  <a:lnTo>
                    <a:pt x="1384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924546" y="4866512"/>
              <a:ext cx="2440940" cy="2438400"/>
            </a:xfrm>
            <a:custGeom>
              <a:avLst/>
              <a:gdLst/>
              <a:ahLst/>
              <a:cxnLst/>
              <a:rect l="l" t="t" r="r" b="b"/>
              <a:pathLst>
                <a:path w="2440940" h="2438400">
                  <a:moveTo>
                    <a:pt x="1965325" y="1191768"/>
                  </a:moveTo>
                  <a:lnTo>
                    <a:pt x="1918398" y="1188046"/>
                  </a:lnTo>
                  <a:lnTo>
                    <a:pt x="1871662" y="1185405"/>
                  </a:lnTo>
                  <a:lnTo>
                    <a:pt x="1779524" y="1181989"/>
                  </a:lnTo>
                  <a:lnTo>
                    <a:pt x="1587881" y="1180084"/>
                  </a:lnTo>
                  <a:lnTo>
                    <a:pt x="1315872" y="1174546"/>
                  </a:lnTo>
                  <a:lnTo>
                    <a:pt x="1261237" y="1174242"/>
                  </a:lnTo>
                  <a:lnTo>
                    <a:pt x="1261148" y="1094105"/>
                  </a:lnTo>
                  <a:lnTo>
                    <a:pt x="1261084" y="1064996"/>
                  </a:lnTo>
                  <a:lnTo>
                    <a:pt x="1260995" y="1050861"/>
                  </a:lnTo>
                  <a:lnTo>
                    <a:pt x="1260881" y="1033399"/>
                  </a:lnTo>
                  <a:lnTo>
                    <a:pt x="1260741" y="1012024"/>
                  </a:lnTo>
                  <a:lnTo>
                    <a:pt x="1260678" y="1006132"/>
                  </a:lnTo>
                  <a:lnTo>
                    <a:pt x="1260602" y="1000125"/>
                  </a:lnTo>
                  <a:lnTo>
                    <a:pt x="1260259" y="972820"/>
                  </a:lnTo>
                  <a:lnTo>
                    <a:pt x="1259078" y="908304"/>
                  </a:lnTo>
                  <a:lnTo>
                    <a:pt x="1257350" y="849503"/>
                  </a:lnTo>
                  <a:lnTo>
                    <a:pt x="1257300" y="847725"/>
                  </a:lnTo>
                  <a:lnTo>
                    <a:pt x="1253363" y="661797"/>
                  </a:lnTo>
                  <a:lnTo>
                    <a:pt x="1251597" y="614870"/>
                  </a:lnTo>
                  <a:lnTo>
                    <a:pt x="1249286" y="568134"/>
                  </a:lnTo>
                  <a:lnTo>
                    <a:pt x="1246606" y="521792"/>
                  </a:lnTo>
                  <a:lnTo>
                    <a:pt x="1243711" y="475996"/>
                  </a:lnTo>
                  <a:lnTo>
                    <a:pt x="1192784" y="475996"/>
                  </a:lnTo>
                  <a:lnTo>
                    <a:pt x="1189075" y="521792"/>
                  </a:lnTo>
                  <a:lnTo>
                    <a:pt x="1186472" y="568134"/>
                  </a:lnTo>
                  <a:lnTo>
                    <a:pt x="1184617" y="614870"/>
                  </a:lnTo>
                  <a:lnTo>
                    <a:pt x="1177163" y="847725"/>
                  </a:lnTo>
                  <a:lnTo>
                    <a:pt x="1175486" y="923886"/>
                  </a:lnTo>
                  <a:lnTo>
                    <a:pt x="1175258" y="1000125"/>
                  </a:lnTo>
                  <a:lnTo>
                    <a:pt x="1160005" y="965708"/>
                  </a:lnTo>
                  <a:lnTo>
                    <a:pt x="1144193" y="930427"/>
                  </a:lnTo>
                  <a:lnTo>
                    <a:pt x="1128776" y="894778"/>
                  </a:lnTo>
                  <a:lnTo>
                    <a:pt x="1114679" y="859282"/>
                  </a:lnTo>
                  <a:lnTo>
                    <a:pt x="1038352" y="689229"/>
                  </a:lnTo>
                  <a:lnTo>
                    <a:pt x="1018095" y="646684"/>
                  </a:lnTo>
                  <a:lnTo>
                    <a:pt x="978331" y="561606"/>
                  </a:lnTo>
                  <a:lnTo>
                    <a:pt x="958088" y="519049"/>
                  </a:lnTo>
                  <a:lnTo>
                    <a:pt x="909320" y="538607"/>
                  </a:lnTo>
                  <a:lnTo>
                    <a:pt x="924306" y="582676"/>
                  </a:lnTo>
                  <a:lnTo>
                    <a:pt x="939850" y="626668"/>
                  </a:lnTo>
                  <a:lnTo>
                    <a:pt x="955789" y="670648"/>
                  </a:lnTo>
                  <a:lnTo>
                    <a:pt x="971931" y="714629"/>
                  </a:lnTo>
                  <a:lnTo>
                    <a:pt x="1038352" y="888746"/>
                  </a:lnTo>
                  <a:lnTo>
                    <a:pt x="1052715" y="925055"/>
                  </a:lnTo>
                  <a:lnTo>
                    <a:pt x="1080744" y="997038"/>
                  </a:lnTo>
                  <a:lnTo>
                    <a:pt x="1095121" y="1033399"/>
                  </a:lnTo>
                  <a:lnTo>
                    <a:pt x="1067206" y="1006132"/>
                  </a:lnTo>
                  <a:lnTo>
                    <a:pt x="1011389" y="953109"/>
                  </a:lnTo>
                  <a:lnTo>
                    <a:pt x="983488" y="925830"/>
                  </a:lnTo>
                  <a:lnTo>
                    <a:pt x="850646" y="798703"/>
                  </a:lnTo>
                  <a:lnTo>
                    <a:pt x="815682" y="766762"/>
                  </a:lnTo>
                  <a:lnTo>
                    <a:pt x="780923" y="735393"/>
                  </a:lnTo>
                  <a:lnTo>
                    <a:pt x="745769" y="704418"/>
                  </a:lnTo>
                  <a:lnTo>
                    <a:pt x="709676" y="673608"/>
                  </a:lnTo>
                  <a:lnTo>
                    <a:pt x="674624" y="710692"/>
                  </a:lnTo>
                  <a:lnTo>
                    <a:pt x="797814" y="849503"/>
                  </a:lnTo>
                  <a:lnTo>
                    <a:pt x="924941" y="984504"/>
                  </a:lnTo>
                  <a:lnTo>
                    <a:pt x="951636" y="1012024"/>
                  </a:lnTo>
                  <a:lnTo>
                    <a:pt x="1005801" y="1066444"/>
                  </a:lnTo>
                  <a:lnTo>
                    <a:pt x="1032510" y="1094105"/>
                  </a:lnTo>
                  <a:lnTo>
                    <a:pt x="962507" y="1064996"/>
                  </a:lnTo>
                  <a:lnTo>
                    <a:pt x="926299" y="1050861"/>
                  </a:lnTo>
                  <a:lnTo>
                    <a:pt x="715645" y="972820"/>
                  </a:lnTo>
                  <a:lnTo>
                    <a:pt x="671652" y="957186"/>
                  </a:lnTo>
                  <a:lnTo>
                    <a:pt x="583704" y="923886"/>
                  </a:lnTo>
                  <a:lnTo>
                    <a:pt x="539623" y="908304"/>
                  </a:lnTo>
                  <a:lnTo>
                    <a:pt x="520014" y="957186"/>
                  </a:lnTo>
                  <a:lnTo>
                    <a:pt x="520293" y="957186"/>
                  </a:lnTo>
                  <a:lnTo>
                    <a:pt x="688213" y="1037209"/>
                  </a:lnTo>
                  <a:lnTo>
                    <a:pt x="860298" y="1113663"/>
                  </a:lnTo>
                  <a:lnTo>
                    <a:pt x="894461" y="1129436"/>
                  </a:lnTo>
                  <a:lnTo>
                    <a:pt x="929335" y="1144676"/>
                  </a:lnTo>
                  <a:lnTo>
                    <a:pt x="964895" y="1159548"/>
                  </a:lnTo>
                  <a:lnTo>
                    <a:pt x="1001141" y="1174242"/>
                  </a:lnTo>
                  <a:lnTo>
                    <a:pt x="962723" y="1174864"/>
                  </a:lnTo>
                  <a:lnTo>
                    <a:pt x="885126" y="1177569"/>
                  </a:lnTo>
                  <a:lnTo>
                    <a:pt x="660908" y="1181989"/>
                  </a:lnTo>
                  <a:lnTo>
                    <a:pt x="615124" y="1183779"/>
                  </a:lnTo>
                  <a:lnTo>
                    <a:pt x="475234" y="1191768"/>
                  </a:lnTo>
                  <a:lnTo>
                    <a:pt x="475234" y="1242695"/>
                  </a:lnTo>
                  <a:lnTo>
                    <a:pt x="522084" y="1246352"/>
                  </a:lnTo>
                  <a:lnTo>
                    <a:pt x="568782" y="1248956"/>
                  </a:lnTo>
                  <a:lnTo>
                    <a:pt x="846709" y="1258316"/>
                  </a:lnTo>
                  <a:lnTo>
                    <a:pt x="1175258" y="1262253"/>
                  </a:lnTo>
                  <a:lnTo>
                    <a:pt x="1175372" y="1305064"/>
                  </a:lnTo>
                  <a:lnTo>
                    <a:pt x="1175423" y="1320927"/>
                  </a:lnTo>
                  <a:lnTo>
                    <a:pt x="1175562" y="1338453"/>
                  </a:lnTo>
                  <a:lnTo>
                    <a:pt x="1175677" y="1353096"/>
                  </a:lnTo>
                  <a:lnTo>
                    <a:pt x="1176426" y="1424749"/>
                  </a:lnTo>
                  <a:lnTo>
                    <a:pt x="1177099" y="1470583"/>
                  </a:lnTo>
                  <a:lnTo>
                    <a:pt x="1178191" y="1536153"/>
                  </a:lnTo>
                  <a:lnTo>
                    <a:pt x="1179195" y="1590802"/>
                  </a:lnTo>
                  <a:lnTo>
                    <a:pt x="1185037" y="1776476"/>
                  </a:lnTo>
                  <a:lnTo>
                    <a:pt x="1186522" y="1822551"/>
                  </a:lnTo>
                  <a:lnTo>
                    <a:pt x="1188402" y="1869376"/>
                  </a:lnTo>
                  <a:lnTo>
                    <a:pt x="1190980" y="1915287"/>
                  </a:lnTo>
                  <a:lnTo>
                    <a:pt x="1191031" y="1916214"/>
                  </a:lnTo>
                  <a:lnTo>
                    <a:pt x="1194816" y="1962277"/>
                  </a:lnTo>
                  <a:lnTo>
                    <a:pt x="1243711" y="1962277"/>
                  </a:lnTo>
                  <a:lnTo>
                    <a:pt x="1246606" y="1916214"/>
                  </a:lnTo>
                  <a:lnTo>
                    <a:pt x="1249299" y="1869376"/>
                  </a:lnTo>
                  <a:lnTo>
                    <a:pt x="1251597" y="1822551"/>
                  </a:lnTo>
                  <a:lnTo>
                    <a:pt x="1253363" y="1776476"/>
                  </a:lnTo>
                  <a:lnTo>
                    <a:pt x="1257300" y="1590802"/>
                  </a:lnTo>
                  <a:lnTo>
                    <a:pt x="1259573" y="1552016"/>
                  </a:lnTo>
                  <a:lnTo>
                    <a:pt x="1260741" y="1512570"/>
                  </a:lnTo>
                  <a:lnTo>
                    <a:pt x="1261046" y="1484617"/>
                  </a:lnTo>
                  <a:lnTo>
                    <a:pt x="1261173" y="1473009"/>
                  </a:lnTo>
                  <a:lnTo>
                    <a:pt x="1261237" y="1434211"/>
                  </a:lnTo>
                  <a:lnTo>
                    <a:pt x="1276248" y="1470583"/>
                  </a:lnTo>
                  <a:lnTo>
                    <a:pt x="1291818" y="1506588"/>
                  </a:lnTo>
                  <a:lnTo>
                    <a:pt x="1323848" y="1578864"/>
                  </a:lnTo>
                  <a:lnTo>
                    <a:pt x="1400048" y="1747139"/>
                  </a:lnTo>
                  <a:lnTo>
                    <a:pt x="1420025" y="1789404"/>
                  </a:lnTo>
                  <a:lnTo>
                    <a:pt x="1439443" y="1831263"/>
                  </a:lnTo>
                  <a:lnTo>
                    <a:pt x="1459191" y="1873110"/>
                  </a:lnTo>
                  <a:lnTo>
                    <a:pt x="1480185" y="1915287"/>
                  </a:lnTo>
                  <a:lnTo>
                    <a:pt x="1525270" y="1897761"/>
                  </a:lnTo>
                  <a:lnTo>
                    <a:pt x="1509979" y="1853768"/>
                  </a:lnTo>
                  <a:lnTo>
                    <a:pt x="1477937" y="1765808"/>
                  </a:lnTo>
                  <a:lnTo>
                    <a:pt x="1462659" y="1721866"/>
                  </a:lnTo>
                  <a:lnTo>
                    <a:pt x="1398143" y="1547749"/>
                  </a:lnTo>
                  <a:lnTo>
                    <a:pt x="1383499" y="1511033"/>
                  </a:lnTo>
                  <a:lnTo>
                    <a:pt x="1369060" y="1474368"/>
                  </a:lnTo>
                  <a:lnTo>
                    <a:pt x="1354988" y="1437728"/>
                  </a:lnTo>
                  <a:lnTo>
                    <a:pt x="1353693" y="1434211"/>
                  </a:lnTo>
                  <a:lnTo>
                    <a:pt x="1341501" y="1401064"/>
                  </a:lnTo>
                  <a:lnTo>
                    <a:pt x="1369656" y="1428889"/>
                  </a:lnTo>
                  <a:lnTo>
                    <a:pt x="1398371" y="1456728"/>
                  </a:lnTo>
                  <a:lnTo>
                    <a:pt x="1456690" y="1512570"/>
                  </a:lnTo>
                  <a:lnTo>
                    <a:pt x="1593723" y="1639697"/>
                  </a:lnTo>
                  <a:lnTo>
                    <a:pt x="1696580" y="1732915"/>
                  </a:lnTo>
                  <a:lnTo>
                    <a:pt x="1732534" y="1764792"/>
                  </a:lnTo>
                  <a:lnTo>
                    <a:pt x="1765808" y="1729486"/>
                  </a:lnTo>
                  <a:lnTo>
                    <a:pt x="1642618" y="1590802"/>
                  </a:lnTo>
                  <a:lnTo>
                    <a:pt x="1515491" y="1453769"/>
                  </a:lnTo>
                  <a:lnTo>
                    <a:pt x="1487601" y="1424749"/>
                  </a:lnTo>
                  <a:lnTo>
                    <a:pt x="1464551" y="1401064"/>
                  </a:lnTo>
                  <a:lnTo>
                    <a:pt x="1431925" y="1367536"/>
                  </a:lnTo>
                  <a:lnTo>
                    <a:pt x="1403985" y="1338453"/>
                  </a:lnTo>
                  <a:lnTo>
                    <a:pt x="1477365" y="1367536"/>
                  </a:lnTo>
                  <a:lnTo>
                    <a:pt x="1514005" y="1381607"/>
                  </a:lnTo>
                  <a:lnTo>
                    <a:pt x="1724787" y="1459611"/>
                  </a:lnTo>
                  <a:lnTo>
                    <a:pt x="1768779" y="1474901"/>
                  </a:lnTo>
                  <a:lnTo>
                    <a:pt x="1856740" y="1506943"/>
                  </a:lnTo>
                  <a:lnTo>
                    <a:pt x="1900682" y="1522222"/>
                  </a:lnTo>
                  <a:lnTo>
                    <a:pt x="1918335" y="1477264"/>
                  </a:lnTo>
                  <a:lnTo>
                    <a:pt x="1750060" y="1397127"/>
                  </a:lnTo>
                  <a:lnTo>
                    <a:pt x="1619211" y="1338453"/>
                  </a:lnTo>
                  <a:lnTo>
                    <a:pt x="1437259" y="1258316"/>
                  </a:lnTo>
                  <a:lnTo>
                    <a:pt x="1475701" y="1257706"/>
                  </a:lnTo>
                  <a:lnTo>
                    <a:pt x="1554124" y="1255001"/>
                  </a:lnTo>
                  <a:lnTo>
                    <a:pt x="1779524" y="1250442"/>
                  </a:lnTo>
                  <a:lnTo>
                    <a:pt x="1825307" y="1248600"/>
                  </a:lnTo>
                  <a:lnTo>
                    <a:pt x="1869478" y="1246352"/>
                  </a:lnTo>
                  <a:lnTo>
                    <a:pt x="1869706" y="1246352"/>
                  </a:lnTo>
                  <a:lnTo>
                    <a:pt x="1965325" y="1240790"/>
                  </a:lnTo>
                  <a:lnTo>
                    <a:pt x="1965325" y="1191768"/>
                  </a:lnTo>
                  <a:close/>
                </a:path>
                <a:path w="2440940" h="2438400">
                  <a:moveTo>
                    <a:pt x="2440559" y="1219200"/>
                  </a:moveTo>
                  <a:lnTo>
                    <a:pt x="2439632" y="1181100"/>
                  </a:lnTo>
                  <a:lnTo>
                    <a:pt x="2436876" y="1130300"/>
                  </a:lnTo>
                  <a:lnTo>
                    <a:pt x="2432329" y="1079500"/>
                  </a:lnTo>
                  <a:lnTo>
                    <a:pt x="2426017" y="1041400"/>
                  </a:lnTo>
                  <a:lnTo>
                    <a:pt x="2417991" y="990600"/>
                  </a:lnTo>
                  <a:lnTo>
                    <a:pt x="2408263" y="939800"/>
                  </a:lnTo>
                  <a:lnTo>
                    <a:pt x="2396883" y="901700"/>
                  </a:lnTo>
                  <a:lnTo>
                    <a:pt x="2383879" y="850900"/>
                  </a:lnTo>
                  <a:lnTo>
                    <a:pt x="2369286" y="812800"/>
                  </a:lnTo>
                  <a:lnTo>
                    <a:pt x="2353145" y="774700"/>
                  </a:lnTo>
                  <a:lnTo>
                    <a:pt x="2335466" y="723900"/>
                  </a:lnTo>
                  <a:lnTo>
                    <a:pt x="2325116" y="703313"/>
                  </a:lnTo>
                  <a:lnTo>
                    <a:pt x="2325116" y="1219200"/>
                  </a:lnTo>
                  <a:lnTo>
                    <a:pt x="2324087" y="1270000"/>
                  </a:lnTo>
                  <a:lnTo>
                    <a:pt x="2321039" y="1320800"/>
                  </a:lnTo>
                  <a:lnTo>
                    <a:pt x="2316010" y="1371600"/>
                  </a:lnTo>
                  <a:lnTo>
                    <a:pt x="2309050" y="1409700"/>
                  </a:lnTo>
                  <a:lnTo>
                    <a:pt x="2300186" y="1460500"/>
                  </a:lnTo>
                  <a:lnTo>
                    <a:pt x="2289479" y="1498600"/>
                  </a:lnTo>
                  <a:lnTo>
                    <a:pt x="2276957" y="1549400"/>
                  </a:lnTo>
                  <a:lnTo>
                    <a:pt x="2262657" y="1587500"/>
                  </a:lnTo>
                  <a:lnTo>
                    <a:pt x="2246642" y="1638300"/>
                  </a:lnTo>
                  <a:lnTo>
                    <a:pt x="2228939" y="1676400"/>
                  </a:lnTo>
                  <a:lnTo>
                    <a:pt x="2209596" y="1714500"/>
                  </a:lnTo>
                  <a:lnTo>
                    <a:pt x="2188641" y="1752600"/>
                  </a:lnTo>
                  <a:lnTo>
                    <a:pt x="2166137" y="1790700"/>
                  </a:lnTo>
                  <a:lnTo>
                    <a:pt x="2142121" y="1828800"/>
                  </a:lnTo>
                  <a:lnTo>
                    <a:pt x="2116620" y="1866900"/>
                  </a:lnTo>
                  <a:lnTo>
                    <a:pt x="2089696" y="1905000"/>
                  </a:lnTo>
                  <a:lnTo>
                    <a:pt x="2061375" y="1943100"/>
                  </a:lnTo>
                  <a:lnTo>
                    <a:pt x="2031707" y="1968500"/>
                  </a:lnTo>
                  <a:lnTo>
                    <a:pt x="2000732" y="2006600"/>
                  </a:lnTo>
                  <a:lnTo>
                    <a:pt x="1968500" y="2032000"/>
                  </a:lnTo>
                  <a:lnTo>
                    <a:pt x="1935048" y="2070100"/>
                  </a:lnTo>
                  <a:lnTo>
                    <a:pt x="1900402" y="2095500"/>
                  </a:lnTo>
                  <a:lnTo>
                    <a:pt x="1864639" y="2120900"/>
                  </a:lnTo>
                  <a:lnTo>
                    <a:pt x="1827771" y="2146300"/>
                  </a:lnTo>
                  <a:lnTo>
                    <a:pt x="1789849" y="2171700"/>
                  </a:lnTo>
                  <a:lnTo>
                    <a:pt x="1750910" y="2197100"/>
                  </a:lnTo>
                  <a:lnTo>
                    <a:pt x="1711007" y="2209800"/>
                  </a:lnTo>
                  <a:lnTo>
                    <a:pt x="1670189" y="2235200"/>
                  </a:lnTo>
                  <a:lnTo>
                    <a:pt x="1628470" y="2247900"/>
                  </a:lnTo>
                  <a:lnTo>
                    <a:pt x="1585912" y="2273300"/>
                  </a:lnTo>
                  <a:lnTo>
                    <a:pt x="1498447" y="2298700"/>
                  </a:lnTo>
                  <a:lnTo>
                    <a:pt x="1453616" y="2298700"/>
                  </a:lnTo>
                  <a:lnTo>
                    <a:pt x="1361986" y="2324100"/>
                  </a:lnTo>
                  <a:lnTo>
                    <a:pt x="1078433" y="2324100"/>
                  </a:lnTo>
                  <a:lnTo>
                    <a:pt x="986802" y="2298700"/>
                  </a:lnTo>
                  <a:lnTo>
                    <a:pt x="941971" y="2298700"/>
                  </a:lnTo>
                  <a:lnTo>
                    <a:pt x="854506" y="2273300"/>
                  </a:lnTo>
                  <a:lnTo>
                    <a:pt x="811949" y="2247900"/>
                  </a:lnTo>
                  <a:lnTo>
                    <a:pt x="770229" y="2235200"/>
                  </a:lnTo>
                  <a:lnTo>
                    <a:pt x="729411" y="2209800"/>
                  </a:lnTo>
                  <a:lnTo>
                    <a:pt x="689508" y="2197100"/>
                  </a:lnTo>
                  <a:lnTo>
                    <a:pt x="650570" y="2171700"/>
                  </a:lnTo>
                  <a:lnTo>
                    <a:pt x="612648" y="2146300"/>
                  </a:lnTo>
                  <a:lnTo>
                    <a:pt x="575779" y="2120900"/>
                  </a:lnTo>
                  <a:lnTo>
                    <a:pt x="540016" y="2095500"/>
                  </a:lnTo>
                  <a:lnTo>
                    <a:pt x="505371" y="2070100"/>
                  </a:lnTo>
                  <a:lnTo>
                    <a:pt x="471919" y="2032000"/>
                  </a:lnTo>
                  <a:lnTo>
                    <a:pt x="439686" y="2006600"/>
                  </a:lnTo>
                  <a:lnTo>
                    <a:pt x="408711" y="1968500"/>
                  </a:lnTo>
                  <a:lnTo>
                    <a:pt x="379044" y="1943100"/>
                  </a:lnTo>
                  <a:lnTo>
                    <a:pt x="350723" y="1905000"/>
                  </a:lnTo>
                  <a:lnTo>
                    <a:pt x="323799" y="1866900"/>
                  </a:lnTo>
                  <a:lnTo>
                    <a:pt x="298297" y="1828800"/>
                  </a:lnTo>
                  <a:lnTo>
                    <a:pt x="274281" y="1790700"/>
                  </a:lnTo>
                  <a:lnTo>
                    <a:pt x="251777" y="1752600"/>
                  </a:lnTo>
                  <a:lnTo>
                    <a:pt x="230822" y="1714500"/>
                  </a:lnTo>
                  <a:lnTo>
                    <a:pt x="211480" y="1676400"/>
                  </a:lnTo>
                  <a:lnTo>
                    <a:pt x="193776" y="1638300"/>
                  </a:lnTo>
                  <a:lnTo>
                    <a:pt x="177761" y="1587500"/>
                  </a:lnTo>
                  <a:lnTo>
                    <a:pt x="163461" y="1549400"/>
                  </a:lnTo>
                  <a:lnTo>
                    <a:pt x="150939" y="1498600"/>
                  </a:lnTo>
                  <a:lnTo>
                    <a:pt x="140233" y="1460500"/>
                  </a:lnTo>
                  <a:lnTo>
                    <a:pt x="131368" y="1409700"/>
                  </a:lnTo>
                  <a:lnTo>
                    <a:pt x="124409" y="1371600"/>
                  </a:lnTo>
                  <a:lnTo>
                    <a:pt x="119380" y="1320800"/>
                  </a:lnTo>
                  <a:lnTo>
                    <a:pt x="116332" y="1270000"/>
                  </a:lnTo>
                  <a:lnTo>
                    <a:pt x="115316" y="1219200"/>
                  </a:lnTo>
                  <a:lnTo>
                    <a:pt x="116332" y="1181100"/>
                  </a:lnTo>
                  <a:lnTo>
                    <a:pt x="119380" y="1130300"/>
                  </a:lnTo>
                  <a:lnTo>
                    <a:pt x="124409" y="1079500"/>
                  </a:lnTo>
                  <a:lnTo>
                    <a:pt x="131368" y="1041400"/>
                  </a:lnTo>
                  <a:lnTo>
                    <a:pt x="140233" y="990600"/>
                  </a:lnTo>
                  <a:lnTo>
                    <a:pt x="150939" y="939800"/>
                  </a:lnTo>
                  <a:lnTo>
                    <a:pt x="163461" y="901700"/>
                  </a:lnTo>
                  <a:lnTo>
                    <a:pt x="177761" y="863600"/>
                  </a:lnTo>
                  <a:lnTo>
                    <a:pt x="193776" y="812800"/>
                  </a:lnTo>
                  <a:lnTo>
                    <a:pt x="211480" y="774700"/>
                  </a:lnTo>
                  <a:lnTo>
                    <a:pt x="230822" y="736600"/>
                  </a:lnTo>
                  <a:lnTo>
                    <a:pt x="251777" y="698500"/>
                  </a:lnTo>
                  <a:lnTo>
                    <a:pt x="274281" y="660400"/>
                  </a:lnTo>
                  <a:lnTo>
                    <a:pt x="298297" y="622300"/>
                  </a:lnTo>
                  <a:lnTo>
                    <a:pt x="323799" y="584200"/>
                  </a:lnTo>
                  <a:lnTo>
                    <a:pt x="350723" y="546100"/>
                  </a:lnTo>
                  <a:lnTo>
                    <a:pt x="379044" y="508000"/>
                  </a:lnTo>
                  <a:lnTo>
                    <a:pt x="408711" y="469900"/>
                  </a:lnTo>
                  <a:lnTo>
                    <a:pt x="439686" y="444500"/>
                  </a:lnTo>
                  <a:lnTo>
                    <a:pt x="471919" y="406400"/>
                  </a:lnTo>
                  <a:lnTo>
                    <a:pt x="505371" y="381000"/>
                  </a:lnTo>
                  <a:lnTo>
                    <a:pt x="540016" y="355600"/>
                  </a:lnTo>
                  <a:lnTo>
                    <a:pt x="575779" y="330200"/>
                  </a:lnTo>
                  <a:lnTo>
                    <a:pt x="612648" y="304800"/>
                  </a:lnTo>
                  <a:lnTo>
                    <a:pt x="650570" y="279400"/>
                  </a:lnTo>
                  <a:lnTo>
                    <a:pt x="689508" y="254000"/>
                  </a:lnTo>
                  <a:lnTo>
                    <a:pt x="729411" y="228600"/>
                  </a:lnTo>
                  <a:lnTo>
                    <a:pt x="811949" y="203200"/>
                  </a:lnTo>
                  <a:lnTo>
                    <a:pt x="854506" y="177800"/>
                  </a:lnTo>
                  <a:lnTo>
                    <a:pt x="986802" y="139700"/>
                  </a:lnTo>
                  <a:lnTo>
                    <a:pt x="1032306" y="139700"/>
                  </a:lnTo>
                  <a:lnTo>
                    <a:pt x="1078433" y="127000"/>
                  </a:lnTo>
                  <a:lnTo>
                    <a:pt x="1172438" y="127000"/>
                  </a:lnTo>
                  <a:lnTo>
                    <a:pt x="1220216" y="114300"/>
                  </a:lnTo>
                  <a:lnTo>
                    <a:pt x="1267980" y="127000"/>
                  </a:lnTo>
                  <a:lnTo>
                    <a:pt x="1361986" y="127000"/>
                  </a:lnTo>
                  <a:lnTo>
                    <a:pt x="1408112" y="139700"/>
                  </a:lnTo>
                  <a:lnTo>
                    <a:pt x="1453616" y="139700"/>
                  </a:lnTo>
                  <a:lnTo>
                    <a:pt x="1585912" y="177800"/>
                  </a:lnTo>
                  <a:lnTo>
                    <a:pt x="1628470" y="203200"/>
                  </a:lnTo>
                  <a:lnTo>
                    <a:pt x="1711007" y="228600"/>
                  </a:lnTo>
                  <a:lnTo>
                    <a:pt x="1750910" y="254000"/>
                  </a:lnTo>
                  <a:lnTo>
                    <a:pt x="1789849" y="279400"/>
                  </a:lnTo>
                  <a:lnTo>
                    <a:pt x="1827771" y="304800"/>
                  </a:lnTo>
                  <a:lnTo>
                    <a:pt x="1864639" y="330200"/>
                  </a:lnTo>
                  <a:lnTo>
                    <a:pt x="1900402" y="355600"/>
                  </a:lnTo>
                  <a:lnTo>
                    <a:pt x="1935048" y="381000"/>
                  </a:lnTo>
                  <a:lnTo>
                    <a:pt x="1968500" y="406400"/>
                  </a:lnTo>
                  <a:lnTo>
                    <a:pt x="2000732" y="444500"/>
                  </a:lnTo>
                  <a:lnTo>
                    <a:pt x="2031707" y="469900"/>
                  </a:lnTo>
                  <a:lnTo>
                    <a:pt x="2061375" y="508000"/>
                  </a:lnTo>
                  <a:lnTo>
                    <a:pt x="2089696" y="546100"/>
                  </a:lnTo>
                  <a:lnTo>
                    <a:pt x="2116620" y="584200"/>
                  </a:lnTo>
                  <a:lnTo>
                    <a:pt x="2142121" y="622300"/>
                  </a:lnTo>
                  <a:lnTo>
                    <a:pt x="2166137" y="660400"/>
                  </a:lnTo>
                  <a:lnTo>
                    <a:pt x="2188641" y="698500"/>
                  </a:lnTo>
                  <a:lnTo>
                    <a:pt x="2209596" y="736600"/>
                  </a:lnTo>
                  <a:lnTo>
                    <a:pt x="2228939" y="774700"/>
                  </a:lnTo>
                  <a:lnTo>
                    <a:pt x="2246642" y="812800"/>
                  </a:lnTo>
                  <a:lnTo>
                    <a:pt x="2262657" y="863600"/>
                  </a:lnTo>
                  <a:lnTo>
                    <a:pt x="2276957" y="901700"/>
                  </a:lnTo>
                  <a:lnTo>
                    <a:pt x="2289479" y="939800"/>
                  </a:lnTo>
                  <a:lnTo>
                    <a:pt x="2300186" y="990600"/>
                  </a:lnTo>
                  <a:lnTo>
                    <a:pt x="2309050" y="1041400"/>
                  </a:lnTo>
                  <a:lnTo>
                    <a:pt x="2316010" y="1079500"/>
                  </a:lnTo>
                  <a:lnTo>
                    <a:pt x="2321039" y="1130300"/>
                  </a:lnTo>
                  <a:lnTo>
                    <a:pt x="2324087" y="1181100"/>
                  </a:lnTo>
                  <a:lnTo>
                    <a:pt x="2325116" y="1219200"/>
                  </a:lnTo>
                  <a:lnTo>
                    <a:pt x="2325116" y="703313"/>
                  </a:lnTo>
                  <a:lnTo>
                    <a:pt x="2295715" y="647700"/>
                  </a:lnTo>
                  <a:lnTo>
                    <a:pt x="2273693" y="609600"/>
                  </a:lnTo>
                  <a:lnTo>
                    <a:pt x="2250287" y="571500"/>
                  </a:lnTo>
                  <a:lnTo>
                    <a:pt x="2225522" y="533400"/>
                  </a:lnTo>
                  <a:lnTo>
                    <a:pt x="2199449" y="495300"/>
                  </a:lnTo>
                  <a:lnTo>
                    <a:pt x="2172106" y="457200"/>
                  </a:lnTo>
                  <a:lnTo>
                    <a:pt x="2143506" y="431800"/>
                  </a:lnTo>
                  <a:lnTo>
                    <a:pt x="2113686" y="393700"/>
                  </a:lnTo>
                  <a:lnTo>
                    <a:pt x="2082698" y="368300"/>
                  </a:lnTo>
                  <a:lnTo>
                    <a:pt x="2050567" y="330200"/>
                  </a:lnTo>
                  <a:lnTo>
                    <a:pt x="2017318" y="304800"/>
                  </a:lnTo>
                  <a:lnTo>
                    <a:pt x="1983003" y="279400"/>
                  </a:lnTo>
                  <a:lnTo>
                    <a:pt x="1947633" y="241300"/>
                  </a:lnTo>
                  <a:lnTo>
                    <a:pt x="1911261" y="215900"/>
                  </a:lnTo>
                  <a:lnTo>
                    <a:pt x="1873923" y="190500"/>
                  </a:lnTo>
                  <a:lnTo>
                    <a:pt x="1835632" y="177800"/>
                  </a:lnTo>
                  <a:lnTo>
                    <a:pt x="1796453" y="152400"/>
                  </a:lnTo>
                  <a:lnTo>
                    <a:pt x="1756397" y="127000"/>
                  </a:lnTo>
                  <a:lnTo>
                    <a:pt x="1715490" y="114300"/>
                  </a:lnTo>
                  <a:lnTo>
                    <a:pt x="1673796" y="88900"/>
                  </a:lnTo>
                  <a:lnTo>
                    <a:pt x="1499666" y="38100"/>
                  </a:lnTo>
                  <a:lnTo>
                    <a:pt x="1454467" y="25400"/>
                  </a:lnTo>
                  <a:lnTo>
                    <a:pt x="1408671" y="25400"/>
                  </a:lnTo>
                  <a:lnTo>
                    <a:pt x="1362316" y="12700"/>
                  </a:lnTo>
                  <a:lnTo>
                    <a:pt x="1268056" y="12700"/>
                  </a:lnTo>
                  <a:lnTo>
                    <a:pt x="1220216" y="0"/>
                  </a:lnTo>
                  <a:lnTo>
                    <a:pt x="1172375" y="12700"/>
                  </a:lnTo>
                  <a:lnTo>
                    <a:pt x="1078128" y="12700"/>
                  </a:lnTo>
                  <a:lnTo>
                    <a:pt x="1031773" y="25400"/>
                  </a:lnTo>
                  <a:lnTo>
                    <a:pt x="985989" y="25400"/>
                  </a:lnTo>
                  <a:lnTo>
                    <a:pt x="940803" y="38100"/>
                  </a:lnTo>
                  <a:lnTo>
                    <a:pt x="766686" y="88900"/>
                  </a:lnTo>
                  <a:lnTo>
                    <a:pt x="725004" y="114300"/>
                  </a:lnTo>
                  <a:lnTo>
                    <a:pt x="684110" y="127000"/>
                  </a:lnTo>
                  <a:lnTo>
                    <a:pt x="644055" y="152400"/>
                  </a:lnTo>
                  <a:lnTo>
                    <a:pt x="604875" y="177800"/>
                  </a:lnTo>
                  <a:lnTo>
                    <a:pt x="566597" y="190500"/>
                  </a:lnTo>
                  <a:lnTo>
                    <a:pt x="529247" y="215900"/>
                  </a:lnTo>
                  <a:lnTo>
                    <a:pt x="492887" y="241300"/>
                  </a:lnTo>
                  <a:lnTo>
                    <a:pt x="457530" y="279400"/>
                  </a:lnTo>
                  <a:lnTo>
                    <a:pt x="423202" y="304800"/>
                  </a:lnTo>
                  <a:lnTo>
                    <a:pt x="389966" y="330200"/>
                  </a:lnTo>
                  <a:lnTo>
                    <a:pt x="357835" y="368300"/>
                  </a:lnTo>
                  <a:lnTo>
                    <a:pt x="326847" y="393700"/>
                  </a:lnTo>
                  <a:lnTo>
                    <a:pt x="297027" y="431800"/>
                  </a:lnTo>
                  <a:lnTo>
                    <a:pt x="268439" y="469900"/>
                  </a:lnTo>
                  <a:lnTo>
                    <a:pt x="241084" y="495300"/>
                  </a:lnTo>
                  <a:lnTo>
                    <a:pt x="215011" y="533400"/>
                  </a:lnTo>
                  <a:lnTo>
                    <a:pt x="190258" y="571500"/>
                  </a:lnTo>
                  <a:lnTo>
                    <a:pt x="166852" y="609600"/>
                  </a:lnTo>
                  <a:lnTo>
                    <a:pt x="144830" y="647700"/>
                  </a:lnTo>
                  <a:lnTo>
                    <a:pt x="124231" y="685800"/>
                  </a:lnTo>
                  <a:lnTo>
                    <a:pt x="105067" y="736600"/>
                  </a:lnTo>
                  <a:lnTo>
                    <a:pt x="87401" y="774700"/>
                  </a:lnTo>
                  <a:lnTo>
                    <a:pt x="71259" y="812800"/>
                  </a:lnTo>
                  <a:lnTo>
                    <a:pt x="56667" y="863600"/>
                  </a:lnTo>
                  <a:lnTo>
                    <a:pt x="43662" y="901700"/>
                  </a:lnTo>
                  <a:lnTo>
                    <a:pt x="32283" y="952500"/>
                  </a:lnTo>
                  <a:lnTo>
                    <a:pt x="22555" y="990600"/>
                  </a:lnTo>
                  <a:lnTo>
                    <a:pt x="14528" y="1041400"/>
                  </a:lnTo>
                  <a:lnTo>
                    <a:pt x="8216" y="1079500"/>
                  </a:lnTo>
                  <a:lnTo>
                    <a:pt x="3670" y="1130300"/>
                  </a:lnTo>
                  <a:lnTo>
                    <a:pt x="914" y="1181100"/>
                  </a:lnTo>
                  <a:lnTo>
                    <a:pt x="0" y="1231900"/>
                  </a:lnTo>
                  <a:lnTo>
                    <a:pt x="914" y="1270000"/>
                  </a:lnTo>
                  <a:lnTo>
                    <a:pt x="3670" y="1320800"/>
                  </a:lnTo>
                  <a:lnTo>
                    <a:pt x="8216" y="1371600"/>
                  </a:lnTo>
                  <a:lnTo>
                    <a:pt x="14528" y="1409700"/>
                  </a:lnTo>
                  <a:lnTo>
                    <a:pt x="22555" y="1460500"/>
                  </a:lnTo>
                  <a:lnTo>
                    <a:pt x="32283" y="1511300"/>
                  </a:lnTo>
                  <a:lnTo>
                    <a:pt x="43662" y="1549400"/>
                  </a:lnTo>
                  <a:lnTo>
                    <a:pt x="56667" y="1600200"/>
                  </a:lnTo>
                  <a:lnTo>
                    <a:pt x="71259" y="1638300"/>
                  </a:lnTo>
                  <a:lnTo>
                    <a:pt x="87401" y="1676400"/>
                  </a:lnTo>
                  <a:lnTo>
                    <a:pt x="105067" y="1727200"/>
                  </a:lnTo>
                  <a:lnTo>
                    <a:pt x="124231" y="1765300"/>
                  </a:lnTo>
                  <a:lnTo>
                    <a:pt x="144830" y="1803400"/>
                  </a:lnTo>
                  <a:lnTo>
                    <a:pt x="166852" y="1841500"/>
                  </a:lnTo>
                  <a:lnTo>
                    <a:pt x="190258" y="1879600"/>
                  </a:lnTo>
                  <a:lnTo>
                    <a:pt x="215011" y="1917700"/>
                  </a:lnTo>
                  <a:lnTo>
                    <a:pt x="241084" y="1955800"/>
                  </a:lnTo>
                  <a:lnTo>
                    <a:pt x="268439" y="1993900"/>
                  </a:lnTo>
                  <a:lnTo>
                    <a:pt x="297027" y="2019300"/>
                  </a:lnTo>
                  <a:lnTo>
                    <a:pt x="326847" y="2057400"/>
                  </a:lnTo>
                  <a:lnTo>
                    <a:pt x="357835" y="2082800"/>
                  </a:lnTo>
                  <a:lnTo>
                    <a:pt x="389966" y="2120900"/>
                  </a:lnTo>
                  <a:lnTo>
                    <a:pt x="423202" y="2146300"/>
                  </a:lnTo>
                  <a:lnTo>
                    <a:pt x="457530" y="2171700"/>
                  </a:lnTo>
                  <a:lnTo>
                    <a:pt x="492887" y="2209800"/>
                  </a:lnTo>
                  <a:lnTo>
                    <a:pt x="529247" y="2235200"/>
                  </a:lnTo>
                  <a:lnTo>
                    <a:pt x="566597" y="2260600"/>
                  </a:lnTo>
                  <a:lnTo>
                    <a:pt x="604875" y="2273300"/>
                  </a:lnTo>
                  <a:lnTo>
                    <a:pt x="644055" y="2298700"/>
                  </a:lnTo>
                  <a:lnTo>
                    <a:pt x="684110" y="2324100"/>
                  </a:lnTo>
                  <a:lnTo>
                    <a:pt x="725004" y="2336800"/>
                  </a:lnTo>
                  <a:lnTo>
                    <a:pt x="766686" y="2362200"/>
                  </a:lnTo>
                  <a:lnTo>
                    <a:pt x="809155" y="2374900"/>
                  </a:lnTo>
                  <a:lnTo>
                    <a:pt x="985989" y="2425700"/>
                  </a:lnTo>
                  <a:lnTo>
                    <a:pt x="1031773" y="2425700"/>
                  </a:lnTo>
                  <a:lnTo>
                    <a:pt x="1078128" y="2438400"/>
                  </a:lnTo>
                  <a:lnTo>
                    <a:pt x="1362316" y="2438400"/>
                  </a:lnTo>
                  <a:lnTo>
                    <a:pt x="1408671" y="2425700"/>
                  </a:lnTo>
                  <a:lnTo>
                    <a:pt x="1454467" y="2425700"/>
                  </a:lnTo>
                  <a:lnTo>
                    <a:pt x="1631327" y="2374900"/>
                  </a:lnTo>
                  <a:lnTo>
                    <a:pt x="1673796" y="2362200"/>
                  </a:lnTo>
                  <a:lnTo>
                    <a:pt x="1715490" y="2336800"/>
                  </a:lnTo>
                  <a:lnTo>
                    <a:pt x="1756397" y="2324100"/>
                  </a:lnTo>
                  <a:lnTo>
                    <a:pt x="1796453" y="2298700"/>
                  </a:lnTo>
                  <a:lnTo>
                    <a:pt x="1835632" y="2273300"/>
                  </a:lnTo>
                  <a:lnTo>
                    <a:pt x="1873923" y="2260600"/>
                  </a:lnTo>
                  <a:lnTo>
                    <a:pt x="1911261" y="2235200"/>
                  </a:lnTo>
                  <a:lnTo>
                    <a:pt x="1947633" y="2209800"/>
                  </a:lnTo>
                  <a:lnTo>
                    <a:pt x="1983003" y="2171700"/>
                  </a:lnTo>
                  <a:lnTo>
                    <a:pt x="2017318" y="2146300"/>
                  </a:lnTo>
                  <a:lnTo>
                    <a:pt x="2050567" y="2120900"/>
                  </a:lnTo>
                  <a:lnTo>
                    <a:pt x="2082698" y="2082800"/>
                  </a:lnTo>
                  <a:lnTo>
                    <a:pt x="2113686" y="2057400"/>
                  </a:lnTo>
                  <a:lnTo>
                    <a:pt x="2143506" y="2019300"/>
                  </a:lnTo>
                  <a:lnTo>
                    <a:pt x="2172106" y="1981200"/>
                  </a:lnTo>
                  <a:lnTo>
                    <a:pt x="2199449" y="1955800"/>
                  </a:lnTo>
                  <a:lnTo>
                    <a:pt x="2225522" y="1917700"/>
                  </a:lnTo>
                  <a:lnTo>
                    <a:pt x="2250287" y="1879600"/>
                  </a:lnTo>
                  <a:lnTo>
                    <a:pt x="2273693" y="1841500"/>
                  </a:lnTo>
                  <a:lnTo>
                    <a:pt x="2295715" y="1803400"/>
                  </a:lnTo>
                  <a:lnTo>
                    <a:pt x="2316315" y="1765300"/>
                  </a:lnTo>
                  <a:lnTo>
                    <a:pt x="2335466" y="1714500"/>
                  </a:lnTo>
                  <a:lnTo>
                    <a:pt x="2353145" y="1676400"/>
                  </a:lnTo>
                  <a:lnTo>
                    <a:pt x="2369286" y="1638300"/>
                  </a:lnTo>
                  <a:lnTo>
                    <a:pt x="2383879" y="1587500"/>
                  </a:lnTo>
                  <a:lnTo>
                    <a:pt x="2396883" y="1549400"/>
                  </a:lnTo>
                  <a:lnTo>
                    <a:pt x="2408263" y="1498600"/>
                  </a:lnTo>
                  <a:lnTo>
                    <a:pt x="2417991" y="1460500"/>
                  </a:lnTo>
                  <a:lnTo>
                    <a:pt x="2426017" y="1409700"/>
                  </a:lnTo>
                  <a:lnTo>
                    <a:pt x="2432329" y="1371600"/>
                  </a:lnTo>
                  <a:lnTo>
                    <a:pt x="2436876" y="1320800"/>
                  </a:lnTo>
                  <a:lnTo>
                    <a:pt x="2439632" y="1270000"/>
                  </a:lnTo>
                  <a:lnTo>
                    <a:pt x="2440559" y="12192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914135" y="3999052"/>
            <a:ext cx="1863089" cy="471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b="1">
                <a:solidFill>
                  <a:srgbClr val="FFFFFF"/>
                </a:solidFill>
                <a:latin typeface="Malgun Gothic"/>
                <a:cs typeface="Malgun Gothic"/>
              </a:rPr>
              <a:t>Hybrid</a:t>
            </a:r>
            <a:r>
              <a:rPr dirty="0" sz="1450" spc="-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50" b="1">
                <a:solidFill>
                  <a:srgbClr val="FFFFFF"/>
                </a:solidFill>
                <a:latin typeface="Malgun Gothic"/>
                <a:cs typeface="Malgun Gothic"/>
              </a:rPr>
              <a:t>&amp;</a:t>
            </a:r>
            <a:r>
              <a:rPr dirty="0" sz="1450" spc="-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Multicloud</a:t>
            </a:r>
            <a:endParaRPr sz="1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Integration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171301" y="3999052"/>
            <a:ext cx="877569" cy="471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4"/>
              </a:spcBef>
            </a:pPr>
            <a:r>
              <a:rPr dirty="0" sz="1450" spc="-10" b="1">
                <a:solidFill>
                  <a:srgbClr val="173360"/>
                </a:solidFill>
                <a:latin typeface="Malgun Gothic"/>
                <a:cs typeface="Malgun Gothic"/>
              </a:rPr>
              <a:t>Customer</a:t>
            </a:r>
            <a:endParaRPr sz="1450">
              <a:latin typeface="Malgun Gothic"/>
              <a:cs typeface="Malgun Gothic"/>
            </a:endParaRPr>
          </a:p>
          <a:p>
            <a:pPr algn="r" marR="5080">
              <a:lnSpc>
                <a:spcPct val="100000"/>
              </a:lnSpc>
              <a:spcBef>
                <a:spcPts val="15"/>
              </a:spcBef>
            </a:pPr>
            <a:r>
              <a:rPr dirty="0" sz="1450" spc="-25" b="1">
                <a:solidFill>
                  <a:srgbClr val="173360"/>
                </a:solidFill>
                <a:latin typeface="Malgun Gothic"/>
                <a:cs typeface="Malgun Gothic"/>
              </a:rPr>
              <a:t>360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914135" y="8258936"/>
            <a:ext cx="129476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Mainframe Augmentation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441319" y="6125971"/>
            <a:ext cx="149606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1450" b="1">
                <a:solidFill>
                  <a:srgbClr val="FFFFFF"/>
                </a:solidFill>
                <a:latin typeface="Malgun Gothic"/>
                <a:cs typeface="Malgun Gothic"/>
              </a:rPr>
              <a:t>Data</a:t>
            </a:r>
            <a:r>
              <a:rPr dirty="0" sz="1450" spc="1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Warehouse Modernization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418272" y="3339719"/>
            <a:ext cx="15487650" cy="4774565"/>
            <a:chOff x="1418272" y="3339719"/>
            <a:chExt cx="15487650" cy="4774565"/>
          </a:xfrm>
        </p:grpSpPr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91565" y="5439410"/>
              <a:ext cx="582167" cy="45669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37466" y="7663434"/>
              <a:ext cx="249427" cy="22707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1702415" y="7796707"/>
              <a:ext cx="323215" cy="231775"/>
            </a:xfrm>
            <a:custGeom>
              <a:avLst/>
              <a:gdLst/>
              <a:ahLst/>
              <a:cxnLst/>
              <a:rect l="l" t="t" r="r" b="b"/>
              <a:pathLst>
                <a:path w="323215" h="231775">
                  <a:moveTo>
                    <a:pt x="323164" y="0"/>
                  </a:moveTo>
                  <a:lnTo>
                    <a:pt x="0" y="0"/>
                  </a:lnTo>
                  <a:lnTo>
                    <a:pt x="0" y="231597"/>
                  </a:lnTo>
                  <a:lnTo>
                    <a:pt x="323164" y="231597"/>
                  </a:lnTo>
                  <a:lnTo>
                    <a:pt x="32316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702415" y="7796707"/>
              <a:ext cx="323215" cy="231775"/>
            </a:xfrm>
            <a:custGeom>
              <a:avLst/>
              <a:gdLst/>
              <a:ahLst/>
              <a:cxnLst/>
              <a:rect l="l" t="t" r="r" b="b"/>
              <a:pathLst>
                <a:path w="323215" h="231775">
                  <a:moveTo>
                    <a:pt x="0" y="231597"/>
                  </a:moveTo>
                  <a:lnTo>
                    <a:pt x="323164" y="231597"/>
                  </a:lnTo>
                  <a:lnTo>
                    <a:pt x="323164" y="0"/>
                  </a:lnTo>
                  <a:lnTo>
                    <a:pt x="0" y="0"/>
                  </a:lnTo>
                  <a:lnTo>
                    <a:pt x="0" y="23159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701653" y="7795386"/>
              <a:ext cx="323215" cy="234315"/>
            </a:xfrm>
            <a:custGeom>
              <a:avLst/>
              <a:gdLst/>
              <a:ahLst/>
              <a:cxnLst/>
              <a:rect l="l" t="t" r="r" b="b"/>
              <a:pathLst>
                <a:path w="323215" h="234315">
                  <a:moveTo>
                    <a:pt x="17906" y="0"/>
                  </a:moveTo>
                  <a:lnTo>
                    <a:pt x="305180" y="0"/>
                  </a:lnTo>
                  <a:lnTo>
                    <a:pt x="312158" y="1406"/>
                  </a:lnTo>
                  <a:lnTo>
                    <a:pt x="317849" y="5254"/>
                  </a:lnTo>
                  <a:lnTo>
                    <a:pt x="321683" y="10983"/>
                  </a:lnTo>
                  <a:lnTo>
                    <a:pt x="323088" y="18034"/>
                  </a:lnTo>
                  <a:lnTo>
                    <a:pt x="323088" y="216027"/>
                  </a:lnTo>
                  <a:lnTo>
                    <a:pt x="323088" y="225933"/>
                  </a:lnTo>
                  <a:lnTo>
                    <a:pt x="315087" y="233934"/>
                  </a:lnTo>
                  <a:lnTo>
                    <a:pt x="305180" y="233934"/>
                  </a:lnTo>
                  <a:lnTo>
                    <a:pt x="17906" y="233934"/>
                  </a:lnTo>
                  <a:lnTo>
                    <a:pt x="7874" y="233934"/>
                  </a:lnTo>
                  <a:lnTo>
                    <a:pt x="0" y="225933"/>
                  </a:lnTo>
                  <a:lnTo>
                    <a:pt x="0" y="216027"/>
                  </a:lnTo>
                  <a:lnTo>
                    <a:pt x="0" y="18034"/>
                  </a:lnTo>
                  <a:lnTo>
                    <a:pt x="1387" y="10983"/>
                  </a:lnTo>
                  <a:lnTo>
                    <a:pt x="5191" y="5254"/>
                  </a:lnTo>
                  <a:lnTo>
                    <a:pt x="10876" y="1406"/>
                  </a:lnTo>
                  <a:lnTo>
                    <a:pt x="17906" y="0"/>
                  </a:lnTo>
                  <a:close/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106922" y="3580892"/>
              <a:ext cx="266065" cy="194945"/>
            </a:xfrm>
            <a:custGeom>
              <a:avLst/>
              <a:gdLst/>
              <a:ahLst/>
              <a:cxnLst/>
              <a:rect l="l" t="t" r="r" b="b"/>
              <a:pathLst>
                <a:path w="266064" h="194945">
                  <a:moveTo>
                    <a:pt x="116204" y="0"/>
                  </a:moveTo>
                  <a:lnTo>
                    <a:pt x="80875" y="7054"/>
                  </a:lnTo>
                  <a:lnTo>
                    <a:pt x="51688" y="26241"/>
                  </a:lnTo>
                  <a:lnTo>
                    <a:pt x="31837" y="54596"/>
                  </a:lnTo>
                  <a:lnTo>
                    <a:pt x="24511" y="89153"/>
                  </a:lnTo>
                  <a:lnTo>
                    <a:pt x="24511" y="100456"/>
                  </a:lnTo>
                  <a:lnTo>
                    <a:pt x="25400" y="105663"/>
                  </a:lnTo>
                  <a:lnTo>
                    <a:pt x="15537" y="112823"/>
                  </a:lnTo>
                  <a:lnTo>
                    <a:pt x="7461" y="122269"/>
                  </a:lnTo>
                  <a:lnTo>
                    <a:pt x="2004" y="133667"/>
                  </a:lnTo>
                  <a:lnTo>
                    <a:pt x="0" y="146684"/>
                  </a:lnTo>
                  <a:lnTo>
                    <a:pt x="3849" y="165992"/>
                  </a:lnTo>
                  <a:lnTo>
                    <a:pt x="14414" y="181228"/>
                  </a:lnTo>
                  <a:lnTo>
                    <a:pt x="30218" y="191226"/>
                  </a:lnTo>
                  <a:lnTo>
                    <a:pt x="49783" y="194817"/>
                  </a:lnTo>
                  <a:lnTo>
                    <a:pt x="199136" y="194817"/>
                  </a:lnTo>
                  <a:lnTo>
                    <a:pt x="224623" y="189892"/>
                  </a:lnTo>
                  <a:lnTo>
                    <a:pt x="245727" y="176402"/>
                  </a:lnTo>
                  <a:lnTo>
                    <a:pt x="48894" y="176402"/>
                  </a:lnTo>
                  <a:lnTo>
                    <a:pt x="36792" y="173988"/>
                  </a:lnTo>
                  <a:lnTo>
                    <a:pt x="27130" y="167560"/>
                  </a:lnTo>
                  <a:lnTo>
                    <a:pt x="20730" y="158347"/>
                  </a:lnTo>
                  <a:lnTo>
                    <a:pt x="18414" y="147574"/>
                  </a:lnTo>
                  <a:lnTo>
                    <a:pt x="19835" y="138689"/>
                  </a:lnTo>
                  <a:lnTo>
                    <a:pt x="23875" y="130698"/>
                  </a:lnTo>
                  <a:lnTo>
                    <a:pt x="30202" y="124160"/>
                  </a:lnTo>
                  <a:lnTo>
                    <a:pt x="38480" y="119633"/>
                  </a:lnTo>
                  <a:lnTo>
                    <a:pt x="43687" y="117855"/>
                  </a:lnTo>
                  <a:lnTo>
                    <a:pt x="46354" y="111759"/>
                  </a:lnTo>
                  <a:lnTo>
                    <a:pt x="45465" y="108330"/>
                  </a:lnTo>
                  <a:lnTo>
                    <a:pt x="44576" y="102234"/>
                  </a:lnTo>
                  <a:lnTo>
                    <a:pt x="42799" y="96138"/>
                  </a:lnTo>
                  <a:lnTo>
                    <a:pt x="42799" y="89153"/>
                  </a:lnTo>
                  <a:lnTo>
                    <a:pt x="48625" y="62360"/>
                  </a:lnTo>
                  <a:lnTo>
                    <a:pt x="64452" y="40068"/>
                  </a:lnTo>
                  <a:lnTo>
                    <a:pt x="87804" y="24824"/>
                  </a:lnTo>
                  <a:lnTo>
                    <a:pt x="116204" y="19176"/>
                  </a:lnTo>
                  <a:lnTo>
                    <a:pt x="173125" y="19176"/>
                  </a:lnTo>
                  <a:lnTo>
                    <a:pt x="172751" y="18780"/>
                  </a:lnTo>
                  <a:lnTo>
                    <a:pt x="146692" y="4966"/>
                  </a:lnTo>
                  <a:lnTo>
                    <a:pt x="116204" y="0"/>
                  </a:lnTo>
                  <a:close/>
                </a:path>
                <a:path w="266064" h="194945">
                  <a:moveTo>
                    <a:pt x="173125" y="19176"/>
                  </a:moveTo>
                  <a:lnTo>
                    <a:pt x="116204" y="19176"/>
                  </a:lnTo>
                  <a:lnTo>
                    <a:pt x="141620" y="23663"/>
                  </a:lnTo>
                  <a:lnTo>
                    <a:pt x="162940" y="36020"/>
                  </a:lnTo>
                  <a:lnTo>
                    <a:pt x="178356" y="54596"/>
                  </a:lnTo>
                  <a:lnTo>
                    <a:pt x="186054" y="77724"/>
                  </a:lnTo>
                  <a:lnTo>
                    <a:pt x="186943" y="82168"/>
                  </a:lnTo>
                  <a:lnTo>
                    <a:pt x="191262" y="84708"/>
                  </a:lnTo>
                  <a:lnTo>
                    <a:pt x="198247" y="84708"/>
                  </a:lnTo>
                  <a:lnTo>
                    <a:pt x="217160" y="88380"/>
                  </a:lnTo>
                  <a:lnTo>
                    <a:pt x="232394" y="98361"/>
                  </a:lnTo>
                  <a:lnTo>
                    <a:pt x="242556" y="113105"/>
                  </a:lnTo>
                  <a:lnTo>
                    <a:pt x="246177" y="130698"/>
                  </a:lnTo>
                  <a:lnTo>
                    <a:pt x="246252" y="131063"/>
                  </a:lnTo>
                  <a:lnTo>
                    <a:pt x="242448" y="148810"/>
                  </a:lnTo>
                  <a:lnTo>
                    <a:pt x="232108" y="163210"/>
                  </a:lnTo>
                  <a:lnTo>
                    <a:pt x="216838" y="172872"/>
                  </a:lnTo>
                  <a:lnTo>
                    <a:pt x="198247" y="176402"/>
                  </a:lnTo>
                  <a:lnTo>
                    <a:pt x="245754" y="176402"/>
                  </a:lnTo>
                  <a:lnTo>
                    <a:pt x="260215" y="156134"/>
                  </a:lnTo>
                  <a:lnTo>
                    <a:pt x="265556" y="131063"/>
                  </a:lnTo>
                  <a:lnTo>
                    <a:pt x="260796" y="107033"/>
                  </a:lnTo>
                  <a:lnTo>
                    <a:pt x="247761" y="87217"/>
                  </a:lnTo>
                  <a:lnTo>
                    <a:pt x="228320" y="73163"/>
                  </a:lnTo>
                  <a:lnTo>
                    <a:pt x="204342" y="66421"/>
                  </a:lnTo>
                  <a:lnTo>
                    <a:pt x="192686" y="40068"/>
                  </a:lnTo>
                  <a:lnTo>
                    <a:pt x="192571" y="39808"/>
                  </a:lnTo>
                  <a:lnTo>
                    <a:pt x="173125" y="19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106922" y="3580892"/>
              <a:ext cx="266065" cy="194945"/>
            </a:xfrm>
            <a:custGeom>
              <a:avLst/>
              <a:gdLst/>
              <a:ahLst/>
              <a:cxnLst/>
              <a:rect l="l" t="t" r="r" b="b"/>
              <a:pathLst>
                <a:path w="266064" h="194945">
                  <a:moveTo>
                    <a:pt x="24511" y="89153"/>
                  </a:moveTo>
                  <a:lnTo>
                    <a:pt x="31837" y="54596"/>
                  </a:lnTo>
                  <a:lnTo>
                    <a:pt x="51688" y="26241"/>
                  </a:lnTo>
                  <a:lnTo>
                    <a:pt x="80875" y="7054"/>
                  </a:lnTo>
                  <a:lnTo>
                    <a:pt x="116204" y="0"/>
                  </a:lnTo>
                  <a:lnTo>
                    <a:pt x="146692" y="4966"/>
                  </a:lnTo>
                  <a:lnTo>
                    <a:pt x="172751" y="18780"/>
                  </a:lnTo>
                  <a:lnTo>
                    <a:pt x="192571" y="39808"/>
                  </a:lnTo>
                  <a:lnTo>
                    <a:pt x="204342" y="66421"/>
                  </a:lnTo>
                  <a:lnTo>
                    <a:pt x="228320" y="73163"/>
                  </a:lnTo>
                  <a:lnTo>
                    <a:pt x="247761" y="87217"/>
                  </a:lnTo>
                  <a:lnTo>
                    <a:pt x="260796" y="107033"/>
                  </a:lnTo>
                  <a:lnTo>
                    <a:pt x="265556" y="131063"/>
                  </a:lnTo>
                  <a:lnTo>
                    <a:pt x="260215" y="156134"/>
                  </a:lnTo>
                  <a:lnTo>
                    <a:pt x="245776" y="176371"/>
                  </a:lnTo>
                  <a:lnTo>
                    <a:pt x="224623" y="189892"/>
                  </a:lnTo>
                  <a:lnTo>
                    <a:pt x="199136" y="194817"/>
                  </a:lnTo>
                  <a:lnTo>
                    <a:pt x="49783" y="194817"/>
                  </a:lnTo>
                  <a:lnTo>
                    <a:pt x="30218" y="191226"/>
                  </a:lnTo>
                  <a:lnTo>
                    <a:pt x="14414" y="181228"/>
                  </a:lnTo>
                  <a:lnTo>
                    <a:pt x="3849" y="165992"/>
                  </a:lnTo>
                  <a:lnTo>
                    <a:pt x="0" y="146684"/>
                  </a:lnTo>
                  <a:lnTo>
                    <a:pt x="2004" y="133667"/>
                  </a:lnTo>
                  <a:lnTo>
                    <a:pt x="7461" y="122269"/>
                  </a:lnTo>
                  <a:lnTo>
                    <a:pt x="15537" y="112823"/>
                  </a:lnTo>
                  <a:lnTo>
                    <a:pt x="25400" y="105663"/>
                  </a:lnTo>
                  <a:lnTo>
                    <a:pt x="24511" y="100456"/>
                  </a:lnTo>
                  <a:lnTo>
                    <a:pt x="24511" y="95250"/>
                  </a:lnTo>
                  <a:lnTo>
                    <a:pt x="24511" y="8915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5949" y="3358705"/>
              <a:ext cx="411988" cy="40335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1602974" y="3578860"/>
              <a:ext cx="422275" cy="201930"/>
            </a:xfrm>
            <a:custGeom>
              <a:avLst/>
              <a:gdLst/>
              <a:ahLst/>
              <a:cxnLst/>
              <a:rect l="l" t="t" r="r" b="b"/>
              <a:pathLst>
                <a:path w="422275" h="201929">
                  <a:moveTo>
                    <a:pt x="0" y="201803"/>
                  </a:moveTo>
                  <a:lnTo>
                    <a:pt x="5560" y="155394"/>
                  </a:lnTo>
                  <a:lnTo>
                    <a:pt x="21404" y="112865"/>
                  </a:lnTo>
                  <a:lnTo>
                    <a:pt x="46276" y="75403"/>
                  </a:lnTo>
                  <a:lnTo>
                    <a:pt x="78922" y="44197"/>
                  </a:lnTo>
                  <a:lnTo>
                    <a:pt x="118085" y="20435"/>
                  </a:lnTo>
                  <a:lnTo>
                    <a:pt x="162512" y="5306"/>
                  </a:lnTo>
                  <a:lnTo>
                    <a:pt x="210947" y="0"/>
                  </a:lnTo>
                  <a:lnTo>
                    <a:pt x="259374" y="5306"/>
                  </a:lnTo>
                  <a:lnTo>
                    <a:pt x="303782" y="20435"/>
                  </a:lnTo>
                  <a:lnTo>
                    <a:pt x="342921" y="44197"/>
                  </a:lnTo>
                  <a:lnTo>
                    <a:pt x="375540" y="75403"/>
                  </a:lnTo>
                  <a:lnTo>
                    <a:pt x="400388" y="112865"/>
                  </a:lnTo>
                  <a:lnTo>
                    <a:pt x="416213" y="155394"/>
                  </a:lnTo>
                  <a:lnTo>
                    <a:pt x="421767" y="201803"/>
                  </a:lnTo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97842" y="3339719"/>
              <a:ext cx="231393" cy="23139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4039595" y="7696327"/>
              <a:ext cx="227965" cy="227965"/>
            </a:xfrm>
            <a:custGeom>
              <a:avLst/>
              <a:gdLst/>
              <a:ahLst/>
              <a:cxnLst/>
              <a:rect l="l" t="t" r="r" b="b"/>
              <a:pathLst>
                <a:path w="227965" h="227965">
                  <a:moveTo>
                    <a:pt x="227584" y="113792"/>
                  </a:moveTo>
                  <a:lnTo>
                    <a:pt x="218626" y="158039"/>
                  </a:lnTo>
                  <a:lnTo>
                    <a:pt x="194214" y="194214"/>
                  </a:lnTo>
                  <a:lnTo>
                    <a:pt x="158039" y="218626"/>
                  </a:lnTo>
                  <a:lnTo>
                    <a:pt x="113792" y="227584"/>
                  </a:lnTo>
                  <a:lnTo>
                    <a:pt x="69490" y="218626"/>
                  </a:lnTo>
                  <a:lnTo>
                    <a:pt x="33321" y="194214"/>
                  </a:lnTo>
                  <a:lnTo>
                    <a:pt x="8939" y="158039"/>
                  </a:lnTo>
                  <a:lnTo>
                    <a:pt x="0" y="113792"/>
                  </a:lnTo>
                  <a:lnTo>
                    <a:pt x="8939" y="69490"/>
                  </a:lnTo>
                  <a:lnTo>
                    <a:pt x="33321" y="33321"/>
                  </a:lnTo>
                  <a:lnTo>
                    <a:pt x="69490" y="8939"/>
                  </a:lnTo>
                  <a:lnTo>
                    <a:pt x="113792" y="0"/>
                  </a:lnTo>
                  <a:lnTo>
                    <a:pt x="158039" y="8939"/>
                  </a:lnTo>
                  <a:lnTo>
                    <a:pt x="194214" y="33321"/>
                  </a:lnTo>
                  <a:lnTo>
                    <a:pt x="218626" y="69490"/>
                  </a:lnTo>
                  <a:lnTo>
                    <a:pt x="227584" y="113792"/>
                  </a:lnTo>
                  <a:close/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19554" y="7872348"/>
              <a:ext cx="142208" cy="14223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6465169" y="7695438"/>
              <a:ext cx="421640" cy="320675"/>
            </a:xfrm>
            <a:custGeom>
              <a:avLst/>
              <a:gdLst/>
              <a:ahLst/>
              <a:cxnLst/>
              <a:rect l="l" t="t" r="r" b="b"/>
              <a:pathLst>
                <a:path w="421640" h="320675">
                  <a:moveTo>
                    <a:pt x="210692" y="320420"/>
                  </a:moveTo>
                  <a:lnTo>
                    <a:pt x="163235" y="311425"/>
                  </a:lnTo>
                  <a:lnTo>
                    <a:pt x="118730" y="288252"/>
                  </a:lnTo>
                  <a:lnTo>
                    <a:pt x="78819" y="256619"/>
                  </a:lnTo>
                  <a:lnTo>
                    <a:pt x="45141" y="222245"/>
                  </a:lnTo>
                  <a:lnTo>
                    <a:pt x="19337" y="190848"/>
                  </a:lnTo>
                  <a:lnTo>
                    <a:pt x="0" y="163321"/>
                  </a:lnTo>
                  <a:lnTo>
                    <a:pt x="0" y="157860"/>
                  </a:lnTo>
                  <a:lnTo>
                    <a:pt x="45141" y="98457"/>
                  </a:lnTo>
                  <a:lnTo>
                    <a:pt x="78819" y="64039"/>
                  </a:lnTo>
                  <a:lnTo>
                    <a:pt x="118730" y="32309"/>
                  </a:lnTo>
                  <a:lnTo>
                    <a:pt x="163235" y="9039"/>
                  </a:lnTo>
                  <a:lnTo>
                    <a:pt x="210692" y="0"/>
                  </a:lnTo>
                  <a:lnTo>
                    <a:pt x="258159" y="8995"/>
                  </a:lnTo>
                  <a:lnTo>
                    <a:pt x="302683" y="32168"/>
                  </a:lnTo>
                  <a:lnTo>
                    <a:pt x="342614" y="63801"/>
                  </a:lnTo>
                  <a:lnTo>
                    <a:pt x="376300" y="98175"/>
                  </a:lnTo>
                  <a:lnTo>
                    <a:pt x="402092" y="129572"/>
                  </a:lnTo>
                  <a:lnTo>
                    <a:pt x="421386" y="156590"/>
                  </a:lnTo>
                  <a:lnTo>
                    <a:pt x="421386" y="162686"/>
                  </a:lnTo>
                  <a:lnTo>
                    <a:pt x="376301" y="222245"/>
                  </a:lnTo>
                  <a:lnTo>
                    <a:pt x="342614" y="256619"/>
                  </a:lnTo>
                  <a:lnTo>
                    <a:pt x="302683" y="288252"/>
                  </a:lnTo>
                  <a:lnTo>
                    <a:pt x="258159" y="311425"/>
                  </a:lnTo>
                  <a:lnTo>
                    <a:pt x="210692" y="320420"/>
                  </a:lnTo>
                  <a:close/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80739" y="7761097"/>
              <a:ext cx="190246" cy="190372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6464661" y="5448935"/>
              <a:ext cx="328295" cy="437515"/>
            </a:xfrm>
            <a:custGeom>
              <a:avLst/>
              <a:gdLst/>
              <a:ahLst/>
              <a:cxnLst/>
              <a:rect l="l" t="t" r="r" b="b"/>
              <a:pathLst>
                <a:path w="328294" h="437514">
                  <a:moveTo>
                    <a:pt x="0" y="18161"/>
                  </a:moveTo>
                  <a:lnTo>
                    <a:pt x="1410" y="11037"/>
                  </a:lnTo>
                  <a:lnTo>
                    <a:pt x="5286" y="5270"/>
                  </a:lnTo>
                  <a:lnTo>
                    <a:pt x="11090" y="1408"/>
                  </a:lnTo>
                  <a:lnTo>
                    <a:pt x="18287" y="0"/>
                  </a:lnTo>
                  <a:lnTo>
                    <a:pt x="309625" y="0"/>
                  </a:lnTo>
                  <a:lnTo>
                    <a:pt x="316823" y="1408"/>
                  </a:lnTo>
                  <a:lnTo>
                    <a:pt x="322627" y="5270"/>
                  </a:lnTo>
                  <a:lnTo>
                    <a:pt x="326503" y="11037"/>
                  </a:lnTo>
                  <a:lnTo>
                    <a:pt x="327913" y="18161"/>
                  </a:lnTo>
                  <a:lnTo>
                    <a:pt x="327913" y="69850"/>
                  </a:lnTo>
                  <a:lnTo>
                    <a:pt x="327913" y="169672"/>
                  </a:lnTo>
                  <a:lnTo>
                    <a:pt x="327913" y="418845"/>
                  </a:lnTo>
                  <a:lnTo>
                    <a:pt x="326503" y="425648"/>
                  </a:lnTo>
                  <a:lnTo>
                    <a:pt x="322627" y="431450"/>
                  </a:lnTo>
                  <a:lnTo>
                    <a:pt x="316823" y="435490"/>
                  </a:lnTo>
                  <a:lnTo>
                    <a:pt x="309625" y="437006"/>
                  </a:lnTo>
                  <a:lnTo>
                    <a:pt x="18287" y="437006"/>
                  </a:lnTo>
                  <a:lnTo>
                    <a:pt x="11090" y="435490"/>
                  </a:lnTo>
                  <a:lnTo>
                    <a:pt x="5286" y="431450"/>
                  </a:lnTo>
                  <a:lnTo>
                    <a:pt x="1410" y="425648"/>
                  </a:lnTo>
                  <a:lnTo>
                    <a:pt x="0" y="418845"/>
                  </a:lnTo>
                  <a:lnTo>
                    <a:pt x="0" y="18161"/>
                  </a:lnTo>
                  <a:close/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6547083" y="5521705"/>
              <a:ext cx="163830" cy="0"/>
            </a:xfrm>
            <a:custGeom>
              <a:avLst/>
              <a:gdLst/>
              <a:ahLst/>
              <a:cxnLst/>
              <a:rect l="l" t="t" r="r" b="b"/>
              <a:pathLst>
                <a:path w="163830" h="0">
                  <a:moveTo>
                    <a:pt x="0" y="0"/>
                  </a:moveTo>
                  <a:lnTo>
                    <a:pt x="163829" y="0"/>
                  </a:lnTo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638110" y="5467858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09" h="245110">
                  <a:moveTo>
                    <a:pt x="206914" y="0"/>
                  </a:moveTo>
                  <a:lnTo>
                    <a:pt x="10953" y="179958"/>
                  </a:lnTo>
                  <a:lnTo>
                    <a:pt x="0" y="206835"/>
                  </a:lnTo>
                  <a:lnTo>
                    <a:pt x="2738" y="221267"/>
                  </a:lnTo>
                  <a:lnTo>
                    <a:pt x="37496" y="244728"/>
                  </a:lnTo>
                  <a:lnTo>
                    <a:pt x="44698" y="244058"/>
                  </a:lnTo>
                  <a:lnTo>
                    <a:pt x="233838" y="64769"/>
                  </a:lnTo>
                  <a:lnTo>
                    <a:pt x="244792" y="37560"/>
                  </a:lnTo>
                  <a:lnTo>
                    <a:pt x="242054" y="23300"/>
                  </a:lnTo>
                  <a:lnTo>
                    <a:pt x="206914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6638110" y="5467858"/>
              <a:ext cx="245110" cy="245110"/>
            </a:xfrm>
            <a:custGeom>
              <a:avLst/>
              <a:gdLst/>
              <a:ahLst/>
              <a:cxnLst/>
              <a:rect l="l" t="t" r="r" b="b"/>
              <a:pathLst>
                <a:path w="245109" h="245110">
                  <a:moveTo>
                    <a:pt x="206914" y="0"/>
                  </a:moveTo>
                  <a:lnTo>
                    <a:pt x="10953" y="179958"/>
                  </a:lnTo>
                  <a:lnTo>
                    <a:pt x="0" y="206835"/>
                  </a:lnTo>
                  <a:lnTo>
                    <a:pt x="2738" y="221267"/>
                  </a:lnTo>
                  <a:lnTo>
                    <a:pt x="37496" y="244728"/>
                  </a:lnTo>
                  <a:lnTo>
                    <a:pt x="44698" y="244058"/>
                  </a:lnTo>
                  <a:lnTo>
                    <a:pt x="233838" y="64769"/>
                  </a:lnTo>
                  <a:lnTo>
                    <a:pt x="244792" y="37560"/>
                  </a:lnTo>
                  <a:lnTo>
                    <a:pt x="242054" y="23300"/>
                  </a:lnTo>
                  <a:lnTo>
                    <a:pt x="206914" y="0"/>
                  </a:lnTo>
                  <a:close/>
                </a:path>
              </a:pathLst>
            </a:custGeom>
            <a:ln w="38100">
              <a:solidFill>
                <a:srgbClr val="D6EE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3942060" y="3359277"/>
              <a:ext cx="421640" cy="421640"/>
            </a:xfrm>
            <a:custGeom>
              <a:avLst/>
              <a:gdLst/>
              <a:ahLst/>
              <a:cxnLst/>
              <a:rect l="l" t="t" r="r" b="b"/>
              <a:pathLst>
                <a:path w="421640" h="421639">
                  <a:moveTo>
                    <a:pt x="0" y="0"/>
                  </a:moveTo>
                  <a:lnTo>
                    <a:pt x="0" y="403859"/>
                  </a:lnTo>
                  <a:lnTo>
                    <a:pt x="0" y="413003"/>
                  </a:lnTo>
                  <a:lnTo>
                    <a:pt x="7747" y="421386"/>
                  </a:lnTo>
                  <a:lnTo>
                    <a:pt x="17653" y="421386"/>
                  </a:lnTo>
                  <a:lnTo>
                    <a:pt x="421386" y="421386"/>
                  </a:lnTo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4003908" y="3437890"/>
              <a:ext cx="360045" cy="193675"/>
            </a:xfrm>
            <a:custGeom>
              <a:avLst/>
              <a:gdLst/>
              <a:ahLst/>
              <a:cxnLst/>
              <a:rect l="l" t="t" r="r" b="b"/>
              <a:pathLst>
                <a:path w="360044" h="193675">
                  <a:moveTo>
                    <a:pt x="359536" y="0"/>
                  </a:moveTo>
                  <a:lnTo>
                    <a:pt x="170687" y="193166"/>
                  </a:lnTo>
                  <a:lnTo>
                    <a:pt x="75183" y="98425"/>
                  </a:lnTo>
                  <a:lnTo>
                    <a:pt x="0" y="174243"/>
                  </a:lnTo>
                </a:path>
              </a:pathLst>
            </a:custGeom>
            <a:ln w="3869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478149" y="7611998"/>
              <a:ext cx="421640" cy="487680"/>
            </a:xfrm>
            <a:custGeom>
              <a:avLst/>
              <a:gdLst/>
              <a:ahLst/>
              <a:cxnLst/>
              <a:rect l="l" t="t" r="r" b="b"/>
              <a:pathLst>
                <a:path w="421639" h="487679">
                  <a:moveTo>
                    <a:pt x="421386" y="365632"/>
                  </a:moveTo>
                  <a:lnTo>
                    <a:pt x="421386" y="121793"/>
                  </a:lnTo>
                  <a:lnTo>
                    <a:pt x="210692" y="0"/>
                  </a:lnTo>
                  <a:lnTo>
                    <a:pt x="0" y="121793"/>
                  </a:lnTo>
                  <a:lnTo>
                    <a:pt x="0" y="365632"/>
                  </a:lnTo>
                  <a:lnTo>
                    <a:pt x="210692" y="487425"/>
                  </a:lnTo>
                  <a:lnTo>
                    <a:pt x="421386" y="365632"/>
                  </a:lnTo>
                  <a:close/>
                </a:path>
                <a:path w="421639" h="487679">
                  <a:moveTo>
                    <a:pt x="340105" y="213232"/>
                  </a:moveTo>
                  <a:lnTo>
                    <a:pt x="298196" y="213232"/>
                  </a:lnTo>
                  <a:lnTo>
                    <a:pt x="293115" y="213232"/>
                  </a:lnTo>
                  <a:lnTo>
                    <a:pt x="290449" y="207009"/>
                  </a:lnTo>
                  <a:lnTo>
                    <a:pt x="294004" y="203453"/>
                  </a:lnTo>
                  <a:lnTo>
                    <a:pt x="323850" y="173608"/>
                  </a:lnTo>
                  <a:lnTo>
                    <a:pt x="326009" y="171450"/>
                  </a:lnTo>
                  <a:lnTo>
                    <a:pt x="326009" y="167894"/>
                  </a:lnTo>
                  <a:lnTo>
                    <a:pt x="323850" y="165607"/>
                  </a:lnTo>
                  <a:lnTo>
                    <a:pt x="288671" y="130428"/>
                  </a:lnTo>
                  <a:lnTo>
                    <a:pt x="286385" y="128269"/>
                  </a:lnTo>
                  <a:lnTo>
                    <a:pt x="282828" y="128269"/>
                  </a:lnTo>
                  <a:lnTo>
                    <a:pt x="280670" y="130428"/>
                  </a:lnTo>
                  <a:lnTo>
                    <a:pt x="250825" y="160274"/>
                  </a:lnTo>
                  <a:lnTo>
                    <a:pt x="247396" y="163830"/>
                  </a:lnTo>
                  <a:lnTo>
                    <a:pt x="241173" y="161162"/>
                  </a:lnTo>
                  <a:lnTo>
                    <a:pt x="241173" y="156082"/>
                  </a:lnTo>
                  <a:lnTo>
                    <a:pt x="241173" y="114173"/>
                  </a:lnTo>
                  <a:lnTo>
                    <a:pt x="241173" y="110998"/>
                  </a:lnTo>
                  <a:lnTo>
                    <a:pt x="238760" y="108331"/>
                  </a:lnTo>
                  <a:lnTo>
                    <a:pt x="235585" y="108331"/>
                  </a:lnTo>
                  <a:lnTo>
                    <a:pt x="185927" y="108331"/>
                  </a:lnTo>
                  <a:lnTo>
                    <a:pt x="182752" y="108331"/>
                  </a:lnTo>
                  <a:lnTo>
                    <a:pt x="180339" y="110998"/>
                  </a:lnTo>
                  <a:lnTo>
                    <a:pt x="180339" y="114173"/>
                  </a:lnTo>
                  <a:lnTo>
                    <a:pt x="180339" y="156082"/>
                  </a:lnTo>
                  <a:lnTo>
                    <a:pt x="180339" y="161162"/>
                  </a:lnTo>
                  <a:lnTo>
                    <a:pt x="174116" y="163830"/>
                  </a:lnTo>
                  <a:lnTo>
                    <a:pt x="170561" y="160274"/>
                  </a:lnTo>
                  <a:lnTo>
                    <a:pt x="140842" y="130428"/>
                  </a:lnTo>
                  <a:lnTo>
                    <a:pt x="138684" y="128269"/>
                  </a:lnTo>
                  <a:lnTo>
                    <a:pt x="135127" y="128269"/>
                  </a:lnTo>
                  <a:lnTo>
                    <a:pt x="132714" y="130428"/>
                  </a:lnTo>
                  <a:lnTo>
                    <a:pt x="97662" y="165607"/>
                  </a:lnTo>
                  <a:lnTo>
                    <a:pt x="95503" y="167894"/>
                  </a:lnTo>
                  <a:lnTo>
                    <a:pt x="95503" y="171450"/>
                  </a:lnTo>
                  <a:lnTo>
                    <a:pt x="97662" y="173608"/>
                  </a:lnTo>
                  <a:lnTo>
                    <a:pt x="127380" y="203453"/>
                  </a:lnTo>
                  <a:lnTo>
                    <a:pt x="130937" y="207009"/>
                  </a:lnTo>
                  <a:lnTo>
                    <a:pt x="128397" y="213232"/>
                  </a:lnTo>
                  <a:lnTo>
                    <a:pt x="123316" y="213232"/>
                  </a:lnTo>
                  <a:lnTo>
                    <a:pt x="81406" y="213232"/>
                  </a:lnTo>
                  <a:lnTo>
                    <a:pt x="78231" y="213232"/>
                  </a:lnTo>
                  <a:lnTo>
                    <a:pt x="75691" y="215645"/>
                  </a:lnTo>
                  <a:lnTo>
                    <a:pt x="75691" y="218820"/>
                  </a:lnTo>
                  <a:lnTo>
                    <a:pt x="75691" y="268605"/>
                  </a:lnTo>
                  <a:lnTo>
                    <a:pt x="75691" y="271780"/>
                  </a:lnTo>
                  <a:lnTo>
                    <a:pt x="78231" y="274193"/>
                  </a:lnTo>
                  <a:lnTo>
                    <a:pt x="81406" y="274193"/>
                  </a:lnTo>
                  <a:lnTo>
                    <a:pt x="123316" y="274193"/>
                  </a:lnTo>
                  <a:lnTo>
                    <a:pt x="128397" y="274193"/>
                  </a:lnTo>
                  <a:lnTo>
                    <a:pt x="130937" y="280415"/>
                  </a:lnTo>
                  <a:lnTo>
                    <a:pt x="127380" y="283971"/>
                  </a:lnTo>
                  <a:lnTo>
                    <a:pt x="97662" y="313944"/>
                  </a:lnTo>
                  <a:lnTo>
                    <a:pt x="95503" y="316102"/>
                  </a:lnTo>
                  <a:lnTo>
                    <a:pt x="95503" y="319658"/>
                  </a:lnTo>
                  <a:lnTo>
                    <a:pt x="97662" y="321818"/>
                  </a:lnTo>
                  <a:lnTo>
                    <a:pt x="132714" y="356996"/>
                  </a:lnTo>
                  <a:lnTo>
                    <a:pt x="135127" y="359282"/>
                  </a:lnTo>
                  <a:lnTo>
                    <a:pt x="138684" y="359282"/>
                  </a:lnTo>
                  <a:lnTo>
                    <a:pt x="140842" y="356996"/>
                  </a:lnTo>
                  <a:lnTo>
                    <a:pt x="170561" y="327278"/>
                  </a:lnTo>
                  <a:lnTo>
                    <a:pt x="174116" y="323723"/>
                  </a:lnTo>
                  <a:lnTo>
                    <a:pt x="180339" y="326263"/>
                  </a:lnTo>
                  <a:lnTo>
                    <a:pt x="180339" y="331343"/>
                  </a:lnTo>
                  <a:lnTo>
                    <a:pt x="180339" y="373380"/>
                  </a:lnTo>
                  <a:lnTo>
                    <a:pt x="180339" y="376555"/>
                  </a:lnTo>
                  <a:lnTo>
                    <a:pt x="182752" y="379094"/>
                  </a:lnTo>
                  <a:lnTo>
                    <a:pt x="185927" y="379221"/>
                  </a:lnTo>
                  <a:lnTo>
                    <a:pt x="235585" y="379221"/>
                  </a:lnTo>
                  <a:lnTo>
                    <a:pt x="238760" y="379094"/>
                  </a:lnTo>
                  <a:lnTo>
                    <a:pt x="241173" y="376555"/>
                  </a:lnTo>
                  <a:lnTo>
                    <a:pt x="241173" y="373380"/>
                  </a:lnTo>
                  <a:lnTo>
                    <a:pt x="241173" y="331343"/>
                  </a:lnTo>
                  <a:lnTo>
                    <a:pt x="241173" y="326263"/>
                  </a:lnTo>
                  <a:lnTo>
                    <a:pt x="247396" y="323723"/>
                  </a:lnTo>
                  <a:lnTo>
                    <a:pt x="250825" y="327278"/>
                  </a:lnTo>
                  <a:lnTo>
                    <a:pt x="280670" y="356996"/>
                  </a:lnTo>
                  <a:lnTo>
                    <a:pt x="282828" y="359282"/>
                  </a:lnTo>
                  <a:lnTo>
                    <a:pt x="286385" y="359282"/>
                  </a:lnTo>
                  <a:lnTo>
                    <a:pt x="288671" y="356996"/>
                  </a:lnTo>
                  <a:lnTo>
                    <a:pt x="323850" y="321818"/>
                  </a:lnTo>
                  <a:lnTo>
                    <a:pt x="326009" y="319658"/>
                  </a:lnTo>
                  <a:lnTo>
                    <a:pt x="326009" y="316102"/>
                  </a:lnTo>
                  <a:lnTo>
                    <a:pt x="323850" y="313944"/>
                  </a:lnTo>
                  <a:lnTo>
                    <a:pt x="294004" y="284099"/>
                  </a:lnTo>
                  <a:lnTo>
                    <a:pt x="290449" y="280543"/>
                  </a:lnTo>
                  <a:lnTo>
                    <a:pt x="293115" y="274319"/>
                  </a:lnTo>
                  <a:lnTo>
                    <a:pt x="298196" y="274319"/>
                  </a:lnTo>
                  <a:lnTo>
                    <a:pt x="340105" y="274319"/>
                  </a:lnTo>
                  <a:lnTo>
                    <a:pt x="343153" y="274319"/>
                  </a:lnTo>
                  <a:lnTo>
                    <a:pt x="345821" y="271780"/>
                  </a:lnTo>
                  <a:lnTo>
                    <a:pt x="345821" y="268605"/>
                  </a:lnTo>
                  <a:lnTo>
                    <a:pt x="345821" y="218820"/>
                  </a:lnTo>
                  <a:lnTo>
                    <a:pt x="345821" y="215645"/>
                  </a:lnTo>
                  <a:lnTo>
                    <a:pt x="343153" y="213232"/>
                  </a:lnTo>
                  <a:lnTo>
                    <a:pt x="340105" y="213232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27183" y="7793926"/>
              <a:ext cx="123316" cy="123571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423035" y="3358769"/>
              <a:ext cx="283210" cy="421640"/>
            </a:xfrm>
            <a:custGeom>
              <a:avLst/>
              <a:gdLst/>
              <a:ahLst/>
              <a:cxnLst/>
              <a:rect l="l" t="t" r="r" b="b"/>
              <a:pathLst>
                <a:path w="283210" h="421639">
                  <a:moveTo>
                    <a:pt x="257428" y="0"/>
                  </a:moveTo>
                  <a:lnTo>
                    <a:pt x="25146" y="0"/>
                  </a:lnTo>
                  <a:lnTo>
                    <a:pt x="15323" y="1964"/>
                  </a:lnTo>
                  <a:lnTo>
                    <a:pt x="7334" y="7334"/>
                  </a:lnTo>
                  <a:lnTo>
                    <a:pt x="1964" y="15323"/>
                  </a:lnTo>
                  <a:lnTo>
                    <a:pt x="0" y="25146"/>
                  </a:lnTo>
                  <a:lnTo>
                    <a:pt x="0" y="396366"/>
                  </a:lnTo>
                  <a:lnTo>
                    <a:pt x="1964" y="406263"/>
                  </a:lnTo>
                  <a:lnTo>
                    <a:pt x="7334" y="414289"/>
                  </a:lnTo>
                  <a:lnTo>
                    <a:pt x="15323" y="419673"/>
                  </a:lnTo>
                  <a:lnTo>
                    <a:pt x="25146" y="421639"/>
                  </a:lnTo>
                  <a:lnTo>
                    <a:pt x="257428" y="421639"/>
                  </a:lnTo>
                  <a:lnTo>
                    <a:pt x="267271" y="419673"/>
                  </a:lnTo>
                  <a:lnTo>
                    <a:pt x="275304" y="414289"/>
                  </a:lnTo>
                  <a:lnTo>
                    <a:pt x="280717" y="406263"/>
                  </a:lnTo>
                  <a:lnTo>
                    <a:pt x="281199" y="403859"/>
                  </a:lnTo>
                  <a:lnTo>
                    <a:pt x="21462" y="403859"/>
                  </a:lnTo>
                  <a:lnTo>
                    <a:pt x="17780" y="400176"/>
                  </a:lnTo>
                  <a:lnTo>
                    <a:pt x="17780" y="21462"/>
                  </a:lnTo>
                  <a:lnTo>
                    <a:pt x="21462" y="17652"/>
                  </a:lnTo>
                  <a:lnTo>
                    <a:pt x="281188" y="17652"/>
                  </a:lnTo>
                  <a:lnTo>
                    <a:pt x="280717" y="15323"/>
                  </a:lnTo>
                  <a:lnTo>
                    <a:pt x="275304" y="7334"/>
                  </a:lnTo>
                  <a:lnTo>
                    <a:pt x="267271" y="1964"/>
                  </a:lnTo>
                  <a:lnTo>
                    <a:pt x="257428" y="0"/>
                  </a:lnTo>
                  <a:close/>
                </a:path>
                <a:path w="283210" h="421639">
                  <a:moveTo>
                    <a:pt x="281188" y="17652"/>
                  </a:moveTo>
                  <a:lnTo>
                    <a:pt x="262128" y="17652"/>
                  </a:lnTo>
                  <a:lnTo>
                    <a:pt x="264922" y="21462"/>
                  </a:lnTo>
                  <a:lnTo>
                    <a:pt x="264922" y="46608"/>
                  </a:lnTo>
                  <a:lnTo>
                    <a:pt x="262630" y="57830"/>
                  </a:lnTo>
                  <a:lnTo>
                    <a:pt x="256397" y="67040"/>
                  </a:lnTo>
                  <a:lnTo>
                    <a:pt x="247187" y="73273"/>
                  </a:lnTo>
                  <a:lnTo>
                    <a:pt x="235965" y="75564"/>
                  </a:lnTo>
                  <a:lnTo>
                    <a:pt x="172593" y="75564"/>
                  </a:lnTo>
                  <a:lnTo>
                    <a:pt x="144805" y="81276"/>
                  </a:lnTo>
                  <a:lnTo>
                    <a:pt x="121935" y="96773"/>
                  </a:lnTo>
                  <a:lnTo>
                    <a:pt x="106424" y="119606"/>
                  </a:lnTo>
                  <a:lnTo>
                    <a:pt x="100711" y="147320"/>
                  </a:lnTo>
                  <a:lnTo>
                    <a:pt x="100711" y="274192"/>
                  </a:lnTo>
                  <a:lnTo>
                    <a:pt x="106424" y="301980"/>
                  </a:lnTo>
                  <a:lnTo>
                    <a:pt x="121935" y="324850"/>
                  </a:lnTo>
                  <a:lnTo>
                    <a:pt x="144805" y="340361"/>
                  </a:lnTo>
                  <a:lnTo>
                    <a:pt x="172593" y="346075"/>
                  </a:lnTo>
                  <a:lnTo>
                    <a:pt x="235965" y="346075"/>
                  </a:lnTo>
                  <a:lnTo>
                    <a:pt x="247187" y="348366"/>
                  </a:lnTo>
                  <a:lnTo>
                    <a:pt x="256397" y="354599"/>
                  </a:lnTo>
                  <a:lnTo>
                    <a:pt x="262630" y="363809"/>
                  </a:lnTo>
                  <a:lnTo>
                    <a:pt x="264922" y="375030"/>
                  </a:lnTo>
                  <a:lnTo>
                    <a:pt x="264922" y="400176"/>
                  </a:lnTo>
                  <a:lnTo>
                    <a:pt x="262128" y="403859"/>
                  </a:lnTo>
                  <a:lnTo>
                    <a:pt x="281199" y="403859"/>
                  </a:lnTo>
                  <a:lnTo>
                    <a:pt x="282702" y="396366"/>
                  </a:lnTo>
                  <a:lnTo>
                    <a:pt x="282702" y="375030"/>
                  </a:lnTo>
                  <a:lnTo>
                    <a:pt x="279078" y="356691"/>
                  </a:lnTo>
                  <a:lnTo>
                    <a:pt x="269144" y="341852"/>
                  </a:lnTo>
                  <a:lnTo>
                    <a:pt x="254305" y="331918"/>
                  </a:lnTo>
                  <a:lnTo>
                    <a:pt x="235965" y="328295"/>
                  </a:lnTo>
                  <a:lnTo>
                    <a:pt x="172593" y="328295"/>
                  </a:lnTo>
                  <a:lnTo>
                    <a:pt x="151548" y="324038"/>
                  </a:lnTo>
                  <a:lnTo>
                    <a:pt x="134350" y="312435"/>
                  </a:lnTo>
                  <a:lnTo>
                    <a:pt x="122747" y="295237"/>
                  </a:lnTo>
                  <a:lnTo>
                    <a:pt x="118490" y="274192"/>
                  </a:lnTo>
                  <a:lnTo>
                    <a:pt x="118490" y="147320"/>
                  </a:lnTo>
                  <a:lnTo>
                    <a:pt x="122747" y="126275"/>
                  </a:lnTo>
                  <a:lnTo>
                    <a:pt x="134350" y="109077"/>
                  </a:lnTo>
                  <a:lnTo>
                    <a:pt x="151548" y="97474"/>
                  </a:lnTo>
                  <a:lnTo>
                    <a:pt x="172593" y="93217"/>
                  </a:lnTo>
                  <a:lnTo>
                    <a:pt x="235965" y="93217"/>
                  </a:lnTo>
                  <a:lnTo>
                    <a:pt x="254305" y="89614"/>
                  </a:lnTo>
                  <a:lnTo>
                    <a:pt x="269144" y="79724"/>
                  </a:lnTo>
                  <a:lnTo>
                    <a:pt x="279078" y="64928"/>
                  </a:lnTo>
                  <a:lnTo>
                    <a:pt x="282702" y="46608"/>
                  </a:lnTo>
                  <a:lnTo>
                    <a:pt x="282702" y="25146"/>
                  </a:lnTo>
                  <a:lnTo>
                    <a:pt x="281188" y="17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423035" y="3358769"/>
              <a:ext cx="283210" cy="421640"/>
            </a:xfrm>
            <a:custGeom>
              <a:avLst/>
              <a:gdLst/>
              <a:ahLst/>
              <a:cxnLst/>
              <a:rect l="l" t="t" r="r" b="b"/>
              <a:pathLst>
                <a:path w="283210" h="421639">
                  <a:moveTo>
                    <a:pt x="25146" y="17652"/>
                  </a:moveTo>
                  <a:lnTo>
                    <a:pt x="21462" y="17652"/>
                  </a:lnTo>
                  <a:lnTo>
                    <a:pt x="17780" y="21462"/>
                  </a:lnTo>
                  <a:lnTo>
                    <a:pt x="17780" y="25146"/>
                  </a:lnTo>
                  <a:lnTo>
                    <a:pt x="17780" y="396366"/>
                  </a:lnTo>
                  <a:lnTo>
                    <a:pt x="17780" y="400176"/>
                  </a:lnTo>
                  <a:lnTo>
                    <a:pt x="21462" y="403859"/>
                  </a:lnTo>
                  <a:lnTo>
                    <a:pt x="25146" y="403859"/>
                  </a:lnTo>
                  <a:lnTo>
                    <a:pt x="257428" y="403859"/>
                  </a:lnTo>
                  <a:lnTo>
                    <a:pt x="262128" y="403859"/>
                  </a:lnTo>
                  <a:lnTo>
                    <a:pt x="264922" y="400176"/>
                  </a:lnTo>
                  <a:lnTo>
                    <a:pt x="264922" y="396366"/>
                  </a:lnTo>
                  <a:lnTo>
                    <a:pt x="264922" y="375030"/>
                  </a:lnTo>
                  <a:lnTo>
                    <a:pt x="262630" y="363809"/>
                  </a:lnTo>
                  <a:lnTo>
                    <a:pt x="256397" y="354599"/>
                  </a:lnTo>
                  <a:lnTo>
                    <a:pt x="247187" y="348366"/>
                  </a:lnTo>
                  <a:lnTo>
                    <a:pt x="235965" y="346075"/>
                  </a:lnTo>
                  <a:lnTo>
                    <a:pt x="172593" y="346075"/>
                  </a:lnTo>
                  <a:lnTo>
                    <a:pt x="144805" y="340361"/>
                  </a:lnTo>
                  <a:lnTo>
                    <a:pt x="121935" y="324850"/>
                  </a:lnTo>
                  <a:lnTo>
                    <a:pt x="106424" y="301980"/>
                  </a:lnTo>
                  <a:lnTo>
                    <a:pt x="100711" y="274192"/>
                  </a:lnTo>
                  <a:lnTo>
                    <a:pt x="100711" y="147320"/>
                  </a:lnTo>
                  <a:lnTo>
                    <a:pt x="106424" y="119606"/>
                  </a:lnTo>
                  <a:lnTo>
                    <a:pt x="121935" y="96773"/>
                  </a:lnTo>
                  <a:lnTo>
                    <a:pt x="144805" y="81276"/>
                  </a:lnTo>
                  <a:lnTo>
                    <a:pt x="172593" y="75564"/>
                  </a:lnTo>
                  <a:lnTo>
                    <a:pt x="235965" y="75564"/>
                  </a:lnTo>
                  <a:lnTo>
                    <a:pt x="247187" y="73273"/>
                  </a:lnTo>
                  <a:lnTo>
                    <a:pt x="256397" y="67040"/>
                  </a:lnTo>
                  <a:lnTo>
                    <a:pt x="262630" y="57830"/>
                  </a:lnTo>
                  <a:lnTo>
                    <a:pt x="264922" y="46608"/>
                  </a:lnTo>
                  <a:lnTo>
                    <a:pt x="264922" y="25146"/>
                  </a:lnTo>
                  <a:lnTo>
                    <a:pt x="264922" y="21462"/>
                  </a:lnTo>
                  <a:lnTo>
                    <a:pt x="262128" y="17652"/>
                  </a:lnTo>
                  <a:lnTo>
                    <a:pt x="257428" y="17652"/>
                  </a:lnTo>
                  <a:lnTo>
                    <a:pt x="25146" y="17652"/>
                  </a:lnTo>
                  <a:close/>
                </a:path>
                <a:path w="283210" h="421639">
                  <a:moveTo>
                    <a:pt x="0" y="25146"/>
                  </a:moveTo>
                  <a:lnTo>
                    <a:pt x="1964" y="15323"/>
                  </a:lnTo>
                  <a:lnTo>
                    <a:pt x="7334" y="7334"/>
                  </a:lnTo>
                  <a:lnTo>
                    <a:pt x="15323" y="1964"/>
                  </a:lnTo>
                  <a:lnTo>
                    <a:pt x="25146" y="0"/>
                  </a:lnTo>
                  <a:lnTo>
                    <a:pt x="257428" y="0"/>
                  </a:lnTo>
                  <a:lnTo>
                    <a:pt x="267271" y="1964"/>
                  </a:lnTo>
                  <a:lnTo>
                    <a:pt x="275304" y="7334"/>
                  </a:lnTo>
                  <a:lnTo>
                    <a:pt x="280717" y="15323"/>
                  </a:lnTo>
                  <a:lnTo>
                    <a:pt x="282702" y="25146"/>
                  </a:lnTo>
                  <a:lnTo>
                    <a:pt x="282702" y="46608"/>
                  </a:lnTo>
                  <a:lnTo>
                    <a:pt x="279078" y="64928"/>
                  </a:lnTo>
                  <a:lnTo>
                    <a:pt x="269144" y="79724"/>
                  </a:lnTo>
                  <a:lnTo>
                    <a:pt x="254305" y="89614"/>
                  </a:lnTo>
                  <a:lnTo>
                    <a:pt x="235965" y="93217"/>
                  </a:lnTo>
                  <a:lnTo>
                    <a:pt x="172593" y="93217"/>
                  </a:lnTo>
                  <a:lnTo>
                    <a:pt x="151548" y="97474"/>
                  </a:lnTo>
                  <a:lnTo>
                    <a:pt x="134350" y="109077"/>
                  </a:lnTo>
                  <a:lnTo>
                    <a:pt x="122747" y="126275"/>
                  </a:lnTo>
                  <a:lnTo>
                    <a:pt x="118490" y="147320"/>
                  </a:lnTo>
                  <a:lnTo>
                    <a:pt x="118490" y="274192"/>
                  </a:lnTo>
                  <a:lnTo>
                    <a:pt x="122747" y="295237"/>
                  </a:lnTo>
                  <a:lnTo>
                    <a:pt x="134350" y="312435"/>
                  </a:lnTo>
                  <a:lnTo>
                    <a:pt x="151548" y="324038"/>
                  </a:lnTo>
                  <a:lnTo>
                    <a:pt x="172593" y="328295"/>
                  </a:lnTo>
                  <a:lnTo>
                    <a:pt x="235965" y="328295"/>
                  </a:lnTo>
                  <a:lnTo>
                    <a:pt x="254305" y="331918"/>
                  </a:lnTo>
                  <a:lnTo>
                    <a:pt x="269144" y="341852"/>
                  </a:lnTo>
                  <a:lnTo>
                    <a:pt x="279078" y="356691"/>
                  </a:lnTo>
                  <a:lnTo>
                    <a:pt x="282702" y="375030"/>
                  </a:lnTo>
                  <a:lnTo>
                    <a:pt x="282702" y="396366"/>
                  </a:lnTo>
                  <a:lnTo>
                    <a:pt x="280717" y="406263"/>
                  </a:lnTo>
                  <a:lnTo>
                    <a:pt x="275304" y="414289"/>
                  </a:lnTo>
                  <a:lnTo>
                    <a:pt x="267271" y="419673"/>
                  </a:lnTo>
                  <a:lnTo>
                    <a:pt x="257428" y="421639"/>
                  </a:lnTo>
                  <a:lnTo>
                    <a:pt x="25146" y="421639"/>
                  </a:lnTo>
                  <a:lnTo>
                    <a:pt x="15323" y="419673"/>
                  </a:lnTo>
                  <a:lnTo>
                    <a:pt x="7334" y="414289"/>
                  </a:lnTo>
                  <a:lnTo>
                    <a:pt x="1964" y="406263"/>
                  </a:lnTo>
                  <a:lnTo>
                    <a:pt x="0" y="396366"/>
                  </a:lnTo>
                  <a:lnTo>
                    <a:pt x="0" y="2514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563878" y="3358769"/>
              <a:ext cx="281305" cy="421640"/>
            </a:xfrm>
            <a:custGeom>
              <a:avLst/>
              <a:gdLst/>
              <a:ahLst/>
              <a:cxnLst/>
              <a:rect l="l" t="t" r="r" b="b"/>
              <a:pathLst>
                <a:path w="281305" h="421639">
                  <a:moveTo>
                    <a:pt x="255651" y="0"/>
                  </a:moveTo>
                  <a:lnTo>
                    <a:pt x="186563" y="0"/>
                  </a:lnTo>
                  <a:lnTo>
                    <a:pt x="177254" y="1964"/>
                  </a:lnTo>
                  <a:lnTo>
                    <a:pt x="169529" y="7334"/>
                  </a:lnTo>
                  <a:lnTo>
                    <a:pt x="164256" y="15323"/>
                  </a:lnTo>
                  <a:lnTo>
                    <a:pt x="162305" y="25146"/>
                  </a:lnTo>
                  <a:lnTo>
                    <a:pt x="162305" y="61595"/>
                  </a:lnTo>
                  <a:lnTo>
                    <a:pt x="158049" y="82639"/>
                  </a:lnTo>
                  <a:lnTo>
                    <a:pt x="146446" y="99837"/>
                  </a:lnTo>
                  <a:lnTo>
                    <a:pt x="129248" y="111440"/>
                  </a:lnTo>
                  <a:lnTo>
                    <a:pt x="108203" y="115697"/>
                  </a:lnTo>
                  <a:lnTo>
                    <a:pt x="46609" y="115697"/>
                  </a:lnTo>
                  <a:lnTo>
                    <a:pt x="28342" y="119300"/>
                  </a:lnTo>
                  <a:lnTo>
                    <a:pt x="13541" y="129190"/>
                  </a:lnTo>
                  <a:lnTo>
                    <a:pt x="3621" y="143986"/>
                  </a:lnTo>
                  <a:lnTo>
                    <a:pt x="0" y="162305"/>
                  </a:lnTo>
                  <a:lnTo>
                    <a:pt x="0" y="259333"/>
                  </a:lnTo>
                  <a:lnTo>
                    <a:pt x="3621" y="277600"/>
                  </a:lnTo>
                  <a:lnTo>
                    <a:pt x="13541" y="292401"/>
                  </a:lnTo>
                  <a:lnTo>
                    <a:pt x="28342" y="302321"/>
                  </a:lnTo>
                  <a:lnTo>
                    <a:pt x="46609" y="305942"/>
                  </a:lnTo>
                  <a:lnTo>
                    <a:pt x="108203" y="305942"/>
                  </a:lnTo>
                  <a:lnTo>
                    <a:pt x="129248" y="310199"/>
                  </a:lnTo>
                  <a:lnTo>
                    <a:pt x="146446" y="321802"/>
                  </a:lnTo>
                  <a:lnTo>
                    <a:pt x="158049" y="339000"/>
                  </a:lnTo>
                  <a:lnTo>
                    <a:pt x="162305" y="360045"/>
                  </a:lnTo>
                  <a:lnTo>
                    <a:pt x="162305" y="396366"/>
                  </a:lnTo>
                  <a:lnTo>
                    <a:pt x="164256" y="406263"/>
                  </a:lnTo>
                  <a:lnTo>
                    <a:pt x="169529" y="414289"/>
                  </a:lnTo>
                  <a:lnTo>
                    <a:pt x="177254" y="419673"/>
                  </a:lnTo>
                  <a:lnTo>
                    <a:pt x="186563" y="421639"/>
                  </a:lnTo>
                  <a:lnTo>
                    <a:pt x="255651" y="421639"/>
                  </a:lnTo>
                  <a:lnTo>
                    <a:pt x="265473" y="419673"/>
                  </a:lnTo>
                  <a:lnTo>
                    <a:pt x="273462" y="414289"/>
                  </a:lnTo>
                  <a:lnTo>
                    <a:pt x="278832" y="406263"/>
                  </a:lnTo>
                  <a:lnTo>
                    <a:pt x="279309" y="403859"/>
                  </a:lnTo>
                  <a:lnTo>
                    <a:pt x="182879" y="403859"/>
                  </a:lnTo>
                  <a:lnTo>
                    <a:pt x="179070" y="400176"/>
                  </a:lnTo>
                  <a:lnTo>
                    <a:pt x="179070" y="360045"/>
                  </a:lnTo>
                  <a:lnTo>
                    <a:pt x="173515" y="332311"/>
                  </a:lnTo>
                  <a:lnTo>
                    <a:pt x="158353" y="309435"/>
                  </a:lnTo>
                  <a:lnTo>
                    <a:pt x="135832" y="293893"/>
                  </a:lnTo>
                  <a:lnTo>
                    <a:pt x="108203" y="288162"/>
                  </a:lnTo>
                  <a:lnTo>
                    <a:pt x="46609" y="288162"/>
                  </a:lnTo>
                  <a:lnTo>
                    <a:pt x="35460" y="285890"/>
                  </a:lnTo>
                  <a:lnTo>
                    <a:pt x="26289" y="279701"/>
                  </a:lnTo>
                  <a:lnTo>
                    <a:pt x="20069" y="270535"/>
                  </a:lnTo>
                  <a:lnTo>
                    <a:pt x="17780" y="259333"/>
                  </a:lnTo>
                  <a:lnTo>
                    <a:pt x="17780" y="162305"/>
                  </a:lnTo>
                  <a:lnTo>
                    <a:pt x="20069" y="151084"/>
                  </a:lnTo>
                  <a:lnTo>
                    <a:pt x="26288" y="141874"/>
                  </a:lnTo>
                  <a:lnTo>
                    <a:pt x="35460" y="135641"/>
                  </a:lnTo>
                  <a:lnTo>
                    <a:pt x="46609" y="133350"/>
                  </a:lnTo>
                  <a:lnTo>
                    <a:pt x="108203" y="133350"/>
                  </a:lnTo>
                  <a:lnTo>
                    <a:pt x="135832" y="127638"/>
                  </a:lnTo>
                  <a:lnTo>
                    <a:pt x="158353" y="112140"/>
                  </a:lnTo>
                  <a:lnTo>
                    <a:pt x="173515" y="89308"/>
                  </a:lnTo>
                  <a:lnTo>
                    <a:pt x="179070" y="61595"/>
                  </a:lnTo>
                  <a:lnTo>
                    <a:pt x="179070" y="21462"/>
                  </a:lnTo>
                  <a:lnTo>
                    <a:pt x="182879" y="17652"/>
                  </a:lnTo>
                  <a:lnTo>
                    <a:pt x="279298" y="17652"/>
                  </a:lnTo>
                  <a:lnTo>
                    <a:pt x="278832" y="15323"/>
                  </a:lnTo>
                  <a:lnTo>
                    <a:pt x="273462" y="7334"/>
                  </a:lnTo>
                  <a:lnTo>
                    <a:pt x="265473" y="1964"/>
                  </a:lnTo>
                  <a:lnTo>
                    <a:pt x="255651" y="0"/>
                  </a:lnTo>
                  <a:close/>
                </a:path>
                <a:path w="281305" h="421639">
                  <a:moveTo>
                    <a:pt x="279298" y="17652"/>
                  </a:moveTo>
                  <a:lnTo>
                    <a:pt x="259334" y="17652"/>
                  </a:lnTo>
                  <a:lnTo>
                    <a:pt x="263016" y="21462"/>
                  </a:lnTo>
                  <a:lnTo>
                    <a:pt x="263016" y="400176"/>
                  </a:lnTo>
                  <a:lnTo>
                    <a:pt x="259334" y="403859"/>
                  </a:lnTo>
                  <a:lnTo>
                    <a:pt x="279309" y="403859"/>
                  </a:lnTo>
                  <a:lnTo>
                    <a:pt x="280797" y="396366"/>
                  </a:lnTo>
                  <a:lnTo>
                    <a:pt x="280797" y="25146"/>
                  </a:lnTo>
                  <a:lnTo>
                    <a:pt x="279298" y="17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563878" y="3358769"/>
              <a:ext cx="281305" cy="421640"/>
            </a:xfrm>
            <a:custGeom>
              <a:avLst/>
              <a:gdLst/>
              <a:ahLst/>
              <a:cxnLst/>
              <a:rect l="l" t="t" r="r" b="b"/>
              <a:pathLst>
                <a:path w="281305" h="421639">
                  <a:moveTo>
                    <a:pt x="162305" y="25146"/>
                  </a:moveTo>
                  <a:lnTo>
                    <a:pt x="164256" y="15323"/>
                  </a:lnTo>
                  <a:lnTo>
                    <a:pt x="169529" y="7334"/>
                  </a:lnTo>
                  <a:lnTo>
                    <a:pt x="177254" y="1964"/>
                  </a:lnTo>
                  <a:lnTo>
                    <a:pt x="186563" y="0"/>
                  </a:lnTo>
                  <a:lnTo>
                    <a:pt x="255651" y="0"/>
                  </a:lnTo>
                  <a:lnTo>
                    <a:pt x="265473" y="1964"/>
                  </a:lnTo>
                  <a:lnTo>
                    <a:pt x="273462" y="7334"/>
                  </a:lnTo>
                  <a:lnTo>
                    <a:pt x="278832" y="15323"/>
                  </a:lnTo>
                  <a:lnTo>
                    <a:pt x="280797" y="25146"/>
                  </a:lnTo>
                  <a:lnTo>
                    <a:pt x="280797" y="396366"/>
                  </a:lnTo>
                  <a:lnTo>
                    <a:pt x="278832" y="406263"/>
                  </a:lnTo>
                  <a:lnTo>
                    <a:pt x="273462" y="414289"/>
                  </a:lnTo>
                  <a:lnTo>
                    <a:pt x="265473" y="419673"/>
                  </a:lnTo>
                  <a:lnTo>
                    <a:pt x="255651" y="421639"/>
                  </a:lnTo>
                  <a:lnTo>
                    <a:pt x="186563" y="421639"/>
                  </a:lnTo>
                  <a:lnTo>
                    <a:pt x="177254" y="419673"/>
                  </a:lnTo>
                  <a:lnTo>
                    <a:pt x="169529" y="414289"/>
                  </a:lnTo>
                  <a:lnTo>
                    <a:pt x="164256" y="406263"/>
                  </a:lnTo>
                  <a:lnTo>
                    <a:pt x="162305" y="396366"/>
                  </a:lnTo>
                  <a:lnTo>
                    <a:pt x="162305" y="360045"/>
                  </a:lnTo>
                  <a:lnTo>
                    <a:pt x="158049" y="339000"/>
                  </a:lnTo>
                  <a:lnTo>
                    <a:pt x="146446" y="321802"/>
                  </a:lnTo>
                  <a:lnTo>
                    <a:pt x="129248" y="310199"/>
                  </a:lnTo>
                  <a:lnTo>
                    <a:pt x="108203" y="305942"/>
                  </a:lnTo>
                  <a:lnTo>
                    <a:pt x="46609" y="305942"/>
                  </a:lnTo>
                  <a:lnTo>
                    <a:pt x="28342" y="302321"/>
                  </a:lnTo>
                  <a:lnTo>
                    <a:pt x="13541" y="292401"/>
                  </a:lnTo>
                  <a:lnTo>
                    <a:pt x="3621" y="277600"/>
                  </a:lnTo>
                  <a:lnTo>
                    <a:pt x="0" y="259333"/>
                  </a:lnTo>
                  <a:lnTo>
                    <a:pt x="0" y="162305"/>
                  </a:lnTo>
                  <a:lnTo>
                    <a:pt x="3621" y="143986"/>
                  </a:lnTo>
                  <a:lnTo>
                    <a:pt x="13541" y="129190"/>
                  </a:lnTo>
                  <a:lnTo>
                    <a:pt x="28342" y="119300"/>
                  </a:lnTo>
                  <a:lnTo>
                    <a:pt x="46609" y="115697"/>
                  </a:lnTo>
                  <a:lnTo>
                    <a:pt x="108203" y="115697"/>
                  </a:lnTo>
                  <a:lnTo>
                    <a:pt x="129248" y="111440"/>
                  </a:lnTo>
                  <a:lnTo>
                    <a:pt x="146446" y="99837"/>
                  </a:lnTo>
                  <a:lnTo>
                    <a:pt x="158049" y="82639"/>
                  </a:lnTo>
                  <a:lnTo>
                    <a:pt x="162305" y="61595"/>
                  </a:lnTo>
                  <a:lnTo>
                    <a:pt x="162305" y="25146"/>
                  </a:lnTo>
                  <a:close/>
                </a:path>
                <a:path w="281305" h="421639">
                  <a:moveTo>
                    <a:pt x="263016" y="25146"/>
                  </a:moveTo>
                  <a:lnTo>
                    <a:pt x="263016" y="21462"/>
                  </a:lnTo>
                  <a:lnTo>
                    <a:pt x="259334" y="17652"/>
                  </a:lnTo>
                  <a:lnTo>
                    <a:pt x="255651" y="17652"/>
                  </a:lnTo>
                  <a:lnTo>
                    <a:pt x="186563" y="17652"/>
                  </a:lnTo>
                  <a:lnTo>
                    <a:pt x="182879" y="17652"/>
                  </a:lnTo>
                  <a:lnTo>
                    <a:pt x="179070" y="21462"/>
                  </a:lnTo>
                  <a:lnTo>
                    <a:pt x="179070" y="25146"/>
                  </a:lnTo>
                  <a:lnTo>
                    <a:pt x="179070" y="61595"/>
                  </a:lnTo>
                  <a:lnTo>
                    <a:pt x="173515" y="89308"/>
                  </a:lnTo>
                  <a:lnTo>
                    <a:pt x="158353" y="112140"/>
                  </a:lnTo>
                  <a:lnTo>
                    <a:pt x="135832" y="127638"/>
                  </a:lnTo>
                  <a:lnTo>
                    <a:pt x="108203" y="133350"/>
                  </a:lnTo>
                  <a:lnTo>
                    <a:pt x="46609" y="133350"/>
                  </a:lnTo>
                  <a:lnTo>
                    <a:pt x="35460" y="135641"/>
                  </a:lnTo>
                  <a:lnTo>
                    <a:pt x="26288" y="141874"/>
                  </a:lnTo>
                  <a:lnTo>
                    <a:pt x="20069" y="151084"/>
                  </a:lnTo>
                  <a:lnTo>
                    <a:pt x="17780" y="162305"/>
                  </a:lnTo>
                  <a:lnTo>
                    <a:pt x="17780" y="259333"/>
                  </a:lnTo>
                  <a:lnTo>
                    <a:pt x="20069" y="270535"/>
                  </a:lnTo>
                  <a:lnTo>
                    <a:pt x="26289" y="279701"/>
                  </a:lnTo>
                  <a:lnTo>
                    <a:pt x="35460" y="285890"/>
                  </a:lnTo>
                  <a:lnTo>
                    <a:pt x="46609" y="288162"/>
                  </a:lnTo>
                  <a:lnTo>
                    <a:pt x="108203" y="288162"/>
                  </a:lnTo>
                  <a:lnTo>
                    <a:pt x="135832" y="293893"/>
                  </a:lnTo>
                  <a:lnTo>
                    <a:pt x="158353" y="309435"/>
                  </a:lnTo>
                  <a:lnTo>
                    <a:pt x="173515" y="332311"/>
                  </a:lnTo>
                  <a:lnTo>
                    <a:pt x="179070" y="360045"/>
                  </a:lnTo>
                  <a:lnTo>
                    <a:pt x="179070" y="396366"/>
                  </a:lnTo>
                  <a:lnTo>
                    <a:pt x="179070" y="400176"/>
                  </a:lnTo>
                  <a:lnTo>
                    <a:pt x="182879" y="403859"/>
                  </a:lnTo>
                  <a:lnTo>
                    <a:pt x="186563" y="403859"/>
                  </a:lnTo>
                  <a:lnTo>
                    <a:pt x="255651" y="403859"/>
                  </a:lnTo>
                  <a:lnTo>
                    <a:pt x="259334" y="403859"/>
                  </a:lnTo>
                  <a:lnTo>
                    <a:pt x="263016" y="400176"/>
                  </a:lnTo>
                  <a:lnTo>
                    <a:pt x="263016" y="396366"/>
                  </a:lnTo>
                  <a:lnTo>
                    <a:pt x="263016" y="2514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3289" y="7813040"/>
              <a:ext cx="125730" cy="124460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19453" y="7813040"/>
              <a:ext cx="125730" cy="12446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1371" y="7944484"/>
              <a:ext cx="125729" cy="124332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621663" y="7642605"/>
              <a:ext cx="25400" cy="321945"/>
            </a:xfrm>
            <a:custGeom>
              <a:avLst/>
              <a:gdLst/>
              <a:ahLst/>
              <a:cxnLst/>
              <a:rect l="l" t="t" r="r" b="b"/>
              <a:pathLst>
                <a:path w="25400" h="321945">
                  <a:moveTo>
                    <a:pt x="19557" y="0"/>
                  </a:moveTo>
                  <a:lnTo>
                    <a:pt x="12573" y="0"/>
                  </a:lnTo>
                  <a:lnTo>
                    <a:pt x="5587" y="0"/>
                  </a:lnTo>
                  <a:lnTo>
                    <a:pt x="0" y="5588"/>
                  </a:lnTo>
                  <a:lnTo>
                    <a:pt x="0" y="315849"/>
                  </a:lnTo>
                  <a:lnTo>
                    <a:pt x="5587" y="321437"/>
                  </a:lnTo>
                  <a:lnTo>
                    <a:pt x="19557" y="321437"/>
                  </a:lnTo>
                  <a:lnTo>
                    <a:pt x="25145" y="315849"/>
                  </a:lnTo>
                  <a:lnTo>
                    <a:pt x="25145" y="5588"/>
                  </a:lnTo>
                  <a:lnTo>
                    <a:pt x="195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94307" y="7642605"/>
              <a:ext cx="74041" cy="20396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04315" y="7642605"/>
              <a:ext cx="69850" cy="203962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97449" y="5451919"/>
              <a:ext cx="431546" cy="431545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70037" y="5756084"/>
              <a:ext cx="127888" cy="127000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22691" y="5756084"/>
              <a:ext cx="127000" cy="127000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18272" y="5756084"/>
              <a:ext cx="127000" cy="127000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626235" y="5456554"/>
              <a:ext cx="15875" cy="320675"/>
            </a:xfrm>
            <a:custGeom>
              <a:avLst/>
              <a:gdLst/>
              <a:ahLst/>
              <a:cxnLst/>
              <a:rect l="l" t="t" r="r" b="b"/>
              <a:pathLst>
                <a:path w="15875" h="320675">
                  <a:moveTo>
                    <a:pt x="12064" y="0"/>
                  </a:moveTo>
                  <a:lnTo>
                    <a:pt x="7746" y="0"/>
                  </a:lnTo>
                  <a:lnTo>
                    <a:pt x="3428" y="0"/>
                  </a:lnTo>
                  <a:lnTo>
                    <a:pt x="0" y="3429"/>
                  </a:lnTo>
                  <a:lnTo>
                    <a:pt x="0" y="317246"/>
                  </a:lnTo>
                  <a:lnTo>
                    <a:pt x="3428" y="320675"/>
                  </a:lnTo>
                  <a:lnTo>
                    <a:pt x="12064" y="320675"/>
                  </a:lnTo>
                  <a:lnTo>
                    <a:pt x="15493" y="317246"/>
                  </a:lnTo>
                  <a:lnTo>
                    <a:pt x="15493" y="3429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626235" y="5456554"/>
              <a:ext cx="15875" cy="320675"/>
            </a:xfrm>
            <a:custGeom>
              <a:avLst/>
              <a:gdLst/>
              <a:ahLst/>
              <a:cxnLst/>
              <a:rect l="l" t="t" r="r" b="b"/>
              <a:pathLst>
                <a:path w="15875" h="320675">
                  <a:moveTo>
                    <a:pt x="7746" y="0"/>
                  </a:moveTo>
                  <a:lnTo>
                    <a:pt x="12064" y="0"/>
                  </a:lnTo>
                  <a:lnTo>
                    <a:pt x="15493" y="3429"/>
                  </a:lnTo>
                  <a:lnTo>
                    <a:pt x="15493" y="7620"/>
                  </a:lnTo>
                  <a:lnTo>
                    <a:pt x="15493" y="312039"/>
                  </a:lnTo>
                  <a:lnTo>
                    <a:pt x="15493" y="317246"/>
                  </a:lnTo>
                  <a:lnTo>
                    <a:pt x="12064" y="320675"/>
                  </a:lnTo>
                  <a:lnTo>
                    <a:pt x="7746" y="320675"/>
                  </a:lnTo>
                  <a:lnTo>
                    <a:pt x="3428" y="320675"/>
                  </a:lnTo>
                  <a:lnTo>
                    <a:pt x="0" y="317246"/>
                  </a:lnTo>
                  <a:lnTo>
                    <a:pt x="0" y="312039"/>
                  </a:lnTo>
                  <a:lnTo>
                    <a:pt x="0" y="7620"/>
                  </a:lnTo>
                  <a:lnTo>
                    <a:pt x="0" y="3429"/>
                  </a:lnTo>
                  <a:lnTo>
                    <a:pt x="3428" y="0"/>
                  </a:lnTo>
                  <a:lnTo>
                    <a:pt x="7746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68818" y="5542597"/>
              <a:ext cx="330200" cy="239394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3478149" y="5456301"/>
              <a:ext cx="2894330" cy="2586355"/>
            </a:xfrm>
            <a:custGeom>
              <a:avLst/>
              <a:gdLst/>
              <a:ahLst/>
              <a:cxnLst/>
              <a:rect l="l" t="t" r="r" b="b"/>
              <a:pathLst>
                <a:path w="2894329" h="2586354">
                  <a:moveTo>
                    <a:pt x="2846959" y="2305558"/>
                  </a:moveTo>
                  <a:lnTo>
                    <a:pt x="2518917" y="2305558"/>
                  </a:lnTo>
                  <a:lnTo>
                    <a:pt x="2501058" y="2301706"/>
                  </a:lnTo>
                  <a:lnTo>
                    <a:pt x="2486532" y="2291699"/>
                  </a:lnTo>
                  <a:lnTo>
                    <a:pt x="2476769" y="2277000"/>
                  </a:lnTo>
                  <a:lnTo>
                    <a:pt x="2473198" y="2259076"/>
                  </a:lnTo>
                  <a:lnTo>
                    <a:pt x="2476769" y="2241151"/>
                  </a:lnTo>
                  <a:lnTo>
                    <a:pt x="2486533" y="2226452"/>
                  </a:lnTo>
                  <a:lnTo>
                    <a:pt x="2501058" y="2216445"/>
                  </a:lnTo>
                  <a:lnTo>
                    <a:pt x="2518917" y="2212594"/>
                  </a:lnTo>
                  <a:lnTo>
                    <a:pt x="2846959" y="2212594"/>
                  </a:lnTo>
                  <a:lnTo>
                    <a:pt x="2865270" y="2216052"/>
                  </a:lnTo>
                  <a:lnTo>
                    <a:pt x="2880296" y="2225976"/>
                  </a:lnTo>
                  <a:lnTo>
                    <a:pt x="2890464" y="2240829"/>
                  </a:lnTo>
                  <a:lnTo>
                    <a:pt x="2894203" y="2259076"/>
                  </a:lnTo>
                  <a:lnTo>
                    <a:pt x="2890464" y="2277322"/>
                  </a:lnTo>
                  <a:lnTo>
                    <a:pt x="2880296" y="2292175"/>
                  </a:lnTo>
                  <a:lnTo>
                    <a:pt x="2865270" y="2302099"/>
                  </a:lnTo>
                  <a:lnTo>
                    <a:pt x="2846959" y="2305558"/>
                  </a:lnTo>
                  <a:close/>
                </a:path>
                <a:path w="2894329" h="2586354">
                  <a:moveTo>
                    <a:pt x="2846959" y="2447163"/>
                  </a:moveTo>
                  <a:lnTo>
                    <a:pt x="2518917" y="2447163"/>
                  </a:lnTo>
                  <a:lnTo>
                    <a:pt x="2501058" y="2443311"/>
                  </a:lnTo>
                  <a:lnTo>
                    <a:pt x="2486532" y="2433304"/>
                  </a:lnTo>
                  <a:lnTo>
                    <a:pt x="2476769" y="2418605"/>
                  </a:lnTo>
                  <a:lnTo>
                    <a:pt x="2473198" y="2400681"/>
                  </a:lnTo>
                  <a:lnTo>
                    <a:pt x="2476769" y="2382756"/>
                  </a:lnTo>
                  <a:lnTo>
                    <a:pt x="2486533" y="2368057"/>
                  </a:lnTo>
                  <a:lnTo>
                    <a:pt x="2501058" y="2358050"/>
                  </a:lnTo>
                  <a:lnTo>
                    <a:pt x="2518917" y="2354199"/>
                  </a:lnTo>
                  <a:lnTo>
                    <a:pt x="2846959" y="2354199"/>
                  </a:lnTo>
                  <a:lnTo>
                    <a:pt x="2865270" y="2357657"/>
                  </a:lnTo>
                  <a:lnTo>
                    <a:pt x="2880296" y="2367581"/>
                  </a:lnTo>
                  <a:lnTo>
                    <a:pt x="2890464" y="2382434"/>
                  </a:lnTo>
                  <a:lnTo>
                    <a:pt x="2894203" y="2400681"/>
                  </a:lnTo>
                  <a:lnTo>
                    <a:pt x="2890464" y="2418927"/>
                  </a:lnTo>
                  <a:lnTo>
                    <a:pt x="2880296" y="2433780"/>
                  </a:lnTo>
                  <a:lnTo>
                    <a:pt x="2865270" y="2443704"/>
                  </a:lnTo>
                  <a:lnTo>
                    <a:pt x="2846959" y="2447163"/>
                  </a:lnTo>
                  <a:close/>
                </a:path>
                <a:path w="2894329" h="2586354">
                  <a:moveTo>
                    <a:pt x="2846959" y="2585974"/>
                  </a:moveTo>
                  <a:lnTo>
                    <a:pt x="2518917" y="2585974"/>
                  </a:lnTo>
                  <a:lnTo>
                    <a:pt x="2500852" y="2582338"/>
                  </a:lnTo>
                  <a:lnTo>
                    <a:pt x="2486120" y="2572416"/>
                  </a:lnTo>
                  <a:lnTo>
                    <a:pt x="2476198" y="2557684"/>
                  </a:lnTo>
                  <a:lnTo>
                    <a:pt x="2472563" y="2539619"/>
                  </a:lnTo>
                  <a:lnTo>
                    <a:pt x="2476198" y="2521479"/>
                  </a:lnTo>
                  <a:lnTo>
                    <a:pt x="2486120" y="2506710"/>
                  </a:lnTo>
                  <a:lnTo>
                    <a:pt x="2500852" y="2496774"/>
                  </a:lnTo>
                  <a:lnTo>
                    <a:pt x="2518917" y="2493137"/>
                  </a:lnTo>
                  <a:lnTo>
                    <a:pt x="2846959" y="2493137"/>
                  </a:lnTo>
                  <a:lnTo>
                    <a:pt x="2865044" y="2496774"/>
                  </a:lnTo>
                  <a:lnTo>
                    <a:pt x="2879820" y="2506710"/>
                  </a:lnTo>
                  <a:lnTo>
                    <a:pt x="2889785" y="2521479"/>
                  </a:lnTo>
                  <a:lnTo>
                    <a:pt x="2893441" y="2539619"/>
                  </a:lnTo>
                  <a:lnTo>
                    <a:pt x="2889785" y="2557684"/>
                  </a:lnTo>
                  <a:lnTo>
                    <a:pt x="2879820" y="2572416"/>
                  </a:lnTo>
                  <a:lnTo>
                    <a:pt x="2865044" y="2582338"/>
                  </a:lnTo>
                  <a:lnTo>
                    <a:pt x="2846959" y="2585974"/>
                  </a:lnTo>
                  <a:close/>
                </a:path>
                <a:path w="2894329" h="2586354">
                  <a:moveTo>
                    <a:pt x="2528442" y="2259711"/>
                  </a:moveTo>
                  <a:lnTo>
                    <a:pt x="2620137" y="2259711"/>
                  </a:lnTo>
                </a:path>
                <a:path w="2894329" h="2586354">
                  <a:moveTo>
                    <a:pt x="2528442" y="2399157"/>
                  </a:moveTo>
                  <a:lnTo>
                    <a:pt x="2620137" y="2399157"/>
                  </a:lnTo>
                </a:path>
                <a:path w="2894329" h="2586354">
                  <a:moveTo>
                    <a:pt x="2528442" y="2540635"/>
                  </a:moveTo>
                  <a:lnTo>
                    <a:pt x="2620137" y="2540635"/>
                  </a:lnTo>
                </a:path>
                <a:path w="2894329" h="2586354">
                  <a:moveTo>
                    <a:pt x="24891" y="0"/>
                  </a:moveTo>
                  <a:lnTo>
                    <a:pt x="176402" y="0"/>
                  </a:lnTo>
                  <a:lnTo>
                    <a:pt x="186132" y="1940"/>
                  </a:lnTo>
                  <a:lnTo>
                    <a:pt x="194040" y="7238"/>
                  </a:lnTo>
                  <a:lnTo>
                    <a:pt x="199352" y="15109"/>
                  </a:lnTo>
                  <a:lnTo>
                    <a:pt x="201295" y="24764"/>
                  </a:lnTo>
                  <a:lnTo>
                    <a:pt x="201295" y="422275"/>
                  </a:lnTo>
                  <a:lnTo>
                    <a:pt x="0" y="422275"/>
                  </a:lnTo>
                  <a:lnTo>
                    <a:pt x="0" y="24764"/>
                  </a:lnTo>
                  <a:lnTo>
                    <a:pt x="1960" y="15109"/>
                  </a:lnTo>
                  <a:lnTo>
                    <a:pt x="7302" y="7238"/>
                  </a:lnTo>
                  <a:lnTo>
                    <a:pt x="15216" y="1940"/>
                  </a:lnTo>
                  <a:lnTo>
                    <a:pt x="24891" y="0"/>
                  </a:lnTo>
                  <a:close/>
                </a:path>
                <a:path w="2894329" h="2586354">
                  <a:moveTo>
                    <a:pt x="201295" y="136651"/>
                  </a:moveTo>
                  <a:lnTo>
                    <a:pt x="402463" y="136651"/>
                  </a:lnTo>
                  <a:lnTo>
                    <a:pt x="410092" y="138209"/>
                  </a:lnTo>
                  <a:lnTo>
                    <a:pt x="416353" y="142446"/>
                  </a:lnTo>
                  <a:lnTo>
                    <a:pt x="420590" y="148707"/>
                  </a:lnTo>
                  <a:lnTo>
                    <a:pt x="422148" y="156337"/>
                  </a:lnTo>
                  <a:lnTo>
                    <a:pt x="422148" y="422275"/>
                  </a:lnTo>
                  <a:lnTo>
                    <a:pt x="201295" y="422275"/>
                  </a:lnTo>
                  <a:lnTo>
                    <a:pt x="201295" y="136651"/>
                  </a:lnTo>
                  <a:close/>
                </a:path>
                <a:path w="2894329" h="2586354">
                  <a:moveTo>
                    <a:pt x="47625" y="116204"/>
                  </a:moveTo>
                  <a:lnTo>
                    <a:pt x="153629" y="116204"/>
                  </a:lnTo>
                  <a:lnTo>
                    <a:pt x="153629" y="74467"/>
                  </a:lnTo>
                  <a:lnTo>
                    <a:pt x="47625" y="74467"/>
                  </a:lnTo>
                  <a:lnTo>
                    <a:pt x="47625" y="116204"/>
                  </a:lnTo>
                  <a:close/>
                </a:path>
                <a:path w="2894329" h="2586354">
                  <a:moveTo>
                    <a:pt x="248792" y="227711"/>
                  </a:moveTo>
                  <a:lnTo>
                    <a:pt x="374597" y="227711"/>
                  </a:lnTo>
                  <a:lnTo>
                    <a:pt x="374597" y="185973"/>
                  </a:lnTo>
                  <a:lnTo>
                    <a:pt x="248792" y="185973"/>
                  </a:lnTo>
                  <a:lnTo>
                    <a:pt x="248792" y="227711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27229" y="5528881"/>
              <a:ext cx="268478" cy="271017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5950585" y="5456554"/>
              <a:ext cx="422275" cy="422275"/>
            </a:xfrm>
            <a:custGeom>
              <a:avLst/>
              <a:gdLst/>
              <a:ahLst/>
              <a:cxnLst/>
              <a:rect l="l" t="t" r="r" b="b"/>
              <a:pathLst>
                <a:path w="422275" h="422275">
                  <a:moveTo>
                    <a:pt x="210819" y="0"/>
                  </a:moveTo>
                  <a:lnTo>
                    <a:pt x="162432" y="5559"/>
                  </a:lnTo>
                  <a:lnTo>
                    <a:pt x="118039" y="21401"/>
                  </a:lnTo>
                  <a:lnTo>
                    <a:pt x="78898" y="46266"/>
                  </a:lnTo>
                  <a:lnTo>
                    <a:pt x="46266" y="78898"/>
                  </a:lnTo>
                  <a:lnTo>
                    <a:pt x="21401" y="118039"/>
                  </a:lnTo>
                  <a:lnTo>
                    <a:pt x="5559" y="162432"/>
                  </a:lnTo>
                  <a:lnTo>
                    <a:pt x="0" y="210820"/>
                  </a:lnTo>
                  <a:lnTo>
                    <a:pt x="5559" y="259254"/>
                  </a:lnTo>
                  <a:lnTo>
                    <a:pt x="21401" y="303681"/>
                  </a:lnTo>
                  <a:lnTo>
                    <a:pt x="46266" y="342844"/>
                  </a:lnTo>
                  <a:lnTo>
                    <a:pt x="78898" y="375490"/>
                  </a:lnTo>
                  <a:lnTo>
                    <a:pt x="118138" y="400398"/>
                  </a:lnTo>
                  <a:lnTo>
                    <a:pt x="162432" y="416206"/>
                  </a:lnTo>
                  <a:lnTo>
                    <a:pt x="210819" y="421767"/>
                  </a:lnTo>
                  <a:lnTo>
                    <a:pt x="259254" y="416206"/>
                  </a:lnTo>
                  <a:lnTo>
                    <a:pt x="289245" y="405511"/>
                  </a:lnTo>
                  <a:lnTo>
                    <a:pt x="210819" y="405511"/>
                  </a:lnTo>
                  <a:lnTo>
                    <a:pt x="166052" y="400398"/>
                  </a:lnTo>
                  <a:lnTo>
                    <a:pt x="125039" y="385818"/>
                  </a:lnTo>
                  <a:lnTo>
                    <a:pt x="88922" y="362913"/>
                  </a:lnTo>
                  <a:lnTo>
                    <a:pt x="58843" y="332821"/>
                  </a:lnTo>
                  <a:lnTo>
                    <a:pt x="35945" y="296681"/>
                  </a:lnTo>
                  <a:lnTo>
                    <a:pt x="21368" y="255634"/>
                  </a:lnTo>
                  <a:lnTo>
                    <a:pt x="16255" y="210820"/>
                  </a:lnTo>
                  <a:lnTo>
                    <a:pt x="21368" y="166052"/>
                  </a:lnTo>
                  <a:lnTo>
                    <a:pt x="35945" y="125039"/>
                  </a:lnTo>
                  <a:lnTo>
                    <a:pt x="58843" y="88922"/>
                  </a:lnTo>
                  <a:lnTo>
                    <a:pt x="88922" y="58843"/>
                  </a:lnTo>
                  <a:lnTo>
                    <a:pt x="125039" y="35945"/>
                  </a:lnTo>
                  <a:lnTo>
                    <a:pt x="165960" y="21401"/>
                  </a:lnTo>
                  <a:lnTo>
                    <a:pt x="165767" y="21401"/>
                  </a:lnTo>
                  <a:lnTo>
                    <a:pt x="210819" y="16256"/>
                  </a:lnTo>
                  <a:lnTo>
                    <a:pt x="289251" y="16256"/>
                  </a:lnTo>
                  <a:lnTo>
                    <a:pt x="259254" y="5559"/>
                  </a:lnTo>
                  <a:lnTo>
                    <a:pt x="210819" y="0"/>
                  </a:lnTo>
                  <a:close/>
                </a:path>
                <a:path w="422275" h="422275">
                  <a:moveTo>
                    <a:pt x="289251" y="16256"/>
                  </a:moveTo>
                  <a:lnTo>
                    <a:pt x="210819" y="16256"/>
                  </a:lnTo>
                  <a:lnTo>
                    <a:pt x="255920" y="21401"/>
                  </a:lnTo>
                  <a:lnTo>
                    <a:pt x="255726" y="21401"/>
                  </a:lnTo>
                  <a:lnTo>
                    <a:pt x="296681" y="35945"/>
                  </a:lnTo>
                  <a:lnTo>
                    <a:pt x="332821" y="58843"/>
                  </a:lnTo>
                  <a:lnTo>
                    <a:pt x="362913" y="88922"/>
                  </a:lnTo>
                  <a:lnTo>
                    <a:pt x="385818" y="125039"/>
                  </a:lnTo>
                  <a:lnTo>
                    <a:pt x="400398" y="166052"/>
                  </a:lnTo>
                  <a:lnTo>
                    <a:pt x="405511" y="210820"/>
                  </a:lnTo>
                  <a:lnTo>
                    <a:pt x="400398" y="255634"/>
                  </a:lnTo>
                  <a:lnTo>
                    <a:pt x="385818" y="296681"/>
                  </a:lnTo>
                  <a:lnTo>
                    <a:pt x="362913" y="332821"/>
                  </a:lnTo>
                  <a:lnTo>
                    <a:pt x="332821" y="362913"/>
                  </a:lnTo>
                  <a:lnTo>
                    <a:pt x="296681" y="385818"/>
                  </a:lnTo>
                  <a:lnTo>
                    <a:pt x="255634" y="400398"/>
                  </a:lnTo>
                  <a:lnTo>
                    <a:pt x="210819" y="405511"/>
                  </a:lnTo>
                  <a:lnTo>
                    <a:pt x="289245" y="405511"/>
                  </a:lnTo>
                  <a:lnTo>
                    <a:pt x="342844" y="375490"/>
                  </a:lnTo>
                  <a:lnTo>
                    <a:pt x="375490" y="342844"/>
                  </a:lnTo>
                  <a:lnTo>
                    <a:pt x="400362" y="303681"/>
                  </a:lnTo>
                  <a:lnTo>
                    <a:pt x="416206" y="259254"/>
                  </a:lnTo>
                  <a:lnTo>
                    <a:pt x="421766" y="210820"/>
                  </a:lnTo>
                  <a:lnTo>
                    <a:pt x="416206" y="162432"/>
                  </a:lnTo>
                  <a:lnTo>
                    <a:pt x="400362" y="118039"/>
                  </a:lnTo>
                  <a:lnTo>
                    <a:pt x="375490" y="78898"/>
                  </a:lnTo>
                  <a:lnTo>
                    <a:pt x="342844" y="46266"/>
                  </a:lnTo>
                  <a:lnTo>
                    <a:pt x="303681" y="21401"/>
                  </a:lnTo>
                  <a:lnTo>
                    <a:pt x="289251" y="162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5950585" y="5456554"/>
              <a:ext cx="422275" cy="422275"/>
            </a:xfrm>
            <a:custGeom>
              <a:avLst/>
              <a:gdLst/>
              <a:ahLst/>
              <a:cxnLst/>
              <a:rect l="l" t="t" r="r" b="b"/>
              <a:pathLst>
                <a:path w="422275" h="422275">
                  <a:moveTo>
                    <a:pt x="210819" y="16256"/>
                  </a:moveTo>
                  <a:lnTo>
                    <a:pt x="166052" y="21368"/>
                  </a:lnTo>
                  <a:lnTo>
                    <a:pt x="125039" y="35945"/>
                  </a:lnTo>
                  <a:lnTo>
                    <a:pt x="88922" y="58843"/>
                  </a:lnTo>
                  <a:lnTo>
                    <a:pt x="58843" y="88922"/>
                  </a:lnTo>
                  <a:lnTo>
                    <a:pt x="35945" y="125039"/>
                  </a:lnTo>
                  <a:lnTo>
                    <a:pt x="21368" y="166052"/>
                  </a:lnTo>
                  <a:lnTo>
                    <a:pt x="16255" y="210820"/>
                  </a:lnTo>
                  <a:lnTo>
                    <a:pt x="21368" y="255634"/>
                  </a:lnTo>
                  <a:lnTo>
                    <a:pt x="35945" y="296681"/>
                  </a:lnTo>
                  <a:lnTo>
                    <a:pt x="58843" y="332821"/>
                  </a:lnTo>
                  <a:lnTo>
                    <a:pt x="88922" y="362913"/>
                  </a:lnTo>
                  <a:lnTo>
                    <a:pt x="125039" y="385818"/>
                  </a:lnTo>
                  <a:lnTo>
                    <a:pt x="166052" y="400398"/>
                  </a:lnTo>
                  <a:lnTo>
                    <a:pt x="210819" y="405511"/>
                  </a:lnTo>
                  <a:lnTo>
                    <a:pt x="255634" y="400398"/>
                  </a:lnTo>
                  <a:lnTo>
                    <a:pt x="296681" y="385818"/>
                  </a:lnTo>
                  <a:lnTo>
                    <a:pt x="332821" y="362913"/>
                  </a:lnTo>
                  <a:lnTo>
                    <a:pt x="362913" y="332821"/>
                  </a:lnTo>
                  <a:lnTo>
                    <a:pt x="385818" y="296681"/>
                  </a:lnTo>
                  <a:lnTo>
                    <a:pt x="400398" y="255634"/>
                  </a:lnTo>
                  <a:lnTo>
                    <a:pt x="405511" y="210820"/>
                  </a:lnTo>
                  <a:lnTo>
                    <a:pt x="400398" y="166052"/>
                  </a:lnTo>
                  <a:lnTo>
                    <a:pt x="385818" y="125039"/>
                  </a:lnTo>
                  <a:lnTo>
                    <a:pt x="362913" y="88922"/>
                  </a:lnTo>
                  <a:lnTo>
                    <a:pt x="332821" y="58843"/>
                  </a:lnTo>
                  <a:lnTo>
                    <a:pt x="296681" y="35945"/>
                  </a:lnTo>
                  <a:lnTo>
                    <a:pt x="255634" y="21368"/>
                  </a:lnTo>
                  <a:lnTo>
                    <a:pt x="210819" y="16256"/>
                  </a:lnTo>
                  <a:close/>
                </a:path>
                <a:path w="422275" h="422275">
                  <a:moveTo>
                    <a:pt x="0" y="210820"/>
                  </a:moveTo>
                  <a:lnTo>
                    <a:pt x="5559" y="162432"/>
                  </a:lnTo>
                  <a:lnTo>
                    <a:pt x="21401" y="118039"/>
                  </a:lnTo>
                  <a:lnTo>
                    <a:pt x="46266" y="78898"/>
                  </a:lnTo>
                  <a:lnTo>
                    <a:pt x="78898" y="46266"/>
                  </a:lnTo>
                  <a:lnTo>
                    <a:pt x="118039" y="21401"/>
                  </a:lnTo>
                  <a:lnTo>
                    <a:pt x="162432" y="5559"/>
                  </a:lnTo>
                  <a:lnTo>
                    <a:pt x="210819" y="0"/>
                  </a:lnTo>
                  <a:lnTo>
                    <a:pt x="259254" y="5559"/>
                  </a:lnTo>
                  <a:lnTo>
                    <a:pt x="303681" y="21401"/>
                  </a:lnTo>
                  <a:lnTo>
                    <a:pt x="342844" y="46266"/>
                  </a:lnTo>
                  <a:lnTo>
                    <a:pt x="375490" y="78898"/>
                  </a:lnTo>
                  <a:lnTo>
                    <a:pt x="400362" y="118039"/>
                  </a:lnTo>
                  <a:lnTo>
                    <a:pt x="416206" y="162432"/>
                  </a:lnTo>
                  <a:lnTo>
                    <a:pt x="421766" y="210820"/>
                  </a:lnTo>
                  <a:lnTo>
                    <a:pt x="416206" y="259254"/>
                  </a:lnTo>
                  <a:lnTo>
                    <a:pt x="400362" y="303681"/>
                  </a:lnTo>
                  <a:lnTo>
                    <a:pt x="375490" y="342844"/>
                  </a:lnTo>
                  <a:lnTo>
                    <a:pt x="342844" y="375490"/>
                  </a:lnTo>
                  <a:lnTo>
                    <a:pt x="303681" y="400362"/>
                  </a:lnTo>
                  <a:lnTo>
                    <a:pt x="259254" y="416206"/>
                  </a:lnTo>
                  <a:lnTo>
                    <a:pt x="210819" y="421767"/>
                  </a:lnTo>
                  <a:lnTo>
                    <a:pt x="162432" y="416206"/>
                  </a:lnTo>
                  <a:lnTo>
                    <a:pt x="118039" y="400362"/>
                  </a:lnTo>
                  <a:lnTo>
                    <a:pt x="78898" y="375490"/>
                  </a:lnTo>
                  <a:lnTo>
                    <a:pt x="46266" y="342844"/>
                  </a:lnTo>
                  <a:lnTo>
                    <a:pt x="21401" y="303681"/>
                  </a:lnTo>
                  <a:lnTo>
                    <a:pt x="5559" y="259254"/>
                  </a:lnTo>
                  <a:lnTo>
                    <a:pt x="0" y="21082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3478149" y="3408680"/>
              <a:ext cx="324485" cy="327660"/>
            </a:xfrm>
            <a:custGeom>
              <a:avLst/>
              <a:gdLst/>
              <a:ahLst/>
              <a:cxnLst/>
              <a:rect l="l" t="t" r="r" b="b"/>
              <a:pathLst>
                <a:path w="324485" h="327660">
                  <a:moveTo>
                    <a:pt x="0" y="13462"/>
                  </a:moveTo>
                  <a:lnTo>
                    <a:pt x="0" y="5969"/>
                  </a:lnTo>
                  <a:lnTo>
                    <a:pt x="5968" y="0"/>
                  </a:lnTo>
                  <a:lnTo>
                    <a:pt x="13588" y="0"/>
                  </a:lnTo>
                  <a:lnTo>
                    <a:pt x="310514" y="0"/>
                  </a:lnTo>
                  <a:lnTo>
                    <a:pt x="317500" y="0"/>
                  </a:lnTo>
                  <a:lnTo>
                    <a:pt x="323976" y="5969"/>
                  </a:lnTo>
                  <a:lnTo>
                    <a:pt x="323976" y="13462"/>
                  </a:lnTo>
                  <a:lnTo>
                    <a:pt x="323976" y="243459"/>
                  </a:lnTo>
                  <a:lnTo>
                    <a:pt x="323976" y="250444"/>
                  </a:lnTo>
                  <a:lnTo>
                    <a:pt x="317500" y="256921"/>
                  </a:lnTo>
                  <a:lnTo>
                    <a:pt x="310514" y="256921"/>
                  </a:lnTo>
                  <a:lnTo>
                    <a:pt x="265684" y="256921"/>
                  </a:lnTo>
                  <a:lnTo>
                    <a:pt x="258063" y="256921"/>
                  </a:lnTo>
                  <a:lnTo>
                    <a:pt x="252095" y="262890"/>
                  </a:lnTo>
                  <a:lnTo>
                    <a:pt x="252095" y="270510"/>
                  </a:lnTo>
                  <a:lnTo>
                    <a:pt x="252095" y="314198"/>
                  </a:lnTo>
                  <a:lnTo>
                    <a:pt x="249856" y="321554"/>
                  </a:lnTo>
                  <a:lnTo>
                    <a:pt x="244284" y="326183"/>
                  </a:lnTo>
                  <a:lnTo>
                    <a:pt x="237093" y="327360"/>
                  </a:lnTo>
                  <a:lnTo>
                    <a:pt x="229997" y="324358"/>
                  </a:lnTo>
                  <a:lnTo>
                    <a:pt x="155448" y="260223"/>
                  </a:lnTo>
                  <a:lnTo>
                    <a:pt x="152780" y="258064"/>
                  </a:lnTo>
                  <a:lnTo>
                    <a:pt x="150113" y="256921"/>
                  </a:lnTo>
                  <a:lnTo>
                    <a:pt x="146938" y="256921"/>
                  </a:lnTo>
                  <a:lnTo>
                    <a:pt x="13588" y="256921"/>
                  </a:lnTo>
                  <a:lnTo>
                    <a:pt x="5968" y="256921"/>
                  </a:lnTo>
                  <a:lnTo>
                    <a:pt x="0" y="250444"/>
                  </a:lnTo>
                  <a:lnTo>
                    <a:pt x="0" y="243459"/>
                  </a:lnTo>
                  <a:lnTo>
                    <a:pt x="0" y="13462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3441319" y="4000626"/>
            <a:ext cx="131508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Messaging Modernization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5914135" y="6125971"/>
            <a:ext cx="1315085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Database Modernization</a:t>
            </a:r>
            <a:endParaRPr sz="14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672160"/>
            <a:ext cx="741603" cy="7416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4222" rIns="0" bIns="0" rtlCol="0" vert="horz">
            <a:spAutoFit/>
          </a:bodyPr>
          <a:lstStyle/>
          <a:p>
            <a:pPr marL="95885" marR="5080">
              <a:lnSpc>
                <a:spcPts val="4320"/>
              </a:lnSpc>
              <a:spcBef>
                <a:spcPts val="640"/>
              </a:spcBef>
            </a:pPr>
            <a:r>
              <a:rPr dirty="0" sz="4000" spc="520">
                <a:solidFill>
                  <a:srgbClr val="38CCEC"/>
                </a:solidFill>
                <a:latin typeface="Calibri"/>
                <a:cs typeface="Calibri"/>
              </a:rPr>
              <a:t>On-</a:t>
            </a:r>
            <a:r>
              <a:rPr dirty="0" sz="4000" spc="615">
                <a:solidFill>
                  <a:srgbClr val="38CCEC"/>
                </a:solidFill>
                <a:latin typeface="Calibri"/>
                <a:cs typeface="Calibri"/>
              </a:rPr>
              <a:t>Prem</a:t>
            </a:r>
            <a:r>
              <a:rPr dirty="0" sz="4000" spc="220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4000">
                <a:solidFill>
                  <a:srgbClr val="38CCEC"/>
                </a:solidFill>
              </a:rPr>
              <a:t>및</a:t>
            </a:r>
            <a:r>
              <a:rPr dirty="0" sz="4000" spc="-300">
                <a:solidFill>
                  <a:srgbClr val="38CCEC"/>
                </a:solidFill>
              </a:rPr>
              <a:t> </a:t>
            </a:r>
            <a:r>
              <a:rPr dirty="0" sz="4000" spc="500">
                <a:solidFill>
                  <a:srgbClr val="38CCEC"/>
                </a:solidFill>
                <a:latin typeface="Calibri"/>
                <a:cs typeface="Calibri"/>
              </a:rPr>
              <a:t>Public</a:t>
            </a:r>
            <a:r>
              <a:rPr dirty="0" sz="4000" spc="204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4000" spc="365">
                <a:solidFill>
                  <a:srgbClr val="38CCEC"/>
                </a:solidFill>
                <a:latin typeface="Calibri"/>
                <a:cs typeface="Calibri"/>
              </a:rPr>
              <a:t>Cloud</a:t>
            </a:r>
            <a:r>
              <a:rPr dirty="0" sz="4000" spc="365">
                <a:solidFill>
                  <a:srgbClr val="38CCEC"/>
                </a:solidFill>
              </a:rPr>
              <a:t>에서</a:t>
            </a:r>
            <a:r>
              <a:rPr dirty="0" sz="4000" spc="-265">
                <a:solidFill>
                  <a:srgbClr val="38CCEC"/>
                </a:solidFill>
              </a:rPr>
              <a:t> </a:t>
            </a:r>
            <a:r>
              <a:rPr dirty="0" sz="4000">
                <a:solidFill>
                  <a:srgbClr val="38CCEC"/>
                </a:solidFill>
              </a:rPr>
              <a:t>확장</a:t>
            </a:r>
            <a:r>
              <a:rPr dirty="0" sz="4000" spc="-295">
                <a:solidFill>
                  <a:srgbClr val="38CCEC"/>
                </a:solidFill>
              </a:rPr>
              <a:t> </a:t>
            </a:r>
            <a:r>
              <a:rPr dirty="0" sz="4000" spc="-20">
                <a:solidFill>
                  <a:srgbClr val="38CCEC"/>
                </a:solidFill>
              </a:rPr>
              <a:t>가능한</a:t>
            </a:r>
            <a:r>
              <a:rPr dirty="0" sz="4000" spc="-285">
                <a:solidFill>
                  <a:srgbClr val="38CCEC"/>
                </a:solidFill>
              </a:rPr>
              <a:t> </a:t>
            </a:r>
            <a:r>
              <a:rPr dirty="0" sz="4000" spc="-25">
                <a:solidFill>
                  <a:srgbClr val="38CCEC"/>
                </a:solidFill>
              </a:rPr>
              <a:t>클라우드</a:t>
            </a:r>
            <a:r>
              <a:rPr dirty="0" sz="4000" spc="-280">
                <a:solidFill>
                  <a:srgbClr val="38CCEC"/>
                </a:solidFill>
              </a:rPr>
              <a:t> </a:t>
            </a:r>
            <a:r>
              <a:rPr dirty="0" sz="4000" spc="-25">
                <a:solidFill>
                  <a:srgbClr val="38CCEC"/>
                </a:solidFill>
              </a:rPr>
              <a:t>네이티브</a:t>
            </a:r>
            <a:r>
              <a:rPr dirty="0" sz="4000" spc="-285">
                <a:solidFill>
                  <a:srgbClr val="38CCEC"/>
                </a:solidFill>
              </a:rPr>
              <a:t> </a:t>
            </a:r>
            <a:r>
              <a:rPr dirty="0" sz="4000" spc="-50">
                <a:solidFill>
                  <a:srgbClr val="38CCEC"/>
                </a:solidFill>
              </a:rPr>
              <a:t>앱 </a:t>
            </a:r>
            <a:r>
              <a:rPr dirty="0" sz="4000">
                <a:solidFill>
                  <a:srgbClr val="38CCEC"/>
                </a:solidFill>
              </a:rPr>
              <a:t>개발</a:t>
            </a:r>
            <a:r>
              <a:rPr dirty="0" sz="4000" spc="-325">
                <a:solidFill>
                  <a:srgbClr val="38CCEC"/>
                </a:solidFill>
              </a:rPr>
              <a:t> </a:t>
            </a:r>
            <a:r>
              <a:rPr dirty="0" sz="4000">
                <a:solidFill>
                  <a:srgbClr val="38CCEC"/>
                </a:solidFill>
              </a:rPr>
              <a:t>및</a:t>
            </a:r>
            <a:r>
              <a:rPr dirty="0" sz="4000" spc="-320">
                <a:solidFill>
                  <a:srgbClr val="38CCEC"/>
                </a:solidFill>
              </a:rPr>
              <a:t> </a:t>
            </a:r>
            <a:r>
              <a:rPr dirty="0" sz="4000" spc="-20">
                <a:solidFill>
                  <a:srgbClr val="38CCEC"/>
                </a:solidFill>
              </a:rPr>
              <a:t>실시간</a:t>
            </a:r>
            <a:r>
              <a:rPr dirty="0" sz="4000" spc="-325">
                <a:solidFill>
                  <a:srgbClr val="38CCEC"/>
                </a:solidFill>
              </a:rPr>
              <a:t> </a:t>
            </a:r>
            <a:r>
              <a:rPr dirty="0" sz="4000" spc="-25">
                <a:solidFill>
                  <a:srgbClr val="38CCEC"/>
                </a:solidFill>
              </a:rPr>
              <a:t>분석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3191" y="2721813"/>
            <a:ext cx="5940425" cy="6315710"/>
            <a:chOff x="393191" y="2721813"/>
            <a:chExt cx="5940425" cy="631571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5" y="2721813"/>
              <a:ext cx="5832348" cy="631532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191" y="4789931"/>
              <a:ext cx="5940298" cy="384200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98944" y="2954400"/>
              <a:ext cx="5322570" cy="5805805"/>
            </a:xfrm>
            <a:custGeom>
              <a:avLst/>
              <a:gdLst/>
              <a:ahLst/>
              <a:cxnLst/>
              <a:rect l="l" t="t" r="r" b="b"/>
              <a:pathLst>
                <a:path w="5322570" h="5805805">
                  <a:moveTo>
                    <a:pt x="5322062" y="0"/>
                  </a:moveTo>
                  <a:lnTo>
                    <a:pt x="0" y="0"/>
                  </a:lnTo>
                  <a:lnTo>
                    <a:pt x="0" y="5805551"/>
                  </a:lnTo>
                  <a:lnTo>
                    <a:pt x="5322062" y="5805551"/>
                  </a:lnTo>
                  <a:lnTo>
                    <a:pt x="5322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90727" y="5121097"/>
            <a:ext cx="4936490" cy="3028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3810">
              <a:lnSpc>
                <a:spcPct val="100000"/>
              </a:lnSpc>
              <a:spcBef>
                <a:spcPts val="95"/>
              </a:spcBef>
            </a:pPr>
            <a:r>
              <a:rPr dirty="0" sz="3400" spc="440" b="1">
                <a:solidFill>
                  <a:srgbClr val="0074A1"/>
                </a:solidFill>
                <a:latin typeface="Calibri"/>
                <a:cs typeface="Calibri"/>
              </a:rPr>
              <a:t>On-</a:t>
            </a:r>
            <a:r>
              <a:rPr dirty="0" sz="3400" spc="484" b="1">
                <a:solidFill>
                  <a:srgbClr val="0074A1"/>
                </a:solidFill>
                <a:latin typeface="Calibri"/>
                <a:cs typeface="Calibri"/>
              </a:rPr>
              <a:t>prem</a:t>
            </a:r>
            <a:r>
              <a:rPr dirty="0" sz="3400" spc="22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345" b="1">
                <a:solidFill>
                  <a:srgbClr val="0074A1"/>
                </a:solidFill>
                <a:latin typeface="Calibri"/>
                <a:cs typeface="Calibri"/>
              </a:rPr>
              <a:t>to</a:t>
            </a:r>
            <a:r>
              <a:rPr dirty="0" sz="3400" spc="204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420" b="1">
                <a:solidFill>
                  <a:srgbClr val="0074A1"/>
                </a:solidFill>
                <a:latin typeface="Calibri"/>
                <a:cs typeface="Calibri"/>
              </a:rPr>
              <a:t>Public </a:t>
            </a:r>
            <a:r>
              <a:rPr dirty="0" sz="3400" spc="450" b="1">
                <a:solidFill>
                  <a:srgbClr val="0074A1"/>
                </a:solidFill>
                <a:latin typeface="Calibri"/>
                <a:cs typeface="Calibri"/>
              </a:rPr>
              <a:t>Cloud</a:t>
            </a:r>
            <a:r>
              <a:rPr dirty="0" sz="3400" spc="21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409" b="1">
                <a:solidFill>
                  <a:srgbClr val="0074A1"/>
                </a:solidFill>
                <a:latin typeface="Calibri"/>
                <a:cs typeface="Calibri"/>
              </a:rPr>
              <a:t>data</a:t>
            </a:r>
            <a:r>
              <a:rPr dirty="0" sz="3400" spc="20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434" b="1">
                <a:solidFill>
                  <a:srgbClr val="0074A1"/>
                </a:solidFill>
                <a:latin typeface="Calibri"/>
                <a:cs typeface="Calibri"/>
              </a:rPr>
              <a:t>streaming</a:t>
            </a:r>
            <a:endParaRPr sz="3400">
              <a:latin typeface="Calibri"/>
              <a:cs typeface="Calibri"/>
            </a:endParaRPr>
          </a:p>
          <a:p>
            <a:pPr algn="ctr" marL="242570" marR="231775" indent="-635">
              <a:lnSpc>
                <a:spcPct val="100000"/>
              </a:lnSpc>
              <a:spcBef>
                <a:spcPts val="2045"/>
              </a:spcBef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중요한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360">
                <a:solidFill>
                  <a:srgbClr val="221F1F"/>
                </a:solidFill>
                <a:latin typeface="Calibri"/>
                <a:cs typeface="Calibri"/>
              </a:rPr>
              <a:t>On-</a:t>
            </a:r>
            <a:r>
              <a:rPr dirty="0" sz="2800" spc="390">
                <a:solidFill>
                  <a:srgbClr val="221F1F"/>
                </a:solidFill>
                <a:latin typeface="Calibri"/>
                <a:cs typeface="Calibri"/>
              </a:rPr>
              <a:t>prem</a:t>
            </a:r>
            <a:r>
              <a:rPr dirty="0" sz="2800" spc="1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221F1F"/>
                </a:solidFill>
                <a:latin typeface="Malgun Gothic"/>
                <a:cs typeface="Malgun Gothic"/>
              </a:rPr>
              <a:t>데이터의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액세스를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325">
                <a:solidFill>
                  <a:srgbClr val="221F1F"/>
                </a:solidFill>
                <a:latin typeface="Calibri"/>
                <a:cs typeface="Calibri"/>
              </a:rPr>
              <a:t>Public</a:t>
            </a:r>
            <a:r>
              <a:rPr dirty="0" sz="2800" spc="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325">
                <a:solidFill>
                  <a:srgbClr val="221F1F"/>
                </a:solidFill>
                <a:latin typeface="Calibri"/>
                <a:cs typeface="Calibri"/>
              </a:rPr>
              <a:t>Cloud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서비스로</a:t>
            </a:r>
            <a:r>
              <a:rPr dirty="0" sz="2800" spc="-204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마이그레이션</a:t>
            </a:r>
            <a:r>
              <a:rPr dirty="0" sz="2800" spc="-204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또는 확장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233159" y="2721813"/>
            <a:ext cx="5832475" cy="6315710"/>
            <a:chOff x="6233159" y="2721813"/>
            <a:chExt cx="5832475" cy="631571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3159" y="2721813"/>
              <a:ext cx="5832347" cy="631532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5935" y="4721351"/>
              <a:ext cx="5606796" cy="348373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482968" y="2954400"/>
              <a:ext cx="5322570" cy="5805805"/>
            </a:xfrm>
            <a:custGeom>
              <a:avLst/>
              <a:gdLst/>
              <a:ahLst/>
              <a:cxnLst/>
              <a:rect l="l" t="t" r="r" b="b"/>
              <a:pathLst>
                <a:path w="5322570" h="5805805">
                  <a:moveTo>
                    <a:pt x="5322061" y="0"/>
                  </a:moveTo>
                  <a:lnTo>
                    <a:pt x="0" y="0"/>
                  </a:lnTo>
                  <a:lnTo>
                    <a:pt x="0" y="5805551"/>
                  </a:lnTo>
                  <a:lnTo>
                    <a:pt x="5322061" y="5805551"/>
                  </a:lnTo>
                  <a:lnTo>
                    <a:pt x="5322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6797167" y="5058613"/>
            <a:ext cx="4695190" cy="266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184275" marR="1176655">
              <a:lnSpc>
                <a:spcPct val="100000"/>
              </a:lnSpc>
              <a:spcBef>
                <a:spcPts val="100"/>
              </a:spcBef>
            </a:pPr>
            <a:r>
              <a:rPr dirty="0" sz="3600" spc="390" b="1">
                <a:solidFill>
                  <a:srgbClr val="0074A1"/>
                </a:solidFill>
                <a:latin typeface="Calibri"/>
                <a:cs typeface="Calibri"/>
              </a:rPr>
              <a:t>Real-</a:t>
            </a:r>
            <a:r>
              <a:rPr dirty="0" sz="3600" spc="425" b="1">
                <a:solidFill>
                  <a:srgbClr val="0074A1"/>
                </a:solidFill>
                <a:latin typeface="Calibri"/>
                <a:cs typeface="Calibri"/>
              </a:rPr>
              <a:t>time </a:t>
            </a:r>
            <a:r>
              <a:rPr dirty="0" sz="3600" spc="385" b="1">
                <a:solidFill>
                  <a:srgbClr val="0074A1"/>
                </a:solidFill>
                <a:latin typeface="Calibri"/>
                <a:cs typeface="Calibri"/>
              </a:rPr>
              <a:t>analytics</a:t>
            </a:r>
            <a:endParaRPr sz="36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2050"/>
              </a:spcBef>
            </a:pPr>
            <a:r>
              <a:rPr dirty="0" sz="2800" spc="325">
                <a:solidFill>
                  <a:srgbClr val="221F1F"/>
                </a:solidFill>
                <a:latin typeface="Calibri"/>
                <a:cs typeface="Calibri"/>
              </a:rPr>
              <a:t>Public</a:t>
            </a:r>
            <a:r>
              <a:rPr dirty="0" sz="28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229">
                <a:solidFill>
                  <a:srgbClr val="221F1F"/>
                </a:solidFill>
                <a:latin typeface="Calibri"/>
                <a:cs typeface="Calibri"/>
              </a:rPr>
              <a:t>Cloud</a:t>
            </a:r>
            <a:r>
              <a:rPr dirty="0" sz="2800" spc="229">
                <a:solidFill>
                  <a:srgbClr val="221F1F"/>
                </a:solidFill>
                <a:latin typeface="Malgun Gothic"/>
                <a:cs typeface="Malgun Gothic"/>
              </a:rPr>
              <a:t>에서</a:t>
            </a:r>
            <a:r>
              <a:rPr dirty="0" sz="2800" spc="-2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221F1F"/>
                </a:solidFill>
                <a:latin typeface="Malgun Gothic"/>
                <a:cs typeface="Malgun Gothic"/>
              </a:rPr>
              <a:t>웹</a:t>
            </a:r>
            <a:r>
              <a:rPr dirty="0" sz="2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2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모바일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150">
                <a:solidFill>
                  <a:srgbClr val="221F1F"/>
                </a:solidFill>
                <a:latin typeface="Calibri"/>
                <a:cs typeface="Calibri"/>
              </a:rPr>
              <a:t>IoT</a:t>
            </a:r>
            <a:r>
              <a:rPr dirty="0" sz="2800" spc="150">
                <a:solidFill>
                  <a:srgbClr val="221F1F"/>
                </a:solidFill>
                <a:latin typeface="Malgun Gothic"/>
                <a:cs typeface="Malgun Gothic"/>
              </a:rPr>
              <a:t>의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모든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스트림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수집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처리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2016740" y="2721813"/>
            <a:ext cx="5832475" cy="6315710"/>
            <a:chOff x="12016740" y="2721813"/>
            <a:chExt cx="5832475" cy="6315710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16740" y="2721813"/>
              <a:ext cx="5832348" cy="631532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21540" y="4721351"/>
              <a:ext cx="5307965" cy="348373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2267057" y="2954400"/>
              <a:ext cx="5322570" cy="5805805"/>
            </a:xfrm>
            <a:custGeom>
              <a:avLst/>
              <a:gdLst/>
              <a:ahLst/>
              <a:cxnLst/>
              <a:rect l="l" t="t" r="r" b="b"/>
              <a:pathLst>
                <a:path w="5322569" h="5805805">
                  <a:moveTo>
                    <a:pt x="5322062" y="0"/>
                  </a:moveTo>
                  <a:lnTo>
                    <a:pt x="0" y="0"/>
                  </a:lnTo>
                  <a:lnTo>
                    <a:pt x="0" y="5805551"/>
                  </a:lnTo>
                  <a:lnTo>
                    <a:pt x="5322062" y="5805551"/>
                  </a:lnTo>
                  <a:lnTo>
                    <a:pt x="5322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2773659" y="5058613"/>
            <a:ext cx="4311650" cy="266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17475" marR="111760">
              <a:lnSpc>
                <a:spcPct val="100000"/>
              </a:lnSpc>
              <a:spcBef>
                <a:spcPts val="100"/>
              </a:spcBef>
            </a:pPr>
            <a:r>
              <a:rPr dirty="0" sz="3600" spc="480" b="1">
                <a:solidFill>
                  <a:srgbClr val="0074A1"/>
                </a:solidFill>
                <a:latin typeface="Calibri"/>
                <a:cs typeface="Calibri"/>
              </a:rPr>
              <a:t>Cloud</a:t>
            </a:r>
            <a:r>
              <a:rPr dirty="0" sz="3600" spc="204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600" spc="400" b="1">
                <a:solidFill>
                  <a:srgbClr val="0074A1"/>
                </a:solidFill>
                <a:latin typeface="Calibri"/>
                <a:cs typeface="Calibri"/>
              </a:rPr>
              <a:t>native</a:t>
            </a:r>
            <a:r>
              <a:rPr dirty="0" sz="3600" spc="22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600" spc="480" b="1">
                <a:solidFill>
                  <a:srgbClr val="0074A1"/>
                </a:solidFill>
                <a:latin typeface="Calibri"/>
                <a:cs typeface="Calibri"/>
              </a:rPr>
              <a:t>app </a:t>
            </a:r>
            <a:r>
              <a:rPr dirty="0" sz="3600" spc="459" b="1">
                <a:solidFill>
                  <a:srgbClr val="0074A1"/>
                </a:solidFill>
                <a:latin typeface="Calibri"/>
                <a:cs typeface="Calibri"/>
              </a:rPr>
              <a:t>development</a:t>
            </a:r>
            <a:endParaRPr sz="36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2050"/>
              </a:spcBef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분리된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최신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앱을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위한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미래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지향적</a:t>
            </a:r>
            <a:r>
              <a:rPr dirty="0" sz="2800" spc="-2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기술의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앱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데이터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통합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404238" y="8251240"/>
            <a:ext cx="3911600" cy="849630"/>
          </a:xfrm>
          <a:custGeom>
            <a:avLst/>
            <a:gdLst/>
            <a:ahLst/>
            <a:cxnLst/>
            <a:rect l="l" t="t" r="r" b="b"/>
            <a:pathLst>
              <a:path w="3911600" h="849629">
                <a:moveTo>
                  <a:pt x="3911346" y="0"/>
                </a:moveTo>
                <a:lnTo>
                  <a:pt x="0" y="0"/>
                </a:lnTo>
                <a:lnTo>
                  <a:pt x="0" y="849604"/>
                </a:lnTo>
                <a:lnTo>
                  <a:pt x="3911346" y="849604"/>
                </a:lnTo>
                <a:lnTo>
                  <a:pt x="3911346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404238" y="8251240"/>
            <a:ext cx="3911600" cy="84963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wrap="square" lIns="0" tIns="231140" rIns="0" bIns="0" rtlCol="0" vert="horz">
            <a:spAutoFit/>
          </a:bodyPr>
          <a:lstStyle/>
          <a:p>
            <a:pPr marL="389255">
              <a:lnSpc>
                <a:spcPct val="100000"/>
              </a:lnSpc>
              <a:spcBef>
                <a:spcPts val="1820"/>
              </a:spcBef>
            </a:pPr>
            <a:r>
              <a:rPr dirty="0" sz="2400" b="1">
                <a:solidFill>
                  <a:srgbClr val="FFFFFF"/>
                </a:solidFill>
                <a:latin typeface="Malgun Gothic"/>
                <a:cs typeface="Malgun Gothic"/>
              </a:rPr>
              <a:t>클라우드</a:t>
            </a:r>
            <a:r>
              <a:rPr dirty="0" sz="2400" spc="-17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Malgun Gothic"/>
                <a:cs typeface="Malgun Gothic"/>
              </a:rPr>
              <a:t>마이그레이션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188327" y="8251240"/>
            <a:ext cx="3911600" cy="849630"/>
          </a:xfrm>
          <a:custGeom>
            <a:avLst/>
            <a:gdLst/>
            <a:ahLst/>
            <a:cxnLst/>
            <a:rect l="l" t="t" r="r" b="b"/>
            <a:pathLst>
              <a:path w="3911600" h="849629">
                <a:moveTo>
                  <a:pt x="3911346" y="0"/>
                </a:moveTo>
                <a:lnTo>
                  <a:pt x="0" y="0"/>
                </a:lnTo>
                <a:lnTo>
                  <a:pt x="0" y="849604"/>
                </a:lnTo>
                <a:lnTo>
                  <a:pt x="3911346" y="849604"/>
                </a:lnTo>
                <a:lnTo>
                  <a:pt x="3911346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188327" y="8251240"/>
            <a:ext cx="3911600" cy="84963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wrap="square" lIns="0" tIns="231140" rIns="0" bIns="0" rtlCol="0" vert="horz">
            <a:spAutoFit/>
          </a:bodyPr>
          <a:lstStyle/>
          <a:p>
            <a:pPr marL="1151255">
              <a:lnSpc>
                <a:spcPct val="100000"/>
              </a:lnSpc>
              <a:spcBef>
                <a:spcPts val="1820"/>
              </a:spcBef>
            </a:pPr>
            <a:r>
              <a:rPr dirty="0" sz="2400" b="1">
                <a:solidFill>
                  <a:srgbClr val="FFFFFF"/>
                </a:solidFill>
                <a:latin typeface="Malgun Gothic"/>
                <a:cs typeface="Malgun Gothic"/>
              </a:rPr>
              <a:t>스트림</a:t>
            </a:r>
            <a:r>
              <a:rPr dirty="0" sz="2400" spc="-17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Malgun Gothic"/>
                <a:cs typeface="Malgun Gothic"/>
              </a:rPr>
              <a:t>분석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2972288" y="8251240"/>
            <a:ext cx="3911600" cy="849630"/>
          </a:xfrm>
          <a:custGeom>
            <a:avLst/>
            <a:gdLst/>
            <a:ahLst/>
            <a:cxnLst/>
            <a:rect l="l" t="t" r="r" b="b"/>
            <a:pathLst>
              <a:path w="3911600" h="849629">
                <a:moveTo>
                  <a:pt x="3911346" y="0"/>
                </a:moveTo>
                <a:lnTo>
                  <a:pt x="0" y="0"/>
                </a:lnTo>
                <a:lnTo>
                  <a:pt x="0" y="849604"/>
                </a:lnTo>
                <a:lnTo>
                  <a:pt x="3911346" y="849604"/>
                </a:lnTo>
                <a:lnTo>
                  <a:pt x="3911346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2972288" y="8251240"/>
            <a:ext cx="3911600" cy="849630"/>
          </a:xfrm>
          <a:prstGeom prst="rect">
            <a:avLst/>
          </a:prstGeom>
          <a:ln w="9525">
            <a:solidFill>
              <a:srgbClr val="FFFFFF"/>
            </a:solidFill>
          </a:ln>
        </p:spPr>
        <p:txBody>
          <a:bodyPr wrap="square" lIns="0" tIns="23114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820"/>
              </a:spcBef>
            </a:pPr>
            <a:r>
              <a:rPr dirty="0" sz="2400" b="1">
                <a:solidFill>
                  <a:srgbClr val="FFFFFF"/>
                </a:solidFill>
                <a:latin typeface="Malgun Gothic"/>
                <a:cs typeface="Malgun Gothic"/>
              </a:rPr>
              <a:t>애플리케이션</a:t>
            </a:r>
            <a:r>
              <a:rPr dirty="0" sz="2400" spc="-17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Malgun Gothic"/>
                <a:cs typeface="Malgun Gothic"/>
              </a:rPr>
              <a:t>현대화</a:t>
            </a:r>
            <a:endParaRPr sz="2400">
              <a:latin typeface="Malgun Gothic"/>
              <a:cs typeface="Malgun Gothic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603245" y="3292728"/>
            <a:ext cx="13033375" cy="1513840"/>
            <a:chOff x="2603245" y="3292728"/>
            <a:chExt cx="13033375" cy="1513840"/>
          </a:xfrm>
        </p:grpSpPr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19936" y="3341115"/>
              <a:ext cx="1416303" cy="141630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3245" y="3292728"/>
              <a:ext cx="1513458" cy="151333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9888" y="3489350"/>
              <a:ext cx="1268196" cy="12681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672160"/>
            <a:ext cx="741603" cy="74160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294893" y="2070023"/>
            <a:ext cx="9267190" cy="7445375"/>
            <a:chOff x="294893" y="2070023"/>
            <a:chExt cx="9267190" cy="7445375"/>
          </a:xfrm>
        </p:grpSpPr>
        <p:sp>
          <p:nvSpPr>
            <p:cNvPr id="5" name="object 5" descr=""/>
            <p:cNvSpPr/>
            <p:nvPr/>
          </p:nvSpPr>
          <p:spPr>
            <a:xfrm>
              <a:off x="299656" y="2074786"/>
              <a:ext cx="9257665" cy="7435850"/>
            </a:xfrm>
            <a:custGeom>
              <a:avLst/>
              <a:gdLst/>
              <a:ahLst/>
              <a:cxnLst/>
              <a:rect l="l" t="t" r="r" b="b"/>
              <a:pathLst>
                <a:path w="9257665" h="7435850">
                  <a:moveTo>
                    <a:pt x="9257157" y="0"/>
                  </a:moveTo>
                  <a:lnTo>
                    <a:pt x="0" y="0"/>
                  </a:lnTo>
                  <a:lnTo>
                    <a:pt x="0" y="7435469"/>
                  </a:lnTo>
                  <a:lnTo>
                    <a:pt x="9257157" y="7435469"/>
                  </a:lnTo>
                  <a:lnTo>
                    <a:pt x="9257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99656" y="2074786"/>
              <a:ext cx="9257665" cy="7435850"/>
            </a:xfrm>
            <a:custGeom>
              <a:avLst/>
              <a:gdLst/>
              <a:ahLst/>
              <a:cxnLst/>
              <a:rect l="l" t="t" r="r" b="b"/>
              <a:pathLst>
                <a:path w="9257665" h="7435850">
                  <a:moveTo>
                    <a:pt x="0" y="7435469"/>
                  </a:moveTo>
                  <a:lnTo>
                    <a:pt x="9257157" y="7435469"/>
                  </a:lnTo>
                  <a:lnTo>
                    <a:pt x="9257157" y="0"/>
                  </a:lnTo>
                  <a:lnTo>
                    <a:pt x="0" y="0"/>
                  </a:lnTo>
                  <a:lnTo>
                    <a:pt x="0" y="7435469"/>
                  </a:lnTo>
                  <a:close/>
                </a:path>
              </a:pathLst>
            </a:custGeom>
            <a:ln w="9525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3100" y="768223"/>
            <a:ext cx="944499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8CCEC"/>
                </a:solidFill>
              </a:rPr>
              <a:t>실시간으로</a:t>
            </a:r>
            <a:r>
              <a:rPr dirty="0" spc="-310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데이터에서</a:t>
            </a:r>
            <a:r>
              <a:rPr dirty="0" spc="-320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인사이트</a:t>
            </a:r>
            <a:r>
              <a:rPr dirty="0" spc="-315">
                <a:solidFill>
                  <a:srgbClr val="38CCEC"/>
                </a:solidFill>
              </a:rPr>
              <a:t> </a:t>
            </a:r>
            <a:r>
              <a:rPr dirty="0" spc="-25">
                <a:solidFill>
                  <a:srgbClr val="38CCEC"/>
                </a:solidFill>
              </a:rPr>
              <a:t>도출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86588" y="7879842"/>
            <a:ext cx="1842135" cy="607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Arial"/>
                <a:cs typeface="Arial"/>
              </a:rPr>
              <a:t>Data</a:t>
            </a:r>
            <a:r>
              <a:rPr dirty="0" sz="2200" spc="-5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store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>
                <a:latin typeface="Arial"/>
                <a:cs typeface="Arial"/>
              </a:rPr>
              <a:t>AWS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&amp;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on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premises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32574" y="2069998"/>
            <a:ext cx="17673320" cy="7445375"/>
            <a:chOff x="332574" y="2069998"/>
            <a:chExt cx="17673320" cy="7445375"/>
          </a:xfrm>
        </p:grpSpPr>
        <p:sp>
          <p:nvSpPr>
            <p:cNvPr id="10" name="object 10" descr=""/>
            <p:cNvSpPr/>
            <p:nvPr/>
          </p:nvSpPr>
          <p:spPr>
            <a:xfrm>
              <a:off x="9556369" y="2074760"/>
              <a:ext cx="8444230" cy="7435850"/>
            </a:xfrm>
            <a:custGeom>
              <a:avLst/>
              <a:gdLst/>
              <a:ahLst/>
              <a:cxnLst/>
              <a:rect l="l" t="t" r="r" b="b"/>
              <a:pathLst>
                <a:path w="8444230" h="7435850">
                  <a:moveTo>
                    <a:pt x="8444229" y="0"/>
                  </a:moveTo>
                  <a:lnTo>
                    <a:pt x="0" y="0"/>
                  </a:lnTo>
                  <a:lnTo>
                    <a:pt x="0" y="7435342"/>
                  </a:lnTo>
                  <a:lnTo>
                    <a:pt x="8444229" y="7435342"/>
                  </a:lnTo>
                  <a:lnTo>
                    <a:pt x="8444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556369" y="2074760"/>
              <a:ext cx="8444230" cy="7435850"/>
            </a:xfrm>
            <a:custGeom>
              <a:avLst/>
              <a:gdLst/>
              <a:ahLst/>
              <a:cxnLst/>
              <a:rect l="l" t="t" r="r" b="b"/>
              <a:pathLst>
                <a:path w="8444230" h="7435850">
                  <a:moveTo>
                    <a:pt x="0" y="7435342"/>
                  </a:moveTo>
                  <a:lnTo>
                    <a:pt x="8444229" y="7435342"/>
                  </a:lnTo>
                  <a:lnTo>
                    <a:pt x="8444229" y="0"/>
                  </a:lnTo>
                  <a:lnTo>
                    <a:pt x="0" y="0"/>
                  </a:lnTo>
                  <a:lnTo>
                    <a:pt x="0" y="7435342"/>
                  </a:lnTo>
                  <a:close/>
                </a:path>
              </a:pathLst>
            </a:custGeom>
            <a:ln w="9525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2574" y="2088515"/>
              <a:ext cx="9187180" cy="1852295"/>
            </a:xfrm>
            <a:custGeom>
              <a:avLst/>
              <a:gdLst/>
              <a:ahLst/>
              <a:cxnLst/>
              <a:rect l="l" t="t" r="r" b="b"/>
              <a:pathLst>
                <a:path w="9187180" h="1852295">
                  <a:moveTo>
                    <a:pt x="9186799" y="0"/>
                  </a:moveTo>
                  <a:lnTo>
                    <a:pt x="0" y="0"/>
                  </a:lnTo>
                  <a:lnTo>
                    <a:pt x="0" y="1851786"/>
                  </a:lnTo>
                  <a:lnTo>
                    <a:pt x="9186799" y="1851786"/>
                  </a:lnTo>
                  <a:lnTo>
                    <a:pt x="918679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23722" y="2251329"/>
            <a:ext cx="8604885" cy="1614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74A1"/>
                </a:solidFill>
                <a:latin typeface="Arial"/>
                <a:cs typeface="Arial"/>
              </a:rPr>
              <a:t>Ingest</a:t>
            </a:r>
            <a:r>
              <a:rPr dirty="0" sz="2400" spc="-1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74A1"/>
                </a:solidFill>
                <a:latin typeface="Arial"/>
                <a:cs typeface="Arial"/>
              </a:rPr>
              <a:t>&amp;</a:t>
            </a:r>
            <a:r>
              <a:rPr dirty="0" sz="2400" spc="-2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74A1"/>
                </a:solidFill>
                <a:latin typeface="Arial"/>
                <a:cs typeface="Arial"/>
              </a:rPr>
              <a:t>process</a:t>
            </a:r>
            <a:endParaRPr sz="2400">
              <a:latin typeface="Arial"/>
              <a:cs typeface="Arial"/>
            </a:endParaRPr>
          </a:p>
          <a:p>
            <a:pPr algn="ctr" marL="12065" marR="5080" indent="1270">
              <a:lnSpc>
                <a:spcPct val="100000"/>
              </a:lnSpc>
              <a:spcBef>
                <a:spcPts val="25"/>
              </a:spcBef>
            </a:pPr>
            <a:r>
              <a:rPr dirty="0" sz="2000" b="1">
                <a:latin typeface="Arial"/>
                <a:cs typeface="Arial"/>
              </a:rPr>
              <a:t>Schema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Registry</a:t>
            </a:r>
            <a:r>
              <a:rPr dirty="0" sz="2000" spc="-10">
                <a:latin typeface="Gulim"/>
                <a:cs typeface="Gulim"/>
              </a:rPr>
              <a:t>를</a:t>
            </a:r>
            <a:r>
              <a:rPr dirty="0" sz="2000" spc="-11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사용하여</a:t>
            </a:r>
            <a:r>
              <a:rPr dirty="0" sz="2000" spc="-15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일관된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데이터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구조로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이벤트</a:t>
            </a:r>
            <a:r>
              <a:rPr dirty="0" sz="2000" spc="-15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스트림을 </a:t>
            </a:r>
            <a:r>
              <a:rPr dirty="0" sz="2000">
                <a:latin typeface="Gulim"/>
                <a:cs typeface="Gulim"/>
              </a:rPr>
              <a:t>캡처하고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ksqlDB</a:t>
            </a:r>
            <a:r>
              <a:rPr dirty="0" sz="2000">
                <a:latin typeface="Gulim"/>
                <a:cs typeface="Gulim"/>
              </a:rPr>
              <a:t>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사용하여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경량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SQL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구문으로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실시간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ETL </a:t>
            </a:r>
            <a:r>
              <a:rPr dirty="0" sz="2000" spc="-10">
                <a:latin typeface="Gulim"/>
                <a:cs typeface="Gulim"/>
              </a:rPr>
              <a:t>파이프라인을 </a:t>
            </a:r>
            <a:r>
              <a:rPr dirty="0" sz="2000">
                <a:latin typeface="Gulim"/>
                <a:cs typeface="Gulim"/>
              </a:rPr>
              <a:t>개발하고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100</a:t>
            </a:r>
            <a:r>
              <a:rPr dirty="0" sz="2000" b="1">
                <a:latin typeface="Gulim"/>
                <a:cs typeface="Gulim"/>
              </a:rPr>
              <a:t>개</a:t>
            </a:r>
            <a:r>
              <a:rPr dirty="0" sz="2000" spc="-165" b="1">
                <a:latin typeface="Gulim"/>
                <a:cs typeface="Gulim"/>
              </a:rPr>
              <a:t> </a:t>
            </a:r>
            <a:r>
              <a:rPr dirty="0" sz="2000" spc="-30" b="1">
                <a:latin typeface="Gulim"/>
                <a:cs typeface="Gulim"/>
              </a:rPr>
              <a:t>이상의</a:t>
            </a:r>
            <a:r>
              <a:rPr dirty="0" sz="2000" spc="-185" b="1">
                <a:latin typeface="Gulim"/>
                <a:cs typeface="Gulim"/>
              </a:rPr>
              <a:t> </a:t>
            </a:r>
            <a:r>
              <a:rPr dirty="0" sz="2000" b="1">
                <a:latin typeface="Arial"/>
                <a:cs typeface="Arial"/>
              </a:rPr>
              <a:t>Confluent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Connectors</a:t>
            </a:r>
            <a:r>
              <a:rPr dirty="0" sz="2000" spc="-10">
                <a:latin typeface="Gulim"/>
                <a:cs typeface="Gulim"/>
              </a:rPr>
              <a:t>를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사용하여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일괄</a:t>
            </a:r>
            <a:r>
              <a:rPr dirty="0" sz="2000" spc="-10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처리로</a:t>
            </a:r>
            <a:endParaRPr sz="2000">
              <a:latin typeface="Gulim"/>
              <a:cs typeface="Guli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Gulim"/>
                <a:cs typeface="Gulim"/>
              </a:rPr>
              <a:t>실시간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스트림을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통합합니다</a:t>
            </a:r>
            <a:r>
              <a:rPr dirty="0" sz="2000" spc="-1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901507" y="4589462"/>
            <a:ext cx="13884910" cy="4257675"/>
            <a:chOff x="1901507" y="4589462"/>
            <a:chExt cx="13884910" cy="4257675"/>
          </a:xfrm>
        </p:grpSpPr>
        <p:sp>
          <p:nvSpPr>
            <p:cNvPr id="15" name="object 15" descr=""/>
            <p:cNvSpPr/>
            <p:nvPr/>
          </p:nvSpPr>
          <p:spPr>
            <a:xfrm>
              <a:off x="11416411" y="7139051"/>
              <a:ext cx="4352925" cy="1693545"/>
            </a:xfrm>
            <a:custGeom>
              <a:avLst/>
              <a:gdLst/>
              <a:ahLst/>
              <a:cxnLst/>
              <a:rect l="l" t="t" r="r" b="b"/>
              <a:pathLst>
                <a:path w="4352925" h="1693545">
                  <a:moveTo>
                    <a:pt x="0" y="134874"/>
                  </a:moveTo>
                  <a:lnTo>
                    <a:pt x="6869" y="92220"/>
                  </a:lnTo>
                  <a:lnTo>
                    <a:pt x="25997" y="55193"/>
                  </a:lnTo>
                  <a:lnTo>
                    <a:pt x="55165" y="26005"/>
                  </a:lnTo>
                  <a:lnTo>
                    <a:pt x="92155" y="6870"/>
                  </a:lnTo>
                  <a:lnTo>
                    <a:pt x="134747" y="0"/>
                  </a:lnTo>
                  <a:lnTo>
                    <a:pt x="4217670" y="0"/>
                  </a:lnTo>
                  <a:lnTo>
                    <a:pt x="4260261" y="6870"/>
                  </a:lnTo>
                  <a:lnTo>
                    <a:pt x="4297251" y="26005"/>
                  </a:lnTo>
                  <a:lnTo>
                    <a:pt x="4326419" y="55193"/>
                  </a:lnTo>
                  <a:lnTo>
                    <a:pt x="4345547" y="92220"/>
                  </a:lnTo>
                  <a:lnTo>
                    <a:pt x="4352417" y="134874"/>
                  </a:lnTo>
                  <a:lnTo>
                    <a:pt x="4352417" y="1558544"/>
                  </a:lnTo>
                  <a:lnTo>
                    <a:pt x="4345547" y="1601197"/>
                  </a:lnTo>
                  <a:lnTo>
                    <a:pt x="4326419" y="1638224"/>
                  </a:lnTo>
                  <a:lnTo>
                    <a:pt x="4297251" y="1667412"/>
                  </a:lnTo>
                  <a:lnTo>
                    <a:pt x="4260261" y="1686547"/>
                  </a:lnTo>
                  <a:lnTo>
                    <a:pt x="4217670" y="1693418"/>
                  </a:lnTo>
                  <a:lnTo>
                    <a:pt x="134747" y="1693418"/>
                  </a:lnTo>
                  <a:lnTo>
                    <a:pt x="92155" y="1686547"/>
                  </a:lnTo>
                  <a:lnTo>
                    <a:pt x="55165" y="1667412"/>
                  </a:lnTo>
                  <a:lnTo>
                    <a:pt x="25997" y="1638224"/>
                  </a:lnTo>
                  <a:lnTo>
                    <a:pt x="6869" y="1601197"/>
                  </a:lnTo>
                  <a:lnTo>
                    <a:pt x="0" y="1558544"/>
                  </a:lnTo>
                  <a:lnTo>
                    <a:pt x="0" y="13487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3961" y="7315987"/>
              <a:ext cx="849604" cy="84960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04392" y="7323734"/>
              <a:ext cx="849604" cy="84960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48211" y="7315987"/>
              <a:ext cx="849604" cy="84960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1419204" y="4603750"/>
              <a:ext cx="4352925" cy="1693545"/>
            </a:xfrm>
            <a:custGeom>
              <a:avLst/>
              <a:gdLst/>
              <a:ahLst/>
              <a:cxnLst/>
              <a:rect l="l" t="t" r="r" b="b"/>
              <a:pathLst>
                <a:path w="4352925" h="1693545">
                  <a:moveTo>
                    <a:pt x="0" y="115442"/>
                  </a:moveTo>
                  <a:lnTo>
                    <a:pt x="9074" y="70508"/>
                  </a:lnTo>
                  <a:lnTo>
                    <a:pt x="33829" y="33813"/>
                  </a:lnTo>
                  <a:lnTo>
                    <a:pt x="70562" y="9072"/>
                  </a:lnTo>
                  <a:lnTo>
                    <a:pt x="115570" y="0"/>
                  </a:lnTo>
                  <a:lnTo>
                    <a:pt x="4236974" y="0"/>
                  </a:lnTo>
                  <a:lnTo>
                    <a:pt x="4281908" y="9072"/>
                  </a:lnTo>
                  <a:lnTo>
                    <a:pt x="4318603" y="33813"/>
                  </a:lnTo>
                  <a:lnTo>
                    <a:pt x="4343344" y="70508"/>
                  </a:lnTo>
                  <a:lnTo>
                    <a:pt x="4352416" y="115442"/>
                  </a:lnTo>
                  <a:lnTo>
                    <a:pt x="4352416" y="1577848"/>
                  </a:lnTo>
                  <a:lnTo>
                    <a:pt x="4343344" y="1622782"/>
                  </a:lnTo>
                  <a:lnTo>
                    <a:pt x="4318603" y="1659477"/>
                  </a:lnTo>
                  <a:lnTo>
                    <a:pt x="4281908" y="1684218"/>
                  </a:lnTo>
                  <a:lnTo>
                    <a:pt x="4236974" y="1693290"/>
                  </a:lnTo>
                  <a:lnTo>
                    <a:pt x="115570" y="1693290"/>
                  </a:lnTo>
                  <a:lnTo>
                    <a:pt x="70562" y="1684218"/>
                  </a:lnTo>
                  <a:lnTo>
                    <a:pt x="33829" y="1659477"/>
                  </a:lnTo>
                  <a:lnTo>
                    <a:pt x="9074" y="1622782"/>
                  </a:lnTo>
                  <a:lnTo>
                    <a:pt x="0" y="1577848"/>
                  </a:lnTo>
                  <a:lnTo>
                    <a:pt x="0" y="11544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62983" y="5424805"/>
              <a:ext cx="2914015" cy="2914015"/>
            </a:xfrm>
            <a:custGeom>
              <a:avLst/>
              <a:gdLst/>
              <a:ahLst/>
              <a:cxnLst/>
              <a:rect l="l" t="t" r="r" b="b"/>
              <a:pathLst>
                <a:path w="2914015" h="2914015">
                  <a:moveTo>
                    <a:pt x="1456943" y="0"/>
                  </a:moveTo>
                  <a:lnTo>
                    <a:pt x="1408850" y="778"/>
                  </a:lnTo>
                  <a:lnTo>
                    <a:pt x="1361146" y="3098"/>
                  </a:lnTo>
                  <a:lnTo>
                    <a:pt x="1313856" y="6936"/>
                  </a:lnTo>
                  <a:lnTo>
                    <a:pt x="1267004" y="12267"/>
                  </a:lnTo>
                  <a:lnTo>
                    <a:pt x="1220614" y="19068"/>
                  </a:lnTo>
                  <a:lnTo>
                    <a:pt x="1174709" y="27314"/>
                  </a:lnTo>
                  <a:lnTo>
                    <a:pt x="1129314" y="36981"/>
                  </a:lnTo>
                  <a:lnTo>
                    <a:pt x="1084453" y="48047"/>
                  </a:lnTo>
                  <a:lnTo>
                    <a:pt x="1040149" y="60485"/>
                  </a:lnTo>
                  <a:lnTo>
                    <a:pt x="996427" y="74273"/>
                  </a:lnTo>
                  <a:lnTo>
                    <a:pt x="953311" y="89387"/>
                  </a:lnTo>
                  <a:lnTo>
                    <a:pt x="910825" y="105802"/>
                  </a:lnTo>
                  <a:lnTo>
                    <a:pt x="868992" y="123495"/>
                  </a:lnTo>
                  <a:lnTo>
                    <a:pt x="827837" y="142441"/>
                  </a:lnTo>
                  <a:lnTo>
                    <a:pt x="787383" y="162616"/>
                  </a:lnTo>
                  <a:lnTo>
                    <a:pt x="747655" y="183998"/>
                  </a:lnTo>
                  <a:lnTo>
                    <a:pt x="708677" y="206560"/>
                  </a:lnTo>
                  <a:lnTo>
                    <a:pt x="670473" y="230281"/>
                  </a:lnTo>
                  <a:lnTo>
                    <a:pt x="633066" y="255135"/>
                  </a:lnTo>
                  <a:lnTo>
                    <a:pt x="596481" y="281098"/>
                  </a:lnTo>
                  <a:lnTo>
                    <a:pt x="560741" y="308147"/>
                  </a:lnTo>
                  <a:lnTo>
                    <a:pt x="525871" y="336258"/>
                  </a:lnTo>
                  <a:lnTo>
                    <a:pt x="491895" y="365406"/>
                  </a:lnTo>
                  <a:lnTo>
                    <a:pt x="458837" y="395568"/>
                  </a:lnTo>
                  <a:lnTo>
                    <a:pt x="426720" y="426720"/>
                  </a:lnTo>
                  <a:lnTo>
                    <a:pt x="395568" y="458837"/>
                  </a:lnTo>
                  <a:lnTo>
                    <a:pt x="365406" y="491895"/>
                  </a:lnTo>
                  <a:lnTo>
                    <a:pt x="336258" y="525871"/>
                  </a:lnTo>
                  <a:lnTo>
                    <a:pt x="308147" y="560741"/>
                  </a:lnTo>
                  <a:lnTo>
                    <a:pt x="281098" y="596481"/>
                  </a:lnTo>
                  <a:lnTo>
                    <a:pt x="255135" y="633066"/>
                  </a:lnTo>
                  <a:lnTo>
                    <a:pt x="230281" y="670473"/>
                  </a:lnTo>
                  <a:lnTo>
                    <a:pt x="206560" y="708677"/>
                  </a:lnTo>
                  <a:lnTo>
                    <a:pt x="183998" y="747655"/>
                  </a:lnTo>
                  <a:lnTo>
                    <a:pt x="162616" y="787383"/>
                  </a:lnTo>
                  <a:lnTo>
                    <a:pt x="142441" y="827837"/>
                  </a:lnTo>
                  <a:lnTo>
                    <a:pt x="123495" y="868992"/>
                  </a:lnTo>
                  <a:lnTo>
                    <a:pt x="105802" y="910825"/>
                  </a:lnTo>
                  <a:lnTo>
                    <a:pt x="89387" y="953311"/>
                  </a:lnTo>
                  <a:lnTo>
                    <a:pt x="74273" y="996427"/>
                  </a:lnTo>
                  <a:lnTo>
                    <a:pt x="60485" y="1040149"/>
                  </a:lnTo>
                  <a:lnTo>
                    <a:pt x="48047" y="1084453"/>
                  </a:lnTo>
                  <a:lnTo>
                    <a:pt x="36981" y="1129314"/>
                  </a:lnTo>
                  <a:lnTo>
                    <a:pt x="27314" y="1174709"/>
                  </a:lnTo>
                  <a:lnTo>
                    <a:pt x="19068" y="1220614"/>
                  </a:lnTo>
                  <a:lnTo>
                    <a:pt x="12267" y="1267004"/>
                  </a:lnTo>
                  <a:lnTo>
                    <a:pt x="6936" y="1313856"/>
                  </a:lnTo>
                  <a:lnTo>
                    <a:pt x="3098" y="1361146"/>
                  </a:lnTo>
                  <a:lnTo>
                    <a:pt x="778" y="1408850"/>
                  </a:lnTo>
                  <a:lnTo>
                    <a:pt x="0" y="1456944"/>
                  </a:lnTo>
                  <a:lnTo>
                    <a:pt x="778" y="1505029"/>
                  </a:lnTo>
                  <a:lnTo>
                    <a:pt x="3098" y="1552726"/>
                  </a:lnTo>
                  <a:lnTo>
                    <a:pt x="6936" y="1600009"/>
                  </a:lnTo>
                  <a:lnTo>
                    <a:pt x="12267" y="1646855"/>
                  </a:lnTo>
                  <a:lnTo>
                    <a:pt x="19068" y="1693239"/>
                  </a:lnTo>
                  <a:lnTo>
                    <a:pt x="27314" y="1739138"/>
                  </a:lnTo>
                  <a:lnTo>
                    <a:pt x="36981" y="1784527"/>
                  </a:lnTo>
                  <a:lnTo>
                    <a:pt x="48047" y="1829383"/>
                  </a:lnTo>
                  <a:lnTo>
                    <a:pt x="60485" y="1873681"/>
                  </a:lnTo>
                  <a:lnTo>
                    <a:pt x="74273" y="1917398"/>
                  </a:lnTo>
                  <a:lnTo>
                    <a:pt x="89387" y="1960509"/>
                  </a:lnTo>
                  <a:lnTo>
                    <a:pt x="105802" y="2002991"/>
                  </a:lnTo>
                  <a:lnTo>
                    <a:pt x="123495" y="2044820"/>
                  </a:lnTo>
                  <a:lnTo>
                    <a:pt x="142441" y="2085971"/>
                  </a:lnTo>
                  <a:lnTo>
                    <a:pt x="162616" y="2126420"/>
                  </a:lnTo>
                  <a:lnTo>
                    <a:pt x="183998" y="2166144"/>
                  </a:lnTo>
                  <a:lnTo>
                    <a:pt x="206560" y="2205119"/>
                  </a:lnTo>
                  <a:lnTo>
                    <a:pt x="230281" y="2243320"/>
                  </a:lnTo>
                  <a:lnTo>
                    <a:pt x="255135" y="2280724"/>
                  </a:lnTo>
                  <a:lnTo>
                    <a:pt x="281098" y="2317307"/>
                  </a:lnTo>
                  <a:lnTo>
                    <a:pt x="308147" y="2353043"/>
                  </a:lnTo>
                  <a:lnTo>
                    <a:pt x="336258" y="2387911"/>
                  </a:lnTo>
                  <a:lnTo>
                    <a:pt x="365406" y="2421885"/>
                  </a:lnTo>
                  <a:lnTo>
                    <a:pt x="395568" y="2454941"/>
                  </a:lnTo>
                  <a:lnTo>
                    <a:pt x="426720" y="2487056"/>
                  </a:lnTo>
                  <a:lnTo>
                    <a:pt x="458837" y="2518206"/>
                  </a:lnTo>
                  <a:lnTo>
                    <a:pt x="491895" y="2548366"/>
                  </a:lnTo>
                  <a:lnTo>
                    <a:pt x="525871" y="2577513"/>
                  </a:lnTo>
                  <a:lnTo>
                    <a:pt x="560741" y="2605622"/>
                  </a:lnTo>
                  <a:lnTo>
                    <a:pt x="596481" y="2632670"/>
                  </a:lnTo>
                  <a:lnTo>
                    <a:pt x="633066" y="2658632"/>
                  </a:lnTo>
                  <a:lnTo>
                    <a:pt x="670473" y="2683485"/>
                  </a:lnTo>
                  <a:lnTo>
                    <a:pt x="708677" y="2707205"/>
                  </a:lnTo>
                  <a:lnTo>
                    <a:pt x="747655" y="2729767"/>
                  </a:lnTo>
                  <a:lnTo>
                    <a:pt x="787383" y="2751147"/>
                  </a:lnTo>
                  <a:lnTo>
                    <a:pt x="827837" y="2771322"/>
                  </a:lnTo>
                  <a:lnTo>
                    <a:pt x="868992" y="2790268"/>
                  </a:lnTo>
                  <a:lnTo>
                    <a:pt x="910825" y="2807960"/>
                  </a:lnTo>
                  <a:lnTo>
                    <a:pt x="953311" y="2824375"/>
                  </a:lnTo>
                  <a:lnTo>
                    <a:pt x="996427" y="2839488"/>
                  </a:lnTo>
                  <a:lnTo>
                    <a:pt x="1040149" y="2853276"/>
                  </a:lnTo>
                  <a:lnTo>
                    <a:pt x="1084453" y="2865714"/>
                  </a:lnTo>
                  <a:lnTo>
                    <a:pt x="1129314" y="2876779"/>
                  </a:lnTo>
                  <a:lnTo>
                    <a:pt x="1174709" y="2886446"/>
                  </a:lnTo>
                  <a:lnTo>
                    <a:pt x="1220614" y="2894692"/>
                  </a:lnTo>
                  <a:lnTo>
                    <a:pt x="1267004" y="2901493"/>
                  </a:lnTo>
                  <a:lnTo>
                    <a:pt x="1313856" y="2906824"/>
                  </a:lnTo>
                  <a:lnTo>
                    <a:pt x="1361146" y="2910662"/>
                  </a:lnTo>
                  <a:lnTo>
                    <a:pt x="1408850" y="2912982"/>
                  </a:lnTo>
                  <a:lnTo>
                    <a:pt x="1456943" y="2913761"/>
                  </a:lnTo>
                  <a:lnTo>
                    <a:pt x="1505029" y="2912982"/>
                  </a:lnTo>
                  <a:lnTo>
                    <a:pt x="1552726" y="2910662"/>
                  </a:lnTo>
                  <a:lnTo>
                    <a:pt x="1600009" y="2906824"/>
                  </a:lnTo>
                  <a:lnTo>
                    <a:pt x="1646855" y="2901493"/>
                  </a:lnTo>
                  <a:lnTo>
                    <a:pt x="1693239" y="2894692"/>
                  </a:lnTo>
                  <a:lnTo>
                    <a:pt x="1739138" y="2886446"/>
                  </a:lnTo>
                  <a:lnTo>
                    <a:pt x="1784527" y="2876779"/>
                  </a:lnTo>
                  <a:lnTo>
                    <a:pt x="1829383" y="2865714"/>
                  </a:lnTo>
                  <a:lnTo>
                    <a:pt x="1873681" y="2853276"/>
                  </a:lnTo>
                  <a:lnTo>
                    <a:pt x="1917398" y="2839488"/>
                  </a:lnTo>
                  <a:lnTo>
                    <a:pt x="1960509" y="2824375"/>
                  </a:lnTo>
                  <a:lnTo>
                    <a:pt x="2002991" y="2807960"/>
                  </a:lnTo>
                  <a:lnTo>
                    <a:pt x="2044820" y="2790268"/>
                  </a:lnTo>
                  <a:lnTo>
                    <a:pt x="2085971" y="2771322"/>
                  </a:lnTo>
                  <a:lnTo>
                    <a:pt x="2126420" y="2751147"/>
                  </a:lnTo>
                  <a:lnTo>
                    <a:pt x="2166144" y="2729767"/>
                  </a:lnTo>
                  <a:lnTo>
                    <a:pt x="2205119" y="2707205"/>
                  </a:lnTo>
                  <a:lnTo>
                    <a:pt x="2243320" y="2683485"/>
                  </a:lnTo>
                  <a:lnTo>
                    <a:pt x="2280724" y="2658632"/>
                  </a:lnTo>
                  <a:lnTo>
                    <a:pt x="2317307" y="2632670"/>
                  </a:lnTo>
                  <a:lnTo>
                    <a:pt x="2353043" y="2605622"/>
                  </a:lnTo>
                  <a:lnTo>
                    <a:pt x="2387911" y="2577513"/>
                  </a:lnTo>
                  <a:lnTo>
                    <a:pt x="2421885" y="2548366"/>
                  </a:lnTo>
                  <a:lnTo>
                    <a:pt x="2454941" y="2518206"/>
                  </a:lnTo>
                  <a:lnTo>
                    <a:pt x="2487056" y="2487056"/>
                  </a:lnTo>
                  <a:lnTo>
                    <a:pt x="2518206" y="2454941"/>
                  </a:lnTo>
                  <a:lnTo>
                    <a:pt x="2548366" y="2421885"/>
                  </a:lnTo>
                  <a:lnTo>
                    <a:pt x="2577513" y="2387911"/>
                  </a:lnTo>
                  <a:lnTo>
                    <a:pt x="2605622" y="2353043"/>
                  </a:lnTo>
                  <a:lnTo>
                    <a:pt x="2632670" y="2317307"/>
                  </a:lnTo>
                  <a:lnTo>
                    <a:pt x="2658632" y="2280724"/>
                  </a:lnTo>
                  <a:lnTo>
                    <a:pt x="2683485" y="2243320"/>
                  </a:lnTo>
                  <a:lnTo>
                    <a:pt x="2707205" y="2205119"/>
                  </a:lnTo>
                  <a:lnTo>
                    <a:pt x="2729767" y="2166144"/>
                  </a:lnTo>
                  <a:lnTo>
                    <a:pt x="2751147" y="2126420"/>
                  </a:lnTo>
                  <a:lnTo>
                    <a:pt x="2771322" y="2085971"/>
                  </a:lnTo>
                  <a:lnTo>
                    <a:pt x="2790268" y="2044820"/>
                  </a:lnTo>
                  <a:lnTo>
                    <a:pt x="2807960" y="2002991"/>
                  </a:lnTo>
                  <a:lnTo>
                    <a:pt x="2824375" y="1960509"/>
                  </a:lnTo>
                  <a:lnTo>
                    <a:pt x="2839488" y="1917398"/>
                  </a:lnTo>
                  <a:lnTo>
                    <a:pt x="2853276" y="1873681"/>
                  </a:lnTo>
                  <a:lnTo>
                    <a:pt x="2865714" y="1829383"/>
                  </a:lnTo>
                  <a:lnTo>
                    <a:pt x="2876779" y="1784527"/>
                  </a:lnTo>
                  <a:lnTo>
                    <a:pt x="2886446" y="1739138"/>
                  </a:lnTo>
                  <a:lnTo>
                    <a:pt x="2894692" y="1693239"/>
                  </a:lnTo>
                  <a:lnTo>
                    <a:pt x="2901493" y="1646855"/>
                  </a:lnTo>
                  <a:lnTo>
                    <a:pt x="2906824" y="1600009"/>
                  </a:lnTo>
                  <a:lnTo>
                    <a:pt x="2910662" y="1552726"/>
                  </a:lnTo>
                  <a:lnTo>
                    <a:pt x="2912982" y="1505029"/>
                  </a:lnTo>
                  <a:lnTo>
                    <a:pt x="2913761" y="1456944"/>
                  </a:lnTo>
                  <a:lnTo>
                    <a:pt x="2912982" y="1408850"/>
                  </a:lnTo>
                  <a:lnTo>
                    <a:pt x="2910662" y="1361146"/>
                  </a:lnTo>
                  <a:lnTo>
                    <a:pt x="2906824" y="1313856"/>
                  </a:lnTo>
                  <a:lnTo>
                    <a:pt x="2901493" y="1267004"/>
                  </a:lnTo>
                  <a:lnTo>
                    <a:pt x="2894692" y="1220614"/>
                  </a:lnTo>
                  <a:lnTo>
                    <a:pt x="2886446" y="1174709"/>
                  </a:lnTo>
                  <a:lnTo>
                    <a:pt x="2876779" y="1129314"/>
                  </a:lnTo>
                  <a:lnTo>
                    <a:pt x="2865714" y="1084453"/>
                  </a:lnTo>
                  <a:lnTo>
                    <a:pt x="2853276" y="1040149"/>
                  </a:lnTo>
                  <a:lnTo>
                    <a:pt x="2839488" y="996427"/>
                  </a:lnTo>
                  <a:lnTo>
                    <a:pt x="2824375" y="953311"/>
                  </a:lnTo>
                  <a:lnTo>
                    <a:pt x="2807960" y="910825"/>
                  </a:lnTo>
                  <a:lnTo>
                    <a:pt x="2790268" y="868992"/>
                  </a:lnTo>
                  <a:lnTo>
                    <a:pt x="2771322" y="827837"/>
                  </a:lnTo>
                  <a:lnTo>
                    <a:pt x="2751147" y="787383"/>
                  </a:lnTo>
                  <a:lnTo>
                    <a:pt x="2729767" y="747655"/>
                  </a:lnTo>
                  <a:lnTo>
                    <a:pt x="2707205" y="708677"/>
                  </a:lnTo>
                  <a:lnTo>
                    <a:pt x="2683485" y="670473"/>
                  </a:lnTo>
                  <a:lnTo>
                    <a:pt x="2658632" y="633066"/>
                  </a:lnTo>
                  <a:lnTo>
                    <a:pt x="2632670" y="596481"/>
                  </a:lnTo>
                  <a:lnTo>
                    <a:pt x="2605622" y="560741"/>
                  </a:lnTo>
                  <a:lnTo>
                    <a:pt x="2577513" y="525871"/>
                  </a:lnTo>
                  <a:lnTo>
                    <a:pt x="2548366" y="491895"/>
                  </a:lnTo>
                  <a:lnTo>
                    <a:pt x="2518206" y="458837"/>
                  </a:lnTo>
                  <a:lnTo>
                    <a:pt x="2487056" y="426720"/>
                  </a:lnTo>
                  <a:lnTo>
                    <a:pt x="2454941" y="395568"/>
                  </a:lnTo>
                  <a:lnTo>
                    <a:pt x="2421885" y="365406"/>
                  </a:lnTo>
                  <a:lnTo>
                    <a:pt x="2387911" y="336258"/>
                  </a:lnTo>
                  <a:lnTo>
                    <a:pt x="2353043" y="308147"/>
                  </a:lnTo>
                  <a:lnTo>
                    <a:pt x="2317307" y="281098"/>
                  </a:lnTo>
                  <a:lnTo>
                    <a:pt x="2280724" y="255135"/>
                  </a:lnTo>
                  <a:lnTo>
                    <a:pt x="2243320" y="230281"/>
                  </a:lnTo>
                  <a:lnTo>
                    <a:pt x="2205119" y="206560"/>
                  </a:lnTo>
                  <a:lnTo>
                    <a:pt x="2166144" y="183998"/>
                  </a:lnTo>
                  <a:lnTo>
                    <a:pt x="2126420" y="162616"/>
                  </a:lnTo>
                  <a:lnTo>
                    <a:pt x="2085971" y="142441"/>
                  </a:lnTo>
                  <a:lnTo>
                    <a:pt x="2044820" y="123495"/>
                  </a:lnTo>
                  <a:lnTo>
                    <a:pt x="2002991" y="105802"/>
                  </a:lnTo>
                  <a:lnTo>
                    <a:pt x="1960509" y="89387"/>
                  </a:lnTo>
                  <a:lnTo>
                    <a:pt x="1917398" y="74273"/>
                  </a:lnTo>
                  <a:lnTo>
                    <a:pt x="1873681" y="60485"/>
                  </a:lnTo>
                  <a:lnTo>
                    <a:pt x="1829383" y="48047"/>
                  </a:lnTo>
                  <a:lnTo>
                    <a:pt x="1784527" y="36981"/>
                  </a:lnTo>
                  <a:lnTo>
                    <a:pt x="1739138" y="27314"/>
                  </a:lnTo>
                  <a:lnTo>
                    <a:pt x="1693239" y="19068"/>
                  </a:lnTo>
                  <a:lnTo>
                    <a:pt x="1646855" y="12267"/>
                  </a:lnTo>
                  <a:lnTo>
                    <a:pt x="1600009" y="6936"/>
                  </a:lnTo>
                  <a:lnTo>
                    <a:pt x="1552726" y="3098"/>
                  </a:lnTo>
                  <a:lnTo>
                    <a:pt x="1505029" y="778"/>
                  </a:lnTo>
                  <a:lnTo>
                    <a:pt x="1456943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688205" y="5281676"/>
              <a:ext cx="2914015" cy="2914015"/>
            </a:xfrm>
            <a:custGeom>
              <a:avLst/>
              <a:gdLst/>
              <a:ahLst/>
              <a:cxnLst/>
              <a:rect l="l" t="t" r="r" b="b"/>
              <a:pathLst>
                <a:path w="2914015" h="2914015">
                  <a:moveTo>
                    <a:pt x="0" y="1456944"/>
                  </a:moveTo>
                  <a:lnTo>
                    <a:pt x="778" y="1408850"/>
                  </a:lnTo>
                  <a:lnTo>
                    <a:pt x="3098" y="1361146"/>
                  </a:lnTo>
                  <a:lnTo>
                    <a:pt x="6936" y="1313856"/>
                  </a:lnTo>
                  <a:lnTo>
                    <a:pt x="12267" y="1267004"/>
                  </a:lnTo>
                  <a:lnTo>
                    <a:pt x="19068" y="1220614"/>
                  </a:lnTo>
                  <a:lnTo>
                    <a:pt x="27314" y="1174709"/>
                  </a:lnTo>
                  <a:lnTo>
                    <a:pt x="36981" y="1129314"/>
                  </a:lnTo>
                  <a:lnTo>
                    <a:pt x="48047" y="1084453"/>
                  </a:lnTo>
                  <a:lnTo>
                    <a:pt x="60485" y="1040149"/>
                  </a:lnTo>
                  <a:lnTo>
                    <a:pt x="74273" y="996427"/>
                  </a:lnTo>
                  <a:lnTo>
                    <a:pt x="89387" y="953311"/>
                  </a:lnTo>
                  <a:lnTo>
                    <a:pt x="105802" y="910825"/>
                  </a:lnTo>
                  <a:lnTo>
                    <a:pt x="123495" y="868992"/>
                  </a:lnTo>
                  <a:lnTo>
                    <a:pt x="142441" y="827837"/>
                  </a:lnTo>
                  <a:lnTo>
                    <a:pt x="162616" y="787383"/>
                  </a:lnTo>
                  <a:lnTo>
                    <a:pt x="183998" y="747655"/>
                  </a:lnTo>
                  <a:lnTo>
                    <a:pt x="206560" y="708677"/>
                  </a:lnTo>
                  <a:lnTo>
                    <a:pt x="230281" y="670473"/>
                  </a:lnTo>
                  <a:lnTo>
                    <a:pt x="255135" y="633066"/>
                  </a:lnTo>
                  <a:lnTo>
                    <a:pt x="281098" y="596481"/>
                  </a:lnTo>
                  <a:lnTo>
                    <a:pt x="308147" y="560741"/>
                  </a:lnTo>
                  <a:lnTo>
                    <a:pt x="336258" y="525871"/>
                  </a:lnTo>
                  <a:lnTo>
                    <a:pt x="365406" y="491895"/>
                  </a:lnTo>
                  <a:lnTo>
                    <a:pt x="395568" y="458837"/>
                  </a:lnTo>
                  <a:lnTo>
                    <a:pt x="426720" y="426720"/>
                  </a:lnTo>
                  <a:lnTo>
                    <a:pt x="458837" y="395568"/>
                  </a:lnTo>
                  <a:lnTo>
                    <a:pt x="491895" y="365406"/>
                  </a:lnTo>
                  <a:lnTo>
                    <a:pt x="525871" y="336258"/>
                  </a:lnTo>
                  <a:lnTo>
                    <a:pt x="560741" y="308147"/>
                  </a:lnTo>
                  <a:lnTo>
                    <a:pt x="596481" y="281098"/>
                  </a:lnTo>
                  <a:lnTo>
                    <a:pt x="633066" y="255135"/>
                  </a:lnTo>
                  <a:lnTo>
                    <a:pt x="670473" y="230281"/>
                  </a:lnTo>
                  <a:lnTo>
                    <a:pt x="708677" y="206560"/>
                  </a:lnTo>
                  <a:lnTo>
                    <a:pt x="747655" y="183998"/>
                  </a:lnTo>
                  <a:lnTo>
                    <a:pt x="787383" y="162616"/>
                  </a:lnTo>
                  <a:lnTo>
                    <a:pt x="827837" y="142441"/>
                  </a:lnTo>
                  <a:lnTo>
                    <a:pt x="868992" y="123495"/>
                  </a:lnTo>
                  <a:lnTo>
                    <a:pt x="910825" y="105802"/>
                  </a:lnTo>
                  <a:lnTo>
                    <a:pt x="953311" y="89387"/>
                  </a:lnTo>
                  <a:lnTo>
                    <a:pt x="996427" y="74273"/>
                  </a:lnTo>
                  <a:lnTo>
                    <a:pt x="1040149" y="60485"/>
                  </a:lnTo>
                  <a:lnTo>
                    <a:pt x="1084453" y="48047"/>
                  </a:lnTo>
                  <a:lnTo>
                    <a:pt x="1129314" y="36981"/>
                  </a:lnTo>
                  <a:lnTo>
                    <a:pt x="1174709" y="27314"/>
                  </a:lnTo>
                  <a:lnTo>
                    <a:pt x="1220614" y="19068"/>
                  </a:lnTo>
                  <a:lnTo>
                    <a:pt x="1267004" y="12267"/>
                  </a:lnTo>
                  <a:lnTo>
                    <a:pt x="1313856" y="6936"/>
                  </a:lnTo>
                  <a:lnTo>
                    <a:pt x="1361146" y="3098"/>
                  </a:lnTo>
                  <a:lnTo>
                    <a:pt x="1408850" y="778"/>
                  </a:lnTo>
                  <a:lnTo>
                    <a:pt x="1456944" y="0"/>
                  </a:lnTo>
                  <a:lnTo>
                    <a:pt x="1505029" y="778"/>
                  </a:lnTo>
                  <a:lnTo>
                    <a:pt x="1552726" y="3098"/>
                  </a:lnTo>
                  <a:lnTo>
                    <a:pt x="1600009" y="6936"/>
                  </a:lnTo>
                  <a:lnTo>
                    <a:pt x="1646855" y="12267"/>
                  </a:lnTo>
                  <a:lnTo>
                    <a:pt x="1693239" y="19068"/>
                  </a:lnTo>
                  <a:lnTo>
                    <a:pt x="1739138" y="27314"/>
                  </a:lnTo>
                  <a:lnTo>
                    <a:pt x="1784527" y="36981"/>
                  </a:lnTo>
                  <a:lnTo>
                    <a:pt x="1829383" y="48047"/>
                  </a:lnTo>
                  <a:lnTo>
                    <a:pt x="1873681" y="60485"/>
                  </a:lnTo>
                  <a:lnTo>
                    <a:pt x="1917398" y="74273"/>
                  </a:lnTo>
                  <a:lnTo>
                    <a:pt x="1960509" y="89387"/>
                  </a:lnTo>
                  <a:lnTo>
                    <a:pt x="2002991" y="105802"/>
                  </a:lnTo>
                  <a:lnTo>
                    <a:pt x="2044820" y="123495"/>
                  </a:lnTo>
                  <a:lnTo>
                    <a:pt x="2085971" y="142441"/>
                  </a:lnTo>
                  <a:lnTo>
                    <a:pt x="2126420" y="162616"/>
                  </a:lnTo>
                  <a:lnTo>
                    <a:pt x="2166144" y="183998"/>
                  </a:lnTo>
                  <a:lnTo>
                    <a:pt x="2205119" y="206560"/>
                  </a:lnTo>
                  <a:lnTo>
                    <a:pt x="2243320" y="230281"/>
                  </a:lnTo>
                  <a:lnTo>
                    <a:pt x="2280724" y="255135"/>
                  </a:lnTo>
                  <a:lnTo>
                    <a:pt x="2317307" y="281098"/>
                  </a:lnTo>
                  <a:lnTo>
                    <a:pt x="2353043" y="308147"/>
                  </a:lnTo>
                  <a:lnTo>
                    <a:pt x="2387911" y="336258"/>
                  </a:lnTo>
                  <a:lnTo>
                    <a:pt x="2421885" y="365406"/>
                  </a:lnTo>
                  <a:lnTo>
                    <a:pt x="2454941" y="395568"/>
                  </a:lnTo>
                  <a:lnTo>
                    <a:pt x="2487056" y="426720"/>
                  </a:lnTo>
                  <a:lnTo>
                    <a:pt x="2518206" y="458837"/>
                  </a:lnTo>
                  <a:lnTo>
                    <a:pt x="2548366" y="491895"/>
                  </a:lnTo>
                  <a:lnTo>
                    <a:pt x="2577513" y="525871"/>
                  </a:lnTo>
                  <a:lnTo>
                    <a:pt x="2605622" y="560741"/>
                  </a:lnTo>
                  <a:lnTo>
                    <a:pt x="2632670" y="596481"/>
                  </a:lnTo>
                  <a:lnTo>
                    <a:pt x="2658632" y="633066"/>
                  </a:lnTo>
                  <a:lnTo>
                    <a:pt x="2683485" y="670473"/>
                  </a:lnTo>
                  <a:lnTo>
                    <a:pt x="2707205" y="708677"/>
                  </a:lnTo>
                  <a:lnTo>
                    <a:pt x="2729767" y="747655"/>
                  </a:lnTo>
                  <a:lnTo>
                    <a:pt x="2751147" y="787383"/>
                  </a:lnTo>
                  <a:lnTo>
                    <a:pt x="2771322" y="827837"/>
                  </a:lnTo>
                  <a:lnTo>
                    <a:pt x="2790268" y="868992"/>
                  </a:lnTo>
                  <a:lnTo>
                    <a:pt x="2807960" y="910825"/>
                  </a:lnTo>
                  <a:lnTo>
                    <a:pt x="2824375" y="953311"/>
                  </a:lnTo>
                  <a:lnTo>
                    <a:pt x="2839488" y="996427"/>
                  </a:lnTo>
                  <a:lnTo>
                    <a:pt x="2853276" y="1040149"/>
                  </a:lnTo>
                  <a:lnTo>
                    <a:pt x="2865714" y="1084453"/>
                  </a:lnTo>
                  <a:lnTo>
                    <a:pt x="2876779" y="1129314"/>
                  </a:lnTo>
                  <a:lnTo>
                    <a:pt x="2886446" y="1174709"/>
                  </a:lnTo>
                  <a:lnTo>
                    <a:pt x="2894692" y="1220614"/>
                  </a:lnTo>
                  <a:lnTo>
                    <a:pt x="2901493" y="1267004"/>
                  </a:lnTo>
                  <a:lnTo>
                    <a:pt x="2906824" y="1313856"/>
                  </a:lnTo>
                  <a:lnTo>
                    <a:pt x="2910662" y="1361146"/>
                  </a:lnTo>
                  <a:lnTo>
                    <a:pt x="2912982" y="1408850"/>
                  </a:lnTo>
                  <a:lnTo>
                    <a:pt x="2913761" y="1456944"/>
                  </a:lnTo>
                  <a:lnTo>
                    <a:pt x="2912982" y="1505029"/>
                  </a:lnTo>
                  <a:lnTo>
                    <a:pt x="2910662" y="1552726"/>
                  </a:lnTo>
                  <a:lnTo>
                    <a:pt x="2906824" y="1600009"/>
                  </a:lnTo>
                  <a:lnTo>
                    <a:pt x="2901493" y="1646855"/>
                  </a:lnTo>
                  <a:lnTo>
                    <a:pt x="2894692" y="1693239"/>
                  </a:lnTo>
                  <a:lnTo>
                    <a:pt x="2886446" y="1739138"/>
                  </a:lnTo>
                  <a:lnTo>
                    <a:pt x="2876779" y="1784527"/>
                  </a:lnTo>
                  <a:lnTo>
                    <a:pt x="2865714" y="1829383"/>
                  </a:lnTo>
                  <a:lnTo>
                    <a:pt x="2853276" y="1873681"/>
                  </a:lnTo>
                  <a:lnTo>
                    <a:pt x="2839488" y="1917398"/>
                  </a:lnTo>
                  <a:lnTo>
                    <a:pt x="2824375" y="1960509"/>
                  </a:lnTo>
                  <a:lnTo>
                    <a:pt x="2807960" y="2002991"/>
                  </a:lnTo>
                  <a:lnTo>
                    <a:pt x="2790268" y="2044820"/>
                  </a:lnTo>
                  <a:lnTo>
                    <a:pt x="2771322" y="2085971"/>
                  </a:lnTo>
                  <a:lnTo>
                    <a:pt x="2751147" y="2126420"/>
                  </a:lnTo>
                  <a:lnTo>
                    <a:pt x="2729767" y="2166144"/>
                  </a:lnTo>
                  <a:lnTo>
                    <a:pt x="2707205" y="2205119"/>
                  </a:lnTo>
                  <a:lnTo>
                    <a:pt x="2683485" y="2243320"/>
                  </a:lnTo>
                  <a:lnTo>
                    <a:pt x="2658632" y="2280724"/>
                  </a:lnTo>
                  <a:lnTo>
                    <a:pt x="2632670" y="2317307"/>
                  </a:lnTo>
                  <a:lnTo>
                    <a:pt x="2605622" y="2353043"/>
                  </a:lnTo>
                  <a:lnTo>
                    <a:pt x="2577513" y="2387911"/>
                  </a:lnTo>
                  <a:lnTo>
                    <a:pt x="2548366" y="2421885"/>
                  </a:lnTo>
                  <a:lnTo>
                    <a:pt x="2518206" y="2454941"/>
                  </a:lnTo>
                  <a:lnTo>
                    <a:pt x="2487056" y="2487056"/>
                  </a:lnTo>
                  <a:lnTo>
                    <a:pt x="2454941" y="2518206"/>
                  </a:lnTo>
                  <a:lnTo>
                    <a:pt x="2421885" y="2548366"/>
                  </a:lnTo>
                  <a:lnTo>
                    <a:pt x="2387911" y="2577513"/>
                  </a:lnTo>
                  <a:lnTo>
                    <a:pt x="2353043" y="2605622"/>
                  </a:lnTo>
                  <a:lnTo>
                    <a:pt x="2317307" y="2632670"/>
                  </a:lnTo>
                  <a:lnTo>
                    <a:pt x="2280724" y="2658632"/>
                  </a:lnTo>
                  <a:lnTo>
                    <a:pt x="2243320" y="2683485"/>
                  </a:lnTo>
                  <a:lnTo>
                    <a:pt x="2205119" y="2707205"/>
                  </a:lnTo>
                  <a:lnTo>
                    <a:pt x="2166144" y="2729767"/>
                  </a:lnTo>
                  <a:lnTo>
                    <a:pt x="2126420" y="2751147"/>
                  </a:lnTo>
                  <a:lnTo>
                    <a:pt x="2085971" y="2771322"/>
                  </a:lnTo>
                  <a:lnTo>
                    <a:pt x="2044820" y="2790268"/>
                  </a:lnTo>
                  <a:lnTo>
                    <a:pt x="2002991" y="2807960"/>
                  </a:lnTo>
                  <a:lnTo>
                    <a:pt x="1960509" y="2824375"/>
                  </a:lnTo>
                  <a:lnTo>
                    <a:pt x="1917398" y="2839488"/>
                  </a:lnTo>
                  <a:lnTo>
                    <a:pt x="1873681" y="2853276"/>
                  </a:lnTo>
                  <a:lnTo>
                    <a:pt x="1829383" y="2865714"/>
                  </a:lnTo>
                  <a:lnTo>
                    <a:pt x="1784527" y="2876779"/>
                  </a:lnTo>
                  <a:lnTo>
                    <a:pt x="1739138" y="2886446"/>
                  </a:lnTo>
                  <a:lnTo>
                    <a:pt x="1693239" y="2894692"/>
                  </a:lnTo>
                  <a:lnTo>
                    <a:pt x="1646855" y="2901493"/>
                  </a:lnTo>
                  <a:lnTo>
                    <a:pt x="1600009" y="2906824"/>
                  </a:lnTo>
                  <a:lnTo>
                    <a:pt x="1552726" y="2910662"/>
                  </a:lnTo>
                  <a:lnTo>
                    <a:pt x="1505029" y="2912982"/>
                  </a:lnTo>
                  <a:lnTo>
                    <a:pt x="1456944" y="2913761"/>
                  </a:lnTo>
                  <a:lnTo>
                    <a:pt x="1408850" y="2912982"/>
                  </a:lnTo>
                  <a:lnTo>
                    <a:pt x="1361146" y="2910662"/>
                  </a:lnTo>
                  <a:lnTo>
                    <a:pt x="1313856" y="2906824"/>
                  </a:lnTo>
                  <a:lnTo>
                    <a:pt x="1267004" y="2901493"/>
                  </a:lnTo>
                  <a:lnTo>
                    <a:pt x="1220614" y="2894692"/>
                  </a:lnTo>
                  <a:lnTo>
                    <a:pt x="1174709" y="2886446"/>
                  </a:lnTo>
                  <a:lnTo>
                    <a:pt x="1129314" y="2876779"/>
                  </a:lnTo>
                  <a:lnTo>
                    <a:pt x="1084453" y="2865714"/>
                  </a:lnTo>
                  <a:lnTo>
                    <a:pt x="1040149" y="2853276"/>
                  </a:lnTo>
                  <a:lnTo>
                    <a:pt x="996427" y="2839488"/>
                  </a:lnTo>
                  <a:lnTo>
                    <a:pt x="953311" y="2824375"/>
                  </a:lnTo>
                  <a:lnTo>
                    <a:pt x="910825" y="2807960"/>
                  </a:lnTo>
                  <a:lnTo>
                    <a:pt x="868992" y="2790268"/>
                  </a:lnTo>
                  <a:lnTo>
                    <a:pt x="827837" y="2771322"/>
                  </a:lnTo>
                  <a:lnTo>
                    <a:pt x="787383" y="2751147"/>
                  </a:lnTo>
                  <a:lnTo>
                    <a:pt x="747655" y="2729767"/>
                  </a:lnTo>
                  <a:lnTo>
                    <a:pt x="708677" y="2707205"/>
                  </a:lnTo>
                  <a:lnTo>
                    <a:pt x="670473" y="2683485"/>
                  </a:lnTo>
                  <a:lnTo>
                    <a:pt x="633066" y="2658632"/>
                  </a:lnTo>
                  <a:lnTo>
                    <a:pt x="596481" y="2632670"/>
                  </a:lnTo>
                  <a:lnTo>
                    <a:pt x="560741" y="2605622"/>
                  </a:lnTo>
                  <a:lnTo>
                    <a:pt x="525871" y="2577513"/>
                  </a:lnTo>
                  <a:lnTo>
                    <a:pt x="491895" y="2548366"/>
                  </a:lnTo>
                  <a:lnTo>
                    <a:pt x="458837" y="2518206"/>
                  </a:lnTo>
                  <a:lnTo>
                    <a:pt x="426720" y="2487056"/>
                  </a:lnTo>
                  <a:lnTo>
                    <a:pt x="395568" y="2454941"/>
                  </a:lnTo>
                  <a:lnTo>
                    <a:pt x="365406" y="2421885"/>
                  </a:lnTo>
                  <a:lnTo>
                    <a:pt x="336258" y="2387911"/>
                  </a:lnTo>
                  <a:lnTo>
                    <a:pt x="308147" y="2353043"/>
                  </a:lnTo>
                  <a:lnTo>
                    <a:pt x="281098" y="2317307"/>
                  </a:lnTo>
                  <a:lnTo>
                    <a:pt x="255135" y="2280724"/>
                  </a:lnTo>
                  <a:lnTo>
                    <a:pt x="230281" y="2243320"/>
                  </a:lnTo>
                  <a:lnTo>
                    <a:pt x="206560" y="2205119"/>
                  </a:lnTo>
                  <a:lnTo>
                    <a:pt x="183998" y="2166144"/>
                  </a:lnTo>
                  <a:lnTo>
                    <a:pt x="162616" y="2126420"/>
                  </a:lnTo>
                  <a:lnTo>
                    <a:pt x="142441" y="2085971"/>
                  </a:lnTo>
                  <a:lnTo>
                    <a:pt x="123495" y="2044820"/>
                  </a:lnTo>
                  <a:lnTo>
                    <a:pt x="105802" y="2002991"/>
                  </a:lnTo>
                  <a:lnTo>
                    <a:pt x="89387" y="1960509"/>
                  </a:lnTo>
                  <a:lnTo>
                    <a:pt x="74273" y="1917398"/>
                  </a:lnTo>
                  <a:lnTo>
                    <a:pt x="60485" y="1873681"/>
                  </a:lnTo>
                  <a:lnTo>
                    <a:pt x="48047" y="1829383"/>
                  </a:lnTo>
                  <a:lnTo>
                    <a:pt x="36981" y="1784527"/>
                  </a:lnTo>
                  <a:lnTo>
                    <a:pt x="27314" y="1739138"/>
                  </a:lnTo>
                  <a:lnTo>
                    <a:pt x="19068" y="1693239"/>
                  </a:lnTo>
                  <a:lnTo>
                    <a:pt x="12267" y="1646855"/>
                  </a:lnTo>
                  <a:lnTo>
                    <a:pt x="6936" y="1600009"/>
                  </a:lnTo>
                  <a:lnTo>
                    <a:pt x="3098" y="1552726"/>
                  </a:lnTo>
                  <a:lnTo>
                    <a:pt x="778" y="1505029"/>
                  </a:lnTo>
                  <a:lnTo>
                    <a:pt x="0" y="1456944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8177" y="6351765"/>
              <a:ext cx="2812161" cy="89282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914269" y="6756780"/>
              <a:ext cx="1804035" cy="86360"/>
            </a:xfrm>
            <a:custGeom>
              <a:avLst/>
              <a:gdLst/>
              <a:ahLst/>
              <a:cxnLst/>
              <a:rect l="l" t="t" r="r" b="b"/>
              <a:pathLst>
                <a:path w="1804035" h="86359">
                  <a:moveTo>
                    <a:pt x="1717886" y="28562"/>
                  </a:moveTo>
                  <a:lnTo>
                    <a:pt x="0" y="57658"/>
                  </a:lnTo>
                  <a:lnTo>
                    <a:pt x="498" y="85725"/>
                  </a:lnTo>
                  <a:lnTo>
                    <a:pt x="507" y="86233"/>
                  </a:lnTo>
                  <a:lnTo>
                    <a:pt x="1718352" y="57138"/>
                  </a:lnTo>
                  <a:lnTo>
                    <a:pt x="1717886" y="28562"/>
                  </a:lnTo>
                  <a:close/>
                </a:path>
                <a:path w="1804035" h="86359">
                  <a:moveTo>
                    <a:pt x="1776582" y="28321"/>
                  </a:moveTo>
                  <a:lnTo>
                    <a:pt x="1732153" y="28321"/>
                  </a:lnTo>
                  <a:lnTo>
                    <a:pt x="1732660" y="56896"/>
                  </a:lnTo>
                  <a:lnTo>
                    <a:pt x="1718352" y="57138"/>
                  </a:lnTo>
                  <a:lnTo>
                    <a:pt x="1718818" y="85725"/>
                  </a:lnTo>
                  <a:lnTo>
                    <a:pt x="1803908" y="41402"/>
                  </a:lnTo>
                  <a:lnTo>
                    <a:pt x="1776582" y="28321"/>
                  </a:lnTo>
                  <a:close/>
                </a:path>
                <a:path w="1804035" h="86359">
                  <a:moveTo>
                    <a:pt x="1732153" y="28321"/>
                  </a:moveTo>
                  <a:lnTo>
                    <a:pt x="1717886" y="28562"/>
                  </a:lnTo>
                  <a:lnTo>
                    <a:pt x="1718348" y="56896"/>
                  </a:lnTo>
                  <a:lnTo>
                    <a:pt x="1718352" y="57138"/>
                  </a:lnTo>
                  <a:lnTo>
                    <a:pt x="1732660" y="56896"/>
                  </a:lnTo>
                  <a:lnTo>
                    <a:pt x="1732157" y="28562"/>
                  </a:lnTo>
                  <a:lnTo>
                    <a:pt x="1732153" y="28321"/>
                  </a:lnTo>
                  <a:close/>
                </a:path>
                <a:path w="1804035" h="86359">
                  <a:moveTo>
                    <a:pt x="1717420" y="0"/>
                  </a:moveTo>
                  <a:lnTo>
                    <a:pt x="1717882" y="28321"/>
                  </a:lnTo>
                  <a:lnTo>
                    <a:pt x="1717886" y="28562"/>
                  </a:lnTo>
                  <a:lnTo>
                    <a:pt x="1732153" y="28321"/>
                  </a:lnTo>
                  <a:lnTo>
                    <a:pt x="1776582" y="28321"/>
                  </a:lnTo>
                  <a:lnTo>
                    <a:pt x="1717420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915795" y="5321680"/>
              <a:ext cx="998855" cy="2749550"/>
            </a:xfrm>
            <a:custGeom>
              <a:avLst/>
              <a:gdLst/>
              <a:ahLst/>
              <a:cxnLst/>
              <a:rect l="l" t="t" r="r" b="b"/>
              <a:pathLst>
                <a:path w="998855" h="2749550">
                  <a:moveTo>
                    <a:pt x="327025" y="171577"/>
                  </a:moveTo>
                  <a:lnTo>
                    <a:pt x="381518" y="174903"/>
                  </a:lnTo>
                  <a:lnTo>
                    <a:pt x="433210" y="184535"/>
                  </a:lnTo>
                  <a:lnTo>
                    <a:pt x="481408" y="199948"/>
                  </a:lnTo>
                  <a:lnTo>
                    <a:pt x="525423" y="220621"/>
                  </a:lnTo>
                  <a:lnTo>
                    <a:pt x="564562" y="246030"/>
                  </a:lnTo>
                  <a:lnTo>
                    <a:pt x="598135" y="275654"/>
                  </a:lnTo>
                  <a:lnTo>
                    <a:pt x="625450" y="308968"/>
                  </a:lnTo>
                  <a:lnTo>
                    <a:pt x="645817" y="345451"/>
                  </a:lnTo>
                  <a:lnTo>
                    <a:pt x="658544" y="384579"/>
                  </a:lnTo>
                  <a:lnTo>
                    <a:pt x="662940" y="425831"/>
                  </a:lnTo>
                  <a:lnTo>
                    <a:pt x="662940" y="1239520"/>
                  </a:lnTo>
                  <a:lnTo>
                    <a:pt x="667339" y="1280771"/>
                  </a:lnTo>
                  <a:lnTo>
                    <a:pt x="680074" y="1319899"/>
                  </a:lnTo>
                  <a:lnTo>
                    <a:pt x="700453" y="1356382"/>
                  </a:lnTo>
                  <a:lnTo>
                    <a:pt x="727781" y="1389696"/>
                  </a:lnTo>
                  <a:lnTo>
                    <a:pt x="761365" y="1419320"/>
                  </a:lnTo>
                  <a:lnTo>
                    <a:pt x="800511" y="1444729"/>
                  </a:lnTo>
                  <a:lnTo>
                    <a:pt x="844527" y="1465402"/>
                  </a:lnTo>
                  <a:lnTo>
                    <a:pt x="892718" y="1480815"/>
                  </a:lnTo>
                  <a:lnTo>
                    <a:pt x="944392" y="1490447"/>
                  </a:lnTo>
                  <a:lnTo>
                    <a:pt x="998855" y="1493774"/>
                  </a:lnTo>
                  <a:lnTo>
                    <a:pt x="944392" y="1497104"/>
                  </a:lnTo>
                  <a:lnTo>
                    <a:pt x="892718" y="1506745"/>
                  </a:lnTo>
                  <a:lnTo>
                    <a:pt x="844527" y="1522172"/>
                  </a:lnTo>
                  <a:lnTo>
                    <a:pt x="800511" y="1542863"/>
                  </a:lnTo>
                  <a:lnTo>
                    <a:pt x="761364" y="1568291"/>
                  </a:lnTo>
                  <a:lnTo>
                    <a:pt x="727781" y="1597933"/>
                  </a:lnTo>
                  <a:lnTo>
                    <a:pt x="700453" y="1631264"/>
                  </a:lnTo>
                  <a:lnTo>
                    <a:pt x="680074" y="1667761"/>
                  </a:lnTo>
                  <a:lnTo>
                    <a:pt x="667339" y="1706900"/>
                  </a:lnTo>
                  <a:lnTo>
                    <a:pt x="662940" y="1748155"/>
                  </a:lnTo>
                  <a:lnTo>
                    <a:pt x="662940" y="2494915"/>
                  </a:lnTo>
                  <a:lnTo>
                    <a:pt x="658544" y="2536135"/>
                  </a:lnTo>
                  <a:lnTo>
                    <a:pt x="645817" y="2575246"/>
                  </a:lnTo>
                  <a:lnTo>
                    <a:pt x="625450" y="2611721"/>
                  </a:lnTo>
                  <a:lnTo>
                    <a:pt x="598135" y="2645037"/>
                  </a:lnTo>
                  <a:lnTo>
                    <a:pt x="564562" y="2674667"/>
                  </a:lnTo>
                  <a:lnTo>
                    <a:pt x="525423" y="2700088"/>
                  </a:lnTo>
                  <a:lnTo>
                    <a:pt x="481408" y="2720773"/>
                  </a:lnTo>
                  <a:lnTo>
                    <a:pt x="433210" y="2736198"/>
                  </a:lnTo>
                  <a:lnTo>
                    <a:pt x="381518" y="2745838"/>
                  </a:lnTo>
                  <a:lnTo>
                    <a:pt x="327025" y="2749169"/>
                  </a:lnTo>
                </a:path>
                <a:path w="998855" h="2749550">
                  <a:moveTo>
                    <a:pt x="327025" y="944499"/>
                  </a:moveTo>
                  <a:lnTo>
                    <a:pt x="381518" y="947829"/>
                  </a:lnTo>
                  <a:lnTo>
                    <a:pt x="433210" y="957470"/>
                  </a:lnTo>
                  <a:lnTo>
                    <a:pt x="481408" y="972897"/>
                  </a:lnTo>
                  <a:lnTo>
                    <a:pt x="525423" y="993588"/>
                  </a:lnTo>
                  <a:lnTo>
                    <a:pt x="564562" y="1019016"/>
                  </a:lnTo>
                  <a:lnTo>
                    <a:pt x="598135" y="1048658"/>
                  </a:lnTo>
                  <a:lnTo>
                    <a:pt x="625450" y="1081989"/>
                  </a:lnTo>
                  <a:lnTo>
                    <a:pt x="645817" y="1118486"/>
                  </a:lnTo>
                  <a:lnTo>
                    <a:pt x="658544" y="1157625"/>
                  </a:lnTo>
                  <a:lnTo>
                    <a:pt x="662940" y="1198880"/>
                  </a:lnTo>
                  <a:lnTo>
                    <a:pt x="662940" y="1252601"/>
                  </a:lnTo>
                  <a:lnTo>
                    <a:pt x="667339" y="1293852"/>
                  </a:lnTo>
                  <a:lnTo>
                    <a:pt x="680074" y="1332980"/>
                  </a:lnTo>
                  <a:lnTo>
                    <a:pt x="700453" y="1369463"/>
                  </a:lnTo>
                  <a:lnTo>
                    <a:pt x="727781" y="1402777"/>
                  </a:lnTo>
                  <a:lnTo>
                    <a:pt x="761365" y="1432401"/>
                  </a:lnTo>
                  <a:lnTo>
                    <a:pt x="800511" y="1457810"/>
                  </a:lnTo>
                  <a:lnTo>
                    <a:pt x="844527" y="1478483"/>
                  </a:lnTo>
                  <a:lnTo>
                    <a:pt x="892718" y="1493896"/>
                  </a:lnTo>
                  <a:lnTo>
                    <a:pt x="944392" y="1503528"/>
                  </a:lnTo>
                  <a:lnTo>
                    <a:pt x="998855" y="1506855"/>
                  </a:lnTo>
                  <a:lnTo>
                    <a:pt x="944392" y="1510185"/>
                  </a:lnTo>
                  <a:lnTo>
                    <a:pt x="892718" y="1519826"/>
                  </a:lnTo>
                  <a:lnTo>
                    <a:pt x="844527" y="1535253"/>
                  </a:lnTo>
                  <a:lnTo>
                    <a:pt x="800511" y="1555944"/>
                  </a:lnTo>
                  <a:lnTo>
                    <a:pt x="761364" y="1581372"/>
                  </a:lnTo>
                  <a:lnTo>
                    <a:pt x="727781" y="1611014"/>
                  </a:lnTo>
                  <a:lnTo>
                    <a:pt x="700453" y="1644345"/>
                  </a:lnTo>
                  <a:lnTo>
                    <a:pt x="680074" y="1680842"/>
                  </a:lnTo>
                  <a:lnTo>
                    <a:pt x="667339" y="1719981"/>
                  </a:lnTo>
                  <a:lnTo>
                    <a:pt x="662940" y="1761236"/>
                  </a:lnTo>
                  <a:lnTo>
                    <a:pt x="662940" y="1786509"/>
                  </a:lnTo>
                  <a:lnTo>
                    <a:pt x="658544" y="1827760"/>
                  </a:lnTo>
                  <a:lnTo>
                    <a:pt x="645817" y="1866888"/>
                  </a:lnTo>
                  <a:lnTo>
                    <a:pt x="625450" y="1903371"/>
                  </a:lnTo>
                  <a:lnTo>
                    <a:pt x="598135" y="1936685"/>
                  </a:lnTo>
                  <a:lnTo>
                    <a:pt x="564562" y="1966309"/>
                  </a:lnTo>
                  <a:lnTo>
                    <a:pt x="525423" y="1991718"/>
                  </a:lnTo>
                  <a:lnTo>
                    <a:pt x="481408" y="2012391"/>
                  </a:lnTo>
                  <a:lnTo>
                    <a:pt x="433210" y="2027804"/>
                  </a:lnTo>
                  <a:lnTo>
                    <a:pt x="381518" y="2037436"/>
                  </a:lnTo>
                  <a:lnTo>
                    <a:pt x="327025" y="2040763"/>
                  </a:lnTo>
                </a:path>
                <a:path w="998855" h="2749550">
                  <a:moveTo>
                    <a:pt x="0" y="163449"/>
                  </a:moveTo>
                  <a:lnTo>
                    <a:pt x="5836" y="119988"/>
                  </a:lnTo>
                  <a:lnTo>
                    <a:pt x="22309" y="80941"/>
                  </a:lnTo>
                  <a:lnTo>
                    <a:pt x="47863" y="47863"/>
                  </a:lnTo>
                  <a:lnTo>
                    <a:pt x="80941" y="22309"/>
                  </a:lnTo>
                  <a:lnTo>
                    <a:pt x="119988" y="5836"/>
                  </a:lnTo>
                  <a:lnTo>
                    <a:pt x="163449" y="0"/>
                  </a:lnTo>
                  <a:lnTo>
                    <a:pt x="206918" y="5836"/>
                  </a:lnTo>
                  <a:lnTo>
                    <a:pt x="245989" y="22309"/>
                  </a:lnTo>
                  <a:lnTo>
                    <a:pt x="279098" y="47863"/>
                  </a:lnTo>
                  <a:lnTo>
                    <a:pt x="304682" y="80941"/>
                  </a:lnTo>
                  <a:lnTo>
                    <a:pt x="321178" y="119988"/>
                  </a:lnTo>
                  <a:lnTo>
                    <a:pt x="327025" y="163449"/>
                  </a:lnTo>
                  <a:lnTo>
                    <a:pt x="321178" y="206918"/>
                  </a:lnTo>
                  <a:lnTo>
                    <a:pt x="304682" y="245989"/>
                  </a:lnTo>
                  <a:lnTo>
                    <a:pt x="279098" y="279098"/>
                  </a:lnTo>
                  <a:lnTo>
                    <a:pt x="245989" y="304682"/>
                  </a:lnTo>
                  <a:lnTo>
                    <a:pt x="206918" y="321178"/>
                  </a:lnTo>
                  <a:lnTo>
                    <a:pt x="163449" y="327025"/>
                  </a:lnTo>
                  <a:lnTo>
                    <a:pt x="119988" y="321178"/>
                  </a:lnTo>
                  <a:lnTo>
                    <a:pt x="80941" y="304682"/>
                  </a:lnTo>
                  <a:lnTo>
                    <a:pt x="47863" y="279098"/>
                  </a:lnTo>
                  <a:lnTo>
                    <a:pt x="22309" y="245989"/>
                  </a:lnTo>
                  <a:lnTo>
                    <a:pt x="5836" y="206918"/>
                  </a:lnTo>
                  <a:lnTo>
                    <a:pt x="0" y="163449"/>
                  </a:lnTo>
                  <a:close/>
                </a:path>
                <a:path w="998855" h="2749550">
                  <a:moveTo>
                    <a:pt x="0" y="961263"/>
                  </a:moveTo>
                  <a:lnTo>
                    <a:pt x="5836" y="917846"/>
                  </a:lnTo>
                  <a:lnTo>
                    <a:pt x="22309" y="878811"/>
                  </a:lnTo>
                  <a:lnTo>
                    <a:pt x="47863" y="845724"/>
                  </a:lnTo>
                  <a:lnTo>
                    <a:pt x="80941" y="820151"/>
                  </a:lnTo>
                  <a:lnTo>
                    <a:pt x="119988" y="803659"/>
                  </a:lnTo>
                  <a:lnTo>
                    <a:pt x="163449" y="797814"/>
                  </a:lnTo>
                  <a:lnTo>
                    <a:pt x="206918" y="803659"/>
                  </a:lnTo>
                  <a:lnTo>
                    <a:pt x="245989" y="820151"/>
                  </a:lnTo>
                  <a:lnTo>
                    <a:pt x="279098" y="845724"/>
                  </a:lnTo>
                  <a:lnTo>
                    <a:pt x="304682" y="878811"/>
                  </a:lnTo>
                  <a:lnTo>
                    <a:pt x="321178" y="917846"/>
                  </a:lnTo>
                  <a:lnTo>
                    <a:pt x="327025" y="961263"/>
                  </a:lnTo>
                  <a:lnTo>
                    <a:pt x="321178" y="1004732"/>
                  </a:lnTo>
                  <a:lnTo>
                    <a:pt x="304682" y="1043803"/>
                  </a:lnTo>
                  <a:lnTo>
                    <a:pt x="279098" y="1076912"/>
                  </a:lnTo>
                  <a:lnTo>
                    <a:pt x="245989" y="1102496"/>
                  </a:lnTo>
                  <a:lnTo>
                    <a:pt x="206918" y="1118992"/>
                  </a:lnTo>
                  <a:lnTo>
                    <a:pt x="163449" y="1124839"/>
                  </a:lnTo>
                  <a:lnTo>
                    <a:pt x="119988" y="1118992"/>
                  </a:lnTo>
                  <a:lnTo>
                    <a:pt x="80941" y="1102496"/>
                  </a:lnTo>
                  <a:lnTo>
                    <a:pt x="47863" y="1076912"/>
                  </a:lnTo>
                  <a:lnTo>
                    <a:pt x="22309" y="1043803"/>
                  </a:lnTo>
                  <a:lnTo>
                    <a:pt x="5836" y="1004732"/>
                  </a:lnTo>
                  <a:lnTo>
                    <a:pt x="0" y="961263"/>
                  </a:lnTo>
                  <a:close/>
                </a:path>
                <a:path w="998855" h="2749550">
                  <a:moveTo>
                    <a:pt x="10922" y="2033651"/>
                  </a:moveTo>
                  <a:lnTo>
                    <a:pt x="16758" y="1990190"/>
                  </a:lnTo>
                  <a:lnTo>
                    <a:pt x="33231" y="1951143"/>
                  </a:lnTo>
                  <a:lnTo>
                    <a:pt x="58785" y="1918065"/>
                  </a:lnTo>
                  <a:lnTo>
                    <a:pt x="91863" y="1892511"/>
                  </a:lnTo>
                  <a:lnTo>
                    <a:pt x="130910" y="1876038"/>
                  </a:lnTo>
                  <a:lnTo>
                    <a:pt x="174371" y="1870202"/>
                  </a:lnTo>
                  <a:lnTo>
                    <a:pt x="217831" y="1876038"/>
                  </a:lnTo>
                  <a:lnTo>
                    <a:pt x="256878" y="1892511"/>
                  </a:lnTo>
                  <a:lnTo>
                    <a:pt x="289956" y="1918065"/>
                  </a:lnTo>
                  <a:lnTo>
                    <a:pt x="315510" y="1951143"/>
                  </a:lnTo>
                  <a:lnTo>
                    <a:pt x="331983" y="1990190"/>
                  </a:lnTo>
                  <a:lnTo>
                    <a:pt x="337819" y="2033651"/>
                  </a:lnTo>
                  <a:lnTo>
                    <a:pt x="331983" y="2077111"/>
                  </a:lnTo>
                  <a:lnTo>
                    <a:pt x="315510" y="2116158"/>
                  </a:lnTo>
                  <a:lnTo>
                    <a:pt x="289956" y="2149236"/>
                  </a:lnTo>
                  <a:lnTo>
                    <a:pt x="256878" y="2174790"/>
                  </a:lnTo>
                  <a:lnTo>
                    <a:pt x="217831" y="2191263"/>
                  </a:lnTo>
                  <a:lnTo>
                    <a:pt x="174371" y="2197100"/>
                  </a:lnTo>
                  <a:lnTo>
                    <a:pt x="130910" y="2191263"/>
                  </a:lnTo>
                  <a:lnTo>
                    <a:pt x="91863" y="2174790"/>
                  </a:lnTo>
                  <a:lnTo>
                    <a:pt x="58785" y="2149236"/>
                  </a:lnTo>
                  <a:lnTo>
                    <a:pt x="33231" y="2116158"/>
                  </a:lnTo>
                  <a:lnTo>
                    <a:pt x="16758" y="2077111"/>
                  </a:lnTo>
                  <a:lnTo>
                    <a:pt x="10922" y="2033651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2205" y="7584439"/>
              <a:ext cx="419239" cy="42354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14813" y="6288862"/>
              <a:ext cx="873302" cy="87330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7601966" y="6725539"/>
              <a:ext cx="2212975" cy="13335"/>
            </a:xfrm>
            <a:custGeom>
              <a:avLst/>
              <a:gdLst/>
              <a:ahLst/>
              <a:cxnLst/>
              <a:rect l="l" t="t" r="r" b="b"/>
              <a:pathLst>
                <a:path w="2212975" h="13334">
                  <a:moveTo>
                    <a:pt x="0" y="13081"/>
                  </a:moveTo>
                  <a:lnTo>
                    <a:pt x="2212720" y="0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72577" y="6386322"/>
              <a:ext cx="672020" cy="678814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764540" y="5278628"/>
            <a:ext cx="8477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Arial"/>
                <a:cs typeface="Arial"/>
              </a:rPr>
              <a:t>Mobile</a:t>
            </a:r>
            <a:endParaRPr sz="22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58976" y="6076569"/>
            <a:ext cx="6000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Arial"/>
                <a:cs typeface="Arial"/>
              </a:rPr>
              <a:t>Web</a:t>
            </a:r>
            <a:endParaRPr sz="22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27785" y="7149210"/>
            <a:ext cx="4286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Arial"/>
                <a:cs typeface="Arial"/>
              </a:rPr>
              <a:t>IoT</a:t>
            </a:r>
            <a:endParaRPr sz="22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918450" y="7071106"/>
            <a:ext cx="13093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73360"/>
                </a:solidFill>
                <a:latin typeface="Arial"/>
                <a:cs typeface="Arial"/>
              </a:rPr>
              <a:t>Amazon</a:t>
            </a:r>
            <a:r>
              <a:rPr dirty="0" sz="1400" spc="-4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73360"/>
                </a:solidFill>
                <a:latin typeface="Arial"/>
                <a:cs typeface="Arial"/>
              </a:rPr>
              <a:t>S3</a:t>
            </a:r>
            <a:r>
              <a:rPr dirty="0" sz="1400" spc="-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73360"/>
                </a:solidFill>
                <a:latin typeface="Arial"/>
                <a:cs typeface="Arial"/>
              </a:rPr>
              <a:t>sink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623552" y="7176261"/>
            <a:ext cx="1207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Amazon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S3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0703623" y="4786147"/>
            <a:ext cx="1997710" cy="3275965"/>
            <a:chOff x="10703623" y="4786147"/>
            <a:chExt cx="1997710" cy="3275965"/>
          </a:xfrm>
        </p:grpSpPr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51385" y="4786147"/>
              <a:ext cx="849604" cy="849604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0717910" y="5469762"/>
              <a:ext cx="671830" cy="2578100"/>
            </a:xfrm>
            <a:custGeom>
              <a:avLst/>
              <a:gdLst/>
              <a:ahLst/>
              <a:cxnLst/>
              <a:rect l="l" t="t" r="r" b="b"/>
              <a:pathLst>
                <a:path w="671829" h="2578100">
                  <a:moveTo>
                    <a:pt x="671830" y="2577592"/>
                  </a:moveTo>
                  <a:lnTo>
                    <a:pt x="617336" y="2574261"/>
                  </a:lnTo>
                  <a:lnTo>
                    <a:pt x="565644" y="2564621"/>
                  </a:lnTo>
                  <a:lnTo>
                    <a:pt x="517446" y="2549196"/>
                  </a:lnTo>
                  <a:lnTo>
                    <a:pt x="473431" y="2528511"/>
                  </a:lnTo>
                  <a:lnTo>
                    <a:pt x="434292" y="2503090"/>
                  </a:lnTo>
                  <a:lnTo>
                    <a:pt x="400719" y="2473460"/>
                  </a:lnTo>
                  <a:lnTo>
                    <a:pt x="373404" y="2440144"/>
                  </a:lnTo>
                  <a:lnTo>
                    <a:pt x="353037" y="2403669"/>
                  </a:lnTo>
                  <a:lnTo>
                    <a:pt x="340310" y="2364558"/>
                  </a:lnTo>
                  <a:lnTo>
                    <a:pt x="335915" y="2323338"/>
                  </a:lnTo>
                  <a:lnTo>
                    <a:pt x="335915" y="1509522"/>
                  </a:lnTo>
                  <a:lnTo>
                    <a:pt x="331519" y="1468270"/>
                  </a:lnTo>
                  <a:lnTo>
                    <a:pt x="318792" y="1429142"/>
                  </a:lnTo>
                  <a:lnTo>
                    <a:pt x="298425" y="1392659"/>
                  </a:lnTo>
                  <a:lnTo>
                    <a:pt x="271110" y="1359345"/>
                  </a:lnTo>
                  <a:lnTo>
                    <a:pt x="237537" y="1329721"/>
                  </a:lnTo>
                  <a:lnTo>
                    <a:pt x="198398" y="1304312"/>
                  </a:lnTo>
                  <a:lnTo>
                    <a:pt x="154383" y="1283639"/>
                  </a:lnTo>
                  <a:lnTo>
                    <a:pt x="106185" y="1268226"/>
                  </a:lnTo>
                  <a:lnTo>
                    <a:pt x="54493" y="1258594"/>
                  </a:lnTo>
                  <a:lnTo>
                    <a:pt x="0" y="1255267"/>
                  </a:lnTo>
                  <a:lnTo>
                    <a:pt x="54493" y="1251941"/>
                  </a:lnTo>
                  <a:lnTo>
                    <a:pt x="106185" y="1242309"/>
                  </a:lnTo>
                  <a:lnTo>
                    <a:pt x="154383" y="1226896"/>
                  </a:lnTo>
                  <a:lnTo>
                    <a:pt x="198398" y="1206223"/>
                  </a:lnTo>
                  <a:lnTo>
                    <a:pt x="237537" y="1180814"/>
                  </a:lnTo>
                  <a:lnTo>
                    <a:pt x="271110" y="1151190"/>
                  </a:lnTo>
                  <a:lnTo>
                    <a:pt x="298425" y="1117876"/>
                  </a:lnTo>
                  <a:lnTo>
                    <a:pt x="318792" y="1081393"/>
                  </a:lnTo>
                  <a:lnTo>
                    <a:pt x="331519" y="1042265"/>
                  </a:lnTo>
                  <a:lnTo>
                    <a:pt x="335915" y="1001013"/>
                  </a:lnTo>
                  <a:lnTo>
                    <a:pt x="335915" y="254253"/>
                  </a:lnTo>
                  <a:lnTo>
                    <a:pt x="340310" y="213002"/>
                  </a:lnTo>
                  <a:lnTo>
                    <a:pt x="353037" y="173874"/>
                  </a:lnTo>
                  <a:lnTo>
                    <a:pt x="373404" y="137391"/>
                  </a:lnTo>
                  <a:lnTo>
                    <a:pt x="400719" y="104077"/>
                  </a:lnTo>
                  <a:lnTo>
                    <a:pt x="434292" y="74453"/>
                  </a:lnTo>
                  <a:lnTo>
                    <a:pt x="473431" y="49044"/>
                  </a:lnTo>
                  <a:lnTo>
                    <a:pt x="517446" y="28371"/>
                  </a:lnTo>
                  <a:lnTo>
                    <a:pt x="565644" y="12958"/>
                  </a:lnTo>
                  <a:lnTo>
                    <a:pt x="617336" y="3326"/>
                  </a:lnTo>
                  <a:lnTo>
                    <a:pt x="671830" y="0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741911" y="4240529"/>
            <a:ext cx="1066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ANALYZE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840718" y="5625210"/>
            <a:ext cx="8629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Amazon Redshift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3192125" y="5636133"/>
            <a:ext cx="11042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5080" indent="-26034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AWS </a:t>
            </a:r>
            <a:r>
              <a:rPr dirty="0" sz="1800" spc="-20">
                <a:latin typeface="Arial"/>
                <a:cs typeface="Arial"/>
              </a:rPr>
              <a:t>Lake </a:t>
            </a:r>
            <a:r>
              <a:rPr dirty="0" sz="1800" spc="-10">
                <a:latin typeface="Arial"/>
                <a:cs typeface="Arial"/>
              </a:rPr>
              <a:t>Formation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3295121" y="4774361"/>
            <a:ext cx="2255520" cy="873760"/>
            <a:chOff x="13295121" y="4774361"/>
            <a:chExt cx="2255520" cy="873760"/>
          </a:xfrm>
        </p:grpSpPr>
        <p:pic>
          <p:nvPicPr>
            <p:cNvPr id="41" name="object 4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295121" y="4786147"/>
              <a:ext cx="849604" cy="84960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77262" y="4774361"/>
              <a:ext cx="873328" cy="873328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14661261" y="5625210"/>
            <a:ext cx="8629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 marR="5080" indent="-58419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Amazon Athena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301039" y="4872037"/>
            <a:ext cx="4132579" cy="1029969"/>
            <a:chOff x="7301039" y="4872037"/>
            <a:chExt cx="4132579" cy="1029969"/>
          </a:xfrm>
        </p:grpSpPr>
        <p:sp>
          <p:nvSpPr>
            <p:cNvPr id="45" name="object 45" descr=""/>
            <p:cNvSpPr/>
            <p:nvPr/>
          </p:nvSpPr>
          <p:spPr>
            <a:xfrm>
              <a:off x="7315327" y="4886325"/>
              <a:ext cx="4104004" cy="986790"/>
            </a:xfrm>
            <a:custGeom>
              <a:avLst/>
              <a:gdLst/>
              <a:ahLst/>
              <a:cxnLst/>
              <a:rect l="l" t="t" r="r" b="b"/>
              <a:pathLst>
                <a:path w="4104004" h="986789">
                  <a:moveTo>
                    <a:pt x="0" y="986409"/>
                  </a:moveTo>
                  <a:lnTo>
                    <a:pt x="64523" y="985810"/>
                  </a:lnTo>
                  <a:lnTo>
                    <a:pt x="128942" y="984039"/>
                  </a:lnTo>
                  <a:lnTo>
                    <a:pt x="193150" y="981128"/>
                  </a:lnTo>
                  <a:lnTo>
                    <a:pt x="257041" y="977113"/>
                  </a:lnTo>
                  <a:lnTo>
                    <a:pt x="320511" y="972028"/>
                  </a:lnTo>
                  <a:lnTo>
                    <a:pt x="383454" y="965907"/>
                  </a:lnTo>
                  <a:lnTo>
                    <a:pt x="445765" y="958785"/>
                  </a:lnTo>
                  <a:lnTo>
                    <a:pt x="507339" y="950698"/>
                  </a:lnTo>
                  <a:lnTo>
                    <a:pt x="568069" y="941678"/>
                  </a:lnTo>
                  <a:lnTo>
                    <a:pt x="627851" y="931761"/>
                  </a:lnTo>
                  <a:lnTo>
                    <a:pt x="686579" y="920981"/>
                  </a:lnTo>
                  <a:lnTo>
                    <a:pt x="744149" y="909372"/>
                  </a:lnTo>
                  <a:lnTo>
                    <a:pt x="800453" y="896970"/>
                  </a:lnTo>
                  <a:lnTo>
                    <a:pt x="855388" y="883809"/>
                  </a:lnTo>
                  <a:lnTo>
                    <a:pt x="908848" y="869922"/>
                  </a:lnTo>
                  <a:lnTo>
                    <a:pt x="960727" y="855346"/>
                  </a:lnTo>
                  <a:lnTo>
                    <a:pt x="1010920" y="840114"/>
                  </a:lnTo>
                  <a:lnTo>
                    <a:pt x="1059321" y="824260"/>
                  </a:lnTo>
                  <a:lnTo>
                    <a:pt x="1105826" y="807820"/>
                  </a:lnTo>
                  <a:lnTo>
                    <a:pt x="1150329" y="790827"/>
                  </a:lnTo>
                  <a:lnTo>
                    <a:pt x="1192725" y="773317"/>
                  </a:lnTo>
                  <a:lnTo>
                    <a:pt x="1232907" y="755323"/>
                  </a:lnTo>
                  <a:lnTo>
                    <a:pt x="1270771" y="736881"/>
                  </a:lnTo>
                  <a:lnTo>
                    <a:pt x="1306212" y="718025"/>
                  </a:lnTo>
                  <a:lnTo>
                    <a:pt x="1339124" y="698789"/>
                  </a:lnTo>
                  <a:lnTo>
                    <a:pt x="1396939" y="659316"/>
                  </a:lnTo>
                  <a:lnTo>
                    <a:pt x="1443374" y="618738"/>
                  </a:lnTo>
                  <a:lnTo>
                    <a:pt x="1477585" y="577333"/>
                  </a:lnTo>
                  <a:lnTo>
                    <a:pt x="1498730" y="535375"/>
                  </a:lnTo>
                  <a:lnTo>
                    <a:pt x="1505966" y="493140"/>
                  </a:lnTo>
                  <a:lnTo>
                    <a:pt x="1507201" y="479936"/>
                  </a:lnTo>
                  <a:lnTo>
                    <a:pt x="1525376" y="440406"/>
                  </a:lnTo>
                  <a:lnTo>
                    <a:pt x="1564322" y="401176"/>
                  </a:lnTo>
                  <a:lnTo>
                    <a:pt x="1601235" y="375303"/>
                  </a:lnTo>
                  <a:lnTo>
                    <a:pt x="1646491" y="349733"/>
                  </a:lnTo>
                  <a:lnTo>
                    <a:pt x="1699736" y="324532"/>
                  </a:lnTo>
                  <a:lnTo>
                    <a:pt x="1760615" y="299769"/>
                  </a:lnTo>
                  <a:lnTo>
                    <a:pt x="1828772" y="275511"/>
                  </a:lnTo>
                  <a:lnTo>
                    <a:pt x="1865470" y="263593"/>
                  </a:lnTo>
                  <a:lnTo>
                    <a:pt x="1903854" y="251825"/>
                  </a:lnTo>
                  <a:lnTo>
                    <a:pt x="1943879" y="240218"/>
                  </a:lnTo>
                  <a:lnTo>
                    <a:pt x="1985503" y="228779"/>
                  </a:lnTo>
                  <a:lnTo>
                    <a:pt x="2028680" y="217517"/>
                  </a:lnTo>
                  <a:lnTo>
                    <a:pt x="2073366" y="206440"/>
                  </a:lnTo>
                  <a:lnTo>
                    <a:pt x="2119517" y="195557"/>
                  </a:lnTo>
                  <a:lnTo>
                    <a:pt x="2167087" y="184876"/>
                  </a:lnTo>
                  <a:lnTo>
                    <a:pt x="2216034" y="174406"/>
                  </a:lnTo>
                  <a:lnTo>
                    <a:pt x="2266312" y="164154"/>
                  </a:lnTo>
                  <a:lnTo>
                    <a:pt x="2317876" y="154130"/>
                  </a:lnTo>
                  <a:lnTo>
                    <a:pt x="2370684" y="144341"/>
                  </a:lnTo>
                  <a:lnTo>
                    <a:pt x="2424690" y="134797"/>
                  </a:lnTo>
                  <a:lnTo>
                    <a:pt x="2479849" y="125506"/>
                  </a:lnTo>
                  <a:lnTo>
                    <a:pt x="2536118" y="116476"/>
                  </a:lnTo>
                  <a:lnTo>
                    <a:pt x="2593453" y="107715"/>
                  </a:lnTo>
                  <a:lnTo>
                    <a:pt x="2651807" y="99232"/>
                  </a:lnTo>
                  <a:lnTo>
                    <a:pt x="2711138" y="91035"/>
                  </a:lnTo>
                  <a:lnTo>
                    <a:pt x="2771401" y="83134"/>
                  </a:lnTo>
                  <a:lnTo>
                    <a:pt x="2832552" y="75535"/>
                  </a:lnTo>
                  <a:lnTo>
                    <a:pt x="2894546" y="68249"/>
                  </a:lnTo>
                  <a:lnTo>
                    <a:pt x="2957338" y="61282"/>
                  </a:lnTo>
                  <a:lnTo>
                    <a:pt x="3020885" y="54644"/>
                  </a:lnTo>
                  <a:lnTo>
                    <a:pt x="3085142" y="48343"/>
                  </a:lnTo>
                  <a:lnTo>
                    <a:pt x="3150064" y="42388"/>
                  </a:lnTo>
                  <a:lnTo>
                    <a:pt x="3215607" y="36786"/>
                  </a:lnTo>
                  <a:lnTo>
                    <a:pt x="3281728" y="31547"/>
                  </a:lnTo>
                  <a:lnTo>
                    <a:pt x="3348380" y="26678"/>
                  </a:lnTo>
                  <a:lnTo>
                    <a:pt x="3415521" y="22188"/>
                  </a:lnTo>
                  <a:lnTo>
                    <a:pt x="3483105" y="18086"/>
                  </a:lnTo>
                  <a:lnTo>
                    <a:pt x="3551089" y="14380"/>
                  </a:lnTo>
                  <a:lnTo>
                    <a:pt x="3619428" y="11079"/>
                  </a:lnTo>
                  <a:lnTo>
                    <a:pt x="3688077" y="8190"/>
                  </a:lnTo>
                  <a:lnTo>
                    <a:pt x="3756992" y="5722"/>
                  </a:lnTo>
                  <a:lnTo>
                    <a:pt x="3826128" y="3685"/>
                  </a:lnTo>
                  <a:lnTo>
                    <a:pt x="3895442" y="2085"/>
                  </a:lnTo>
                  <a:lnTo>
                    <a:pt x="3964889" y="932"/>
                  </a:lnTo>
                  <a:lnTo>
                    <a:pt x="4034425" y="234"/>
                  </a:lnTo>
                  <a:lnTo>
                    <a:pt x="4104004" y="0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80832" y="5222620"/>
              <a:ext cx="672020" cy="678814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7662798" y="5912357"/>
            <a:ext cx="17437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173360"/>
                </a:solidFill>
                <a:latin typeface="Arial"/>
                <a:cs typeface="Arial"/>
              </a:rPr>
              <a:t>Amazon</a:t>
            </a:r>
            <a:r>
              <a:rPr dirty="0" sz="1400" spc="-4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73360"/>
                </a:solidFill>
                <a:latin typeface="Arial"/>
                <a:cs typeface="Arial"/>
              </a:rPr>
              <a:t>Redshift</a:t>
            </a:r>
            <a:r>
              <a:rPr dirty="0" sz="1400" spc="-4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173360"/>
                </a:solidFill>
                <a:latin typeface="Arial"/>
                <a:cs typeface="Arial"/>
              </a:rPr>
              <a:t>sink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1738864" y="6776084"/>
            <a:ext cx="1475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TRANSFORM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1837289" y="8160766"/>
            <a:ext cx="86296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Amazon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800" spc="-25">
                <a:latin typeface="Arial"/>
                <a:cs typeface="Arial"/>
              </a:rPr>
              <a:t>EMR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3194918" y="8171815"/>
            <a:ext cx="1091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AWS </a:t>
            </a:r>
            <a:r>
              <a:rPr dirty="0" sz="1800" spc="-20">
                <a:latin typeface="Arial"/>
                <a:cs typeface="Arial"/>
              </a:rPr>
              <a:t>Data </a:t>
            </a:r>
            <a:r>
              <a:rPr dirty="0" sz="1800" spc="-10">
                <a:latin typeface="Arial"/>
                <a:cs typeface="Arial"/>
              </a:rPr>
              <a:t>Pipeline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4816709" y="8160766"/>
            <a:ext cx="54673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AWS</a:t>
            </a:r>
            <a:endParaRPr sz="1800">
              <a:latin typeface="Arial"/>
              <a:cs typeface="Arial"/>
            </a:endParaRPr>
          </a:p>
          <a:p>
            <a:pPr marL="32384">
              <a:lnSpc>
                <a:spcPct val="100000"/>
              </a:lnSpc>
            </a:pPr>
            <a:r>
              <a:rPr dirty="0" sz="1800" spc="-20">
                <a:latin typeface="Arial"/>
                <a:cs typeface="Arial"/>
              </a:rPr>
              <a:t>Glue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873120" y="7503667"/>
            <a:ext cx="11417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Source connectors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9593453" y="2096770"/>
            <a:ext cx="8375015" cy="1852295"/>
          </a:xfrm>
          <a:custGeom>
            <a:avLst/>
            <a:gdLst/>
            <a:ahLst/>
            <a:cxnLst/>
            <a:rect l="l" t="t" r="r" b="b"/>
            <a:pathLst>
              <a:path w="8375015" h="1852295">
                <a:moveTo>
                  <a:pt x="8374887" y="0"/>
                </a:moveTo>
                <a:lnTo>
                  <a:pt x="0" y="0"/>
                </a:lnTo>
                <a:lnTo>
                  <a:pt x="0" y="1851787"/>
                </a:lnTo>
                <a:lnTo>
                  <a:pt x="8374887" y="1851787"/>
                </a:lnTo>
                <a:lnTo>
                  <a:pt x="8374887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9805796" y="2259583"/>
            <a:ext cx="7952740" cy="1310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74A1"/>
                </a:solidFill>
                <a:latin typeface="Arial"/>
                <a:cs typeface="Arial"/>
              </a:rPr>
              <a:t>Store</a:t>
            </a:r>
            <a:r>
              <a:rPr dirty="0" sz="2400" spc="-5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74A1"/>
                </a:solidFill>
                <a:latin typeface="Arial"/>
                <a:cs typeface="Arial"/>
              </a:rPr>
              <a:t>&amp;</a:t>
            </a:r>
            <a:r>
              <a:rPr dirty="0" sz="2400" spc="-5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074A1"/>
                </a:solidFill>
                <a:latin typeface="Arial"/>
                <a:cs typeface="Arial"/>
              </a:rPr>
              <a:t>analyze</a:t>
            </a:r>
            <a:endParaRPr sz="2400">
              <a:latin typeface="Arial"/>
              <a:cs typeface="Arial"/>
            </a:endParaRPr>
          </a:p>
          <a:p>
            <a:pPr algn="ctr" marL="12065" marR="5080" indent="-1905">
              <a:lnSpc>
                <a:spcPct val="100000"/>
              </a:lnSpc>
              <a:spcBef>
                <a:spcPts val="25"/>
              </a:spcBef>
            </a:pPr>
            <a:r>
              <a:rPr dirty="0" sz="2000" spc="-10" b="1">
                <a:latin typeface="Arial"/>
                <a:cs typeface="Arial"/>
              </a:rPr>
              <a:t>Pre-</a:t>
            </a:r>
            <a:r>
              <a:rPr dirty="0" sz="2000" b="1">
                <a:latin typeface="Arial"/>
                <a:cs typeface="Arial"/>
              </a:rPr>
              <a:t>built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Confluent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Connectors</a:t>
            </a:r>
            <a:r>
              <a:rPr dirty="0" sz="2000" spc="-10">
                <a:latin typeface="Gulim"/>
                <a:cs typeface="Gulim"/>
              </a:rPr>
              <a:t>를</a:t>
            </a:r>
            <a:r>
              <a:rPr dirty="0" sz="2000" spc="-14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사용하여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데이터를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AWS</a:t>
            </a:r>
            <a:r>
              <a:rPr dirty="0" sz="2000" spc="-5">
                <a:latin typeface="Arial"/>
                <a:cs typeface="Arial"/>
              </a:rPr>
              <a:t> </a:t>
            </a:r>
            <a:r>
              <a:rPr dirty="0" sz="2000" spc="-25">
                <a:latin typeface="Gulim"/>
                <a:cs typeface="Gulim"/>
              </a:rPr>
              <a:t>데이터 </a:t>
            </a:r>
            <a:r>
              <a:rPr dirty="0" sz="2000">
                <a:latin typeface="Gulim"/>
                <a:cs typeface="Gulim"/>
              </a:rPr>
              <a:t>레이크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또는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데이터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웨어하우스로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스트리밍하여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실시간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및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배치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분석을 </a:t>
            </a:r>
            <a:r>
              <a:rPr dirty="0" sz="2000">
                <a:latin typeface="Gulim"/>
                <a:cs typeface="Gulim"/>
              </a:rPr>
              <a:t>위해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방대한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양의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스트리밍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데이터에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대한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쿼리를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실행합니다</a:t>
            </a:r>
            <a:r>
              <a:rPr dirty="0" sz="2000" spc="-1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16068738" y="4589462"/>
            <a:ext cx="1722120" cy="2032000"/>
            <a:chOff x="16068738" y="4589462"/>
            <a:chExt cx="1722120" cy="2032000"/>
          </a:xfrm>
        </p:grpSpPr>
        <p:sp>
          <p:nvSpPr>
            <p:cNvPr id="56" name="object 56" descr=""/>
            <p:cNvSpPr/>
            <p:nvPr/>
          </p:nvSpPr>
          <p:spPr>
            <a:xfrm>
              <a:off x="16083026" y="4603750"/>
              <a:ext cx="1693545" cy="2003425"/>
            </a:xfrm>
            <a:custGeom>
              <a:avLst/>
              <a:gdLst/>
              <a:ahLst/>
              <a:cxnLst/>
              <a:rect l="l" t="t" r="r" b="b"/>
              <a:pathLst>
                <a:path w="1693544" h="2003425">
                  <a:moveTo>
                    <a:pt x="0" y="115442"/>
                  </a:moveTo>
                  <a:lnTo>
                    <a:pt x="9072" y="70508"/>
                  </a:lnTo>
                  <a:lnTo>
                    <a:pt x="33813" y="33813"/>
                  </a:lnTo>
                  <a:lnTo>
                    <a:pt x="70508" y="9072"/>
                  </a:lnTo>
                  <a:lnTo>
                    <a:pt x="115442" y="0"/>
                  </a:lnTo>
                  <a:lnTo>
                    <a:pt x="1577847" y="0"/>
                  </a:lnTo>
                  <a:lnTo>
                    <a:pt x="1622855" y="9072"/>
                  </a:lnTo>
                  <a:lnTo>
                    <a:pt x="1659588" y="33813"/>
                  </a:lnTo>
                  <a:lnTo>
                    <a:pt x="1684343" y="70508"/>
                  </a:lnTo>
                  <a:lnTo>
                    <a:pt x="1693417" y="115442"/>
                  </a:lnTo>
                  <a:lnTo>
                    <a:pt x="1693417" y="1887474"/>
                  </a:lnTo>
                  <a:lnTo>
                    <a:pt x="1684343" y="1932408"/>
                  </a:lnTo>
                  <a:lnTo>
                    <a:pt x="1659588" y="1969103"/>
                  </a:lnTo>
                  <a:lnTo>
                    <a:pt x="1622855" y="1993844"/>
                  </a:lnTo>
                  <a:lnTo>
                    <a:pt x="1577847" y="2002916"/>
                  </a:lnTo>
                  <a:lnTo>
                    <a:pt x="115442" y="2002916"/>
                  </a:lnTo>
                  <a:lnTo>
                    <a:pt x="70508" y="1993844"/>
                  </a:lnTo>
                  <a:lnTo>
                    <a:pt x="33813" y="1969103"/>
                  </a:lnTo>
                  <a:lnTo>
                    <a:pt x="9072" y="1932408"/>
                  </a:lnTo>
                  <a:lnTo>
                    <a:pt x="0" y="1887474"/>
                  </a:lnTo>
                  <a:lnTo>
                    <a:pt x="0" y="11544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492982" y="4774336"/>
              <a:ext cx="873353" cy="873353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16326358" y="4246879"/>
            <a:ext cx="1194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VISUALIZE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6295623" y="5658358"/>
            <a:ext cx="130619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Amazon OpenSearch Service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1933892" y="4750155"/>
            <a:ext cx="14163675" cy="4251960"/>
            <a:chOff x="1933892" y="4750155"/>
            <a:chExt cx="14163675" cy="4251960"/>
          </a:xfrm>
        </p:grpSpPr>
        <p:sp>
          <p:nvSpPr>
            <p:cNvPr id="61" name="object 61" descr=""/>
            <p:cNvSpPr/>
            <p:nvPr/>
          </p:nvSpPr>
          <p:spPr>
            <a:xfrm>
              <a:off x="15771621" y="5450459"/>
              <a:ext cx="311785" cy="154940"/>
            </a:xfrm>
            <a:custGeom>
              <a:avLst/>
              <a:gdLst/>
              <a:ahLst/>
              <a:cxnLst/>
              <a:rect l="l" t="t" r="r" b="b"/>
              <a:pathLst>
                <a:path w="311784" h="154939">
                  <a:moveTo>
                    <a:pt x="0" y="0"/>
                  </a:moveTo>
                  <a:lnTo>
                    <a:pt x="311404" y="154812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367656" y="4883785"/>
              <a:ext cx="902335" cy="900430"/>
            </a:xfrm>
            <a:custGeom>
              <a:avLst/>
              <a:gdLst/>
              <a:ahLst/>
              <a:cxnLst/>
              <a:rect l="l" t="t" r="r" b="b"/>
              <a:pathLst>
                <a:path w="902335" h="900429">
                  <a:moveTo>
                    <a:pt x="331453" y="885675"/>
                  </a:moveTo>
                  <a:lnTo>
                    <a:pt x="328421" y="900049"/>
                  </a:lnTo>
                  <a:lnTo>
                    <a:pt x="370943" y="888873"/>
                  </a:lnTo>
                  <a:lnTo>
                    <a:pt x="345058" y="888873"/>
                  </a:lnTo>
                  <a:lnTo>
                    <a:pt x="331453" y="885675"/>
                  </a:lnTo>
                  <a:close/>
                </a:path>
                <a:path w="902335" h="900429">
                  <a:moveTo>
                    <a:pt x="337353" y="857697"/>
                  </a:moveTo>
                  <a:lnTo>
                    <a:pt x="331453" y="885675"/>
                  </a:lnTo>
                  <a:lnTo>
                    <a:pt x="345058" y="888873"/>
                  </a:lnTo>
                  <a:lnTo>
                    <a:pt x="351663" y="861060"/>
                  </a:lnTo>
                  <a:lnTo>
                    <a:pt x="337353" y="857697"/>
                  </a:lnTo>
                  <a:close/>
                </a:path>
                <a:path w="902335" h="900429">
                  <a:moveTo>
                    <a:pt x="340232" y="844041"/>
                  </a:moveTo>
                  <a:lnTo>
                    <a:pt x="337353" y="857697"/>
                  </a:lnTo>
                  <a:lnTo>
                    <a:pt x="351663" y="861060"/>
                  </a:lnTo>
                  <a:lnTo>
                    <a:pt x="345058" y="888873"/>
                  </a:lnTo>
                  <a:lnTo>
                    <a:pt x="370943" y="888873"/>
                  </a:lnTo>
                  <a:lnTo>
                    <a:pt x="390270" y="883792"/>
                  </a:lnTo>
                  <a:lnTo>
                    <a:pt x="340232" y="844041"/>
                  </a:lnTo>
                  <a:close/>
                </a:path>
                <a:path w="902335" h="900429">
                  <a:moveTo>
                    <a:pt x="445134" y="0"/>
                  </a:moveTo>
                  <a:lnTo>
                    <a:pt x="400176" y="2793"/>
                  </a:lnTo>
                  <a:lnTo>
                    <a:pt x="356362" y="10032"/>
                  </a:lnTo>
                  <a:lnTo>
                    <a:pt x="313943" y="21336"/>
                  </a:lnTo>
                  <a:lnTo>
                    <a:pt x="273050" y="36575"/>
                  </a:lnTo>
                  <a:lnTo>
                    <a:pt x="234060" y="55752"/>
                  </a:lnTo>
                  <a:lnTo>
                    <a:pt x="197103" y="78359"/>
                  </a:lnTo>
                  <a:lnTo>
                    <a:pt x="162559" y="104393"/>
                  </a:lnTo>
                  <a:lnTo>
                    <a:pt x="130682" y="133730"/>
                  </a:lnTo>
                  <a:lnTo>
                    <a:pt x="101374" y="166115"/>
                  </a:lnTo>
                  <a:lnTo>
                    <a:pt x="75564" y="201040"/>
                  </a:lnTo>
                  <a:lnTo>
                    <a:pt x="52958" y="238760"/>
                  </a:lnTo>
                  <a:lnTo>
                    <a:pt x="34162" y="278891"/>
                  </a:lnTo>
                  <a:lnTo>
                    <a:pt x="19050" y="321310"/>
                  </a:lnTo>
                  <a:lnTo>
                    <a:pt x="13184" y="342900"/>
                  </a:lnTo>
                  <a:lnTo>
                    <a:pt x="13080" y="343280"/>
                  </a:lnTo>
                  <a:lnTo>
                    <a:pt x="4444" y="388619"/>
                  </a:lnTo>
                  <a:lnTo>
                    <a:pt x="380" y="434593"/>
                  </a:lnTo>
                  <a:lnTo>
                    <a:pt x="0" y="457326"/>
                  </a:lnTo>
                  <a:lnTo>
                    <a:pt x="793" y="477392"/>
                  </a:lnTo>
                  <a:lnTo>
                    <a:pt x="888" y="479805"/>
                  </a:lnTo>
                  <a:lnTo>
                    <a:pt x="5771" y="523748"/>
                  </a:lnTo>
                  <a:lnTo>
                    <a:pt x="15112" y="567436"/>
                  </a:lnTo>
                  <a:lnTo>
                    <a:pt x="28447" y="609091"/>
                  </a:lnTo>
                  <a:lnTo>
                    <a:pt x="45592" y="648969"/>
                  </a:lnTo>
                  <a:lnTo>
                    <a:pt x="66547" y="687069"/>
                  </a:lnTo>
                  <a:lnTo>
                    <a:pt x="90931" y="722884"/>
                  </a:lnTo>
                  <a:lnTo>
                    <a:pt x="118617" y="756030"/>
                  </a:lnTo>
                  <a:lnTo>
                    <a:pt x="149478" y="786638"/>
                  </a:lnTo>
                  <a:lnTo>
                    <a:pt x="183133" y="814197"/>
                  </a:lnTo>
                  <a:lnTo>
                    <a:pt x="219582" y="838453"/>
                  </a:lnTo>
                  <a:lnTo>
                    <a:pt x="258571" y="859281"/>
                  </a:lnTo>
                  <a:lnTo>
                    <a:pt x="299846" y="876300"/>
                  </a:lnTo>
                  <a:lnTo>
                    <a:pt x="331453" y="885675"/>
                  </a:lnTo>
                  <a:lnTo>
                    <a:pt x="337353" y="857697"/>
                  </a:lnTo>
                  <a:lnTo>
                    <a:pt x="328421" y="855599"/>
                  </a:lnTo>
                  <a:lnTo>
                    <a:pt x="308609" y="849122"/>
                  </a:lnTo>
                  <a:lnTo>
                    <a:pt x="270128" y="833119"/>
                  </a:lnTo>
                  <a:lnTo>
                    <a:pt x="233679" y="813688"/>
                  </a:lnTo>
                  <a:lnTo>
                    <a:pt x="199643" y="790701"/>
                  </a:lnTo>
                  <a:lnTo>
                    <a:pt x="168020" y="764920"/>
                  </a:lnTo>
                  <a:lnTo>
                    <a:pt x="139318" y="736345"/>
                  </a:lnTo>
                  <a:lnTo>
                    <a:pt x="113385" y="705230"/>
                  </a:lnTo>
                  <a:lnTo>
                    <a:pt x="90677" y="671576"/>
                  </a:lnTo>
                  <a:lnTo>
                    <a:pt x="70992" y="635888"/>
                  </a:lnTo>
                  <a:lnTo>
                    <a:pt x="54990" y="598424"/>
                  </a:lnTo>
                  <a:lnTo>
                    <a:pt x="42544" y="559307"/>
                  </a:lnTo>
                  <a:lnTo>
                    <a:pt x="34028" y="519556"/>
                  </a:lnTo>
                  <a:lnTo>
                    <a:pt x="29337" y="477392"/>
                  </a:lnTo>
                  <a:lnTo>
                    <a:pt x="28447" y="456184"/>
                  </a:lnTo>
                  <a:lnTo>
                    <a:pt x="28828" y="434975"/>
                  </a:lnTo>
                  <a:lnTo>
                    <a:pt x="32765" y="391794"/>
                  </a:lnTo>
                  <a:lnTo>
                    <a:pt x="41020" y="349376"/>
                  </a:lnTo>
                  <a:lnTo>
                    <a:pt x="53212" y="308737"/>
                  </a:lnTo>
                  <a:lnTo>
                    <a:pt x="69214" y="270001"/>
                  </a:lnTo>
                  <a:lnTo>
                    <a:pt x="88772" y="233806"/>
                  </a:lnTo>
                  <a:lnTo>
                    <a:pt x="111505" y="199643"/>
                  </a:lnTo>
                  <a:lnTo>
                    <a:pt x="137413" y="168020"/>
                  </a:lnTo>
                  <a:lnTo>
                    <a:pt x="166115" y="139191"/>
                  </a:lnTo>
                  <a:lnTo>
                    <a:pt x="197230" y="113411"/>
                  </a:lnTo>
                  <a:lnTo>
                    <a:pt x="230758" y="90550"/>
                  </a:lnTo>
                  <a:lnTo>
                    <a:pt x="266445" y="70992"/>
                  </a:lnTo>
                  <a:lnTo>
                    <a:pt x="303910" y="54990"/>
                  </a:lnTo>
                  <a:lnTo>
                    <a:pt x="343026" y="42544"/>
                  </a:lnTo>
                  <a:lnTo>
                    <a:pt x="382731" y="34036"/>
                  </a:lnTo>
                  <a:lnTo>
                    <a:pt x="382472" y="34036"/>
                  </a:lnTo>
                  <a:lnTo>
                    <a:pt x="404113" y="31114"/>
                  </a:lnTo>
                  <a:lnTo>
                    <a:pt x="424941" y="29210"/>
                  </a:lnTo>
                  <a:lnTo>
                    <a:pt x="446150" y="28575"/>
                  </a:lnTo>
                  <a:lnTo>
                    <a:pt x="609180" y="28575"/>
                  </a:lnTo>
                  <a:lnTo>
                    <a:pt x="602488" y="26035"/>
                  </a:lnTo>
                  <a:lnTo>
                    <a:pt x="559180" y="13080"/>
                  </a:lnTo>
                  <a:lnTo>
                    <a:pt x="513841" y="4317"/>
                  </a:lnTo>
                  <a:lnTo>
                    <a:pt x="467740" y="253"/>
                  </a:lnTo>
                  <a:lnTo>
                    <a:pt x="445134" y="0"/>
                  </a:lnTo>
                  <a:close/>
                </a:path>
                <a:path w="902335" h="900429">
                  <a:moveTo>
                    <a:pt x="609180" y="28575"/>
                  </a:moveTo>
                  <a:lnTo>
                    <a:pt x="446150" y="28575"/>
                  </a:lnTo>
                  <a:lnTo>
                    <a:pt x="467487" y="28828"/>
                  </a:lnTo>
                  <a:lnTo>
                    <a:pt x="488950" y="30225"/>
                  </a:lnTo>
                  <a:lnTo>
                    <a:pt x="532002" y="36322"/>
                  </a:lnTo>
                  <a:lnTo>
                    <a:pt x="573531" y="46609"/>
                  </a:lnTo>
                  <a:lnTo>
                    <a:pt x="613282" y="60705"/>
                  </a:lnTo>
                  <a:lnTo>
                    <a:pt x="650875" y="78612"/>
                  </a:lnTo>
                  <a:lnTo>
                    <a:pt x="686053" y="99694"/>
                  </a:lnTo>
                  <a:lnTo>
                    <a:pt x="718819" y="124078"/>
                  </a:lnTo>
                  <a:lnTo>
                    <a:pt x="749045" y="151384"/>
                  </a:lnTo>
                  <a:lnTo>
                    <a:pt x="776351" y="181355"/>
                  </a:lnTo>
                  <a:lnTo>
                    <a:pt x="800734" y="213740"/>
                  </a:lnTo>
                  <a:lnTo>
                    <a:pt x="821943" y="248412"/>
                  </a:lnTo>
                  <a:lnTo>
                    <a:pt x="839851" y="284988"/>
                  </a:lnTo>
                  <a:lnTo>
                    <a:pt x="854075" y="323214"/>
                  </a:lnTo>
                  <a:lnTo>
                    <a:pt x="864615" y="363092"/>
                  </a:lnTo>
                  <a:lnTo>
                    <a:pt x="871219" y="404113"/>
                  </a:lnTo>
                  <a:lnTo>
                    <a:pt x="873723" y="445007"/>
                  </a:lnTo>
                  <a:lnTo>
                    <a:pt x="873625" y="457326"/>
                  </a:lnTo>
                  <a:lnTo>
                    <a:pt x="873505" y="467360"/>
                  </a:lnTo>
                  <a:lnTo>
                    <a:pt x="872108" y="488823"/>
                  </a:lnTo>
                  <a:lnTo>
                    <a:pt x="869568" y="510539"/>
                  </a:lnTo>
                  <a:lnTo>
                    <a:pt x="868270" y="518922"/>
                  </a:lnTo>
                  <a:lnTo>
                    <a:pt x="868171" y="519556"/>
                  </a:lnTo>
                  <a:lnTo>
                    <a:pt x="900556" y="490600"/>
                  </a:lnTo>
                  <a:lnTo>
                    <a:pt x="902323" y="446024"/>
                  </a:lnTo>
                  <a:lnTo>
                    <a:pt x="902334" y="445007"/>
                  </a:lnTo>
                  <a:lnTo>
                    <a:pt x="901654" y="424941"/>
                  </a:lnTo>
                  <a:lnTo>
                    <a:pt x="896492" y="378205"/>
                  </a:lnTo>
                  <a:lnTo>
                    <a:pt x="887221" y="335025"/>
                  </a:lnTo>
                  <a:lnTo>
                    <a:pt x="873887" y="293242"/>
                  </a:lnTo>
                  <a:lnTo>
                    <a:pt x="856741" y="253364"/>
                  </a:lnTo>
                  <a:lnTo>
                    <a:pt x="835787" y="215264"/>
                  </a:lnTo>
                  <a:lnTo>
                    <a:pt x="811402" y="179450"/>
                  </a:lnTo>
                  <a:lnTo>
                    <a:pt x="783716" y="146303"/>
                  </a:lnTo>
                  <a:lnTo>
                    <a:pt x="752982" y="115697"/>
                  </a:lnTo>
                  <a:lnTo>
                    <a:pt x="719201" y="88264"/>
                  </a:lnTo>
                  <a:lnTo>
                    <a:pt x="682751" y="63880"/>
                  </a:lnTo>
                  <a:lnTo>
                    <a:pt x="643889" y="43052"/>
                  </a:lnTo>
                  <a:lnTo>
                    <a:pt x="623569" y="34036"/>
                  </a:lnTo>
                  <a:lnTo>
                    <a:pt x="609180" y="28575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85157" y="4750155"/>
              <a:ext cx="671982" cy="671982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4625975" y="4834759"/>
              <a:ext cx="43180" cy="104775"/>
            </a:xfrm>
            <a:custGeom>
              <a:avLst/>
              <a:gdLst/>
              <a:ahLst/>
              <a:cxnLst/>
              <a:rect l="l" t="t" r="r" b="b"/>
              <a:pathLst>
                <a:path w="43179" h="104775">
                  <a:moveTo>
                    <a:pt x="42598" y="0"/>
                  </a:moveTo>
                  <a:lnTo>
                    <a:pt x="0" y="0"/>
                  </a:lnTo>
                  <a:lnTo>
                    <a:pt x="0" y="104397"/>
                  </a:lnTo>
                  <a:lnTo>
                    <a:pt x="42598" y="104397"/>
                  </a:lnTo>
                  <a:lnTo>
                    <a:pt x="4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731380" y="7879207"/>
              <a:ext cx="902335" cy="905510"/>
            </a:xfrm>
            <a:custGeom>
              <a:avLst/>
              <a:gdLst/>
              <a:ahLst/>
              <a:cxnLst/>
              <a:rect l="l" t="t" r="r" b="b"/>
              <a:pathLst>
                <a:path w="902334" h="905509">
                  <a:moveTo>
                    <a:pt x="2921" y="402844"/>
                  </a:moveTo>
                  <a:lnTo>
                    <a:pt x="2032" y="412877"/>
                  </a:lnTo>
                  <a:lnTo>
                    <a:pt x="380" y="436118"/>
                  </a:lnTo>
                  <a:lnTo>
                    <a:pt x="16" y="457962"/>
                  </a:lnTo>
                  <a:lnTo>
                    <a:pt x="0" y="458978"/>
                  </a:lnTo>
                  <a:lnTo>
                    <a:pt x="2794" y="504317"/>
                  </a:lnTo>
                  <a:lnTo>
                    <a:pt x="9905" y="548259"/>
                  </a:lnTo>
                  <a:lnTo>
                    <a:pt x="21209" y="591058"/>
                  </a:lnTo>
                  <a:lnTo>
                    <a:pt x="36449" y="631952"/>
                  </a:lnTo>
                  <a:lnTo>
                    <a:pt x="55625" y="671068"/>
                  </a:lnTo>
                  <a:lnTo>
                    <a:pt x="78232" y="708025"/>
                  </a:lnTo>
                  <a:lnTo>
                    <a:pt x="104394" y="742569"/>
                  </a:lnTo>
                  <a:lnTo>
                    <a:pt x="133603" y="774573"/>
                  </a:lnTo>
                  <a:lnTo>
                    <a:pt x="165735" y="803529"/>
                  </a:lnTo>
                  <a:lnTo>
                    <a:pt x="200660" y="829437"/>
                  </a:lnTo>
                  <a:lnTo>
                    <a:pt x="238251" y="851916"/>
                  </a:lnTo>
                  <a:lnTo>
                    <a:pt x="278129" y="870966"/>
                  </a:lnTo>
                  <a:lnTo>
                    <a:pt x="320167" y="885952"/>
                  </a:lnTo>
                  <a:lnTo>
                    <a:pt x="364236" y="896874"/>
                  </a:lnTo>
                  <a:lnTo>
                    <a:pt x="409828" y="903351"/>
                  </a:lnTo>
                  <a:lnTo>
                    <a:pt x="456057" y="905256"/>
                  </a:lnTo>
                  <a:lnTo>
                    <a:pt x="478663" y="904494"/>
                  </a:lnTo>
                  <a:lnTo>
                    <a:pt x="523367" y="899541"/>
                  </a:lnTo>
                  <a:lnTo>
                    <a:pt x="566927" y="890397"/>
                  </a:lnTo>
                  <a:lnTo>
                    <a:pt x="608711" y="876935"/>
                  </a:lnTo>
                  <a:lnTo>
                    <a:pt x="462237" y="876935"/>
                  </a:lnTo>
                  <a:lnTo>
                    <a:pt x="433450" y="876427"/>
                  </a:lnTo>
                  <a:lnTo>
                    <a:pt x="390271" y="872236"/>
                  </a:lnTo>
                  <a:lnTo>
                    <a:pt x="348107" y="863981"/>
                  </a:lnTo>
                  <a:lnTo>
                    <a:pt x="308355" y="851916"/>
                  </a:lnTo>
                  <a:lnTo>
                    <a:pt x="269621" y="835787"/>
                  </a:lnTo>
                  <a:lnTo>
                    <a:pt x="233299" y="816356"/>
                  </a:lnTo>
                  <a:lnTo>
                    <a:pt x="199390" y="793496"/>
                  </a:lnTo>
                  <a:lnTo>
                    <a:pt x="167894" y="767715"/>
                  </a:lnTo>
                  <a:lnTo>
                    <a:pt x="139192" y="739140"/>
                  </a:lnTo>
                  <a:lnTo>
                    <a:pt x="113384" y="708025"/>
                  </a:lnTo>
                  <a:lnTo>
                    <a:pt x="90550" y="674370"/>
                  </a:lnTo>
                  <a:lnTo>
                    <a:pt x="70866" y="638556"/>
                  </a:lnTo>
                  <a:lnTo>
                    <a:pt x="54991" y="601091"/>
                  </a:lnTo>
                  <a:lnTo>
                    <a:pt x="42418" y="561848"/>
                  </a:lnTo>
                  <a:lnTo>
                    <a:pt x="33909" y="521208"/>
                  </a:lnTo>
                  <a:lnTo>
                    <a:pt x="29337" y="479298"/>
                  </a:lnTo>
                  <a:lnTo>
                    <a:pt x="28575" y="457962"/>
                  </a:lnTo>
                  <a:lnTo>
                    <a:pt x="28955" y="436499"/>
                  </a:lnTo>
                  <a:lnTo>
                    <a:pt x="30479" y="414782"/>
                  </a:lnTo>
                  <a:lnTo>
                    <a:pt x="31369" y="405765"/>
                  </a:lnTo>
                  <a:lnTo>
                    <a:pt x="2921" y="402844"/>
                  </a:lnTo>
                  <a:close/>
                </a:path>
                <a:path w="902334" h="905509">
                  <a:moveTo>
                    <a:pt x="550146" y="14402"/>
                  </a:moveTo>
                  <a:lnTo>
                    <a:pt x="545629" y="42649"/>
                  </a:lnTo>
                  <a:lnTo>
                    <a:pt x="554736" y="44323"/>
                  </a:lnTo>
                  <a:lnTo>
                    <a:pt x="574548" y="49784"/>
                  </a:lnTo>
                  <a:lnTo>
                    <a:pt x="613918" y="64008"/>
                  </a:lnTo>
                  <a:lnTo>
                    <a:pt x="651255" y="81788"/>
                  </a:lnTo>
                  <a:lnTo>
                    <a:pt x="686435" y="102870"/>
                  </a:lnTo>
                  <a:lnTo>
                    <a:pt x="719074" y="127254"/>
                  </a:lnTo>
                  <a:lnTo>
                    <a:pt x="749173" y="154432"/>
                  </a:lnTo>
                  <a:lnTo>
                    <a:pt x="776477" y="184404"/>
                  </a:lnTo>
                  <a:lnTo>
                    <a:pt x="800862" y="216916"/>
                  </a:lnTo>
                  <a:lnTo>
                    <a:pt x="822071" y="251587"/>
                  </a:lnTo>
                  <a:lnTo>
                    <a:pt x="839851" y="288163"/>
                  </a:lnTo>
                  <a:lnTo>
                    <a:pt x="854201" y="326644"/>
                  </a:lnTo>
                  <a:lnTo>
                    <a:pt x="864743" y="366522"/>
                  </a:lnTo>
                  <a:lnTo>
                    <a:pt x="871347" y="407924"/>
                  </a:lnTo>
                  <a:lnTo>
                    <a:pt x="873723" y="449199"/>
                  </a:lnTo>
                  <a:lnTo>
                    <a:pt x="873760" y="450215"/>
                  </a:lnTo>
                  <a:lnTo>
                    <a:pt x="873378" y="471805"/>
                  </a:lnTo>
                  <a:lnTo>
                    <a:pt x="869315" y="515112"/>
                  </a:lnTo>
                  <a:lnTo>
                    <a:pt x="861060" y="557276"/>
                  </a:lnTo>
                  <a:lnTo>
                    <a:pt x="848868" y="597535"/>
                  </a:lnTo>
                  <a:lnTo>
                    <a:pt x="832866" y="635762"/>
                  </a:lnTo>
                  <a:lnTo>
                    <a:pt x="813308" y="671957"/>
                  </a:lnTo>
                  <a:lnTo>
                    <a:pt x="790575" y="705993"/>
                  </a:lnTo>
                  <a:lnTo>
                    <a:pt x="764794" y="737362"/>
                  </a:lnTo>
                  <a:lnTo>
                    <a:pt x="736219" y="766064"/>
                  </a:lnTo>
                  <a:lnTo>
                    <a:pt x="704976" y="791972"/>
                  </a:lnTo>
                  <a:lnTo>
                    <a:pt x="671449" y="814832"/>
                  </a:lnTo>
                  <a:lnTo>
                    <a:pt x="635635" y="834390"/>
                  </a:lnTo>
                  <a:lnTo>
                    <a:pt x="598170" y="850392"/>
                  </a:lnTo>
                  <a:lnTo>
                    <a:pt x="558800" y="862965"/>
                  </a:lnTo>
                  <a:lnTo>
                    <a:pt x="518160" y="871474"/>
                  </a:lnTo>
                  <a:lnTo>
                    <a:pt x="476376" y="876046"/>
                  </a:lnTo>
                  <a:lnTo>
                    <a:pt x="451485" y="876935"/>
                  </a:lnTo>
                  <a:lnTo>
                    <a:pt x="608711" y="876935"/>
                  </a:lnTo>
                  <a:lnTo>
                    <a:pt x="648716" y="859790"/>
                  </a:lnTo>
                  <a:lnTo>
                    <a:pt x="686943" y="838835"/>
                  </a:lnTo>
                  <a:lnTo>
                    <a:pt x="722757" y="814451"/>
                  </a:lnTo>
                  <a:lnTo>
                    <a:pt x="755903" y="786765"/>
                  </a:lnTo>
                  <a:lnTo>
                    <a:pt x="786511" y="756031"/>
                  </a:lnTo>
                  <a:lnTo>
                    <a:pt x="814070" y="722503"/>
                  </a:lnTo>
                  <a:lnTo>
                    <a:pt x="838200" y="686181"/>
                  </a:lnTo>
                  <a:lnTo>
                    <a:pt x="859027" y="647319"/>
                  </a:lnTo>
                  <a:lnTo>
                    <a:pt x="876046" y="606425"/>
                  </a:lnTo>
                  <a:lnTo>
                    <a:pt x="889000" y="563372"/>
                  </a:lnTo>
                  <a:lnTo>
                    <a:pt x="897636" y="518541"/>
                  </a:lnTo>
                  <a:lnTo>
                    <a:pt x="901953" y="472313"/>
                  </a:lnTo>
                  <a:lnTo>
                    <a:pt x="902318" y="450215"/>
                  </a:lnTo>
                  <a:lnTo>
                    <a:pt x="902335" y="449199"/>
                  </a:lnTo>
                  <a:lnTo>
                    <a:pt x="899668" y="404114"/>
                  </a:lnTo>
                  <a:lnTo>
                    <a:pt x="892555" y="359918"/>
                  </a:lnTo>
                  <a:lnTo>
                    <a:pt x="881126" y="317373"/>
                  </a:lnTo>
                  <a:lnTo>
                    <a:pt x="865886" y="276225"/>
                  </a:lnTo>
                  <a:lnTo>
                    <a:pt x="846836" y="237236"/>
                  </a:lnTo>
                  <a:lnTo>
                    <a:pt x="824102" y="200152"/>
                  </a:lnTo>
                  <a:lnTo>
                    <a:pt x="798068" y="165608"/>
                  </a:lnTo>
                  <a:lnTo>
                    <a:pt x="768730" y="133731"/>
                  </a:lnTo>
                  <a:lnTo>
                    <a:pt x="736600" y="104775"/>
                  </a:lnTo>
                  <a:lnTo>
                    <a:pt x="701675" y="78740"/>
                  </a:lnTo>
                  <a:lnTo>
                    <a:pt x="664307" y="56388"/>
                  </a:lnTo>
                  <a:lnTo>
                    <a:pt x="624204" y="37338"/>
                  </a:lnTo>
                  <a:lnTo>
                    <a:pt x="582168" y="22352"/>
                  </a:lnTo>
                  <a:lnTo>
                    <a:pt x="559943" y="16256"/>
                  </a:lnTo>
                  <a:lnTo>
                    <a:pt x="550146" y="14402"/>
                  </a:lnTo>
                  <a:close/>
                </a:path>
                <a:path w="902334" h="905509">
                  <a:moveTo>
                    <a:pt x="552450" y="0"/>
                  </a:moveTo>
                  <a:lnTo>
                    <a:pt x="491490" y="19050"/>
                  </a:lnTo>
                  <a:lnTo>
                    <a:pt x="543433" y="56388"/>
                  </a:lnTo>
                  <a:lnTo>
                    <a:pt x="545629" y="42649"/>
                  </a:lnTo>
                  <a:lnTo>
                    <a:pt x="531241" y="40005"/>
                  </a:lnTo>
                  <a:lnTo>
                    <a:pt x="536448" y="11811"/>
                  </a:lnTo>
                  <a:lnTo>
                    <a:pt x="550561" y="11811"/>
                  </a:lnTo>
                  <a:lnTo>
                    <a:pt x="552450" y="0"/>
                  </a:lnTo>
                  <a:close/>
                </a:path>
                <a:path w="902334" h="905509">
                  <a:moveTo>
                    <a:pt x="536448" y="11811"/>
                  </a:moveTo>
                  <a:lnTo>
                    <a:pt x="531241" y="40005"/>
                  </a:lnTo>
                  <a:lnTo>
                    <a:pt x="545629" y="42649"/>
                  </a:lnTo>
                  <a:lnTo>
                    <a:pt x="550146" y="14402"/>
                  </a:lnTo>
                  <a:lnTo>
                    <a:pt x="536448" y="11811"/>
                  </a:lnTo>
                  <a:close/>
                </a:path>
                <a:path w="902334" h="905509">
                  <a:moveTo>
                    <a:pt x="550561" y="11811"/>
                  </a:moveTo>
                  <a:lnTo>
                    <a:pt x="536448" y="11811"/>
                  </a:lnTo>
                  <a:lnTo>
                    <a:pt x="550146" y="14402"/>
                  </a:lnTo>
                  <a:lnTo>
                    <a:pt x="550561" y="11811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90511" y="8128482"/>
              <a:ext cx="873277" cy="873277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7415783" y="8556498"/>
              <a:ext cx="133985" cy="160655"/>
            </a:xfrm>
            <a:custGeom>
              <a:avLst/>
              <a:gdLst/>
              <a:ahLst/>
              <a:cxnLst/>
              <a:rect l="l" t="t" r="r" b="b"/>
              <a:pathLst>
                <a:path w="133984" h="160654">
                  <a:moveTo>
                    <a:pt x="66548" y="0"/>
                  </a:moveTo>
                  <a:lnTo>
                    <a:pt x="0" y="35940"/>
                  </a:lnTo>
                  <a:lnTo>
                    <a:pt x="67183" y="160146"/>
                  </a:lnTo>
                  <a:lnTo>
                    <a:pt x="133731" y="124205"/>
                  </a:lnTo>
                  <a:lnTo>
                    <a:pt x="665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948179" y="7900035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60" h="327659">
                  <a:moveTo>
                    <a:pt x="0" y="163576"/>
                  </a:moveTo>
                  <a:lnTo>
                    <a:pt x="5837" y="120106"/>
                  </a:lnTo>
                  <a:lnTo>
                    <a:pt x="22314" y="81035"/>
                  </a:lnTo>
                  <a:lnTo>
                    <a:pt x="47879" y="47926"/>
                  </a:lnTo>
                  <a:lnTo>
                    <a:pt x="80978" y="22342"/>
                  </a:lnTo>
                  <a:lnTo>
                    <a:pt x="120062" y="5846"/>
                  </a:lnTo>
                  <a:lnTo>
                    <a:pt x="163575" y="0"/>
                  </a:lnTo>
                  <a:lnTo>
                    <a:pt x="207045" y="5846"/>
                  </a:lnTo>
                  <a:lnTo>
                    <a:pt x="246116" y="22342"/>
                  </a:lnTo>
                  <a:lnTo>
                    <a:pt x="279225" y="47926"/>
                  </a:lnTo>
                  <a:lnTo>
                    <a:pt x="304809" y="81035"/>
                  </a:lnTo>
                  <a:lnTo>
                    <a:pt x="321305" y="120106"/>
                  </a:lnTo>
                  <a:lnTo>
                    <a:pt x="327151" y="163576"/>
                  </a:lnTo>
                  <a:lnTo>
                    <a:pt x="321305" y="207089"/>
                  </a:lnTo>
                  <a:lnTo>
                    <a:pt x="304809" y="246173"/>
                  </a:lnTo>
                  <a:lnTo>
                    <a:pt x="279225" y="279273"/>
                  </a:lnTo>
                  <a:lnTo>
                    <a:pt x="246116" y="304837"/>
                  </a:lnTo>
                  <a:lnTo>
                    <a:pt x="207045" y="321314"/>
                  </a:lnTo>
                  <a:lnTo>
                    <a:pt x="163575" y="327152"/>
                  </a:lnTo>
                  <a:lnTo>
                    <a:pt x="120062" y="321314"/>
                  </a:lnTo>
                  <a:lnTo>
                    <a:pt x="80978" y="304837"/>
                  </a:lnTo>
                  <a:lnTo>
                    <a:pt x="47878" y="279273"/>
                  </a:lnTo>
                  <a:lnTo>
                    <a:pt x="22314" y="246173"/>
                  </a:lnTo>
                  <a:lnTo>
                    <a:pt x="5837" y="207089"/>
                  </a:lnTo>
                  <a:lnTo>
                    <a:pt x="0" y="163576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31204" y="7231164"/>
              <a:ext cx="627595" cy="627595"/>
            </a:xfrm>
            <a:prstGeom prst="rect">
              <a:avLst/>
            </a:prstGeom>
          </p:spPr>
        </p:pic>
      </p:grpSp>
      <p:sp>
        <p:nvSpPr>
          <p:cNvPr id="70" name="object 70" descr=""/>
          <p:cNvSpPr txBox="1"/>
          <p:nvPr/>
        </p:nvSpPr>
        <p:spPr>
          <a:xfrm>
            <a:off x="3254755" y="4666234"/>
            <a:ext cx="86360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 marR="5080" indent="-4572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73360"/>
                </a:solidFill>
                <a:latin typeface="Arial"/>
                <a:cs typeface="Arial"/>
              </a:rPr>
              <a:t>Schema registry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3227070" y="6395720"/>
            <a:ext cx="85661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0074A1"/>
                </a:solidFill>
                <a:latin typeface="Arial"/>
                <a:cs typeface="Arial"/>
              </a:rPr>
              <a:t>Events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537756" y="326466"/>
            <a:ext cx="4970780" cy="424180"/>
          </a:xfrm>
          <a:custGeom>
            <a:avLst/>
            <a:gdLst/>
            <a:ahLst/>
            <a:cxnLst/>
            <a:rect l="l" t="t" r="r" b="b"/>
            <a:pathLst>
              <a:path w="4970780" h="424180">
                <a:moveTo>
                  <a:pt x="4970399" y="0"/>
                </a:moveTo>
                <a:lnTo>
                  <a:pt x="0" y="0"/>
                </a:lnTo>
                <a:lnTo>
                  <a:pt x="0" y="423595"/>
                </a:lnTo>
                <a:lnTo>
                  <a:pt x="4970399" y="423595"/>
                </a:lnTo>
                <a:lnTo>
                  <a:pt x="4970399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707847" y="377697"/>
            <a:ext cx="2208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800" spc="204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8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5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7068439" y="8894179"/>
            <a:ext cx="74866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10">
                <a:solidFill>
                  <a:srgbClr val="173360"/>
                </a:solidFill>
                <a:latin typeface="Arial"/>
                <a:cs typeface="Arial"/>
              </a:rPr>
              <a:t>ksqlDB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672160"/>
            <a:ext cx="741603" cy="74160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552691" y="2153424"/>
            <a:ext cx="17174845" cy="7385050"/>
            <a:chOff x="552691" y="2153424"/>
            <a:chExt cx="17174845" cy="7385050"/>
          </a:xfrm>
        </p:grpSpPr>
        <p:sp>
          <p:nvSpPr>
            <p:cNvPr id="5" name="object 5" descr=""/>
            <p:cNvSpPr/>
            <p:nvPr/>
          </p:nvSpPr>
          <p:spPr>
            <a:xfrm>
              <a:off x="557453" y="2158187"/>
              <a:ext cx="9211310" cy="7375525"/>
            </a:xfrm>
            <a:custGeom>
              <a:avLst/>
              <a:gdLst/>
              <a:ahLst/>
              <a:cxnLst/>
              <a:rect l="l" t="t" r="r" b="b"/>
              <a:pathLst>
                <a:path w="9211310" h="7375525">
                  <a:moveTo>
                    <a:pt x="9211183" y="0"/>
                  </a:moveTo>
                  <a:lnTo>
                    <a:pt x="0" y="0"/>
                  </a:lnTo>
                  <a:lnTo>
                    <a:pt x="0" y="7375144"/>
                  </a:lnTo>
                  <a:lnTo>
                    <a:pt x="9211183" y="7375144"/>
                  </a:lnTo>
                  <a:lnTo>
                    <a:pt x="9211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7453" y="2158187"/>
              <a:ext cx="9211310" cy="7375525"/>
            </a:xfrm>
            <a:custGeom>
              <a:avLst/>
              <a:gdLst/>
              <a:ahLst/>
              <a:cxnLst/>
              <a:rect l="l" t="t" r="r" b="b"/>
              <a:pathLst>
                <a:path w="9211310" h="7375525">
                  <a:moveTo>
                    <a:pt x="0" y="7375144"/>
                  </a:moveTo>
                  <a:lnTo>
                    <a:pt x="9211183" y="7375144"/>
                  </a:lnTo>
                  <a:lnTo>
                    <a:pt x="9211183" y="0"/>
                  </a:lnTo>
                  <a:lnTo>
                    <a:pt x="0" y="0"/>
                  </a:lnTo>
                  <a:lnTo>
                    <a:pt x="0" y="7375144"/>
                  </a:lnTo>
                  <a:close/>
                </a:path>
              </a:pathLst>
            </a:custGeom>
            <a:ln w="9525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768713" y="2158187"/>
              <a:ext cx="7954009" cy="7375525"/>
            </a:xfrm>
            <a:custGeom>
              <a:avLst/>
              <a:gdLst/>
              <a:ahLst/>
              <a:cxnLst/>
              <a:rect l="l" t="t" r="r" b="b"/>
              <a:pathLst>
                <a:path w="7954009" h="7375525">
                  <a:moveTo>
                    <a:pt x="7953883" y="0"/>
                  </a:moveTo>
                  <a:lnTo>
                    <a:pt x="0" y="0"/>
                  </a:lnTo>
                  <a:lnTo>
                    <a:pt x="0" y="7375144"/>
                  </a:lnTo>
                  <a:lnTo>
                    <a:pt x="7953883" y="7375144"/>
                  </a:lnTo>
                  <a:lnTo>
                    <a:pt x="79538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768713" y="2158187"/>
              <a:ext cx="7954009" cy="7375525"/>
            </a:xfrm>
            <a:custGeom>
              <a:avLst/>
              <a:gdLst/>
              <a:ahLst/>
              <a:cxnLst/>
              <a:rect l="l" t="t" r="r" b="b"/>
              <a:pathLst>
                <a:path w="7954009" h="7375525">
                  <a:moveTo>
                    <a:pt x="0" y="7375144"/>
                  </a:moveTo>
                  <a:lnTo>
                    <a:pt x="7953883" y="7375144"/>
                  </a:lnTo>
                  <a:lnTo>
                    <a:pt x="7953883" y="0"/>
                  </a:lnTo>
                  <a:lnTo>
                    <a:pt x="0" y="0"/>
                  </a:lnTo>
                  <a:lnTo>
                    <a:pt x="0" y="7375144"/>
                  </a:lnTo>
                  <a:close/>
                </a:path>
              </a:pathLst>
            </a:custGeom>
            <a:ln w="9525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6994" y="2168144"/>
              <a:ext cx="9149715" cy="1841500"/>
            </a:xfrm>
            <a:custGeom>
              <a:avLst/>
              <a:gdLst/>
              <a:ahLst/>
              <a:cxnLst/>
              <a:rect l="l" t="t" r="r" b="b"/>
              <a:pathLst>
                <a:path w="9149715" h="1841500">
                  <a:moveTo>
                    <a:pt x="9149461" y="0"/>
                  </a:moveTo>
                  <a:lnTo>
                    <a:pt x="0" y="0"/>
                  </a:lnTo>
                  <a:lnTo>
                    <a:pt x="0" y="1841118"/>
                  </a:lnTo>
                  <a:lnTo>
                    <a:pt x="9149461" y="1841118"/>
                  </a:lnTo>
                  <a:lnTo>
                    <a:pt x="9149461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41628" y="2331211"/>
            <a:ext cx="8441690" cy="149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265" b="1">
                <a:solidFill>
                  <a:srgbClr val="0074A1"/>
                </a:solidFill>
                <a:latin typeface="Calibri"/>
                <a:cs typeface="Calibri"/>
              </a:rPr>
              <a:t>Serverless</a:t>
            </a:r>
            <a:r>
              <a:rPr dirty="0" sz="2400" spc="16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400" spc="254" b="1">
                <a:solidFill>
                  <a:srgbClr val="0074A1"/>
                </a:solidFill>
                <a:latin typeface="Calibri"/>
                <a:cs typeface="Calibri"/>
              </a:rPr>
              <a:t>integration</a:t>
            </a:r>
            <a:endParaRPr sz="24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35"/>
              </a:spcBef>
            </a:pPr>
            <a:r>
              <a:rPr dirty="0" sz="1800" spc="260" b="1">
                <a:latin typeface="Calibri"/>
                <a:cs typeface="Calibri"/>
              </a:rPr>
              <a:t>Apache</a:t>
            </a:r>
            <a:r>
              <a:rPr dirty="0" sz="1800" spc="110" b="1">
                <a:latin typeface="Calibri"/>
                <a:cs typeface="Calibri"/>
              </a:rPr>
              <a:t> </a:t>
            </a:r>
            <a:r>
              <a:rPr dirty="0" sz="1800" spc="190" b="1">
                <a:latin typeface="Calibri"/>
                <a:cs typeface="Calibri"/>
              </a:rPr>
              <a:t>Kafka</a:t>
            </a:r>
            <a:r>
              <a:rPr dirty="0" sz="1800" spc="190">
                <a:latin typeface="Calibri"/>
                <a:cs typeface="Calibri"/>
              </a:rPr>
              <a:t>,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Malgun Gothic"/>
                <a:cs typeface="Malgun Gothic"/>
              </a:rPr>
              <a:t>앱</a:t>
            </a:r>
            <a:r>
              <a:rPr dirty="0" sz="1800" spc="-15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호환성을</a:t>
            </a:r>
            <a:r>
              <a:rPr dirty="0" sz="1800" spc="-14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유지하기</a:t>
            </a:r>
            <a:r>
              <a:rPr dirty="0" sz="1800" spc="-15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위한</a:t>
            </a:r>
            <a:r>
              <a:rPr dirty="0" sz="1800" spc="-145">
                <a:latin typeface="Malgun Gothic"/>
                <a:cs typeface="Malgun Gothic"/>
              </a:rPr>
              <a:t> </a:t>
            </a:r>
            <a:r>
              <a:rPr dirty="0" sz="1800" spc="290" b="1">
                <a:latin typeface="Calibri"/>
                <a:cs typeface="Calibri"/>
              </a:rPr>
              <a:t>Schema</a:t>
            </a:r>
            <a:r>
              <a:rPr dirty="0" sz="1800" spc="110" b="1">
                <a:latin typeface="Calibri"/>
                <a:cs typeface="Calibri"/>
              </a:rPr>
              <a:t> </a:t>
            </a:r>
            <a:r>
              <a:rPr dirty="0" sz="1800" spc="190" b="1">
                <a:latin typeface="Calibri"/>
                <a:cs typeface="Calibri"/>
              </a:rPr>
              <a:t>Registry</a:t>
            </a:r>
            <a:r>
              <a:rPr dirty="0" sz="1800" spc="190">
                <a:latin typeface="Calibri"/>
                <a:cs typeface="Calibri"/>
              </a:rPr>
              <a:t>,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285">
                <a:latin typeface="Calibri"/>
                <a:cs typeface="Calibri"/>
              </a:rPr>
              <a:t>SQL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 spc="-20">
                <a:latin typeface="Malgun Gothic"/>
                <a:cs typeface="Malgun Gothic"/>
              </a:rPr>
              <a:t>구문으로 </a:t>
            </a:r>
            <a:r>
              <a:rPr dirty="0" sz="1800">
                <a:latin typeface="Malgun Gothic"/>
                <a:cs typeface="Malgun Gothic"/>
              </a:rPr>
              <a:t>실시간</a:t>
            </a:r>
            <a:r>
              <a:rPr dirty="0" sz="1800" spc="-15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앱을</a:t>
            </a:r>
            <a:r>
              <a:rPr dirty="0" sz="1800" spc="-16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개발하기</a:t>
            </a:r>
            <a:r>
              <a:rPr dirty="0" sz="1800" spc="-14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위한</a:t>
            </a:r>
            <a:r>
              <a:rPr dirty="0" sz="1800" spc="-160">
                <a:latin typeface="Malgun Gothic"/>
                <a:cs typeface="Malgun Gothic"/>
              </a:rPr>
              <a:t> </a:t>
            </a:r>
            <a:r>
              <a:rPr dirty="0" sz="1800" spc="220" b="1">
                <a:latin typeface="Calibri"/>
                <a:cs typeface="Calibri"/>
              </a:rPr>
              <a:t>ksqlDB</a:t>
            </a:r>
            <a:r>
              <a:rPr dirty="0" sz="1800" spc="220">
                <a:latin typeface="Calibri"/>
                <a:cs typeface="Calibri"/>
              </a:rPr>
              <a:t>,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spc="275">
                <a:latin typeface="Calibri"/>
                <a:cs typeface="Calibri"/>
              </a:rPr>
              <a:t>Lambda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>
                <a:latin typeface="Malgun Gothic"/>
                <a:cs typeface="Malgun Gothic"/>
              </a:rPr>
              <a:t>및</a:t>
            </a:r>
            <a:r>
              <a:rPr dirty="0" sz="1800" spc="-16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데이터</a:t>
            </a:r>
            <a:r>
              <a:rPr dirty="0" sz="1800" spc="-15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스토어와의</a:t>
            </a:r>
            <a:r>
              <a:rPr dirty="0" sz="1800" spc="-16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손쉬운</a:t>
            </a:r>
            <a:r>
              <a:rPr dirty="0" sz="1800" spc="-150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통합을 </a:t>
            </a:r>
            <a:r>
              <a:rPr dirty="0" sz="1800">
                <a:latin typeface="Malgun Gothic"/>
                <a:cs typeface="Malgun Gothic"/>
              </a:rPr>
              <a:t>위한</a:t>
            </a:r>
            <a:r>
              <a:rPr dirty="0" sz="1800" spc="-155">
                <a:latin typeface="Malgun Gothic"/>
                <a:cs typeface="Malgun Gothic"/>
              </a:rPr>
              <a:t> </a:t>
            </a:r>
            <a:r>
              <a:rPr dirty="0" sz="1800" spc="254" b="1">
                <a:latin typeface="Calibri"/>
                <a:cs typeface="Calibri"/>
              </a:rPr>
              <a:t>Connect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>
                <a:latin typeface="Malgun Gothic"/>
                <a:cs typeface="Malgun Gothic"/>
              </a:rPr>
              <a:t>등을</a:t>
            </a:r>
            <a:r>
              <a:rPr dirty="0" sz="1800" spc="-16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관리할</a:t>
            </a:r>
            <a:r>
              <a:rPr dirty="0" sz="1800" spc="-15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필요</a:t>
            </a:r>
            <a:r>
              <a:rPr dirty="0" sz="1800" spc="-15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없이</a:t>
            </a:r>
            <a:r>
              <a:rPr dirty="0" sz="1800" spc="-16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반복</a:t>
            </a:r>
            <a:r>
              <a:rPr dirty="0" sz="1800" spc="-15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가능한</a:t>
            </a:r>
            <a:r>
              <a:rPr dirty="0" sz="1800" spc="-16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방식으로</a:t>
            </a:r>
            <a:r>
              <a:rPr dirty="0" sz="1800" spc="-15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기존</a:t>
            </a:r>
            <a:r>
              <a:rPr dirty="0" sz="1800" spc="-16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앱과</a:t>
            </a:r>
            <a:r>
              <a:rPr dirty="0" sz="1800" spc="-15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데이터 </a:t>
            </a:r>
            <a:r>
              <a:rPr dirty="0" sz="1800">
                <a:latin typeface="Malgun Gothic"/>
                <a:cs typeface="Malgun Gothic"/>
              </a:rPr>
              <a:t>스토어를</a:t>
            </a:r>
            <a:r>
              <a:rPr dirty="0" sz="1800" spc="-15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연결합니다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9801606" y="2168144"/>
            <a:ext cx="7886065" cy="1841500"/>
          </a:xfrm>
          <a:custGeom>
            <a:avLst/>
            <a:gdLst/>
            <a:ahLst/>
            <a:cxnLst/>
            <a:rect l="l" t="t" r="r" b="b"/>
            <a:pathLst>
              <a:path w="7886065" h="1841500">
                <a:moveTo>
                  <a:pt x="7885557" y="0"/>
                </a:moveTo>
                <a:lnTo>
                  <a:pt x="0" y="0"/>
                </a:lnTo>
                <a:lnTo>
                  <a:pt x="0" y="1841118"/>
                </a:lnTo>
                <a:lnTo>
                  <a:pt x="7885557" y="1841118"/>
                </a:lnTo>
                <a:lnTo>
                  <a:pt x="7885557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0028301" y="2468371"/>
            <a:ext cx="7434580" cy="1221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459" b="1">
                <a:solidFill>
                  <a:srgbClr val="0074A1"/>
                </a:solidFill>
                <a:latin typeface="Calibri"/>
                <a:cs typeface="Calibri"/>
              </a:rPr>
              <a:t>AWS</a:t>
            </a:r>
            <a:r>
              <a:rPr dirty="0" sz="2400" spc="12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400" spc="254" b="1">
                <a:solidFill>
                  <a:srgbClr val="0074A1"/>
                </a:solidFill>
                <a:latin typeface="Calibri"/>
                <a:cs typeface="Calibri"/>
              </a:rPr>
              <a:t>serverless</a:t>
            </a:r>
            <a:r>
              <a:rPr dirty="0" sz="2400" spc="15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400" spc="260" b="1">
                <a:solidFill>
                  <a:srgbClr val="0074A1"/>
                </a:solidFill>
                <a:latin typeface="Calibri"/>
                <a:cs typeface="Calibri"/>
              </a:rPr>
              <a:t>platform</a:t>
            </a:r>
            <a:endParaRPr sz="2400">
              <a:latin typeface="Calibri"/>
              <a:cs typeface="Calibri"/>
            </a:endParaRPr>
          </a:p>
          <a:p>
            <a:pPr algn="ctr" marL="12700" marR="5080">
              <a:lnSpc>
                <a:spcPct val="99700"/>
              </a:lnSpc>
              <a:spcBef>
                <a:spcPts val="75"/>
              </a:spcBef>
            </a:pPr>
            <a:r>
              <a:rPr dirty="0" sz="1800">
                <a:latin typeface="Malgun Gothic"/>
                <a:cs typeface="Malgun Gothic"/>
              </a:rPr>
              <a:t>컴퓨팅, 데이터베이스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및 스토리지와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같은 백엔드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구성 요소에 대한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35">
                <a:latin typeface="Malgun Gothic"/>
                <a:cs typeface="Malgun Gothic"/>
              </a:rPr>
              <a:t>서버 </a:t>
            </a:r>
            <a:r>
              <a:rPr dirty="0" sz="1800">
                <a:latin typeface="Malgun Gothic"/>
                <a:cs typeface="Malgun Gothic"/>
              </a:rPr>
              <a:t>프로비저닝, 유지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보수 또는 관리를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최소화하여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개발자 팀의 </a:t>
            </a:r>
            <a:r>
              <a:rPr dirty="0" sz="1800" spc="-20">
                <a:latin typeface="Malgun Gothic"/>
                <a:cs typeface="Malgun Gothic"/>
              </a:rPr>
              <a:t>민첩성과 </a:t>
            </a:r>
            <a:r>
              <a:rPr dirty="0" sz="1800">
                <a:latin typeface="Malgun Gothic"/>
                <a:cs typeface="Malgun Gothic"/>
              </a:rPr>
              <a:t>혁신을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높이는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데 집중할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수 </a:t>
            </a:r>
            <a:r>
              <a:rPr dirty="0" sz="1800" spc="-10">
                <a:latin typeface="Malgun Gothic"/>
                <a:cs typeface="Malgun Gothic"/>
              </a:rPr>
              <a:t>있습니다.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302446" y="4522787"/>
            <a:ext cx="10485755" cy="4568825"/>
            <a:chOff x="2302446" y="4522787"/>
            <a:chExt cx="10485755" cy="4568825"/>
          </a:xfrm>
        </p:grpSpPr>
        <p:sp>
          <p:nvSpPr>
            <p:cNvPr id="14" name="object 14" descr=""/>
            <p:cNvSpPr/>
            <p:nvPr/>
          </p:nvSpPr>
          <p:spPr>
            <a:xfrm>
              <a:off x="11180572" y="4537075"/>
              <a:ext cx="1593215" cy="1693545"/>
            </a:xfrm>
            <a:custGeom>
              <a:avLst/>
              <a:gdLst/>
              <a:ahLst/>
              <a:cxnLst/>
              <a:rect l="l" t="t" r="r" b="b"/>
              <a:pathLst>
                <a:path w="1593215" h="1693545">
                  <a:moveTo>
                    <a:pt x="0" y="108585"/>
                  </a:moveTo>
                  <a:lnTo>
                    <a:pt x="8536" y="66329"/>
                  </a:lnTo>
                  <a:lnTo>
                    <a:pt x="31813" y="31813"/>
                  </a:lnTo>
                  <a:lnTo>
                    <a:pt x="66329" y="8536"/>
                  </a:lnTo>
                  <a:lnTo>
                    <a:pt x="108584" y="0"/>
                  </a:lnTo>
                  <a:lnTo>
                    <a:pt x="1484376" y="0"/>
                  </a:lnTo>
                  <a:lnTo>
                    <a:pt x="1526631" y="8536"/>
                  </a:lnTo>
                  <a:lnTo>
                    <a:pt x="1561147" y="31813"/>
                  </a:lnTo>
                  <a:lnTo>
                    <a:pt x="1584424" y="66329"/>
                  </a:lnTo>
                  <a:lnTo>
                    <a:pt x="1592960" y="108585"/>
                  </a:lnTo>
                  <a:lnTo>
                    <a:pt x="1592960" y="1584833"/>
                  </a:lnTo>
                  <a:lnTo>
                    <a:pt x="1584424" y="1627088"/>
                  </a:lnTo>
                  <a:lnTo>
                    <a:pt x="1561147" y="1661604"/>
                  </a:lnTo>
                  <a:lnTo>
                    <a:pt x="1526631" y="1684881"/>
                  </a:lnTo>
                  <a:lnTo>
                    <a:pt x="1484376" y="1693417"/>
                  </a:lnTo>
                  <a:lnTo>
                    <a:pt x="108584" y="1693417"/>
                  </a:lnTo>
                  <a:lnTo>
                    <a:pt x="66329" y="1684881"/>
                  </a:lnTo>
                  <a:lnTo>
                    <a:pt x="31813" y="1661604"/>
                  </a:lnTo>
                  <a:lnTo>
                    <a:pt x="8536" y="1627088"/>
                  </a:lnTo>
                  <a:lnTo>
                    <a:pt x="0" y="1584833"/>
                  </a:lnTo>
                  <a:lnTo>
                    <a:pt x="0" y="108585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0141" y="4719472"/>
              <a:ext cx="849604" cy="84960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268594" y="5514339"/>
              <a:ext cx="2914015" cy="2914015"/>
            </a:xfrm>
            <a:custGeom>
              <a:avLst/>
              <a:gdLst/>
              <a:ahLst/>
              <a:cxnLst/>
              <a:rect l="l" t="t" r="r" b="b"/>
              <a:pathLst>
                <a:path w="2914015" h="2914015">
                  <a:moveTo>
                    <a:pt x="1457071" y="0"/>
                  </a:moveTo>
                  <a:lnTo>
                    <a:pt x="1408977" y="778"/>
                  </a:lnTo>
                  <a:lnTo>
                    <a:pt x="1361273" y="3099"/>
                  </a:lnTo>
                  <a:lnTo>
                    <a:pt x="1313982" y="6937"/>
                  </a:lnTo>
                  <a:lnTo>
                    <a:pt x="1267129" y="12269"/>
                  </a:lnTo>
                  <a:lnTo>
                    <a:pt x="1220737" y="19071"/>
                  </a:lnTo>
                  <a:lnTo>
                    <a:pt x="1174831" y="27319"/>
                  </a:lnTo>
                  <a:lnTo>
                    <a:pt x="1129434" y="36988"/>
                  </a:lnTo>
                  <a:lnTo>
                    <a:pt x="1084571" y="48055"/>
                  </a:lnTo>
                  <a:lnTo>
                    <a:pt x="1040265" y="60495"/>
                  </a:lnTo>
                  <a:lnTo>
                    <a:pt x="996541" y="74285"/>
                  </a:lnTo>
                  <a:lnTo>
                    <a:pt x="953422" y="89401"/>
                  </a:lnTo>
                  <a:lnTo>
                    <a:pt x="910933" y="105819"/>
                  </a:lnTo>
                  <a:lnTo>
                    <a:pt x="869098" y="123514"/>
                  </a:lnTo>
                  <a:lnTo>
                    <a:pt x="827939" y="142462"/>
                  </a:lnTo>
                  <a:lnTo>
                    <a:pt x="787483" y="162640"/>
                  </a:lnTo>
                  <a:lnTo>
                    <a:pt x="747752" y="184024"/>
                  </a:lnTo>
                  <a:lnTo>
                    <a:pt x="708770" y="206590"/>
                  </a:lnTo>
                  <a:lnTo>
                    <a:pt x="670562" y="230312"/>
                  </a:lnTo>
                  <a:lnTo>
                    <a:pt x="633152" y="255169"/>
                  </a:lnTo>
                  <a:lnTo>
                    <a:pt x="596563" y="281135"/>
                  </a:lnTo>
                  <a:lnTo>
                    <a:pt x="560820" y="308186"/>
                  </a:lnTo>
                  <a:lnTo>
                    <a:pt x="525946" y="336299"/>
                  </a:lnTo>
                  <a:lnTo>
                    <a:pt x="491966" y="365450"/>
                  </a:lnTo>
                  <a:lnTo>
                    <a:pt x="458904" y="395614"/>
                  </a:lnTo>
                  <a:lnTo>
                    <a:pt x="426783" y="426767"/>
                  </a:lnTo>
                  <a:lnTo>
                    <a:pt x="395628" y="458886"/>
                  </a:lnTo>
                  <a:lnTo>
                    <a:pt x="365462" y="491946"/>
                  </a:lnTo>
                  <a:lnTo>
                    <a:pt x="336310" y="525924"/>
                  </a:lnTo>
                  <a:lnTo>
                    <a:pt x="308196" y="560795"/>
                  </a:lnTo>
                  <a:lnTo>
                    <a:pt x="281143" y="596536"/>
                  </a:lnTo>
                  <a:lnTo>
                    <a:pt x="255176" y="633122"/>
                  </a:lnTo>
                  <a:lnTo>
                    <a:pt x="230318" y="670529"/>
                  </a:lnTo>
                  <a:lnTo>
                    <a:pt x="206595" y="708734"/>
                  </a:lnTo>
                  <a:lnTo>
                    <a:pt x="184028" y="747712"/>
                  </a:lnTo>
                  <a:lnTo>
                    <a:pt x="162644" y="787439"/>
                  </a:lnTo>
                  <a:lnTo>
                    <a:pt x="142465" y="827892"/>
                  </a:lnTo>
                  <a:lnTo>
                    <a:pt x="123516" y="869046"/>
                  </a:lnTo>
                  <a:lnTo>
                    <a:pt x="105820" y="910877"/>
                  </a:lnTo>
                  <a:lnTo>
                    <a:pt x="89402" y="953362"/>
                  </a:lnTo>
                  <a:lnTo>
                    <a:pt x="74286" y="996476"/>
                  </a:lnTo>
                  <a:lnTo>
                    <a:pt x="60496" y="1040195"/>
                  </a:lnTo>
                  <a:lnTo>
                    <a:pt x="48055" y="1084496"/>
                  </a:lnTo>
                  <a:lnTo>
                    <a:pt x="36988" y="1129353"/>
                  </a:lnTo>
                  <a:lnTo>
                    <a:pt x="27319" y="1174744"/>
                  </a:lnTo>
                  <a:lnTo>
                    <a:pt x="19071" y="1220645"/>
                  </a:lnTo>
                  <a:lnTo>
                    <a:pt x="12269" y="1267030"/>
                  </a:lnTo>
                  <a:lnTo>
                    <a:pt x="6937" y="1313877"/>
                  </a:lnTo>
                  <a:lnTo>
                    <a:pt x="3099" y="1361160"/>
                  </a:lnTo>
                  <a:lnTo>
                    <a:pt x="778" y="1408857"/>
                  </a:lnTo>
                  <a:lnTo>
                    <a:pt x="0" y="1456944"/>
                  </a:lnTo>
                  <a:lnTo>
                    <a:pt x="778" y="1505037"/>
                  </a:lnTo>
                  <a:lnTo>
                    <a:pt x="3099" y="1552741"/>
                  </a:lnTo>
                  <a:lnTo>
                    <a:pt x="6937" y="1600031"/>
                  </a:lnTo>
                  <a:lnTo>
                    <a:pt x="12269" y="1646883"/>
                  </a:lnTo>
                  <a:lnTo>
                    <a:pt x="19071" y="1693273"/>
                  </a:lnTo>
                  <a:lnTo>
                    <a:pt x="27319" y="1739178"/>
                  </a:lnTo>
                  <a:lnTo>
                    <a:pt x="36988" y="1784573"/>
                  </a:lnTo>
                  <a:lnTo>
                    <a:pt x="48055" y="1829434"/>
                  </a:lnTo>
                  <a:lnTo>
                    <a:pt x="60496" y="1873738"/>
                  </a:lnTo>
                  <a:lnTo>
                    <a:pt x="74286" y="1917460"/>
                  </a:lnTo>
                  <a:lnTo>
                    <a:pt x="89402" y="1960576"/>
                  </a:lnTo>
                  <a:lnTo>
                    <a:pt x="105820" y="2003062"/>
                  </a:lnTo>
                  <a:lnTo>
                    <a:pt x="123516" y="2044895"/>
                  </a:lnTo>
                  <a:lnTo>
                    <a:pt x="142465" y="2086050"/>
                  </a:lnTo>
                  <a:lnTo>
                    <a:pt x="162644" y="2126504"/>
                  </a:lnTo>
                  <a:lnTo>
                    <a:pt x="184028" y="2166232"/>
                  </a:lnTo>
                  <a:lnTo>
                    <a:pt x="206595" y="2205210"/>
                  </a:lnTo>
                  <a:lnTo>
                    <a:pt x="230318" y="2243414"/>
                  </a:lnTo>
                  <a:lnTo>
                    <a:pt x="255176" y="2280821"/>
                  </a:lnTo>
                  <a:lnTo>
                    <a:pt x="281143" y="2317406"/>
                  </a:lnTo>
                  <a:lnTo>
                    <a:pt x="308196" y="2353146"/>
                  </a:lnTo>
                  <a:lnTo>
                    <a:pt x="336310" y="2388016"/>
                  </a:lnTo>
                  <a:lnTo>
                    <a:pt x="365462" y="2421992"/>
                  </a:lnTo>
                  <a:lnTo>
                    <a:pt x="395628" y="2455050"/>
                  </a:lnTo>
                  <a:lnTo>
                    <a:pt x="426783" y="2487167"/>
                  </a:lnTo>
                  <a:lnTo>
                    <a:pt x="458904" y="2518319"/>
                  </a:lnTo>
                  <a:lnTo>
                    <a:pt x="491966" y="2548481"/>
                  </a:lnTo>
                  <a:lnTo>
                    <a:pt x="525946" y="2577629"/>
                  </a:lnTo>
                  <a:lnTo>
                    <a:pt x="560820" y="2605740"/>
                  </a:lnTo>
                  <a:lnTo>
                    <a:pt x="596563" y="2632789"/>
                  </a:lnTo>
                  <a:lnTo>
                    <a:pt x="633152" y="2658752"/>
                  </a:lnTo>
                  <a:lnTo>
                    <a:pt x="670562" y="2683606"/>
                  </a:lnTo>
                  <a:lnTo>
                    <a:pt x="708770" y="2707327"/>
                  </a:lnTo>
                  <a:lnTo>
                    <a:pt x="747752" y="2729889"/>
                  </a:lnTo>
                  <a:lnTo>
                    <a:pt x="787483" y="2751271"/>
                  </a:lnTo>
                  <a:lnTo>
                    <a:pt x="827939" y="2771446"/>
                  </a:lnTo>
                  <a:lnTo>
                    <a:pt x="869098" y="2790392"/>
                  </a:lnTo>
                  <a:lnTo>
                    <a:pt x="910933" y="2808085"/>
                  </a:lnTo>
                  <a:lnTo>
                    <a:pt x="953422" y="2824500"/>
                  </a:lnTo>
                  <a:lnTo>
                    <a:pt x="996541" y="2839614"/>
                  </a:lnTo>
                  <a:lnTo>
                    <a:pt x="1040265" y="2853402"/>
                  </a:lnTo>
                  <a:lnTo>
                    <a:pt x="1084571" y="2865840"/>
                  </a:lnTo>
                  <a:lnTo>
                    <a:pt x="1129434" y="2876906"/>
                  </a:lnTo>
                  <a:lnTo>
                    <a:pt x="1174831" y="2886573"/>
                  </a:lnTo>
                  <a:lnTo>
                    <a:pt x="1220737" y="2894819"/>
                  </a:lnTo>
                  <a:lnTo>
                    <a:pt x="1267129" y="2901620"/>
                  </a:lnTo>
                  <a:lnTo>
                    <a:pt x="1313982" y="2906951"/>
                  </a:lnTo>
                  <a:lnTo>
                    <a:pt x="1361273" y="2910789"/>
                  </a:lnTo>
                  <a:lnTo>
                    <a:pt x="1408977" y="2913109"/>
                  </a:lnTo>
                  <a:lnTo>
                    <a:pt x="1457071" y="2913888"/>
                  </a:lnTo>
                  <a:lnTo>
                    <a:pt x="1505157" y="2913109"/>
                  </a:lnTo>
                  <a:lnTo>
                    <a:pt x="1552854" y="2910789"/>
                  </a:lnTo>
                  <a:lnTo>
                    <a:pt x="1600137" y="2906951"/>
                  </a:lnTo>
                  <a:lnTo>
                    <a:pt x="1646984" y="2901620"/>
                  </a:lnTo>
                  <a:lnTo>
                    <a:pt x="1693369" y="2894819"/>
                  </a:lnTo>
                  <a:lnTo>
                    <a:pt x="1739270" y="2886573"/>
                  </a:lnTo>
                  <a:lnTo>
                    <a:pt x="1784661" y="2876906"/>
                  </a:lnTo>
                  <a:lnTo>
                    <a:pt x="1829518" y="2865840"/>
                  </a:lnTo>
                  <a:lnTo>
                    <a:pt x="1873819" y="2853402"/>
                  </a:lnTo>
                  <a:lnTo>
                    <a:pt x="1917538" y="2839614"/>
                  </a:lnTo>
                  <a:lnTo>
                    <a:pt x="1960652" y="2824500"/>
                  </a:lnTo>
                  <a:lnTo>
                    <a:pt x="2003137" y="2808085"/>
                  </a:lnTo>
                  <a:lnTo>
                    <a:pt x="2044968" y="2790392"/>
                  </a:lnTo>
                  <a:lnTo>
                    <a:pt x="2086122" y="2771446"/>
                  </a:lnTo>
                  <a:lnTo>
                    <a:pt x="2126575" y="2751271"/>
                  </a:lnTo>
                  <a:lnTo>
                    <a:pt x="2166302" y="2729889"/>
                  </a:lnTo>
                  <a:lnTo>
                    <a:pt x="2205280" y="2707327"/>
                  </a:lnTo>
                  <a:lnTo>
                    <a:pt x="2243485" y="2683606"/>
                  </a:lnTo>
                  <a:lnTo>
                    <a:pt x="2280892" y="2658752"/>
                  </a:lnTo>
                  <a:lnTo>
                    <a:pt x="2317478" y="2632789"/>
                  </a:lnTo>
                  <a:lnTo>
                    <a:pt x="2353219" y="2605740"/>
                  </a:lnTo>
                  <a:lnTo>
                    <a:pt x="2388090" y="2577629"/>
                  </a:lnTo>
                  <a:lnTo>
                    <a:pt x="2422068" y="2548481"/>
                  </a:lnTo>
                  <a:lnTo>
                    <a:pt x="2455128" y="2518319"/>
                  </a:lnTo>
                  <a:lnTo>
                    <a:pt x="2487247" y="2487168"/>
                  </a:lnTo>
                  <a:lnTo>
                    <a:pt x="2518400" y="2455050"/>
                  </a:lnTo>
                  <a:lnTo>
                    <a:pt x="2548564" y="2421992"/>
                  </a:lnTo>
                  <a:lnTo>
                    <a:pt x="2577715" y="2388016"/>
                  </a:lnTo>
                  <a:lnTo>
                    <a:pt x="2605828" y="2353146"/>
                  </a:lnTo>
                  <a:lnTo>
                    <a:pt x="2632879" y="2317406"/>
                  </a:lnTo>
                  <a:lnTo>
                    <a:pt x="2658845" y="2280821"/>
                  </a:lnTo>
                  <a:lnTo>
                    <a:pt x="2683702" y="2243414"/>
                  </a:lnTo>
                  <a:lnTo>
                    <a:pt x="2707424" y="2205210"/>
                  </a:lnTo>
                  <a:lnTo>
                    <a:pt x="2729990" y="2166232"/>
                  </a:lnTo>
                  <a:lnTo>
                    <a:pt x="2751374" y="2126504"/>
                  </a:lnTo>
                  <a:lnTo>
                    <a:pt x="2771552" y="2086050"/>
                  </a:lnTo>
                  <a:lnTo>
                    <a:pt x="2790500" y="2044895"/>
                  </a:lnTo>
                  <a:lnTo>
                    <a:pt x="2808195" y="2003062"/>
                  </a:lnTo>
                  <a:lnTo>
                    <a:pt x="2824613" y="1960576"/>
                  </a:lnTo>
                  <a:lnTo>
                    <a:pt x="2839729" y="1917460"/>
                  </a:lnTo>
                  <a:lnTo>
                    <a:pt x="2853519" y="1873738"/>
                  </a:lnTo>
                  <a:lnTo>
                    <a:pt x="2865959" y="1829434"/>
                  </a:lnTo>
                  <a:lnTo>
                    <a:pt x="2877026" y="1784573"/>
                  </a:lnTo>
                  <a:lnTo>
                    <a:pt x="2886695" y="1739178"/>
                  </a:lnTo>
                  <a:lnTo>
                    <a:pt x="2894943" y="1693273"/>
                  </a:lnTo>
                  <a:lnTo>
                    <a:pt x="2901745" y="1646883"/>
                  </a:lnTo>
                  <a:lnTo>
                    <a:pt x="2907077" y="1600031"/>
                  </a:lnTo>
                  <a:lnTo>
                    <a:pt x="2910915" y="1552741"/>
                  </a:lnTo>
                  <a:lnTo>
                    <a:pt x="2913236" y="1505037"/>
                  </a:lnTo>
                  <a:lnTo>
                    <a:pt x="2914014" y="1456944"/>
                  </a:lnTo>
                  <a:lnTo>
                    <a:pt x="2913236" y="1408857"/>
                  </a:lnTo>
                  <a:lnTo>
                    <a:pt x="2910915" y="1361160"/>
                  </a:lnTo>
                  <a:lnTo>
                    <a:pt x="2907077" y="1313877"/>
                  </a:lnTo>
                  <a:lnTo>
                    <a:pt x="2901745" y="1267030"/>
                  </a:lnTo>
                  <a:lnTo>
                    <a:pt x="2894943" y="1220645"/>
                  </a:lnTo>
                  <a:lnTo>
                    <a:pt x="2886695" y="1174744"/>
                  </a:lnTo>
                  <a:lnTo>
                    <a:pt x="2877026" y="1129353"/>
                  </a:lnTo>
                  <a:lnTo>
                    <a:pt x="2865959" y="1084496"/>
                  </a:lnTo>
                  <a:lnTo>
                    <a:pt x="2853519" y="1040195"/>
                  </a:lnTo>
                  <a:lnTo>
                    <a:pt x="2839729" y="996476"/>
                  </a:lnTo>
                  <a:lnTo>
                    <a:pt x="2824613" y="953362"/>
                  </a:lnTo>
                  <a:lnTo>
                    <a:pt x="2808195" y="910877"/>
                  </a:lnTo>
                  <a:lnTo>
                    <a:pt x="2790500" y="869046"/>
                  </a:lnTo>
                  <a:lnTo>
                    <a:pt x="2771552" y="827892"/>
                  </a:lnTo>
                  <a:lnTo>
                    <a:pt x="2751374" y="787439"/>
                  </a:lnTo>
                  <a:lnTo>
                    <a:pt x="2729990" y="747712"/>
                  </a:lnTo>
                  <a:lnTo>
                    <a:pt x="2707424" y="708734"/>
                  </a:lnTo>
                  <a:lnTo>
                    <a:pt x="2683702" y="670529"/>
                  </a:lnTo>
                  <a:lnTo>
                    <a:pt x="2658845" y="633122"/>
                  </a:lnTo>
                  <a:lnTo>
                    <a:pt x="2632879" y="596536"/>
                  </a:lnTo>
                  <a:lnTo>
                    <a:pt x="2605828" y="560795"/>
                  </a:lnTo>
                  <a:lnTo>
                    <a:pt x="2577715" y="525924"/>
                  </a:lnTo>
                  <a:lnTo>
                    <a:pt x="2548564" y="491946"/>
                  </a:lnTo>
                  <a:lnTo>
                    <a:pt x="2518400" y="458886"/>
                  </a:lnTo>
                  <a:lnTo>
                    <a:pt x="2487247" y="426767"/>
                  </a:lnTo>
                  <a:lnTo>
                    <a:pt x="2455128" y="395614"/>
                  </a:lnTo>
                  <a:lnTo>
                    <a:pt x="2422068" y="365450"/>
                  </a:lnTo>
                  <a:lnTo>
                    <a:pt x="2388090" y="336299"/>
                  </a:lnTo>
                  <a:lnTo>
                    <a:pt x="2353219" y="308186"/>
                  </a:lnTo>
                  <a:lnTo>
                    <a:pt x="2317478" y="281135"/>
                  </a:lnTo>
                  <a:lnTo>
                    <a:pt x="2280892" y="255169"/>
                  </a:lnTo>
                  <a:lnTo>
                    <a:pt x="2243485" y="230312"/>
                  </a:lnTo>
                  <a:lnTo>
                    <a:pt x="2205280" y="206590"/>
                  </a:lnTo>
                  <a:lnTo>
                    <a:pt x="2166302" y="184024"/>
                  </a:lnTo>
                  <a:lnTo>
                    <a:pt x="2126575" y="162640"/>
                  </a:lnTo>
                  <a:lnTo>
                    <a:pt x="2086122" y="142462"/>
                  </a:lnTo>
                  <a:lnTo>
                    <a:pt x="2044968" y="123514"/>
                  </a:lnTo>
                  <a:lnTo>
                    <a:pt x="2003137" y="105819"/>
                  </a:lnTo>
                  <a:lnTo>
                    <a:pt x="1960652" y="89401"/>
                  </a:lnTo>
                  <a:lnTo>
                    <a:pt x="1917538" y="74285"/>
                  </a:lnTo>
                  <a:lnTo>
                    <a:pt x="1873819" y="60495"/>
                  </a:lnTo>
                  <a:lnTo>
                    <a:pt x="1829518" y="48055"/>
                  </a:lnTo>
                  <a:lnTo>
                    <a:pt x="1784661" y="36988"/>
                  </a:lnTo>
                  <a:lnTo>
                    <a:pt x="1739270" y="27319"/>
                  </a:lnTo>
                  <a:lnTo>
                    <a:pt x="1693369" y="19071"/>
                  </a:lnTo>
                  <a:lnTo>
                    <a:pt x="1646984" y="12269"/>
                  </a:lnTo>
                  <a:lnTo>
                    <a:pt x="1600137" y="6937"/>
                  </a:lnTo>
                  <a:lnTo>
                    <a:pt x="1552854" y="3099"/>
                  </a:lnTo>
                  <a:lnTo>
                    <a:pt x="1505157" y="778"/>
                  </a:lnTo>
                  <a:lnTo>
                    <a:pt x="145707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93944" y="5371211"/>
              <a:ext cx="2914015" cy="2914015"/>
            </a:xfrm>
            <a:custGeom>
              <a:avLst/>
              <a:gdLst/>
              <a:ahLst/>
              <a:cxnLst/>
              <a:rect l="l" t="t" r="r" b="b"/>
              <a:pathLst>
                <a:path w="2914015" h="2914015">
                  <a:moveTo>
                    <a:pt x="0" y="1456943"/>
                  </a:moveTo>
                  <a:lnTo>
                    <a:pt x="778" y="1408857"/>
                  </a:lnTo>
                  <a:lnTo>
                    <a:pt x="3098" y="1361160"/>
                  </a:lnTo>
                  <a:lnTo>
                    <a:pt x="6936" y="1313877"/>
                  </a:lnTo>
                  <a:lnTo>
                    <a:pt x="12267" y="1267030"/>
                  </a:lnTo>
                  <a:lnTo>
                    <a:pt x="19068" y="1220645"/>
                  </a:lnTo>
                  <a:lnTo>
                    <a:pt x="27314" y="1174744"/>
                  </a:lnTo>
                  <a:lnTo>
                    <a:pt x="36981" y="1129353"/>
                  </a:lnTo>
                  <a:lnTo>
                    <a:pt x="48047" y="1084496"/>
                  </a:lnTo>
                  <a:lnTo>
                    <a:pt x="60485" y="1040195"/>
                  </a:lnTo>
                  <a:lnTo>
                    <a:pt x="74273" y="996476"/>
                  </a:lnTo>
                  <a:lnTo>
                    <a:pt x="89387" y="953362"/>
                  </a:lnTo>
                  <a:lnTo>
                    <a:pt x="105802" y="910877"/>
                  </a:lnTo>
                  <a:lnTo>
                    <a:pt x="123495" y="869046"/>
                  </a:lnTo>
                  <a:lnTo>
                    <a:pt x="142441" y="827892"/>
                  </a:lnTo>
                  <a:lnTo>
                    <a:pt x="162616" y="787439"/>
                  </a:lnTo>
                  <a:lnTo>
                    <a:pt x="183998" y="747712"/>
                  </a:lnTo>
                  <a:lnTo>
                    <a:pt x="206560" y="708734"/>
                  </a:lnTo>
                  <a:lnTo>
                    <a:pt x="230281" y="670529"/>
                  </a:lnTo>
                  <a:lnTo>
                    <a:pt x="255135" y="633122"/>
                  </a:lnTo>
                  <a:lnTo>
                    <a:pt x="281098" y="596536"/>
                  </a:lnTo>
                  <a:lnTo>
                    <a:pt x="308147" y="560795"/>
                  </a:lnTo>
                  <a:lnTo>
                    <a:pt x="336258" y="525924"/>
                  </a:lnTo>
                  <a:lnTo>
                    <a:pt x="365406" y="491946"/>
                  </a:lnTo>
                  <a:lnTo>
                    <a:pt x="395568" y="458886"/>
                  </a:lnTo>
                  <a:lnTo>
                    <a:pt x="426720" y="426767"/>
                  </a:lnTo>
                  <a:lnTo>
                    <a:pt x="458837" y="395614"/>
                  </a:lnTo>
                  <a:lnTo>
                    <a:pt x="491895" y="365450"/>
                  </a:lnTo>
                  <a:lnTo>
                    <a:pt x="525871" y="336299"/>
                  </a:lnTo>
                  <a:lnTo>
                    <a:pt x="560741" y="308186"/>
                  </a:lnTo>
                  <a:lnTo>
                    <a:pt x="596481" y="281135"/>
                  </a:lnTo>
                  <a:lnTo>
                    <a:pt x="633066" y="255169"/>
                  </a:lnTo>
                  <a:lnTo>
                    <a:pt x="670473" y="230312"/>
                  </a:lnTo>
                  <a:lnTo>
                    <a:pt x="708677" y="206590"/>
                  </a:lnTo>
                  <a:lnTo>
                    <a:pt x="747655" y="184024"/>
                  </a:lnTo>
                  <a:lnTo>
                    <a:pt x="787383" y="162640"/>
                  </a:lnTo>
                  <a:lnTo>
                    <a:pt x="827837" y="142462"/>
                  </a:lnTo>
                  <a:lnTo>
                    <a:pt x="868992" y="123514"/>
                  </a:lnTo>
                  <a:lnTo>
                    <a:pt x="910825" y="105819"/>
                  </a:lnTo>
                  <a:lnTo>
                    <a:pt x="953311" y="89401"/>
                  </a:lnTo>
                  <a:lnTo>
                    <a:pt x="996427" y="74285"/>
                  </a:lnTo>
                  <a:lnTo>
                    <a:pt x="1040149" y="60495"/>
                  </a:lnTo>
                  <a:lnTo>
                    <a:pt x="1084453" y="48055"/>
                  </a:lnTo>
                  <a:lnTo>
                    <a:pt x="1129314" y="36988"/>
                  </a:lnTo>
                  <a:lnTo>
                    <a:pt x="1174709" y="27319"/>
                  </a:lnTo>
                  <a:lnTo>
                    <a:pt x="1220614" y="19071"/>
                  </a:lnTo>
                  <a:lnTo>
                    <a:pt x="1267004" y="12269"/>
                  </a:lnTo>
                  <a:lnTo>
                    <a:pt x="1313856" y="6937"/>
                  </a:lnTo>
                  <a:lnTo>
                    <a:pt x="1361146" y="3099"/>
                  </a:lnTo>
                  <a:lnTo>
                    <a:pt x="1408850" y="778"/>
                  </a:lnTo>
                  <a:lnTo>
                    <a:pt x="1456944" y="0"/>
                  </a:lnTo>
                  <a:lnTo>
                    <a:pt x="1505037" y="778"/>
                  </a:lnTo>
                  <a:lnTo>
                    <a:pt x="1552741" y="3099"/>
                  </a:lnTo>
                  <a:lnTo>
                    <a:pt x="1600031" y="6937"/>
                  </a:lnTo>
                  <a:lnTo>
                    <a:pt x="1646883" y="12269"/>
                  </a:lnTo>
                  <a:lnTo>
                    <a:pt x="1693273" y="19071"/>
                  </a:lnTo>
                  <a:lnTo>
                    <a:pt x="1739178" y="27319"/>
                  </a:lnTo>
                  <a:lnTo>
                    <a:pt x="1784573" y="36988"/>
                  </a:lnTo>
                  <a:lnTo>
                    <a:pt x="1829434" y="48055"/>
                  </a:lnTo>
                  <a:lnTo>
                    <a:pt x="1873738" y="60495"/>
                  </a:lnTo>
                  <a:lnTo>
                    <a:pt x="1917460" y="74285"/>
                  </a:lnTo>
                  <a:lnTo>
                    <a:pt x="1960576" y="89401"/>
                  </a:lnTo>
                  <a:lnTo>
                    <a:pt x="2003062" y="105819"/>
                  </a:lnTo>
                  <a:lnTo>
                    <a:pt x="2044895" y="123514"/>
                  </a:lnTo>
                  <a:lnTo>
                    <a:pt x="2086050" y="142462"/>
                  </a:lnTo>
                  <a:lnTo>
                    <a:pt x="2126504" y="162640"/>
                  </a:lnTo>
                  <a:lnTo>
                    <a:pt x="2166232" y="184024"/>
                  </a:lnTo>
                  <a:lnTo>
                    <a:pt x="2205210" y="206590"/>
                  </a:lnTo>
                  <a:lnTo>
                    <a:pt x="2243414" y="230312"/>
                  </a:lnTo>
                  <a:lnTo>
                    <a:pt x="2280821" y="255169"/>
                  </a:lnTo>
                  <a:lnTo>
                    <a:pt x="2317406" y="281135"/>
                  </a:lnTo>
                  <a:lnTo>
                    <a:pt x="2353146" y="308186"/>
                  </a:lnTo>
                  <a:lnTo>
                    <a:pt x="2388016" y="336299"/>
                  </a:lnTo>
                  <a:lnTo>
                    <a:pt x="2421992" y="365450"/>
                  </a:lnTo>
                  <a:lnTo>
                    <a:pt x="2455050" y="395614"/>
                  </a:lnTo>
                  <a:lnTo>
                    <a:pt x="2487168" y="426767"/>
                  </a:lnTo>
                  <a:lnTo>
                    <a:pt x="2518319" y="458886"/>
                  </a:lnTo>
                  <a:lnTo>
                    <a:pt x="2548481" y="491946"/>
                  </a:lnTo>
                  <a:lnTo>
                    <a:pt x="2577629" y="525924"/>
                  </a:lnTo>
                  <a:lnTo>
                    <a:pt x="2605740" y="560795"/>
                  </a:lnTo>
                  <a:lnTo>
                    <a:pt x="2632789" y="596536"/>
                  </a:lnTo>
                  <a:lnTo>
                    <a:pt x="2658752" y="633122"/>
                  </a:lnTo>
                  <a:lnTo>
                    <a:pt x="2683606" y="670529"/>
                  </a:lnTo>
                  <a:lnTo>
                    <a:pt x="2707327" y="708734"/>
                  </a:lnTo>
                  <a:lnTo>
                    <a:pt x="2729889" y="747712"/>
                  </a:lnTo>
                  <a:lnTo>
                    <a:pt x="2751271" y="787439"/>
                  </a:lnTo>
                  <a:lnTo>
                    <a:pt x="2771446" y="827892"/>
                  </a:lnTo>
                  <a:lnTo>
                    <a:pt x="2790392" y="869046"/>
                  </a:lnTo>
                  <a:lnTo>
                    <a:pt x="2808085" y="910877"/>
                  </a:lnTo>
                  <a:lnTo>
                    <a:pt x="2824500" y="953362"/>
                  </a:lnTo>
                  <a:lnTo>
                    <a:pt x="2839614" y="996476"/>
                  </a:lnTo>
                  <a:lnTo>
                    <a:pt x="2853402" y="1040195"/>
                  </a:lnTo>
                  <a:lnTo>
                    <a:pt x="2865840" y="1084496"/>
                  </a:lnTo>
                  <a:lnTo>
                    <a:pt x="2876906" y="1129353"/>
                  </a:lnTo>
                  <a:lnTo>
                    <a:pt x="2886573" y="1174744"/>
                  </a:lnTo>
                  <a:lnTo>
                    <a:pt x="2894819" y="1220645"/>
                  </a:lnTo>
                  <a:lnTo>
                    <a:pt x="2901620" y="1267030"/>
                  </a:lnTo>
                  <a:lnTo>
                    <a:pt x="2906951" y="1313877"/>
                  </a:lnTo>
                  <a:lnTo>
                    <a:pt x="2910789" y="1361160"/>
                  </a:lnTo>
                  <a:lnTo>
                    <a:pt x="2913109" y="1408857"/>
                  </a:lnTo>
                  <a:lnTo>
                    <a:pt x="2913887" y="1456943"/>
                  </a:lnTo>
                  <a:lnTo>
                    <a:pt x="2913109" y="1505037"/>
                  </a:lnTo>
                  <a:lnTo>
                    <a:pt x="2910789" y="1552741"/>
                  </a:lnTo>
                  <a:lnTo>
                    <a:pt x="2906951" y="1600031"/>
                  </a:lnTo>
                  <a:lnTo>
                    <a:pt x="2901620" y="1646883"/>
                  </a:lnTo>
                  <a:lnTo>
                    <a:pt x="2894819" y="1693273"/>
                  </a:lnTo>
                  <a:lnTo>
                    <a:pt x="2886573" y="1739178"/>
                  </a:lnTo>
                  <a:lnTo>
                    <a:pt x="2876906" y="1784573"/>
                  </a:lnTo>
                  <a:lnTo>
                    <a:pt x="2865840" y="1829434"/>
                  </a:lnTo>
                  <a:lnTo>
                    <a:pt x="2853402" y="1873738"/>
                  </a:lnTo>
                  <a:lnTo>
                    <a:pt x="2839614" y="1917460"/>
                  </a:lnTo>
                  <a:lnTo>
                    <a:pt x="2824500" y="1960576"/>
                  </a:lnTo>
                  <a:lnTo>
                    <a:pt x="2808085" y="2003062"/>
                  </a:lnTo>
                  <a:lnTo>
                    <a:pt x="2790392" y="2044895"/>
                  </a:lnTo>
                  <a:lnTo>
                    <a:pt x="2771446" y="2086050"/>
                  </a:lnTo>
                  <a:lnTo>
                    <a:pt x="2751271" y="2126504"/>
                  </a:lnTo>
                  <a:lnTo>
                    <a:pt x="2729889" y="2166232"/>
                  </a:lnTo>
                  <a:lnTo>
                    <a:pt x="2707327" y="2205210"/>
                  </a:lnTo>
                  <a:lnTo>
                    <a:pt x="2683606" y="2243414"/>
                  </a:lnTo>
                  <a:lnTo>
                    <a:pt x="2658752" y="2280821"/>
                  </a:lnTo>
                  <a:lnTo>
                    <a:pt x="2632789" y="2317406"/>
                  </a:lnTo>
                  <a:lnTo>
                    <a:pt x="2605740" y="2353146"/>
                  </a:lnTo>
                  <a:lnTo>
                    <a:pt x="2577629" y="2388016"/>
                  </a:lnTo>
                  <a:lnTo>
                    <a:pt x="2548481" y="2421992"/>
                  </a:lnTo>
                  <a:lnTo>
                    <a:pt x="2518319" y="2455050"/>
                  </a:lnTo>
                  <a:lnTo>
                    <a:pt x="2487168" y="2487167"/>
                  </a:lnTo>
                  <a:lnTo>
                    <a:pt x="2455050" y="2518319"/>
                  </a:lnTo>
                  <a:lnTo>
                    <a:pt x="2421992" y="2548481"/>
                  </a:lnTo>
                  <a:lnTo>
                    <a:pt x="2388016" y="2577629"/>
                  </a:lnTo>
                  <a:lnTo>
                    <a:pt x="2353146" y="2605740"/>
                  </a:lnTo>
                  <a:lnTo>
                    <a:pt x="2317406" y="2632789"/>
                  </a:lnTo>
                  <a:lnTo>
                    <a:pt x="2280821" y="2658752"/>
                  </a:lnTo>
                  <a:lnTo>
                    <a:pt x="2243414" y="2683606"/>
                  </a:lnTo>
                  <a:lnTo>
                    <a:pt x="2205210" y="2707327"/>
                  </a:lnTo>
                  <a:lnTo>
                    <a:pt x="2166232" y="2729889"/>
                  </a:lnTo>
                  <a:lnTo>
                    <a:pt x="2126504" y="2751271"/>
                  </a:lnTo>
                  <a:lnTo>
                    <a:pt x="2086050" y="2771446"/>
                  </a:lnTo>
                  <a:lnTo>
                    <a:pt x="2044895" y="2790392"/>
                  </a:lnTo>
                  <a:lnTo>
                    <a:pt x="2003062" y="2808085"/>
                  </a:lnTo>
                  <a:lnTo>
                    <a:pt x="1960576" y="2824500"/>
                  </a:lnTo>
                  <a:lnTo>
                    <a:pt x="1917460" y="2839614"/>
                  </a:lnTo>
                  <a:lnTo>
                    <a:pt x="1873738" y="2853402"/>
                  </a:lnTo>
                  <a:lnTo>
                    <a:pt x="1829434" y="2865840"/>
                  </a:lnTo>
                  <a:lnTo>
                    <a:pt x="1784573" y="2876906"/>
                  </a:lnTo>
                  <a:lnTo>
                    <a:pt x="1739178" y="2886573"/>
                  </a:lnTo>
                  <a:lnTo>
                    <a:pt x="1693273" y="2894819"/>
                  </a:lnTo>
                  <a:lnTo>
                    <a:pt x="1646883" y="2901620"/>
                  </a:lnTo>
                  <a:lnTo>
                    <a:pt x="1600031" y="2906951"/>
                  </a:lnTo>
                  <a:lnTo>
                    <a:pt x="1552741" y="2910789"/>
                  </a:lnTo>
                  <a:lnTo>
                    <a:pt x="1505037" y="2913109"/>
                  </a:lnTo>
                  <a:lnTo>
                    <a:pt x="1456944" y="2913888"/>
                  </a:lnTo>
                  <a:lnTo>
                    <a:pt x="1408850" y="2913109"/>
                  </a:lnTo>
                  <a:lnTo>
                    <a:pt x="1361146" y="2910789"/>
                  </a:lnTo>
                  <a:lnTo>
                    <a:pt x="1313856" y="2906951"/>
                  </a:lnTo>
                  <a:lnTo>
                    <a:pt x="1267004" y="2901620"/>
                  </a:lnTo>
                  <a:lnTo>
                    <a:pt x="1220614" y="2894819"/>
                  </a:lnTo>
                  <a:lnTo>
                    <a:pt x="1174709" y="2886573"/>
                  </a:lnTo>
                  <a:lnTo>
                    <a:pt x="1129314" y="2876906"/>
                  </a:lnTo>
                  <a:lnTo>
                    <a:pt x="1084453" y="2865840"/>
                  </a:lnTo>
                  <a:lnTo>
                    <a:pt x="1040149" y="2853402"/>
                  </a:lnTo>
                  <a:lnTo>
                    <a:pt x="996427" y="2839614"/>
                  </a:lnTo>
                  <a:lnTo>
                    <a:pt x="953311" y="2824500"/>
                  </a:lnTo>
                  <a:lnTo>
                    <a:pt x="910825" y="2808085"/>
                  </a:lnTo>
                  <a:lnTo>
                    <a:pt x="868992" y="2790392"/>
                  </a:lnTo>
                  <a:lnTo>
                    <a:pt x="827837" y="2771446"/>
                  </a:lnTo>
                  <a:lnTo>
                    <a:pt x="787383" y="2751271"/>
                  </a:lnTo>
                  <a:lnTo>
                    <a:pt x="747655" y="2729889"/>
                  </a:lnTo>
                  <a:lnTo>
                    <a:pt x="708677" y="2707327"/>
                  </a:lnTo>
                  <a:lnTo>
                    <a:pt x="670473" y="2683606"/>
                  </a:lnTo>
                  <a:lnTo>
                    <a:pt x="633066" y="2658752"/>
                  </a:lnTo>
                  <a:lnTo>
                    <a:pt x="596481" y="2632789"/>
                  </a:lnTo>
                  <a:lnTo>
                    <a:pt x="560741" y="2605740"/>
                  </a:lnTo>
                  <a:lnTo>
                    <a:pt x="525871" y="2577629"/>
                  </a:lnTo>
                  <a:lnTo>
                    <a:pt x="491895" y="2548481"/>
                  </a:lnTo>
                  <a:lnTo>
                    <a:pt x="458837" y="2518319"/>
                  </a:lnTo>
                  <a:lnTo>
                    <a:pt x="426720" y="2487167"/>
                  </a:lnTo>
                  <a:lnTo>
                    <a:pt x="395568" y="2455050"/>
                  </a:lnTo>
                  <a:lnTo>
                    <a:pt x="365406" y="2421992"/>
                  </a:lnTo>
                  <a:lnTo>
                    <a:pt x="336258" y="2388016"/>
                  </a:lnTo>
                  <a:lnTo>
                    <a:pt x="308147" y="2353146"/>
                  </a:lnTo>
                  <a:lnTo>
                    <a:pt x="281098" y="2317406"/>
                  </a:lnTo>
                  <a:lnTo>
                    <a:pt x="255135" y="2280821"/>
                  </a:lnTo>
                  <a:lnTo>
                    <a:pt x="230281" y="2243414"/>
                  </a:lnTo>
                  <a:lnTo>
                    <a:pt x="206560" y="2205210"/>
                  </a:lnTo>
                  <a:lnTo>
                    <a:pt x="183998" y="2166232"/>
                  </a:lnTo>
                  <a:lnTo>
                    <a:pt x="162616" y="2126504"/>
                  </a:lnTo>
                  <a:lnTo>
                    <a:pt x="142441" y="2086050"/>
                  </a:lnTo>
                  <a:lnTo>
                    <a:pt x="123495" y="2044895"/>
                  </a:lnTo>
                  <a:lnTo>
                    <a:pt x="105802" y="2003062"/>
                  </a:lnTo>
                  <a:lnTo>
                    <a:pt x="89387" y="1960576"/>
                  </a:lnTo>
                  <a:lnTo>
                    <a:pt x="74273" y="1917460"/>
                  </a:lnTo>
                  <a:lnTo>
                    <a:pt x="60485" y="1873738"/>
                  </a:lnTo>
                  <a:lnTo>
                    <a:pt x="48047" y="1829434"/>
                  </a:lnTo>
                  <a:lnTo>
                    <a:pt x="36981" y="1784573"/>
                  </a:lnTo>
                  <a:lnTo>
                    <a:pt x="27314" y="1739178"/>
                  </a:lnTo>
                  <a:lnTo>
                    <a:pt x="19068" y="1693273"/>
                  </a:lnTo>
                  <a:lnTo>
                    <a:pt x="12267" y="1646883"/>
                  </a:lnTo>
                  <a:lnTo>
                    <a:pt x="6936" y="1600031"/>
                  </a:lnTo>
                  <a:lnTo>
                    <a:pt x="3098" y="1552741"/>
                  </a:lnTo>
                  <a:lnTo>
                    <a:pt x="778" y="1505037"/>
                  </a:lnTo>
                  <a:lnTo>
                    <a:pt x="0" y="1456943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378326" y="6225794"/>
              <a:ext cx="1290320" cy="1290320"/>
            </a:xfrm>
            <a:custGeom>
              <a:avLst/>
              <a:gdLst/>
              <a:ahLst/>
              <a:cxnLst/>
              <a:rect l="l" t="t" r="r" b="b"/>
              <a:pathLst>
                <a:path w="1290320" h="1290320">
                  <a:moveTo>
                    <a:pt x="645160" y="0"/>
                  </a:moveTo>
                  <a:lnTo>
                    <a:pt x="597004" y="1769"/>
                  </a:lnTo>
                  <a:lnTo>
                    <a:pt x="549811" y="6994"/>
                  </a:lnTo>
                  <a:lnTo>
                    <a:pt x="503705" y="15549"/>
                  </a:lnTo>
                  <a:lnTo>
                    <a:pt x="458811" y="27311"/>
                  </a:lnTo>
                  <a:lnTo>
                    <a:pt x="415252" y="42154"/>
                  </a:lnTo>
                  <a:lnTo>
                    <a:pt x="373155" y="59954"/>
                  </a:lnTo>
                  <a:lnTo>
                    <a:pt x="332643" y="80586"/>
                  </a:lnTo>
                  <a:lnTo>
                    <a:pt x="293841" y="103926"/>
                  </a:lnTo>
                  <a:lnTo>
                    <a:pt x="256874" y="129849"/>
                  </a:lnTo>
                  <a:lnTo>
                    <a:pt x="221867" y="158229"/>
                  </a:lnTo>
                  <a:lnTo>
                    <a:pt x="188944" y="188944"/>
                  </a:lnTo>
                  <a:lnTo>
                    <a:pt x="158229" y="221867"/>
                  </a:lnTo>
                  <a:lnTo>
                    <a:pt x="129849" y="256874"/>
                  </a:lnTo>
                  <a:lnTo>
                    <a:pt x="103926" y="293841"/>
                  </a:lnTo>
                  <a:lnTo>
                    <a:pt x="80586" y="332643"/>
                  </a:lnTo>
                  <a:lnTo>
                    <a:pt x="59954" y="373155"/>
                  </a:lnTo>
                  <a:lnTo>
                    <a:pt x="42154" y="415252"/>
                  </a:lnTo>
                  <a:lnTo>
                    <a:pt x="27311" y="458811"/>
                  </a:lnTo>
                  <a:lnTo>
                    <a:pt x="15549" y="503705"/>
                  </a:lnTo>
                  <a:lnTo>
                    <a:pt x="6994" y="549811"/>
                  </a:lnTo>
                  <a:lnTo>
                    <a:pt x="1769" y="597004"/>
                  </a:lnTo>
                  <a:lnTo>
                    <a:pt x="0" y="645159"/>
                  </a:lnTo>
                  <a:lnTo>
                    <a:pt x="1769" y="693298"/>
                  </a:lnTo>
                  <a:lnTo>
                    <a:pt x="6994" y="740476"/>
                  </a:lnTo>
                  <a:lnTo>
                    <a:pt x="15549" y="786569"/>
                  </a:lnTo>
                  <a:lnTo>
                    <a:pt x="27311" y="831451"/>
                  </a:lnTo>
                  <a:lnTo>
                    <a:pt x="42154" y="874998"/>
                  </a:lnTo>
                  <a:lnTo>
                    <a:pt x="59954" y="917086"/>
                  </a:lnTo>
                  <a:lnTo>
                    <a:pt x="80586" y="957589"/>
                  </a:lnTo>
                  <a:lnTo>
                    <a:pt x="103926" y="996384"/>
                  </a:lnTo>
                  <a:lnTo>
                    <a:pt x="129849" y="1033344"/>
                  </a:lnTo>
                  <a:lnTo>
                    <a:pt x="158229" y="1068346"/>
                  </a:lnTo>
                  <a:lnTo>
                    <a:pt x="188944" y="1101264"/>
                  </a:lnTo>
                  <a:lnTo>
                    <a:pt x="221867" y="1131974"/>
                  </a:lnTo>
                  <a:lnTo>
                    <a:pt x="256874" y="1160352"/>
                  </a:lnTo>
                  <a:lnTo>
                    <a:pt x="293841" y="1186272"/>
                  </a:lnTo>
                  <a:lnTo>
                    <a:pt x="332643" y="1209610"/>
                  </a:lnTo>
                  <a:lnTo>
                    <a:pt x="373155" y="1230240"/>
                  </a:lnTo>
                  <a:lnTo>
                    <a:pt x="415252" y="1248039"/>
                  </a:lnTo>
                  <a:lnTo>
                    <a:pt x="458811" y="1262882"/>
                  </a:lnTo>
                  <a:lnTo>
                    <a:pt x="503705" y="1274643"/>
                  </a:lnTo>
                  <a:lnTo>
                    <a:pt x="549811" y="1283199"/>
                  </a:lnTo>
                  <a:lnTo>
                    <a:pt x="597004" y="1288423"/>
                  </a:lnTo>
                  <a:lnTo>
                    <a:pt x="645160" y="1290192"/>
                  </a:lnTo>
                  <a:lnTo>
                    <a:pt x="693299" y="1288423"/>
                  </a:lnTo>
                  <a:lnTo>
                    <a:pt x="740479" y="1283199"/>
                  </a:lnTo>
                  <a:lnTo>
                    <a:pt x="786575" y="1274643"/>
                  </a:lnTo>
                  <a:lnTo>
                    <a:pt x="831462" y="1262882"/>
                  </a:lnTo>
                  <a:lnTo>
                    <a:pt x="875015" y="1248039"/>
                  </a:lnTo>
                  <a:lnTo>
                    <a:pt x="917109" y="1230240"/>
                  </a:lnTo>
                  <a:lnTo>
                    <a:pt x="957620" y="1209610"/>
                  </a:lnTo>
                  <a:lnTo>
                    <a:pt x="996422" y="1186272"/>
                  </a:lnTo>
                  <a:lnTo>
                    <a:pt x="1033390" y="1160352"/>
                  </a:lnTo>
                  <a:lnTo>
                    <a:pt x="1068401" y="1131974"/>
                  </a:lnTo>
                  <a:lnTo>
                    <a:pt x="1101328" y="1101264"/>
                  </a:lnTo>
                  <a:lnTo>
                    <a:pt x="1132047" y="1068346"/>
                  </a:lnTo>
                  <a:lnTo>
                    <a:pt x="1160433" y="1033344"/>
                  </a:lnTo>
                  <a:lnTo>
                    <a:pt x="1186361" y="996384"/>
                  </a:lnTo>
                  <a:lnTo>
                    <a:pt x="1209706" y="957589"/>
                  </a:lnTo>
                  <a:lnTo>
                    <a:pt x="1230344" y="917086"/>
                  </a:lnTo>
                  <a:lnTo>
                    <a:pt x="1248150" y="874998"/>
                  </a:lnTo>
                  <a:lnTo>
                    <a:pt x="1262998" y="831451"/>
                  </a:lnTo>
                  <a:lnTo>
                    <a:pt x="1274764" y="786569"/>
                  </a:lnTo>
                  <a:lnTo>
                    <a:pt x="1283323" y="740476"/>
                  </a:lnTo>
                  <a:lnTo>
                    <a:pt x="1288549" y="693298"/>
                  </a:lnTo>
                  <a:lnTo>
                    <a:pt x="1290320" y="645159"/>
                  </a:lnTo>
                  <a:lnTo>
                    <a:pt x="1288549" y="597004"/>
                  </a:lnTo>
                  <a:lnTo>
                    <a:pt x="1283323" y="549811"/>
                  </a:lnTo>
                  <a:lnTo>
                    <a:pt x="1274764" y="503705"/>
                  </a:lnTo>
                  <a:lnTo>
                    <a:pt x="1262998" y="458811"/>
                  </a:lnTo>
                  <a:lnTo>
                    <a:pt x="1248150" y="415252"/>
                  </a:lnTo>
                  <a:lnTo>
                    <a:pt x="1230344" y="373155"/>
                  </a:lnTo>
                  <a:lnTo>
                    <a:pt x="1209706" y="332643"/>
                  </a:lnTo>
                  <a:lnTo>
                    <a:pt x="1186361" y="293841"/>
                  </a:lnTo>
                  <a:lnTo>
                    <a:pt x="1160433" y="256874"/>
                  </a:lnTo>
                  <a:lnTo>
                    <a:pt x="1132047" y="221867"/>
                  </a:lnTo>
                  <a:lnTo>
                    <a:pt x="1101328" y="188944"/>
                  </a:lnTo>
                  <a:lnTo>
                    <a:pt x="1068401" y="158229"/>
                  </a:lnTo>
                  <a:lnTo>
                    <a:pt x="1033390" y="129849"/>
                  </a:lnTo>
                  <a:lnTo>
                    <a:pt x="996422" y="103926"/>
                  </a:lnTo>
                  <a:lnTo>
                    <a:pt x="957620" y="80586"/>
                  </a:lnTo>
                  <a:lnTo>
                    <a:pt x="917109" y="59954"/>
                  </a:lnTo>
                  <a:lnTo>
                    <a:pt x="875015" y="42154"/>
                  </a:lnTo>
                  <a:lnTo>
                    <a:pt x="831462" y="27311"/>
                  </a:lnTo>
                  <a:lnTo>
                    <a:pt x="786575" y="15549"/>
                  </a:lnTo>
                  <a:lnTo>
                    <a:pt x="740479" y="6994"/>
                  </a:lnTo>
                  <a:lnTo>
                    <a:pt x="693299" y="1769"/>
                  </a:lnTo>
                  <a:lnTo>
                    <a:pt x="645160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316733" y="6224016"/>
              <a:ext cx="3077210" cy="1399540"/>
            </a:xfrm>
            <a:custGeom>
              <a:avLst/>
              <a:gdLst/>
              <a:ahLst/>
              <a:cxnLst/>
              <a:rect l="l" t="t" r="r" b="b"/>
              <a:pathLst>
                <a:path w="3077210" h="1399540">
                  <a:moveTo>
                    <a:pt x="3077210" y="604138"/>
                  </a:moveTo>
                  <a:lnTo>
                    <a:pt x="2449830" y="613156"/>
                  </a:lnTo>
                </a:path>
                <a:path w="3077210" h="1399540">
                  <a:moveTo>
                    <a:pt x="326898" y="146558"/>
                  </a:moveTo>
                  <a:lnTo>
                    <a:pt x="381425" y="149888"/>
                  </a:lnTo>
                  <a:lnTo>
                    <a:pt x="433145" y="159529"/>
                  </a:lnTo>
                  <a:lnTo>
                    <a:pt x="481365" y="174956"/>
                  </a:lnTo>
                  <a:lnTo>
                    <a:pt x="525395" y="195647"/>
                  </a:lnTo>
                  <a:lnTo>
                    <a:pt x="564546" y="221075"/>
                  </a:lnTo>
                  <a:lnTo>
                    <a:pt x="598127" y="250717"/>
                  </a:lnTo>
                  <a:lnTo>
                    <a:pt x="625447" y="284048"/>
                  </a:lnTo>
                  <a:lnTo>
                    <a:pt x="645816" y="320545"/>
                  </a:lnTo>
                  <a:lnTo>
                    <a:pt x="658544" y="359684"/>
                  </a:lnTo>
                  <a:lnTo>
                    <a:pt x="662940" y="400938"/>
                  </a:lnTo>
                  <a:lnTo>
                    <a:pt x="662940" y="454533"/>
                  </a:lnTo>
                  <a:lnTo>
                    <a:pt x="667339" y="495787"/>
                  </a:lnTo>
                  <a:lnTo>
                    <a:pt x="680075" y="534926"/>
                  </a:lnTo>
                  <a:lnTo>
                    <a:pt x="700456" y="571423"/>
                  </a:lnTo>
                  <a:lnTo>
                    <a:pt x="727789" y="604754"/>
                  </a:lnTo>
                  <a:lnTo>
                    <a:pt x="761380" y="634396"/>
                  </a:lnTo>
                  <a:lnTo>
                    <a:pt x="800538" y="659824"/>
                  </a:lnTo>
                  <a:lnTo>
                    <a:pt x="844570" y="680515"/>
                  </a:lnTo>
                  <a:lnTo>
                    <a:pt x="892783" y="695942"/>
                  </a:lnTo>
                  <a:lnTo>
                    <a:pt x="944484" y="705583"/>
                  </a:lnTo>
                  <a:lnTo>
                    <a:pt x="998982" y="708913"/>
                  </a:lnTo>
                  <a:lnTo>
                    <a:pt x="944484" y="712244"/>
                  </a:lnTo>
                  <a:lnTo>
                    <a:pt x="892783" y="721885"/>
                  </a:lnTo>
                  <a:lnTo>
                    <a:pt x="844570" y="737312"/>
                  </a:lnTo>
                  <a:lnTo>
                    <a:pt x="800538" y="758003"/>
                  </a:lnTo>
                  <a:lnTo>
                    <a:pt x="761380" y="783431"/>
                  </a:lnTo>
                  <a:lnTo>
                    <a:pt x="727789" y="813073"/>
                  </a:lnTo>
                  <a:lnTo>
                    <a:pt x="700456" y="846404"/>
                  </a:lnTo>
                  <a:lnTo>
                    <a:pt x="680075" y="882901"/>
                  </a:lnTo>
                  <a:lnTo>
                    <a:pt x="667339" y="922040"/>
                  </a:lnTo>
                  <a:lnTo>
                    <a:pt x="662940" y="963295"/>
                  </a:lnTo>
                  <a:lnTo>
                    <a:pt x="662940" y="988441"/>
                  </a:lnTo>
                  <a:lnTo>
                    <a:pt x="658544" y="1029695"/>
                  </a:lnTo>
                  <a:lnTo>
                    <a:pt x="645816" y="1068834"/>
                  </a:lnTo>
                  <a:lnTo>
                    <a:pt x="625447" y="1105331"/>
                  </a:lnTo>
                  <a:lnTo>
                    <a:pt x="598127" y="1138662"/>
                  </a:lnTo>
                  <a:lnTo>
                    <a:pt x="564546" y="1168304"/>
                  </a:lnTo>
                  <a:lnTo>
                    <a:pt x="525395" y="1193732"/>
                  </a:lnTo>
                  <a:lnTo>
                    <a:pt x="481365" y="1214423"/>
                  </a:lnTo>
                  <a:lnTo>
                    <a:pt x="433145" y="1229850"/>
                  </a:lnTo>
                  <a:lnTo>
                    <a:pt x="381425" y="1239491"/>
                  </a:lnTo>
                  <a:lnTo>
                    <a:pt x="326898" y="1242822"/>
                  </a:lnTo>
                </a:path>
                <a:path w="3077210" h="1399540">
                  <a:moveTo>
                    <a:pt x="0" y="163449"/>
                  </a:moveTo>
                  <a:lnTo>
                    <a:pt x="5836" y="119988"/>
                  </a:lnTo>
                  <a:lnTo>
                    <a:pt x="22309" y="80941"/>
                  </a:lnTo>
                  <a:lnTo>
                    <a:pt x="47863" y="47863"/>
                  </a:lnTo>
                  <a:lnTo>
                    <a:pt x="80941" y="22309"/>
                  </a:lnTo>
                  <a:lnTo>
                    <a:pt x="119988" y="5836"/>
                  </a:lnTo>
                  <a:lnTo>
                    <a:pt x="163449" y="0"/>
                  </a:lnTo>
                  <a:lnTo>
                    <a:pt x="206909" y="5836"/>
                  </a:lnTo>
                  <a:lnTo>
                    <a:pt x="245956" y="22309"/>
                  </a:lnTo>
                  <a:lnTo>
                    <a:pt x="279034" y="47863"/>
                  </a:lnTo>
                  <a:lnTo>
                    <a:pt x="304588" y="80941"/>
                  </a:lnTo>
                  <a:lnTo>
                    <a:pt x="321061" y="119988"/>
                  </a:lnTo>
                  <a:lnTo>
                    <a:pt x="326898" y="163449"/>
                  </a:lnTo>
                  <a:lnTo>
                    <a:pt x="321061" y="206909"/>
                  </a:lnTo>
                  <a:lnTo>
                    <a:pt x="304588" y="245956"/>
                  </a:lnTo>
                  <a:lnTo>
                    <a:pt x="279034" y="279034"/>
                  </a:lnTo>
                  <a:lnTo>
                    <a:pt x="245956" y="304588"/>
                  </a:lnTo>
                  <a:lnTo>
                    <a:pt x="206909" y="321061"/>
                  </a:lnTo>
                  <a:lnTo>
                    <a:pt x="163449" y="326898"/>
                  </a:lnTo>
                  <a:lnTo>
                    <a:pt x="119988" y="321061"/>
                  </a:lnTo>
                  <a:lnTo>
                    <a:pt x="80941" y="304588"/>
                  </a:lnTo>
                  <a:lnTo>
                    <a:pt x="47863" y="279034"/>
                  </a:lnTo>
                  <a:lnTo>
                    <a:pt x="22309" y="245956"/>
                  </a:lnTo>
                  <a:lnTo>
                    <a:pt x="5836" y="206909"/>
                  </a:lnTo>
                  <a:lnTo>
                    <a:pt x="0" y="163449"/>
                  </a:lnTo>
                  <a:close/>
                </a:path>
                <a:path w="3077210" h="1399540">
                  <a:moveTo>
                    <a:pt x="10795" y="1235710"/>
                  </a:moveTo>
                  <a:lnTo>
                    <a:pt x="16641" y="1192249"/>
                  </a:lnTo>
                  <a:lnTo>
                    <a:pt x="33137" y="1153202"/>
                  </a:lnTo>
                  <a:lnTo>
                    <a:pt x="58721" y="1120124"/>
                  </a:lnTo>
                  <a:lnTo>
                    <a:pt x="91830" y="1094570"/>
                  </a:lnTo>
                  <a:lnTo>
                    <a:pt x="130901" y="1078097"/>
                  </a:lnTo>
                  <a:lnTo>
                    <a:pt x="174371" y="1072261"/>
                  </a:lnTo>
                  <a:lnTo>
                    <a:pt x="217831" y="1078097"/>
                  </a:lnTo>
                  <a:lnTo>
                    <a:pt x="256878" y="1094570"/>
                  </a:lnTo>
                  <a:lnTo>
                    <a:pt x="289956" y="1120124"/>
                  </a:lnTo>
                  <a:lnTo>
                    <a:pt x="315510" y="1153202"/>
                  </a:lnTo>
                  <a:lnTo>
                    <a:pt x="331983" y="1192249"/>
                  </a:lnTo>
                  <a:lnTo>
                    <a:pt x="337820" y="1235710"/>
                  </a:lnTo>
                  <a:lnTo>
                    <a:pt x="331983" y="1279179"/>
                  </a:lnTo>
                  <a:lnTo>
                    <a:pt x="315510" y="1318250"/>
                  </a:lnTo>
                  <a:lnTo>
                    <a:pt x="289956" y="1351359"/>
                  </a:lnTo>
                  <a:lnTo>
                    <a:pt x="256878" y="1376943"/>
                  </a:lnTo>
                  <a:lnTo>
                    <a:pt x="217831" y="1393439"/>
                  </a:lnTo>
                  <a:lnTo>
                    <a:pt x="174371" y="1399286"/>
                  </a:lnTo>
                  <a:lnTo>
                    <a:pt x="130901" y="1393439"/>
                  </a:lnTo>
                  <a:lnTo>
                    <a:pt x="91830" y="1376943"/>
                  </a:lnTo>
                  <a:lnTo>
                    <a:pt x="58721" y="1351359"/>
                  </a:lnTo>
                  <a:lnTo>
                    <a:pt x="33137" y="1318250"/>
                  </a:lnTo>
                  <a:lnTo>
                    <a:pt x="16641" y="1279179"/>
                  </a:lnTo>
                  <a:lnTo>
                    <a:pt x="10795" y="1235710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437119" y="7968741"/>
              <a:ext cx="902335" cy="905510"/>
            </a:xfrm>
            <a:custGeom>
              <a:avLst/>
              <a:gdLst/>
              <a:ahLst/>
              <a:cxnLst/>
              <a:rect l="l" t="t" r="r" b="b"/>
              <a:pathLst>
                <a:path w="902334" h="905509">
                  <a:moveTo>
                    <a:pt x="2921" y="402843"/>
                  </a:moveTo>
                  <a:lnTo>
                    <a:pt x="1904" y="412749"/>
                  </a:lnTo>
                  <a:lnTo>
                    <a:pt x="380" y="435990"/>
                  </a:lnTo>
                  <a:lnTo>
                    <a:pt x="158" y="449325"/>
                  </a:lnTo>
                  <a:lnTo>
                    <a:pt x="141" y="450341"/>
                  </a:lnTo>
                  <a:lnTo>
                    <a:pt x="14" y="457961"/>
                  </a:lnTo>
                  <a:lnTo>
                    <a:pt x="2666" y="504189"/>
                  </a:lnTo>
                  <a:lnTo>
                    <a:pt x="9778" y="548131"/>
                  </a:lnTo>
                  <a:lnTo>
                    <a:pt x="21208" y="590803"/>
                  </a:lnTo>
                  <a:lnTo>
                    <a:pt x="36449" y="631951"/>
                  </a:lnTo>
                  <a:lnTo>
                    <a:pt x="55499" y="670940"/>
                  </a:lnTo>
                  <a:lnTo>
                    <a:pt x="78149" y="707770"/>
                  </a:lnTo>
                  <a:lnTo>
                    <a:pt x="104266" y="742441"/>
                  </a:lnTo>
                  <a:lnTo>
                    <a:pt x="133476" y="774445"/>
                  </a:lnTo>
                  <a:lnTo>
                    <a:pt x="165607" y="803401"/>
                  </a:lnTo>
                  <a:lnTo>
                    <a:pt x="200659" y="829309"/>
                  </a:lnTo>
                  <a:lnTo>
                    <a:pt x="238125" y="851915"/>
                  </a:lnTo>
                  <a:lnTo>
                    <a:pt x="278002" y="870838"/>
                  </a:lnTo>
                  <a:lnTo>
                    <a:pt x="320039" y="885824"/>
                  </a:lnTo>
                  <a:lnTo>
                    <a:pt x="364108" y="896746"/>
                  </a:lnTo>
                  <a:lnTo>
                    <a:pt x="409701" y="903223"/>
                  </a:lnTo>
                  <a:lnTo>
                    <a:pt x="455929" y="905255"/>
                  </a:lnTo>
                  <a:lnTo>
                    <a:pt x="478535" y="904366"/>
                  </a:lnTo>
                  <a:lnTo>
                    <a:pt x="523366" y="899413"/>
                  </a:lnTo>
                  <a:lnTo>
                    <a:pt x="566801" y="890269"/>
                  </a:lnTo>
                  <a:lnTo>
                    <a:pt x="608583" y="876934"/>
                  </a:lnTo>
                  <a:lnTo>
                    <a:pt x="609219" y="876680"/>
                  </a:lnTo>
                  <a:lnTo>
                    <a:pt x="454913" y="876680"/>
                  </a:lnTo>
                  <a:lnTo>
                    <a:pt x="433450" y="876299"/>
                  </a:lnTo>
                  <a:lnTo>
                    <a:pt x="390144" y="872235"/>
                  </a:lnTo>
                  <a:lnTo>
                    <a:pt x="347979" y="863980"/>
                  </a:lnTo>
                  <a:lnTo>
                    <a:pt x="307848" y="851661"/>
                  </a:lnTo>
                  <a:lnTo>
                    <a:pt x="269494" y="835659"/>
                  </a:lnTo>
                  <a:lnTo>
                    <a:pt x="233172" y="816228"/>
                  </a:lnTo>
                  <a:lnTo>
                    <a:pt x="199262" y="793495"/>
                  </a:lnTo>
                  <a:lnTo>
                    <a:pt x="167766" y="767587"/>
                  </a:lnTo>
                  <a:lnTo>
                    <a:pt x="139064" y="739012"/>
                  </a:lnTo>
                  <a:lnTo>
                    <a:pt x="113383" y="707897"/>
                  </a:lnTo>
                  <a:lnTo>
                    <a:pt x="90424" y="674242"/>
                  </a:lnTo>
                  <a:lnTo>
                    <a:pt x="70865" y="638555"/>
                  </a:lnTo>
                  <a:lnTo>
                    <a:pt x="54736" y="600963"/>
                  </a:lnTo>
                  <a:lnTo>
                    <a:pt x="42418" y="561720"/>
                  </a:lnTo>
                  <a:lnTo>
                    <a:pt x="33908" y="521207"/>
                  </a:lnTo>
                  <a:lnTo>
                    <a:pt x="29336" y="479170"/>
                  </a:lnTo>
                  <a:lnTo>
                    <a:pt x="28606" y="458850"/>
                  </a:lnTo>
                  <a:lnTo>
                    <a:pt x="28575" y="457961"/>
                  </a:lnTo>
                  <a:lnTo>
                    <a:pt x="28955" y="436498"/>
                  </a:lnTo>
                  <a:lnTo>
                    <a:pt x="30479" y="414654"/>
                  </a:lnTo>
                  <a:lnTo>
                    <a:pt x="31369" y="405637"/>
                  </a:lnTo>
                  <a:lnTo>
                    <a:pt x="2921" y="402843"/>
                  </a:lnTo>
                  <a:close/>
                </a:path>
                <a:path w="902334" h="905509">
                  <a:moveTo>
                    <a:pt x="550016" y="14455"/>
                  </a:moveTo>
                  <a:lnTo>
                    <a:pt x="545505" y="42727"/>
                  </a:lnTo>
                  <a:lnTo>
                    <a:pt x="554608" y="44449"/>
                  </a:lnTo>
                  <a:lnTo>
                    <a:pt x="574421" y="49910"/>
                  </a:lnTo>
                  <a:lnTo>
                    <a:pt x="613790" y="64134"/>
                  </a:lnTo>
                  <a:lnTo>
                    <a:pt x="651128" y="81914"/>
                  </a:lnTo>
                  <a:lnTo>
                    <a:pt x="686307" y="102996"/>
                  </a:lnTo>
                  <a:lnTo>
                    <a:pt x="718947" y="127380"/>
                  </a:lnTo>
                  <a:lnTo>
                    <a:pt x="749046" y="154558"/>
                  </a:lnTo>
                  <a:lnTo>
                    <a:pt x="776351" y="184530"/>
                  </a:lnTo>
                  <a:lnTo>
                    <a:pt x="800734" y="217042"/>
                  </a:lnTo>
                  <a:lnTo>
                    <a:pt x="821944" y="251713"/>
                  </a:lnTo>
                  <a:lnTo>
                    <a:pt x="839724" y="288289"/>
                  </a:lnTo>
                  <a:lnTo>
                    <a:pt x="854075" y="326643"/>
                  </a:lnTo>
                  <a:lnTo>
                    <a:pt x="864615" y="366648"/>
                  </a:lnTo>
                  <a:lnTo>
                    <a:pt x="871220" y="407923"/>
                  </a:lnTo>
                  <a:lnTo>
                    <a:pt x="873596" y="449325"/>
                  </a:lnTo>
                  <a:lnTo>
                    <a:pt x="873632" y="450341"/>
                  </a:lnTo>
                  <a:lnTo>
                    <a:pt x="873251" y="471804"/>
                  </a:lnTo>
                  <a:lnTo>
                    <a:pt x="869187" y="515111"/>
                  </a:lnTo>
                  <a:lnTo>
                    <a:pt x="860932" y="557275"/>
                  </a:lnTo>
                  <a:lnTo>
                    <a:pt x="848613" y="597407"/>
                  </a:lnTo>
                  <a:lnTo>
                    <a:pt x="832738" y="635761"/>
                  </a:lnTo>
                  <a:lnTo>
                    <a:pt x="813180" y="672083"/>
                  </a:lnTo>
                  <a:lnTo>
                    <a:pt x="790448" y="705992"/>
                  </a:lnTo>
                  <a:lnTo>
                    <a:pt x="764666" y="737361"/>
                  </a:lnTo>
                  <a:lnTo>
                    <a:pt x="736091" y="766063"/>
                  </a:lnTo>
                  <a:lnTo>
                    <a:pt x="704723" y="791971"/>
                  </a:lnTo>
                  <a:lnTo>
                    <a:pt x="671195" y="814831"/>
                  </a:lnTo>
                  <a:lnTo>
                    <a:pt x="635507" y="834262"/>
                  </a:lnTo>
                  <a:lnTo>
                    <a:pt x="597915" y="850391"/>
                  </a:lnTo>
                  <a:lnTo>
                    <a:pt x="558673" y="862837"/>
                  </a:lnTo>
                  <a:lnTo>
                    <a:pt x="518159" y="871346"/>
                  </a:lnTo>
                  <a:lnTo>
                    <a:pt x="476250" y="875918"/>
                  </a:lnTo>
                  <a:lnTo>
                    <a:pt x="454913" y="876680"/>
                  </a:lnTo>
                  <a:lnTo>
                    <a:pt x="609219" y="876680"/>
                  </a:lnTo>
                  <a:lnTo>
                    <a:pt x="648588" y="859662"/>
                  </a:lnTo>
                  <a:lnTo>
                    <a:pt x="686688" y="838834"/>
                  </a:lnTo>
                  <a:lnTo>
                    <a:pt x="722502" y="814450"/>
                  </a:lnTo>
                  <a:lnTo>
                    <a:pt x="755776" y="786764"/>
                  </a:lnTo>
                  <a:lnTo>
                    <a:pt x="786256" y="756030"/>
                  </a:lnTo>
                  <a:lnTo>
                    <a:pt x="813815" y="722502"/>
                  </a:lnTo>
                  <a:lnTo>
                    <a:pt x="838073" y="686180"/>
                  </a:lnTo>
                  <a:lnTo>
                    <a:pt x="858774" y="647445"/>
                  </a:lnTo>
                  <a:lnTo>
                    <a:pt x="875791" y="606424"/>
                  </a:lnTo>
                  <a:lnTo>
                    <a:pt x="888873" y="563371"/>
                  </a:lnTo>
                  <a:lnTo>
                    <a:pt x="893588" y="541654"/>
                  </a:lnTo>
                  <a:lnTo>
                    <a:pt x="893699" y="541146"/>
                  </a:lnTo>
                  <a:lnTo>
                    <a:pt x="897508" y="518540"/>
                  </a:lnTo>
                  <a:lnTo>
                    <a:pt x="900302" y="495426"/>
                  </a:lnTo>
                  <a:lnTo>
                    <a:pt x="901826" y="472312"/>
                  </a:lnTo>
                  <a:lnTo>
                    <a:pt x="902050" y="458850"/>
                  </a:lnTo>
                  <a:lnTo>
                    <a:pt x="902064" y="457961"/>
                  </a:lnTo>
                  <a:lnTo>
                    <a:pt x="902191" y="450341"/>
                  </a:lnTo>
                  <a:lnTo>
                    <a:pt x="902207" y="449325"/>
                  </a:lnTo>
                  <a:lnTo>
                    <a:pt x="901526" y="429005"/>
                  </a:lnTo>
                  <a:lnTo>
                    <a:pt x="896493" y="381888"/>
                  </a:lnTo>
                  <a:lnTo>
                    <a:pt x="887222" y="338454"/>
                  </a:lnTo>
                  <a:lnTo>
                    <a:pt x="873886" y="296671"/>
                  </a:lnTo>
                  <a:lnTo>
                    <a:pt x="856741" y="256539"/>
                  </a:lnTo>
                  <a:lnTo>
                    <a:pt x="835786" y="218566"/>
                  </a:lnTo>
                  <a:lnTo>
                    <a:pt x="811276" y="182752"/>
                  </a:lnTo>
                  <a:lnTo>
                    <a:pt x="783716" y="149478"/>
                  </a:lnTo>
                  <a:lnTo>
                    <a:pt x="752982" y="118998"/>
                  </a:lnTo>
                  <a:lnTo>
                    <a:pt x="719327" y="91439"/>
                  </a:lnTo>
                  <a:lnTo>
                    <a:pt x="683005" y="67182"/>
                  </a:lnTo>
                  <a:lnTo>
                    <a:pt x="644271" y="46481"/>
                  </a:lnTo>
                  <a:lnTo>
                    <a:pt x="603376" y="29463"/>
                  </a:lnTo>
                  <a:lnTo>
                    <a:pt x="559815" y="16255"/>
                  </a:lnTo>
                  <a:lnTo>
                    <a:pt x="550016" y="14455"/>
                  </a:lnTo>
                  <a:close/>
                </a:path>
                <a:path w="902334" h="905509">
                  <a:moveTo>
                    <a:pt x="552323" y="0"/>
                  </a:moveTo>
                  <a:lnTo>
                    <a:pt x="491362" y="19176"/>
                  </a:lnTo>
                  <a:lnTo>
                    <a:pt x="543305" y="56514"/>
                  </a:lnTo>
                  <a:lnTo>
                    <a:pt x="545505" y="42727"/>
                  </a:lnTo>
                  <a:lnTo>
                    <a:pt x="531113" y="40004"/>
                  </a:lnTo>
                  <a:lnTo>
                    <a:pt x="536321" y="11937"/>
                  </a:lnTo>
                  <a:lnTo>
                    <a:pt x="550418" y="11937"/>
                  </a:lnTo>
                  <a:lnTo>
                    <a:pt x="552323" y="0"/>
                  </a:lnTo>
                  <a:close/>
                </a:path>
                <a:path w="902334" h="905509">
                  <a:moveTo>
                    <a:pt x="536321" y="11937"/>
                  </a:moveTo>
                  <a:lnTo>
                    <a:pt x="531113" y="40004"/>
                  </a:lnTo>
                  <a:lnTo>
                    <a:pt x="545505" y="42727"/>
                  </a:lnTo>
                  <a:lnTo>
                    <a:pt x="550016" y="14455"/>
                  </a:lnTo>
                  <a:lnTo>
                    <a:pt x="536321" y="11937"/>
                  </a:lnTo>
                  <a:close/>
                </a:path>
                <a:path w="902334" h="905509">
                  <a:moveTo>
                    <a:pt x="550418" y="11937"/>
                  </a:moveTo>
                  <a:lnTo>
                    <a:pt x="536321" y="11937"/>
                  </a:lnTo>
                  <a:lnTo>
                    <a:pt x="550016" y="14455"/>
                  </a:lnTo>
                  <a:lnTo>
                    <a:pt x="550418" y="11937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96377" y="8218144"/>
              <a:ext cx="873302" cy="87330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8121649" y="8646159"/>
              <a:ext cx="133985" cy="160655"/>
            </a:xfrm>
            <a:custGeom>
              <a:avLst/>
              <a:gdLst/>
              <a:ahLst/>
              <a:cxnLst/>
              <a:rect l="l" t="t" r="r" b="b"/>
              <a:pathLst>
                <a:path w="133984" h="160654">
                  <a:moveTo>
                    <a:pt x="66548" y="0"/>
                  </a:moveTo>
                  <a:lnTo>
                    <a:pt x="0" y="35941"/>
                  </a:lnTo>
                  <a:lnTo>
                    <a:pt x="67182" y="160274"/>
                  </a:lnTo>
                  <a:lnTo>
                    <a:pt x="133730" y="124206"/>
                  </a:lnTo>
                  <a:lnTo>
                    <a:pt x="665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673100" y="671270"/>
            <a:ext cx="1159700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38CCEC"/>
                </a:solidFill>
              </a:rPr>
              <a:t>애플리케이션</a:t>
            </a:r>
            <a:r>
              <a:rPr dirty="0" spc="-335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개발의</a:t>
            </a:r>
            <a:r>
              <a:rPr dirty="0" spc="-325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민첩성</a:t>
            </a:r>
            <a:r>
              <a:rPr dirty="0" spc="-310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및</a:t>
            </a:r>
            <a:r>
              <a:rPr dirty="0" spc="-325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혁신</a:t>
            </a:r>
            <a:r>
              <a:rPr dirty="0" spc="-315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속도</a:t>
            </a:r>
            <a:r>
              <a:rPr dirty="0" spc="-320">
                <a:solidFill>
                  <a:srgbClr val="38CCEC"/>
                </a:solidFill>
              </a:rPr>
              <a:t> </a:t>
            </a:r>
            <a:r>
              <a:rPr dirty="0" spc="-25">
                <a:solidFill>
                  <a:srgbClr val="38CCEC"/>
                </a:solidFill>
              </a:rPr>
              <a:t>향상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1643633" y="6178041"/>
            <a:ext cx="612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0">
                <a:latin typeface="Calibri"/>
                <a:cs typeface="Calibri"/>
              </a:rPr>
              <a:t>Apps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97483" y="7297673"/>
            <a:ext cx="1570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40">
                <a:latin typeface="Calibri"/>
                <a:cs typeface="Calibri"/>
              </a:rPr>
              <a:t>Microservices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908552" y="4751323"/>
            <a:ext cx="9671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1800" spc="260">
                <a:solidFill>
                  <a:srgbClr val="173360"/>
                </a:solidFill>
                <a:latin typeface="Calibri"/>
                <a:cs typeface="Calibri"/>
              </a:rPr>
              <a:t>Schema </a:t>
            </a:r>
            <a:r>
              <a:rPr dirty="0" sz="1800" spc="180">
                <a:solidFill>
                  <a:srgbClr val="173360"/>
                </a:solidFill>
                <a:latin typeface="Calibri"/>
                <a:cs typeface="Calibri"/>
              </a:rPr>
              <a:t>Registry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658681" y="4839804"/>
            <a:ext cx="8564245" cy="3595370"/>
            <a:chOff x="2658681" y="4839804"/>
            <a:chExt cx="8564245" cy="3595370"/>
          </a:xfrm>
        </p:grpSpPr>
        <p:sp>
          <p:nvSpPr>
            <p:cNvPr id="28" name="object 28" descr=""/>
            <p:cNvSpPr/>
            <p:nvPr/>
          </p:nvSpPr>
          <p:spPr>
            <a:xfrm>
              <a:off x="5073269" y="4973320"/>
              <a:ext cx="902969" cy="900430"/>
            </a:xfrm>
            <a:custGeom>
              <a:avLst/>
              <a:gdLst/>
              <a:ahLst/>
              <a:cxnLst/>
              <a:rect l="l" t="t" r="r" b="b"/>
              <a:pathLst>
                <a:path w="902970" h="900429">
                  <a:moveTo>
                    <a:pt x="331453" y="885675"/>
                  </a:moveTo>
                  <a:lnTo>
                    <a:pt x="328421" y="900049"/>
                  </a:lnTo>
                  <a:lnTo>
                    <a:pt x="370943" y="888872"/>
                  </a:lnTo>
                  <a:lnTo>
                    <a:pt x="345058" y="888872"/>
                  </a:lnTo>
                  <a:lnTo>
                    <a:pt x="331453" y="885675"/>
                  </a:lnTo>
                  <a:close/>
                </a:path>
                <a:path w="902970" h="900429">
                  <a:moveTo>
                    <a:pt x="337353" y="857697"/>
                  </a:moveTo>
                  <a:lnTo>
                    <a:pt x="331453" y="885675"/>
                  </a:lnTo>
                  <a:lnTo>
                    <a:pt x="345058" y="888872"/>
                  </a:lnTo>
                  <a:lnTo>
                    <a:pt x="351663" y="861059"/>
                  </a:lnTo>
                  <a:lnTo>
                    <a:pt x="337353" y="857697"/>
                  </a:lnTo>
                  <a:close/>
                </a:path>
                <a:path w="902970" h="900429">
                  <a:moveTo>
                    <a:pt x="340232" y="844041"/>
                  </a:moveTo>
                  <a:lnTo>
                    <a:pt x="337353" y="857697"/>
                  </a:lnTo>
                  <a:lnTo>
                    <a:pt x="351663" y="861059"/>
                  </a:lnTo>
                  <a:lnTo>
                    <a:pt x="345058" y="888872"/>
                  </a:lnTo>
                  <a:lnTo>
                    <a:pt x="370943" y="888872"/>
                  </a:lnTo>
                  <a:lnTo>
                    <a:pt x="390270" y="883792"/>
                  </a:lnTo>
                  <a:lnTo>
                    <a:pt x="340232" y="844041"/>
                  </a:lnTo>
                  <a:close/>
                </a:path>
                <a:path w="902970" h="900429">
                  <a:moveTo>
                    <a:pt x="445134" y="0"/>
                  </a:moveTo>
                  <a:lnTo>
                    <a:pt x="400176" y="2793"/>
                  </a:lnTo>
                  <a:lnTo>
                    <a:pt x="356488" y="10032"/>
                  </a:lnTo>
                  <a:lnTo>
                    <a:pt x="314070" y="21335"/>
                  </a:lnTo>
                  <a:lnTo>
                    <a:pt x="273050" y="36575"/>
                  </a:lnTo>
                  <a:lnTo>
                    <a:pt x="234187" y="55752"/>
                  </a:lnTo>
                  <a:lnTo>
                    <a:pt x="197230" y="78358"/>
                  </a:lnTo>
                  <a:lnTo>
                    <a:pt x="162686" y="104393"/>
                  </a:lnTo>
                  <a:lnTo>
                    <a:pt x="130682" y="133730"/>
                  </a:lnTo>
                  <a:lnTo>
                    <a:pt x="101501" y="166115"/>
                  </a:lnTo>
                  <a:lnTo>
                    <a:pt x="75691" y="201040"/>
                  </a:lnTo>
                  <a:lnTo>
                    <a:pt x="53085" y="238759"/>
                  </a:lnTo>
                  <a:lnTo>
                    <a:pt x="34162" y="278891"/>
                  </a:lnTo>
                  <a:lnTo>
                    <a:pt x="19050" y="321309"/>
                  </a:lnTo>
                  <a:lnTo>
                    <a:pt x="8254" y="365632"/>
                  </a:lnTo>
                  <a:lnTo>
                    <a:pt x="1777" y="411733"/>
                  </a:lnTo>
                  <a:lnTo>
                    <a:pt x="17" y="456310"/>
                  </a:lnTo>
                  <a:lnTo>
                    <a:pt x="0" y="457326"/>
                  </a:lnTo>
                  <a:lnTo>
                    <a:pt x="793" y="477392"/>
                  </a:lnTo>
                  <a:lnTo>
                    <a:pt x="888" y="479805"/>
                  </a:lnTo>
                  <a:lnTo>
                    <a:pt x="5789" y="523875"/>
                  </a:lnTo>
                  <a:lnTo>
                    <a:pt x="15239" y="567435"/>
                  </a:lnTo>
                  <a:lnTo>
                    <a:pt x="28447" y="609091"/>
                  </a:lnTo>
                  <a:lnTo>
                    <a:pt x="45719" y="648969"/>
                  </a:lnTo>
                  <a:lnTo>
                    <a:pt x="66675" y="687069"/>
                  </a:lnTo>
                  <a:lnTo>
                    <a:pt x="91058" y="722883"/>
                  </a:lnTo>
                  <a:lnTo>
                    <a:pt x="118744" y="756030"/>
                  </a:lnTo>
                  <a:lnTo>
                    <a:pt x="149478" y="786638"/>
                  </a:lnTo>
                  <a:lnTo>
                    <a:pt x="183260" y="814069"/>
                  </a:lnTo>
                  <a:lnTo>
                    <a:pt x="219709" y="838453"/>
                  </a:lnTo>
                  <a:lnTo>
                    <a:pt x="258571" y="859281"/>
                  </a:lnTo>
                  <a:lnTo>
                    <a:pt x="299973" y="876300"/>
                  </a:lnTo>
                  <a:lnTo>
                    <a:pt x="331453" y="885675"/>
                  </a:lnTo>
                  <a:lnTo>
                    <a:pt x="337353" y="857697"/>
                  </a:lnTo>
                  <a:lnTo>
                    <a:pt x="328421" y="855599"/>
                  </a:lnTo>
                  <a:lnTo>
                    <a:pt x="308736" y="849121"/>
                  </a:lnTo>
                  <a:lnTo>
                    <a:pt x="270128" y="833119"/>
                  </a:lnTo>
                  <a:lnTo>
                    <a:pt x="233806" y="813688"/>
                  </a:lnTo>
                  <a:lnTo>
                    <a:pt x="199770" y="790828"/>
                  </a:lnTo>
                  <a:lnTo>
                    <a:pt x="168147" y="764920"/>
                  </a:lnTo>
                  <a:lnTo>
                    <a:pt x="139318" y="736218"/>
                  </a:lnTo>
                  <a:lnTo>
                    <a:pt x="113512" y="705230"/>
                  </a:lnTo>
                  <a:lnTo>
                    <a:pt x="90550" y="671576"/>
                  </a:lnTo>
                  <a:lnTo>
                    <a:pt x="71119" y="635888"/>
                  </a:lnTo>
                  <a:lnTo>
                    <a:pt x="54990" y="598424"/>
                  </a:lnTo>
                  <a:lnTo>
                    <a:pt x="42544" y="559307"/>
                  </a:lnTo>
                  <a:lnTo>
                    <a:pt x="34131" y="519429"/>
                  </a:lnTo>
                  <a:lnTo>
                    <a:pt x="29336" y="477392"/>
                  </a:lnTo>
                  <a:lnTo>
                    <a:pt x="28611" y="457326"/>
                  </a:lnTo>
                  <a:lnTo>
                    <a:pt x="28709" y="445007"/>
                  </a:lnTo>
                  <a:lnTo>
                    <a:pt x="32765" y="391794"/>
                  </a:lnTo>
                  <a:lnTo>
                    <a:pt x="41020" y="349376"/>
                  </a:lnTo>
                  <a:lnTo>
                    <a:pt x="53212" y="308737"/>
                  </a:lnTo>
                  <a:lnTo>
                    <a:pt x="69341" y="270128"/>
                  </a:lnTo>
                  <a:lnTo>
                    <a:pt x="88772" y="233679"/>
                  </a:lnTo>
                  <a:lnTo>
                    <a:pt x="111632" y="199643"/>
                  </a:lnTo>
                  <a:lnTo>
                    <a:pt x="137413" y="168020"/>
                  </a:lnTo>
                  <a:lnTo>
                    <a:pt x="166115" y="139191"/>
                  </a:lnTo>
                  <a:lnTo>
                    <a:pt x="197357" y="113283"/>
                  </a:lnTo>
                  <a:lnTo>
                    <a:pt x="230885" y="90550"/>
                  </a:lnTo>
                  <a:lnTo>
                    <a:pt x="266572" y="70992"/>
                  </a:lnTo>
                  <a:lnTo>
                    <a:pt x="304038" y="54990"/>
                  </a:lnTo>
                  <a:lnTo>
                    <a:pt x="343026" y="42544"/>
                  </a:lnTo>
                  <a:lnTo>
                    <a:pt x="382858" y="34035"/>
                  </a:lnTo>
                  <a:lnTo>
                    <a:pt x="382604" y="34035"/>
                  </a:lnTo>
                  <a:lnTo>
                    <a:pt x="404113" y="31114"/>
                  </a:lnTo>
                  <a:lnTo>
                    <a:pt x="425068" y="29209"/>
                  </a:lnTo>
                  <a:lnTo>
                    <a:pt x="446150" y="28575"/>
                  </a:lnTo>
                  <a:lnTo>
                    <a:pt x="609180" y="28575"/>
                  </a:lnTo>
                  <a:lnTo>
                    <a:pt x="602488" y="26034"/>
                  </a:lnTo>
                  <a:lnTo>
                    <a:pt x="559180" y="13080"/>
                  </a:lnTo>
                  <a:lnTo>
                    <a:pt x="513841" y="4317"/>
                  </a:lnTo>
                  <a:lnTo>
                    <a:pt x="467740" y="253"/>
                  </a:lnTo>
                  <a:lnTo>
                    <a:pt x="445134" y="0"/>
                  </a:lnTo>
                  <a:close/>
                </a:path>
                <a:path w="902970" h="900429">
                  <a:moveTo>
                    <a:pt x="609180" y="28575"/>
                  </a:moveTo>
                  <a:lnTo>
                    <a:pt x="446150" y="28575"/>
                  </a:lnTo>
                  <a:lnTo>
                    <a:pt x="467486" y="28828"/>
                  </a:lnTo>
                  <a:lnTo>
                    <a:pt x="488950" y="30225"/>
                  </a:lnTo>
                  <a:lnTo>
                    <a:pt x="532002" y="36321"/>
                  </a:lnTo>
                  <a:lnTo>
                    <a:pt x="573531" y="46608"/>
                  </a:lnTo>
                  <a:lnTo>
                    <a:pt x="613282" y="60705"/>
                  </a:lnTo>
                  <a:lnTo>
                    <a:pt x="650875" y="78612"/>
                  </a:lnTo>
                  <a:lnTo>
                    <a:pt x="686053" y="99694"/>
                  </a:lnTo>
                  <a:lnTo>
                    <a:pt x="718819" y="124078"/>
                  </a:lnTo>
                  <a:lnTo>
                    <a:pt x="749045" y="151383"/>
                  </a:lnTo>
                  <a:lnTo>
                    <a:pt x="776351" y="181355"/>
                  </a:lnTo>
                  <a:lnTo>
                    <a:pt x="800734" y="213740"/>
                  </a:lnTo>
                  <a:lnTo>
                    <a:pt x="821943" y="248412"/>
                  </a:lnTo>
                  <a:lnTo>
                    <a:pt x="839851" y="284988"/>
                  </a:lnTo>
                  <a:lnTo>
                    <a:pt x="854075" y="323214"/>
                  </a:lnTo>
                  <a:lnTo>
                    <a:pt x="864615" y="363092"/>
                  </a:lnTo>
                  <a:lnTo>
                    <a:pt x="871346" y="404113"/>
                  </a:lnTo>
                  <a:lnTo>
                    <a:pt x="873839" y="445007"/>
                  </a:lnTo>
                  <a:lnTo>
                    <a:pt x="873753" y="457326"/>
                  </a:lnTo>
                  <a:lnTo>
                    <a:pt x="873632" y="467359"/>
                  </a:lnTo>
                  <a:lnTo>
                    <a:pt x="872108" y="488822"/>
                  </a:lnTo>
                  <a:lnTo>
                    <a:pt x="869695" y="510539"/>
                  </a:lnTo>
                  <a:lnTo>
                    <a:pt x="868259" y="518921"/>
                  </a:lnTo>
                  <a:lnTo>
                    <a:pt x="868171" y="519429"/>
                  </a:lnTo>
                  <a:lnTo>
                    <a:pt x="900683" y="490600"/>
                  </a:lnTo>
                  <a:lnTo>
                    <a:pt x="902442" y="446150"/>
                  </a:lnTo>
                  <a:lnTo>
                    <a:pt x="902461" y="445007"/>
                  </a:lnTo>
                  <a:lnTo>
                    <a:pt x="901668" y="424941"/>
                  </a:lnTo>
                  <a:lnTo>
                    <a:pt x="901572" y="422528"/>
                  </a:lnTo>
                  <a:lnTo>
                    <a:pt x="896619" y="378078"/>
                  </a:lnTo>
                  <a:lnTo>
                    <a:pt x="887221" y="334899"/>
                  </a:lnTo>
                  <a:lnTo>
                    <a:pt x="873886" y="293242"/>
                  </a:lnTo>
                  <a:lnTo>
                    <a:pt x="856741" y="253364"/>
                  </a:lnTo>
                  <a:lnTo>
                    <a:pt x="835786" y="215264"/>
                  </a:lnTo>
                  <a:lnTo>
                    <a:pt x="811402" y="179450"/>
                  </a:lnTo>
                  <a:lnTo>
                    <a:pt x="783716" y="146303"/>
                  </a:lnTo>
                  <a:lnTo>
                    <a:pt x="752982" y="115696"/>
                  </a:lnTo>
                  <a:lnTo>
                    <a:pt x="719201" y="88264"/>
                  </a:lnTo>
                  <a:lnTo>
                    <a:pt x="682751" y="63880"/>
                  </a:lnTo>
                  <a:lnTo>
                    <a:pt x="643889" y="43052"/>
                  </a:lnTo>
                  <a:lnTo>
                    <a:pt x="623569" y="34035"/>
                  </a:lnTo>
                  <a:lnTo>
                    <a:pt x="609180" y="28575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0897" y="4839804"/>
              <a:ext cx="671995" cy="67199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5331714" y="4924418"/>
              <a:ext cx="43180" cy="104775"/>
            </a:xfrm>
            <a:custGeom>
              <a:avLst/>
              <a:gdLst/>
              <a:ahLst/>
              <a:cxnLst/>
              <a:rect l="l" t="t" r="r" b="b"/>
              <a:pathLst>
                <a:path w="43179" h="104775">
                  <a:moveTo>
                    <a:pt x="42599" y="0"/>
                  </a:moveTo>
                  <a:lnTo>
                    <a:pt x="0" y="0"/>
                  </a:lnTo>
                  <a:lnTo>
                    <a:pt x="0" y="104400"/>
                  </a:lnTo>
                  <a:lnTo>
                    <a:pt x="42599" y="104400"/>
                  </a:lnTo>
                  <a:lnTo>
                    <a:pt x="42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54217" y="6193282"/>
              <a:ext cx="3087242" cy="139230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2672969" y="5383784"/>
              <a:ext cx="8535670" cy="3036570"/>
            </a:xfrm>
            <a:custGeom>
              <a:avLst/>
              <a:gdLst/>
              <a:ahLst/>
              <a:cxnLst/>
              <a:rect l="l" t="t" r="r" b="b"/>
              <a:pathLst>
                <a:path w="8535670" h="3036570">
                  <a:moveTo>
                    <a:pt x="5445759" y="786002"/>
                  </a:moveTo>
                  <a:lnTo>
                    <a:pt x="5513278" y="785498"/>
                  </a:lnTo>
                  <a:lnTo>
                    <a:pt x="5580679" y="784003"/>
                  </a:lnTo>
                  <a:lnTo>
                    <a:pt x="5647847" y="781549"/>
                  </a:lnTo>
                  <a:lnTo>
                    <a:pt x="5714665" y="778164"/>
                  </a:lnTo>
                  <a:lnTo>
                    <a:pt x="5781014" y="773880"/>
                  </a:lnTo>
                  <a:lnTo>
                    <a:pt x="5846780" y="768726"/>
                  </a:lnTo>
                  <a:lnTo>
                    <a:pt x="5911845" y="762732"/>
                  </a:lnTo>
                  <a:lnTo>
                    <a:pt x="5976091" y="755929"/>
                  </a:lnTo>
                  <a:lnTo>
                    <a:pt x="6039403" y="748345"/>
                  </a:lnTo>
                  <a:lnTo>
                    <a:pt x="6101663" y="740011"/>
                  </a:lnTo>
                  <a:lnTo>
                    <a:pt x="6162755" y="730957"/>
                  </a:lnTo>
                  <a:lnTo>
                    <a:pt x="6222562" y="721214"/>
                  </a:lnTo>
                  <a:lnTo>
                    <a:pt x="6280966" y="710810"/>
                  </a:lnTo>
                  <a:lnTo>
                    <a:pt x="6337851" y="699776"/>
                  </a:lnTo>
                  <a:lnTo>
                    <a:pt x="6393101" y="688142"/>
                  </a:lnTo>
                  <a:lnTo>
                    <a:pt x="6446597" y="675938"/>
                  </a:lnTo>
                  <a:lnTo>
                    <a:pt x="6498224" y="663193"/>
                  </a:lnTo>
                  <a:lnTo>
                    <a:pt x="6547865" y="649939"/>
                  </a:lnTo>
                  <a:lnTo>
                    <a:pt x="6595403" y="636204"/>
                  </a:lnTo>
                  <a:lnTo>
                    <a:pt x="6640720" y="622019"/>
                  </a:lnTo>
                  <a:lnTo>
                    <a:pt x="6683700" y="607414"/>
                  </a:lnTo>
                  <a:lnTo>
                    <a:pt x="6724227" y="592418"/>
                  </a:lnTo>
                  <a:lnTo>
                    <a:pt x="6762183" y="577062"/>
                  </a:lnTo>
                  <a:lnTo>
                    <a:pt x="6797451" y="561376"/>
                  </a:lnTo>
                  <a:lnTo>
                    <a:pt x="6859458" y="529132"/>
                  </a:lnTo>
                  <a:lnTo>
                    <a:pt x="6909313" y="495927"/>
                  </a:lnTo>
                  <a:lnTo>
                    <a:pt x="6946081" y="461999"/>
                  </a:lnTo>
                  <a:lnTo>
                    <a:pt x="6968828" y="427590"/>
                  </a:lnTo>
                  <a:lnTo>
                    <a:pt x="6976617" y="392938"/>
                  </a:lnTo>
                  <a:lnTo>
                    <a:pt x="6978585" y="375607"/>
                  </a:lnTo>
                  <a:lnTo>
                    <a:pt x="7007159" y="323915"/>
                  </a:lnTo>
                  <a:lnTo>
                    <a:pt x="7043932" y="290004"/>
                  </a:lnTo>
                  <a:lnTo>
                    <a:pt x="7093794" y="256813"/>
                  </a:lnTo>
                  <a:lnTo>
                    <a:pt x="7155810" y="224581"/>
                  </a:lnTo>
                  <a:lnTo>
                    <a:pt x="7191083" y="208900"/>
                  </a:lnTo>
                  <a:lnTo>
                    <a:pt x="7229044" y="193549"/>
                  </a:lnTo>
                  <a:lnTo>
                    <a:pt x="7269576" y="178558"/>
                  </a:lnTo>
                  <a:lnTo>
                    <a:pt x="7312562" y="163957"/>
                  </a:lnTo>
                  <a:lnTo>
                    <a:pt x="7357885" y="149776"/>
                  </a:lnTo>
                  <a:lnTo>
                    <a:pt x="7405428" y="136044"/>
                  </a:lnTo>
                  <a:lnTo>
                    <a:pt x="7455074" y="122793"/>
                  </a:lnTo>
                  <a:lnTo>
                    <a:pt x="7506707" y="110051"/>
                  </a:lnTo>
                  <a:lnTo>
                    <a:pt x="7560209" y="97849"/>
                  </a:lnTo>
                  <a:lnTo>
                    <a:pt x="7615464" y="86217"/>
                  </a:lnTo>
                  <a:lnTo>
                    <a:pt x="7672355" y="75185"/>
                  </a:lnTo>
                  <a:lnTo>
                    <a:pt x="7730764" y="64783"/>
                  </a:lnTo>
                  <a:lnTo>
                    <a:pt x="7790576" y="55040"/>
                  </a:lnTo>
                  <a:lnTo>
                    <a:pt x="7851672" y="45988"/>
                  </a:lnTo>
                  <a:lnTo>
                    <a:pt x="7913937" y="37655"/>
                  </a:lnTo>
                  <a:lnTo>
                    <a:pt x="7977253" y="30072"/>
                  </a:lnTo>
                  <a:lnTo>
                    <a:pt x="8041503" y="23268"/>
                  </a:lnTo>
                  <a:lnTo>
                    <a:pt x="8106571" y="17275"/>
                  </a:lnTo>
                  <a:lnTo>
                    <a:pt x="8172340" y="12121"/>
                  </a:lnTo>
                  <a:lnTo>
                    <a:pt x="8238693" y="7837"/>
                  </a:lnTo>
                  <a:lnTo>
                    <a:pt x="8305512" y="4453"/>
                  </a:lnTo>
                  <a:lnTo>
                    <a:pt x="8372681" y="1999"/>
                  </a:lnTo>
                  <a:lnTo>
                    <a:pt x="8440084" y="504"/>
                  </a:lnTo>
                  <a:lnTo>
                    <a:pt x="8507603" y="0"/>
                  </a:lnTo>
                </a:path>
                <a:path w="8535670" h="3036570">
                  <a:moveTo>
                    <a:pt x="0" y="3036061"/>
                  </a:moveTo>
                  <a:lnTo>
                    <a:pt x="67025" y="3035592"/>
                  </a:lnTo>
                  <a:lnTo>
                    <a:pt x="133936" y="3034203"/>
                  </a:lnTo>
                  <a:lnTo>
                    <a:pt x="200615" y="3031921"/>
                  </a:lnTo>
                  <a:lnTo>
                    <a:pt x="266946" y="3028776"/>
                  </a:lnTo>
                  <a:lnTo>
                    <a:pt x="332814" y="3024793"/>
                  </a:lnTo>
                  <a:lnTo>
                    <a:pt x="398103" y="3020003"/>
                  </a:lnTo>
                  <a:lnTo>
                    <a:pt x="462696" y="3014431"/>
                  </a:lnTo>
                  <a:lnTo>
                    <a:pt x="526477" y="3008107"/>
                  </a:lnTo>
                  <a:lnTo>
                    <a:pt x="589331" y="3001057"/>
                  </a:lnTo>
                  <a:lnTo>
                    <a:pt x="651142" y="2993310"/>
                  </a:lnTo>
                  <a:lnTo>
                    <a:pt x="711792" y="2984895"/>
                  </a:lnTo>
                  <a:lnTo>
                    <a:pt x="771167" y="2975837"/>
                  </a:lnTo>
                  <a:lnTo>
                    <a:pt x="829150" y="2966166"/>
                  </a:lnTo>
                  <a:lnTo>
                    <a:pt x="885625" y="2955910"/>
                  </a:lnTo>
                  <a:lnTo>
                    <a:pt x="940477" y="2945095"/>
                  </a:lnTo>
                  <a:lnTo>
                    <a:pt x="993589" y="2933751"/>
                  </a:lnTo>
                  <a:lnTo>
                    <a:pt x="1044844" y="2921904"/>
                  </a:lnTo>
                  <a:lnTo>
                    <a:pt x="1094128" y="2909584"/>
                  </a:lnTo>
                  <a:lnTo>
                    <a:pt x="1141324" y="2896816"/>
                  </a:lnTo>
                  <a:lnTo>
                    <a:pt x="1186316" y="2883630"/>
                  </a:lnTo>
                  <a:lnTo>
                    <a:pt x="1228988" y="2870054"/>
                  </a:lnTo>
                  <a:lnTo>
                    <a:pt x="1269224" y="2856115"/>
                  </a:lnTo>
                  <a:lnTo>
                    <a:pt x="1306908" y="2841840"/>
                  </a:lnTo>
                  <a:lnTo>
                    <a:pt x="1374155" y="2812398"/>
                  </a:lnTo>
                  <a:lnTo>
                    <a:pt x="1429802" y="2781951"/>
                  </a:lnTo>
                  <a:lnTo>
                    <a:pt x="1472920" y="2750720"/>
                  </a:lnTo>
                  <a:lnTo>
                    <a:pt x="1502581" y="2718930"/>
                  </a:lnTo>
                  <a:lnTo>
                    <a:pt x="1519808" y="2670683"/>
                  </a:lnTo>
                  <a:lnTo>
                    <a:pt x="1521761" y="2654562"/>
                  </a:lnTo>
                  <a:lnTo>
                    <a:pt x="1550127" y="2606484"/>
                  </a:lnTo>
                  <a:lnTo>
                    <a:pt x="1586633" y="2574946"/>
                  </a:lnTo>
                  <a:lnTo>
                    <a:pt x="1636133" y="2544079"/>
                  </a:lnTo>
                  <a:lnTo>
                    <a:pt x="1697700" y="2514106"/>
                  </a:lnTo>
                  <a:lnTo>
                    <a:pt x="1770404" y="2485250"/>
                  </a:lnTo>
                  <a:lnTo>
                    <a:pt x="1810643" y="2471311"/>
                  </a:lnTo>
                  <a:lnTo>
                    <a:pt x="1853318" y="2457735"/>
                  </a:lnTo>
                  <a:lnTo>
                    <a:pt x="1898315" y="2444549"/>
                  </a:lnTo>
                  <a:lnTo>
                    <a:pt x="1945515" y="2431781"/>
                  </a:lnTo>
                  <a:lnTo>
                    <a:pt x="1994804" y="2419461"/>
                  </a:lnTo>
                  <a:lnTo>
                    <a:pt x="2046066" y="2407614"/>
                  </a:lnTo>
                  <a:lnTo>
                    <a:pt x="2099184" y="2396270"/>
                  </a:lnTo>
                  <a:lnTo>
                    <a:pt x="2154043" y="2385455"/>
                  </a:lnTo>
                  <a:lnTo>
                    <a:pt x="2210527" y="2375199"/>
                  </a:lnTo>
                  <a:lnTo>
                    <a:pt x="2268519" y="2365528"/>
                  </a:lnTo>
                  <a:lnTo>
                    <a:pt x="2327904" y="2356470"/>
                  </a:lnTo>
                  <a:lnTo>
                    <a:pt x="2388565" y="2348055"/>
                  </a:lnTo>
                  <a:lnTo>
                    <a:pt x="2450387" y="2340308"/>
                  </a:lnTo>
                  <a:lnTo>
                    <a:pt x="2513253" y="2333258"/>
                  </a:lnTo>
                  <a:lnTo>
                    <a:pt x="2577048" y="2326934"/>
                  </a:lnTo>
                  <a:lnTo>
                    <a:pt x="2641656" y="2321362"/>
                  </a:lnTo>
                  <a:lnTo>
                    <a:pt x="2706960" y="2316572"/>
                  </a:lnTo>
                  <a:lnTo>
                    <a:pt x="2772845" y="2312589"/>
                  </a:lnTo>
                  <a:lnTo>
                    <a:pt x="2839195" y="2309444"/>
                  </a:lnTo>
                  <a:lnTo>
                    <a:pt x="2905893" y="2307162"/>
                  </a:lnTo>
                  <a:lnTo>
                    <a:pt x="2972824" y="2305773"/>
                  </a:lnTo>
                  <a:lnTo>
                    <a:pt x="3039872" y="2305304"/>
                  </a:lnTo>
                </a:path>
                <a:path w="8535670" h="3036570">
                  <a:moveTo>
                    <a:pt x="5490845" y="1985645"/>
                  </a:moveTo>
                  <a:lnTo>
                    <a:pt x="5556065" y="1986206"/>
                  </a:lnTo>
                  <a:lnTo>
                    <a:pt x="5621179" y="1987870"/>
                  </a:lnTo>
                  <a:lnTo>
                    <a:pt x="5686079" y="1990604"/>
                  </a:lnTo>
                  <a:lnTo>
                    <a:pt x="5750661" y="1994376"/>
                  </a:lnTo>
                  <a:lnTo>
                    <a:pt x="5814816" y="1999152"/>
                  </a:lnTo>
                  <a:lnTo>
                    <a:pt x="5878439" y="2004900"/>
                  </a:lnTo>
                  <a:lnTo>
                    <a:pt x="5941422" y="2011589"/>
                  </a:lnTo>
                  <a:lnTo>
                    <a:pt x="6003660" y="2019186"/>
                  </a:lnTo>
                  <a:lnTo>
                    <a:pt x="6065046" y="2027657"/>
                  </a:lnTo>
                  <a:lnTo>
                    <a:pt x="6125473" y="2036972"/>
                  </a:lnTo>
                  <a:lnTo>
                    <a:pt x="6184836" y="2047097"/>
                  </a:lnTo>
                  <a:lnTo>
                    <a:pt x="6243026" y="2058000"/>
                  </a:lnTo>
                  <a:lnTo>
                    <a:pt x="6299939" y="2069648"/>
                  </a:lnTo>
                  <a:lnTo>
                    <a:pt x="6355467" y="2082010"/>
                  </a:lnTo>
                  <a:lnTo>
                    <a:pt x="6409503" y="2095053"/>
                  </a:lnTo>
                  <a:lnTo>
                    <a:pt x="6461942" y="2108743"/>
                  </a:lnTo>
                  <a:lnTo>
                    <a:pt x="6512677" y="2123050"/>
                  </a:lnTo>
                  <a:lnTo>
                    <a:pt x="6561601" y="2137941"/>
                  </a:lnTo>
                  <a:lnTo>
                    <a:pt x="6608608" y="2153382"/>
                  </a:lnTo>
                  <a:lnTo>
                    <a:pt x="6653591" y="2169342"/>
                  </a:lnTo>
                  <a:lnTo>
                    <a:pt x="6696444" y="2185788"/>
                  </a:lnTo>
                  <a:lnTo>
                    <a:pt x="6737061" y="2202689"/>
                  </a:lnTo>
                  <a:lnTo>
                    <a:pt x="6775334" y="2220010"/>
                  </a:lnTo>
                  <a:lnTo>
                    <a:pt x="6811157" y="2237721"/>
                  </a:lnTo>
                  <a:lnTo>
                    <a:pt x="6875028" y="2274179"/>
                  </a:lnTo>
                  <a:lnTo>
                    <a:pt x="6927822" y="2311805"/>
                  </a:lnTo>
                  <a:lnTo>
                    <a:pt x="6968687" y="2350338"/>
                  </a:lnTo>
                  <a:lnTo>
                    <a:pt x="6996770" y="2389520"/>
                  </a:lnTo>
                  <a:lnTo>
                    <a:pt x="7011220" y="2429090"/>
                  </a:lnTo>
                  <a:lnTo>
                    <a:pt x="7014913" y="2468801"/>
                  </a:lnTo>
                  <a:lnTo>
                    <a:pt x="7020380" y="2488629"/>
                  </a:lnTo>
                  <a:lnTo>
                    <a:pt x="7041754" y="2528056"/>
                  </a:lnTo>
                  <a:lnTo>
                    <a:pt x="7076334" y="2566961"/>
                  </a:lnTo>
                  <a:lnTo>
                    <a:pt x="7123270" y="2605087"/>
                  </a:lnTo>
                  <a:lnTo>
                    <a:pt x="7181709" y="2642174"/>
                  </a:lnTo>
                  <a:lnTo>
                    <a:pt x="7250799" y="2677962"/>
                  </a:lnTo>
                  <a:lnTo>
                    <a:pt x="7289072" y="2695288"/>
                  </a:lnTo>
                  <a:lnTo>
                    <a:pt x="7329689" y="2712192"/>
                  </a:lnTo>
                  <a:lnTo>
                    <a:pt x="7372542" y="2728642"/>
                  </a:lnTo>
                  <a:lnTo>
                    <a:pt x="7417525" y="2744606"/>
                  </a:lnTo>
                  <a:lnTo>
                    <a:pt x="7464532" y="2760050"/>
                  </a:lnTo>
                  <a:lnTo>
                    <a:pt x="7513456" y="2774943"/>
                  </a:lnTo>
                  <a:lnTo>
                    <a:pt x="7564191" y="2789252"/>
                  </a:lnTo>
                  <a:lnTo>
                    <a:pt x="7616630" y="2802945"/>
                  </a:lnTo>
                  <a:lnTo>
                    <a:pt x="7670666" y="2815990"/>
                  </a:lnTo>
                  <a:lnTo>
                    <a:pt x="7726194" y="2828353"/>
                  </a:lnTo>
                  <a:lnTo>
                    <a:pt x="7783107" y="2840003"/>
                  </a:lnTo>
                  <a:lnTo>
                    <a:pt x="7841297" y="2850907"/>
                  </a:lnTo>
                  <a:lnTo>
                    <a:pt x="7900660" y="2861033"/>
                  </a:lnTo>
                  <a:lnTo>
                    <a:pt x="7961087" y="2870349"/>
                  </a:lnTo>
                  <a:lnTo>
                    <a:pt x="8022473" y="2878821"/>
                  </a:lnTo>
                  <a:lnTo>
                    <a:pt x="8084711" y="2886418"/>
                  </a:lnTo>
                  <a:lnTo>
                    <a:pt x="8147694" y="2893107"/>
                  </a:lnTo>
                  <a:lnTo>
                    <a:pt x="8211317" y="2898856"/>
                  </a:lnTo>
                  <a:lnTo>
                    <a:pt x="8275472" y="2903632"/>
                  </a:lnTo>
                  <a:lnTo>
                    <a:pt x="8340054" y="2907404"/>
                  </a:lnTo>
                  <a:lnTo>
                    <a:pt x="8404954" y="2910137"/>
                  </a:lnTo>
                  <a:lnTo>
                    <a:pt x="8470068" y="2911802"/>
                  </a:lnTo>
                  <a:lnTo>
                    <a:pt x="8535289" y="2912364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1679" y="7764526"/>
              <a:ext cx="663689" cy="67005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476244" y="6191885"/>
              <a:ext cx="1290320" cy="1290955"/>
            </a:xfrm>
            <a:custGeom>
              <a:avLst/>
              <a:gdLst/>
              <a:ahLst/>
              <a:cxnLst/>
              <a:rect l="l" t="t" r="r" b="b"/>
              <a:pathLst>
                <a:path w="1290320" h="1290954">
                  <a:moveTo>
                    <a:pt x="0" y="645287"/>
                  </a:moveTo>
                  <a:lnTo>
                    <a:pt x="1769" y="597130"/>
                  </a:lnTo>
                  <a:lnTo>
                    <a:pt x="6994" y="549935"/>
                  </a:lnTo>
                  <a:lnTo>
                    <a:pt x="15549" y="503826"/>
                  </a:lnTo>
                  <a:lnTo>
                    <a:pt x="27311" y="458926"/>
                  </a:lnTo>
                  <a:lnTo>
                    <a:pt x="42154" y="415362"/>
                  </a:lnTo>
                  <a:lnTo>
                    <a:pt x="59954" y="373259"/>
                  </a:lnTo>
                  <a:lnTo>
                    <a:pt x="80586" y="332739"/>
                  </a:lnTo>
                  <a:lnTo>
                    <a:pt x="103926" y="293930"/>
                  </a:lnTo>
                  <a:lnTo>
                    <a:pt x="129849" y="256955"/>
                  </a:lnTo>
                  <a:lnTo>
                    <a:pt x="158229" y="221939"/>
                  </a:lnTo>
                  <a:lnTo>
                    <a:pt x="188944" y="189007"/>
                  </a:lnTo>
                  <a:lnTo>
                    <a:pt x="221867" y="158284"/>
                  </a:lnTo>
                  <a:lnTo>
                    <a:pt x="256874" y="129895"/>
                  </a:lnTo>
                  <a:lnTo>
                    <a:pt x="293841" y="103964"/>
                  </a:lnTo>
                  <a:lnTo>
                    <a:pt x="332643" y="80617"/>
                  </a:lnTo>
                  <a:lnTo>
                    <a:pt x="373155" y="59977"/>
                  </a:lnTo>
                  <a:lnTo>
                    <a:pt x="415252" y="42171"/>
                  </a:lnTo>
                  <a:lnTo>
                    <a:pt x="458811" y="27322"/>
                  </a:lnTo>
                  <a:lnTo>
                    <a:pt x="503705" y="15556"/>
                  </a:lnTo>
                  <a:lnTo>
                    <a:pt x="549811" y="6997"/>
                  </a:lnTo>
                  <a:lnTo>
                    <a:pt x="597004" y="1770"/>
                  </a:lnTo>
                  <a:lnTo>
                    <a:pt x="645159" y="0"/>
                  </a:lnTo>
                  <a:lnTo>
                    <a:pt x="693299" y="1770"/>
                  </a:lnTo>
                  <a:lnTo>
                    <a:pt x="740479" y="6997"/>
                  </a:lnTo>
                  <a:lnTo>
                    <a:pt x="786575" y="15556"/>
                  </a:lnTo>
                  <a:lnTo>
                    <a:pt x="831462" y="27322"/>
                  </a:lnTo>
                  <a:lnTo>
                    <a:pt x="875015" y="42171"/>
                  </a:lnTo>
                  <a:lnTo>
                    <a:pt x="917109" y="59977"/>
                  </a:lnTo>
                  <a:lnTo>
                    <a:pt x="957620" y="80617"/>
                  </a:lnTo>
                  <a:lnTo>
                    <a:pt x="996422" y="103964"/>
                  </a:lnTo>
                  <a:lnTo>
                    <a:pt x="1033390" y="129895"/>
                  </a:lnTo>
                  <a:lnTo>
                    <a:pt x="1068401" y="158284"/>
                  </a:lnTo>
                  <a:lnTo>
                    <a:pt x="1101328" y="189007"/>
                  </a:lnTo>
                  <a:lnTo>
                    <a:pt x="1132047" y="221939"/>
                  </a:lnTo>
                  <a:lnTo>
                    <a:pt x="1160433" y="256955"/>
                  </a:lnTo>
                  <a:lnTo>
                    <a:pt x="1186361" y="293930"/>
                  </a:lnTo>
                  <a:lnTo>
                    <a:pt x="1209706" y="332739"/>
                  </a:lnTo>
                  <a:lnTo>
                    <a:pt x="1230344" y="373259"/>
                  </a:lnTo>
                  <a:lnTo>
                    <a:pt x="1248150" y="415362"/>
                  </a:lnTo>
                  <a:lnTo>
                    <a:pt x="1262998" y="458926"/>
                  </a:lnTo>
                  <a:lnTo>
                    <a:pt x="1274764" y="503826"/>
                  </a:lnTo>
                  <a:lnTo>
                    <a:pt x="1283323" y="549935"/>
                  </a:lnTo>
                  <a:lnTo>
                    <a:pt x="1288549" y="597130"/>
                  </a:lnTo>
                  <a:lnTo>
                    <a:pt x="1290319" y="645287"/>
                  </a:lnTo>
                  <a:lnTo>
                    <a:pt x="1288549" y="693443"/>
                  </a:lnTo>
                  <a:lnTo>
                    <a:pt x="1283323" y="740638"/>
                  </a:lnTo>
                  <a:lnTo>
                    <a:pt x="1274764" y="786747"/>
                  </a:lnTo>
                  <a:lnTo>
                    <a:pt x="1262998" y="831647"/>
                  </a:lnTo>
                  <a:lnTo>
                    <a:pt x="1248150" y="875211"/>
                  </a:lnTo>
                  <a:lnTo>
                    <a:pt x="1230344" y="917314"/>
                  </a:lnTo>
                  <a:lnTo>
                    <a:pt x="1209706" y="957834"/>
                  </a:lnTo>
                  <a:lnTo>
                    <a:pt x="1186361" y="996643"/>
                  </a:lnTo>
                  <a:lnTo>
                    <a:pt x="1160433" y="1033618"/>
                  </a:lnTo>
                  <a:lnTo>
                    <a:pt x="1132047" y="1068634"/>
                  </a:lnTo>
                  <a:lnTo>
                    <a:pt x="1101328" y="1101566"/>
                  </a:lnTo>
                  <a:lnTo>
                    <a:pt x="1068401" y="1132289"/>
                  </a:lnTo>
                  <a:lnTo>
                    <a:pt x="1033390" y="1160678"/>
                  </a:lnTo>
                  <a:lnTo>
                    <a:pt x="996422" y="1186609"/>
                  </a:lnTo>
                  <a:lnTo>
                    <a:pt x="957620" y="1209956"/>
                  </a:lnTo>
                  <a:lnTo>
                    <a:pt x="917109" y="1230596"/>
                  </a:lnTo>
                  <a:lnTo>
                    <a:pt x="875015" y="1248402"/>
                  </a:lnTo>
                  <a:lnTo>
                    <a:pt x="831462" y="1263251"/>
                  </a:lnTo>
                  <a:lnTo>
                    <a:pt x="786575" y="1275017"/>
                  </a:lnTo>
                  <a:lnTo>
                    <a:pt x="740479" y="1283576"/>
                  </a:lnTo>
                  <a:lnTo>
                    <a:pt x="693299" y="1288803"/>
                  </a:lnTo>
                  <a:lnTo>
                    <a:pt x="645159" y="1290573"/>
                  </a:lnTo>
                  <a:lnTo>
                    <a:pt x="597004" y="1288803"/>
                  </a:lnTo>
                  <a:lnTo>
                    <a:pt x="549811" y="1283576"/>
                  </a:lnTo>
                  <a:lnTo>
                    <a:pt x="503705" y="1275017"/>
                  </a:lnTo>
                  <a:lnTo>
                    <a:pt x="458811" y="1263251"/>
                  </a:lnTo>
                  <a:lnTo>
                    <a:pt x="415252" y="1248402"/>
                  </a:lnTo>
                  <a:lnTo>
                    <a:pt x="373155" y="1230596"/>
                  </a:lnTo>
                  <a:lnTo>
                    <a:pt x="332643" y="1209956"/>
                  </a:lnTo>
                  <a:lnTo>
                    <a:pt x="293841" y="1186609"/>
                  </a:lnTo>
                  <a:lnTo>
                    <a:pt x="256874" y="1160678"/>
                  </a:lnTo>
                  <a:lnTo>
                    <a:pt x="221867" y="1132289"/>
                  </a:lnTo>
                  <a:lnTo>
                    <a:pt x="188944" y="1101566"/>
                  </a:lnTo>
                  <a:lnTo>
                    <a:pt x="158229" y="1068634"/>
                  </a:lnTo>
                  <a:lnTo>
                    <a:pt x="129849" y="1033618"/>
                  </a:lnTo>
                  <a:lnTo>
                    <a:pt x="103926" y="996643"/>
                  </a:lnTo>
                  <a:lnTo>
                    <a:pt x="80586" y="957834"/>
                  </a:lnTo>
                  <a:lnTo>
                    <a:pt x="59954" y="917314"/>
                  </a:lnTo>
                  <a:lnTo>
                    <a:pt x="42154" y="875211"/>
                  </a:lnTo>
                  <a:lnTo>
                    <a:pt x="27311" y="831647"/>
                  </a:lnTo>
                  <a:lnTo>
                    <a:pt x="15549" y="786747"/>
                  </a:lnTo>
                  <a:lnTo>
                    <a:pt x="6994" y="740638"/>
                  </a:lnTo>
                  <a:lnTo>
                    <a:pt x="1769" y="693443"/>
                  </a:lnTo>
                  <a:lnTo>
                    <a:pt x="0" y="645287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1376786" y="4169155"/>
            <a:ext cx="1229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0">
                <a:latin typeface="Calibri"/>
                <a:cs typeface="Calibri"/>
              </a:rPr>
              <a:t>COMPUTE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479783" y="5554217"/>
            <a:ext cx="9817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80">
                <a:latin typeface="Calibri"/>
                <a:cs typeface="Calibri"/>
              </a:rPr>
              <a:t>AWS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65">
                <a:latin typeface="Calibri"/>
                <a:cs typeface="Calibri"/>
              </a:rPr>
              <a:t>Lambda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64793" y="8267445"/>
            <a:ext cx="1325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0">
                <a:latin typeface="Calibri"/>
                <a:cs typeface="Calibri"/>
              </a:rPr>
              <a:t>Data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145">
                <a:latin typeface="Calibri"/>
                <a:cs typeface="Calibri"/>
              </a:rPr>
              <a:t>stores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534283" y="6569709"/>
            <a:ext cx="11747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3510" marR="5080" indent="-131445">
              <a:lnSpc>
                <a:spcPct val="100000"/>
              </a:lnSpc>
              <a:spcBef>
                <a:spcPts val="95"/>
              </a:spcBef>
            </a:pPr>
            <a:r>
              <a:rPr dirty="0" sz="1600" spc="229">
                <a:solidFill>
                  <a:srgbClr val="221F1F"/>
                </a:solidFill>
                <a:latin typeface="Calibri"/>
                <a:cs typeface="Calibri"/>
              </a:rPr>
              <a:t>REST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Proxy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dirty="0" sz="16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Clients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518153" y="8368665"/>
            <a:ext cx="119824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33045">
              <a:lnSpc>
                <a:spcPct val="100000"/>
              </a:lnSpc>
              <a:spcBef>
                <a:spcPts val="95"/>
              </a:spcBef>
            </a:pPr>
            <a:r>
              <a:rPr dirty="0" sz="1600" spc="160">
                <a:solidFill>
                  <a:srgbClr val="173360"/>
                </a:solidFill>
                <a:latin typeface="Calibri"/>
                <a:cs typeface="Calibri"/>
              </a:rPr>
              <a:t>Source </a:t>
            </a:r>
            <a:r>
              <a:rPr dirty="0" sz="1600" spc="165">
                <a:solidFill>
                  <a:srgbClr val="173360"/>
                </a:solidFill>
                <a:latin typeface="Calibri"/>
                <a:cs typeface="Calibri"/>
              </a:rPr>
              <a:t>Connectors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65031" y="5548376"/>
            <a:ext cx="672020" cy="678814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8649461" y="6170803"/>
            <a:ext cx="9817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173360"/>
                </a:solidFill>
                <a:latin typeface="Calibri"/>
                <a:cs typeface="Calibri"/>
              </a:rPr>
              <a:t>Lambda </a:t>
            </a:r>
            <a:r>
              <a:rPr dirty="0" sz="1800" spc="195">
                <a:solidFill>
                  <a:srgbClr val="173360"/>
                </a:solidFill>
                <a:latin typeface="Calibri"/>
                <a:cs typeface="Calibri"/>
              </a:rPr>
              <a:t>Sink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2759245" y="4522787"/>
            <a:ext cx="4037329" cy="1722120"/>
            <a:chOff x="12759245" y="4522787"/>
            <a:chExt cx="4037329" cy="1722120"/>
          </a:xfrm>
        </p:grpSpPr>
        <p:sp>
          <p:nvSpPr>
            <p:cNvPr id="43" name="object 43" descr=""/>
            <p:cNvSpPr/>
            <p:nvPr/>
          </p:nvSpPr>
          <p:spPr>
            <a:xfrm>
              <a:off x="12773532" y="4537075"/>
              <a:ext cx="4008754" cy="1693545"/>
            </a:xfrm>
            <a:custGeom>
              <a:avLst/>
              <a:gdLst/>
              <a:ahLst/>
              <a:cxnLst/>
              <a:rect l="l" t="t" r="r" b="b"/>
              <a:pathLst>
                <a:path w="4008755" h="1693545">
                  <a:moveTo>
                    <a:pt x="829055" y="115442"/>
                  </a:moveTo>
                  <a:lnTo>
                    <a:pt x="838148" y="70508"/>
                  </a:lnTo>
                  <a:lnTo>
                    <a:pt x="862933" y="33813"/>
                  </a:lnTo>
                  <a:lnTo>
                    <a:pt x="899671" y="9072"/>
                  </a:lnTo>
                  <a:lnTo>
                    <a:pt x="944626" y="0"/>
                  </a:lnTo>
                  <a:lnTo>
                    <a:pt x="3893057" y="0"/>
                  </a:lnTo>
                  <a:lnTo>
                    <a:pt x="3937992" y="9072"/>
                  </a:lnTo>
                  <a:lnTo>
                    <a:pt x="3974687" y="33813"/>
                  </a:lnTo>
                  <a:lnTo>
                    <a:pt x="3999428" y="70508"/>
                  </a:lnTo>
                  <a:lnTo>
                    <a:pt x="4008501" y="115442"/>
                  </a:lnTo>
                  <a:lnTo>
                    <a:pt x="4008501" y="1577975"/>
                  </a:lnTo>
                  <a:lnTo>
                    <a:pt x="3999428" y="1622909"/>
                  </a:lnTo>
                  <a:lnTo>
                    <a:pt x="3974687" y="1659604"/>
                  </a:lnTo>
                  <a:lnTo>
                    <a:pt x="3937992" y="1684345"/>
                  </a:lnTo>
                  <a:lnTo>
                    <a:pt x="3893057" y="1693417"/>
                  </a:lnTo>
                  <a:lnTo>
                    <a:pt x="944626" y="1693417"/>
                  </a:lnTo>
                  <a:lnTo>
                    <a:pt x="899671" y="1684345"/>
                  </a:lnTo>
                  <a:lnTo>
                    <a:pt x="862933" y="1659604"/>
                  </a:lnTo>
                  <a:lnTo>
                    <a:pt x="838148" y="1622909"/>
                  </a:lnTo>
                  <a:lnTo>
                    <a:pt x="829055" y="1577975"/>
                  </a:lnTo>
                  <a:lnTo>
                    <a:pt x="829055" y="115442"/>
                  </a:lnTo>
                  <a:close/>
                </a:path>
                <a:path w="4008755" h="1693545">
                  <a:moveTo>
                    <a:pt x="0" y="846709"/>
                  </a:moveTo>
                  <a:lnTo>
                    <a:pt x="829182" y="846709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58518" y="4751146"/>
              <a:ext cx="849058" cy="849045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624555" y="4751146"/>
              <a:ext cx="849058" cy="849045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13718286" y="4169155"/>
            <a:ext cx="1655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54">
                <a:latin typeface="Calibri"/>
                <a:cs typeface="Calibri"/>
              </a:rPr>
              <a:t>DATA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265">
                <a:latin typeface="Calibri"/>
                <a:cs typeface="Calibri"/>
              </a:rPr>
              <a:t>STORES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3836141" y="5590413"/>
            <a:ext cx="137350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45">
                <a:latin typeface="Calibri"/>
                <a:cs typeface="Calibri"/>
              </a:rPr>
              <a:t>Amazon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80">
                <a:latin typeface="Calibri"/>
                <a:cs typeface="Calibri"/>
              </a:rPr>
              <a:t>DynamoDB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5558896" y="5554217"/>
            <a:ext cx="9810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0"/>
              </a:spcBef>
            </a:pPr>
            <a:r>
              <a:rPr dirty="0" sz="1800" spc="245">
                <a:latin typeface="Calibri"/>
                <a:cs typeface="Calibri"/>
              </a:rPr>
              <a:t>Amazon </a:t>
            </a:r>
            <a:r>
              <a:rPr dirty="0" sz="1800" spc="165">
                <a:latin typeface="Calibri"/>
                <a:cs typeface="Calibri"/>
              </a:rPr>
              <a:t>Aurora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11208257" y="7449311"/>
            <a:ext cx="1593215" cy="1694180"/>
          </a:xfrm>
          <a:custGeom>
            <a:avLst/>
            <a:gdLst/>
            <a:ahLst/>
            <a:cxnLst/>
            <a:rect l="l" t="t" r="r" b="b"/>
            <a:pathLst>
              <a:path w="1593215" h="1694179">
                <a:moveTo>
                  <a:pt x="0" y="108712"/>
                </a:moveTo>
                <a:lnTo>
                  <a:pt x="8536" y="66383"/>
                </a:lnTo>
                <a:lnTo>
                  <a:pt x="31813" y="31829"/>
                </a:lnTo>
                <a:lnTo>
                  <a:pt x="66329" y="8538"/>
                </a:lnTo>
                <a:lnTo>
                  <a:pt x="108585" y="0"/>
                </a:lnTo>
                <a:lnTo>
                  <a:pt x="1484376" y="0"/>
                </a:lnTo>
                <a:lnTo>
                  <a:pt x="1526631" y="8538"/>
                </a:lnTo>
                <a:lnTo>
                  <a:pt x="1561147" y="31829"/>
                </a:lnTo>
                <a:lnTo>
                  <a:pt x="1584424" y="66383"/>
                </a:lnTo>
                <a:lnTo>
                  <a:pt x="1592961" y="108712"/>
                </a:lnTo>
                <a:lnTo>
                  <a:pt x="1592961" y="1584921"/>
                </a:lnTo>
                <a:lnTo>
                  <a:pt x="1584424" y="1627206"/>
                </a:lnTo>
                <a:lnTo>
                  <a:pt x="1561147" y="1661737"/>
                </a:lnTo>
                <a:lnTo>
                  <a:pt x="1526631" y="1685020"/>
                </a:lnTo>
                <a:lnTo>
                  <a:pt x="1484376" y="1693557"/>
                </a:lnTo>
                <a:lnTo>
                  <a:pt x="108585" y="1693557"/>
                </a:lnTo>
                <a:lnTo>
                  <a:pt x="66329" y="1685020"/>
                </a:lnTo>
                <a:lnTo>
                  <a:pt x="31813" y="1661737"/>
                </a:lnTo>
                <a:lnTo>
                  <a:pt x="8536" y="1627206"/>
                </a:lnTo>
                <a:lnTo>
                  <a:pt x="0" y="1584921"/>
                </a:lnTo>
                <a:lnTo>
                  <a:pt x="0" y="108712"/>
                </a:lnTo>
                <a:close/>
              </a:path>
            </a:pathLst>
          </a:custGeom>
          <a:ln w="28574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11445620" y="7081773"/>
            <a:ext cx="1147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54"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507469" y="8466835"/>
            <a:ext cx="9810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800" spc="245">
                <a:latin typeface="Calibri"/>
                <a:cs typeface="Calibri"/>
              </a:rPr>
              <a:t>Amazon </a:t>
            </a:r>
            <a:r>
              <a:rPr dirty="0" sz="1800" spc="160">
                <a:latin typeface="Calibri"/>
                <a:cs typeface="Calibri"/>
              </a:rPr>
              <a:t>S3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8738489" y="7196963"/>
            <a:ext cx="3696335" cy="1275715"/>
            <a:chOff x="8738489" y="7196963"/>
            <a:chExt cx="3696335" cy="1275715"/>
          </a:xfrm>
        </p:grpSpPr>
        <p:pic>
          <p:nvPicPr>
            <p:cNvPr id="53" name="object 5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61191" y="7598867"/>
              <a:ext cx="873302" cy="873302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38489" y="7196963"/>
              <a:ext cx="672020" cy="678814"/>
            </a:xfrm>
            <a:prstGeom prst="rect">
              <a:avLst/>
            </a:prstGeom>
          </p:spPr>
        </p:pic>
      </p:grpSp>
      <p:sp>
        <p:nvSpPr>
          <p:cNvPr id="55" name="object 55" descr=""/>
          <p:cNvSpPr txBox="1"/>
          <p:nvPr/>
        </p:nvSpPr>
        <p:spPr>
          <a:xfrm>
            <a:off x="8716136" y="7846567"/>
            <a:ext cx="849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90">
                <a:solidFill>
                  <a:srgbClr val="173360"/>
                </a:solidFill>
                <a:latin typeface="Calibri"/>
                <a:cs typeface="Calibri"/>
              </a:rPr>
              <a:t>S3</a:t>
            </a:r>
            <a:r>
              <a:rPr dirty="0" sz="18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173360"/>
                </a:solidFill>
                <a:latin typeface="Calibri"/>
                <a:cs typeface="Calibri"/>
              </a:rPr>
              <a:t>Sink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13625576" y="7439914"/>
            <a:ext cx="3179445" cy="1693545"/>
          </a:xfrm>
          <a:custGeom>
            <a:avLst/>
            <a:gdLst/>
            <a:ahLst/>
            <a:cxnLst/>
            <a:rect l="l" t="t" r="r" b="b"/>
            <a:pathLst>
              <a:path w="3179444" h="1693545">
                <a:moveTo>
                  <a:pt x="0" y="115443"/>
                </a:moveTo>
                <a:lnTo>
                  <a:pt x="9072" y="70508"/>
                </a:lnTo>
                <a:lnTo>
                  <a:pt x="33813" y="33813"/>
                </a:lnTo>
                <a:lnTo>
                  <a:pt x="70508" y="9072"/>
                </a:lnTo>
                <a:lnTo>
                  <a:pt x="115442" y="0"/>
                </a:lnTo>
                <a:lnTo>
                  <a:pt x="3063875" y="0"/>
                </a:lnTo>
                <a:lnTo>
                  <a:pt x="3108809" y="9072"/>
                </a:lnTo>
                <a:lnTo>
                  <a:pt x="3145504" y="33813"/>
                </a:lnTo>
                <a:lnTo>
                  <a:pt x="3170245" y="70508"/>
                </a:lnTo>
                <a:lnTo>
                  <a:pt x="3179317" y="115443"/>
                </a:lnTo>
                <a:lnTo>
                  <a:pt x="3179317" y="1578000"/>
                </a:lnTo>
                <a:lnTo>
                  <a:pt x="3170245" y="1622951"/>
                </a:lnTo>
                <a:lnTo>
                  <a:pt x="3145504" y="1659658"/>
                </a:lnTo>
                <a:lnTo>
                  <a:pt x="3108809" y="1684406"/>
                </a:lnTo>
                <a:lnTo>
                  <a:pt x="3063875" y="1693481"/>
                </a:lnTo>
                <a:lnTo>
                  <a:pt x="115442" y="1693481"/>
                </a:lnTo>
                <a:lnTo>
                  <a:pt x="70508" y="1684406"/>
                </a:lnTo>
                <a:lnTo>
                  <a:pt x="33813" y="1659658"/>
                </a:lnTo>
                <a:lnTo>
                  <a:pt x="9072" y="1622951"/>
                </a:lnTo>
                <a:lnTo>
                  <a:pt x="0" y="1578000"/>
                </a:lnTo>
                <a:lnTo>
                  <a:pt x="0" y="115443"/>
                </a:lnTo>
                <a:close/>
              </a:path>
            </a:pathLst>
          </a:custGeom>
          <a:ln w="28575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13741400" y="7072376"/>
            <a:ext cx="1324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9"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4054073" y="8457438"/>
            <a:ext cx="9810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0"/>
              </a:spcBef>
            </a:pPr>
            <a:r>
              <a:rPr dirty="0" sz="1800" spc="245">
                <a:latin typeface="Calibri"/>
                <a:cs typeface="Calibri"/>
              </a:rPr>
              <a:t>Amazon </a:t>
            </a:r>
            <a:r>
              <a:rPr dirty="0" sz="1800" spc="200">
                <a:latin typeface="Calibri"/>
                <a:cs typeface="Calibri"/>
              </a:rPr>
              <a:t>Athena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5581757" y="8457438"/>
            <a:ext cx="9810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45">
                <a:latin typeface="Calibri"/>
                <a:cs typeface="Calibri"/>
              </a:rPr>
              <a:t>Amazon </a:t>
            </a:r>
            <a:r>
              <a:rPr dirty="0" sz="1800" spc="170">
                <a:latin typeface="Calibri"/>
                <a:cs typeface="Calibri"/>
              </a:rPr>
              <a:t>Redshift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2331275" y="7320698"/>
            <a:ext cx="14142719" cy="1277620"/>
            <a:chOff x="2331275" y="7320698"/>
            <a:chExt cx="14142719" cy="1277620"/>
          </a:xfrm>
        </p:grpSpPr>
        <p:sp>
          <p:nvSpPr>
            <p:cNvPr id="61" name="object 61" descr=""/>
            <p:cNvSpPr/>
            <p:nvPr/>
          </p:nvSpPr>
          <p:spPr>
            <a:xfrm>
              <a:off x="12801219" y="8286495"/>
              <a:ext cx="824865" cy="10160"/>
            </a:xfrm>
            <a:custGeom>
              <a:avLst/>
              <a:gdLst/>
              <a:ahLst/>
              <a:cxnLst/>
              <a:rect l="l" t="t" r="r" b="b"/>
              <a:pathLst>
                <a:path w="824865" h="10159">
                  <a:moveTo>
                    <a:pt x="0" y="9651"/>
                  </a:moveTo>
                  <a:lnTo>
                    <a:pt x="824484" y="0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24301" y="7634884"/>
              <a:ext cx="849604" cy="849604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097000" y="7652460"/>
              <a:ext cx="849045" cy="84904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2345563" y="8256269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60" h="327659">
                  <a:moveTo>
                    <a:pt x="0" y="163575"/>
                  </a:moveTo>
                  <a:lnTo>
                    <a:pt x="5846" y="120062"/>
                  </a:lnTo>
                  <a:lnTo>
                    <a:pt x="22347" y="80978"/>
                  </a:lnTo>
                  <a:lnTo>
                    <a:pt x="47942" y="47878"/>
                  </a:lnTo>
                  <a:lnTo>
                    <a:pt x="81073" y="22314"/>
                  </a:lnTo>
                  <a:lnTo>
                    <a:pt x="120179" y="5837"/>
                  </a:lnTo>
                  <a:lnTo>
                    <a:pt x="163703" y="0"/>
                  </a:lnTo>
                  <a:lnTo>
                    <a:pt x="207226" y="5837"/>
                  </a:lnTo>
                  <a:lnTo>
                    <a:pt x="246332" y="22314"/>
                  </a:lnTo>
                  <a:lnTo>
                    <a:pt x="279463" y="47878"/>
                  </a:lnTo>
                  <a:lnTo>
                    <a:pt x="305058" y="80978"/>
                  </a:lnTo>
                  <a:lnTo>
                    <a:pt x="321559" y="120062"/>
                  </a:lnTo>
                  <a:lnTo>
                    <a:pt x="327406" y="163575"/>
                  </a:lnTo>
                  <a:lnTo>
                    <a:pt x="321559" y="207099"/>
                  </a:lnTo>
                  <a:lnTo>
                    <a:pt x="305058" y="246205"/>
                  </a:lnTo>
                  <a:lnTo>
                    <a:pt x="279463" y="279336"/>
                  </a:lnTo>
                  <a:lnTo>
                    <a:pt x="246332" y="304931"/>
                  </a:lnTo>
                  <a:lnTo>
                    <a:pt x="207226" y="321432"/>
                  </a:lnTo>
                  <a:lnTo>
                    <a:pt x="163703" y="327278"/>
                  </a:lnTo>
                  <a:lnTo>
                    <a:pt x="120179" y="321432"/>
                  </a:lnTo>
                  <a:lnTo>
                    <a:pt x="81073" y="304931"/>
                  </a:lnTo>
                  <a:lnTo>
                    <a:pt x="47942" y="279336"/>
                  </a:lnTo>
                  <a:lnTo>
                    <a:pt x="22347" y="246205"/>
                  </a:lnTo>
                  <a:lnTo>
                    <a:pt x="5846" y="207099"/>
                  </a:lnTo>
                  <a:lnTo>
                    <a:pt x="0" y="163575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36944" y="7320698"/>
              <a:ext cx="627595" cy="627595"/>
            </a:xfrm>
            <a:prstGeom prst="rect">
              <a:avLst/>
            </a:prstGeom>
          </p:spPr>
        </p:pic>
      </p:grpSp>
      <p:sp>
        <p:nvSpPr>
          <p:cNvPr id="66" name="object 66" descr=""/>
          <p:cNvSpPr/>
          <p:nvPr/>
        </p:nvSpPr>
        <p:spPr>
          <a:xfrm>
            <a:off x="537756" y="251409"/>
            <a:ext cx="3859529" cy="424180"/>
          </a:xfrm>
          <a:custGeom>
            <a:avLst/>
            <a:gdLst/>
            <a:ahLst/>
            <a:cxnLst/>
            <a:rect l="l" t="t" r="r" b="b"/>
            <a:pathLst>
              <a:path w="3859529" h="424180">
                <a:moveTo>
                  <a:pt x="3859149" y="0"/>
                </a:moveTo>
                <a:lnTo>
                  <a:pt x="0" y="0"/>
                </a:lnTo>
                <a:lnTo>
                  <a:pt x="0" y="423595"/>
                </a:lnTo>
                <a:lnTo>
                  <a:pt x="3859149" y="423595"/>
                </a:lnTo>
                <a:lnTo>
                  <a:pt x="3859149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 txBox="1"/>
          <p:nvPr/>
        </p:nvSpPr>
        <p:spPr>
          <a:xfrm>
            <a:off x="707847" y="302768"/>
            <a:ext cx="3020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0">
                <a:solidFill>
                  <a:srgbClr val="FFFFFF"/>
                </a:solidFill>
                <a:latin typeface="Calibri"/>
                <a:cs typeface="Calibri"/>
              </a:rPr>
              <a:t>Serverless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dirty="0" sz="18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65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7722234" y="8964879"/>
            <a:ext cx="852169" cy="30416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800" spc="245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672160"/>
            <a:ext cx="741603" cy="74160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46735" y="4131411"/>
            <a:ext cx="17589500" cy="5843905"/>
            <a:chOff x="346735" y="4131411"/>
            <a:chExt cx="17589500" cy="5843905"/>
          </a:xfrm>
        </p:grpSpPr>
        <p:sp>
          <p:nvSpPr>
            <p:cNvPr id="5" name="object 5" descr=""/>
            <p:cNvSpPr/>
            <p:nvPr/>
          </p:nvSpPr>
          <p:spPr>
            <a:xfrm>
              <a:off x="351497" y="4136174"/>
              <a:ext cx="8728075" cy="5834380"/>
            </a:xfrm>
            <a:custGeom>
              <a:avLst/>
              <a:gdLst/>
              <a:ahLst/>
              <a:cxnLst/>
              <a:rect l="l" t="t" r="r" b="b"/>
              <a:pathLst>
                <a:path w="8728075" h="5834380">
                  <a:moveTo>
                    <a:pt x="8727948" y="0"/>
                  </a:moveTo>
                  <a:lnTo>
                    <a:pt x="0" y="0"/>
                  </a:lnTo>
                  <a:lnTo>
                    <a:pt x="0" y="5834380"/>
                  </a:lnTo>
                  <a:lnTo>
                    <a:pt x="8727948" y="5834380"/>
                  </a:lnTo>
                  <a:lnTo>
                    <a:pt x="8727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51497" y="4136174"/>
              <a:ext cx="8728075" cy="5834380"/>
            </a:xfrm>
            <a:custGeom>
              <a:avLst/>
              <a:gdLst/>
              <a:ahLst/>
              <a:cxnLst/>
              <a:rect l="l" t="t" r="r" b="b"/>
              <a:pathLst>
                <a:path w="8728075" h="5834380">
                  <a:moveTo>
                    <a:pt x="0" y="5834380"/>
                  </a:moveTo>
                  <a:lnTo>
                    <a:pt x="8727948" y="5834380"/>
                  </a:lnTo>
                  <a:lnTo>
                    <a:pt x="8727948" y="0"/>
                  </a:lnTo>
                  <a:lnTo>
                    <a:pt x="0" y="0"/>
                  </a:lnTo>
                  <a:lnTo>
                    <a:pt x="0" y="5834380"/>
                  </a:lnTo>
                  <a:close/>
                </a:path>
              </a:pathLst>
            </a:custGeom>
            <a:ln w="9525">
              <a:solidFill>
                <a:srgbClr val="66666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079103" y="4136174"/>
              <a:ext cx="8852535" cy="5834380"/>
            </a:xfrm>
            <a:custGeom>
              <a:avLst/>
              <a:gdLst/>
              <a:ahLst/>
              <a:cxnLst/>
              <a:rect l="l" t="t" r="r" b="b"/>
              <a:pathLst>
                <a:path w="8852535" h="5834380">
                  <a:moveTo>
                    <a:pt x="8852153" y="0"/>
                  </a:moveTo>
                  <a:lnTo>
                    <a:pt x="0" y="0"/>
                  </a:lnTo>
                  <a:lnTo>
                    <a:pt x="0" y="5834380"/>
                  </a:lnTo>
                  <a:lnTo>
                    <a:pt x="8852153" y="5834380"/>
                  </a:lnTo>
                  <a:lnTo>
                    <a:pt x="8852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079103" y="4136174"/>
              <a:ext cx="8852535" cy="5834380"/>
            </a:xfrm>
            <a:custGeom>
              <a:avLst/>
              <a:gdLst/>
              <a:ahLst/>
              <a:cxnLst/>
              <a:rect l="l" t="t" r="r" b="b"/>
              <a:pathLst>
                <a:path w="8852535" h="5834380">
                  <a:moveTo>
                    <a:pt x="0" y="5834380"/>
                  </a:moveTo>
                  <a:lnTo>
                    <a:pt x="8852153" y="5834380"/>
                  </a:lnTo>
                  <a:lnTo>
                    <a:pt x="8852153" y="0"/>
                  </a:lnTo>
                  <a:lnTo>
                    <a:pt x="0" y="0"/>
                  </a:lnTo>
                  <a:lnTo>
                    <a:pt x="0" y="5834380"/>
                  </a:lnTo>
                  <a:close/>
                </a:path>
              </a:pathLst>
            </a:custGeom>
            <a:ln w="9525">
              <a:solidFill>
                <a:srgbClr val="66666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73100" y="671270"/>
            <a:ext cx="1032129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38CCEC"/>
                </a:solidFill>
              </a:rPr>
              <a:t>온프레미스에서</a:t>
            </a:r>
            <a:r>
              <a:rPr dirty="0" spc="-335">
                <a:solidFill>
                  <a:srgbClr val="38CCEC"/>
                </a:solidFill>
              </a:rPr>
              <a:t> </a:t>
            </a:r>
            <a:r>
              <a:rPr dirty="0" spc="500">
                <a:solidFill>
                  <a:srgbClr val="38CCEC"/>
                </a:solidFill>
                <a:latin typeface="Calibri"/>
                <a:cs typeface="Calibri"/>
              </a:rPr>
              <a:t>AWS</a:t>
            </a:r>
            <a:r>
              <a:rPr dirty="0" spc="500">
                <a:solidFill>
                  <a:srgbClr val="38CCEC"/>
                </a:solidFill>
              </a:rPr>
              <a:t>로의</a:t>
            </a:r>
            <a:r>
              <a:rPr dirty="0" spc="-320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현대화</a:t>
            </a:r>
            <a:r>
              <a:rPr dirty="0" spc="-320">
                <a:solidFill>
                  <a:srgbClr val="38CCEC"/>
                </a:solidFill>
              </a:rPr>
              <a:t> </a:t>
            </a:r>
            <a:r>
              <a:rPr dirty="0" spc="-25">
                <a:solidFill>
                  <a:srgbClr val="38CCEC"/>
                </a:solidFill>
              </a:rPr>
              <a:t>가속화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2491084" y="7541768"/>
            <a:ext cx="12007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35">
                <a:solidFill>
                  <a:srgbClr val="173360"/>
                </a:solidFill>
                <a:latin typeface="Calibri"/>
                <a:cs typeface="Calibri"/>
              </a:rPr>
              <a:t>Redshift</a:t>
            </a:r>
            <a:r>
              <a:rPr dirty="0" sz="14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173360"/>
                </a:solidFill>
                <a:latin typeface="Calibri"/>
                <a:cs typeface="Calibri"/>
              </a:rPr>
              <a:t>Sink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1971464" y="7708836"/>
            <a:ext cx="2650490" cy="1005205"/>
            <a:chOff x="11971464" y="7708836"/>
            <a:chExt cx="2650490" cy="1005205"/>
          </a:xfrm>
        </p:grpSpPr>
        <p:sp>
          <p:nvSpPr>
            <p:cNvPr id="12" name="object 12" descr=""/>
            <p:cNvSpPr/>
            <p:nvPr/>
          </p:nvSpPr>
          <p:spPr>
            <a:xfrm>
              <a:off x="11985752" y="7723123"/>
              <a:ext cx="2621915" cy="976630"/>
            </a:xfrm>
            <a:custGeom>
              <a:avLst/>
              <a:gdLst/>
              <a:ahLst/>
              <a:cxnLst/>
              <a:rect l="l" t="t" r="r" b="b"/>
              <a:pathLst>
                <a:path w="2621915" h="976629">
                  <a:moveTo>
                    <a:pt x="0" y="0"/>
                  </a:moveTo>
                  <a:lnTo>
                    <a:pt x="60269" y="991"/>
                  </a:lnTo>
                  <a:lnTo>
                    <a:pt x="120372" y="3916"/>
                  </a:lnTo>
                  <a:lnTo>
                    <a:pt x="180145" y="8701"/>
                  </a:lnTo>
                  <a:lnTo>
                    <a:pt x="239422" y="15270"/>
                  </a:lnTo>
                  <a:lnTo>
                    <a:pt x="298037" y="23550"/>
                  </a:lnTo>
                  <a:lnTo>
                    <a:pt x="355825" y="33467"/>
                  </a:lnTo>
                  <a:lnTo>
                    <a:pt x="412620" y="44945"/>
                  </a:lnTo>
                  <a:lnTo>
                    <a:pt x="468258" y="57911"/>
                  </a:lnTo>
                  <a:lnTo>
                    <a:pt x="522572" y="72291"/>
                  </a:lnTo>
                  <a:lnTo>
                    <a:pt x="575397" y="88009"/>
                  </a:lnTo>
                  <a:lnTo>
                    <a:pt x="626568" y="104992"/>
                  </a:lnTo>
                  <a:lnTo>
                    <a:pt x="675919" y="123165"/>
                  </a:lnTo>
                  <a:lnTo>
                    <a:pt x="723285" y="142455"/>
                  </a:lnTo>
                  <a:lnTo>
                    <a:pt x="768501" y="162786"/>
                  </a:lnTo>
                  <a:lnTo>
                    <a:pt x="811401" y="184084"/>
                  </a:lnTo>
                  <a:lnTo>
                    <a:pt x="851819" y="206276"/>
                  </a:lnTo>
                  <a:lnTo>
                    <a:pt x="889591" y="229286"/>
                  </a:lnTo>
                  <a:lnTo>
                    <a:pt x="924550" y="253040"/>
                  </a:lnTo>
                  <a:lnTo>
                    <a:pt x="956532" y="277464"/>
                  </a:lnTo>
                  <a:lnTo>
                    <a:pt x="985371" y="302484"/>
                  </a:lnTo>
                  <a:lnTo>
                    <a:pt x="1032957" y="354014"/>
                  </a:lnTo>
                  <a:lnTo>
                    <a:pt x="1065987" y="407035"/>
                  </a:lnTo>
                  <a:lnTo>
                    <a:pt x="1083136" y="460952"/>
                  </a:lnTo>
                  <a:lnTo>
                    <a:pt x="1085342" y="488061"/>
                  </a:lnTo>
                  <a:lnTo>
                    <a:pt x="1087103" y="508396"/>
                  </a:lnTo>
                  <a:lnTo>
                    <a:pt x="1100899" y="548940"/>
                  </a:lnTo>
                  <a:lnTo>
                    <a:pt x="1127733" y="589106"/>
                  </a:lnTo>
                  <a:lnTo>
                    <a:pt x="1166816" y="628642"/>
                  </a:lnTo>
                  <a:lnTo>
                    <a:pt x="1217356" y="667297"/>
                  </a:lnTo>
                  <a:lnTo>
                    <a:pt x="1278564" y="704822"/>
                  </a:lnTo>
                  <a:lnTo>
                    <a:pt x="1312921" y="723081"/>
                  </a:lnTo>
                  <a:lnTo>
                    <a:pt x="1349648" y="740964"/>
                  </a:lnTo>
                  <a:lnTo>
                    <a:pt x="1388648" y="758438"/>
                  </a:lnTo>
                  <a:lnTo>
                    <a:pt x="1429820" y="775473"/>
                  </a:lnTo>
                  <a:lnTo>
                    <a:pt x="1473066" y="792037"/>
                  </a:lnTo>
                  <a:lnTo>
                    <a:pt x="1518288" y="808098"/>
                  </a:lnTo>
                  <a:lnTo>
                    <a:pt x="1565386" y="823626"/>
                  </a:lnTo>
                  <a:lnTo>
                    <a:pt x="1614261" y="838589"/>
                  </a:lnTo>
                  <a:lnTo>
                    <a:pt x="1664816" y="852956"/>
                  </a:lnTo>
                  <a:lnTo>
                    <a:pt x="1716951" y="866694"/>
                  </a:lnTo>
                  <a:lnTo>
                    <a:pt x="1770567" y="879774"/>
                  </a:lnTo>
                  <a:lnTo>
                    <a:pt x="1825566" y="892163"/>
                  </a:lnTo>
                  <a:lnTo>
                    <a:pt x="1881848" y="903830"/>
                  </a:lnTo>
                  <a:lnTo>
                    <a:pt x="1939315" y="914744"/>
                  </a:lnTo>
                  <a:lnTo>
                    <a:pt x="1997869" y="924874"/>
                  </a:lnTo>
                  <a:lnTo>
                    <a:pt x="2057409" y="934188"/>
                  </a:lnTo>
                  <a:lnTo>
                    <a:pt x="2117839" y="942654"/>
                  </a:lnTo>
                  <a:lnTo>
                    <a:pt x="2179058" y="950242"/>
                  </a:lnTo>
                  <a:lnTo>
                    <a:pt x="2240968" y="956920"/>
                  </a:lnTo>
                  <a:lnTo>
                    <a:pt x="2303470" y="962656"/>
                  </a:lnTo>
                  <a:lnTo>
                    <a:pt x="2366466" y="967420"/>
                  </a:lnTo>
                  <a:lnTo>
                    <a:pt x="2429856" y="971180"/>
                  </a:lnTo>
                  <a:lnTo>
                    <a:pt x="2493542" y="973904"/>
                  </a:lnTo>
                  <a:lnTo>
                    <a:pt x="2557425" y="975562"/>
                  </a:lnTo>
                  <a:lnTo>
                    <a:pt x="2621407" y="976122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53416" y="8006079"/>
              <a:ext cx="595147" cy="601218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2597130" y="8668893"/>
            <a:ext cx="12014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0">
                <a:solidFill>
                  <a:srgbClr val="173360"/>
                </a:solidFill>
                <a:latin typeface="Calibri"/>
                <a:cs typeface="Calibri"/>
              </a:rPr>
              <a:t>Lambda</a:t>
            </a:r>
            <a:r>
              <a:rPr dirty="0" sz="1400" spc="4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173360"/>
                </a:solidFill>
                <a:latin typeface="Calibri"/>
                <a:cs typeface="Calibri"/>
              </a:rPr>
              <a:t>Sink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135976" y="7096366"/>
            <a:ext cx="8813165" cy="2456815"/>
            <a:chOff x="1135976" y="7096366"/>
            <a:chExt cx="8813165" cy="2456815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5976" y="7096366"/>
              <a:ext cx="454799" cy="45479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0477" y="8184883"/>
              <a:ext cx="849604" cy="84959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201660" y="9129331"/>
              <a:ext cx="1747520" cy="424180"/>
            </a:xfrm>
            <a:custGeom>
              <a:avLst/>
              <a:gdLst/>
              <a:ahLst/>
              <a:cxnLst/>
              <a:rect l="l" t="t" r="r" b="b"/>
              <a:pathLst>
                <a:path w="1747520" h="424179">
                  <a:moveTo>
                    <a:pt x="1747138" y="0"/>
                  </a:moveTo>
                  <a:lnTo>
                    <a:pt x="0" y="0"/>
                  </a:lnTo>
                  <a:lnTo>
                    <a:pt x="0" y="423595"/>
                  </a:lnTo>
                  <a:lnTo>
                    <a:pt x="1747138" y="423595"/>
                  </a:lnTo>
                  <a:lnTo>
                    <a:pt x="17471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403081" y="9044737"/>
            <a:ext cx="1345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 sz="1800" spc="305">
                <a:latin typeface="Calibri"/>
                <a:cs typeface="Calibri"/>
              </a:rPr>
              <a:t>AWS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170">
                <a:latin typeface="Calibri"/>
                <a:cs typeface="Calibri"/>
              </a:rPr>
              <a:t>Direct </a:t>
            </a:r>
            <a:r>
              <a:rPr dirty="0" sz="1800" spc="215">
                <a:latin typeface="Calibri"/>
                <a:cs typeface="Calibri"/>
              </a:rPr>
              <a:t>Connect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8307578" y="6928993"/>
            <a:ext cx="1464945" cy="695325"/>
          </a:xfrm>
          <a:custGeom>
            <a:avLst/>
            <a:gdLst/>
            <a:ahLst/>
            <a:cxnLst/>
            <a:rect l="l" t="t" r="r" b="b"/>
            <a:pathLst>
              <a:path w="1464945" h="695325">
                <a:moveTo>
                  <a:pt x="1273555" y="0"/>
                </a:moveTo>
                <a:lnTo>
                  <a:pt x="1273555" y="173736"/>
                </a:lnTo>
                <a:lnTo>
                  <a:pt x="191262" y="173736"/>
                </a:lnTo>
                <a:lnTo>
                  <a:pt x="191262" y="0"/>
                </a:lnTo>
                <a:lnTo>
                  <a:pt x="0" y="347345"/>
                </a:lnTo>
                <a:lnTo>
                  <a:pt x="191262" y="694817"/>
                </a:lnTo>
                <a:lnTo>
                  <a:pt x="191262" y="521081"/>
                </a:lnTo>
                <a:lnTo>
                  <a:pt x="1273555" y="521081"/>
                </a:lnTo>
                <a:lnTo>
                  <a:pt x="1273555" y="694817"/>
                </a:lnTo>
                <a:lnTo>
                  <a:pt x="1464945" y="347345"/>
                </a:lnTo>
                <a:lnTo>
                  <a:pt x="127355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8377808" y="7124445"/>
            <a:ext cx="13144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165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r>
              <a:rPr dirty="0" sz="17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195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68718" y="5024564"/>
            <a:ext cx="5374640" cy="2756535"/>
            <a:chOff x="868718" y="5024564"/>
            <a:chExt cx="5374640" cy="2756535"/>
          </a:xfrm>
        </p:grpSpPr>
        <p:sp>
          <p:nvSpPr>
            <p:cNvPr id="23" name="object 23" descr=""/>
            <p:cNvSpPr/>
            <p:nvPr/>
          </p:nvSpPr>
          <p:spPr>
            <a:xfrm>
              <a:off x="883005" y="5038852"/>
              <a:ext cx="5346065" cy="1803400"/>
            </a:xfrm>
            <a:custGeom>
              <a:avLst/>
              <a:gdLst/>
              <a:ahLst/>
              <a:cxnLst/>
              <a:rect l="l" t="t" r="r" b="b"/>
              <a:pathLst>
                <a:path w="5346065" h="1803400">
                  <a:moveTo>
                    <a:pt x="0" y="83438"/>
                  </a:moveTo>
                  <a:lnTo>
                    <a:pt x="6549" y="50952"/>
                  </a:lnTo>
                  <a:lnTo>
                    <a:pt x="24409" y="24431"/>
                  </a:lnTo>
                  <a:lnTo>
                    <a:pt x="50899" y="6554"/>
                  </a:lnTo>
                  <a:lnTo>
                    <a:pt x="83337" y="0"/>
                  </a:lnTo>
                  <a:lnTo>
                    <a:pt x="2636164" y="0"/>
                  </a:lnTo>
                  <a:lnTo>
                    <a:pt x="2668577" y="6554"/>
                  </a:lnTo>
                  <a:lnTo>
                    <a:pt x="2695060" y="24431"/>
                  </a:lnTo>
                  <a:lnTo>
                    <a:pt x="2712923" y="50952"/>
                  </a:lnTo>
                  <a:lnTo>
                    <a:pt x="2719476" y="83438"/>
                  </a:lnTo>
                  <a:lnTo>
                    <a:pt x="2719476" y="1138936"/>
                  </a:lnTo>
                  <a:lnTo>
                    <a:pt x="2712923" y="1171348"/>
                  </a:lnTo>
                  <a:lnTo>
                    <a:pt x="2695060" y="1197832"/>
                  </a:lnTo>
                  <a:lnTo>
                    <a:pt x="2668577" y="1215695"/>
                  </a:lnTo>
                  <a:lnTo>
                    <a:pt x="2636164" y="1222248"/>
                  </a:lnTo>
                  <a:lnTo>
                    <a:pt x="83337" y="1222248"/>
                  </a:lnTo>
                  <a:lnTo>
                    <a:pt x="50899" y="1215695"/>
                  </a:lnTo>
                  <a:lnTo>
                    <a:pt x="24409" y="1197832"/>
                  </a:lnTo>
                  <a:lnTo>
                    <a:pt x="6549" y="1171348"/>
                  </a:lnTo>
                  <a:lnTo>
                    <a:pt x="0" y="1138936"/>
                  </a:lnTo>
                  <a:lnTo>
                    <a:pt x="0" y="83438"/>
                  </a:lnTo>
                  <a:close/>
                </a:path>
                <a:path w="5346065" h="1803400">
                  <a:moveTo>
                    <a:pt x="5345963" y="1803400"/>
                  </a:moveTo>
                  <a:lnTo>
                    <a:pt x="5286291" y="1802587"/>
                  </a:lnTo>
                  <a:lnTo>
                    <a:pt x="5226729" y="1800181"/>
                  </a:lnTo>
                  <a:lnTo>
                    <a:pt x="5167386" y="1796233"/>
                  </a:lnTo>
                  <a:lnTo>
                    <a:pt x="5108372" y="1790792"/>
                  </a:lnTo>
                  <a:lnTo>
                    <a:pt x="5049797" y="1783908"/>
                  </a:lnTo>
                  <a:lnTo>
                    <a:pt x="4991769" y="1775630"/>
                  </a:lnTo>
                  <a:lnTo>
                    <a:pt x="4934400" y="1766009"/>
                  </a:lnTo>
                  <a:lnTo>
                    <a:pt x="4877797" y="1755094"/>
                  </a:lnTo>
                  <a:lnTo>
                    <a:pt x="4822072" y="1742935"/>
                  </a:lnTo>
                  <a:lnTo>
                    <a:pt x="4767333" y="1729581"/>
                  </a:lnTo>
                  <a:lnTo>
                    <a:pt x="4713691" y="1715083"/>
                  </a:lnTo>
                  <a:lnTo>
                    <a:pt x="4661254" y="1699490"/>
                  </a:lnTo>
                  <a:lnTo>
                    <a:pt x="4610133" y="1682851"/>
                  </a:lnTo>
                  <a:lnTo>
                    <a:pt x="4560437" y="1665218"/>
                  </a:lnTo>
                  <a:lnTo>
                    <a:pt x="4512276" y="1646639"/>
                  </a:lnTo>
                  <a:lnTo>
                    <a:pt x="4465759" y="1627164"/>
                  </a:lnTo>
                  <a:lnTo>
                    <a:pt x="4420996" y="1606843"/>
                  </a:lnTo>
                  <a:lnTo>
                    <a:pt x="4378097" y="1585726"/>
                  </a:lnTo>
                  <a:lnTo>
                    <a:pt x="4337171" y="1563863"/>
                  </a:lnTo>
                  <a:lnTo>
                    <a:pt x="4298328" y="1541302"/>
                  </a:lnTo>
                  <a:lnTo>
                    <a:pt x="4261677" y="1518095"/>
                  </a:lnTo>
                  <a:lnTo>
                    <a:pt x="4227328" y="1494291"/>
                  </a:lnTo>
                  <a:lnTo>
                    <a:pt x="4195391" y="1469939"/>
                  </a:lnTo>
                  <a:lnTo>
                    <a:pt x="4165975" y="1445090"/>
                  </a:lnTo>
                  <a:lnTo>
                    <a:pt x="4115147" y="1394097"/>
                  </a:lnTo>
                  <a:lnTo>
                    <a:pt x="4075719" y="1341711"/>
                  </a:lnTo>
                  <a:lnTo>
                    <a:pt x="4048569" y="1288329"/>
                  </a:lnTo>
                  <a:lnTo>
                    <a:pt x="4034573" y="1234350"/>
                  </a:lnTo>
                  <a:lnTo>
                    <a:pt x="4032783" y="1207262"/>
                  </a:lnTo>
                  <a:lnTo>
                    <a:pt x="4030992" y="1180173"/>
                  </a:lnTo>
                  <a:lnTo>
                    <a:pt x="4016997" y="1126194"/>
                  </a:lnTo>
                  <a:lnTo>
                    <a:pt x="3989847" y="1072812"/>
                  </a:lnTo>
                  <a:lnTo>
                    <a:pt x="3950418" y="1020426"/>
                  </a:lnTo>
                  <a:lnTo>
                    <a:pt x="3899588" y="969433"/>
                  </a:lnTo>
                  <a:lnTo>
                    <a:pt x="3870171" y="944584"/>
                  </a:lnTo>
                  <a:lnTo>
                    <a:pt x="3838233" y="920232"/>
                  </a:lnTo>
                  <a:lnTo>
                    <a:pt x="3803883" y="896428"/>
                  </a:lnTo>
                  <a:lnTo>
                    <a:pt x="3767230" y="873221"/>
                  </a:lnTo>
                  <a:lnTo>
                    <a:pt x="3728385" y="850660"/>
                  </a:lnTo>
                  <a:lnTo>
                    <a:pt x="3687457" y="828797"/>
                  </a:lnTo>
                  <a:lnTo>
                    <a:pt x="3644555" y="807680"/>
                  </a:lnTo>
                  <a:lnTo>
                    <a:pt x="3599789" y="787359"/>
                  </a:lnTo>
                  <a:lnTo>
                    <a:pt x="3553269" y="767884"/>
                  </a:lnTo>
                  <a:lnTo>
                    <a:pt x="3505104" y="749305"/>
                  </a:lnTo>
                  <a:lnTo>
                    <a:pt x="3455404" y="731672"/>
                  </a:lnTo>
                  <a:lnTo>
                    <a:pt x="3404279" y="715033"/>
                  </a:lnTo>
                  <a:lnTo>
                    <a:pt x="3351837" y="699440"/>
                  </a:lnTo>
                  <a:lnTo>
                    <a:pt x="3298189" y="684942"/>
                  </a:lnTo>
                  <a:lnTo>
                    <a:pt x="3243445" y="671588"/>
                  </a:lnTo>
                  <a:lnTo>
                    <a:pt x="3187713" y="659429"/>
                  </a:lnTo>
                  <a:lnTo>
                    <a:pt x="3131104" y="648514"/>
                  </a:lnTo>
                  <a:lnTo>
                    <a:pt x="3073727" y="638893"/>
                  </a:lnTo>
                  <a:lnTo>
                    <a:pt x="3015691" y="630615"/>
                  </a:lnTo>
                  <a:lnTo>
                    <a:pt x="2957107" y="623731"/>
                  </a:lnTo>
                  <a:lnTo>
                    <a:pt x="2898084" y="618290"/>
                  </a:lnTo>
                  <a:lnTo>
                    <a:pt x="2838731" y="614342"/>
                  </a:lnTo>
                  <a:lnTo>
                    <a:pt x="2779159" y="611936"/>
                  </a:lnTo>
                  <a:lnTo>
                    <a:pt x="2719476" y="611124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0165" y="5191937"/>
              <a:ext cx="1732788" cy="44952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3119" y="5732475"/>
              <a:ext cx="1831975" cy="49916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83005" y="6916674"/>
              <a:ext cx="2719705" cy="849630"/>
            </a:xfrm>
            <a:custGeom>
              <a:avLst/>
              <a:gdLst/>
              <a:ahLst/>
              <a:cxnLst/>
              <a:rect l="l" t="t" r="r" b="b"/>
              <a:pathLst>
                <a:path w="2719704" h="849629">
                  <a:moveTo>
                    <a:pt x="0" y="58038"/>
                  </a:moveTo>
                  <a:lnTo>
                    <a:pt x="4551" y="35468"/>
                  </a:lnTo>
                  <a:lnTo>
                    <a:pt x="16965" y="17018"/>
                  </a:lnTo>
                  <a:lnTo>
                    <a:pt x="35377" y="4568"/>
                  </a:lnTo>
                  <a:lnTo>
                    <a:pt x="57924" y="0"/>
                  </a:lnTo>
                  <a:lnTo>
                    <a:pt x="2661564" y="0"/>
                  </a:lnTo>
                  <a:lnTo>
                    <a:pt x="2684114" y="4568"/>
                  </a:lnTo>
                  <a:lnTo>
                    <a:pt x="2702521" y="17018"/>
                  </a:lnTo>
                  <a:lnTo>
                    <a:pt x="2714928" y="35468"/>
                  </a:lnTo>
                  <a:lnTo>
                    <a:pt x="2719476" y="58038"/>
                  </a:lnTo>
                  <a:lnTo>
                    <a:pt x="2719476" y="791718"/>
                  </a:lnTo>
                  <a:lnTo>
                    <a:pt x="2714928" y="814268"/>
                  </a:lnTo>
                  <a:lnTo>
                    <a:pt x="2702521" y="832675"/>
                  </a:lnTo>
                  <a:lnTo>
                    <a:pt x="2684114" y="845081"/>
                  </a:lnTo>
                  <a:lnTo>
                    <a:pt x="2661564" y="849630"/>
                  </a:lnTo>
                  <a:lnTo>
                    <a:pt x="57924" y="849630"/>
                  </a:lnTo>
                  <a:lnTo>
                    <a:pt x="35377" y="845081"/>
                  </a:lnTo>
                  <a:lnTo>
                    <a:pt x="16965" y="832675"/>
                  </a:lnTo>
                  <a:lnTo>
                    <a:pt x="4551" y="814268"/>
                  </a:lnTo>
                  <a:lnTo>
                    <a:pt x="0" y="791718"/>
                  </a:lnTo>
                  <a:lnTo>
                    <a:pt x="0" y="58038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730120" y="7163765"/>
            <a:ext cx="15081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9">
                <a:latin typeface="Calibri"/>
                <a:cs typeface="Calibri"/>
              </a:rPr>
              <a:t>MAINFRAME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865835" y="7341489"/>
            <a:ext cx="5542915" cy="2267585"/>
          </a:xfrm>
          <a:custGeom>
            <a:avLst/>
            <a:gdLst/>
            <a:ahLst/>
            <a:cxnLst/>
            <a:rect l="l" t="t" r="r" b="b"/>
            <a:pathLst>
              <a:path w="5542915" h="2267584">
                <a:moveTo>
                  <a:pt x="2736646" y="0"/>
                </a:moveTo>
                <a:lnTo>
                  <a:pt x="5542838" y="10795"/>
                </a:lnTo>
              </a:path>
              <a:path w="5542915" h="2267584">
                <a:moveTo>
                  <a:pt x="0" y="2183752"/>
                </a:moveTo>
                <a:lnTo>
                  <a:pt x="6549" y="2216197"/>
                </a:lnTo>
                <a:lnTo>
                  <a:pt x="24409" y="2242691"/>
                </a:lnTo>
                <a:lnTo>
                  <a:pt x="50899" y="2260552"/>
                </a:lnTo>
                <a:lnTo>
                  <a:pt x="83337" y="2267102"/>
                </a:lnTo>
                <a:lnTo>
                  <a:pt x="2636189" y="2267102"/>
                </a:lnTo>
                <a:lnTo>
                  <a:pt x="2668602" y="2260552"/>
                </a:lnTo>
                <a:lnTo>
                  <a:pt x="2695086" y="2242691"/>
                </a:lnTo>
                <a:lnTo>
                  <a:pt x="2712949" y="2216197"/>
                </a:lnTo>
                <a:lnTo>
                  <a:pt x="2719501" y="2183752"/>
                </a:lnTo>
                <a:lnTo>
                  <a:pt x="2719501" y="1128268"/>
                </a:lnTo>
                <a:lnTo>
                  <a:pt x="2712949" y="1095801"/>
                </a:lnTo>
                <a:lnTo>
                  <a:pt x="2695086" y="1069324"/>
                </a:lnTo>
                <a:lnTo>
                  <a:pt x="2668602" y="1051490"/>
                </a:lnTo>
                <a:lnTo>
                  <a:pt x="2636189" y="1044956"/>
                </a:lnTo>
                <a:lnTo>
                  <a:pt x="83337" y="1044956"/>
                </a:lnTo>
                <a:lnTo>
                  <a:pt x="50899" y="1051490"/>
                </a:lnTo>
                <a:lnTo>
                  <a:pt x="24409" y="1069324"/>
                </a:lnTo>
                <a:lnTo>
                  <a:pt x="6549" y="1095801"/>
                </a:lnTo>
                <a:lnTo>
                  <a:pt x="0" y="1128268"/>
                </a:lnTo>
                <a:lnTo>
                  <a:pt x="0" y="2183752"/>
                </a:lnTo>
                <a:close/>
              </a:path>
              <a:path w="5542915" h="2267584">
                <a:moveTo>
                  <a:pt x="5520359" y="365760"/>
                </a:moveTo>
                <a:lnTo>
                  <a:pt x="5460352" y="366542"/>
                </a:lnTo>
                <a:lnTo>
                  <a:pt x="5400444" y="368859"/>
                </a:lnTo>
                <a:lnTo>
                  <a:pt x="5340731" y="372666"/>
                </a:lnTo>
                <a:lnTo>
                  <a:pt x="5281314" y="377918"/>
                </a:lnTo>
                <a:lnTo>
                  <a:pt x="5222289" y="384568"/>
                </a:lnTo>
                <a:lnTo>
                  <a:pt x="5163754" y="392573"/>
                </a:lnTo>
                <a:lnTo>
                  <a:pt x="5105808" y="401887"/>
                </a:lnTo>
                <a:lnTo>
                  <a:pt x="5048548" y="412465"/>
                </a:lnTo>
                <a:lnTo>
                  <a:pt x="4992072" y="424262"/>
                </a:lnTo>
                <a:lnTo>
                  <a:pt x="4936479" y="437232"/>
                </a:lnTo>
                <a:lnTo>
                  <a:pt x="4881866" y="451330"/>
                </a:lnTo>
                <a:lnTo>
                  <a:pt x="4828331" y="466512"/>
                </a:lnTo>
                <a:lnTo>
                  <a:pt x="4775973" y="482732"/>
                </a:lnTo>
                <a:lnTo>
                  <a:pt x="4724888" y="499945"/>
                </a:lnTo>
                <a:lnTo>
                  <a:pt x="4675176" y="518105"/>
                </a:lnTo>
                <a:lnTo>
                  <a:pt x="4626933" y="537168"/>
                </a:lnTo>
                <a:lnTo>
                  <a:pt x="4580259" y="557088"/>
                </a:lnTo>
                <a:lnTo>
                  <a:pt x="4535251" y="577821"/>
                </a:lnTo>
                <a:lnTo>
                  <a:pt x="4492006" y="599321"/>
                </a:lnTo>
                <a:lnTo>
                  <a:pt x="4450624" y="621543"/>
                </a:lnTo>
                <a:lnTo>
                  <a:pt x="4411201" y="644441"/>
                </a:lnTo>
                <a:lnTo>
                  <a:pt x="4373836" y="667971"/>
                </a:lnTo>
                <a:lnTo>
                  <a:pt x="4338627" y="692088"/>
                </a:lnTo>
                <a:lnTo>
                  <a:pt x="4305672" y="716746"/>
                </a:lnTo>
                <a:lnTo>
                  <a:pt x="4275069" y="741900"/>
                </a:lnTo>
                <a:lnTo>
                  <a:pt x="4221309" y="793516"/>
                </a:lnTo>
                <a:lnTo>
                  <a:pt x="4178131" y="846574"/>
                </a:lnTo>
                <a:lnTo>
                  <a:pt x="4146320" y="900714"/>
                </a:lnTo>
                <a:lnTo>
                  <a:pt x="4126658" y="955574"/>
                </a:lnTo>
                <a:lnTo>
                  <a:pt x="4119930" y="1010793"/>
                </a:lnTo>
                <a:lnTo>
                  <a:pt x="4118232" y="1038435"/>
                </a:lnTo>
                <a:lnTo>
                  <a:pt x="4113201" y="1066032"/>
                </a:lnTo>
                <a:lnTo>
                  <a:pt x="4093536" y="1120910"/>
                </a:lnTo>
                <a:lnTo>
                  <a:pt x="4061720" y="1175066"/>
                </a:lnTo>
                <a:lnTo>
                  <a:pt x="4018536" y="1228138"/>
                </a:lnTo>
                <a:lnTo>
                  <a:pt x="3964770" y="1279766"/>
                </a:lnTo>
                <a:lnTo>
                  <a:pt x="3934163" y="1304925"/>
                </a:lnTo>
                <a:lnTo>
                  <a:pt x="3901204" y="1329588"/>
                </a:lnTo>
                <a:lnTo>
                  <a:pt x="3865991" y="1353709"/>
                </a:lnTo>
                <a:lnTo>
                  <a:pt x="3828623" y="1377243"/>
                </a:lnTo>
                <a:lnTo>
                  <a:pt x="3789197" y="1400146"/>
                </a:lnTo>
                <a:lnTo>
                  <a:pt x="3747811" y="1422371"/>
                </a:lnTo>
                <a:lnTo>
                  <a:pt x="3704564" y="1443874"/>
                </a:lnTo>
                <a:lnTo>
                  <a:pt x="3659553" y="1464609"/>
                </a:lnTo>
                <a:lnTo>
                  <a:pt x="3612876" y="1484532"/>
                </a:lnTo>
                <a:lnTo>
                  <a:pt x="3564632" y="1503597"/>
                </a:lnTo>
                <a:lnTo>
                  <a:pt x="3514918" y="1521759"/>
                </a:lnTo>
                <a:lnTo>
                  <a:pt x="3463832" y="1538974"/>
                </a:lnTo>
                <a:lnTo>
                  <a:pt x="3411473" y="1555195"/>
                </a:lnTo>
                <a:lnTo>
                  <a:pt x="3357938" y="1570378"/>
                </a:lnTo>
                <a:lnTo>
                  <a:pt x="3303326" y="1584477"/>
                </a:lnTo>
                <a:lnTo>
                  <a:pt x="3247734" y="1597448"/>
                </a:lnTo>
                <a:lnTo>
                  <a:pt x="3191261" y="1609245"/>
                </a:lnTo>
                <a:lnTo>
                  <a:pt x="3134004" y="1619824"/>
                </a:lnTo>
                <a:lnTo>
                  <a:pt x="3076062" y="1629138"/>
                </a:lnTo>
                <a:lnTo>
                  <a:pt x="3017532" y="1637143"/>
                </a:lnTo>
                <a:lnTo>
                  <a:pt x="2958513" y="1643794"/>
                </a:lnTo>
                <a:lnTo>
                  <a:pt x="2899102" y="1649046"/>
                </a:lnTo>
                <a:lnTo>
                  <a:pt x="2839398" y="1652853"/>
                </a:lnTo>
                <a:lnTo>
                  <a:pt x="2779498" y="1655170"/>
                </a:lnTo>
                <a:lnTo>
                  <a:pt x="2719501" y="1655953"/>
                </a:lnTo>
              </a:path>
            </a:pathLst>
          </a:custGeom>
          <a:ln w="28575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979728" y="8075421"/>
            <a:ext cx="1383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0">
                <a:latin typeface="Calibri"/>
                <a:cs typeface="Calibri"/>
              </a:rPr>
              <a:t>LEGACY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350"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582038" y="8296529"/>
            <a:ext cx="3439795" cy="678815"/>
            <a:chOff x="1582038" y="8296529"/>
            <a:chExt cx="3439795" cy="678815"/>
          </a:xfrm>
        </p:grpSpPr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2038" y="8537067"/>
              <a:ext cx="1208532" cy="423545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9496" y="8296529"/>
              <a:ext cx="672020" cy="678814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4043934" y="9010904"/>
            <a:ext cx="13811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50">
                <a:solidFill>
                  <a:srgbClr val="173360"/>
                </a:solidFill>
                <a:latin typeface="Calibri"/>
                <a:cs typeface="Calibri"/>
              </a:rPr>
              <a:t>JDBC</a:t>
            </a:r>
            <a:r>
              <a:rPr dirty="0" sz="1800" spc="2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800" spc="2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315">
                <a:solidFill>
                  <a:srgbClr val="173360"/>
                </a:solidFill>
                <a:latin typeface="Calibri"/>
                <a:cs typeface="Calibri"/>
              </a:rPr>
              <a:t>CDC</a:t>
            </a:r>
            <a:endParaRPr sz="180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</a:pPr>
            <a:r>
              <a:rPr dirty="0" sz="1800" spc="180">
                <a:solidFill>
                  <a:srgbClr val="173360"/>
                </a:solidFill>
                <a:latin typeface="Calibri"/>
                <a:cs typeface="Calibri"/>
              </a:rPr>
              <a:t>connectors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582038" y="4238485"/>
            <a:ext cx="14772005" cy="5245100"/>
            <a:chOff x="1582038" y="4238485"/>
            <a:chExt cx="14772005" cy="5245100"/>
          </a:xfrm>
        </p:grpSpPr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9496" y="6984746"/>
              <a:ext cx="672020" cy="67881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9496" y="5741035"/>
              <a:ext cx="672020" cy="67881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40952" y="4238485"/>
              <a:ext cx="454799" cy="45479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82038" y="9094940"/>
              <a:ext cx="1208532" cy="38862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89912" y="5554815"/>
              <a:ext cx="671995" cy="67199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645637" y="4882794"/>
              <a:ext cx="707999" cy="707999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377304" y="2186939"/>
            <a:ext cx="6804659" cy="184531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16954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335"/>
              </a:spcBef>
            </a:pPr>
            <a:r>
              <a:rPr dirty="0" sz="2400" spc="325" b="1">
                <a:solidFill>
                  <a:srgbClr val="0074A1"/>
                </a:solidFill>
                <a:latin typeface="Calibri"/>
                <a:cs typeface="Calibri"/>
              </a:rPr>
              <a:t>Connect</a:t>
            </a:r>
            <a:endParaRPr sz="2400">
              <a:latin typeface="Calibri"/>
              <a:cs typeface="Calibri"/>
            </a:endParaRPr>
          </a:p>
          <a:p>
            <a:pPr algn="ctr" marL="191770" marR="185420" indent="1270">
              <a:lnSpc>
                <a:spcPct val="100000"/>
              </a:lnSpc>
              <a:spcBef>
                <a:spcPts val="30"/>
              </a:spcBef>
            </a:pPr>
            <a:r>
              <a:rPr dirty="0" sz="2000" spc="105" b="1">
                <a:latin typeface="Calibri"/>
                <a:cs typeface="Calibri"/>
              </a:rPr>
              <a:t>100</a:t>
            </a:r>
            <a:r>
              <a:rPr dirty="0" sz="2000" spc="105" b="1">
                <a:latin typeface="Malgun Gothic"/>
                <a:cs typeface="Malgun Gothic"/>
              </a:rPr>
              <a:t>개</a:t>
            </a:r>
            <a:r>
              <a:rPr dirty="0" sz="2000" spc="-114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이상의</a:t>
            </a:r>
            <a:r>
              <a:rPr dirty="0" sz="2000" spc="-145" b="1">
                <a:latin typeface="Malgun Gothic"/>
                <a:cs typeface="Malgun Gothic"/>
              </a:rPr>
              <a:t> </a:t>
            </a:r>
            <a:r>
              <a:rPr dirty="0" sz="2000" spc="240" b="1">
                <a:latin typeface="Calibri"/>
                <a:cs typeface="Calibri"/>
              </a:rPr>
              <a:t>Confluent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spc="229" b="1">
                <a:latin typeface="Calibri"/>
                <a:cs typeface="Calibri"/>
              </a:rPr>
              <a:t>Pre-</a:t>
            </a:r>
            <a:r>
              <a:rPr dirty="0" sz="2000" spc="225" b="1">
                <a:latin typeface="Calibri"/>
                <a:cs typeface="Calibri"/>
              </a:rPr>
              <a:t>build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spc="225" b="1">
                <a:latin typeface="Calibri"/>
                <a:cs typeface="Calibri"/>
              </a:rPr>
              <a:t>Connector</a:t>
            </a:r>
            <a:r>
              <a:rPr dirty="0" sz="2000" spc="225">
                <a:latin typeface="Malgun Gothic"/>
                <a:cs typeface="Malgun Gothic"/>
              </a:rPr>
              <a:t>를 </a:t>
            </a:r>
            <a:r>
              <a:rPr dirty="0" sz="2000">
                <a:latin typeface="Malgun Gothic"/>
                <a:cs typeface="Malgun Gothic"/>
              </a:rPr>
              <a:t>활용하여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엔터프라이즈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데이터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웨어하우스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데이터베이스 </a:t>
            </a:r>
            <a:r>
              <a:rPr dirty="0" sz="2000">
                <a:latin typeface="Malgun Gothic"/>
                <a:cs typeface="Malgun Gothic"/>
              </a:rPr>
              <a:t>및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메인프레임을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포함한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온프레미스의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기존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서비스에서 </a:t>
            </a:r>
            <a:r>
              <a:rPr dirty="0" sz="2000">
                <a:latin typeface="Malgun Gothic"/>
                <a:cs typeface="Malgun Gothic"/>
              </a:rPr>
              <a:t>가치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있는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데이터를</a:t>
            </a:r>
            <a:r>
              <a:rPr dirty="0" sz="2000" spc="-19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지속적으로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전달합니다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100561" y="2187067"/>
            <a:ext cx="6830695" cy="184531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1695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335"/>
              </a:spcBef>
            </a:pPr>
            <a:r>
              <a:rPr dirty="0" sz="2400" spc="254" b="1">
                <a:solidFill>
                  <a:srgbClr val="0074A1"/>
                </a:solidFill>
                <a:latin typeface="Calibri"/>
                <a:cs typeface="Calibri"/>
              </a:rPr>
              <a:t>Modernize</a:t>
            </a:r>
            <a:endParaRPr sz="2400">
              <a:latin typeface="Calibri"/>
              <a:cs typeface="Calibri"/>
            </a:endParaRPr>
          </a:p>
          <a:p>
            <a:pPr algn="ctr" marL="354330" marR="344170">
              <a:lnSpc>
                <a:spcPct val="100000"/>
              </a:lnSpc>
              <a:spcBef>
                <a:spcPts val="30"/>
              </a:spcBef>
            </a:pPr>
            <a:r>
              <a:rPr dirty="0" sz="2000">
                <a:latin typeface="Malgun Gothic"/>
                <a:cs typeface="Malgun Gothic"/>
              </a:rPr>
              <a:t>인프라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관리가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아닌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가치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창출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활동에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집중할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</a:t>
            </a:r>
            <a:r>
              <a:rPr dirty="0" sz="2000" spc="-18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있도록 </a:t>
            </a:r>
            <a:r>
              <a:rPr dirty="0" sz="2000">
                <a:latin typeface="Malgun Gothic"/>
                <a:cs typeface="Malgun Gothic"/>
              </a:rPr>
              <a:t>리소스를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확보하여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애플리케이션을</a:t>
            </a:r>
            <a:r>
              <a:rPr dirty="0" sz="2000" spc="-2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시장에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출시하는 </a:t>
            </a:r>
            <a:r>
              <a:rPr dirty="0" sz="2000" b="1">
                <a:latin typeface="Malgun Gothic"/>
                <a:cs typeface="Malgun Gothic"/>
              </a:rPr>
              <a:t>민첩성을</a:t>
            </a:r>
            <a:r>
              <a:rPr dirty="0" sz="2000" spc="-155" b="1">
                <a:latin typeface="Malgun Gothic"/>
                <a:cs typeface="Malgun Gothic"/>
              </a:rPr>
              <a:t> </a:t>
            </a:r>
            <a:r>
              <a:rPr dirty="0" sz="2000" b="1">
                <a:latin typeface="Malgun Gothic"/>
                <a:cs typeface="Malgun Gothic"/>
              </a:rPr>
              <a:t>높이고</a:t>
            </a:r>
            <a:r>
              <a:rPr dirty="0" sz="2000" spc="-165" b="1">
                <a:latin typeface="Malgun Gothic"/>
                <a:cs typeface="Malgun Gothic"/>
              </a:rPr>
              <a:t> </a:t>
            </a:r>
            <a:r>
              <a:rPr dirty="0" sz="2000" spc="245" b="1">
                <a:latin typeface="Calibri"/>
                <a:cs typeface="Calibri"/>
              </a:rPr>
              <a:t>TCO</a:t>
            </a:r>
            <a:r>
              <a:rPr dirty="0" sz="2000" spc="245" b="1">
                <a:latin typeface="Malgun Gothic"/>
                <a:cs typeface="Malgun Gothic"/>
              </a:rPr>
              <a:t>를</a:t>
            </a:r>
            <a:r>
              <a:rPr dirty="0" sz="2000" spc="-140" b="1">
                <a:latin typeface="Malgun Gothic"/>
                <a:cs typeface="Malgun Gothic"/>
              </a:rPr>
              <a:t> </a:t>
            </a:r>
            <a:r>
              <a:rPr dirty="0" sz="2000" spc="-10" b="1">
                <a:latin typeface="Malgun Gothic"/>
                <a:cs typeface="Malgun Gothic"/>
              </a:rPr>
              <a:t>줄입니다</a:t>
            </a:r>
            <a:r>
              <a:rPr dirty="0" sz="2000" spc="-10" b="1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23163" y="4227703"/>
            <a:ext cx="2955925" cy="755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9">
                <a:solidFill>
                  <a:srgbClr val="666666"/>
                </a:solidFill>
                <a:latin typeface="Calibri"/>
                <a:cs typeface="Calibri"/>
              </a:rPr>
              <a:t>On-</a:t>
            </a:r>
            <a:r>
              <a:rPr dirty="0" sz="1800" spc="250">
                <a:solidFill>
                  <a:srgbClr val="666666"/>
                </a:solidFill>
                <a:latin typeface="Calibri"/>
                <a:cs typeface="Calibri"/>
              </a:rPr>
              <a:t>prem</a:t>
            </a:r>
            <a:r>
              <a:rPr dirty="0" sz="1800" spc="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666666"/>
                </a:solidFill>
                <a:latin typeface="Calibri"/>
                <a:cs typeface="Calibri"/>
              </a:rPr>
              <a:t>/</a:t>
            </a:r>
            <a:r>
              <a:rPr dirty="0" sz="1800" spc="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800" spc="305">
                <a:solidFill>
                  <a:srgbClr val="666666"/>
                </a:solidFill>
                <a:latin typeface="Calibri"/>
                <a:cs typeface="Calibri"/>
              </a:rPr>
              <a:t>AWS</a:t>
            </a:r>
            <a:r>
              <a:rPr dirty="0" sz="1800" spc="4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666666"/>
                </a:solidFill>
                <a:latin typeface="Calibri"/>
                <a:cs typeface="Calibri"/>
              </a:rPr>
              <a:t>Outposts</a:t>
            </a:r>
            <a:endParaRPr sz="1800">
              <a:latin typeface="Calibri"/>
              <a:cs typeface="Calibri"/>
            </a:endParaRPr>
          </a:p>
          <a:p>
            <a:pPr marL="568960">
              <a:lnSpc>
                <a:spcPct val="100000"/>
              </a:lnSpc>
              <a:spcBef>
                <a:spcPts val="1420"/>
              </a:spcBef>
            </a:pPr>
            <a:r>
              <a:rPr dirty="0" sz="1800" spc="280">
                <a:latin typeface="Calibri"/>
                <a:cs typeface="Calibri"/>
              </a:rPr>
              <a:t>LEGACY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330">
                <a:latin typeface="Calibri"/>
                <a:cs typeface="Calibri"/>
              </a:rPr>
              <a:t>EDW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9688194" y="4275582"/>
            <a:ext cx="1322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5">
                <a:solidFill>
                  <a:srgbClr val="666666"/>
                </a:solidFill>
                <a:latin typeface="Calibri"/>
                <a:cs typeface="Calibri"/>
              </a:rPr>
              <a:t>AWS</a:t>
            </a:r>
            <a:r>
              <a:rPr dirty="0" sz="1800" spc="7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1800" spc="204">
                <a:solidFill>
                  <a:srgbClr val="666666"/>
                </a:solidFill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292593" y="2187067"/>
            <a:ext cx="3697604" cy="1845310"/>
          </a:xfrm>
          <a:prstGeom prst="rect">
            <a:avLst/>
          </a:prstGeom>
          <a:solidFill>
            <a:srgbClr val="F3F3F3"/>
          </a:solidFill>
        </p:spPr>
        <p:txBody>
          <a:bodyPr wrap="square" lIns="0" tIns="16954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335"/>
              </a:spcBef>
            </a:pPr>
            <a:r>
              <a:rPr dirty="0" sz="2400" spc="315" b="1">
                <a:solidFill>
                  <a:srgbClr val="0074A1"/>
                </a:solidFill>
                <a:latin typeface="Calibri"/>
                <a:cs typeface="Calibri"/>
              </a:rPr>
              <a:t>Bridge</a:t>
            </a:r>
            <a:endParaRPr sz="2400">
              <a:latin typeface="Calibri"/>
              <a:cs typeface="Calibri"/>
            </a:endParaRPr>
          </a:p>
          <a:p>
            <a:pPr algn="ctr" marL="223520" marR="216535">
              <a:lnSpc>
                <a:spcPct val="100000"/>
              </a:lnSpc>
              <a:spcBef>
                <a:spcPts val="30"/>
              </a:spcBef>
            </a:pPr>
            <a:r>
              <a:rPr dirty="0" sz="2000">
                <a:latin typeface="Malgun Gothic"/>
                <a:cs typeface="Malgun Gothic"/>
              </a:rPr>
              <a:t>환경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전체에서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일관된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이벤트 </a:t>
            </a:r>
            <a:r>
              <a:rPr dirty="0" sz="2000">
                <a:latin typeface="Malgun Gothic"/>
                <a:cs typeface="Malgun Gothic"/>
              </a:rPr>
              <a:t>기반</a:t>
            </a:r>
            <a:r>
              <a:rPr dirty="0" sz="2000" spc="-19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아키텍처를</a:t>
            </a:r>
            <a:r>
              <a:rPr dirty="0" sz="2000" spc="-20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사용한 </a:t>
            </a:r>
            <a:r>
              <a:rPr dirty="0" sz="2000" b="1">
                <a:latin typeface="Malgun Gothic"/>
                <a:cs typeface="Malgun Gothic"/>
              </a:rPr>
              <a:t>하이브리드</a:t>
            </a:r>
            <a:r>
              <a:rPr dirty="0" sz="2000" spc="-175" b="1">
                <a:latin typeface="Malgun Gothic"/>
                <a:cs typeface="Malgun Gothic"/>
              </a:rPr>
              <a:t> </a:t>
            </a:r>
            <a:r>
              <a:rPr dirty="0" sz="2000" spc="-20" b="1">
                <a:latin typeface="Malgun Gothic"/>
                <a:cs typeface="Malgun Gothic"/>
              </a:rPr>
              <a:t>클라우드 </a:t>
            </a:r>
            <a:r>
              <a:rPr dirty="0" sz="2000" spc="-20">
                <a:latin typeface="Malgun Gothic"/>
                <a:cs typeface="Malgun Gothic"/>
              </a:rPr>
              <a:t>스트리밍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537756" y="326466"/>
            <a:ext cx="4504055" cy="424180"/>
          </a:xfrm>
          <a:custGeom>
            <a:avLst/>
            <a:gdLst/>
            <a:ahLst/>
            <a:cxnLst/>
            <a:rect l="l" t="t" r="r" b="b"/>
            <a:pathLst>
              <a:path w="4504055" h="424180">
                <a:moveTo>
                  <a:pt x="4503547" y="0"/>
                </a:moveTo>
                <a:lnTo>
                  <a:pt x="0" y="0"/>
                </a:lnTo>
                <a:lnTo>
                  <a:pt x="0" y="423595"/>
                </a:lnTo>
                <a:lnTo>
                  <a:pt x="4503547" y="423595"/>
                </a:lnTo>
                <a:lnTo>
                  <a:pt x="4503547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707847" y="377697"/>
            <a:ext cx="3750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9">
                <a:solidFill>
                  <a:srgbClr val="FFFFFF"/>
                </a:solidFill>
                <a:latin typeface="Calibri"/>
                <a:cs typeface="Calibri"/>
              </a:rPr>
              <a:t>On-</a:t>
            </a:r>
            <a:r>
              <a:rPr dirty="0" sz="1800" spc="250">
                <a:solidFill>
                  <a:srgbClr val="FFFFFF"/>
                </a:solidFill>
                <a:latin typeface="Calibri"/>
                <a:cs typeface="Calibri"/>
              </a:rPr>
              <a:t>prem</a:t>
            </a:r>
            <a:r>
              <a:rPr dirty="0" sz="18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8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305">
                <a:solidFill>
                  <a:srgbClr val="FFFFFF"/>
                </a:solidFill>
                <a:latin typeface="Calibri"/>
                <a:cs typeface="Calibri"/>
              </a:rPr>
              <a:t>AWS</a:t>
            </a:r>
            <a:r>
              <a:rPr dirty="0" sz="18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FFFFFF"/>
                </a:solidFill>
                <a:latin typeface="Calibri"/>
                <a:cs typeface="Calibri"/>
              </a:rPr>
              <a:t>modernization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6538193" y="5617210"/>
            <a:ext cx="10541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40">
                <a:latin typeface="Calibri"/>
                <a:cs typeface="Calibri"/>
              </a:rPr>
              <a:t>Amazon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 spc="105">
                <a:latin typeface="Calibri"/>
                <a:cs typeface="Calibri"/>
              </a:rPr>
              <a:t>Athena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5696437" y="5618226"/>
            <a:ext cx="6610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65">
                <a:latin typeface="Calibri"/>
                <a:cs typeface="Calibri"/>
              </a:rPr>
              <a:t>AWS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 spc="80">
                <a:latin typeface="Calibri"/>
                <a:cs typeface="Calibri"/>
              </a:rPr>
              <a:t>Glue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5105316" y="4868608"/>
            <a:ext cx="2313305" cy="2044700"/>
            <a:chOff x="15105316" y="4868608"/>
            <a:chExt cx="2313305" cy="2044700"/>
          </a:xfrm>
        </p:grpSpPr>
        <p:sp>
          <p:nvSpPr>
            <p:cNvPr id="51" name="object 51" descr=""/>
            <p:cNvSpPr/>
            <p:nvPr/>
          </p:nvSpPr>
          <p:spPr>
            <a:xfrm>
              <a:off x="15119604" y="4882896"/>
              <a:ext cx="321945" cy="2016125"/>
            </a:xfrm>
            <a:custGeom>
              <a:avLst/>
              <a:gdLst/>
              <a:ahLst/>
              <a:cxnLst/>
              <a:rect l="l" t="t" r="r" b="b"/>
              <a:pathLst>
                <a:path w="321944" h="2016125">
                  <a:moveTo>
                    <a:pt x="321563" y="2015998"/>
                  </a:moveTo>
                  <a:lnTo>
                    <a:pt x="270753" y="2007798"/>
                  </a:lnTo>
                  <a:lnTo>
                    <a:pt x="226618" y="1984969"/>
                  </a:lnTo>
                  <a:lnTo>
                    <a:pt x="191810" y="1950161"/>
                  </a:lnTo>
                  <a:lnTo>
                    <a:pt x="168981" y="1906026"/>
                  </a:lnTo>
                  <a:lnTo>
                    <a:pt x="160782" y="1855215"/>
                  </a:lnTo>
                  <a:lnTo>
                    <a:pt x="160782" y="1168780"/>
                  </a:lnTo>
                  <a:lnTo>
                    <a:pt x="152582" y="1117970"/>
                  </a:lnTo>
                  <a:lnTo>
                    <a:pt x="129753" y="1073835"/>
                  </a:lnTo>
                  <a:lnTo>
                    <a:pt x="94945" y="1039027"/>
                  </a:lnTo>
                  <a:lnTo>
                    <a:pt x="50810" y="1016198"/>
                  </a:lnTo>
                  <a:lnTo>
                    <a:pt x="0" y="1007999"/>
                  </a:lnTo>
                  <a:lnTo>
                    <a:pt x="50810" y="999799"/>
                  </a:lnTo>
                  <a:lnTo>
                    <a:pt x="94945" y="976970"/>
                  </a:lnTo>
                  <a:lnTo>
                    <a:pt x="129753" y="942162"/>
                  </a:lnTo>
                  <a:lnTo>
                    <a:pt x="152582" y="898027"/>
                  </a:lnTo>
                  <a:lnTo>
                    <a:pt x="160782" y="847216"/>
                  </a:lnTo>
                  <a:lnTo>
                    <a:pt x="160782" y="160781"/>
                  </a:lnTo>
                  <a:lnTo>
                    <a:pt x="168981" y="109971"/>
                  </a:lnTo>
                  <a:lnTo>
                    <a:pt x="191810" y="65836"/>
                  </a:lnTo>
                  <a:lnTo>
                    <a:pt x="226618" y="31028"/>
                  </a:lnTo>
                  <a:lnTo>
                    <a:pt x="270753" y="8199"/>
                  </a:lnTo>
                  <a:lnTo>
                    <a:pt x="321563" y="0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710152" y="5924067"/>
              <a:ext cx="707999" cy="70799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660624" y="5941593"/>
              <a:ext cx="707999" cy="707999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16725137" y="6673977"/>
            <a:ext cx="7391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5">
                <a:latin typeface="Calibri"/>
                <a:cs typeface="Calibri"/>
              </a:rPr>
              <a:t>SageMaker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5529052" y="6673977"/>
            <a:ext cx="10299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25">
                <a:latin typeface="Calibri"/>
                <a:cs typeface="Calibri"/>
              </a:rPr>
              <a:t>Lake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 spc="100">
                <a:latin typeface="Calibri"/>
                <a:cs typeface="Calibri"/>
              </a:rPr>
              <a:t>Formation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11955716" y="4882794"/>
            <a:ext cx="5452110" cy="4189729"/>
            <a:chOff x="11955716" y="4882794"/>
            <a:chExt cx="5452110" cy="4189729"/>
          </a:xfrm>
        </p:grpSpPr>
        <p:pic>
          <p:nvPicPr>
            <p:cNvPr id="57" name="object 5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682974" y="4882794"/>
              <a:ext cx="707999" cy="707999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289913" y="6946099"/>
              <a:ext cx="671995" cy="671995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1970131" y="7282052"/>
              <a:ext cx="2319655" cy="0"/>
            </a:xfrm>
            <a:custGeom>
              <a:avLst/>
              <a:gdLst/>
              <a:ahLst/>
              <a:cxnLst/>
              <a:rect l="l" t="t" r="r" b="b"/>
              <a:pathLst>
                <a:path w="2319655" h="0">
                  <a:moveTo>
                    <a:pt x="0" y="0"/>
                  </a:moveTo>
                  <a:lnTo>
                    <a:pt x="2319655" y="0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793091" y="6959472"/>
              <a:ext cx="595147" cy="601218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1970004" y="5871590"/>
              <a:ext cx="2325370" cy="986790"/>
            </a:xfrm>
            <a:custGeom>
              <a:avLst/>
              <a:gdLst/>
              <a:ahLst/>
              <a:cxnLst/>
              <a:rect l="l" t="t" r="r" b="b"/>
              <a:pathLst>
                <a:path w="2325369" h="986790">
                  <a:moveTo>
                    <a:pt x="0" y="986409"/>
                  </a:moveTo>
                  <a:lnTo>
                    <a:pt x="58018" y="985240"/>
                  </a:lnTo>
                  <a:lnTo>
                    <a:pt x="115850" y="981799"/>
                  </a:lnTo>
                  <a:lnTo>
                    <a:pt x="173311" y="976180"/>
                  </a:lnTo>
                  <a:lnTo>
                    <a:pt x="230215" y="968478"/>
                  </a:lnTo>
                  <a:lnTo>
                    <a:pt x="286375" y="958787"/>
                  </a:lnTo>
                  <a:lnTo>
                    <a:pt x="341607" y="947201"/>
                  </a:lnTo>
                  <a:lnTo>
                    <a:pt x="395724" y="933817"/>
                  </a:lnTo>
                  <a:lnTo>
                    <a:pt x="448541" y="918728"/>
                  </a:lnTo>
                  <a:lnTo>
                    <a:pt x="499872" y="902030"/>
                  </a:lnTo>
                  <a:lnTo>
                    <a:pt x="549532" y="883817"/>
                  </a:lnTo>
                  <a:lnTo>
                    <a:pt x="597333" y="864184"/>
                  </a:lnTo>
                  <a:lnTo>
                    <a:pt x="643091" y="843225"/>
                  </a:lnTo>
                  <a:lnTo>
                    <a:pt x="686620" y="821036"/>
                  </a:lnTo>
                  <a:lnTo>
                    <a:pt x="727735" y="797710"/>
                  </a:lnTo>
                  <a:lnTo>
                    <a:pt x="766248" y="773344"/>
                  </a:lnTo>
                  <a:lnTo>
                    <a:pt x="801976" y="748032"/>
                  </a:lnTo>
                  <a:lnTo>
                    <a:pt x="834731" y="721867"/>
                  </a:lnTo>
                  <a:lnTo>
                    <a:pt x="864328" y="694946"/>
                  </a:lnTo>
                  <a:lnTo>
                    <a:pt x="913306" y="639213"/>
                  </a:lnTo>
                  <a:lnTo>
                    <a:pt x="947424" y="581589"/>
                  </a:lnTo>
                  <a:lnTo>
                    <a:pt x="965194" y="522833"/>
                  </a:lnTo>
                  <a:lnTo>
                    <a:pt x="967486" y="493268"/>
                  </a:lnTo>
                  <a:lnTo>
                    <a:pt x="969454" y="470153"/>
                  </a:lnTo>
                  <a:lnTo>
                    <a:pt x="984828" y="424105"/>
                  </a:lnTo>
                  <a:lnTo>
                    <a:pt x="1014623" y="378599"/>
                  </a:lnTo>
                  <a:lnTo>
                    <a:pt x="1057844" y="333996"/>
                  </a:lnTo>
                  <a:lnTo>
                    <a:pt x="1113497" y="290657"/>
                  </a:lnTo>
                  <a:lnTo>
                    <a:pt x="1145675" y="269575"/>
                  </a:lnTo>
                  <a:lnTo>
                    <a:pt x="1180587" y="248944"/>
                  </a:lnTo>
                  <a:lnTo>
                    <a:pt x="1218111" y="228810"/>
                  </a:lnTo>
                  <a:lnTo>
                    <a:pt x="1258120" y="209218"/>
                  </a:lnTo>
                  <a:lnTo>
                    <a:pt x="1300492" y="190214"/>
                  </a:lnTo>
                  <a:lnTo>
                    <a:pt x="1345101" y="171841"/>
                  </a:lnTo>
                  <a:lnTo>
                    <a:pt x="1391824" y="154146"/>
                  </a:lnTo>
                  <a:lnTo>
                    <a:pt x="1440536" y="137173"/>
                  </a:lnTo>
                  <a:lnTo>
                    <a:pt x="1491113" y="120968"/>
                  </a:lnTo>
                  <a:lnTo>
                    <a:pt x="1543430" y="105576"/>
                  </a:lnTo>
                  <a:lnTo>
                    <a:pt x="1597363" y="91042"/>
                  </a:lnTo>
                  <a:lnTo>
                    <a:pt x="1652788" y="77411"/>
                  </a:lnTo>
                  <a:lnTo>
                    <a:pt x="1709581" y="64729"/>
                  </a:lnTo>
                  <a:lnTo>
                    <a:pt x="1767617" y="53040"/>
                  </a:lnTo>
                  <a:lnTo>
                    <a:pt x="1826771" y="42390"/>
                  </a:lnTo>
                  <a:lnTo>
                    <a:pt x="1886921" y="32823"/>
                  </a:lnTo>
                  <a:lnTo>
                    <a:pt x="1947940" y="24386"/>
                  </a:lnTo>
                  <a:lnTo>
                    <a:pt x="2009705" y="17123"/>
                  </a:lnTo>
                  <a:lnTo>
                    <a:pt x="2072092" y="11079"/>
                  </a:lnTo>
                  <a:lnTo>
                    <a:pt x="2134976" y="6299"/>
                  </a:lnTo>
                  <a:lnTo>
                    <a:pt x="2198234" y="2830"/>
                  </a:lnTo>
                  <a:lnTo>
                    <a:pt x="2261739" y="715"/>
                  </a:lnTo>
                  <a:lnTo>
                    <a:pt x="2325369" y="0"/>
                  </a:lnTo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747117" y="5955664"/>
              <a:ext cx="595147" cy="601218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289913" y="8400135"/>
              <a:ext cx="671995" cy="671995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666847" y="8244992"/>
              <a:ext cx="707999" cy="707999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699484" y="8245030"/>
              <a:ext cx="707999" cy="707961"/>
            </a:xfrm>
            <a:prstGeom prst="rect">
              <a:avLst/>
            </a:prstGeom>
          </p:spPr>
        </p:pic>
      </p:grpSp>
      <p:sp>
        <p:nvSpPr>
          <p:cNvPr id="66" name="object 66" descr=""/>
          <p:cNvSpPr txBox="1"/>
          <p:nvPr/>
        </p:nvSpPr>
        <p:spPr>
          <a:xfrm>
            <a:off x="15649702" y="9002979"/>
            <a:ext cx="7727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0922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Calibri"/>
                <a:cs typeface="Calibri"/>
              </a:rPr>
              <a:t>Amazon </a:t>
            </a:r>
            <a:r>
              <a:rPr dirty="0" sz="1000" spc="155">
                <a:latin typeface="Calibri"/>
                <a:cs typeface="Calibri"/>
              </a:rPr>
              <a:t>DynamoDB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6796131" y="9002979"/>
            <a:ext cx="5549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0960" marR="5080" indent="-48895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Calibri"/>
                <a:cs typeface="Calibri"/>
              </a:rPr>
              <a:t>Amazon </a:t>
            </a:r>
            <a:r>
              <a:rPr dirty="0" sz="1000" spc="85">
                <a:latin typeface="Calibri"/>
                <a:cs typeface="Calibri"/>
              </a:rPr>
              <a:t>Aurora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2765151" y="6530467"/>
            <a:ext cx="6661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45">
                <a:solidFill>
                  <a:srgbClr val="173360"/>
                </a:solidFill>
                <a:latin typeface="Calibri"/>
                <a:cs typeface="Calibri"/>
              </a:rPr>
              <a:t>S3</a:t>
            </a:r>
            <a:r>
              <a:rPr dirty="0" sz="1400" spc="4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173360"/>
                </a:solidFill>
                <a:latin typeface="Calibri"/>
                <a:cs typeface="Calibri"/>
              </a:rPr>
              <a:t>Sink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6058153" y="5864542"/>
            <a:ext cx="9493885" cy="3540760"/>
            <a:chOff x="6058153" y="5864542"/>
            <a:chExt cx="9493885" cy="3540760"/>
          </a:xfrm>
        </p:grpSpPr>
        <p:sp>
          <p:nvSpPr>
            <p:cNvPr id="70" name="object 70" descr=""/>
            <p:cNvSpPr/>
            <p:nvPr/>
          </p:nvSpPr>
          <p:spPr>
            <a:xfrm>
              <a:off x="15215742" y="8050910"/>
              <a:ext cx="321945" cy="1339850"/>
            </a:xfrm>
            <a:custGeom>
              <a:avLst/>
              <a:gdLst/>
              <a:ahLst/>
              <a:cxnLst/>
              <a:rect l="l" t="t" r="r" b="b"/>
              <a:pathLst>
                <a:path w="321944" h="1339850">
                  <a:moveTo>
                    <a:pt x="321691" y="1339837"/>
                  </a:moveTo>
                  <a:lnTo>
                    <a:pt x="278913" y="1334093"/>
                  </a:lnTo>
                  <a:lnTo>
                    <a:pt x="240495" y="1317882"/>
                  </a:lnTo>
                  <a:lnTo>
                    <a:pt x="207962" y="1292739"/>
                  </a:lnTo>
                  <a:lnTo>
                    <a:pt x="182837" y="1260196"/>
                  </a:lnTo>
                  <a:lnTo>
                    <a:pt x="166645" y="1221786"/>
                  </a:lnTo>
                  <a:lnTo>
                    <a:pt x="160909" y="1179042"/>
                  </a:lnTo>
                  <a:lnTo>
                    <a:pt x="160909" y="830706"/>
                  </a:lnTo>
                  <a:lnTo>
                    <a:pt x="155163" y="787973"/>
                  </a:lnTo>
                  <a:lnTo>
                    <a:pt x="138947" y="749568"/>
                  </a:lnTo>
                  <a:lnTo>
                    <a:pt x="113792" y="717026"/>
                  </a:lnTo>
                  <a:lnTo>
                    <a:pt x="81228" y="691881"/>
                  </a:lnTo>
                  <a:lnTo>
                    <a:pt x="42787" y="675669"/>
                  </a:lnTo>
                  <a:lnTo>
                    <a:pt x="0" y="669924"/>
                  </a:lnTo>
                  <a:lnTo>
                    <a:pt x="42787" y="664180"/>
                  </a:lnTo>
                  <a:lnTo>
                    <a:pt x="81228" y="647968"/>
                  </a:lnTo>
                  <a:lnTo>
                    <a:pt x="113792" y="622823"/>
                  </a:lnTo>
                  <a:lnTo>
                    <a:pt x="138947" y="590281"/>
                  </a:lnTo>
                  <a:lnTo>
                    <a:pt x="155163" y="551876"/>
                  </a:lnTo>
                  <a:lnTo>
                    <a:pt x="160909" y="509142"/>
                  </a:lnTo>
                  <a:lnTo>
                    <a:pt x="160909" y="160781"/>
                  </a:lnTo>
                  <a:lnTo>
                    <a:pt x="166645" y="118048"/>
                  </a:lnTo>
                  <a:lnTo>
                    <a:pt x="182837" y="79643"/>
                  </a:lnTo>
                  <a:lnTo>
                    <a:pt x="207962" y="47101"/>
                  </a:lnTo>
                  <a:lnTo>
                    <a:pt x="240495" y="21956"/>
                  </a:lnTo>
                  <a:lnTo>
                    <a:pt x="278913" y="5744"/>
                  </a:lnTo>
                  <a:lnTo>
                    <a:pt x="321691" y="0"/>
                  </a:lnTo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748773" y="6595363"/>
              <a:ext cx="2130425" cy="1537970"/>
            </a:xfrm>
            <a:custGeom>
              <a:avLst/>
              <a:gdLst/>
              <a:ahLst/>
              <a:cxnLst/>
              <a:rect l="l" t="t" r="r" b="b"/>
              <a:pathLst>
                <a:path w="2130425" h="1537970">
                  <a:moveTo>
                    <a:pt x="2040001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1447800"/>
                  </a:lnTo>
                  <a:lnTo>
                    <a:pt x="7066" y="1482871"/>
                  </a:lnTo>
                  <a:lnTo>
                    <a:pt x="26336" y="1511490"/>
                  </a:lnTo>
                  <a:lnTo>
                    <a:pt x="54917" y="1530774"/>
                  </a:lnTo>
                  <a:lnTo>
                    <a:pt x="89916" y="1537843"/>
                  </a:lnTo>
                  <a:lnTo>
                    <a:pt x="2040001" y="1537843"/>
                  </a:lnTo>
                  <a:lnTo>
                    <a:pt x="2074999" y="1530774"/>
                  </a:lnTo>
                  <a:lnTo>
                    <a:pt x="2103580" y="1511490"/>
                  </a:lnTo>
                  <a:lnTo>
                    <a:pt x="2122850" y="1482871"/>
                  </a:lnTo>
                  <a:lnTo>
                    <a:pt x="2129917" y="1447800"/>
                  </a:lnTo>
                  <a:lnTo>
                    <a:pt x="2129917" y="89916"/>
                  </a:lnTo>
                  <a:lnTo>
                    <a:pt x="2122850" y="54917"/>
                  </a:lnTo>
                  <a:lnTo>
                    <a:pt x="2103580" y="26336"/>
                  </a:lnTo>
                  <a:lnTo>
                    <a:pt x="2074999" y="7066"/>
                  </a:lnTo>
                  <a:lnTo>
                    <a:pt x="204000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9840213" y="6513194"/>
              <a:ext cx="2130425" cy="1537970"/>
            </a:xfrm>
            <a:custGeom>
              <a:avLst/>
              <a:gdLst/>
              <a:ahLst/>
              <a:cxnLst/>
              <a:rect l="l" t="t" r="r" b="b"/>
              <a:pathLst>
                <a:path w="2130425" h="1537970">
                  <a:moveTo>
                    <a:pt x="0" y="104775"/>
                  </a:moveTo>
                  <a:lnTo>
                    <a:pt x="8227" y="63972"/>
                  </a:lnTo>
                  <a:lnTo>
                    <a:pt x="30670" y="30670"/>
                  </a:lnTo>
                  <a:lnTo>
                    <a:pt x="63972" y="8227"/>
                  </a:lnTo>
                  <a:lnTo>
                    <a:pt x="104775" y="0"/>
                  </a:lnTo>
                  <a:lnTo>
                    <a:pt x="2025141" y="0"/>
                  </a:lnTo>
                  <a:lnTo>
                    <a:pt x="2065944" y="8227"/>
                  </a:lnTo>
                  <a:lnTo>
                    <a:pt x="2099246" y="30670"/>
                  </a:lnTo>
                  <a:lnTo>
                    <a:pt x="2121689" y="63972"/>
                  </a:lnTo>
                  <a:lnTo>
                    <a:pt x="2129916" y="104775"/>
                  </a:lnTo>
                  <a:lnTo>
                    <a:pt x="2129916" y="1432940"/>
                  </a:lnTo>
                  <a:lnTo>
                    <a:pt x="2121689" y="1473743"/>
                  </a:lnTo>
                  <a:lnTo>
                    <a:pt x="2099246" y="1507045"/>
                  </a:lnTo>
                  <a:lnTo>
                    <a:pt x="2065944" y="1529488"/>
                  </a:lnTo>
                  <a:lnTo>
                    <a:pt x="2025141" y="1537715"/>
                  </a:lnTo>
                  <a:lnTo>
                    <a:pt x="104775" y="1537715"/>
                  </a:lnTo>
                  <a:lnTo>
                    <a:pt x="63972" y="1529488"/>
                  </a:lnTo>
                  <a:lnTo>
                    <a:pt x="30670" y="1507045"/>
                  </a:lnTo>
                  <a:lnTo>
                    <a:pt x="8227" y="1473743"/>
                  </a:lnTo>
                  <a:lnTo>
                    <a:pt x="0" y="1432940"/>
                  </a:lnTo>
                  <a:lnTo>
                    <a:pt x="0" y="104775"/>
                  </a:lnTo>
                  <a:close/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028046" y="6806806"/>
              <a:ext cx="1733169" cy="973594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479148" y="6632079"/>
              <a:ext cx="335394" cy="335394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9999344" y="5878829"/>
              <a:ext cx="1733550" cy="629920"/>
            </a:xfrm>
            <a:custGeom>
              <a:avLst/>
              <a:gdLst/>
              <a:ahLst/>
              <a:cxnLst/>
              <a:rect l="l" t="t" r="r" b="b"/>
              <a:pathLst>
                <a:path w="1733550" h="629920">
                  <a:moveTo>
                    <a:pt x="126237" y="227837"/>
                  </a:moveTo>
                  <a:lnTo>
                    <a:pt x="126237" y="629793"/>
                  </a:lnTo>
                </a:path>
                <a:path w="1733550" h="629920">
                  <a:moveTo>
                    <a:pt x="1607947" y="227837"/>
                  </a:moveTo>
                  <a:lnTo>
                    <a:pt x="1607947" y="629793"/>
                  </a:lnTo>
                </a:path>
                <a:path w="1733550" h="629920">
                  <a:moveTo>
                    <a:pt x="0" y="125475"/>
                  </a:moveTo>
                  <a:lnTo>
                    <a:pt x="9852" y="76670"/>
                  </a:lnTo>
                  <a:lnTo>
                    <a:pt x="36718" y="36782"/>
                  </a:lnTo>
                  <a:lnTo>
                    <a:pt x="76563" y="9872"/>
                  </a:lnTo>
                  <a:lnTo>
                    <a:pt x="125349" y="0"/>
                  </a:lnTo>
                  <a:lnTo>
                    <a:pt x="174208" y="9872"/>
                  </a:lnTo>
                  <a:lnTo>
                    <a:pt x="214090" y="36782"/>
                  </a:lnTo>
                  <a:lnTo>
                    <a:pt x="240970" y="76670"/>
                  </a:lnTo>
                  <a:lnTo>
                    <a:pt x="250825" y="125475"/>
                  </a:lnTo>
                  <a:lnTo>
                    <a:pt x="240970" y="174261"/>
                  </a:lnTo>
                  <a:lnTo>
                    <a:pt x="214090" y="214106"/>
                  </a:lnTo>
                  <a:lnTo>
                    <a:pt x="174208" y="240972"/>
                  </a:lnTo>
                  <a:lnTo>
                    <a:pt x="125349" y="250825"/>
                  </a:lnTo>
                  <a:lnTo>
                    <a:pt x="76563" y="240972"/>
                  </a:lnTo>
                  <a:lnTo>
                    <a:pt x="36718" y="214106"/>
                  </a:lnTo>
                  <a:lnTo>
                    <a:pt x="9852" y="174261"/>
                  </a:lnTo>
                  <a:lnTo>
                    <a:pt x="0" y="125475"/>
                  </a:lnTo>
                  <a:close/>
                </a:path>
                <a:path w="1733550" h="629920">
                  <a:moveTo>
                    <a:pt x="1482598" y="125475"/>
                  </a:moveTo>
                  <a:lnTo>
                    <a:pt x="1492450" y="76690"/>
                  </a:lnTo>
                  <a:lnTo>
                    <a:pt x="1519316" y="36845"/>
                  </a:lnTo>
                  <a:lnTo>
                    <a:pt x="1559161" y="9979"/>
                  </a:lnTo>
                  <a:lnTo>
                    <a:pt x="1607947" y="127"/>
                  </a:lnTo>
                  <a:lnTo>
                    <a:pt x="1656732" y="9979"/>
                  </a:lnTo>
                  <a:lnTo>
                    <a:pt x="1696577" y="36845"/>
                  </a:lnTo>
                  <a:lnTo>
                    <a:pt x="1723443" y="76690"/>
                  </a:lnTo>
                  <a:lnTo>
                    <a:pt x="1733296" y="125475"/>
                  </a:lnTo>
                  <a:lnTo>
                    <a:pt x="1723443" y="174261"/>
                  </a:lnTo>
                  <a:lnTo>
                    <a:pt x="1696577" y="214106"/>
                  </a:lnTo>
                  <a:lnTo>
                    <a:pt x="1656732" y="240972"/>
                  </a:lnTo>
                  <a:lnTo>
                    <a:pt x="1607947" y="250825"/>
                  </a:lnTo>
                  <a:lnTo>
                    <a:pt x="1559161" y="240972"/>
                  </a:lnTo>
                  <a:lnTo>
                    <a:pt x="1519316" y="214106"/>
                  </a:lnTo>
                  <a:lnTo>
                    <a:pt x="1492450" y="174261"/>
                  </a:lnTo>
                  <a:lnTo>
                    <a:pt x="1482598" y="125475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058153" y="6565772"/>
              <a:ext cx="2130425" cy="1537970"/>
            </a:xfrm>
            <a:custGeom>
              <a:avLst/>
              <a:gdLst/>
              <a:ahLst/>
              <a:cxnLst/>
              <a:rect l="l" t="t" r="r" b="b"/>
              <a:pathLst>
                <a:path w="2130425" h="1537970">
                  <a:moveTo>
                    <a:pt x="2040127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5"/>
                  </a:lnTo>
                  <a:lnTo>
                    <a:pt x="0" y="1447927"/>
                  </a:lnTo>
                  <a:lnTo>
                    <a:pt x="7066" y="1482925"/>
                  </a:lnTo>
                  <a:lnTo>
                    <a:pt x="26336" y="1511506"/>
                  </a:lnTo>
                  <a:lnTo>
                    <a:pt x="54917" y="1530776"/>
                  </a:lnTo>
                  <a:lnTo>
                    <a:pt x="89916" y="1537843"/>
                  </a:lnTo>
                  <a:lnTo>
                    <a:pt x="2040127" y="1537843"/>
                  </a:lnTo>
                  <a:lnTo>
                    <a:pt x="2075126" y="1530776"/>
                  </a:lnTo>
                  <a:lnTo>
                    <a:pt x="2103707" y="1511506"/>
                  </a:lnTo>
                  <a:lnTo>
                    <a:pt x="2122977" y="1482925"/>
                  </a:lnTo>
                  <a:lnTo>
                    <a:pt x="2130044" y="1447927"/>
                  </a:lnTo>
                  <a:lnTo>
                    <a:pt x="2130044" y="89915"/>
                  </a:lnTo>
                  <a:lnTo>
                    <a:pt x="2122977" y="54917"/>
                  </a:lnTo>
                  <a:lnTo>
                    <a:pt x="2103707" y="26336"/>
                  </a:lnTo>
                  <a:lnTo>
                    <a:pt x="2075126" y="7066"/>
                  </a:lnTo>
                  <a:lnTo>
                    <a:pt x="2040127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149593" y="6483603"/>
              <a:ext cx="2130425" cy="1537970"/>
            </a:xfrm>
            <a:custGeom>
              <a:avLst/>
              <a:gdLst/>
              <a:ahLst/>
              <a:cxnLst/>
              <a:rect l="l" t="t" r="r" b="b"/>
              <a:pathLst>
                <a:path w="2130425" h="1537970">
                  <a:moveTo>
                    <a:pt x="0" y="104901"/>
                  </a:moveTo>
                  <a:lnTo>
                    <a:pt x="8247" y="64079"/>
                  </a:lnTo>
                  <a:lnTo>
                    <a:pt x="30734" y="30734"/>
                  </a:lnTo>
                  <a:lnTo>
                    <a:pt x="64079" y="8247"/>
                  </a:lnTo>
                  <a:lnTo>
                    <a:pt x="104901" y="0"/>
                  </a:lnTo>
                  <a:lnTo>
                    <a:pt x="2025141" y="0"/>
                  </a:lnTo>
                  <a:lnTo>
                    <a:pt x="2065964" y="8247"/>
                  </a:lnTo>
                  <a:lnTo>
                    <a:pt x="2099309" y="30734"/>
                  </a:lnTo>
                  <a:lnTo>
                    <a:pt x="2121796" y="64079"/>
                  </a:lnTo>
                  <a:lnTo>
                    <a:pt x="2130044" y="104901"/>
                  </a:lnTo>
                  <a:lnTo>
                    <a:pt x="2130044" y="1432941"/>
                  </a:lnTo>
                  <a:lnTo>
                    <a:pt x="2121796" y="1473763"/>
                  </a:lnTo>
                  <a:lnTo>
                    <a:pt x="2099310" y="1507109"/>
                  </a:lnTo>
                  <a:lnTo>
                    <a:pt x="2065964" y="1529595"/>
                  </a:lnTo>
                  <a:lnTo>
                    <a:pt x="2025141" y="1537843"/>
                  </a:lnTo>
                  <a:lnTo>
                    <a:pt x="104901" y="1537843"/>
                  </a:lnTo>
                  <a:lnTo>
                    <a:pt x="64079" y="1529595"/>
                  </a:lnTo>
                  <a:lnTo>
                    <a:pt x="30733" y="1507109"/>
                  </a:lnTo>
                  <a:lnTo>
                    <a:pt x="8247" y="1473763"/>
                  </a:lnTo>
                  <a:lnTo>
                    <a:pt x="0" y="1432941"/>
                  </a:lnTo>
                  <a:lnTo>
                    <a:pt x="0" y="104901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88655" y="6602615"/>
              <a:ext cx="335394" cy="335394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319773" y="6805358"/>
              <a:ext cx="1687195" cy="973645"/>
            </a:xfrm>
            <a:prstGeom prst="rect">
              <a:avLst/>
            </a:prstGeom>
          </p:spPr>
        </p:pic>
      </p:grpSp>
      <p:sp>
        <p:nvSpPr>
          <p:cNvPr id="80" name="object 80" descr=""/>
          <p:cNvSpPr txBox="1"/>
          <p:nvPr/>
        </p:nvSpPr>
        <p:spPr>
          <a:xfrm>
            <a:off x="10986896" y="5492622"/>
            <a:ext cx="12433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70">
                <a:latin typeface="Calibri"/>
                <a:cs typeface="Calibri"/>
              </a:rPr>
              <a:t>Data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Streams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9878948" y="5477001"/>
            <a:ext cx="4813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60"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0697718" y="89200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80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10557382" y="8109839"/>
            <a:ext cx="744855" cy="836294"/>
            <a:chOff x="10557382" y="8109839"/>
            <a:chExt cx="744855" cy="836294"/>
          </a:xfrm>
        </p:grpSpPr>
        <p:sp>
          <p:nvSpPr>
            <p:cNvPr id="84" name="object 84" descr=""/>
            <p:cNvSpPr/>
            <p:nvPr/>
          </p:nvSpPr>
          <p:spPr>
            <a:xfrm>
              <a:off x="10557382" y="8109839"/>
              <a:ext cx="709295" cy="637540"/>
            </a:xfrm>
            <a:custGeom>
              <a:avLst/>
              <a:gdLst/>
              <a:ahLst/>
              <a:cxnLst/>
              <a:rect l="l" t="t" r="r" b="b"/>
              <a:pathLst>
                <a:path w="709295" h="637540">
                  <a:moveTo>
                    <a:pt x="64516" y="78867"/>
                  </a:moveTo>
                  <a:lnTo>
                    <a:pt x="41401" y="116713"/>
                  </a:lnTo>
                  <a:lnTo>
                    <a:pt x="26276" y="148590"/>
                  </a:lnTo>
                  <a:lnTo>
                    <a:pt x="26162" y="148844"/>
                  </a:lnTo>
                  <a:lnTo>
                    <a:pt x="10033" y="198882"/>
                  </a:lnTo>
                  <a:lnTo>
                    <a:pt x="1650" y="249809"/>
                  </a:lnTo>
                  <a:lnTo>
                    <a:pt x="0" y="283972"/>
                  </a:lnTo>
                  <a:lnTo>
                    <a:pt x="413" y="297942"/>
                  </a:lnTo>
                  <a:lnTo>
                    <a:pt x="508" y="301117"/>
                  </a:lnTo>
                  <a:lnTo>
                    <a:pt x="6858" y="351663"/>
                  </a:lnTo>
                  <a:lnTo>
                    <a:pt x="20447" y="400812"/>
                  </a:lnTo>
                  <a:lnTo>
                    <a:pt x="40894" y="447802"/>
                  </a:lnTo>
                  <a:lnTo>
                    <a:pt x="68199" y="491744"/>
                  </a:lnTo>
                  <a:lnTo>
                    <a:pt x="102108" y="531749"/>
                  </a:lnTo>
                  <a:lnTo>
                    <a:pt x="142621" y="566928"/>
                  </a:lnTo>
                  <a:lnTo>
                    <a:pt x="188722" y="596011"/>
                  </a:lnTo>
                  <a:lnTo>
                    <a:pt x="237363" y="617474"/>
                  </a:lnTo>
                  <a:lnTo>
                    <a:pt x="287655" y="630936"/>
                  </a:lnTo>
                  <a:lnTo>
                    <a:pt x="338836" y="636905"/>
                  </a:lnTo>
                  <a:lnTo>
                    <a:pt x="355981" y="637286"/>
                  </a:lnTo>
                  <a:lnTo>
                    <a:pt x="373125" y="636778"/>
                  </a:lnTo>
                  <a:lnTo>
                    <a:pt x="423672" y="630555"/>
                  </a:lnTo>
                  <a:lnTo>
                    <a:pt x="472821" y="616966"/>
                  </a:lnTo>
                  <a:lnTo>
                    <a:pt x="493780" y="608838"/>
                  </a:lnTo>
                  <a:lnTo>
                    <a:pt x="355219" y="608838"/>
                  </a:lnTo>
                  <a:lnTo>
                    <a:pt x="339598" y="608457"/>
                  </a:lnTo>
                  <a:lnTo>
                    <a:pt x="292481" y="602742"/>
                  </a:lnTo>
                  <a:lnTo>
                    <a:pt x="246520" y="590296"/>
                  </a:lnTo>
                  <a:lnTo>
                    <a:pt x="201549" y="570484"/>
                  </a:lnTo>
                  <a:lnTo>
                    <a:pt x="159131" y="543560"/>
                  </a:lnTo>
                  <a:lnTo>
                    <a:pt x="121920" y="511175"/>
                  </a:lnTo>
                  <a:lnTo>
                    <a:pt x="90805" y="474345"/>
                  </a:lnTo>
                  <a:lnTo>
                    <a:pt x="65913" y="433959"/>
                  </a:lnTo>
                  <a:lnTo>
                    <a:pt x="47117" y="390779"/>
                  </a:lnTo>
                  <a:lnTo>
                    <a:pt x="34798" y="345440"/>
                  </a:lnTo>
                  <a:lnTo>
                    <a:pt x="29083" y="298831"/>
                  </a:lnTo>
                  <a:lnTo>
                    <a:pt x="28599" y="283972"/>
                  </a:lnTo>
                  <a:lnTo>
                    <a:pt x="28621" y="281305"/>
                  </a:lnTo>
                  <a:lnTo>
                    <a:pt x="31876" y="236093"/>
                  </a:lnTo>
                  <a:lnTo>
                    <a:pt x="42129" y="189611"/>
                  </a:lnTo>
                  <a:lnTo>
                    <a:pt x="59436" y="144145"/>
                  </a:lnTo>
                  <a:lnTo>
                    <a:pt x="83992" y="100965"/>
                  </a:lnTo>
                  <a:lnTo>
                    <a:pt x="88011" y="95123"/>
                  </a:lnTo>
                  <a:lnTo>
                    <a:pt x="64516" y="78867"/>
                  </a:lnTo>
                  <a:close/>
                </a:path>
                <a:path w="709295" h="637540">
                  <a:moveTo>
                    <a:pt x="597501" y="25043"/>
                  </a:moveTo>
                  <a:lnTo>
                    <a:pt x="579558" y="47376"/>
                  </a:lnTo>
                  <a:lnTo>
                    <a:pt x="588010" y="54737"/>
                  </a:lnTo>
                  <a:lnTo>
                    <a:pt x="598551" y="66040"/>
                  </a:lnTo>
                  <a:lnTo>
                    <a:pt x="627634" y="104140"/>
                  </a:lnTo>
                  <a:lnTo>
                    <a:pt x="650621" y="145669"/>
                  </a:lnTo>
                  <a:lnTo>
                    <a:pt x="667131" y="189611"/>
                  </a:lnTo>
                  <a:lnTo>
                    <a:pt x="677291" y="235331"/>
                  </a:lnTo>
                  <a:lnTo>
                    <a:pt x="680818" y="281305"/>
                  </a:lnTo>
                  <a:lnTo>
                    <a:pt x="680803" y="283972"/>
                  </a:lnTo>
                  <a:lnTo>
                    <a:pt x="677418" y="329311"/>
                  </a:lnTo>
                  <a:lnTo>
                    <a:pt x="667131" y="375793"/>
                  </a:lnTo>
                  <a:lnTo>
                    <a:pt x="649859" y="421132"/>
                  </a:lnTo>
                  <a:lnTo>
                    <a:pt x="625348" y="464566"/>
                  </a:lnTo>
                  <a:lnTo>
                    <a:pt x="594487" y="503682"/>
                  </a:lnTo>
                  <a:lnTo>
                    <a:pt x="559053" y="536829"/>
                  </a:lnTo>
                  <a:lnTo>
                    <a:pt x="519811" y="563880"/>
                  </a:lnTo>
                  <a:lnTo>
                    <a:pt x="477520" y="584708"/>
                  </a:lnTo>
                  <a:lnTo>
                    <a:pt x="432231" y="599440"/>
                  </a:lnTo>
                  <a:lnTo>
                    <a:pt x="432102" y="599440"/>
                  </a:lnTo>
                  <a:lnTo>
                    <a:pt x="417449" y="602615"/>
                  </a:lnTo>
                  <a:lnTo>
                    <a:pt x="401350" y="605409"/>
                  </a:lnTo>
                  <a:lnTo>
                    <a:pt x="401040" y="605409"/>
                  </a:lnTo>
                  <a:lnTo>
                    <a:pt x="386461" y="607187"/>
                  </a:lnTo>
                  <a:lnTo>
                    <a:pt x="370840" y="608330"/>
                  </a:lnTo>
                  <a:lnTo>
                    <a:pt x="355219" y="608838"/>
                  </a:lnTo>
                  <a:lnTo>
                    <a:pt x="493780" y="608838"/>
                  </a:lnTo>
                  <a:lnTo>
                    <a:pt x="534797" y="588137"/>
                  </a:lnTo>
                  <a:lnTo>
                    <a:pt x="577596" y="558546"/>
                  </a:lnTo>
                  <a:lnTo>
                    <a:pt x="615955" y="522478"/>
                  </a:lnTo>
                  <a:lnTo>
                    <a:pt x="649351" y="479806"/>
                  </a:lnTo>
                  <a:lnTo>
                    <a:pt x="676021" y="432689"/>
                  </a:lnTo>
                  <a:lnTo>
                    <a:pt x="694817" y="383413"/>
                  </a:lnTo>
                  <a:lnTo>
                    <a:pt x="705866" y="332613"/>
                  </a:lnTo>
                  <a:lnTo>
                    <a:pt x="709236" y="283972"/>
                  </a:lnTo>
                  <a:lnTo>
                    <a:pt x="709295" y="281305"/>
                  </a:lnTo>
                  <a:lnTo>
                    <a:pt x="708882" y="267589"/>
                  </a:lnTo>
                  <a:lnTo>
                    <a:pt x="702564" y="213741"/>
                  </a:lnTo>
                  <a:lnTo>
                    <a:pt x="689101" y="164465"/>
                  </a:lnTo>
                  <a:lnTo>
                    <a:pt x="668655" y="117602"/>
                  </a:lnTo>
                  <a:lnTo>
                    <a:pt x="641350" y="73660"/>
                  </a:lnTo>
                  <a:lnTo>
                    <a:pt x="606806" y="33147"/>
                  </a:lnTo>
                  <a:lnTo>
                    <a:pt x="597501" y="25043"/>
                  </a:lnTo>
                  <a:close/>
                </a:path>
                <a:path w="709295" h="637540">
                  <a:moveTo>
                    <a:pt x="544322" y="0"/>
                  </a:moveTo>
                  <a:lnTo>
                    <a:pt x="570992" y="58039"/>
                  </a:lnTo>
                  <a:lnTo>
                    <a:pt x="579558" y="47376"/>
                  </a:lnTo>
                  <a:lnTo>
                    <a:pt x="568325" y="37592"/>
                  </a:lnTo>
                  <a:lnTo>
                    <a:pt x="587121" y="16002"/>
                  </a:lnTo>
                  <a:lnTo>
                    <a:pt x="604765" y="16002"/>
                  </a:lnTo>
                  <a:lnTo>
                    <a:pt x="606806" y="13462"/>
                  </a:lnTo>
                  <a:lnTo>
                    <a:pt x="544322" y="0"/>
                  </a:lnTo>
                  <a:close/>
                </a:path>
                <a:path w="709295" h="637540">
                  <a:moveTo>
                    <a:pt x="587121" y="16002"/>
                  </a:moveTo>
                  <a:lnTo>
                    <a:pt x="568325" y="37592"/>
                  </a:lnTo>
                  <a:lnTo>
                    <a:pt x="579558" y="47376"/>
                  </a:lnTo>
                  <a:lnTo>
                    <a:pt x="597501" y="25043"/>
                  </a:lnTo>
                  <a:lnTo>
                    <a:pt x="587121" y="16002"/>
                  </a:lnTo>
                  <a:close/>
                </a:path>
                <a:path w="709295" h="637540">
                  <a:moveTo>
                    <a:pt x="604765" y="16002"/>
                  </a:moveTo>
                  <a:lnTo>
                    <a:pt x="587121" y="16002"/>
                  </a:lnTo>
                  <a:lnTo>
                    <a:pt x="597501" y="25043"/>
                  </a:lnTo>
                  <a:lnTo>
                    <a:pt x="604765" y="16002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630153" y="8273745"/>
              <a:ext cx="672007" cy="671880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1034394" y="8602980"/>
              <a:ext cx="103505" cy="123825"/>
            </a:xfrm>
            <a:custGeom>
              <a:avLst/>
              <a:gdLst/>
              <a:ahLst/>
              <a:cxnLst/>
              <a:rect l="l" t="t" r="r" b="b"/>
              <a:pathLst>
                <a:path w="103504" h="123825">
                  <a:moveTo>
                    <a:pt x="51307" y="0"/>
                  </a:moveTo>
                  <a:lnTo>
                    <a:pt x="0" y="27686"/>
                  </a:lnTo>
                  <a:lnTo>
                    <a:pt x="51688" y="123317"/>
                  </a:lnTo>
                  <a:lnTo>
                    <a:pt x="102997" y="95631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69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애플리케이션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현대화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465073" y="1810117"/>
            <a:ext cx="13209905" cy="91440"/>
          </a:xfrm>
          <a:custGeom>
            <a:avLst/>
            <a:gdLst/>
            <a:ahLst/>
            <a:cxnLst/>
            <a:rect l="l" t="t" r="r" b="b"/>
            <a:pathLst>
              <a:path w="13209905" h="91439">
                <a:moveTo>
                  <a:pt x="13209651" y="0"/>
                </a:moveTo>
                <a:lnTo>
                  <a:pt x="0" y="0"/>
                </a:lnTo>
                <a:lnTo>
                  <a:pt x="0" y="91199"/>
                </a:lnTo>
                <a:lnTo>
                  <a:pt x="13209651" y="91199"/>
                </a:lnTo>
                <a:lnTo>
                  <a:pt x="13209651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55980" y="1903857"/>
            <a:ext cx="307213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74A1"/>
                </a:solidFill>
                <a:latin typeface="Arial"/>
                <a:cs typeface="Arial"/>
              </a:rPr>
              <a:t>Bridge</a:t>
            </a:r>
            <a:r>
              <a:rPr dirty="0" sz="3200" spc="-4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074A1"/>
                </a:solidFill>
                <a:latin typeface="Arial"/>
                <a:cs typeface="Arial"/>
              </a:rPr>
              <a:t>to</a:t>
            </a:r>
            <a:r>
              <a:rPr dirty="0" sz="3200" spc="-2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0074A1"/>
                </a:solidFill>
                <a:latin typeface="Arial"/>
                <a:cs typeface="Arial"/>
              </a:rPr>
              <a:t>Cloud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89432" y="2487409"/>
            <a:ext cx="17307560" cy="7150100"/>
            <a:chOff x="589432" y="2487409"/>
            <a:chExt cx="17307560" cy="7150100"/>
          </a:xfrm>
        </p:grpSpPr>
        <p:sp>
          <p:nvSpPr>
            <p:cNvPr id="8" name="object 8" descr=""/>
            <p:cNvSpPr/>
            <p:nvPr/>
          </p:nvSpPr>
          <p:spPr>
            <a:xfrm>
              <a:off x="9164319" y="2492171"/>
              <a:ext cx="8728075" cy="7140575"/>
            </a:xfrm>
            <a:custGeom>
              <a:avLst/>
              <a:gdLst/>
              <a:ahLst/>
              <a:cxnLst/>
              <a:rect l="l" t="t" r="r" b="b"/>
              <a:pathLst>
                <a:path w="8728075" h="7140575">
                  <a:moveTo>
                    <a:pt x="8727566" y="0"/>
                  </a:moveTo>
                  <a:lnTo>
                    <a:pt x="0" y="0"/>
                  </a:lnTo>
                  <a:lnTo>
                    <a:pt x="0" y="7140575"/>
                  </a:lnTo>
                  <a:lnTo>
                    <a:pt x="8727566" y="7140575"/>
                  </a:lnTo>
                  <a:lnTo>
                    <a:pt x="8727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64319" y="2492171"/>
              <a:ext cx="8728075" cy="7140575"/>
            </a:xfrm>
            <a:custGeom>
              <a:avLst/>
              <a:gdLst/>
              <a:ahLst/>
              <a:cxnLst/>
              <a:rect l="l" t="t" r="r" b="b"/>
              <a:pathLst>
                <a:path w="8728075" h="7140575">
                  <a:moveTo>
                    <a:pt x="0" y="7140575"/>
                  </a:moveTo>
                  <a:lnTo>
                    <a:pt x="8727566" y="7140575"/>
                  </a:lnTo>
                  <a:lnTo>
                    <a:pt x="8727566" y="0"/>
                  </a:lnTo>
                  <a:lnTo>
                    <a:pt x="0" y="0"/>
                  </a:lnTo>
                  <a:lnTo>
                    <a:pt x="0" y="7140575"/>
                  </a:lnTo>
                  <a:close/>
                </a:path>
              </a:pathLst>
            </a:custGeom>
            <a:ln w="9525">
              <a:solidFill>
                <a:srgbClr val="66666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4194" y="2492184"/>
              <a:ext cx="8555990" cy="7120890"/>
            </a:xfrm>
            <a:custGeom>
              <a:avLst/>
              <a:gdLst/>
              <a:ahLst/>
              <a:cxnLst/>
              <a:rect l="l" t="t" r="r" b="b"/>
              <a:pathLst>
                <a:path w="8555990" h="7120890">
                  <a:moveTo>
                    <a:pt x="8555990" y="0"/>
                  </a:moveTo>
                  <a:lnTo>
                    <a:pt x="0" y="0"/>
                  </a:lnTo>
                  <a:lnTo>
                    <a:pt x="0" y="7120763"/>
                  </a:lnTo>
                  <a:lnTo>
                    <a:pt x="8555990" y="7120763"/>
                  </a:lnTo>
                  <a:lnTo>
                    <a:pt x="85559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4194" y="2492184"/>
              <a:ext cx="8555990" cy="7120890"/>
            </a:xfrm>
            <a:custGeom>
              <a:avLst/>
              <a:gdLst/>
              <a:ahLst/>
              <a:cxnLst/>
              <a:rect l="l" t="t" r="r" b="b"/>
              <a:pathLst>
                <a:path w="8555990" h="7120890">
                  <a:moveTo>
                    <a:pt x="0" y="7120763"/>
                  </a:moveTo>
                  <a:lnTo>
                    <a:pt x="8555990" y="7120763"/>
                  </a:lnTo>
                  <a:lnTo>
                    <a:pt x="8555990" y="0"/>
                  </a:lnTo>
                  <a:lnTo>
                    <a:pt x="0" y="0"/>
                  </a:lnTo>
                  <a:lnTo>
                    <a:pt x="0" y="7120763"/>
                  </a:lnTo>
                  <a:close/>
                </a:path>
              </a:pathLst>
            </a:custGeom>
            <a:ln w="9525">
              <a:solidFill>
                <a:srgbClr val="66666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76109" y="5424804"/>
              <a:ext cx="11259185" cy="3978275"/>
            </a:xfrm>
            <a:custGeom>
              <a:avLst/>
              <a:gdLst/>
              <a:ahLst/>
              <a:cxnLst/>
              <a:rect l="l" t="t" r="r" b="b"/>
              <a:pathLst>
                <a:path w="11259185" h="3978275">
                  <a:moveTo>
                    <a:pt x="15748" y="246507"/>
                  </a:moveTo>
                  <a:lnTo>
                    <a:pt x="22297" y="214094"/>
                  </a:lnTo>
                  <a:lnTo>
                    <a:pt x="40157" y="187610"/>
                  </a:lnTo>
                  <a:lnTo>
                    <a:pt x="66647" y="169747"/>
                  </a:lnTo>
                  <a:lnTo>
                    <a:pt x="99085" y="163195"/>
                  </a:lnTo>
                  <a:lnTo>
                    <a:pt x="2826753" y="163195"/>
                  </a:lnTo>
                  <a:lnTo>
                    <a:pt x="2859239" y="169747"/>
                  </a:lnTo>
                  <a:lnTo>
                    <a:pt x="2885760" y="187610"/>
                  </a:lnTo>
                  <a:lnTo>
                    <a:pt x="2903637" y="214094"/>
                  </a:lnTo>
                  <a:lnTo>
                    <a:pt x="2910192" y="246507"/>
                  </a:lnTo>
                  <a:lnTo>
                    <a:pt x="2910192" y="1302131"/>
                  </a:lnTo>
                  <a:lnTo>
                    <a:pt x="2903637" y="1334543"/>
                  </a:lnTo>
                  <a:lnTo>
                    <a:pt x="2885760" y="1361027"/>
                  </a:lnTo>
                  <a:lnTo>
                    <a:pt x="2859239" y="1378890"/>
                  </a:lnTo>
                  <a:lnTo>
                    <a:pt x="2826753" y="1385443"/>
                  </a:lnTo>
                  <a:lnTo>
                    <a:pt x="99085" y="1385443"/>
                  </a:lnTo>
                  <a:lnTo>
                    <a:pt x="66647" y="1378890"/>
                  </a:lnTo>
                  <a:lnTo>
                    <a:pt x="40157" y="1361027"/>
                  </a:lnTo>
                  <a:lnTo>
                    <a:pt x="22297" y="1334543"/>
                  </a:lnTo>
                  <a:lnTo>
                    <a:pt x="15748" y="1302131"/>
                  </a:lnTo>
                  <a:lnTo>
                    <a:pt x="15748" y="246507"/>
                  </a:lnTo>
                  <a:close/>
                </a:path>
                <a:path w="11259185" h="3978275">
                  <a:moveTo>
                    <a:pt x="0" y="3894607"/>
                  </a:moveTo>
                  <a:lnTo>
                    <a:pt x="6549" y="3927052"/>
                  </a:lnTo>
                  <a:lnTo>
                    <a:pt x="24409" y="3953546"/>
                  </a:lnTo>
                  <a:lnTo>
                    <a:pt x="50899" y="3971408"/>
                  </a:lnTo>
                  <a:lnTo>
                    <a:pt x="83337" y="3977957"/>
                  </a:lnTo>
                  <a:lnTo>
                    <a:pt x="2855455" y="3977957"/>
                  </a:lnTo>
                  <a:lnTo>
                    <a:pt x="2887868" y="3971408"/>
                  </a:lnTo>
                  <a:lnTo>
                    <a:pt x="2914351" y="3953546"/>
                  </a:lnTo>
                  <a:lnTo>
                    <a:pt x="2932214" y="3927052"/>
                  </a:lnTo>
                  <a:lnTo>
                    <a:pt x="2938767" y="3894607"/>
                  </a:lnTo>
                  <a:lnTo>
                    <a:pt x="2938767" y="2839085"/>
                  </a:lnTo>
                  <a:lnTo>
                    <a:pt x="2932214" y="2806672"/>
                  </a:lnTo>
                  <a:lnTo>
                    <a:pt x="2914351" y="2780188"/>
                  </a:lnTo>
                  <a:lnTo>
                    <a:pt x="2887868" y="2762325"/>
                  </a:lnTo>
                  <a:lnTo>
                    <a:pt x="2855455" y="2755773"/>
                  </a:lnTo>
                  <a:lnTo>
                    <a:pt x="83337" y="2755773"/>
                  </a:lnTo>
                  <a:lnTo>
                    <a:pt x="50899" y="2762325"/>
                  </a:lnTo>
                  <a:lnTo>
                    <a:pt x="24409" y="2780188"/>
                  </a:lnTo>
                  <a:lnTo>
                    <a:pt x="6549" y="2806672"/>
                  </a:lnTo>
                  <a:lnTo>
                    <a:pt x="0" y="2839085"/>
                  </a:lnTo>
                  <a:lnTo>
                    <a:pt x="0" y="3894607"/>
                  </a:lnTo>
                  <a:close/>
                </a:path>
                <a:path w="11259185" h="3978275">
                  <a:moveTo>
                    <a:pt x="9129001" y="134366"/>
                  </a:moveTo>
                  <a:lnTo>
                    <a:pt x="9137228" y="93563"/>
                  </a:lnTo>
                  <a:lnTo>
                    <a:pt x="9159671" y="60261"/>
                  </a:lnTo>
                  <a:lnTo>
                    <a:pt x="9192973" y="37818"/>
                  </a:lnTo>
                  <a:lnTo>
                    <a:pt x="9233776" y="29591"/>
                  </a:lnTo>
                  <a:lnTo>
                    <a:pt x="11154143" y="29591"/>
                  </a:lnTo>
                  <a:lnTo>
                    <a:pt x="11194946" y="37818"/>
                  </a:lnTo>
                  <a:lnTo>
                    <a:pt x="11228247" y="60261"/>
                  </a:lnTo>
                  <a:lnTo>
                    <a:pt x="11250691" y="93563"/>
                  </a:lnTo>
                  <a:lnTo>
                    <a:pt x="11258918" y="134366"/>
                  </a:lnTo>
                  <a:lnTo>
                    <a:pt x="11258918" y="1462532"/>
                  </a:lnTo>
                  <a:lnTo>
                    <a:pt x="11250691" y="1503334"/>
                  </a:lnTo>
                  <a:lnTo>
                    <a:pt x="11228247" y="1536636"/>
                  </a:lnTo>
                  <a:lnTo>
                    <a:pt x="11194946" y="1559079"/>
                  </a:lnTo>
                  <a:lnTo>
                    <a:pt x="11154143" y="1567307"/>
                  </a:lnTo>
                  <a:lnTo>
                    <a:pt x="9233776" y="1567307"/>
                  </a:lnTo>
                  <a:lnTo>
                    <a:pt x="9192973" y="1559079"/>
                  </a:lnTo>
                  <a:lnTo>
                    <a:pt x="9159671" y="1536636"/>
                  </a:lnTo>
                  <a:lnTo>
                    <a:pt x="9137228" y="1503334"/>
                  </a:lnTo>
                  <a:lnTo>
                    <a:pt x="9129001" y="1462532"/>
                  </a:lnTo>
                  <a:lnTo>
                    <a:pt x="9129001" y="134366"/>
                  </a:lnTo>
                  <a:close/>
                </a:path>
                <a:path w="11259185" h="3978275">
                  <a:moveTo>
                    <a:pt x="5072113" y="104902"/>
                  </a:moveTo>
                  <a:lnTo>
                    <a:pt x="5080342" y="64079"/>
                  </a:lnTo>
                  <a:lnTo>
                    <a:pt x="5102799" y="30734"/>
                  </a:lnTo>
                  <a:lnTo>
                    <a:pt x="5136139" y="8247"/>
                  </a:lnTo>
                  <a:lnTo>
                    <a:pt x="5177015" y="0"/>
                  </a:lnTo>
                  <a:lnTo>
                    <a:pt x="7463269" y="0"/>
                  </a:lnTo>
                  <a:lnTo>
                    <a:pt x="7504072" y="8247"/>
                  </a:lnTo>
                  <a:lnTo>
                    <a:pt x="7537373" y="30734"/>
                  </a:lnTo>
                  <a:lnTo>
                    <a:pt x="7559817" y="64079"/>
                  </a:lnTo>
                  <a:lnTo>
                    <a:pt x="7568044" y="104902"/>
                  </a:lnTo>
                  <a:lnTo>
                    <a:pt x="7568044" y="1432941"/>
                  </a:lnTo>
                  <a:lnTo>
                    <a:pt x="7559817" y="1473763"/>
                  </a:lnTo>
                  <a:lnTo>
                    <a:pt x="7537373" y="1507109"/>
                  </a:lnTo>
                  <a:lnTo>
                    <a:pt x="7504072" y="1529595"/>
                  </a:lnTo>
                  <a:lnTo>
                    <a:pt x="7463269" y="1537843"/>
                  </a:lnTo>
                  <a:lnTo>
                    <a:pt x="5177015" y="1537843"/>
                  </a:lnTo>
                  <a:lnTo>
                    <a:pt x="5136139" y="1529595"/>
                  </a:lnTo>
                  <a:lnTo>
                    <a:pt x="5102799" y="1507109"/>
                  </a:lnTo>
                  <a:lnTo>
                    <a:pt x="5080342" y="1473763"/>
                  </a:lnTo>
                  <a:lnTo>
                    <a:pt x="5072113" y="1432941"/>
                  </a:lnTo>
                  <a:lnTo>
                    <a:pt x="5072113" y="1049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181206" y="7050912"/>
              <a:ext cx="709295" cy="637540"/>
            </a:xfrm>
            <a:custGeom>
              <a:avLst/>
              <a:gdLst/>
              <a:ahLst/>
              <a:cxnLst/>
              <a:rect l="l" t="t" r="r" b="b"/>
              <a:pathLst>
                <a:path w="709295" h="637540">
                  <a:moveTo>
                    <a:pt x="64389" y="78866"/>
                  </a:moveTo>
                  <a:lnTo>
                    <a:pt x="41148" y="116712"/>
                  </a:lnTo>
                  <a:lnTo>
                    <a:pt x="19812" y="165353"/>
                  </a:lnTo>
                  <a:lnTo>
                    <a:pt x="6350" y="215645"/>
                  </a:lnTo>
                  <a:lnTo>
                    <a:pt x="310" y="266191"/>
                  </a:lnTo>
                  <a:lnTo>
                    <a:pt x="43" y="281050"/>
                  </a:lnTo>
                  <a:lnTo>
                    <a:pt x="0" y="283971"/>
                  </a:lnTo>
                  <a:lnTo>
                    <a:pt x="3937" y="334771"/>
                  </a:lnTo>
                  <a:lnTo>
                    <a:pt x="14986" y="384555"/>
                  </a:lnTo>
                  <a:lnTo>
                    <a:pt x="33147" y="432307"/>
                  </a:lnTo>
                  <a:lnTo>
                    <a:pt x="58293" y="477265"/>
                  </a:lnTo>
                  <a:lnTo>
                    <a:pt x="90043" y="518667"/>
                  </a:lnTo>
                  <a:lnTo>
                    <a:pt x="128397" y="555624"/>
                  </a:lnTo>
                  <a:lnTo>
                    <a:pt x="172847" y="586866"/>
                  </a:lnTo>
                  <a:lnTo>
                    <a:pt x="220852" y="610869"/>
                  </a:lnTo>
                  <a:lnTo>
                    <a:pt x="270637" y="626998"/>
                  </a:lnTo>
                  <a:lnTo>
                    <a:pt x="321691" y="635380"/>
                  </a:lnTo>
                  <a:lnTo>
                    <a:pt x="355853" y="637031"/>
                  </a:lnTo>
                  <a:lnTo>
                    <a:pt x="368617" y="636650"/>
                  </a:lnTo>
                  <a:lnTo>
                    <a:pt x="371324" y="636650"/>
                  </a:lnTo>
                  <a:lnTo>
                    <a:pt x="423418" y="630173"/>
                  </a:lnTo>
                  <a:lnTo>
                    <a:pt x="472567" y="616711"/>
                  </a:lnTo>
                  <a:lnTo>
                    <a:pt x="493613" y="608456"/>
                  </a:lnTo>
                  <a:lnTo>
                    <a:pt x="355092" y="608456"/>
                  </a:lnTo>
                  <a:lnTo>
                    <a:pt x="339471" y="608075"/>
                  </a:lnTo>
                  <a:lnTo>
                    <a:pt x="292353" y="602487"/>
                  </a:lnTo>
                  <a:lnTo>
                    <a:pt x="246252" y="589914"/>
                  </a:lnTo>
                  <a:lnTo>
                    <a:pt x="201422" y="570229"/>
                  </a:lnTo>
                  <a:lnTo>
                    <a:pt x="159131" y="543305"/>
                  </a:lnTo>
                  <a:lnTo>
                    <a:pt x="121920" y="510920"/>
                  </a:lnTo>
                  <a:lnTo>
                    <a:pt x="90804" y="474217"/>
                  </a:lnTo>
                  <a:lnTo>
                    <a:pt x="65659" y="433831"/>
                  </a:lnTo>
                  <a:lnTo>
                    <a:pt x="47038" y="390778"/>
                  </a:lnTo>
                  <a:lnTo>
                    <a:pt x="34671" y="345439"/>
                  </a:lnTo>
                  <a:lnTo>
                    <a:pt x="30335" y="315340"/>
                  </a:lnTo>
                  <a:lnTo>
                    <a:pt x="30225" y="314451"/>
                  </a:lnTo>
                  <a:lnTo>
                    <a:pt x="28956" y="298830"/>
                  </a:lnTo>
                  <a:lnTo>
                    <a:pt x="28596" y="283971"/>
                  </a:lnTo>
                  <a:lnTo>
                    <a:pt x="28607" y="281050"/>
                  </a:lnTo>
                  <a:lnTo>
                    <a:pt x="31750" y="235965"/>
                  </a:lnTo>
                  <a:lnTo>
                    <a:pt x="42037" y="189483"/>
                  </a:lnTo>
                  <a:lnTo>
                    <a:pt x="59436" y="144144"/>
                  </a:lnTo>
                  <a:lnTo>
                    <a:pt x="83866" y="100964"/>
                  </a:lnTo>
                  <a:lnTo>
                    <a:pt x="87884" y="95122"/>
                  </a:lnTo>
                  <a:lnTo>
                    <a:pt x="64389" y="78866"/>
                  </a:lnTo>
                  <a:close/>
                </a:path>
                <a:path w="709295" h="637540">
                  <a:moveTo>
                    <a:pt x="596921" y="25038"/>
                  </a:moveTo>
                  <a:lnTo>
                    <a:pt x="579066" y="47326"/>
                  </a:lnTo>
                  <a:lnTo>
                    <a:pt x="587375" y="54609"/>
                  </a:lnTo>
                  <a:lnTo>
                    <a:pt x="598043" y="66039"/>
                  </a:lnTo>
                  <a:lnTo>
                    <a:pt x="627126" y="104012"/>
                  </a:lnTo>
                  <a:lnTo>
                    <a:pt x="649986" y="145287"/>
                  </a:lnTo>
                  <a:lnTo>
                    <a:pt x="666623" y="189229"/>
                  </a:lnTo>
                  <a:lnTo>
                    <a:pt x="676910" y="235203"/>
                  </a:lnTo>
                  <a:lnTo>
                    <a:pt x="680317" y="281050"/>
                  </a:lnTo>
                  <a:lnTo>
                    <a:pt x="680289" y="283971"/>
                  </a:lnTo>
                  <a:lnTo>
                    <a:pt x="677037" y="329056"/>
                  </a:lnTo>
                  <a:lnTo>
                    <a:pt x="666876" y="375538"/>
                  </a:lnTo>
                  <a:lnTo>
                    <a:pt x="649604" y="420877"/>
                  </a:lnTo>
                  <a:lnTo>
                    <a:pt x="625047" y="464057"/>
                  </a:lnTo>
                  <a:lnTo>
                    <a:pt x="594106" y="503300"/>
                  </a:lnTo>
                  <a:lnTo>
                    <a:pt x="558800" y="536447"/>
                  </a:lnTo>
                  <a:lnTo>
                    <a:pt x="519557" y="563498"/>
                  </a:lnTo>
                  <a:lnTo>
                    <a:pt x="477139" y="584453"/>
                  </a:lnTo>
                  <a:lnTo>
                    <a:pt x="432562" y="598931"/>
                  </a:lnTo>
                  <a:lnTo>
                    <a:pt x="385292" y="606932"/>
                  </a:lnTo>
                  <a:lnTo>
                    <a:pt x="384598" y="606932"/>
                  </a:lnTo>
                  <a:lnTo>
                    <a:pt x="368977" y="608075"/>
                  </a:lnTo>
                  <a:lnTo>
                    <a:pt x="366807" y="608075"/>
                  </a:lnTo>
                  <a:lnTo>
                    <a:pt x="355092" y="608456"/>
                  </a:lnTo>
                  <a:lnTo>
                    <a:pt x="493613" y="608456"/>
                  </a:lnTo>
                  <a:lnTo>
                    <a:pt x="534670" y="587755"/>
                  </a:lnTo>
                  <a:lnTo>
                    <a:pt x="577215" y="558291"/>
                  </a:lnTo>
                  <a:lnTo>
                    <a:pt x="615574" y="522223"/>
                  </a:lnTo>
                  <a:lnTo>
                    <a:pt x="649097" y="479424"/>
                  </a:lnTo>
                  <a:lnTo>
                    <a:pt x="675767" y="432307"/>
                  </a:lnTo>
                  <a:lnTo>
                    <a:pt x="694436" y="382904"/>
                  </a:lnTo>
                  <a:lnTo>
                    <a:pt x="705358" y="332358"/>
                  </a:lnTo>
                  <a:lnTo>
                    <a:pt x="708849" y="283971"/>
                  </a:lnTo>
                  <a:lnTo>
                    <a:pt x="708914" y="281050"/>
                  </a:lnTo>
                  <a:lnTo>
                    <a:pt x="708504" y="267334"/>
                  </a:lnTo>
                  <a:lnTo>
                    <a:pt x="702056" y="213486"/>
                  </a:lnTo>
                  <a:lnTo>
                    <a:pt x="688594" y="164210"/>
                  </a:lnTo>
                  <a:lnTo>
                    <a:pt x="668208" y="117474"/>
                  </a:lnTo>
                  <a:lnTo>
                    <a:pt x="640715" y="73532"/>
                  </a:lnTo>
                  <a:lnTo>
                    <a:pt x="606171" y="33146"/>
                  </a:lnTo>
                  <a:lnTo>
                    <a:pt x="596921" y="25038"/>
                  </a:lnTo>
                  <a:close/>
                </a:path>
                <a:path w="709295" h="637540">
                  <a:moveTo>
                    <a:pt x="543814" y="0"/>
                  </a:moveTo>
                  <a:lnTo>
                    <a:pt x="570484" y="58038"/>
                  </a:lnTo>
                  <a:lnTo>
                    <a:pt x="579066" y="47326"/>
                  </a:lnTo>
                  <a:lnTo>
                    <a:pt x="567817" y="37464"/>
                  </a:lnTo>
                  <a:lnTo>
                    <a:pt x="586613" y="16001"/>
                  </a:lnTo>
                  <a:lnTo>
                    <a:pt x="604161" y="16001"/>
                  </a:lnTo>
                  <a:lnTo>
                    <a:pt x="606298" y="13334"/>
                  </a:lnTo>
                  <a:lnTo>
                    <a:pt x="543814" y="0"/>
                  </a:lnTo>
                  <a:close/>
                </a:path>
                <a:path w="709295" h="637540">
                  <a:moveTo>
                    <a:pt x="586613" y="16001"/>
                  </a:moveTo>
                  <a:lnTo>
                    <a:pt x="567817" y="37464"/>
                  </a:lnTo>
                  <a:lnTo>
                    <a:pt x="579066" y="47326"/>
                  </a:lnTo>
                  <a:lnTo>
                    <a:pt x="596921" y="25038"/>
                  </a:lnTo>
                  <a:lnTo>
                    <a:pt x="586613" y="16001"/>
                  </a:lnTo>
                  <a:close/>
                </a:path>
                <a:path w="709295" h="637540">
                  <a:moveTo>
                    <a:pt x="604161" y="16001"/>
                  </a:moveTo>
                  <a:lnTo>
                    <a:pt x="586613" y="16001"/>
                  </a:lnTo>
                  <a:lnTo>
                    <a:pt x="596921" y="25038"/>
                  </a:lnTo>
                  <a:lnTo>
                    <a:pt x="604161" y="16001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53851" y="7214946"/>
              <a:ext cx="672007" cy="67200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1658091" y="7544307"/>
              <a:ext cx="103505" cy="123189"/>
            </a:xfrm>
            <a:custGeom>
              <a:avLst/>
              <a:gdLst/>
              <a:ahLst/>
              <a:cxnLst/>
              <a:rect l="l" t="t" r="r" b="b"/>
              <a:pathLst>
                <a:path w="103504" h="123190">
                  <a:moveTo>
                    <a:pt x="51307" y="0"/>
                  </a:moveTo>
                  <a:lnTo>
                    <a:pt x="0" y="27686"/>
                  </a:lnTo>
                  <a:lnTo>
                    <a:pt x="51688" y="123190"/>
                  </a:lnTo>
                  <a:lnTo>
                    <a:pt x="102997" y="95504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979025" y="5506719"/>
              <a:ext cx="1948814" cy="1490980"/>
            </a:xfrm>
            <a:custGeom>
              <a:avLst/>
              <a:gdLst/>
              <a:ahLst/>
              <a:cxnLst/>
              <a:rect l="l" t="t" r="r" b="b"/>
              <a:pathLst>
                <a:path w="1948815" h="1490979">
                  <a:moveTo>
                    <a:pt x="1861566" y="0"/>
                  </a:moveTo>
                  <a:lnTo>
                    <a:pt x="87122" y="0"/>
                  </a:lnTo>
                  <a:lnTo>
                    <a:pt x="53203" y="6844"/>
                  </a:lnTo>
                  <a:lnTo>
                    <a:pt x="25511" y="25511"/>
                  </a:lnTo>
                  <a:lnTo>
                    <a:pt x="6844" y="53203"/>
                  </a:lnTo>
                  <a:lnTo>
                    <a:pt x="0" y="87121"/>
                  </a:lnTo>
                  <a:lnTo>
                    <a:pt x="0" y="1403730"/>
                  </a:lnTo>
                  <a:lnTo>
                    <a:pt x="6844" y="1437723"/>
                  </a:lnTo>
                  <a:lnTo>
                    <a:pt x="25511" y="1465452"/>
                  </a:lnTo>
                  <a:lnTo>
                    <a:pt x="53203" y="1484133"/>
                  </a:lnTo>
                  <a:lnTo>
                    <a:pt x="87122" y="1490979"/>
                  </a:lnTo>
                  <a:lnTo>
                    <a:pt x="1861566" y="1490979"/>
                  </a:lnTo>
                  <a:lnTo>
                    <a:pt x="1895504" y="1484133"/>
                  </a:lnTo>
                  <a:lnTo>
                    <a:pt x="1923240" y="1465452"/>
                  </a:lnTo>
                  <a:lnTo>
                    <a:pt x="1941951" y="1437723"/>
                  </a:lnTo>
                  <a:lnTo>
                    <a:pt x="1948815" y="1403730"/>
                  </a:lnTo>
                  <a:lnTo>
                    <a:pt x="1948815" y="87121"/>
                  </a:lnTo>
                  <a:lnTo>
                    <a:pt x="1941951" y="53203"/>
                  </a:lnTo>
                  <a:lnTo>
                    <a:pt x="1923240" y="25511"/>
                  </a:lnTo>
                  <a:lnTo>
                    <a:pt x="1895504" y="6844"/>
                  </a:lnTo>
                  <a:lnTo>
                    <a:pt x="18615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8298" y="5671299"/>
              <a:ext cx="1733169" cy="973594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922771" y="5506719"/>
              <a:ext cx="2306320" cy="1461770"/>
            </a:xfrm>
            <a:custGeom>
              <a:avLst/>
              <a:gdLst/>
              <a:ahLst/>
              <a:cxnLst/>
              <a:rect l="l" t="t" r="r" b="b"/>
              <a:pathLst>
                <a:path w="2306320" h="1461770">
                  <a:moveTo>
                    <a:pt x="2220213" y="0"/>
                  </a:moveTo>
                  <a:lnTo>
                    <a:pt x="85470" y="0"/>
                  </a:lnTo>
                  <a:lnTo>
                    <a:pt x="52185" y="6711"/>
                  </a:lnTo>
                  <a:lnTo>
                    <a:pt x="25018" y="25019"/>
                  </a:lnTo>
                  <a:lnTo>
                    <a:pt x="6711" y="52185"/>
                  </a:lnTo>
                  <a:lnTo>
                    <a:pt x="0" y="85470"/>
                  </a:lnTo>
                  <a:lnTo>
                    <a:pt x="0" y="1376044"/>
                  </a:lnTo>
                  <a:lnTo>
                    <a:pt x="6711" y="1409330"/>
                  </a:lnTo>
                  <a:lnTo>
                    <a:pt x="25019" y="1436497"/>
                  </a:lnTo>
                  <a:lnTo>
                    <a:pt x="52185" y="1454804"/>
                  </a:lnTo>
                  <a:lnTo>
                    <a:pt x="85470" y="1461515"/>
                  </a:lnTo>
                  <a:lnTo>
                    <a:pt x="2220213" y="1461515"/>
                  </a:lnTo>
                  <a:lnTo>
                    <a:pt x="2253519" y="1454804"/>
                  </a:lnTo>
                  <a:lnTo>
                    <a:pt x="2280729" y="1436497"/>
                  </a:lnTo>
                  <a:lnTo>
                    <a:pt x="2299080" y="1409330"/>
                  </a:lnTo>
                  <a:lnTo>
                    <a:pt x="2305811" y="1376044"/>
                  </a:lnTo>
                  <a:lnTo>
                    <a:pt x="2305811" y="85470"/>
                  </a:lnTo>
                  <a:lnTo>
                    <a:pt x="2299081" y="52185"/>
                  </a:lnTo>
                  <a:lnTo>
                    <a:pt x="2280729" y="25018"/>
                  </a:lnTo>
                  <a:lnTo>
                    <a:pt x="2253519" y="6711"/>
                  </a:lnTo>
                  <a:lnTo>
                    <a:pt x="2220213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2608" y="5668835"/>
              <a:ext cx="1687194" cy="97364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6171" y="5516130"/>
              <a:ext cx="335394" cy="33539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5552" y="5486539"/>
              <a:ext cx="335394" cy="33539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4829" y="7144372"/>
              <a:ext cx="454799" cy="45479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791857" y="6964806"/>
              <a:ext cx="2894965" cy="873125"/>
            </a:xfrm>
            <a:custGeom>
              <a:avLst/>
              <a:gdLst/>
              <a:ahLst/>
              <a:cxnLst/>
              <a:rect l="l" t="t" r="r" b="b"/>
              <a:pathLst>
                <a:path w="2894965" h="873125">
                  <a:moveTo>
                    <a:pt x="0" y="59562"/>
                  </a:moveTo>
                  <a:lnTo>
                    <a:pt x="4678" y="36379"/>
                  </a:lnTo>
                  <a:lnTo>
                    <a:pt x="17437" y="17446"/>
                  </a:lnTo>
                  <a:lnTo>
                    <a:pt x="36358" y="4681"/>
                  </a:lnTo>
                  <a:lnTo>
                    <a:pt x="59524" y="0"/>
                  </a:lnTo>
                  <a:lnTo>
                    <a:pt x="2834881" y="0"/>
                  </a:lnTo>
                  <a:lnTo>
                    <a:pt x="2858064" y="4681"/>
                  </a:lnTo>
                  <a:lnTo>
                    <a:pt x="2876997" y="17446"/>
                  </a:lnTo>
                  <a:lnTo>
                    <a:pt x="2889763" y="36379"/>
                  </a:lnTo>
                  <a:lnTo>
                    <a:pt x="2894444" y="59562"/>
                  </a:lnTo>
                  <a:lnTo>
                    <a:pt x="2894444" y="813434"/>
                  </a:lnTo>
                  <a:lnTo>
                    <a:pt x="2889763" y="836618"/>
                  </a:lnTo>
                  <a:lnTo>
                    <a:pt x="2876997" y="855551"/>
                  </a:lnTo>
                  <a:lnTo>
                    <a:pt x="2858064" y="868316"/>
                  </a:lnTo>
                  <a:lnTo>
                    <a:pt x="2834881" y="872997"/>
                  </a:lnTo>
                  <a:lnTo>
                    <a:pt x="59524" y="872997"/>
                  </a:lnTo>
                  <a:lnTo>
                    <a:pt x="36358" y="868316"/>
                  </a:lnTo>
                  <a:lnTo>
                    <a:pt x="17437" y="855551"/>
                  </a:lnTo>
                  <a:lnTo>
                    <a:pt x="4678" y="836618"/>
                  </a:lnTo>
                  <a:lnTo>
                    <a:pt x="0" y="813434"/>
                  </a:lnTo>
                  <a:lnTo>
                    <a:pt x="0" y="5956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30580" y="5227180"/>
            <a:ext cx="3116580" cy="4298950"/>
          </a:xfrm>
          <a:prstGeom prst="rect">
            <a:avLst/>
          </a:prstGeom>
          <a:ln w="9525">
            <a:solidFill>
              <a:srgbClr val="005376"/>
            </a:solidFill>
          </a:ln>
        </p:spPr>
        <p:txBody>
          <a:bodyPr wrap="square" lIns="0" tIns="1714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135"/>
              </a:spcBef>
            </a:pPr>
            <a:r>
              <a:rPr dirty="0" sz="1800" spc="280">
                <a:latin typeface="Calibri"/>
                <a:cs typeface="Calibri"/>
              </a:rPr>
              <a:t>LEGACY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330">
                <a:latin typeface="Calibri"/>
                <a:cs typeface="Calibri"/>
              </a:rPr>
              <a:t>EDW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800">
              <a:latin typeface="Calibri"/>
              <a:cs typeface="Calibri"/>
            </a:endParaRPr>
          </a:p>
          <a:p>
            <a:pPr marL="920750">
              <a:lnSpc>
                <a:spcPct val="100000"/>
              </a:lnSpc>
            </a:pPr>
            <a:r>
              <a:rPr dirty="0" sz="1800" spc="229">
                <a:latin typeface="Calibri"/>
                <a:cs typeface="Calibri"/>
              </a:rPr>
              <a:t>MAINFRAME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800">
              <a:latin typeface="Calibri"/>
              <a:cs typeface="Calibri"/>
            </a:endParaRPr>
          </a:p>
          <a:p>
            <a:pPr marL="323215">
              <a:lnSpc>
                <a:spcPct val="100000"/>
              </a:lnSpc>
            </a:pPr>
            <a:r>
              <a:rPr dirty="0" sz="1800" spc="280">
                <a:latin typeface="Calibri"/>
                <a:cs typeface="Calibri"/>
              </a:rPr>
              <a:t>DBs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238669" y="5703620"/>
            <a:ext cx="8586470" cy="1040130"/>
            <a:chOff x="1238669" y="5703620"/>
            <a:chExt cx="8586470" cy="1040130"/>
          </a:xfrm>
        </p:grpSpPr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8669" y="5703620"/>
              <a:ext cx="1732788" cy="44952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1635" y="6244158"/>
              <a:ext cx="1831975" cy="49916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360283" y="5767197"/>
              <a:ext cx="1464945" cy="695325"/>
            </a:xfrm>
            <a:custGeom>
              <a:avLst/>
              <a:gdLst/>
              <a:ahLst/>
              <a:cxnLst/>
              <a:rect l="l" t="t" r="r" b="b"/>
              <a:pathLst>
                <a:path w="1464945" h="695325">
                  <a:moveTo>
                    <a:pt x="1273302" y="0"/>
                  </a:moveTo>
                  <a:lnTo>
                    <a:pt x="1273302" y="173736"/>
                  </a:lnTo>
                  <a:lnTo>
                    <a:pt x="191262" y="173736"/>
                  </a:lnTo>
                  <a:lnTo>
                    <a:pt x="191262" y="0"/>
                  </a:lnTo>
                  <a:lnTo>
                    <a:pt x="0" y="347472"/>
                  </a:lnTo>
                  <a:lnTo>
                    <a:pt x="191262" y="694816"/>
                  </a:lnTo>
                  <a:lnTo>
                    <a:pt x="191262" y="521080"/>
                  </a:lnTo>
                  <a:lnTo>
                    <a:pt x="1273302" y="521080"/>
                  </a:lnTo>
                  <a:lnTo>
                    <a:pt x="1273302" y="694816"/>
                  </a:lnTo>
                  <a:lnTo>
                    <a:pt x="1464564" y="347472"/>
                  </a:lnTo>
                  <a:lnTo>
                    <a:pt x="1273302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8492363" y="5923279"/>
            <a:ext cx="1247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solidFill>
                  <a:srgbClr val="FFFFFF"/>
                </a:solidFill>
                <a:latin typeface="Calibri"/>
                <a:cs typeface="Calibri"/>
              </a:rPr>
              <a:t>Repl</a:t>
            </a:r>
            <a:r>
              <a:rPr dirty="0" sz="1800" spc="-8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baseline="-32407" sz="2700" spc="-63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1800" spc="140">
                <a:solidFill>
                  <a:srgbClr val="FFFFFF"/>
                </a:solidFill>
                <a:latin typeface="Calibri"/>
                <a:cs typeface="Calibri"/>
              </a:rPr>
              <a:t>ca</a:t>
            </a:r>
            <a:r>
              <a:rPr dirty="0" sz="1800" spc="150">
                <a:solidFill>
                  <a:srgbClr val="FFFFFF"/>
                </a:solidFill>
                <a:latin typeface="Calibri"/>
                <a:cs typeface="Calibri"/>
              </a:rPr>
              <a:t>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248270" y="2605278"/>
            <a:ext cx="146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10" b="1">
                <a:solidFill>
                  <a:srgbClr val="666666"/>
                </a:solidFill>
                <a:latin typeface="Calibri"/>
                <a:cs typeface="Calibri"/>
              </a:rPr>
              <a:t>On-</a:t>
            </a:r>
            <a:r>
              <a:rPr dirty="0" sz="2400" spc="320" b="1">
                <a:solidFill>
                  <a:srgbClr val="666666"/>
                </a:solidFill>
                <a:latin typeface="Calibri"/>
                <a:cs typeface="Calibri"/>
              </a:rPr>
              <a:t>prem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845305" y="2554858"/>
            <a:ext cx="10650855" cy="5568315"/>
            <a:chOff x="3845305" y="2554858"/>
            <a:chExt cx="10650855" cy="5568315"/>
          </a:xfrm>
        </p:grpSpPr>
        <p:sp>
          <p:nvSpPr>
            <p:cNvPr id="32" name="object 32" descr=""/>
            <p:cNvSpPr/>
            <p:nvPr/>
          </p:nvSpPr>
          <p:spPr>
            <a:xfrm>
              <a:off x="10078846" y="7061962"/>
              <a:ext cx="658495" cy="628650"/>
            </a:xfrm>
            <a:custGeom>
              <a:avLst/>
              <a:gdLst/>
              <a:ahLst/>
              <a:cxnLst/>
              <a:rect l="l" t="t" r="r" b="b"/>
              <a:pathLst>
                <a:path w="658495" h="628650">
                  <a:moveTo>
                    <a:pt x="58927" y="78994"/>
                  </a:moveTo>
                  <a:lnTo>
                    <a:pt x="34035" y="124587"/>
                  </a:lnTo>
                  <a:lnTo>
                    <a:pt x="16128" y="172466"/>
                  </a:lnTo>
                  <a:lnTo>
                    <a:pt x="4699" y="221488"/>
                  </a:lnTo>
                  <a:lnTo>
                    <a:pt x="47" y="270256"/>
                  </a:lnTo>
                  <a:lnTo>
                    <a:pt x="0" y="287655"/>
                  </a:lnTo>
                  <a:lnTo>
                    <a:pt x="441" y="302006"/>
                  </a:lnTo>
                  <a:lnTo>
                    <a:pt x="6603" y="353060"/>
                  </a:lnTo>
                  <a:lnTo>
                    <a:pt x="18923" y="400431"/>
                  </a:lnTo>
                  <a:lnTo>
                    <a:pt x="37531" y="445897"/>
                  </a:lnTo>
                  <a:lnTo>
                    <a:pt x="62229" y="488061"/>
                  </a:lnTo>
                  <a:lnTo>
                    <a:pt x="92836" y="526542"/>
                  </a:lnTo>
                  <a:lnTo>
                    <a:pt x="129412" y="560578"/>
                  </a:lnTo>
                  <a:lnTo>
                    <a:pt x="171703" y="589026"/>
                  </a:lnTo>
                  <a:lnTo>
                    <a:pt x="216407" y="609727"/>
                  </a:lnTo>
                  <a:lnTo>
                    <a:pt x="263017" y="622808"/>
                  </a:lnTo>
                  <a:lnTo>
                    <a:pt x="312499" y="628396"/>
                  </a:lnTo>
                  <a:lnTo>
                    <a:pt x="326389" y="628396"/>
                  </a:lnTo>
                  <a:lnTo>
                    <a:pt x="373760" y="623951"/>
                  </a:lnTo>
                  <a:lnTo>
                    <a:pt x="420243" y="612394"/>
                  </a:lnTo>
                  <a:lnTo>
                    <a:pt x="452073" y="599821"/>
                  </a:lnTo>
                  <a:lnTo>
                    <a:pt x="312562" y="599821"/>
                  </a:lnTo>
                  <a:lnTo>
                    <a:pt x="296418" y="598678"/>
                  </a:lnTo>
                  <a:lnTo>
                    <a:pt x="253492" y="591439"/>
                  </a:lnTo>
                  <a:lnTo>
                    <a:pt x="211962" y="577215"/>
                  </a:lnTo>
                  <a:lnTo>
                    <a:pt x="171957" y="555879"/>
                  </a:lnTo>
                  <a:lnTo>
                    <a:pt x="134874" y="527939"/>
                  </a:lnTo>
                  <a:lnTo>
                    <a:pt x="103377" y="495300"/>
                  </a:lnTo>
                  <a:lnTo>
                    <a:pt x="77088" y="458851"/>
                  </a:lnTo>
                  <a:lnTo>
                    <a:pt x="56514" y="418973"/>
                  </a:lnTo>
                  <a:lnTo>
                    <a:pt x="41401" y="376555"/>
                  </a:lnTo>
                  <a:lnTo>
                    <a:pt x="32003" y="332105"/>
                  </a:lnTo>
                  <a:lnTo>
                    <a:pt x="28490" y="287655"/>
                  </a:lnTo>
                  <a:lnTo>
                    <a:pt x="28575" y="271272"/>
                  </a:lnTo>
                  <a:lnTo>
                    <a:pt x="33020" y="225425"/>
                  </a:lnTo>
                  <a:lnTo>
                    <a:pt x="43560" y="180086"/>
                  </a:lnTo>
                  <a:lnTo>
                    <a:pt x="60325" y="136017"/>
                  </a:lnTo>
                  <a:lnTo>
                    <a:pt x="83311" y="93980"/>
                  </a:lnTo>
                  <a:lnTo>
                    <a:pt x="58927" y="78994"/>
                  </a:lnTo>
                  <a:close/>
                </a:path>
                <a:path w="658495" h="628650">
                  <a:moveTo>
                    <a:pt x="570967" y="29625"/>
                  </a:moveTo>
                  <a:lnTo>
                    <a:pt x="551145" y="50210"/>
                  </a:lnTo>
                  <a:lnTo>
                    <a:pt x="556513" y="55753"/>
                  </a:lnTo>
                  <a:lnTo>
                    <a:pt x="565403" y="67310"/>
                  </a:lnTo>
                  <a:lnTo>
                    <a:pt x="590169" y="106299"/>
                  </a:lnTo>
                  <a:lnTo>
                    <a:pt x="608964" y="148590"/>
                  </a:lnTo>
                  <a:lnTo>
                    <a:pt x="621792" y="193040"/>
                  </a:lnTo>
                  <a:lnTo>
                    <a:pt x="628525" y="237998"/>
                  </a:lnTo>
                  <a:lnTo>
                    <a:pt x="629788" y="270256"/>
                  </a:lnTo>
                  <a:lnTo>
                    <a:pt x="629284" y="286258"/>
                  </a:lnTo>
                  <a:lnTo>
                    <a:pt x="628014" y="302006"/>
                  </a:lnTo>
                  <a:lnTo>
                    <a:pt x="626187" y="316992"/>
                  </a:lnTo>
                  <a:lnTo>
                    <a:pt x="626109" y="317627"/>
                  </a:lnTo>
                  <a:lnTo>
                    <a:pt x="616076" y="364236"/>
                  </a:lnTo>
                  <a:lnTo>
                    <a:pt x="599694" y="409448"/>
                  </a:lnTo>
                  <a:lnTo>
                    <a:pt x="576579" y="452755"/>
                  </a:lnTo>
                  <a:lnTo>
                    <a:pt x="547497" y="492379"/>
                  </a:lnTo>
                  <a:lnTo>
                    <a:pt x="514096" y="526034"/>
                  </a:lnTo>
                  <a:lnTo>
                    <a:pt x="477393" y="553593"/>
                  </a:lnTo>
                  <a:lnTo>
                    <a:pt x="437896" y="574802"/>
                  </a:lnTo>
                  <a:lnTo>
                    <a:pt x="396621" y="589661"/>
                  </a:lnTo>
                  <a:lnTo>
                    <a:pt x="353949" y="598043"/>
                  </a:lnTo>
                  <a:lnTo>
                    <a:pt x="325120" y="599821"/>
                  </a:lnTo>
                  <a:lnTo>
                    <a:pt x="452073" y="599821"/>
                  </a:lnTo>
                  <a:lnTo>
                    <a:pt x="493395" y="577342"/>
                  </a:lnTo>
                  <a:lnTo>
                    <a:pt x="533526" y="547116"/>
                  </a:lnTo>
                  <a:lnTo>
                    <a:pt x="569722" y="510413"/>
                  </a:lnTo>
                  <a:lnTo>
                    <a:pt x="601345" y="467106"/>
                  </a:lnTo>
                  <a:lnTo>
                    <a:pt x="626109" y="420370"/>
                  </a:lnTo>
                  <a:lnTo>
                    <a:pt x="643762" y="371475"/>
                  </a:lnTo>
                  <a:lnTo>
                    <a:pt x="654430" y="321056"/>
                  </a:lnTo>
                  <a:lnTo>
                    <a:pt x="658218" y="271272"/>
                  </a:lnTo>
                  <a:lnTo>
                    <a:pt x="658113" y="253111"/>
                  </a:lnTo>
                  <a:lnTo>
                    <a:pt x="657359" y="240665"/>
                  </a:lnTo>
                  <a:lnTo>
                    <a:pt x="657275" y="239268"/>
                  </a:lnTo>
                  <a:lnTo>
                    <a:pt x="657198" y="237998"/>
                  </a:lnTo>
                  <a:lnTo>
                    <a:pt x="649604" y="186436"/>
                  </a:lnTo>
                  <a:lnTo>
                    <a:pt x="635634" y="138049"/>
                  </a:lnTo>
                  <a:lnTo>
                    <a:pt x="615060" y="92329"/>
                  </a:lnTo>
                  <a:lnTo>
                    <a:pt x="588009" y="49784"/>
                  </a:lnTo>
                  <a:lnTo>
                    <a:pt x="576960" y="35814"/>
                  </a:lnTo>
                  <a:lnTo>
                    <a:pt x="570967" y="29625"/>
                  </a:lnTo>
                  <a:close/>
                </a:path>
                <a:path w="658495" h="628650">
                  <a:moveTo>
                    <a:pt x="520192" y="0"/>
                  </a:moveTo>
                  <a:lnTo>
                    <a:pt x="541527" y="60198"/>
                  </a:lnTo>
                  <a:lnTo>
                    <a:pt x="551145" y="50210"/>
                  </a:lnTo>
                  <a:lnTo>
                    <a:pt x="540893" y="39624"/>
                  </a:lnTo>
                  <a:lnTo>
                    <a:pt x="561339" y="19685"/>
                  </a:lnTo>
                  <a:lnTo>
                    <a:pt x="580540" y="19685"/>
                  </a:lnTo>
                  <a:lnTo>
                    <a:pt x="581151" y="19050"/>
                  </a:lnTo>
                  <a:lnTo>
                    <a:pt x="520192" y="0"/>
                  </a:lnTo>
                  <a:close/>
                </a:path>
                <a:path w="658495" h="628650">
                  <a:moveTo>
                    <a:pt x="561339" y="19685"/>
                  </a:moveTo>
                  <a:lnTo>
                    <a:pt x="540893" y="39624"/>
                  </a:lnTo>
                  <a:lnTo>
                    <a:pt x="551145" y="50210"/>
                  </a:lnTo>
                  <a:lnTo>
                    <a:pt x="570967" y="29625"/>
                  </a:lnTo>
                  <a:lnTo>
                    <a:pt x="561339" y="19685"/>
                  </a:lnTo>
                  <a:close/>
                </a:path>
                <a:path w="658495" h="628650">
                  <a:moveTo>
                    <a:pt x="580540" y="19685"/>
                  </a:moveTo>
                  <a:lnTo>
                    <a:pt x="561339" y="19685"/>
                  </a:lnTo>
                  <a:lnTo>
                    <a:pt x="570967" y="29625"/>
                  </a:lnTo>
                  <a:lnTo>
                    <a:pt x="580540" y="19685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08361" y="7451178"/>
              <a:ext cx="671995" cy="67199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0449178" y="7535792"/>
              <a:ext cx="43180" cy="104775"/>
            </a:xfrm>
            <a:custGeom>
              <a:avLst/>
              <a:gdLst/>
              <a:ahLst/>
              <a:cxnLst/>
              <a:rect l="l" t="t" r="r" b="b"/>
              <a:pathLst>
                <a:path w="43179" h="104775">
                  <a:moveTo>
                    <a:pt x="42599" y="0"/>
                  </a:moveTo>
                  <a:lnTo>
                    <a:pt x="0" y="0"/>
                  </a:lnTo>
                  <a:lnTo>
                    <a:pt x="0" y="104400"/>
                  </a:lnTo>
                  <a:lnTo>
                    <a:pt x="42599" y="104400"/>
                  </a:lnTo>
                  <a:lnTo>
                    <a:pt x="42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845305" y="6629273"/>
              <a:ext cx="1998980" cy="751840"/>
            </a:xfrm>
            <a:custGeom>
              <a:avLst/>
              <a:gdLst/>
              <a:ahLst/>
              <a:cxnLst/>
              <a:rect l="l" t="t" r="r" b="b"/>
              <a:pathLst>
                <a:path w="1998979" h="751840">
                  <a:moveTo>
                    <a:pt x="35814" y="729741"/>
                  </a:moveTo>
                  <a:lnTo>
                    <a:pt x="0" y="742950"/>
                  </a:lnTo>
                  <a:lnTo>
                    <a:pt x="3302" y="751839"/>
                  </a:lnTo>
                  <a:lnTo>
                    <a:pt x="39116" y="738632"/>
                  </a:lnTo>
                  <a:lnTo>
                    <a:pt x="35814" y="729741"/>
                  </a:lnTo>
                  <a:close/>
                </a:path>
                <a:path w="1998979" h="751840">
                  <a:moveTo>
                    <a:pt x="98298" y="706627"/>
                  </a:moveTo>
                  <a:lnTo>
                    <a:pt x="62611" y="719835"/>
                  </a:lnTo>
                  <a:lnTo>
                    <a:pt x="65913" y="728726"/>
                  </a:lnTo>
                  <a:lnTo>
                    <a:pt x="101600" y="715518"/>
                  </a:lnTo>
                  <a:lnTo>
                    <a:pt x="98298" y="706627"/>
                  </a:lnTo>
                  <a:close/>
                </a:path>
                <a:path w="1998979" h="751840">
                  <a:moveTo>
                    <a:pt x="160782" y="683513"/>
                  </a:moveTo>
                  <a:lnTo>
                    <a:pt x="125095" y="696721"/>
                  </a:lnTo>
                  <a:lnTo>
                    <a:pt x="128397" y="705612"/>
                  </a:lnTo>
                  <a:lnTo>
                    <a:pt x="164084" y="692403"/>
                  </a:lnTo>
                  <a:lnTo>
                    <a:pt x="160782" y="683513"/>
                  </a:lnTo>
                  <a:close/>
                </a:path>
                <a:path w="1998979" h="751840">
                  <a:moveTo>
                    <a:pt x="223393" y="660400"/>
                  </a:moveTo>
                  <a:lnTo>
                    <a:pt x="187706" y="673607"/>
                  </a:lnTo>
                  <a:lnTo>
                    <a:pt x="191008" y="682497"/>
                  </a:lnTo>
                  <a:lnTo>
                    <a:pt x="226695" y="669289"/>
                  </a:lnTo>
                  <a:lnTo>
                    <a:pt x="223393" y="660400"/>
                  </a:lnTo>
                  <a:close/>
                </a:path>
                <a:path w="1998979" h="751840">
                  <a:moveTo>
                    <a:pt x="285877" y="637285"/>
                  </a:moveTo>
                  <a:lnTo>
                    <a:pt x="250190" y="650494"/>
                  </a:lnTo>
                  <a:lnTo>
                    <a:pt x="253492" y="659383"/>
                  </a:lnTo>
                  <a:lnTo>
                    <a:pt x="289179" y="646176"/>
                  </a:lnTo>
                  <a:lnTo>
                    <a:pt x="285877" y="637285"/>
                  </a:lnTo>
                  <a:close/>
                </a:path>
                <a:path w="1998979" h="751840">
                  <a:moveTo>
                    <a:pt x="348488" y="614171"/>
                  </a:moveTo>
                  <a:lnTo>
                    <a:pt x="312674" y="627379"/>
                  </a:lnTo>
                  <a:lnTo>
                    <a:pt x="315976" y="636269"/>
                  </a:lnTo>
                  <a:lnTo>
                    <a:pt x="351790" y="623062"/>
                  </a:lnTo>
                  <a:lnTo>
                    <a:pt x="348488" y="614171"/>
                  </a:lnTo>
                  <a:close/>
                </a:path>
                <a:path w="1998979" h="751840">
                  <a:moveTo>
                    <a:pt x="410972" y="590931"/>
                  </a:moveTo>
                  <a:lnTo>
                    <a:pt x="375285" y="604138"/>
                  </a:lnTo>
                  <a:lnTo>
                    <a:pt x="378587" y="613156"/>
                  </a:lnTo>
                  <a:lnTo>
                    <a:pt x="414274" y="599947"/>
                  </a:lnTo>
                  <a:lnTo>
                    <a:pt x="410972" y="590931"/>
                  </a:lnTo>
                  <a:close/>
                </a:path>
                <a:path w="1998979" h="751840">
                  <a:moveTo>
                    <a:pt x="473583" y="567944"/>
                  </a:moveTo>
                  <a:lnTo>
                    <a:pt x="437769" y="581025"/>
                  </a:lnTo>
                  <a:lnTo>
                    <a:pt x="441071" y="590041"/>
                  </a:lnTo>
                  <a:lnTo>
                    <a:pt x="476885" y="576833"/>
                  </a:lnTo>
                  <a:lnTo>
                    <a:pt x="473583" y="567944"/>
                  </a:lnTo>
                  <a:close/>
                </a:path>
                <a:path w="1998979" h="751840">
                  <a:moveTo>
                    <a:pt x="536067" y="544702"/>
                  </a:moveTo>
                  <a:lnTo>
                    <a:pt x="500380" y="557910"/>
                  </a:lnTo>
                  <a:lnTo>
                    <a:pt x="503682" y="566927"/>
                  </a:lnTo>
                  <a:lnTo>
                    <a:pt x="539369" y="553719"/>
                  </a:lnTo>
                  <a:lnTo>
                    <a:pt x="536067" y="544702"/>
                  </a:lnTo>
                  <a:close/>
                </a:path>
                <a:path w="1998979" h="751840">
                  <a:moveTo>
                    <a:pt x="598678" y="521588"/>
                  </a:moveTo>
                  <a:lnTo>
                    <a:pt x="562864" y="534796"/>
                  </a:lnTo>
                  <a:lnTo>
                    <a:pt x="566166" y="543813"/>
                  </a:lnTo>
                  <a:lnTo>
                    <a:pt x="601980" y="530606"/>
                  </a:lnTo>
                  <a:lnTo>
                    <a:pt x="598678" y="521588"/>
                  </a:lnTo>
                  <a:close/>
                </a:path>
                <a:path w="1998979" h="751840">
                  <a:moveTo>
                    <a:pt x="661162" y="498475"/>
                  </a:moveTo>
                  <a:lnTo>
                    <a:pt x="625475" y="511682"/>
                  </a:lnTo>
                  <a:lnTo>
                    <a:pt x="628777" y="520700"/>
                  </a:lnTo>
                  <a:lnTo>
                    <a:pt x="664464" y="507491"/>
                  </a:lnTo>
                  <a:lnTo>
                    <a:pt x="661162" y="498475"/>
                  </a:lnTo>
                  <a:close/>
                </a:path>
                <a:path w="1998979" h="751840">
                  <a:moveTo>
                    <a:pt x="723646" y="475360"/>
                  </a:moveTo>
                  <a:lnTo>
                    <a:pt x="687959" y="488569"/>
                  </a:lnTo>
                  <a:lnTo>
                    <a:pt x="691261" y="497585"/>
                  </a:lnTo>
                  <a:lnTo>
                    <a:pt x="726948" y="484377"/>
                  </a:lnTo>
                  <a:lnTo>
                    <a:pt x="723646" y="475360"/>
                  </a:lnTo>
                  <a:close/>
                </a:path>
                <a:path w="1998979" h="751840">
                  <a:moveTo>
                    <a:pt x="786257" y="452246"/>
                  </a:moveTo>
                  <a:lnTo>
                    <a:pt x="750443" y="465454"/>
                  </a:lnTo>
                  <a:lnTo>
                    <a:pt x="753745" y="474471"/>
                  </a:lnTo>
                  <a:lnTo>
                    <a:pt x="789559" y="461263"/>
                  </a:lnTo>
                  <a:lnTo>
                    <a:pt x="786257" y="452246"/>
                  </a:lnTo>
                  <a:close/>
                </a:path>
                <a:path w="1998979" h="751840">
                  <a:moveTo>
                    <a:pt x="848741" y="429132"/>
                  </a:moveTo>
                  <a:lnTo>
                    <a:pt x="813054" y="442340"/>
                  </a:lnTo>
                  <a:lnTo>
                    <a:pt x="816356" y="451357"/>
                  </a:lnTo>
                  <a:lnTo>
                    <a:pt x="852043" y="438150"/>
                  </a:lnTo>
                  <a:lnTo>
                    <a:pt x="848741" y="429132"/>
                  </a:lnTo>
                  <a:close/>
                </a:path>
                <a:path w="1998979" h="751840">
                  <a:moveTo>
                    <a:pt x="911352" y="406018"/>
                  </a:moveTo>
                  <a:lnTo>
                    <a:pt x="875538" y="419226"/>
                  </a:lnTo>
                  <a:lnTo>
                    <a:pt x="878840" y="428244"/>
                  </a:lnTo>
                  <a:lnTo>
                    <a:pt x="914654" y="415035"/>
                  </a:lnTo>
                  <a:lnTo>
                    <a:pt x="911352" y="406018"/>
                  </a:lnTo>
                  <a:close/>
                </a:path>
                <a:path w="1998979" h="751840">
                  <a:moveTo>
                    <a:pt x="973836" y="382904"/>
                  </a:moveTo>
                  <a:lnTo>
                    <a:pt x="938149" y="396113"/>
                  </a:lnTo>
                  <a:lnTo>
                    <a:pt x="941451" y="405129"/>
                  </a:lnTo>
                  <a:lnTo>
                    <a:pt x="977138" y="391922"/>
                  </a:lnTo>
                  <a:lnTo>
                    <a:pt x="973836" y="382904"/>
                  </a:lnTo>
                  <a:close/>
                </a:path>
                <a:path w="1998979" h="751840">
                  <a:moveTo>
                    <a:pt x="1036447" y="359790"/>
                  </a:moveTo>
                  <a:lnTo>
                    <a:pt x="1000633" y="372999"/>
                  </a:lnTo>
                  <a:lnTo>
                    <a:pt x="1003935" y="382015"/>
                  </a:lnTo>
                  <a:lnTo>
                    <a:pt x="1039749" y="368807"/>
                  </a:lnTo>
                  <a:lnTo>
                    <a:pt x="1036447" y="359790"/>
                  </a:lnTo>
                  <a:close/>
                </a:path>
                <a:path w="1998979" h="751840">
                  <a:moveTo>
                    <a:pt x="1098931" y="336676"/>
                  </a:moveTo>
                  <a:lnTo>
                    <a:pt x="1063244" y="349885"/>
                  </a:lnTo>
                  <a:lnTo>
                    <a:pt x="1066546" y="358901"/>
                  </a:lnTo>
                  <a:lnTo>
                    <a:pt x="1102233" y="345693"/>
                  </a:lnTo>
                  <a:lnTo>
                    <a:pt x="1098931" y="336676"/>
                  </a:lnTo>
                  <a:close/>
                </a:path>
                <a:path w="1998979" h="751840">
                  <a:moveTo>
                    <a:pt x="1161542" y="313563"/>
                  </a:moveTo>
                  <a:lnTo>
                    <a:pt x="1125728" y="326771"/>
                  </a:lnTo>
                  <a:lnTo>
                    <a:pt x="1129030" y="335788"/>
                  </a:lnTo>
                  <a:lnTo>
                    <a:pt x="1164844" y="322579"/>
                  </a:lnTo>
                  <a:lnTo>
                    <a:pt x="1161542" y="313563"/>
                  </a:lnTo>
                  <a:close/>
                </a:path>
                <a:path w="1998979" h="751840">
                  <a:moveTo>
                    <a:pt x="1224026" y="290449"/>
                  </a:moveTo>
                  <a:lnTo>
                    <a:pt x="1188339" y="303656"/>
                  </a:lnTo>
                  <a:lnTo>
                    <a:pt x="1191641" y="312674"/>
                  </a:lnTo>
                  <a:lnTo>
                    <a:pt x="1227328" y="299465"/>
                  </a:lnTo>
                  <a:lnTo>
                    <a:pt x="1224026" y="290449"/>
                  </a:lnTo>
                  <a:close/>
                </a:path>
                <a:path w="1998979" h="751840">
                  <a:moveTo>
                    <a:pt x="1286510" y="267335"/>
                  </a:moveTo>
                  <a:lnTo>
                    <a:pt x="1250823" y="280542"/>
                  </a:lnTo>
                  <a:lnTo>
                    <a:pt x="1254125" y="289560"/>
                  </a:lnTo>
                  <a:lnTo>
                    <a:pt x="1289812" y="276351"/>
                  </a:lnTo>
                  <a:lnTo>
                    <a:pt x="1286510" y="267335"/>
                  </a:lnTo>
                  <a:close/>
                </a:path>
                <a:path w="1998979" h="751840">
                  <a:moveTo>
                    <a:pt x="1349121" y="244221"/>
                  </a:moveTo>
                  <a:lnTo>
                    <a:pt x="1313307" y="257428"/>
                  </a:lnTo>
                  <a:lnTo>
                    <a:pt x="1316609" y="266446"/>
                  </a:lnTo>
                  <a:lnTo>
                    <a:pt x="1352423" y="253237"/>
                  </a:lnTo>
                  <a:lnTo>
                    <a:pt x="1349121" y="244221"/>
                  </a:lnTo>
                  <a:close/>
                </a:path>
                <a:path w="1998979" h="751840">
                  <a:moveTo>
                    <a:pt x="1411605" y="221106"/>
                  </a:moveTo>
                  <a:lnTo>
                    <a:pt x="1375918" y="234314"/>
                  </a:lnTo>
                  <a:lnTo>
                    <a:pt x="1379220" y="243331"/>
                  </a:lnTo>
                  <a:lnTo>
                    <a:pt x="1414907" y="230124"/>
                  </a:lnTo>
                  <a:lnTo>
                    <a:pt x="1411605" y="221106"/>
                  </a:lnTo>
                  <a:close/>
                </a:path>
                <a:path w="1998979" h="751840">
                  <a:moveTo>
                    <a:pt x="1474216" y="197992"/>
                  </a:moveTo>
                  <a:lnTo>
                    <a:pt x="1438402" y="211200"/>
                  </a:lnTo>
                  <a:lnTo>
                    <a:pt x="1441704" y="220217"/>
                  </a:lnTo>
                  <a:lnTo>
                    <a:pt x="1477518" y="207010"/>
                  </a:lnTo>
                  <a:lnTo>
                    <a:pt x="1474216" y="197992"/>
                  </a:lnTo>
                  <a:close/>
                </a:path>
                <a:path w="1998979" h="751840">
                  <a:moveTo>
                    <a:pt x="1536700" y="174878"/>
                  </a:moveTo>
                  <a:lnTo>
                    <a:pt x="1501013" y="188087"/>
                  </a:lnTo>
                  <a:lnTo>
                    <a:pt x="1504315" y="197103"/>
                  </a:lnTo>
                  <a:lnTo>
                    <a:pt x="1540002" y="183896"/>
                  </a:lnTo>
                  <a:lnTo>
                    <a:pt x="1536700" y="174878"/>
                  </a:lnTo>
                  <a:close/>
                </a:path>
                <a:path w="1998979" h="751840">
                  <a:moveTo>
                    <a:pt x="1599311" y="151764"/>
                  </a:moveTo>
                  <a:lnTo>
                    <a:pt x="1563497" y="164973"/>
                  </a:lnTo>
                  <a:lnTo>
                    <a:pt x="1566799" y="173989"/>
                  </a:lnTo>
                  <a:lnTo>
                    <a:pt x="1602613" y="160781"/>
                  </a:lnTo>
                  <a:lnTo>
                    <a:pt x="1599311" y="151764"/>
                  </a:lnTo>
                  <a:close/>
                </a:path>
                <a:path w="1998979" h="751840">
                  <a:moveTo>
                    <a:pt x="1661795" y="128650"/>
                  </a:moveTo>
                  <a:lnTo>
                    <a:pt x="1626108" y="141859"/>
                  </a:lnTo>
                  <a:lnTo>
                    <a:pt x="1629410" y="150875"/>
                  </a:lnTo>
                  <a:lnTo>
                    <a:pt x="1665097" y="137667"/>
                  </a:lnTo>
                  <a:lnTo>
                    <a:pt x="1661795" y="128650"/>
                  </a:lnTo>
                  <a:close/>
                </a:path>
                <a:path w="1998979" h="751840">
                  <a:moveTo>
                    <a:pt x="1724406" y="105537"/>
                  </a:moveTo>
                  <a:lnTo>
                    <a:pt x="1688592" y="118744"/>
                  </a:lnTo>
                  <a:lnTo>
                    <a:pt x="1691894" y="127762"/>
                  </a:lnTo>
                  <a:lnTo>
                    <a:pt x="1727708" y="114553"/>
                  </a:lnTo>
                  <a:lnTo>
                    <a:pt x="1724406" y="105537"/>
                  </a:lnTo>
                  <a:close/>
                </a:path>
                <a:path w="1998979" h="751840">
                  <a:moveTo>
                    <a:pt x="1786890" y="82423"/>
                  </a:moveTo>
                  <a:lnTo>
                    <a:pt x="1751203" y="95630"/>
                  </a:lnTo>
                  <a:lnTo>
                    <a:pt x="1754505" y="104648"/>
                  </a:lnTo>
                  <a:lnTo>
                    <a:pt x="1790192" y="91439"/>
                  </a:lnTo>
                  <a:lnTo>
                    <a:pt x="1786890" y="82423"/>
                  </a:lnTo>
                  <a:close/>
                </a:path>
                <a:path w="1998979" h="751840">
                  <a:moveTo>
                    <a:pt x="1849374" y="59309"/>
                  </a:moveTo>
                  <a:lnTo>
                    <a:pt x="1813687" y="72516"/>
                  </a:lnTo>
                  <a:lnTo>
                    <a:pt x="1816989" y="81534"/>
                  </a:lnTo>
                  <a:lnTo>
                    <a:pt x="1852676" y="68325"/>
                  </a:lnTo>
                  <a:lnTo>
                    <a:pt x="1849374" y="59309"/>
                  </a:lnTo>
                  <a:close/>
                </a:path>
                <a:path w="1998979" h="751840">
                  <a:moveTo>
                    <a:pt x="1913763" y="0"/>
                  </a:moveTo>
                  <a:lnTo>
                    <a:pt x="1940179" y="71500"/>
                  </a:lnTo>
                  <a:lnTo>
                    <a:pt x="1998472" y="9398"/>
                  </a:lnTo>
                  <a:lnTo>
                    <a:pt x="1913763" y="0"/>
                  </a:lnTo>
                  <a:close/>
                </a:path>
                <a:path w="1998979" h="751840">
                  <a:moveTo>
                    <a:pt x="1911985" y="36194"/>
                  </a:moveTo>
                  <a:lnTo>
                    <a:pt x="1876171" y="49402"/>
                  </a:lnTo>
                  <a:lnTo>
                    <a:pt x="1879473" y="58419"/>
                  </a:lnTo>
                  <a:lnTo>
                    <a:pt x="1915287" y="45212"/>
                  </a:lnTo>
                  <a:lnTo>
                    <a:pt x="1911985" y="3619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17415" y="6882256"/>
              <a:ext cx="672020" cy="67881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03790" y="2554858"/>
              <a:ext cx="1681099" cy="48260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2035027" y="6192647"/>
              <a:ext cx="1784985" cy="76200"/>
            </a:xfrm>
            <a:custGeom>
              <a:avLst/>
              <a:gdLst/>
              <a:ahLst/>
              <a:cxnLst/>
              <a:rect l="l" t="t" r="r" b="b"/>
              <a:pathLst>
                <a:path w="1784984" h="76200">
                  <a:moveTo>
                    <a:pt x="0" y="25907"/>
                  </a:moveTo>
                  <a:lnTo>
                    <a:pt x="0" y="35432"/>
                  </a:lnTo>
                  <a:lnTo>
                    <a:pt x="38100" y="35560"/>
                  </a:lnTo>
                  <a:lnTo>
                    <a:pt x="38100" y="26035"/>
                  </a:lnTo>
                  <a:lnTo>
                    <a:pt x="0" y="25907"/>
                  </a:lnTo>
                  <a:close/>
                </a:path>
                <a:path w="1784984" h="76200">
                  <a:moveTo>
                    <a:pt x="104775" y="26288"/>
                  </a:moveTo>
                  <a:lnTo>
                    <a:pt x="66675" y="26288"/>
                  </a:lnTo>
                  <a:lnTo>
                    <a:pt x="66675" y="35813"/>
                  </a:lnTo>
                  <a:lnTo>
                    <a:pt x="104775" y="35813"/>
                  </a:lnTo>
                  <a:lnTo>
                    <a:pt x="104775" y="26288"/>
                  </a:lnTo>
                  <a:close/>
                </a:path>
                <a:path w="1784984" h="76200">
                  <a:moveTo>
                    <a:pt x="171450" y="26542"/>
                  </a:moveTo>
                  <a:lnTo>
                    <a:pt x="133350" y="26542"/>
                  </a:lnTo>
                  <a:lnTo>
                    <a:pt x="133350" y="36067"/>
                  </a:lnTo>
                  <a:lnTo>
                    <a:pt x="171450" y="36067"/>
                  </a:lnTo>
                  <a:lnTo>
                    <a:pt x="171450" y="26542"/>
                  </a:lnTo>
                  <a:close/>
                </a:path>
                <a:path w="1784984" h="76200">
                  <a:moveTo>
                    <a:pt x="200025" y="26669"/>
                  </a:moveTo>
                  <a:lnTo>
                    <a:pt x="200025" y="36194"/>
                  </a:lnTo>
                  <a:lnTo>
                    <a:pt x="238125" y="36449"/>
                  </a:lnTo>
                  <a:lnTo>
                    <a:pt x="238125" y="26924"/>
                  </a:lnTo>
                  <a:lnTo>
                    <a:pt x="200025" y="26669"/>
                  </a:lnTo>
                  <a:close/>
                </a:path>
                <a:path w="1784984" h="76200">
                  <a:moveTo>
                    <a:pt x="304800" y="27177"/>
                  </a:moveTo>
                  <a:lnTo>
                    <a:pt x="266700" y="27177"/>
                  </a:lnTo>
                  <a:lnTo>
                    <a:pt x="266700" y="36702"/>
                  </a:lnTo>
                  <a:lnTo>
                    <a:pt x="304800" y="36702"/>
                  </a:lnTo>
                  <a:lnTo>
                    <a:pt x="304800" y="27177"/>
                  </a:lnTo>
                  <a:close/>
                </a:path>
                <a:path w="1784984" h="76200">
                  <a:moveTo>
                    <a:pt x="371475" y="27431"/>
                  </a:moveTo>
                  <a:lnTo>
                    <a:pt x="333375" y="27431"/>
                  </a:lnTo>
                  <a:lnTo>
                    <a:pt x="333375" y="36956"/>
                  </a:lnTo>
                  <a:lnTo>
                    <a:pt x="371475" y="36956"/>
                  </a:lnTo>
                  <a:lnTo>
                    <a:pt x="371475" y="27431"/>
                  </a:lnTo>
                  <a:close/>
                </a:path>
                <a:path w="1784984" h="76200">
                  <a:moveTo>
                    <a:pt x="400050" y="27558"/>
                  </a:moveTo>
                  <a:lnTo>
                    <a:pt x="400050" y="37083"/>
                  </a:lnTo>
                  <a:lnTo>
                    <a:pt x="438150" y="37337"/>
                  </a:lnTo>
                  <a:lnTo>
                    <a:pt x="438150" y="27812"/>
                  </a:lnTo>
                  <a:lnTo>
                    <a:pt x="400050" y="27558"/>
                  </a:lnTo>
                  <a:close/>
                </a:path>
                <a:path w="1784984" h="76200">
                  <a:moveTo>
                    <a:pt x="504825" y="28066"/>
                  </a:moveTo>
                  <a:lnTo>
                    <a:pt x="466725" y="28066"/>
                  </a:lnTo>
                  <a:lnTo>
                    <a:pt x="466725" y="37591"/>
                  </a:lnTo>
                  <a:lnTo>
                    <a:pt x="504825" y="37591"/>
                  </a:lnTo>
                  <a:lnTo>
                    <a:pt x="504825" y="28066"/>
                  </a:lnTo>
                  <a:close/>
                </a:path>
                <a:path w="1784984" h="76200">
                  <a:moveTo>
                    <a:pt x="571500" y="28320"/>
                  </a:moveTo>
                  <a:lnTo>
                    <a:pt x="533400" y="28320"/>
                  </a:lnTo>
                  <a:lnTo>
                    <a:pt x="533400" y="37845"/>
                  </a:lnTo>
                  <a:lnTo>
                    <a:pt x="571500" y="37845"/>
                  </a:lnTo>
                  <a:lnTo>
                    <a:pt x="571500" y="28320"/>
                  </a:lnTo>
                  <a:close/>
                </a:path>
                <a:path w="1784984" h="76200">
                  <a:moveTo>
                    <a:pt x="600075" y="28448"/>
                  </a:moveTo>
                  <a:lnTo>
                    <a:pt x="600075" y="37973"/>
                  </a:lnTo>
                  <a:lnTo>
                    <a:pt x="638175" y="38226"/>
                  </a:lnTo>
                  <a:lnTo>
                    <a:pt x="638175" y="28701"/>
                  </a:lnTo>
                  <a:lnTo>
                    <a:pt x="600075" y="28448"/>
                  </a:lnTo>
                  <a:close/>
                </a:path>
                <a:path w="1784984" h="76200">
                  <a:moveTo>
                    <a:pt x="666750" y="28701"/>
                  </a:moveTo>
                  <a:lnTo>
                    <a:pt x="666750" y="38226"/>
                  </a:lnTo>
                  <a:lnTo>
                    <a:pt x="704850" y="38480"/>
                  </a:lnTo>
                  <a:lnTo>
                    <a:pt x="704850" y="28955"/>
                  </a:lnTo>
                  <a:lnTo>
                    <a:pt x="666750" y="28701"/>
                  </a:lnTo>
                  <a:close/>
                </a:path>
                <a:path w="1784984" h="76200">
                  <a:moveTo>
                    <a:pt x="733425" y="29082"/>
                  </a:moveTo>
                  <a:lnTo>
                    <a:pt x="733425" y="38607"/>
                  </a:lnTo>
                  <a:lnTo>
                    <a:pt x="771525" y="38735"/>
                  </a:lnTo>
                  <a:lnTo>
                    <a:pt x="771525" y="29210"/>
                  </a:lnTo>
                  <a:lnTo>
                    <a:pt x="733425" y="29082"/>
                  </a:lnTo>
                  <a:close/>
                </a:path>
                <a:path w="1784984" h="76200">
                  <a:moveTo>
                    <a:pt x="838200" y="29463"/>
                  </a:moveTo>
                  <a:lnTo>
                    <a:pt x="800100" y="29463"/>
                  </a:lnTo>
                  <a:lnTo>
                    <a:pt x="800100" y="38988"/>
                  </a:lnTo>
                  <a:lnTo>
                    <a:pt x="838200" y="38988"/>
                  </a:lnTo>
                  <a:lnTo>
                    <a:pt x="838200" y="29463"/>
                  </a:lnTo>
                  <a:close/>
                </a:path>
                <a:path w="1784984" h="76200">
                  <a:moveTo>
                    <a:pt x="866775" y="29590"/>
                  </a:moveTo>
                  <a:lnTo>
                    <a:pt x="866775" y="39115"/>
                  </a:lnTo>
                  <a:lnTo>
                    <a:pt x="904875" y="39369"/>
                  </a:lnTo>
                  <a:lnTo>
                    <a:pt x="904875" y="29844"/>
                  </a:lnTo>
                  <a:lnTo>
                    <a:pt x="866775" y="29590"/>
                  </a:lnTo>
                  <a:close/>
                </a:path>
                <a:path w="1784984" h="76200">
                  <a:moveTo>
                    <a:pt x="971550" y="30099"/>
                  </a:moveTo>
                  <a:lnTo>
                    <a:pt x="933450" y="30099"/>
                  </a:lnTo>
                  <a:lnTo>
                    <a:pt x="933450" y="39624"/>
                  </a:lnTo>
                  <a:lnTo>
                    <a:pt x="971550" y="39624"/>
                  </a:lnTo>
                  <a:lnTo>
                    <a:pt x="971550" y="30099"/>
                  </a:lnTo>
                  <a:close/>
                </a:path>
                <a:path w="1784984" h="76200">
                  <a:moveTo>
                    <a:pt x="1038225" y="30352"/>
                  </a:moveTo>
                  <a:lnTo>
                    <a:pt x="1000125" y="30352"/>
                  </a:lnTo>
                  <a:lnTo>
                    <a:pt x="1000125" y="39877"/>
                  </a:lnTo>
                  <a:lnTo>
                    <a:pt x="1038225" y="39877"/>
                  </a:lnTo>
                  <a:lnTo>
                    <a:pt x="1038225" y="30352"/>
                  </a:lnTo>
                  <a:close/>
                </a:path>
                <a:path w="1784984" h="76200">
                  <a:moveTo>
                    <a:pt x="1066800" y="30479"/>
                  </a:moveTo>
                  <a:lnTo>
                    <a:pt x="1066800" y="40004"/>
                  </a:lnTo>
                  <a:lnTo>
                    <a:pt x="1104900" y="40258"/>
                  </a:lnTo>
                  <a:lnTo>
                    <a:pt x="1104900" y="30733"/>
                  </a:lnTo>
                  <a:lnTo>
                    <a:pt x="1066800" y="30479"/>
                  </a:lnTo>
                  <a:close/>
                </a:path>
                <a:path w="1784984" h="76200">
                  <a:moveTo>
                    <a:pt x="1171575" y="30987"/>
                  </a:moveTo>
                  <a:lnTo>
                    <a:pt x="1133475" y="30987"/>
                  </a:lnTo>
                  <a:lnTo>
                    <a:pt x="1133475" y="40512"/>
                  </a:lnTo>
                  <a:lnTo>
                    <a:pt x="1171575" y="40512"/>
                  </a:lnTo>
                  <a:lnTo>
                    <a:pt x="1171575" y="30987"/>
                  </a:lnTo>
                  <a:close/>
                </a:path>
                <a:path w="1784984" h="76200">
                  <a:moveTo>
                    <a:pt x="1238250" y="31241"/>
                  </a:moveTo>
                  <a:lnTo>
                    <a:pt x="1200150" y="31241"/>
                  </a:lnTo>
                  <a:lnTo>
                    <a:pt x="1200150" y="40766"/>
                  </a:lnTo>
                  <a:lnTo>
                    <a:pt x="1238250" y="40766"/>
                  </a:lnTo>
                  <a:lnTo>
                    <a:pt x="1238250" y="31241"/>
                  </a:lnTo>
                  <a:close/>
                </a:path>
                <a:path w="1784984" h="76200">
                  <a:moveTo>
                    <a:pt x="1304925" y="31495"/>
                  </a:moveTo>
                  <a:lnTo>
                    <a:pt x="1266825" y="31495"/>
                  </a:lnTo>
                  <a:lnTo>
                    <a:pt x="1266825" y="41020"/>
                  </a:lnTo>
                  <a:lnTo>
                    <a:pt x="1304925" y="41020"/>
                  </a:lnTo>
                  <a:lnTo>
                    <a:pt x="1304925" y="31495"/>
                  </a:lnTo>
                  <a:close/>
                </a:path>
                <a:path w="1784984" h="76200">
                  <a:moveTo>
                    <a:pt x="1333500" y="31623"/>
                  </a:moveTo>
                  <a:lnTo>
                    <a:pt x="1333500" y="41148"/>
                  </a:lnTo>
                  <a:lnTo>
                    <a:pt x="1371600" y="41401"/>
                  </a:lnTo>
                  <a:lnTo>
                    <a:pt x="1371600" y="31876"/>
                  </a:lnTo>
                  <a:lnTo>
                    <a:pt x="1333500" y="31623"/>
                  </a:lnTo>
                  <a:close/>
                </a:path>
                <a:path w="1784984" h="76200">
                  <a:moveTo>
                    <a:pt x="1438275" y="32130"/>
                  </a:moveTo>
                  <a:lnTo>
                    <a:pt x="1400175" y="32130"/>
                  </a:lnTo>
                  <a:lnTo>
                    <a:pt x="1400175" y="41655"/>
                  </a:lnTo>
                  <a:lnTo>
                    <a:pt x="1438275" y="41655"/>
                  </a:lnTo>
                  <a:lnTo>
                    <a:pt x="1438275" y="32130"/>
                  </a:lnTo>
                  <a:close/>
                </a:path>
                <a:path w="1784984" h="76200">
                  <a:moveTo>
                    <a:pt x="1466850" y="32257"/>
                  </a:moveTo>
                  <a:lnTo>
                    <a:pt x="1466850" y="41782"/>
                  </a:lnTo>
                  <a:lnTo>
                    <a:pt x="1504950" y="41910"/>
                  </a:lnTo>
                  <a:lnTo>
                    <a:pt x="1504950" y="32385"/>
                  </a:lnTo>
                  <a:lnTo>
                    <a:pt x="1466850" y="32257"/>
                  </a:lnTo>
                  <a:close/>
                </a:path>
                <a:path w="1784984" h="76200">
                  <a:moveTo>
                    <a:pt x="1533525" y="32512"/>
                  </a:moveTo>
                  <a:lnTo>
                    <a:pt x="1533525" y="42037"/>
                  </a:lnTo>
                  <a:lnTo>
                    <a:pt x="1571625" y="42290"/>
                  </a:lnTo>
                  <a:lnTo>
                    <a:pt x="1571625" y="32765"/>
                  </a:lnTo>
                  <a:lnTo>
                    <a:pt x="1533525" y="32512"/>
                  </a:lnTo>
                  <a:close/>
                </a:path>
                <a:path w="1784984" h="76200">
                  <a:moveTo>
                    <a:pt x="1638300" y="33019"/>
                  </a:moveTo>
                  <a:lnTo>
                    <a:pt x="1600200" y="33019"/>
                  </a:lnTo>
                  <a:lnTo>
                    <a:pt x="1600200" y="42544"/>
                  </a:lnTo>
                  <a:lnTo>
                    <a:pt x="1638300" y="42544"/>
                  </a:lnTo>
                  <a:lnTo>
                    <a:pt x="1638300" y="33019"/>
                  </a:lnTo>
                  <a:close/>
                </a:path>
                <a:path w="1784984" h="76200">
                  <a:moveTo>
                    <a:pt x="1704975" y="33274"/>
                  </a:moveTo>
                  <a:lnTo>
                    <a:pt x="1666875" y="33274"/>
                  </a:lnTo>
                  <a:lnTo>
                    <a:pt x="1666875" y="42799"/>
                  </a:lnTo>
                  <a:lnTo>
                    <a:pt x="1704975" y="42799"/>
                  </a:lnTo>
                  <a:lnTo>
                    <a:pt x="1704975" y="33274"/>
                  </a:lnTo>
                  <a:close/>
                </a:path>
                <a:path w="1784984" h="76200">
                  <a:moveTo>
                    <a:pt x="1709039" y="0"/>
                  </a:moveTo>
                  <a:lnTo>
                    <a:pt x="1708658" y="76200"/>
                  </a:lnTo>
                  <a:lnTo>
                    <a:pt x="1784985" y="38353"/>
                  </a:lnTo>
                  <a:lnTo>
                    <a:pt x="1709039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26010" y="6032118"/>
              <a:ext cx="595121" cy="601217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059662" y="5227192"/>
              <a:ext cx="338328" cy="384048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054200" y="5632627"/>
              <a:ext cx="441337" cy="467817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14675865" y="5764783"/>
            <a:ext cx="17468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170">
                <a:latin typeface="Calibri"/>
                <a:cs typeface="Calibri"/>
              </a:rPr>
              <a:t>Blob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45"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3854112" y="4795710"/>
            <a:ext cx="4017645" cy="2489200"/>
            <a:chOff x="13854112" y="4795710"/>
            <a:chExt cx="4017645" cy="2489200"/>
          </a:xfrm>
        </p:grpSpPr>
        <p:sp>
          <p:nvSpPr>
            <p:cNvPr id="44" name="object 44" descr=""/>
            <p:cNvSpPr/>
            <p:nvPr/>
          </p:nvSpPr>
          <p:spPr>
            <a:xfrm>
              <a:off x="13858875" y="4800472"/>
              <a:ext cx="4008120" cy="2479675"/>
            </a:xfrm>
            <a:custGeom>
              <a:avLst/>
              <a:gdLst/>
              <a:ahLst/>
              <a:cxnLst/>
              <a:rect l="l" t="t" r="r" b="b"/>
              <a:pathLst>
                <a:path w="4008119" h="2479675">
                  <a:moveTo>
                    <a:pt x="0" y="2479166"/>
                  </a:moveTo>
                  <a:lnTo>
                    <a:pt x="4007992" y="2479166"/>
                  </a:lnTo>
                  <a:lnTo>
                    <a:pt x="4007992" y="0"/>
                  </a:lnTo>
                  <a:lnTo>
                    <a:pt x="0" y="0"/>
                  </a:lnTo>
                  <a:lnTo>
                    <a:pt x="0" y="2479166"/>
                  </a:lnTo>
                  <a:close/>
                </a:path>
              </a:pathLst>
            </a:custGeom>
            <a:ln w="9525">
              <a:solidFill>
                <a:srgbClr val="00537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067154" y="6164186"/>
              <a:ext cx="637120" cy="513346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4665451" y="6230772"/>
              <a:ext cx="2800985" cy="327025"/>
            </a:xfrm>
            <a:custGeom>
              <a:avLst/>
              <a:gdLst/>
              <a:ahLst/>
              <a:cxnLst/>
              <a:rect l="l" t="t" r="r" b="b"/>
              <a:pathLst>
                <a:path w="2800984" h="327025">
                  <a:moveTo>
                    <a:pt x="2800857" y="0"/>
                  </a:moveTo>
                  <a:lnTo>
                    <a:pt x="0" y="0"/>
                  </a:lnTo>
                  <a:lnTo>
                    <a:pt x="0" y="326999"/>
                  </a:lnTo>
                  <a:lnTo>
                    <a:pt x="2800857" y="326999"/>
                  </a:lnTo>
                  <a:lnTo>
                    <a:pt x="28008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4654021" y="6266814"/>
            <a:ext cx="184721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229">
                <a:latin typeface="Calibri"/>
                <a:cs typeface="Calibri"/>
              </a:rPr>
              <a:t>SQL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3816012" y="2463609"/>
            <a:ext cx="4017645" cy="4830445"/>
            <a:chOff x="13816012" y="2463609"/>
            <a:chExt cx="4017645" cy="4830445"/>
          </a:xfrm>
        </p:grpSpPr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971904" y="6677456"/>
              <a:ext cx="616534" cy="61653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3820775" y="2468372"/>
              <a:ext cx="4008120" cy="2319020"/>
            </a:xfrm>
            <a:custGeom>
              <a:avLst/>
              <a:gdLst/>
              <a:ahLst/>
              <a:cxnLst/>
              <a:rect l="l" t="t" r="r" b="b"/>
              <a:pathLst>
                <a:path w="4008119" h="2319020">
                  <a:moveTo>
                    <a:pt x="0" y="2319019"/>
                  </a:moveTo>
                  <a:lnTo>
                    <a:pt x="4007992" y="2319019"/>
                  </a:lnTo>
                  <a:lnTo>
                    <a:pt x="4007992" y="0"/>
                  </a:lnTo>
                  <a:lnTo>
                    <a:pt x="0" y="0"/>
                  </a:lnTo>
                  <a:lnTo>
                    <a:pt x="0" y="2319019"/>
                  </a:lnTo>
                  <a:close/>
                </a:path>
              </a:pathLst>
            </a:custGeom>
            <a:ln w="9525">
              <a:solidFill>
                <a:srgbClr val="00537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054200" y="2672511"/>
              <a:ext cx="672084" cy="672033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14642718" y="6814184"/>
            <a:ext cx="21996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190">
                <a:latin typeface="Calibri"/>
                <a:cs typeface="Calibri"/>
              </a:rPr>
              <a:t>Cosmos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3962634" y="3489198"/>
            <a:ext cx="9525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220">
                <a:latin typeface="Calibri"/>
                <a:cs typeface="Calibri"/>
              </a:rPr>
              <a:t>Web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 spc="160"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2032233" y="4272279"/>
            <a:ext cx="1769745" cy="1278890"/>
            <a:chOff x="12032233" y="4272279"/>
            <a:chExt cx="1769745" cy="1278890"/>
          </a:xfrm>
        </p:grpSpPr>
        <p:pic>
          <p:nvPicPr>
            <p:cNvPr id="55" name="object 5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21107" y="4766233"/>
              <a:ext cx="728370" cy="747344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2032233" y="4272279"/>
              <a:ext cx="1769745" cy="1278890"/>
            </a:xfrm>
            <a:custGeom>
              <a:avLst/>
              <a:gdLst/>
              <a:ahLst/>
              <a:cxnLst/>
              <a:rect l="l" t="t" r="r" b="b"/>
              <a:pathLst>
                <a:path w="1769744" h="1278889">
                  <a:moveTo>
                    <a:pt x="30988" y="1248791"/>
                  </a:moveTo>
                  <a:lnTo>
                    <a:pt x="0" y="1271143"/>
                  </a:lnTo>
                  <a:lnTo>
                    <a:pt x="5588" y="1278890"/>
                  </a:lnTo>
                  <a:lnTo>
                    <a:pt x="36575" y="1256538"/>
                  </a:lnTo>
                  <a:lnTo>
                    <a:pt x="30988" y="1248791"/>
                  </a:lnTo>
                  <a:close/>
                </a:path>
                <a:path w="1769744" h="1278889">
                  <a:moveTo>
                    <a:pt x="84963" y="1209802"/>
                  </a:moveTo>
                  <a:lnTo>
                    <a:pt x="54101" y="1232154"/>
                  </a:lnTo>
                  <a:lnTo>
                    <a:pt x="59690" y="1239901"/>
                  </a:lnTo>
                  <a:lnTo>
                    <a:pt x="90550" y="1217549"/>
                  </a:lnTo>
                  <a:lnTo>
                    <a:pt x="84963" y="1209802"/>
                  </a:lnTo>
                  <a:close/>
                </a:path>
                <a:path w="1769744" h="1278889">
                  <a:moveTo>
                    <a:pt x="139065" y="1170813"/>
                  </a:moveTo>
                  <a:lnTo>
                    <a:pt x="108204" y="1193165"/>
                  </a:lnTo>
                  <a:lnTo>
                    <a:pt x="113792" y="1200785"/>
                  </a:lnTo>
                  <a:lnTo>
                    <a:pt x="144652" y="1178560"/>
                  </a:lnTo>
                  <a:lnTo>
                    <a:pt x="139065" y="1170813"/>
                  </a:lnTo>
                  <a:close/>
                </a:path>
                <a:path w="1769744" h="1278889">
                  <a:moveTo>
                    <a:pt x="193167" y="1131824"/>
                  </a:moveTo>
                  <a:lnTo>
                    <a:pt x="162179" y="1154049"/>
                  </a:lnTo>
                  <a:lnTo>
                    <a:pt x="167767" y="1161796"/>
                  </a:lnTo>
                  <a:lnTo>
                    <a:pt x="198755" y="1139571"/>
                  </a:lnTo>
                  <a:lnTo>
                    <a:pt x="193167" y="1131824"/>
                  </a:lnTo>
                  <a:close/>
                </a:path>
                <a:path w="1769744" h="1278889">
                  <a:moveTo>
                    <a:pt x="247142" y="1092708"/>
                  </a:moveTo>
                  <a:lnTo>
                    <a:pt x="216281" y="1115060"/>
                  </a:lnTo>
                  <a:lnTo>
                    <a:pt x="221869" y="1122807"/>
                  </a:lnTo>
                  <a:lnTo>
                    <a:pt x="252730" y="1100455"/>
                  </a:lnTo>
                  <a:lnTo>
                    <a:pt x="247142" y="1092708"/>
                  </a:lnTo>
                  <a:close/>
                </a:path>
                <a:path w="1769744" h="1278889">
                  <a:moveTo>
                    <a:pt x="301244" y="1053719"/>
                  </a:moveTo>
                  <a:lnTo>
                    <a:pt x="270383" y="1076071"/>
                  </a:lnTo>
                  <a:lnTo>
                    <a:pt x="275971" y="1083818"/>
                  </a:lnTo>
                  <a:lnTo>
                    <a:pt x="306832" y="1061466"/>
                  </a:lnTo>
                  <a:lnTo>
                    <a:pt x="301244" y="1053719"/>
                  </a:lnTo>
                  <a:close/>
                </a:path>
                <a:path w="1769744" h="1278889">
                  <a:moveTo>
                    <a:pt x="355346" y="1014730"/>
                  </a:moveTo>
                  <a:lnTo>
                    <a:pt x="324485" y="1036955"/>
                  </a:lnTo>
                  <a:lnTo>
                    <a:pt x="329946" y="1044702"/>
                  </a:lnTo>
                  <a:lnTo>
                    <a:pt x="360934" y="1022477"/>
                  </a:lnTo>
                  <a:lnTo>
                    <a:pt x="355346" y="1014730"/>
                  </a:lnTo>
                  <a:close/>
                </a:path>
                <a:path w="1769744" h="1278889">
                  <a:moveTo>
                    <a:pt x="409321" y="975741"/>
                  </a:moveTo>
                  <a:lnTo>
                    <a:pt x="378460" y="997966"/>
                  </a:lnTo>
                  <a:lnTo>
                    <a:pt x="384048" y="1005713"/>
                  </a:lnTo>
                  <a:lnTo>
                    <a:pt x="414909" y="983361"/>
                  </a:lnTo>
                  <a:lnTo>
                    <a:pt x="409321" y="975741"/>
                  </a:lnTo>
                  <a:close/>
                </a:path>
                <a:path w="1769744" h="1278889">
                  <a:moveTo>
                    <a:pt x="463423" y="936625"/>
                  </a:moveTo>
                  <a:lnTo>
                    <a:pt x="432562" y="958977"/>
                  </a:lnTo>
                  <a:lnTo>
                    <a:pt x="438150" y="966724"/>
                  </a:lnTo>
                  <a:lnTo>
                    <a:pt x="469011" y="944372"/>
                  </a:lnTo>
                  <a:lnTo>
                    <a:pt x="463423" y="936625"/>
                  </a:lnTo>
                  <a:close/>
                </a:path>
                <a:path w="1769744" h="1278889">
                  <a:moveTo>
                    <a:pt x="517525" y="897636"/>
                  </a:moveTo>
                  <a:lnTo>
                    <a:pt x="486664" y="919988"/>
                  </a:lnTo>
                  <a:lnTo>
                    <a:pt x="492125" y="927608"/>
                  </a:lnTo>
                  <a:lnTo>
                    <a:pt x="523113" y="905383"/>
                  </a:lnTo>
                  <a:lnTo>
                    <a:pt x="517525" y="897636"/>
                  </a:lnTo>
                  <a:close/>
                </a:path>
                <a:path w="1769744" h="1278889">
                  <a:moveTo>
                    <a:pt x="571626" y="858647"/>
                  </a:moveTo>
                  <a:lnTo>
                    <a:pt x="540639" y="880872"/>
                  </a:lnTo>
                  <a:lnTo>
                    <a:pt x="546226" y="888619"/>
                  </a:lnTo>
                  <a:lnTo>
                    <a:pt x="577088" y="866394"/>
                  </a:lnTo>
                  <a:lnTo>
                    <a:pt x="571626" y="858647"/>
                  </a:lnTo>
                  <a:close/>
                </a:path>
                <a:path w="1769744" h="1278889">
                  <a:moveTo>
                    <a:pt x="625601" y="819658"/>
                  </a:moveTo>
                  <a:lnTo>
                    <a:pt x="594741" y="841883"/>
                  </a:lnTo>
                  <a:lnTo>
                    <a:pt x="600329" y="849630"/>
                  </a:lnTo>
                  <a:lnTo>
                    <a:pt x="631190" y="827278"/>
                  </a:lnTo>
                  <a:lnTo>
                    <a:pt x="625601" y="819658"/>
                  </a:lnTo>
                  <a:close/>
                </a:path>
                <a:path w="1769744" h="1278889">
                  <a:moveTo>
                    <a:pt x="679704" y="780542"/>
                  </a:moveTo>
                  <a:lnTo>
                    <a:pt x="648843" y="802894"/>
                  </a:lnTo>
                  <a:lnTo>
                    <a:pt x="654431" y="810641"/>
                  </a:lnTo>
                  <a:lnTo>
                    <a:pt x="685292" y="788289"/>
                  </a:lnTo>
                  <a:lnTo>
                    <a:pt x="679704" y="780542"/>
                  </a:lnTo>
                  <a:close/>
                </a:path>
                <a:path w="1769744" h="1278889">
                  <a:moveTo>
                    <a:pt x="733806" y="741553"/>
                  </a:moveTo>
                  <a:lnTo>
                    <a:pt x="702818" y="763905"/>
                  </a:lnTo>
                  <a:lnTo>
                    <a:pt x="708406" y="771525"/>
                  </a:lnTo>
                  <a:lnTo>
                    <a:pt x="739267" y="749300"/>
                  </a:lnTo>
                  <a:lnTo>
                    <a:pt x="733806" y="741553"/>
                  </a:lnTo>
                  <a:close/>
                </a:path>
                <a:path w="1769744" h="1278889">
                  <a:moveTo>
                    <a:pt x="787781" y="702564"/>
                  </a:moveTo>
                  <a:lnTo>
                    <a:pt x="756920" y="724789"/>
                  </a:lnTo>
                  <a:lnTo>
                    <a:pt x="762508" y="732536"/>
                  </a:lnTo>
                  <a:lnTo>
                    <a:pt x="793369" y="710311"/>
                  </a:lnTo>
                  <a:lnTo>
                    <a:pt x="787781" y="702564"/>
                  </a:lnTo>
                  <a:close/>
                </a:path>
                <a:path w="1769744" h="1278889">
                  <a:moveTo>
                    <a:pt x="841883" y="663448"/>
                  </a:moveTo>
                  <a:lnTo>
                    <a:pt x="811022" y="685800"/>
                  </a:lnTo>
                  <a:lnTo>
                    <a:pt x="816610" y="693547"/>
                  </a:lnTo>
                  <a:lnTo>
                    <a:pt x="847471" y="671195"/>
                  </a:lnTo>
                  <a:lnTo>
                    <a:pt x="841883" y="663448"/>
                  </a:lnTo>
                  <a:close/>
                </a:path>
                <a:path w="1769744" h="1278889">
                  <a:moveTo>
                    <a:pt x="895985" y="624459"/>
                  </a:moveTo>
                  <a:lnTo>
                    <a:pt x="864997" y="646811"/>
                  </a:lnTo>
                  <a:lnTo>
                    <a:pt x="870585" y="654558"/>
                  </a:lnTo>
                  <a:lnTo>
                    <a:pt x="901573" y="632206"/>
                  </a:lnTo>
                  <a:lnTo>
                    <a:pt x="895985" y="624459"/>
                  </a:lnTo>
                  <a:close/>
                </a:path>
                <a:path w="1769744" h="1278889">
                  <a:moveTo>
                    <a:pt x="949960" y="585470"/>
                  </a:moveTo>
                  <a:lnTo>
                    <a:pt x="919099" y="607822"/>
                  </a:lnTo>
                  <a:lnTo>
                    <a:pt x="924687" y="615442"/>
                  </a:lnTo>
                  <a:lnTo>
                    <a:pt x="955548" y="593217"/>
                  </a:lnTo>
                  <a:lnTo>
                    <a:pt x="949960" y="585470"/>
                  </a:lnTo>
                  <a:close/>
                </a:path>
                <a:path w="1769744" h="1278889">
                  <a:moveTo>
                    <a:pt x="1004062" y="546481"/>
                  </a:moveTo>
                  <a:lnTo>
                    <a:pt x="973201" y="568706"/>
                  </a:lnTo>
                  <a:lnTo>
                    <a:pt x="978789" y="576453"/>
                  </a:lnTo>
                  <a:lnTo>
                    <a:pt x="1009650" y="554228"/>
                  </a:lnTo>
                  <a:lnTo>
                    <a:pt x="1004062" y="546481"/>
                  </a:lnTo>
                  <a:close/>
                </a:path>
                <a:path w="1769744" h="1278889">
                  <a:moveTo>
                    <a:pt x="1058164" y="507365"/>
                  </a:moveTo>
                  <a:lnTo>
                    <a:pt x="1027176" y="529717"/>
                  </a:lnTo>
                  <a:lnTo>
                    <a:pt x="1032764" y="537464"/>
                  </a:lnTo>
                  <a:lnTo>
                    <a:pt x="1063752" y="515112"/>
                  </a:lnTo>
                  <a:lnTo>
                    <a:pt x="1058164" y="507365"/>
                  </a:lnTo>
                  <a:close/>
                </a:path>
                <a:path w="1769744" h="1278889">
                  <a:moveTo>
                    <a:pt x="1112139" y="468375"/>
                  </a:moveTo>
                  <a:lnTo>
                    <a:pt x="1081277" y="490728"/>
                  </a:lnTo>
                  <a:lnTo>
                    <a:pt x="1086866" y="498475"/>
                  </a:lnTo>
                  <a:lnTo>
                    <a:pt x="1117727" y="476123"/>
                  </a:lnTo>
                  <a:lnTo>
                    <a:pt x="1112139" y="468375"/>
                  </a:lnTo>
                  <a:close/>
                </a:path>
                <a:path w="1769744" h="1278889">
                  <a:moveTo>
                    <a:pt x="1166241" y="429387"/>
                  </a:moveTo>
                  <a:lnTo>
                    <a:pt x="1135379" y="451612"/>
                  </a:lnTo>
                  <a:lnTo>
                    <a:pt x="1140968" y="459359"/>
                  </a:lnTo>
                  <a:lnTo>
                    <a:pt x="1171829" y="437134"/>
                  </a:lnTo>
                  <a:lnTo>
                    <a:pt x="1166241" y="429387"/>
                  </a:lnTo>
                  <a:close/>
                </a:path>
                <a:path w="1769744" h="1278889">
                  <a:moveTo>
                    <a:pt x="1220343" y="390398"/>
                  </a:moveTo>
                  <a:lnTo>
                    <a:pt x="1189481" y="412623"/>
                  </a:lnTo>
                  <a:lnTo>
                    <a:pt x="1194943" y="420370"/>
                  </a:lnTo>
                  <a:lnTo>
                    <a:pt x="1225931" y="398018"/>
                  </a:lnTo>
                  <a:lnTo>
                    <a:pt x="1220343" y="390398"/>
                  </a:lnTo>
                  <a:close/>
                </a:path>
                <a:path w="1769744" h="1278889">
                  <a:moveTo>
                    <a:pt x="1274318" y="351282"/>
                  </a:moveTo>
                  <a:lnTo>
                    <a:pt x="1243456" y="373634"/>
                  </a:lnTo>
                  <a:lnTo>
                    <a:pt x="1249045" y="381381"/>
                  </a:lnTo>
                  <a:lnTo>
                    <a:pt x="1279906" y="359029"/>
                  </a:lnTo>
                  <a:lnTo>
                    <a:pt x="1274318" y="351282"/>
                  </a:lnTo>
                  <a:close/>
                </a:path>
                <a:path w="1769744" h="1278889">
                  <a:moveTo>
                    <a:pt x="1328420" y="312293"/>
                  </a:moveTo>
                  <a:lnTo>
                    <a:pt x="1297558" y="334645"/>
                  </a:lnTo>
                  <a:lnTo>
                    <a:pt x="1303147" y="342265"/>
                  </a:lnTo>
                  <a:lnTo>
                    <a:pt x="1334008" y="320040"/>
                  </a:lnTo>
                  <a:lnTo>
                    <a:pt x="1328420" y="312293"/>
                  </a:lnTo>
                  <a:close/>
                </a:path>
                <a:path w="1769744" h="1278889">
                  <a:moveTo>
                    <a:pt x="1382522" y="273304"/>
                  </a:moveTo>
                  <a:lnTo>
                    <a:pt x="1351660" y="295529"/>
                  </a:lnTo>
                  <a:lnTo>
                    <a:pt x="1357249" y="303275"/>
                  </a:lnTo>
                  <a:lnTo>
                    <a:pt x="1388110" y="281050"/>
                  </a:lnTo>
                  <a:lnTo>
                    <a:pt x="1382522" y="273304"/>
                  </a:lnTo>
                  <a:close/>
                </a:path>
                <a:path w="1769744" h="1278889">
                  <a:moveTo>
                    <a:pt x="1436624" y="234315"/>
                  </a:moveTo>
                  <a:lnTo>
                    <a:pt x="1405635" y="256540"/>
                  </a:lnTo>
                  <a:lnTo>
                    <a:pt x="1411224" y="264287"/>
                  </a:lnTo>
                  <a:lnTo>
                    <a:pt x="1442085" y="241935"/>
                  </a:lnTo>
                  <a:lnTo>
                    <a:pt x="1436624" y="234315"/>
                  </a:lnTo>
                  <a:close/>
                </a:path>
                <a:path w="1769744" h="1278889">
                  <a:moveTo>
                    <a:pt x="1490599" y="195199"/>
                  </a:moveTo>
                  <a:lnTo>
                    <a:pt x="1459737" y="217550"/>
                  </a:lnTo>
                  <a:lnTo>
                    <a:pt x="1465326" y="225298"/>
                  </a:lnTo>
                  <a:lnTo>
                    <a:pt x="1496187" y="202946"/>
                  </a:lnTo>
                  <a:lnTo>
                    <a:pt x="1490599" y="195199"/>
                  </a:lnTo>
                  <a:close/>
                </a:path>
                <a:path w="1769744" h="1278889">
                  <a:moveTo>
                    <a:pt x="1544701" y="156210"/>
                  </a:moveTo>
                  <a:lnTo>
                    <a:pt x="1513839" y="178562"/>
                  </a:lnTo>
                  <a:lnTo>
                    <a:pt x="1519427" y="186182"/>
                  </a:lnTo>
                  <a:lnTo>
                    <a:pt x="1550289" y="163957"/>
                  </a:lnTo>
                  <a:lnTo>
                    <a:pt x="1544701" y="156210"/>
                  </a:lnTo>
                  <a:close/>
                </a:path>
                <a:path w="1769744" h="1278889">
                  <a:moveTo>
                    <a:pt x="1598802" y="117221"/>
                  </a:moveTo>
                  <a:lnTo>
                    <a:pt x="1567814" y="139446"/>
                  </a:lnTo>
                  <a:lnTo>
                    <a:pt x="1573402" y="147193"/>
                  </a:lnTo>
                  <a:lnTo>
                    <a:pt x="1604391" y="124968"/>
                  </a:lnTo>
                  <a:lnTo>
                    <a:pt x="1598802" y="117221"/>
                  </a:lnTo>
                  <a:close/>
                </a:path>
                <a:path w="1769744" h="1278889">
                  <a:moveTo>
                    <a:pt x="1652777" y="78105"/>
                  </a:moveTo>
                  <a:lnTo>
                    <a:pt x="1621917" y="100457"/>
                  </a:lnTo>
                  <a:lnTo>
                    <a:pt x="1627504" y="108204"/>
                  </a:lnTo>
                  <a:lnTo>
                    <a:pt x="1658366" y="85852"/>
                  </a:lnTo>
                  <a:lnTo>
                    <a:pt x="1652777" y="78105"/>
                  </a:lnTo>
                  <a:close/>
                </a:path>
                <a:path w="1769744" h="1278889">
                  <a:moveTo>
                    <a:pt x="1748791" y="39116"/>
                  </a:moveTo>
                  <a:lnTo>
                    <a:pt x="1706879" y="39116"/>
                  </a:lnTo>
                  <a:lnTo>
                    <a:pt x="1712468" y="46862"/>
                  </a:lnTo>
                  <a:lnTo>
                    <a:pt x="1710224" y="48487"/>
                  </a:lnTo>
                  <a:lnTo>
                    <a:pt x="1729739" y="75565"/>
                  </a:lnTo>
                  <a:lnTo>
                    <a:pt x="1748791" y="39116"/>
                  </a:lnTo>
                  <a:close/>
                </a:path>
                <a:path w="1769744" h="1278889">
                  <a:moveTo>
                    <a:pt x="1704639" y="40738"/>
                  </a:moveTo>
                  <a:lnTo>
                    <a:pt x="1676019" y="61468"/>
                  </a:lnTo>
                  <a:lnTo>
                    <a:pt x="1681606" y="69215"/>
                  </a:lnTo>
                  <a:lnTo>
                    <a:pt x="1710224" y="48487"/>
                  </a:lnTo>
                  <a:lnTo>
                    <a:pt x="1704639" y="40738"/>
                  </a:lnTo>
                  <a:close/>
                </a:path>
                <a:path w="1769744" h="1278889">
                  <a:moveTo>
                    <a:pt x="1706879" y="39116"/>
                  </a:moveTo>
                  <a:lnTo>
                    <a:pt x="1704639" y="40738"/>
                  </a:lnTo>
                  <a:lnTo>
                    <a:pt x="1710224" y="48487"/>
                  </a:lnTo>
                  <a:lnTo>
                    <a:pt x="1712468" y="46862"/>
                  </a:lnTo>
                  <a:lnTo>
                    <a:pt x="1706879" y="39116"/>
                  </a:lnTo>
                  <a:close/>
                </a:path>
                <a:path w="1769744" h="1278889">
                  <a:moveTo>
                    <a:pt x="1769237" y="0"/>
                  </a:moveTo>
                  <a:lnTo>
                    <a:pt x="1685162" y="13716"/>
                  </a:lnTo>
                  <a:lnTo>
                    <a:pt x="1704639" y="40738"/>
                  </a:lnTo>
                  <a:lnTo>
                    <a:pt x="1706879" y="39116"/>
                  </a:lnTo>
                  <a:lnTo>
                    <a:pt x="1748791" y="39116"/>
                  </a:lnTo>
                  <a:lnTo>
                    <a:pt x="1769237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2300584" y="5532501"/>
            <a:ext cx="1336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5">
                <a:latin typeface="Calibri"/>
                <a:cs typeface="Calibri"/>
              </a:rPr>
              <a:t>Consumers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2347575" y="6568185"/>
            <a:ext cx="13474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195">
                <a:latin typeface="Calibri"/>
                <a:cs typeface="Calibri"/>
              </a:rPr>
              <a:t>Sink </a:t>
            </a:r>
            <a:r>
              <a:rPr dirty="0" sz="1800" spc="190">
                <a:latin typeface="Calibri"/>
                <a:cs typeface="Calibri"/>
              </a:rPr>
              <a:t>Connectors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4917928" y="2791206"/>
            <a:ext cx="27158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04">
                <a:latin typeface="Calibri"/>
                <a:cs typeface="Calibri"/>
              </a:rPr>
              <a:t>Kafka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 spc="150">
                <a:latin typeface="Calibri"/>
                <a:cs typeface="Calibri"/>
              </a:rPr>
              <a:t>APIs: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190">
                <a:latin typeface="Calibri"/>
                <a:cs typeface="Calibri"/>
              </a:rPr>
              <a:t>Java </a:t>
            </a:r>
            <a:r>
              <a:rPr dirty="0" sz="1800" spc="180">
                <a:latin typeface="Calibri"/>
                <a:cs typeface="Calibri"/>
              </a:rPr>
              <a:t>Python,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spc="335">
                <a:latin typeface="Calibri"/>
                <a:cs typeface="Calibri"/>
              </a:rPr>
              <a:t>C#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100">
                <a:latin typeface="Calibri"/>
                <a:cs typeface="Calibri"/>
              </a:rPr>
              <a:t>(.NET),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245">
                <a:latin typeface="Calibri"/>
                <a:cs typeface="Calibri"/>
              </a:rPr>
              <a:t>REST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905802" y="7655826"/>
            <a:ext cx="13614400" cy="1670050"/>
            <a:chOff x="905802" y="7655826"/>
            <a:chExt cx="13614400" cy="1670050"/>
          </a:xfrm>
        </p:grpSpPr>
        <p:pic>
          <p:nvPicPr>
            <p:cNvPr id="61" name="object 6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6855" y="8384031"/>
              <a:ext cx="668896" cy="288798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05802" y="8881033"/>
              <a:ext cx="920496" cy="269316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12162" y="8318118"/>
              <a:ext cx="585215" cy="499364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41042" y="8826029"/>
              <a:ext cx="830262" cy="49942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98089" y="7945119"/>
              <a:ext cx="1032941" cy="1141552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07614" y="8901340"/>
              <a:ext cx="1139380" cy="329399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083918" y="7655826"/>
              <a:ext cx="338328" cy="384035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078458" y="8093074"/>
              <a:ext cx="441337" cy="467868"/>
            </a:xfrm>
            <a:prstGeom prst="rect">
              <a:avLst/>
            </a:prstGeom>
          </p:spPr>
        </p:pic>
      </p:grpSp>
      <p:sp>
        <p:nvSpPr>
          <p:cNvPr id="69" name="object 69" descr=""/>
          <p:cNvSpPr txBox="1"/>
          <p:nvPr/>
        </p:nvSpPr>
        <p:spPr>
          <a:xfrm>
            <a:off x="14700250" y="8194040"/>
            <a:ext cx="1746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170">
                <a:latin typeface="Calibri"/>
                <a:cs typeface="Calibri"/>
              </a:rPr>
              <a:t>Blob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45"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13840397" y="7270229"/>
            <a:ext cx="4017645" cy="2348230"/>
            <a:chOff x="13840397" y="7270229"/>
            <a:chExt cx="4017645" cy="2348230"/>
          </a:xfrm>
        </p:grpSpPr>
        <p:sp>
          <p:nvSpPr>
            <p:cNvPr id="71" name="object 71" descr=""/>
            <p:cNvSpPr/>
            <p:nvPr/>
          </p:nvSpPr>
          <p:spPr>
            <a:xfrm>
              <a:off x="13845159" y="7274991"/>
              <a:ext cx="4008120" cy="2338705"/>
            </a:xfrm>
            <a:custGeom>
              <a:avLst/>
              <a:gdLst/>
              <a:ahLst/>
              <a:cxnLst/>
              <a:rect l="l" t="t" r="r" b="b"/>
              <a:pathLst>
                <a:path w="4008119" h="2338704">
                  <a:moveTo>
                    <a:pt x="0" y="2338196"/>
                  </a:moveTo>
                  <a:lnTo>
                    <a:pt x="4007992" y="2338196"/>
                  </a:lnTo>
                  <a:lnTo>
                    <a:pt x="4007992" y="0"/>
                  </a:lnTo>
                  <a:lnTo>
                    <a:pt x="0" y="0"/>
                  </a:lnTo>
                  <a:lnTo>
                    <a:pt x="0" y="2338196"/>
                  </a:lnTo>
                  <a:close/>
                </a:path>
              </a:pathLst>
            </a:custGeom>
            <a:ln w="9525">
              <a:solidFill>
                <a:srgbClr val="00537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091412" y="8592857"/>
              <a:ext cx="581393" cy="468426"/>
            </a:xfrm>
            <a:prstGeom prst="rect">
              <a:avLst/>
            </a:prstGeom>
          </p:spPr>
        </p:pic>
      </p:grpSp>
      <p:sp>
        <p:nvSpPr>
          <p:cNvPr id="73" name="object 73" descr=""/>
          <p:cNvSpPr txBox="1"/>
          <p:nvPr/>
        </p:nvSpPr>
        <p:spPr>
          <a:xfrm>
            <a:off x="14678406" y="8695690"/>
            <a:ext cx="184721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229">
                <a:latin typeface="Calibri"/>
                <a:cs typeface="Calibri"/>
              </a:rPr>
              <a:t>SQL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733564" y="2591371"/>
            <a:ext cx="13855065" cy="7001509"/>
            <a:chOff x="733564" y="2591371"/>
            <a:chExt cx="13855065" cy="7001509"/>
          </a:xfrm>
        </p:grpSpPr>
        <p:pic>
          <p:nvPicPr>
            <p:cNvPr id="75" name="object 7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043152" y="9047403"/>
              <a:ext cx="545363" cy="545363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2032106" y="6947788"/>
              <a:ext cx="1788160" cy="1404620"/>
            </a:xfrm>
            <a:custGeom>
              <a:avLst/>
              <a:gdLst/>
              <a:ahLst/>
              <a:cxnLst/>
              <a:rect l="l" t="t" r="r" b="b"/>
              <a:pathLst>
                <a:path w="1788159" h="1404620">
                  <a:moveTo>
                    <a:pt x="5842" y="0"/>
                  </a:moveTo>
                  <a:lnTo>
                    <a:pt x="0" y="7493"/>
                  </a:lnTo>
                  <a:lnTo>
                    <a:pt x="29972" y="30988"/>
                  </a:lnTo>
                  <a:lnTo>
                    <a:pt x="35814" y="23495"/>
                  </a:lnTo>
                  <a:lnTo>
                    <a:pt x="5842" y="0"/>
                  </a:lnTo>
                  <a:close/>
                </a:path>
                <a:path w="1788159" h="1404620">
                  <a:moveTo>
                    <a:pt x="58420" y="41148"/>
                  </a:moveTo>
                  <a:lnTo>
                    <a:pt x="52450" y="48641"/>
                  </a:lnTo>
                  <a:lnTo>
                    <a:pt x="82423" y="72136"/>
                  </a:lnTo>
                  <a:lnTo>
                    <a:pt x="88392" y="64643"/>
                  </a:lnTo>
                  <a:lnTo>
                    <a:pt x="58420" y="41148"/>
                  </a:lnTo>
                  <a:close/>
                </a:path>
                <a:path w="1788159" h="1404620">
                  <a:moveTo>
                    <a:pt x="110871" y="82296"/>
                  </a:moveTo>
                  <a:lnTo>
                    <a:pt x="104901" y="89789"/>
                  </a:lnTo>
                  <a:lnTo>
                    <a:pt x="134874" y="113284"/>
                  </a:lnTo>
                  <a:lnTo>
                    <a:pt x="140843" y="105791"/>
                  </a:lnTo>
                  <a:lnTo>
                    <a:pt x="110871" y="82296"/>
                  </a:lnTo>
                  <a:close/>
                </a:path>
                <a:path w="1788159" h="1404620">
                  <a:moveTo>
                    <a:pt x="163322" y="123444"/>
                  </a:moveTo>
                  <a:lnTo>
                    <a:pt x="157352" y="130937"/>
                  </a:lnTo>
                  <a:lnTo>
                    <a:pt x="187325" y="154432"/>
                  </a:lnTo>
                  <a:lnTo>
                    <a:pt x="193294" y="146939"/>
                  </a:lnTo>
                  <a:lnTo>
                    <a:pt x="163322" y="123444"/>
                  </a:lnTo>
                  <a:close/>
                </a:path>
                <a:path w="1788159" h="1404620">
                  <a:moveTo>
                    <a:pt x="215773" y="164592"/>
                  </a:moveTo>
                  <a:lnTo>
                    <a:pt x="209803" y="172085"/>
                  </a:lnTo>
                  <a:lnTo>
                    <a:pt x="239775" y="195580"/>
                  </a:lnTo>
                  <a:lnTo>
                    <a:pt x="245745" y="188087"/>
                  </a:lnTo>
                  <a:lnTo>
                    <a:pt x="215773" y="164592"/>
                  </a:lnTo>
                  <a:close/>
                </a:path>
                <a:path w="1788159" h="1404620">
                  <a:moveTo>
                    <a:pt x="268224" y="205740"/>
                  </a:moveTo>
                  <a:lnTo>
                    <a:pt x="262254" y="213233"/>
                  </a:lnTo>
                  <a:lnTo>
                    <a:pt x="292226" y="236728"/>
                  </a:lnTo>
                  <a:lnTo>
                    <a:pt x="298196" y="229235"/>
                  </a:lnTo>
                  <a:lnTo>
                    <a:pt x="268224" y="205740"/>
                  </a:lnTo>
                  <a:close/>
                </a:path>
                <a:path w="1788159" h="1404620">
                  <a:moveTo>
                    <a:pt x="320675" y="246888"/>
                  </a:moveTo>
                  <a:lnTo>
                    <a:pt x="314706" y="254381"/>
                  </a:lnTo>
                  <a:lnTo>
                    <a:pt x="344804" y="277876"/>
                  </a:lnTo>
                  <a:lnTo>
                    <a:pt x="350647" y="270383"/>
                  </a:lnTo>
                  <a:lnTo>
                    <a:pt x="320675" y="246888"/>
                  </a:lnTo>
                  <a:close/>
                </a:path>
                <a:path w="1788159" h="1404620">
                  <a:moveTo>
                    <a:pt x="373125" y="288036"/>
                  </a:moveTo>
                  <a:lnTo>
                    <a:pt x="367284" y="295529"/>
                  </a:lnTo>
                  <a:lnTo>
                    <a:pt x="397256" y="319024"/>
                  </a:lnTo>
                  <a:lnTo>
                    <a:pt x="403098" y="311531"/>
                  </a:lnTo>
                  <a:lnTo>
                    <a:pt x="373125" y="288036"/>
                  </a:lnTo>
                  <a:close/>
                </a:path>
                <a:path w="1788159" h="1404620">
                  <a:moveTo>
                    <a:pt x="425576" y="329184"/>
                  </a:moveTo>
                  <a:lnTo>
                    <a:pt x="419735" y="336677"/>
                  </a:lnTo>
                  <a:lnTo>
                    <a:pt x="449707" y="360172"/>
                  </a:lnTo>
                  <a:lnTo>
                    <a:pt x="455549" y="352679"/>
                  </a:lnTo>
                  <a:lnTo>
                    <a:pt x="425576" y="329184"/>
                  </a:lnTo>
                  <a:close/>
                </a:path>
                <a:path w="1788159" h="1404620">
                  <a:moveTo>
                    <a:pt x="478027" y="370332"/>
                  </a:moveTo>
                  <a:lnTo>
                    <a:pt x="472186" y="377825"/>
                  </a:lnTo>
                  <a:lnTo>
                    <a:pt x="502158" y="401320"/>
                  </a:lnTo>
                  <a:lnTo>
                    <a:pt x="508000" y="393827"/>
                  </a:lnTo>
                  <a:lnTo>
                    <a:pt x="478027" y="370332"/>
                  </a:lnTo>
                  <a:close/>
                </a:path>
                <a:path w="1788159" h="1404620">
                  <a:moveTo>
                    <a:pt x="530478" y="411480"/>
                  </a:moveTo>
                  <a:lnTo>
                    <a:pt x="524637" y="418973"/>
                  </a:lnTo>
                  <a:lnTo>
                    <a:pt x="554609" y="442468"/>
                  </a:lnTo>
                  <a:lnTo>
                    <a:pt x="560451" y="434975"/>
                  </a:lnTo>
                  <a:lnTo>
                    <a:pt x="530478" y="411480"/>
                  </a:lnTo>
                  <a:close/>
                </a:path>
                <a:path w="1788159" h="1404620">
                  <a:moveTo>
                    <a:pt x="582929" y="452628"/>
                  </a:moveTo>
                  <a:lnTo>
                    <a:pt x="577088" y="460121"/>
                  </a:lnTo>
                  <a:lnTo>
                    <a:pt x="607060" y="483616"/>
                  </a:lnTo>
                  <a:lnTo>
                    <a:pt x="612901" y="476123"/>
                  </a:lnTo>
                  <a:lnTo>
                    <a:pt x="582929" y="452628"/>
                  </a:lnTo>
                  <a:close/>
                </a:path>
                <a:path w="1788159" h="1404620">
                  <a:moveTo>
                    <a:pt x="635381" y="493776"/>
                  </a:moveTo>
                  <a:lnTo>
                    <a:pt x="629539" y="501269"/>
                  </a:lnTo>
                  <a:lnTo>
                    <a:pt x="659511" y="524764"/>
                  </a:lnTo>
                  <a:lnTo>
                    <a:pt x="665352" y="517271"/>
                  </a:lnTo>
                  <a:lnTo>
                    <a:pt x="635381" y="493776"/>
                  </a:lnTo>
                  <a:close/>
                </a:path>
                <a:path w="1788159" h="1404620">
                  <a:moveTo>
                    <a:pt x="687832" y="534924"/>
                  </a:moveTo>
                  <a:lnTo>
                    <a:pt x="681990" y="542417"/>
                  </a:lnTo>
                  <a:lnTo>
                    <a:pt x="711962" y="566039"/>
                  </a:lnTo>
                  <a:lnTo>
                    <a:pt x="717803" y="558546"/>
                  </a:lnTo>
                  <a:lnTo>
                    <a:pt x="687832" y="534924"/>
                  </a:lnTo>
                  <a:close/>
                </a:path>
                <a:path w="1788159" h="1404620">
                  <a:moveTo>
                    <a:pt x="740283" y="576072"/>
                  </a:moveTo>
                  <a:lnTo>
                    <a:pt x="734441" y="583565"/>
                  </a:lnTo>
                  <a:lnTo>
                    <a:pt x="764413" y="607187"/>
                  </a:lnTo>
                  <a:lnTo>
                    <a:pt x="770254" y="599694"/>
                  </a:lnTo>
                  <a:lnTo>
                    <a:pt x="740283" y="576072"/>
                  </a:lnTo>
                  <a:close/>
                </a:path>
                <a:path w="1788159" h="1404620">
                  <a:moveTo>
                    <a:pt x="792734" y="617220"/>
                  </a:moveTo>
                  <a:lnTo>
                    <a:pt x="786892" y="624713"/>
                  </a:lnTo>
                  <a:lnTo>
                    <a:pt x="816864" y="648335"/>
                  </a:lnTo>
                  <a:lnTo>
                    <a:pt x="822706" y="640842"/>
                  </a:lnTo>
                  <a:lnTo>
                    <a:pt x="792734" y="617220"/>
                  </a:lnTo>
                  <a:close/>
                </a:path>
                <a:path w="1788159" h="1404620">
                  <a:moveTo>
                    <a:pt x="845185" y="658495"/>
                  </a:moveTo>
                  <a:lnTo>
                    <a:pt x="839343" y="665988"/>
                  </a:lnTo>
                  <a:lnTo>
                    <a:pt x="869315" y="689483"/>
                  </a:lnTo>
                  <a:lnTo>
                    <a:pt x="875157" y="681990"/>
                  </a:lnTo>
                  <a:lnTo>
                    <a:pt x="845185" y="658495"/>
                  </a:lnTo>
                  <a:close/>
                </a:path>
                <a:path w="1788159" h="1404620">
                  <a:moveTo>
                    <a:pt x="897636" y="699643"/>
                  </a:moveTo>
                  <a:lnTo>
                    <a:pt x="891794" y="707136"/>
                  </a:lnTo>
                  <a:lnTo>
                    <a:pt x="921766" y="730631"/>
                  </a:lnTo>
                  <a:lnTo>
                    <a:pt x="927608" y="723138"/>
                  </a:lnTo>
                  <a:lnTo>
                    <a:pt x="897636" y="699643"/>
                  </a:lnTo>
                  <a:close/>
                </a:path>
                <a:path w="1788159" h="1404620">
                  <a:moveTo>
                    <a:pt x="950087" y="740791"/>
                  </a:moveTo>
                  <a:lnTo>
                    <a:pt x="944245" y="748284"/>
                  </a:lnTo>
                  <a:lnTo>
                    <a:pt x="974216" y="771779"/>
                  </a:lnTo>
                  <a:lnTo>
                    <a:pt x="980058" y="764286"/>
                  </a:lnTo>
                  <a:lnTo>
                    <a:pt x="950087" y="740791"/>
                  </a:lnTo>
                  <a:close/>
                </a:path>
                <a:path w="1788159" h="1404620">
                  <a:moveTo>
                    <a:pt x="1002537" y="781939"/>
                  </a:moveTo>
                  <a:lnTo>
                    <a:pt x="996696" y="789432"/>
                  </a:lnTo>
                  <a:lnTo>
                    <a:pt x="1026668" y="812927"/>
                  </a:lnTo>
                  <a:lnTo>
                    <a:pt x="1032510" y="805434"/>
                  </a:lnTo>
                  <a:lnTo>
                    <a:pt x="1002537" y="781939"/>
                  </a:lnTo>
                  <a:close/>
                </a:path>
                <a:path w="1788159" h="1404620">
                  <a:moveTo>
                    <a:pt x="1054989" y="823087"/>
                  </a:moveTo>
                  <a:lnTo>
                    <a:pt x="1049147" y="830580"/>
                  </a:lnTo>
                  <a:lnTo>
                    <a:pt x="1079119" y="854075"/>
                  </a:lnTo>
                  <a:lnTo>
                    <a:pt x="1085087" y="846582"/>
                  </a:lnTo>
                  <a:lnTo>
                    <a:pt x="1054989" y="823087"/>
                  </a:lnTo>
                  <a:close/>
                </a:path>
                <a:path w="1788159" h="1404620">
                  <a:moveTo>
                    <a:pt x="1107566" y="864235"/>
                  </a:moveTo>
                  <a:lnTo>
                    <a:pt x="1101598" y="871728"/>
                  </a:lnTo>
                  <a:lnTo>
                    <a:pt x="1131570" y="895223"/>
                  </a:lnTo>
                  <a:lnTo>
                    <a:pt x="1137539" y="887730"/>
                  </a:lnTo>
                  <a:lnTo>
                    <a:pt x="1107566" y="864235"/>
                  </a:lnTo>
                  <a:close/>
                </a:path>
                <a:path w="1788159" h="1404620">
                  <a:moveTo>
                    <a:pt x="1160018" y="905383"/>
                  </a:moveTo>
                  <a:lnTo>
                    <a:pt x="1154049" y="912876"/>
                  </a:lnTo>
                  <a:lnTo>
                    <a:pt x="1184021" y="936371"/>
                  </a:lnTo>
                  <a:lnTo>
                    <a:pt x="1189989" y="928878"/>
                  </a:lnTo>
                  <a:lnTo>
                    <a:pt x="1160018" y="905383"/>
                  </a:lnTo>
                  <a:close/>
                </a:path>
                <a:path w="1788159" h="1404620">
                  <a:moveTo>
                    <a:pt x="1212469" y="946531"/>
                  </a:moveTo>
                  <a:lnTo>
                    <a:pt x="1206500" y="954024"/>
                  </a:lnTo>
                  <a:lnTo>
                    <a:pt x="1236472" y="977519"/>
                  </a:lnTo>
                  <a:lnTo>
                    <a:pt x="1242441" y="970026"/>
                  </a:lnTo>
                  <a:lnTo>
                    <a:pt x="1212469" y="946531"/>
                  </a:lnTo>
                  <a:close/>
                </a:path>
                <a:path w="1788159" h="1404620">
                  <a:moveTo>
                    <a:pt x="1264920" y="987679"/>
                  </a:moveTo>
                  <a:lnTo>
                    <a:pt x="1258951" y="995172"/>
                  </a:lnTo>
                  <a:lnTo>
                    <a:pt x="1288923" y="1018667"/>
                  </a:lnTo>
                  <a:lnTo>
                    <a:pt x="1294891" y="1011174"/>
                  </a:lnTo>
                  <a:lnTo>
                    <a:pt x="1264920" y="987679"/>
                  </a:lnTo>
                  <a:close/>
                </a:path>
                <a:path w="1788159" h="1404620">
                  <a:moveTo>
                    <a:pt x="1317371" y="1028827"/>
                  </a:moveTo>
                  <a:lnTo>
                    <a:pt x="1311402" y="1036320"/>
                  </a:lnTo>
                  <a:lnTo>
                    <a:pt x="1341501" y="1059815"/>
                  </a:lnTo>
                  <a:lnTo>
                    <a:pt x="1347343" y="1052322"/>
                  </a:lnTo>
                  <a:lnTo>
                    <a:pt x="1317371" y="1028827"/>
                  </a:lnTo>
                  <a:close/>
                </a:path>
                <a:path w="1788159" h="1404620">
                  <a:moveTo>
                    <a:pt x="1369822" y="1069975"/>
                  </a:moveTo>
                  <a:lnTo>
                    <a:pt x="1363979" y="1077468"/>
                  </a:lnTo>
                  <a:lnTo>
                    <a:pt x="1393952" y="1100963"/>
                  </a:lnTo>
                  <a:lnTo>
                    <a:pt x="1399794" y="1093470"/>
                  </a:lnTo>
                  <a:lnTo>
                    <a:pt x="1369822" y="1069975"/>
                  </a:lnTo>
                  <a:close/>
                </a:path>
                <a:path w="1788159" h="1404620">
                  <a:moveTo>
                    <a:pt x="1422273" y="1111123"/>
                  </a:moveTo>
                  <a:lnTo>
                    <a:pt x="1416431" y="1118616"/>
                  </a:lnTo>
                  <a:lnTo>
                    <a:pt x="1446402" y="1142111"/>
                  </a:lnTo>
                  <a:lnTo>
                    <a:pt x="1452245" y="1134618"/>
                  </a:lnTo>
                  <a:lnTo>
                    <a:pt x="1422273" y="1111123"/>
                  </a:lnTo>
                  <a:close/>
                </a:path>
                <a:path w="1788159" h="1404620">
                  <a:moveTo>
                    <a:pt x="1474724" y="1152271"/>
                  </a:moveTo>
                  <a:lnTo>
                    <a:pt x="1468881" y="1159764"/>
                  </a:lnTo>
                  <a:lnTo>
                    <a:pt x="1498854" y="1183259"/>
                  </a:lnTo>
                  <a:lnTo>
                    <a:pt x="1504696" y="1175766"/>
                  </a:lnTo>
                  <a:lnTo>
                    <a:pt x="1474724" y="1152271"/>
                  </a:lnTo>
                  <a:close/>
                </a:path>
                <a:path w="1788159" h="1404620">
                  <a:moveTo>
                    <a:pt x="1527175" y="1193419"/>
                  </a:moveTo>
                  <a:lnTo>
                    <a:pt x="1521333" y="1200912"/>
                  </a:lnTo>
                  <a:lnTo>
                    <a:pt x="1551304" y="1224407"/>
                  </a:lnTo>
                  <a:lnTo>
                    <a:pt x="1557147" y="1216914"/>
                  </a:lnTo>
                  <a:lnTo>
                    <a:pt x="1527175" y="1193419"/>
                  </a:lnTo>
                  <a:close/>
                </a:path>
                <a:path w="1788159" h="1404620">
                  <a:moveTo>
                    <a:pt x="1579626" y="1234567"/>
                  </a:moveTo>
                  <a:lnTo>
                    <a:pt x="1573783" y="1242060"/>
                  </a:lnTo>
                  <a:lnTo>
                    <a:pt x="1603756" y="1265555"/>
                  </a:lnTo>
                  <a:lnTo>
                    <a:pt x="1609598" y="1258062"/>
                  </a:lnTo>
                  <a:lnTo>
                    <a:pt x="1579626" y="1234567"/>
                  </a:lnTo>
                  <a:close/>
                </a:path>
                <a:path w="1788159" h="1404620">
                  <a:moveTo>
                    <a:pt x="1632077" y="1275715"/>
                  </a:moveTo>
                  <a:lnTo>
                    <a:pt x="1626235" y="1283208"/>
                  </a:lnTo>
                  <a:lnTo>
                    <a:pt x="1656206" y="1306830"/>
                  </a:lnTo>
                  <a:lnTo>
                    <a:pt x="1662049" y="1299337"/>
                  </a:lnTo>
                  <a:lnTo>
                    <a:pt x="1632077" y="1275715"/>
                  </a:lnTo>
                  <a:close/>
                </a:path>
                <a:path w="1788159" h="1404620">
                  <a:moveTo>
                    <a:pt x="1751583" y="1327150"/>
                  </a:moveTo>
                  <a:lnTo>
                    <a:pt x="1704466" y="1387094"/>
                  </a:lnTo>
                  <a:lnTo>
                    <a:pt x="1787906" y="1404112"/>
                  </a:lnTo>
                  <a:lnTo>
                    <a:pt x="1771183" y="1368679"/>
                  </a:lnTo>
                  <a:lnTo>
                    <a:pt x="1735074" y="1368679"/>
                  </a:lnTo>
                  <a:lnTo>
                    <a:pt x="1731137" y="1365504"/>
                  </a:lnTo>
                  <a:lnTo>
                    <a:pt x="1736979" y="1358011"/>
                  </a:lnTo>
                  <a:lnTo>
                    <a:pt x="1766148" y="1358011"/>
                  </a:lnTo>
                  <a:lnTo>
                    <a:pt x="1751583" y="1327150"/>
                  </a:lnTo>
                  <a:close/>
                </a:path>
                <a:path w="1788159" h="1404620">
                  <a:moveTo>
                    <a:pt x="1736979" y="1358011"/>
                  </a:moveTo>
                  <a:lnTo>
                    <a:pt x="1731137" y="1365504"/>
                  </a:lnTo>
                  <a:lnTo>
                    <a:pt x="1735074" y="1368679"/>
                  </a:lnTo>
                  <a:lnTo>
                    <a:pt x="1740916" y="1361186"/>
                  </a:lnTo>
                  <a:lnTo>
                    <a:pt x="1736979" y="1358011"/>
                  </a:lnTo>
                  <a:close/>
                </a:path>
                <a:path w="1788159" h="1404620">
                  <a:moveTo>
                    <a:pt x="1766148" y="1358011"/>
                  </a:moveTo>
                  <a:lnTo>
                    <a:pt x="1736979" y="1358011"/>
                  </a:lnTo>
                  <a:lnTo>
                    <a:pt x="1740916" y="1361186"/>
                  </a:lnTo>
                  <a:lnTo>
                    <a:pt x="1735074" y="1368679"/>
                  </a:lnTo>
                  <a:lnTo>
                    <a:pt x="1771183" y="1368679"/>
                  </a:lnTo>
                  <a:lnTo>
                    <a:pt x="1766148" y="1358011"/>
                  </a:lnTo>
                  <a:close/>
                </a:path>
                <a:path w="1788159" h="1404620">
                  <a:moveTo>
                    <a:pt x="1684527" y="1316863"/>
                  </a:moveTo>
                  <a:lnTo>
                    <a:pt x="1678685" y="1324356"/>
                  </a:lnTo>
                  <a:lnTo>
                    <a:pt x="1708658" y="1347978"/>
                  </a:lnTo>
                  <a:lnTo>
                    <a:pt x="1714500" y="1340485"/>
                  </a:lnTo>
                  <a:lnTo>
                    <a:pt x="1684527" y="1316863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446127" y="7297800"/>
              <a:ext cx="595121" cy="601091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5765" y="2762503"/>
              <a:ext cx="928115" cy="1001268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68399" y="4049052"/>
              <a:ext cx="908303" cy="1065237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738327" y="2596133"/>
              <a:ext cx="3116580" cy="2483485"/>
            </a:xfrm>
            <a:custGeom>
              <a:avLst/>
              <a:gdLst/>
              <a:ahLst/>
              <a:cxnLst/>
              <a:rect l="l" t="t" r="r" b="b"/>
              <a:pathLst>
                <a:path w="3116579" h="2483485">
                  <a:moveTo>
                    <a:pt x="0" y="2483358"/>
                  </a:moveTo>
                  <a:lnTo>
                    <a:pt x="3116453" y="2483358"/>
                  </a:lnTo>
                  <a:lnTo>
                    <a:pt x="3116453" y="0"/>
                  </a:lnTo>
                  <a:lnTo>
                    <a:pt x="0" y="0"/>
                  </a:lnTo>
                  <a:lnTo>
                    <a:pt x="0" y="2483358"/>
                  </a:lnTo>
                  <a:close/>
                </a:path>
              </a:pathLst>
            </a:custGeom>
            <a:ln w="9525">
              <a:solidFill>
                <a:srgbClr val="00537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851529" y="3834256"/>
              <a:ext cx="2003425" cy="1779905"/>
            </a:xfrm>
            <a:custGeom>
              <a:avLst/>
              <a:gdLst/>
              <a:ahLst/>
              <a:cxnLst/>
              <a:rect l="l" t="t" r="r" b="b"/>
              <a:pathLst>
                <a:path w="2003425" h="1779904">
                  <a:moveTo>
                    <a:pt x="6350" y="0"/>
                  </a:moveTo>
                  <a:lnTo>
                    <a:pt x="0" y="7112"/>
                  </a:lnTo>
                  <a:lnTo>
                    <a:pt x="28575" y="32384"/>
                  </a:lnTo>
                  <a:lnTo>
                    <a:pt x="34798" y="25272"/>
                  </a:lnTo>
                  <a:lnTo>
                    <a:pt x="6350" y="0"/>
                  </a:lnTo>
                  <a:close/>
                </a:path>
                <a:path w="2003425" h="1779904">
                  <a:moveTo>
                    <a:pt x="56261" y="44322"/>
                  </a:moveTo>
                  <a:lnTo>
                    <a:pt x="49911" y="51434"/>
                  </a:lnTo>
                  <a:lnTo>
                    <a:pt x="78359" y="76707"/>
                  </a:lnTo>
                  <a:lnTo>
                    <a:pt x="84709" y="69595"/>
                  </a:lnTo>
                  <a:lnTo>
                    <a:pt x="56261" y="44322"/>
                  </a:lnTo>
                  <a:close/>
                </a:path>
                <a:path w="2003425" h="1779904">
                  <a:moveTo>
                    <a:pt x="106045" y="88518"/>
                  </a:moveTo>
                  <a:lnTo>
                    <a:pt x="99695" y="95630"/>
                  </a:lnTo>
                  <a:lnTo>
                    <a:pt x="128270" y="121030"/>
                  </a:lnTo>
                  <a:lnTo>
                    <a:pt x="134493" y="113918"/>
                  </a:lnTo>
                  <a:lnTo>
                    <a:pt x="106045" y="88518"/>
                  </a:lnTo>
                  <a:close/>
                </a:path>
                <a:path w="2003425" h="1779904">
                  <a:moveTo>
                    <a:pt x="155956" y="132841"/>
                  </a:moveTo>
                  <a:lnTo>
                    <a:pt x="149606" y="139953"/>
                  </a:lnTo>
                  <a:lnTo>
                    <a:pt x="178054" y="165226"/>
                  </a:lnTo>
                  <a:lnTo>
                    <a:pt x="184404" y="158114"/>
                  </a:lnTo>
                  <a:lnTo>
                    <a:pt x="155956" y="132841"/>
                  </a:lnTo>
                  <a:close/>
                </a:path>
                <a:path w="2003425" h="1779904">
                  <a:moveTo>
                    <a:pt x="205740" y="177164"/>
                  </a:moveTo>
                  <a:lnTo>
                    <a:pt x="199390" y="184276"/>
                  </a:lnTo>
                  <a:lnTo>
                    <a:pt x="227965" y="209550"/>
                  </a:lnTo>
                  <a:lnTo>
                    <a:pt x="234315" y="202437"/>
                  </a:lnTo>
                  <a:lnTo>
                    <a:pt x="205740" y="177164"/>
                  </a:lnTo>
                  <a:close/>
                </a:path>
                <a:path w="2003425" h="1779904">
                  <a:moveTo>
                    <a:pt x="255650" y="221360"/>
                  </a:moveTo>
                  <a:lnTo>
                    <a:pt x="249300" y="228472"/>
                  </a:lnTo>
                  <a:lnTo>
                    <a:pt x="277749" y="253745"/>
                  </a:lnTo>
                  <a:lnTo>
                    <a:pt x="284099" y="246633"/>
                  </a:lnTo>
                  <a:lnTo>
                    <a:pt x="255650" y="221360"/>
                  </a:lnTo>
                  <a:close/>
                </a:path>
                <a:path w="2003425" h="1779904">
                  <a:moveTo>
                    <a:pt x="305435" y="265683"/>
                  </a:moveTo>
                  <a:lnTo>
                    <a:pt x="299212" y="272795"/>
                  </a:lnTo>
                  <a:lnTo>
                    <a:pt x="327660" y="298068"/>
                  </a:lnTo>
                  <a:lnTo>
                    <a:pt x="334010" y="290956"/>
                  </a:lnTo>
                  <a:lnTo>
                    <a:pt x="305435" y="265683"/>
                  </a:lnTo>
                  <a:close/>
                </a:path>
                <a:path w="2003425" h="1779904">
                  <a:moveTo>
                    <a:pt x="355346" y="309879"/>
                  </a:moveTo>
                  <a:lnTo>
                    <a:pt x="348996" y="316991"/>
                  </a:lnTo>
                  <a:lnTo>
                    <a:pt x="377444" y="342391"/>
                  </a:lnTo>
                  <a:lnTo>
                    <a:pt x="383794" y="335279"/>
                  </a:lnTo>
                  <a:lnTo>
                    <a:pt x="355346" y="309879"/>
                  </a:lnTo>
                  <a:close/>
                </a:path>
                <a:path w="2003425" h="1779904">
                  <a:moveTo>
                    <a:pt x="405130" y="354202"/>
                  </a:moveTo>
                  <a:lnTo>
                    <a:pt x="398907" y="361314"/>
                  </a:lnTo>
                  <a:lnTo>
                    <a:pt x="427355" y="386588"/>
                  </a:lnTo>
                  <a:lnTo>
                    <a:pt x="433705" y="379475"/>
                  </a:lnTo>
                  <a:lnTo>
                    <a:pt x="405130" y="354202"/>
                  </a:lnTo>
                  <a:close/>
                </a:path>
                <a:path w="2003425" h="1779904">
                  <a:moveTo>
                    <a:pt x="455041" y="398525"/>
                  </a:moveTo>
                  <a:lnTo>
                    <a:pt x="448691" y="405638"/>
                  </a:lnTo>
                  <a:lnTo>
                    <a:pt x="477138" y="430910"/>
                  </a:lnTo>
                  <a:lnTo>
                    <a:pt x="483488" y="423798"/>
                  </a:lnTo>
                  <a:lnTo>
                    <a:pt x="455041" y="398525"/>
                  </a:lnTo>
                  <a:close/>
                </a:path>
                <a:path w="2003425" h="1779904">
                  <a:moveTo>
                    <a:pt x="504825" y="442721"/>
                  </a:moveTo>
                  <a:lnTo>
                    <a:pt x="498601" y="449833"/>
                  </a:lnTo>
                  <a:lnTo>
                    <a:pt x="527050" y="475233"/>
                  </a:lnTo>
                  <a:lnTo>
                    <a:pt x="533400" y="467994"/>
                  </a:lnTo>
                  <a:lnTo>
                    <a:pt x="504825" y="442721"/>
                  </a:lnTo>
                  <a:close/>
                </a:path>
                <a:path w="2003425" h="1779904">
                  <a:moveTo>
                    <a:pt x="554736" y="487044"/>
                  </a:moveTo>
                  <a:lnTo>
                    <a:pt x="548386" y="494156"/>
                  </a:lnTo>
                  <a:lnTo>
                    <a:pt x="576961" y="519429"/>
                  </a:lnTo>
                  <a:lnTo>
                    <a:pt x="583184" y="512317"/>
                  </a:lnTo>
                  <a:lnTo>
                    <a:pt x="554736" y="487044"/>
                  </a:lnTo>
                  <a:close/>
                </a:path>
                <a:path w="2003425" h="1779904">
                  <a:moveTo>
                    <a:pt x="604647" y="531240"/>
                  </a:moveTo>
                  <a:lnTo>
                    <a:pt x="598297" y="538479"/>
                  </a:lnTo>
                  <a:lnTo>
                    <a:pt x="626745" y="563752"/>
                  </a:lnTo>
                  <a:lnTo>
                    <a:pt x="633095" y="556640"/>
                  </a:lnTo>
                  <a:lnTo>
                    <a:pt x="604647" y="531240"/>
                  </a:lnTo>
                  <a:close/>
                </a:path>
                <a:path w="2003425" h="1779904">
                  <a:moveTo>
                    <a:pt x="654431" y="575563"/>
                  </a:moveTo>
                  <a:lnTo>
                    <a:pt x="648081" y="582676"/>
                  </a:lnTo>
                  <a:lnTo>
                    <a:pt x="676656" y="607948"/>
                  </a:lnTo>
                  <a:lnTo>
                    <a:pt x="682879" y="600837"/>
                  </a:lnTo>
                  <a:lnTo>
                    <a:pt x="654431" y="575563"/>
                  </a:lnTo>
                  <a:close/>
                </a:path>
                <a:path w="2003425" h="1779904">
                  <a:moveTo>
                    <a:pt x="704342" y="619887"/>
                  </a:moveTo>
                  <a:lnTo>
                    <a:pt x="697992" y="626998"/>
                  </a:lnTo>
                  <a:lnTo>
                    <a:pt x="726440" y="652271"/>
                  </a:lnTo>
                  <a:lnTo>
                    <a:pt x="732790" y="645159"/>
                  </a:lnTo>
                  <a:lnTo>
                    <a:pt x="704342" y="619887"/>
                  </a:lnTo>
                  <a:close/>
                </a:path>
                <a:path w="2003425" h="1779904">
                  <a:moveTo>
                    <a:pt x="754126" y="664082"/>
                  </a:moveTo>
                  <a:lnTo>
                    <a:pt x="747776" y="671194"/>
                  </a:lnTo>
                  <a:lnTo>
                    <a:pt x="776351" y="696594"/>
                  </a:lnTo>
                  <a:lnTo>
                    <a:pt x="782701" y="689482"/>
                  </a:lnTo>
                  <a:lnTo>
                    <a:pt x="754126" y="664082"/>
                  </a:lnTo>
                  <a:close/>
                </a:path>
                <a:path w="2003425" h="1779904">
                  <a:moveTo>
                    <a:pt x="804037" y="708405"/>
                  </a:moveTo>
                  <a:lnTo>
                    <a:pt x="797687" y="715517"/>
                  </a:lnTo>
                  <a:lnTo>
                    <a:pt x="826135" y="740790"/>
                  </a:lnTo>
                  <a:lnTo>
                    <a:pt x="832485" y="733678"/>
                  </a:lnTo>
                  <a:lnTo>
                    <a:pt x="804037" y="708405"/>
                  </a:lnTo>
                  <a:close/>
                </a:path>
                <a:path w="2003425" h="1779904">
                  <a:moveTo>
                    <a:pt x="853821" y="752728"/>
                  </a:moveTo>
                  <a:lnTo>
                    <a:pt x="847598" y="759840"/>
                  </a:lnTo>
                  <a:lnTo>
                    <a:pt x="876046" y="785113"/>
                  </a:lnTo>
                  <a:lnTo>
                    <a:pt x="882396" y="778001"/>
                  </a:lnTo>
                  <a:lnTo>
                    <a:pt x="853821" y="752728"/>
                  </a:lnTo>
                  <a:close/>
                </a:path>
                <a:path w="2003425" h="1779904">
                  <a:moveTo>
                    <a:pt x="903732" y="796925"/>
                  </a:moveTo>
                  <a:lnTo>
                    <a:pt x="897382" y="804037"/>
                  </a:lnTo>
                  <a:lnTo>
                    <a:pt x="925830" y="829309"/>
                  </a:lnTo>
                  <a:lnTo>
                    <a:pt x="932180" y="822197"/>
                  </a:lnTo>
                  <a:lnTo>
                    <a:pt x="903732" y="796925"/>
                  </a:lnTo>
                  <a:close/>
                </a:path>
                <a:path w="2003425" h="1779904">
                  <a:moveTo>
                    <a:pt x="953516" y="841247"/>
                  </a:moveTo>
                  <a:lnTo>
                    <a:pt x="947293" y="848359"/>
                  </a:lnTo>
                  <a:lnTo>
                    <a:pt x="975741" y="873632"/>
                  </a:lnTo>
                  <a:lnTo>
                    <a:pt x="982091" y="866520"/>
                  </a:lnTo>
                  <a:lnTo>
                    <a:pt x="953516" y="841247"/>
                  </a:lnTo>
                  <a:close/>
                </a:path>
                <a:path w="2003425" h="1779904">
                  <a:moveTo>
                    <a:pt x="1003426" y="885443"/>
                  </a:moveTo>
                  <a:lnTo>
                    <a:pt x="997076" y="892555"/>
                  </a:lnTo>
                  <a:lnTo>
                    <a:pt x="1025525" y="917955"/>
                  </a:lnTo>
                  <a:lnTo>
                    <a:pt x="1031875" y="910843"/>
                  </a:lnTo>
                  <a:lnTo>
                    <a:pt x="1003426" y="885443"/>
                  </a:lnTo>
                  <a:close/>
                </a:path>
                <a:path w="2003425" h="1779904">
                  <a:moveTo>
                    <a:pt x="1053211" y="929766"/>
                  </a:moveTo>
                  <a:lnTo>
                    <a:pt x="1046988" y="936878"/>
                  </a:lnTo>
                  <a:lnTo>
                    <a:pt x="1075436" y="962151"/>
                  </a:lnTo>
                  <a:lnTo>
                    <a:pt x="1081786" y="955039"/>
                  </a:lnTo>
                  <a:lnTo>
                    <a:pt x="1053211" y="929766"/>
                  </a:lnTo>
                  <a:close/>
                </a:path>
                <a:path w="2003425" h="1779904">
                  <a:moveTo>
                    <a:pt x="1103122" y="974089"/>
                  </a:moveTo>
                  <a:lnTo>
                    <a:pt x="1096772" y="981201"/>
                  </a:lnTo>
                  <a:lnTo>
                    <a:pt x="1125347" y="1006475"/>
                  </a:lnTo>
                  <a:lnTo>
                    <a:pt x="1131570" y="999363"/>
                  </a:lnTo>
                  <a:lnTo>
                    <a:pt x="1103122" y="974089"/>
                  </a:lnTo>
                  <a:close/>
                </a:path>
                <a:path w="2003425" h="1779904">
                  <a:moveTo>
                    <a:pt x="1153033" y="1018285"/>
                  </a:moveTo>
                  <a:lnTo>
                    <a:pt x="1146683" y="1025397"/>
                  </a:lnTo>
                  <a:lnTo>
                    <a:pt x="1175131" y="1050797"/>
                  </a:lnTo>
                  <a:lnTo>
                    <a:pt x="1181481" y="1043558"/>
                  </a:lnTo>
                  <a:lnTo>
                    <a:pt x="1153033" y="1018285"/>
                  </a:lnTo>
                  <a:close/>
                </a:path>
                <a:path w="2003425" h="1779904">
                  <a:moveTo>
                    <a:pt x="1202817" y="1062608"/>
                  </a:moveTo>
                  <a:lnTo>
                    <a:pt x="1196467" y="1069720"/>
                  </a:lnTo>
                  <a:lnTo>
                    <a:pt x="1225042" y="1094993"/>
                  </a:lnTo>
                  <a:lnTo>
                    <a:pt x="1231265" y="1087881"/>
                  </a:lnTo>
                  <a:lnTo>
                    <a:pt x="1202817" y="1062608"/>
                  </a:lnTo>
                  <a:close/>
                </a:path>
                <a:path w="2003425" h="1779904">
                  <a:moveTo>
                    <a:pt x="1252728" y="1106804"/>
                  </a:moveTo>
                  <a:lnTo>
                    <a:pt x="1246378" y="1114043"/>
                  </a:lnTo>
                  <a:lnTo>
                    <a:pt x="1274826" y="1139316"/>
                  </a:lnTo>
                  <a:lnTo>
                    <a:pt x="1281176" y="1132204"/>
                  </a:lnTo>
                  <a:lnTo>
                    <a:pt x="1252728" y="1106804"/>
                  </a:lnTo>
                  <a:close/>
                </a:path>
                <a:path w="2003425" h="1779904">
                  <a:moveTo>
                    <a:pt x="1302512" y="1151127"/>
                  </a:moveTo>
                  <a:lnTo>
                    <a:pt x="1296162" y="1158239"/>
                  </a:lnTo>
                  <a:lnTo>
                    <a:pt x="1324737" y="1183513"/>
                  </a:lnTo>
                  <a:lnTo>
                    <a:pt x="1331087" y="1176401"/>
                  </a:lnTo>
                  <a:lnTo>
                    <a:pt x="1302512" y="1151127"/>
                  </a:lnTo>
                  <a:close/>
                </a:path>
                <a:path w="2003425" h="1779904">
                  <a:moveTo>
                    <a:pt x="1352423" y="1195451"/>
                  </a:moveTo>
                  <a:lnTo>
                    <a:pt x="1346073" y="1202563"/>
                  </a:lnTo>
                  <a:lnTo>
                    <a:pt x="1374521" y="1227835"/>
                  </a:lnTo>
                  <a:lnTo>
                    <a:pt x="1380871" y="1220723"/>
                  </a:lnTo>
                  <a:lnTo>
                    <a:pt x="1352423" y="1195451"/>
                  </a:lnTo>
                  <a:close/>
                </a:path>
                <a:path w="2003425" h="1779904">
                  <a:moveTo>
                    <a:pt x="1402207" y="1239646"/>
                  </a:moveTo>
                  <a:lnTo>
                    <a:pt x="1395984" y="1246758"/>
                  </a:lnTo>
                  <a:lnTo>
                    <a:pt x="1424432" y="1272158"/>
                  </a:lnTo>
                  <a:lnTo>
                    <a:pt x="1430782" y="1265046"/>
                  </a:lnTo>
                  <a:lnTo>
                    <a:pt x="1402207" y="1239646"/>
                  </a:lnTo>
                  <a:close/>
                </a:path>
                <a:path w="2003425" h="1779904">
                  <a:moveTo>
                    <a:pt x="1452118" y="1283969"/>
                  </a:moveTo>
                  <a:lnTo>
                    <a:pt x="1445768" y="1291081"/>
                  </a:lnTo>
                  <a:lnTo>
                    <a:pt x="1474216" y="1316354"/>
                  </a:lnTo>
                  <a:lnTo>
                    <a:pt x="1480566" y="1309242"/>
                  </a:lnTo>
                  <a:lnTo>
                    <a:pt x="1452118" y="1283969"/>
                  </a:lnTo>
                  <a:close/>
                </a:path>
                <a:path w="2003425" h="1779904">
                  <a:moveTo>
                    <a:pt x="1501902" y="1328292"/>
                  </a:moveTo>
                  <a:lnTo>
                    <a:pt x="1495679" y="1335404"/>
                  </a:lnTo>
                  <a:lnTo>
                    <a:pt x="1524127" y="1360677"/>
                  </a:lnTo>
                  <a:lnTo>
                    <a:pt x="1530477" y="1353565"/>
                  </a:lnTo>
                  <a:lnTo>
                    <a:pt x="1501902" y="1328292"/>
                  </a:lnTo>
                  <a:close/>
                </a:path>
                <a:path w="2003425" h="1779904">
                  <a:moveTo>
                    <a:pt x="1551813" y="1372489"/>
                  </a:moveTo>
                  <a:lnTo>
                    <a:pt x="1545463" y="1379601"/>
                  </a:lnTo>
                  <a:lnTo>
                    <a:pt x="1573911" y="1404873"/>
                  </a:lnTo>
                  <a:lnTo>
                    <a:pt x="1580261" y="1397762"/>
                  </a:lnTo>
                  <a:lnTo>
                    <a:pt x="1551813" y="1372489"/>
                  </a:lnTo>
                  <a:close/>
                </a:path>
                <a:path w="2003425" h="1779904">
                  <a:moveTo>
                    <a:pt x="1601597" y="1416812"/>
                  </a:moveTo>
                  <a:lnTo>
                    <a:pt x="1595374" y="1423923"/>
                  </a:lnTo>
                  <a:lnTo>
                    <a:pt x="1623822" y="1449196"/>
                  </a:lnTo>
                  <a:lnTo>
                    <a:pt x="1630172" y="1442084"/>
                  </a:lnTo>
                  <a:lnTo>
                    <a:pt x="1601597" y="1416812"/>
                  </a:lnTo>
                  <a:close/>
                </a:path>
                <a:path w="2003425" h="1779904">
                  <a:moveTo>
                    <a:pt x="1651508" y="1461007"/>
                  </a:moveTo>
                  <a:lnTo>
                    <a:pt x="1645158" y="1468119"/>
                  </a:lnTo>
                  <a:lnTo>
                    <a:pt x="1673733" y="1493519"/>
                  </a:lnTo>
                  <a:lnTo>
                    <a:pt x="1679956" y="1486407"/>
                  </a:lnTo>
                  <a:lnTo>
                    <a:pt x="1651508" y="1461007"/>
                  </a:lnTo>
                  <a:close/>
                </a:path>
                <a:path w="2003425" h="1779904">
                  <a:moveTo>
                    <a:pt x="1701419" y="1505330"/>
                  </a:moveTo>
                  <a:lnTo>
                    <a:pt x="1695069" y="1512442"/>
                  </a:lnTo>
                  <a:lnTo>
                    <a:pt x="1723517" y="1537715"/>
                  </a:lnTo>
                  <a:lnTo>
                    <a:pt x="1729867" y="1530603"/>
                  </a:lnTo>
                  <a:lnTo>
                    <a:pt x="1701419" y="1505330"/>
                  </a:lnTo>
                  <a:close/>
                </a:path>
                <a:path w="2003425" h="1779904">
                  <a:moveTo>
                    <a:pt x="1751203" y="1549653"/>
                  </a:moveTo>
                  <a:lnTo>
                    <a:pt x="1744853" y="1556765"/>
                  </a:lnTo>
                  <a:lnTo>
                    <a:pt x="1773428" y="1582039"/>
                  </a:lnTo>
                  <a:lnTo>
                    <a:pt x="1779651" y="1574927"/>
                  </a:lnTo>
                  <a:lnTo>
                    <a:pt x="1751203" y="1549653"/>
                  </a:lnTo>
                  <a:close/>
                </a:path>
                <a:path w="2003425" h="1779904">
                  <a:moveTo>
                    <a:pt x="1801114" y="1593850"/>
                  </a:moveTo>
                  <a:lnTo>
                    <a:pt x="1794764" y="1600962"/>
                  </a:lnTo>
                  <a:lnTo>
                    <a:pt x="1823212" y="1626362"/>
                  </a:lnTo>
                  <a:lnTo>
                    <a:pt x="1829562" y="1619122"/>
                  </a:lnTo>
                  <a:lnTo>
                    <a:pt x="1801114" y="1593850"/>
                  </a:lnTo>
                  <a:close/>
                </a:path>
                <a:path w="2003425" h="1779904">
                  <a:moveTo>
                    <a:pt x="1850898" y="1638172"/>
                  </a:moveTo>
                  <a:lnTo>
                    <a:pt x="1844548" y="1645284"/>
                  </a:lnTo>
                  <a:lnTo>
                    <a:pt x="1873123" y="1670557"/>
                  </a:lnTo>
                  <a:lnTo>
                    <a:pt x="1879473" y="1663445"/>
                  </a:lnTo>
                  <a:lnTo>
                    <a:pt x="1850898" y="1638172"/>
                  </a:lnTo>
                  <a:close/>
                </a:path>
                <a:path w="2003425" h="1779904">
                  <a:moveTo>
                    <a:pt x="1971294" y="1700529"/>
                  </a:moveTo>
                  <a:lnTo>
                    <a:pt x="1920748" y="1757426"/>
                  </a:lnTo>
                  <a:lnTo>
                    <a:pt x="2003044" y="1779523"/>
                  </a:lnTo>
                  <a:lnTo>
                    <a:pt x="1987526" y="1740915"/>
                  </a:lnTo>
                  <a:lnTo>
                    <a:pt x="1952371" y="1740915"/>
                  </a:lnTo>
                  <a:lnTo>
                    <a:pt x="1944370" y="1733803"/>
                  </a:lnTo>
                  <a:lnTo>
                    <a:pt x="1950593" y="1726691"/>
                  </a:lnTo>
                  <a:lnTo>
                    <a:pt x="1981809" y="1726691"/>
                  </a:lnTo>
                  <a:lnTo>
                    <a:pt x="1971294" y="1700529"/>
                  </a:lnTo>
                  <a:close/>
                </a:path>
                <a:path w="2003425" h="1779904">
                  <a:moveTo>
                    <a:pt x="1950593" y="1726691"/>
                  </a:moveTo>
                  <a:lnTo>
                    <a:pt x="1944370" y="1733803"/>
                  </a:lnTo>
                  <a:lnTo>
                    <a:pt x="1952371" y="1740915"/>
                  </a:lnTo>
                  <a:lnTo>
                    <a:pt x="1958721" y="1733803"/>
                  </a:lnTo>
                  <a:lnTo>
                    <a:pt x="1950593" y="1726691"/>
                  </a:lnTo>
                  <a:close/>
                </a:path>
                <a:path w="2003425" h="1779904">
                  <a:moveTo>
                    <a:pt x="1981809" y="1726691"/>
                  </a:moveTo>
                  <a:lnTo>
                    <a:pt x="1950593" y="1726691"/>
                  </a:lnTo>
                  <a:lnTo>
                    <a:pt x="1958721" y="1733803"/>
                  </a:lnTo>
                  <a:lnTo>
                    <a:pt x="1952371" y="1740915"/>
                  </a:lnTo>
                  <a:lnTo>
                    <a:pt x="1987526" y="1740915"/>
                  </a:lnTo>
                  <a:lnTo>
                    <a:pt x="1981809" y="1726691"/>
                  </a:lnTo>
                  <a:close/>
                </a:path>
                <a:path w="2003425" h="1779904">
                  <a:moveTo>
                    <a:pt x="1900809" y="1682368"/>
                  </a:moveTo>
                  <a:lnTo>
                    <a:pt x="1894459" y="1689607"/>
                  </a:lnTo>
                  <a:lnTo>
                    <a:pt x="1922907" y="1714880"/>
                  </a:lnTo>
                  <a:lnTo>
                    <a:pt x="1929257" y="1707768"/>
                  </a:lnTo>
                  <a:lnTo>
                    <a:pt x="1900809" y="1682368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14666721" y="9179762"/>
            <a:ext cx="21996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190">
                <a:latin typeface="Calibri"/>
                <a:cs typeface="Calibri"/>
              </a:rPr>
              <a:t>Cosmos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4654530" y="4869307"/>
            <a:ext cx="2536825" cy="654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800" spc="325">
                <a:solidFill>
                  <a:srgbClr val="666666"/>
                </a:solidFill>
                <a:latin typeface="Calibri"/>
                <a:cs typeface="Calibri"/>
              </a:rPr>
              <a:t>PROD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170">
                <a:latin typeface="Calibri"/>
                <a:cs typeface="Calibri"/>
              </a:rPr>
              <a:t>Data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180">
                <a:latin typeface="Calibri"/>
                <a:cs typeface="Calibri"/>
              </a:rPr>
              <a:t>Lake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130">
                <a:latin typeface="Calibri"/>
                <a:cs typeface="Calibri"/>
              </a:rPr>
              <a:t>Gen2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4678660" y="7184563"/>
            <a:ext cx="2946400" cy="76835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809114">
              <a:lnSpc>
                <a:spcPct val="100000"/>
              </a:lnSpc>
              <a:spcBef>
                <a:spcPts val="1225"/>
              </a:spcBef>
            </a:pPr>
            <a:r>
              <a:rPr dirty="0" sz="1800" spc="215">
                <a:solidFill>
                  <a:srgbClr val="666666"/>
                </a:solidFill>
                <a:latin typeface="Calibri"/>
                <a:cs typeface="Calibri"/>
              </a:rPr>
              <a:t>Non-</a:t>
            </a:r>
            <a:r>
              <a:rPr dirty="0" sz="1800" spc="200">
                <a:solidFill>
                  <a:srgbClr val="666666"/>
                </a:solidFill>
                <a:latin typeface="Calibri"/>
                <a:cs typeface="Calibri"/>
              </a:rPr>
              <a:t>Prod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170">
                <a:latin typeface="Calibri"/>
                <a:cs typeface="Calibri"/>
              </a:rPr>
              <a:t>Data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180">
                <a:latin typeface="Calibri"/>
                <a:cs typeface="Calibri"/>
              </a:rPr>
              <a:t>Lake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30">
                <a:latin typeface="Calibri"/>
                <a:cs typeface="Calibri"/>
              </a:rPr>
              <a:t>Gen2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4187697" y="7734681"/>
            <a:ext cx="13474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185">
                <a:latin typeface="Calibri"/>
                <a:cs typeface="Calibri"/>
              </a:rPr>
              <a:t>Source </a:t>
            </a:r>
            <a:r>
              <a:rPr dirty="0" sz="1800" spc="190">
                <a:latin typeface="Calibri"/>
                <a:cs typeface="Calibri"/>
              </a:rPr>
              <a:t>Connectors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3955541" y="5164073"/>
            <a:ext cx="1203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90">
                <a:latin typeface="Calibri"/>
                <a:cs typeface="Calibri"/>
              </a:rPr>
              <a:t>Producers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4262501" y="3593795"/>
            <a:ext cx="13458190" cy="1298575"/>
            <a:chOff x="4262501" y="3593795"/>
            <a:chExt cx="13458190" cy="1298575"/>
          </a:xfrm>
        </p:grpSpPr>
        <p:pic>
          <p:nvPicPr>
            <p:cNvPr id="88" name="object 8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2501" y="4144441"/>
              <a:ext cx="728370" cy="747344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961866" y="3593795"/>
              <a:ext cx="758431" cy="643432"/>
            </a:xfrm>
            <a:prstGeom prst="rect">
              <a:avLst/>
            </a:prstGeom>
          </p:spPr>
        </p:pic>
      </p:grpSp>
      <p:sp>
        <p:nvSpPr>
          <p:cNvPr id="90" name="object 90" descr=""/>
          <p:cNvSpPr txBox="1"/>
          <p:nvPr/>
        </p:nvSpPr>
        <p:spPr>
          <a:xfrm>
            <a:off x="11094466" y="7935594"/>
            <a:ext cx="2546350" cy="60642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1211580" algn="l"/>
              </a:tabLst>
            </a:pPr>
            <a:r>
              <a:rPr dirty="0" sz="1800" spc="295">
                <a:latin typeface="Calibri"/>
                <a:cs typeface="Calibri"/>
              </a:rPr>
              <a:t>KSQL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 spc="350">
                <a:latin typeface="Calibri"/>
                <a:cs typeface="Calibri"/>
              </a:rPr>
              <a:t>DB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baseline="-4629" sz="2700" spc="292">
                <a:latin typeface="Calibri"/>
                <a:cs typeface="Calibri"/>
              </a:rPr>
              <a:t>Sink</a:t>
            </a:r>
            <a:endParaRPr baseline="-4629" sz="2700">
              <a:latin typeface="Calibri"/>
              <a:cs typeface="Calibri"/>
            </a:endParaRPr>
          </a:p>
          <a:p>
            <a:pPr marL="1211580">
              <a:lnSpc>
                <a:spcPct val="100000"/>
              </a:lnSpc>
              <a:spcBef>
                <a:spcPts val="130"/>
              </a:spcBef>
            </a:pPr>
            <a:r>
              <a:rPr dirty="0" sz="1800" spc="190">
                <a:latin typeface="Calibri"/>
                <a:cs typeface="Calibri"/>
              </a:rPr>
              <a:t>Connectors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9948418" y="8222107"/>
            <a:ext cx="9671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60">
                <a:latin typeface="Calibri"/>
                <a:cs typeface="Calibri"/>
              </a:rPr>
              <a:t>Schema </a:t>
            </a:r>
            <a:r>
              <a:rPr dirty="0" sz="1800" spc="180">
                <a:latin typeface="Calibri"/>
                <a:cs typeface="Calibri"/>
              </a:rPr>
              <a:t>Registry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7041748" y="4222241"/>
            <a:ext cx="60134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3660" marR="5080" indent="-60960">
              <a:lnSpc>
                <a:spcPct val="100000"/>
              </a:lnSpc>
              <a:spcBef>
                <a:spcPts val="105"/>
              </a:spcBef>
            </a:pPr>
            <a:r>
              <a:rPr dirty="0" sz="1400" spc="160">
                <a:latin typeface="Calibri"/>
                <a:cs typeface="Calibri"/>
              </a:rPr>
              <a:t>Power Apps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4111096" y="4288027"/>
            <a:ext cx="918844" cy="451484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85420">
              <a:lnSpc>
                <a:spcPts val="1670"/>
              </a:lnSpc>
              <a:spcBef>
                <a:spcPts val="165"/>
              </a:spcBef>
            </a:pPr>
            <a:r>
              <a:rPr dirty="0" sz="1400" spc="145">
                <a:latin typeface="Calibri"/>
                <a:cs typeface="Calibri"/>
              </a:rPr>
              <a:t>Azure </a:t>
            </a:r>
            <a:r>
              <a:rPr dirty="0" sz="1400" spc="150">
                <a:latin typeface="Calibri"/>
                <a:cs typeface="Calibri"/>
              </a:rPr>
              <a:t>Functions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15945104" y="4238370"/>
            <a:ext cx="99060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22250">
              <a:lnSpc>
                <a:spcPct val="100000"/>
              </a:lnSpc>
              <a:spcBef>
                <a:spcPts val="105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Azure </a:t>
            </a: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Databricks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14188312" y="3630447"/>
            <a:ext cx="2468245" cy="619125"/>
            <a:chOff x="14188312" y="3630447"/>
            <a:chExt cx="2468245" cy="619125"/>
          </a:xfrm>
        </p:grpSpPr>
        <p:pic>
          <p:nvPicPr>
            <p:cNvPr id="96" name="object 9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188943" y="3704501"/>
              <a:ext cx="467245" cy="494880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188312" y="3762463"/>
              <a:ext cx="724763" cy="486702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08757" y="3630447"/>
              <a:ext cx="591032" cy="591032"/>
            </a:xfrm>
            <a:prstGeom prst="rect">
              <a:avLst/>
            </a:prstGeom>
          </p:spPr>
        </p:pic>
      </p:grpSp>
      <p:sp>
        <p:nvSpPr>
          <p:cNvPr id="99" name="object 99" descr=""/>
          <p:cNvSpPr txBox="1"/>
          <p:nvPr/>
        </p:nvSpPr>
        <p:spPr>
          <a:xfrm>
            <a:off x="15267559" y="4283455"/>
            <a:ext cx="511809" cy="4514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675"/>
              </a:lnSpc>
              <a:spcBef>
                <a:spcPts val="105"/>
              </a:spcBef>
            </a:pPr>
            <a:r>
              <a:rPr dirty="0" sz="1400" spc="170">
                <a:latin typeface="Calibri"/>
                <a:cs typeface="Calibri"/>
              </a:rPr>
              <a:t>Logic</a:t>
            </a:r>
            <a:endParaRPr sz="1400">
              <a:latin typeface="Calibri"/>
              <a:cs typeface="Calibri"/>
            </a:endParaRPr>
          </a:p>
          <a:p>
            <a:pPr marL="27305">
              <a:lnSpc>
                <a:spcPts val="1675"/>
              </a:lnSpc>
            </a:pPr>
            <a:r>
              <a:rPr dirty="0" sz="1400" spc="160"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506336" y="2415285"/>
            <a:ext cx="6565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585858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300973" y="2415285"/>
            <a:ext cx="17640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585858"/>
                </a:solidFill>
                <a:latin typeface="Arial"/>
                <a:cs typeface="Arial"/>
              </a:rPr>
              <a:t>Compute</a:t>
            </a:r>
            <a:r>
              <a:rPr dirty="0" sz="1500" spc="-6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&amp;</a:t>
            </a:r>
            <a:r>
              <a:rPr dirty="0" sz="1500" spc="-75" b="1">
                <a:solidFill>
                  <a:srgbClr val="585858"/>
                </a:solidFill>
                <a:latin typeface="Arial"/>
                <a:cs typeface="Arial"/>
              </a:rPr>
              <a:t> Analytics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17934" y="2415285"/>
            <a:ext cx="83946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585858"/>
                </a:solidFill>
                <a:latin typeface="Arial"/>
                <a:cs typeface="Arial"/>
              </a:rPr>
              <a:t>Authoring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57322" y="9181286"/>
            <a:ext cx="15970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0" b="1">
                <a:solidFill>
                  <a:srgbClr val="585858"/>
                </a:solidFill>
                <a:latin typeface="Arial"/>
                <a:cs typeface="Arial"/>
              </a:rPr>
              <a:t>Azure</a:t>
            </a:r>
            <a:r>
              <a:rPr dirty="0" sz="1500" spc="-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65" b="1">
                <a:solidFill>
                  <a:srgbClr val="585858"/>
                </a:solidFill>
                <a:latin typeface="Arial"/>
                <a:cs typeface="Arial"/>
              </a:rPr>
              <a:t>Data</a:t>
            </a:r>
            <a:r>
              <a:rPr dirty="0" sz="15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65" b="1">
                <a:solidFill>
                  <a:srgbClr val="585858"/>
                </a:solidFill>
                <a:latin typeface="Arial"/>
                <a:cs typeface="Arial"/>
              </a:rPr>
              <a:t>Factory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914819" y="6045377"/>
            <a:ext cx="1387475" cy="3415665"/>
          </a:xfrm>
          <a:custGeom>
            <a:avLst/>
            <a:gdLst/>
            <a:ahLst/>
            <a:cxnLst/>
            <a:rect l="l" t="t" r="r" b="b"/>
            <a:pathLst>
              <a:path w="1387475" h="3415665">
                <a:moveTo>
                  <a:pt x="0" y="3415156"/>
                </a:moveTo>
                <a:lnTo>
                  <a:pt x="1387221" y="3415156"/>
                </a:lnTo>
                <a:lnTo>
                  <a:pt x="1387221" y="0"/>
                </a:lnTo>
                <a:lnTo>
                  <a:pt x="0" y="0"/>
                </a:lnTo>
                <a:lnTo>
                  <a:pt x="0" y="3415156"/>
                </a:lnTo>
                <a:close/>
              </a:path>
            </a:pathLst>
          </a:custGeom>
          <a:ln w="25400">
            <a:solidFill>
              <a:srgbClr val="2E526C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427466" y="6540245"/>
            <a:ext cx="15417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585858"/>
                </a:solidFill>
                <a:latin typeface="Arial"/>
                <a:cs typeface="Arial"/>
              </a:rPr>
              <a:t>Cognitive</a:t>
            </a:r>
            <a:r>
              <a:rPr dirty="0" sz="1500" spc="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90" b="1">
                <a:solidFill>
                  <a:srgbClr val="585858"/>
                </a:solidFill>
                <a:latin typeface="Arial"/>
                <a:cs typeface="Arial"/>
              </a:rPr>
              <a:t>Services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138910" y="7931277"/>
            <a:ext cx="29908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3985">
              <a:lnSpc>
                <a:spcPct val="100000"/>
              </a:lnSpc>
              <a:spcBef>
                <a:spcPts val="100"/>
              </a:spcBef>
            </a:pPr>
            <a:r>
              <a:rPr dirty="0" sz="1500" spc="-35">
                <a:solidFill>
                  <a:srgbClr val="585858"/>
                </a:solidFill>
                <a:latin typeface="Microsoft Sans Serif"/>
                <a:cs typeface="Microsoft Sans Serif"/>
              </a:rPr>
              <a:t>Data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40">
                <a:solidFill>
                  <a:srgbClr val="585858"/>
                </a:solidFill>
                <a:latin typeface="Microsoft Sans Serif"/>
                <a:cs typeface="Microsoft Sans Serif"/>
              </a:rPr>
              <a:t>Visualization</a:t>
            </a:r>
            <a:r>
              <a:rPr dirty="0" sz="15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80">
                <a:solidFill>
                  <a:srgbClr val="585858"/>
                </a:solidFill>
                <a:latin typeface="Microsoft Sans Serif"/>
                <a:cs typeface="Microsoft Sans Serif"/>
              </a:rPr>
              <a:t>w/</a:t>
            </a:r>
            <a:r>
              <a:rPr dirty="0" sz="1500" spc="-2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585858"/>
                </a:solidFill>
                <a:latin typeface="Microsoft Sans Serif"/>
                <a:cs typeface="Microsoft Sans Serif"/>
              </a:rPr>
              <a:t>Power</a:t>
            </a:r>
            <a:r>
              <a:rPr dirty="0" sz="15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85">
                <a:solidFill>
                  <a:srgbClr val="585858"/>
                </a:solidFill>
                <a:latin typeface="Microsoft Sans Serif"/>
                <a:cs typeface="Microsoft Sans Serif"/>
              </a:rPr>
              <a:t>BI</a:t>
            </a:r>
            <a:r>
              <a:rPr dirty="0" sz="1500" spc="-3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585858"/>
                </a:solidFill>
                <a:latin typeface="Microsoft Sans Serif"/>
                <a:cs typeface="Microsoft Sans Serif"/>
              </a:rPr>
              <a:t>&amp; </a:t>
            </a:r>
            <a:r>
              <a:rPr dirty="0" sz="1500" spc="-50">
                <a:solidFill>
                  <a:srgbClr val="585858"/>
                </a:solidFill>
                <a:latin typeface="Microsoft Sans Serif"/>
                <a:cs typeface="Microsoft Sans Serif"/>
              </a:rPr>
              <a:t>Self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35">
                <a:solidFill>
                  <a:srgbClr val="585858"/>
                </a:solidFill>
                <a:latin typeface="Microsoft Sans Serif"/>
                <a:cs typeface="Microsoft Sans Serif"/>
              </a:rPr>
              <a:t>Service</a:t>
            </a:r>
            <a:r>
              <a:rPr dirty="0" sz="1500" spc="-4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20">
                <a:solidFill>
                  <a:srgbClr val="585858"/>
                </a:solidFill>
                <a:latin typeface="Microsoft Sans Serif"/>
                <a:cs typeface="Microsoft Sans Serif"/>
              </a:rPr>
              <a:t>Analytics</a:t>
            </a:r>
            <a:r>
              <a:rPr dirty="0" sz="1500" spc="-15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50">
                <a:solidFill>
                  <a:srgbClr val="585858"/>
                </a:solidFill>
                <a:latin typeface="Microsoft Sans Serif"/>
                <a:cs typeface="Microsoft Sans Serif"/>
              </a:rPr>
              <a:t>using</a:t>
            </a:r>
            <a:r>
              <a:rPr dirty="0" sz="1500" spc="-3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585858"/>
                </a:solidFill>
                <a:latin typeface="Microsoft Sans Serif"/>
                <a:cs typeface="Microsoft Sans Serif"/>
              </a:rPr>
              <a:t>Browser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83298" y="2794203"/>
            <a:ext cx="17278985" cy="6863715"/>
            <a:chOff x="583298" y="2794203"/>
            <a:chExt cx="17278985" cy="6863715"/>
          </a:xfrm>
        </p:grpSpPr>
        <p:sp>
          <p:nvSpPr>
            <p:cNvPr id="12" name="object 12" descr=""/>
            <p:cNvSpPr/>
            <p:nvPr/>
          </p:nvSpPr>
          <p:spPr>
            <a:xfrm>
              <a:off x="2949194" y="3033649"/>
              <a:ext cx="14402435" cy="328930"/>
            </a:xfrm>
            <a:custGeom>
              <a:avLst/>
              <a:gdLst/>
              <a:ahLst/>
              <a:cxnLst/>
              <a:rect l="l" t="t" r="r" b="b"/>
              <a:pathLst>
                <a:path w="14402435" h="328929">
                  <a:moveTo>
                    <a:pt x="0" y="6984"/>
                  </a:moveTo>
                  <a:lnTo>
                    <a:pt x="0" y="328675"/>
                  </a:lnTo>
                </a:path>
                <a:path w="14402435" h="328929">
                  <a:moveTo>
                    <a:pt x="14402181" y="0"/>
                  </a:moveTo>
                  <a:lnTo>
                    <a:pt x="14402181" y="321691"/>
                  </a:lnTo>
                </a:path>
              </a:pathLst>
            </a:custGeom>
            <a:ln w="28575">
              <a:solidFill>
                <a:srgbClr val="2E52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969895" y="3199003"/>
              <a:ext cx="14401800" cy="17145"/>
            </a:xfrm>
            <a:custGeom>
              <a:avLst/>
              <a:gdLst/>
              <a:ahLst/>
              <a:cxnLst/>
              <a:rect l="l" t="t" r="r" b="b"/>
              <a:pathLst>
                <a:path w="14401800" h="17144">
                  <a:moveTo>
                    <a:pt x="0" y="16764"/>
                  </a:moveTo>
                  <a:lnTo>
                    <a:pt x="14401800" y="0"/>
                  </a:lnTo>
                </a:path>
              </a:pathLst>
            </a:custGeom>
            <a:ln w="9525">
              <a:solidFill>
                <a:srgbClr val="2E526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8060" y="2798965"/>
              <a:ext cx="17269460" cy="6854190"/>
            </a:xfrm>
            <a:custGeom>
              <a:avLst/>
              <a:gdLst/>
              <a:ahLst/>
              <a:cxnLst/>
              <a:rect l="l" t="t" r="r" b="b"/>
              <a:pathLst>
                <a:path w="17269460" h="6854190">
                  <a:moveTo>
                    <a:pt x="0" y="6853808"/>
                  </a:moveTo>
                  <a:lnTo>
                    <a:pt x="17269206" y="6853808"/>
                  </a:lnTo>
                  <a:lnTo>
                    <a:pt x="17269206" y="0"/>
                  </a:lnTo>
                  <a:lnTo>
                    <a:pt x="0" y="0"/>
                  </a:lnTo>
                  <a:lnTo>
                    <a:pt x="0" y="68538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103243" y="6408521"/>
              <a:ext cx="3578225" cy="3051810"/>
            </a:xfrm>
            <a:custGeom>
              <a:avLst/>
              <a:gdLst/>
              <a:ahLst/>
              <a:cxnLst/>
              <a:rect l="l" t="t" r="r" b="b"/>
              <a:pathLst>
                <a:path w="3578225" h="3051809">
                  <a:moveTo>
                    <a:pt x="0" y="2386736"/>
                  </a:moveTo>
                  <a:lnTo>
                    <a:pt x="810133" y="2386736"/>
                  </a:lnTo>
                  <a:lnTo>
                    <a:pt x="810133" y="2368194"/>
                  </a:lnTo>
                  <a:lnTo>
                    <a:pt x="1620520" y="2368194"/>
                  </a:lnTo>
                </a:path>
                <a:path w="3578225" h="3051809">
                  <a:moveTo>
                    <a:pt x="1624711" y="3051556"/>
                  </a:moveTo>
                  <a:lnTo>
                    <a:pt x="3577716" y="3051556"/>
                  </a:lnTo>
                  <a:lnTo>
                    <a:pt x="3577716" y="0"/>
                  </a:lnTo>
                  <a:lnTo>
                    <a:pt x="1624711" y="0"/>
                  </a:lnTo>
                  <a:lnTo>
                    <a:pt x="1624711" y="3051556"/>
                  </a:lnTo>
                  <a:close/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165" y="6361696"/>
              <a:ext cx="582917" cy="582917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209243" y="6998589"/>
            <a:ext cx="795020" cy="48450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85725" marR="5080" indent="-73660">
              <a:lnSpc>
                <a:spcPct val="100699"/>
              </a:lnSpc>
              <a:spcBef>
                <a:spcPts val="85"/>
              </a:spcBef>
            </a:pPr>
            <a:r>
              <a:rPr dirty="0" sz="1500" spc="-60">
                <a:solidFill>
                  <a:srgbClr val="010409"/>
                </a:solidFill>
                <a:latin typeface="Microsoft Sans Serif"/>
                <a:cs typeface="Microsoft Sans Serif"/>
              </a:rPr>
              <a:t>Database </a:t>
            </a:r>
            <a:r>
              <a:rPr dirty="0" sz="1500" spc="-10">
                <a:solidFill>
                  <a:srgbClr val="010409"/>
                </a:solidFill>
                <a:latin typeface="Microsoft Sans Serif"/>
                <a:cs typeface="Microsoft Sans Serif"/>
              </a:rPr>
              <a:t>Servers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36065" y="8110473"/>
            <a:ext cx="7283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5">
                <a:solidFill>
                  <a:srgbClr val="010409"/>
                </a:solidFill>
                <a:latin typeface="Microsoft Sans Serif"/>
                <a:cs typeface="Microsoft Sans Serif"/>
              </a:rPr>
              <a:t>Flat</a:t>
            </a:r>
            <a:r>
              <a:rPr dirty="0" sz="1500" spc="-25">
                <a:solidFill>
                  <a:srgbClr val="01040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55">
                <a:solidFill>
                  <a:srgbClr val="010409"/>
                </a:solidFill>
                <a:latin typeface="Microsoft Sans Serif"/>
                <a:cs typeface="Microsoft Sans Serif"/>
              </a:rPr>
              <a:t>Files</a:t>
            </a:r>
            <a:endParaRPr sz="1500">
              <a:latin typeface="Microsoft Sans Serif"/>
              <a:cs typeface="Microsoft Sans Serif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343913" y="2986874"/>
            <a:ext cx="13935710" cy="6083935"/>
            <a:chOff x="1343913" y="2986874"/>
            <a:chExt cx="13935710" cy="6083935"/>
          </a:xfrm>
        </p:grpSpPr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915" y="8464549"/>
              <a:ext cx="476237" cy="60612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3913" y="7569339"/>
              <a:ext cx="416687" cy="53186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57482" y="2986874"/>
              <a:ext cx="647636" cy="65307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88749" y="4528286"/>
              <a:ext cx="616775" cy="46027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62657" y="4813909"/>
              <a:ext cx="616775" cy="460273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179372" y="9157207"/>
            <a:ext cx="83121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5">
                <a:solidFill>
                  <a:srgbClr val="010409"/>
                </a:solidFill>
                <a:latin typeface="Microsoft Sans Serif"/>
                <a:cs typeface="Microsoft Sans Serif"/>
              </a:rPr>
              <a:t>Data</a:t>
            </a:r>
            <a:r>
              <a:rPr dirty="0" sz="1500" spc="-65">
                <a:solidFill>
                  <a:srgbClr val="010409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70">
                <a:solidFill>
                  <a:srgbClr val="010409"/>
                </a:solidFill>
                <a:latin typeface="Microsoft Sans Serif"/>
                <a:cs typeface="Microsoft Sans Serif"/>
              </a:rPr>
              <a:t>Lake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4972791" y="2393695"/>
            <a:ext cx="15049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1">
                <a:solidFill>
                  <a:srgbClr val="585858"/>
                </a:solidFill>
                <a:latin typeface="Arial"/>
                <a:cs typeface="Arial"/>
              </a:rPr>
              <a:t>Insights</a:t>
            </a:r>
            <a:r>
              <a:rPr dirty="0" sz="15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&amp;</a:t>
            </a:r>
            <a:r>
              <a:rPr dirty="0" sz="1500" spc="-8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585858"/>
                </a:solidFill>
                <a:latin typeface="Arial"/>
                <a:cs typeface="Arial"/>
              </a:rPr>
              <a:t>Actions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382882" y="5120385"/>
            <a:ext cx="10610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10" b="1">
                <a:solidFill>
                  <a:srgbClr val="585858"/>
                </a:solidFill>
                <a:latin typeface="Arial"/>
                <a:cs typeface="Arial"/>
              </a:rPr>
              <a:t>Power</a:t>
            </a:r>
            <a:r>
              <a:rPr dirty="0" sz="21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100" spc="-105" b="1">
                <a:solidFill>
                  <a:srgbClr val="585858"/>
                </a:solidFill>
                <a:latin typeface="Arial"/>
                <a:cs typeface="Arial"/>
              </a:rPr>
              <a:t>BI</a:t>
            </a:r>
            <a:endParaRPr sz="21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475333" y="5313426"/>
            <a:ext cx="10610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10" b="1">
                <a:solidFill>
                  <a:srgbClr val="585858"/>
                </a:solidFill>
                <a:latin typeface="Arial"/>
                <a:cs typeface="Arial"/>
              </a:rPr>
              <a:t>Power</a:t>
            </a:r>
            <a:r>
              <a:rPr dirty="0" sz="21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100" spc="-105" b="1">
                <a:solidFill>
                  <a:srgbClr val="585858"/>
                </a:solidFill>
                <a:latin typeface="Arial"/>
                <a:cs typeface="Arial"/>
              </a:rPr>
              <a:t>BI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306383" y="4476241"/>
            <a:ext cx="15111094" cy="4657725"/>
            <a:chOff x="2306383" y="4476241"/>
            <a:chExt cx="15111094" cy="4657725"/>
          </a:xfrm>
        </p:grpSpPr>
        <p:sp>
          <p:nvSpPr>
            <p:cNvPr id="30" name="object 30" descr=""/>
            <p:cNvSpPr/>
            <p:nvPr/>
          </p:nvSpPr>
          <p:spPr>
            <a:xfrm>
              <a:off x="13863574" y="4488941"/>
              <a:ext cx="3541395" cy="3321685"/>
            </a:xfrm>
            <a:custGeom>
              <a:avLst/>
              <a:gdLst/>
              <a:ahLst/>
              <a:cxnLst/>
              <a:rect l="l" t="t" r="r" b="b"/>
              <a:pathLst>
                <a:path w="3541394" h="3321684">
                  <a:moveTo>
                    <a:pt x="0" y="3321558"/>
                  </a:moveTo>
                  <a:lnTo>
                    <a:pt x="3541140" y="3321558"/>
                  </a:lnTo>
                  <a:lnTo>
                    <a:pt x="3541140" y="0"/>
                  </a:lnTo>
                  <a:lnTo>
                    <a:pt x="0" y="0"/>
                  </a:lnTo>
                  <a:lnTo>
                    <a:pt x="0" y="3321558"/>
                  </a:lnTo>
                  <a:close/>
                </a:path>
              </a:pathLst>
            </a:custGeom>
            <a:ln w="25399">
              <a:solidFill>
                <a:srgbClr val="2E526C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132307" y="6021196"/>
              <a:ext cx="731520" cy="166370"/>
            </a:xfrm>
            <a:custGeom>
              <a:avLst/>
              <a:gdLst/>
              <a:ahLst/>
              <a:cxnLst/>
              <a:rect l="l" t="t" r="r" b="b"/>
              <a:pathLst>
                <a:path w="731519" h="166370">
                  <a:moveTo>
                    <a:pt x="655193" y="90169"/>
                  </a:moveTo>
                  <a:lnTo>
                    <a:pt x="655193" y="166369"/>
                  </a:lnTo>
                  <a:lnTo>
                    <a:pt x="721741" y="133095"/>
                  </a:lnTo>
                  <a:lnTo>
                    <a:pt x="667893" y="133095"/>
                  </a:lnTo>
                  <a:lnTo>
                    <a:pt x="667893" y="123570"/>
                  </a:lnTo>
                  <a:lnTo>
                    <a:pt x="721995" y="123570"/>
                  </a:lnTo>
                  <a:lnTo>
                    <a:pt x="655193" y="90169"/>
                  </a:lnTo>
                  <a:close/>
                </a:path>
                <a:path w="731519" h="166370">
                  <a:moveTo>
                    <a:pt x="360807" y="4699"/>
                  </a:moveTo>
                  <a:lnTo>
                    <a:pt x="360807" y="130937"/>
                  </a:lnTo>
                  <a:lnTo>
                    <a:pt x="362965" y="133095"/>
                  </a:lnTo>
                  <a:lnTo>
                    <a:pt x="655193" y="133095"/>
                  </a:lnTo>
                  <a:lnTo>
                    <a:pt x="655193" y="128269"/>
                  </a:lnTo>
                  <a:lnTo>
                    <a:pt x="370332" y="128269"/>
                  </a:lnTo>
                  <a:lnTo>
                    <a:pt x="365632" y="123570"/>
                  </a:lnTo>
                  <a:lnTo>
                    <a:pt x="370332" y="123570"/>
                  </a:lnTo>
                  <a:lnTo>
                    <a:pt x="370332" y="9525"/>
                  </a:lnTo>
                  <a:lnTo>
                    <a:pt x="365632" y="9525"/>
                  </a:lnTo>
                  <a:lnTo>
                    <a:pt x="360807" y="4699"/>
                  </a:lnTo>
                  <a:close/>
                </a:path>
                <a:path w="731519" h="166370">
                  <a:moveTo>
                    <a:pt x="721995" y="123570"/>
                  </a:moveTo>
                  <a:lnTo>
                    <a:pt x="667893" y="123570"/>
                  </a:lnTo>
                  <a:lnTo>
                    <a:pt x="667893" y="133095"/>
                  </a:lnTo>
                  <a:lnTo>
                    <a:pt x="721741" y="133095"/>
                  </a:lnTo>
                  <a:lnTo>
                    <a:pt x="731393" y="128269"/>
                  </a:lnTo>
                  <a:lnTo>
                    <a:pt x="721995" y="123570"/>
                  </a:lnTo>
                  <a:close/>
                </a:path>
                <a:path w="731519" h="166370">
                  <a:moveTo>
                    <a:pt x="370332" y="123570"/>
                  </a:moveTo>
                  <a:lnTo>
                    <a:pt x="365632" y="123570"/>
                  </a:lnTo>
                  <a:lnTo>
                    <a:pt x="370332" y="128269"/>
                  </a:lnTo>
                  <a:lnTo>
                    <a:pt x="370332" y="123570"/>
                  </a:lnTo>
                  <a:close/>
                </a:path>
                <a:path w="731519" h="166370">
                  <a:moveTo>
                    <a:pt x="655193" y="123570"/>
                  </a:moveTo>
                  <a:lnTo>
                    <a:pt x="370332" y="123570"/>
                  </a:lnTo>
                  <a:lnTo>
                    <a:pt x="370332" y="128269"/>
                  </a:lnTo>
                  <a:lnTo>
                    <a:pt x="655193" y="128269"/>
                  </a:lnTo>
                  <a:lnTo>
                    <a:pt x="655193" y="123570"/>
                  </a:lnTo>
                  <a:close/>
                </a:path>
                <a:path w="731519" h="166370">
                  <a:moveTo>
                    <a:pt x="368173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60807" y="9525"/>
                  </a:lnTo>
                  <a:lnTo>
                    <a:pt x="360807" y="4699"/>
                  </a:lnTo>
                  <a:lnTo>
                    <a:pt x="370332" y="4699"/>
                  </a:lnTo>
                  <a:lnTo>
                    <a:pt x="370332" y="2031"/>
                  </a:lnTo>
                  <a:lnTo>
                    <a:pt x="368173" y="0"/>
                  </a:lnTo>
                  <a:close/>
                </a:path>
                <a:path w="731519" h="166370">
                  <a:moveTo>
                    <a:pt x="370332" y="4699"/>
                  </a:moveTo>
                  <a:lnTo>
                    <a:pt x="360807" y="4699"/>
                  </a:lnTo>
                  <a:lnTo>
                    <a:pt x="365632" y="9525"/>
                  </a:lnTo>
                  <a:lnTo>
                    <a:pt x="370332" y="9525"/>
                  </a:lnTo>
                  <a:lnTo>
                    <a:pt x="370332" y="4699"/>
                  </a:lnTo>
                  <a:close/>
                </a:path>
              </a:pathLst>
            </a:custGeom>
            <a:solidFill>
              <a:srgbClr val="2E5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26586" y="8456980"/>
              <a:ext cx="676630" cy="67663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34542" y="5832538"/>
              <a:ext cx="928338" cy="861377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311145" y="5044058"/>
              <a:ext cx="14413230" cy="3751579"/>
            </a:xfrm>
            <a:custGeom>
              <a:avLst/>
              <a:gdLst/>
              <a:ahLst/>
              <a:cxnLst/>
              <a:rect l="l" t="t" r="r" b="b"/>
              <a:pathLst>
                <a:path w="14413230" h="3751579">
                  <a:moveTo>
                    <a:pt x="0" y="3341497"/>
                  </a:moveTo>
                  <a:lnTo>
                    <a:pt x="557657" y="3341497"/>
                  </a:lnTo>
                  <a:lnTo>
                    <a:pt x="557657" y="3751199"/>
                  </a:lnTo>
                  <a:lnTo>
                    <a:pt x="1115441" y="3751199"/>
                  </a:lnTo>
                </a:path>
                <a:path w="14413230" h="3751579">
                  <a:moveTo>
                    <a:pt x="12351512" y="0"/>
                  </a:moveTo>
                  <a:lnTo>
                    <a:pt x="12068302" y="0"/>
                  </a:lnTo>
                  <a:lnTo>
                    <a:pt x="12068302" y="1682495"/>
                  </a:lnTo>
                  <a:lnTo>
                    <a:pt x="12364719" y="1682495"/>
                  </a:lnTo>
                </a:path>
                <a:path w="14413230" h="3751579">
                  <a:moveTo>
                    <a:pt x="12672948" y="1452117"/>
                  </a:moveTo>
                  <a:lnTo>
                    <a:pt x="12672948" y="1217294"/>
                  </a:lnTo>
                  <a:lnTo>
                    <a:pt x="14412975" y="1217294"/>
                  </a:lnTo>
                  <a:lnTo>
                    <a:pt x="14412975" y="1405381"/>
                  </a:lnTo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75464" y="5699010"/>
              <a:ext cx="656831" cy="653783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88114" y="5719711"/>
              <a:ext cx="656831" cy="65378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00765" y="5727966"/>
              <a:ext cx="656831" cy="653783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9175242" y="2901188"/>
            <a:ext cx="18878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0" b="1">
                <a:solidFill>
                  <a:srgbClr val="585858"/>
                </a:solidFill>
                <a:latin typeface="Arial"/>
                <a:cs typeface="Arial"/>
              </a:rPr>
              <a:t>Azure</a:t>
            </a:r>
            <a:r>
              <a:rPr dirty="0" sz="1500" spc="-2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75" b="1">
                <a:solidFill>
                  <a:srgbClr val="585858"/>
                </a:solidFill>
                <a:latin typeface="Arial"/>
                <a:cs typeface="Arial"/>
              </a:rPr>
              <a:t>Active</a:t>
            </a:r>
            <a:r>
              <a:rPr dirty="0" sz="1500" spc="-5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45" b="1">
                <a:solidFill>
                  <a:srgbClr val="585858"/>
                </a:solidFill>
                <a:latin typeface="Arial"/>
                <a:cs typeface="Arial"/>
              </a:rPr>
              <a:t>Directory</a:t>
            </a:r>
            <a:endParaRPr sz="15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731754" y="6496558"/>
            <a:ext cx="2381250" cy="9315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0100" algn="l"/>
                <a:tab pos="1791970" algn="l"/>
              </a:tabLst>
            </a:pPr>
            <a:r>
              <a:rPr dirty="0" sz="1350" spc="-10">
                <a:solidFill>
                  <a:srgbClr val="ADABAB"/>
                </a:solidFill>
                <a:latin typeface="Microsoft Sans Serif"/>
                <a:cs typeface="Microsoft Sans Serif"/>
              </a:rPr>
              <a:t>Queries</a:t>
            </a:r>
            <a:r>
              <a:rPr dirty="0" sz="1350">
                <a:solidFill>
                  <a:srgbClr val="ADABAB"/>
                </a:solidFill>
                <a:latin typeface="Microsoft Sans Serif"/>
                <a:cs typeface="Microsoft Sans Serif"/>
              </a:rPr>
              <a:t>	</a:t>
            </a:r>
            <a:r>
              <a:rPr dirty="0" sz="1350" spc="-10">
                <a:solidFill>
                  <a:srgbClr val="ADABAB"/>
                </a:solidFill>
                <a:latin typeface="Microsoft Sans Serif"/>
                <a:cs typeface="Microsoft Sans Serif"/>
              </a:rPr>
              <a:t>Datasets</a:t>
            </a:r>
            <a:r>
              <a:rPr dirty="0" sz="1350">
                <a:solidFill>
                  <a:srgbClr val="ADABAB"/>
                </a:solidFill>
                <a:latin typeface="Microsoft Sans Serif"/>
                <a:cs typeface="Microsoft Sans Serif"/>
              </a:rPr>
              <a:t>	</a:t>
            </a:r>
            <a:r>
              <a:rPr dirty="0" sz="1350" spc="-25">
                <a:solidFill>
                  <a:srgbClr val="ADABAB"/>
                </a:solidFill>
                <a:latin typeface="Microsoft Sans Serif"/>
                <a:cs typeface="Microsoft Sans Serif"/>
              </a:rPr>
              <a:t>Reports</a:t>
            </a: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350">
              <a:latin typeface="Microsoft Sans Serif"/>
              <a:cs typeface="Microsoft Sans Serif"/>
            </a:endParaRPr>
          </a:p>
          <a:p>
            <a:pPr marL="629920" marR="305435" indent="-250190">
              <a:lnSpc>
                <a:spcPct val="100699"/>
              </a:lnSpc>
            </a:pPr>
            <a:r>
              <a:rPr dirty="0" sz="1500" spc="-75" b="1">
                <a:solidFill>
                  <a:srgbClr val="585858"/>
                </a:solidFill>
                <a:latin typeface="Arial"/>
                <a:cs typeface="Arial"/>
              </a:rPr>
              <a:t>Power</a:t>
            </a:r>
            <a:r>
              <a:rPr dirty="0" sz="15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105" b="1">
                <a:solidFill>
                  <a:srgbClr val="585858"/>
                </a:solidFill>
                <a:latin typeface="Arial"/>
                <a:cs typeface="Arial"/>
              </a:rPr>
              <a:t>BI</a:t>
            </a:r>
            <a:r>
              <a:rPr dirty="0" sz="1500" spc="-4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80" b="1">
                <a:solidFill>
                  <a:srgbClr val="585858"/>
                </a:solidFill>
                <a:latin typeface="Arial"/>
                <a:cs typeface="Arial"/>
              </a:rPr>
              <a:t>Desktop</a:t>
            </a:r>
            <a:r>
              <a:rPr dirty="0" sz="1500" spc="-4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585858"/>
                </a:solidFill>
                <a:latin typeface="Arial"/>
                <a:cs typeface="Arial"/>
              </a:rPr>
              <a:t>to </a:t>
            </a:r>
            <a:r>
              <a:rPr dirty="0" sz="1500" spc="-70" b="1">
                <a:solidFill>
                  <a:srgbClr val="585858"/>
                </a:solidFill>
                <a:latin typeface="Arial"/>
                <a:cs typeface="Arial"/>
              </a:rPr>
              <a:t>author</a:t>
            </a:r>
            <a:r>
              <a:rPr dirty="0" sz="1500" spc="-6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585858"/>
                </a:solidFill>
                <a:latin typeface="Arial"/>
                <a:cs typeface="Arial"/>
              </a:rPr>
              <a:t>reports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4675738" y="4680534"/>
            <a:ext cx="2651125" cy="2477135"/>
            <a:chOff x="14675738" y="4680534"/>
            <a:chExt cx="2651125" cy="2477135"/>
          </a:xfrm>
        </p:grpSpPr>
        <p:pic>
          <p:nvPicPr>
            <p:cNvPr id="41" name="object 4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36872" y="4680534"/>
              <a:ext cx="689775" cy="68978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911956" y="4700346"/>
              <a:ext cx="689775" cy="689787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270985" y="6449212"/>
              <a:ext cx="905929" cy="70787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75738" y="6496151"/>
              <a:ext cx="616775" cy="460273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14303756" y="7012685"/>
            <a:ext cx="135699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20" b="1">
                <a:solidFill>
                  <a:srgbClr val="585858"/>
                </a:solidFill>
                <a:latin typeface="Arial"/>
                <a:cs typeface="Arial"/>
              </a:rPr>
              <a:t>PowerApps</a:t>
            </a:r>
            <a:endParaRPr sz="21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6018002" y="7012685"/>
            <a:ext cx="12731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30" b="1">
                <a:solidFill>
                  <a:srgbClr val="585858"/>
                </a:solidFill>
                <a:latin typeface="Arial"/>
                <a:cs typeface="Arial"/>
              </a:rPr>
              <a:t>SharePoint</a:t>
            </a:r>
            <a:endParaRPr sz="21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4261084" y="3988434"/>
            <a:ext cx="12198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0" b="1">
                <a:solidFill>
                  <a:srgbClr val="585858"/>
                </a:solidFill>
                <a:latin typeface="Arial"/>
                <a:cs typeface="Arial"/>
              </a:rPr>
              <a:t>MS</a:t>
            </a:r>
            <a:r>
              <a:rPr dirty="0" sz="2100" spc="-6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2100" spc="-140" b="1">
                <a:solidFill>
                  <a:srgbClr val="585858"/>
                </a:solidFill>
                <a:latin typeface="Arial"/>
                <a:cs typeface="Arial"/>
              </a:rPr>
              <a:t>Teams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2271458" y="4066413"/>
            <a:ext cx="13645515" cy="3686810"/>
            <a:chOff x="2271458" y="4066413"/>
            <a:chExt cx="13645515" cy="3686810"/>
          </a:xfrm>
        </p:grpSpPr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87856" y="4066413"/>
              <a:ext cx="704875" cy="70485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5279497" y="5044059"/>
              <a:ext cx="632460" cy="1270"/>
            </a:xfrm>
            <a:custGeom>
              <a:avLst/>
              <a:gdLst/>
              <a:ahLst/>
              <a:cxnLst/>
              <a:rect l="l" t="t" r="r" b="b"/>
              <a:pathLst>
                <a:path w="632459" h="1270">
                  <a:moveTo>
                    <a:pt x="0" y="0"/>
                  </a:moveTo>
                  <a:lnTo>
                    <a:pt x="632333" y="1269"/>
                  </a:lnTo>
                </a:path>
              </a:pathLst>
            </a:custGeom>
            <a:ln w="9524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69400" y="5927534"/>
              <a:ext cx="1038872" cy="64458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96787" y="6541770"/>
              <a:ext cx="911352" cy="1211325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276220" y="4722241"/>
              <a:ext cx="8903335" cy="2973070"/>
            </a:xfrm>
            <a:custGeom>
              <a:avLst/>
              <a:gdLst/>
              <a:ahLst/>
              <a:cxnLst/>
              <a:rect l="l" t="t" r="r" b="b"/>
              <a:pathLst>
                <a:path w="8903335" h="2973070">
                  <a:moveTo>
                    <a:pt x="0" y="2958211"/>
                  </a:moveTo>
                  <a:lnTo>
                    <a:pt x="1710055" y="2958211"/>
                  </a:lnTo>
                  <a:lnTo>
                    <a:pt x="1710055" y="1511554"/>
                  </a:lnTo>
                </a:path>
                <a:path w="8903335" h="2973070">
                  <a:moveTo>
                    <a:pt x="6904862" y="1149477"/>
                  </a:moveTo>
                  <a:lnTo>
                    <a:pt x="6904862" y="280670"/>
                  </a:lnTo>
                  <a:lnTo>
                    <a:pt x="4762246" y="280670"/>
                  </a:lnTo>
                </a:path>
                <a:path w="8903335" h="2973070">
                  <a:moveTo>
                    <a:pt x="8903081" y="583438"/>
                  </a:moveTo>
                  <a:lnTo>
                    <a:pt x="7151624" y="583438"/>
                  </a:lnTo>
                  <a:lnTo>
                    <a:pt x="7151624" y="2972689"/>
                  </a:lnTo>
                  <a:lnTo>
                    <a:pt x="5400294" y="2972689"/>
                  </a:lnTo>
                </a:path>
                <a:path w="8903335" h="2973070">
                  <a:moveTo>
                    <a:pt x="1234948" y="1491614"/>
                  </a:moveTo>
                  <a:lnTo>
                    <a:pt x="3504184" y="1491614"/>
                  </a:lnTo>
                  <a:lnTo>
                    <a:pt x="3504184" y="0"/>
                  </a:lnTo>
                  <a:lnTo>
                    <a:pt x="1234948" y="0"/>
                  </a:lnTo>
                  <a:lnTo>
                    <a:pt x="1234948" y="1491614"/>
                  </a:lnTo>
                  <a:close/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815841" y="4898516"/>
              <a:ext cx="1641475" cy="1066165"/>
            </a:xfrm>
            <a:custGeom>
              <a:avLst/>
              <a:gdLst/>
              <a:ahLst/>
              <a:cxnLst/>
              <a:rect l="l" t="t" r="r" b="b"/>
              <a:pathLst>
                <a:path w="1641475" h="1066164">
                  <a:moveTo>
                    <a:pt x="1578737" y="0"/>
                  </a:moveTo>
                  <a:lnTo>
                    <a:pt x="62357" y="0"/>
                  </a:lnTo>
                  <a:lnTo>
                    <a:pt x="38094" y="4883"/>
                  </a:lnTo>
                  <a:lnTo>
                    <a:pt x="18272" y="18208"/>
                  </a:lnTo>
                  <a:lnTo>
                    <a:pt x="4903" y="37986"/>
                  </a:lnTo>
                  <a:lnTo>
                    <a:pt x="0" y="62230"/>
                  </a:lnTo>
                  <a:lnTo>
                    <a:pt x="0" y="1003808"/>
                  </a:lnTo>
                  <a:lnTo>
                    <a:pt x="4903" y="1028070"/>
                  </a:lnTo>
                  <a:lnTo>
                    <a:pt x="18272" y="1047892"/>
                  </a:lnTo>
                  <a:lnTo>
                    <a:pt x="38094" y="1061261"/>
                  </a:lnTo>
                  <a:lnTo>
                    <a:pt x="62357" y="1066165"/>
                  </a:lnTo>
                  <a:lnTo>
                    <a:pt x="1578737" y="1066165"/>
                  </a:lnTo>
                  <a:lnTo>
                    <a:pt x="1602999" y="1061261"/>
                  </a:lnTo>
                  <a:lnTo>
                    <a:pt x="1622821" y="1047892"/>
                  </a:lnTo>
                  <a:lnTo>
                    <a:pt x="1636190" y="1028070"/>
                  </a:lnTo>
                  <a:lnTo>
                    <a:pt x="1641094" y="1003808"/>
                  </a:lnTo>
                  <a:lnTo>
                    <a:pt x="1641094" y="62230"/>
                  </a:lnTo>
                  <a:lnTo>
                    <a:pt x="1636190" y="37986"/>
                  </a:lnTo>
                  <a:lnTo>
                    <a:pt x="1622821" y="18208"/>
                  </a:lnTo>
                  <a:lnTo>
                    <a:pt x="1602999" y="4883"/>
                  </a:lnTo>
                  <a:lnTo>
                    <a:pt x="1578737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87901" y="5037696"/>
              <a:ext cx="1733169" cy="973594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65775" y="4882527"/>
              <a:ext cx="335394" cy="335394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3794378" y="4838065"/>
              <a:ext cx="1733550" cy="1150620"/>
            </a:xfrm>
            <a:custGeom>
              <a:avLst/>
              <a:gdLst/>
              <a:ahLst/>
              <a:cxnLst/>
              <a:rect l="l" t="t" r="r" b="b"/>
              <a:pathLst>
                <a:path w="1733550" h="1150620">
                  <a:moveTo>
                    <a:pt x="0" y="78359"/>
                  </a:moveTo>
                  <a:lnTo>
                    <a:pt x="6173" y="47845"/>
                  </a:lnTo>
                  <a:lnTo>
                    <a:pt x="23002" y="22939"/>
                  </a:lnTo>
                  <a:lnTo>
                    <a:pt x="47952" y="6153"/>
                  </a:lnTo>
                  <a:lnTo>
                    <a:pt x="78486" y="0"/>
                  </a:lnTo>
                  <a:lnTo>
                    <a:pt x="1655064" y="0"/>
                  </a:lnTo>
                  <a:lnTo>
                    <a:pt x="1685577" y="6153"/>
                  </a:lnTo>
                  <a:lnTo>
                    <a:pt x="1710483" y="22939"/>
                  </a:lnTo>
                  <a:lnTo>
                    <a:pt x="1727269" y="47845"/>
                  </a:lnTo>
                  <a:lnTo>
                    <a:pt x="1733423" y="78359"/>
                  </a:lnTo>
                  <a:lnTo>
                    <a:pt x="1733423" y="1071752"/>
                  </a:lnTo>
                  <a:lnTo>
                    <a:pt x="1727269" y="1102266"/>
                  </a:lnTo>
                  <a:lnTo>
                    <a:pt x="1710483" y="1127172"/>
                  </a:lnTo>
                  <a:lnTo>
                    <a:pt x="1685577" y="1143958"/>
                  </a:lnTo>
                  <a:lnTo>
                    <a:pt x="1655064" y="1150112"/>
                  </a:lnTo>
                  <a:lnTo>
                    <a:pt x="78486" y="1150112"/>
                  </a:lnTo>
                  <a:lnTo>
                    <a:pt x="47952" y="1143958"/>
                  </a:lnTo>
                  <a:lnTo>
                    <a:pt x="23002" y="1127172"/>
                  </a:lnTo>
                  <a:lnTo>
                    <a:pt x="6173" y="1102266"/>
                  </a:lnTo>
                  <a:lnTo>
                    <a:pt x="0" y="1071752"/>
                  </a:lnTo>
                  <a:lnTo>
                    <a:pt x="0" y="78359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47561" y="6442443"/>
              <a:ext cx="787158" cy="787158"/>
            </a:xfrm>
            <a:prstGeom prst="rect">
              <a:avLst/>
            </a:prstGeom>
          </p:spPr>
        </p:pic>
      </p:grp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52546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+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AI</a:t>
            </a:r>
            <a:r>
              <a:rPr dirty="0" spc="-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sp>
        <p:nvSpPr>
          <p:cNvPr id="60" name="object 60" descr=""/>
          <p:cNvSpPr txBox="1"/>
          <p:nvPr/>
        </p:nvSpPr>
        <p:spPr>
          <a:xfrm>
            <a:off x="693216" y="1530259"/>
            <a:ext cx="3884929" cy="1139190"/>
          </a:xfrm>
          <a:prstGeom prst="rect">
            <a:avLst/>
          </a:prstGeom>
        </p:spPr>
        <p:txBody>
          <a:bodyPr wrap="square" lIns="0" tIns="283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30"/>
              </a:spcBef>
            </a:pPr>
            <a:r>
              <a:rPr dirty="0" sz="3200" b="1">
                <a:solidFill>
                  <a:srgbClr val="0074A1"/>
                </a:solidFill>
                <a:latin typeface="Arial"/>
                <a:cs typeface="Arial"/>
              </a:rPr>
              <a:t>Advanced</a:t>
            </a:r>
            <a:r>
              <a:rPr dirty="0" sz="3200" spc="-9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0074A1"/>
                </a:solidFill>
                <a:latin typeface="Arial"/>
                <a:cs typeface="Arial"/>
              </a:rPr>
              <a:t>Analytics</a:t>
            </a:r>
            <a:endParaRPr sz="3200">
              <a:latin typeface="Arial"/>
              <a:cs typeface="Arial"/>
            </a:endParaRPr>
          </a:p>
          <a:p>
            <a:pPr marL="272415">
              <a:lnSpc>
                <a:spcPct val="100000"/>
              </a:lnSpc>
              <a:spcBef>
                <a:spcPts val="994"/>
              </a:spcBef>
              <a:tabLst>
                <a:tab pos="2726055" algn="l"/>
              </a:tabLst>
            </a:pPr>
            <a:r>
              <a:rPr dirty="0" sz="1500" spc="-65" b="1">
                <a:solidFill>
                  <a:srgbClr val="585858"/>
                </a:solidFill>
                <a:latin typeface="Arial"/>
                <a:cs typeface="Arial"/>
              </a:rPr>
              <a:t>Data</a:t>
            </a:r>
            <a:r>
              <a:rPr dirty="0" sz="1500" spc="-4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585858"/>
                </a:solidFill>
                <a:latin typeface="Arial"/>
                <a:cs typeface="Arial"/>
              </a:rPr>
              <a:t>Sources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1500" spc="-10" b="1">
                <a:solidFill>
                  <a:srgbClr val="585858"/>
                </a:solidFill>
                <a:latin typeface="Arial"/>
                <a:cs typeface="Arial"/>
              </a:rPr>
              <a:t>Ingest</a:t>
            </a:r>
            <a:endParaRPr sz="1500">
              <a:latin typeface="Arial"/>
              <a:cs typeface="Arial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6702425" y="7371600"/>
            <a:ext cx="908050" cy="38163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540" rIns="0" bIns="0" rtlCol="0" vert="horz">
            <a:spAutoFit/>
          </a:bodyPr>
          <a:lstStyle/>
          <a:p>
            <a:pPr algn="ctr" marL="635">
              <a:lnSpc>
                <a:spcPts val="1435"/>
              </a:lnSpc>
              <a:spcBef>
                <a:spcPts val="20"/>
              </a:spcBef>
            </a:pPr>
            <a:r>
              <a:rPr dirty="0" sz="1200" spc="114">
                <a:latin typeface="Calibri"/>
                <a:cs typeface="Calibri"/>
              </a:rPr>
              <a:t>Azure</a:t>
            </a:r>
            <a:endParaRPr sz="1200">
              <a:latin typeface="Calibri"/>
              <a:cs typeface="Calibri"/>
            </a:endParaRPr>
          </a:p>
          <a:p>
            <a:pPr algn="ctr" marL="1905">
              <a:lnSpc>
                <a:spcPts val="1435"/>
              </a:lnSpc>
            </a:pPr>
            <a:r>
              <a:rPr dirty="0" sz="1200" spc="165">
                <a:latin typeface="Calibri"/>
                <a:cs typeface="Calibri"/>
              </a:rPr>
              <a:t>Cosmos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220">
                <a:latin typeface="Calibri"/>
                <a:cs typeface="Calibri"/>
              </a:rPr>
              <a:t>DB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895819" y="2887852"/>
            <a:ext cx="8602345" cy="4950460"/>
            <a:chOff x="895819" y="2887852"/>
            <a:chExt cx="8602345" cy="4950460"/>
          </a:xfrm>
        </p:grpSpPr>
        <p:pic>
          <p:nvPicPr>
            <p:cNvPr id="63" name="object 6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05217" y="3158083"/>
              <a:ext cx="928116" cy="1001166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97864" y="4504855"/>
              <a:ext cx="908304" cy="1065237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908519" y="2900552"/>
              <a:ext cx="1387475" cy="3078480"/>
            </a:xfrm>
            <a:custGeom>
              <a:avLst/>
              <a:gdLst/>
              <a:ahLst/>
              <a:cxnLst/>
              <a:rect l="l" t="t" r="r" b="b"/>
              <a:pathLst>
                <a:path w="1387475" h="3078479">
                  <a:moveTo>
                    <a:pt x="0" y="3077972"/>
                  </a:moveTo>
                  <a:lnTo>
                    <a:pt x="1387220" y="3077972"/>
                  </a:lnTo>
                  <a:lnTo>
                    <a:pt x="1387220" y="0"/>
                  </a:lnTo>
                  <a:lnTo>
                    <a:pt x="0" y="0"/>
                  </a:lnTo>
                  <a:lnTo>
                    <a:pt x="0" y="3077972"/>
                  </a:lnTo>
                  <a:close/>
                </a:path>
              </a:pathLst>
            </a:custGeom>
            <a:ln w="25400">
              <a:solidFill>
                <a:srgbClr val="2E526C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369693" y="3780789"/>
              <a:ext cx="3745865" cy="4052570"/>
            </a:xfrm>
            <a:custGeom>
              <a:avLst/>
              <a:gdLst/>
              <a:ahLst/>
              <a:cxnLst/>
              <a:rect l="l" t="t" r="r" b="b"/>
              <a:pathLst>
                <a:path w="3745865" h="4052570">
                  <a:moveTo>
                    <a:pt x="0" y="0"/>
                  </a:moveTo>
                  <a:lnTo>
                    <a:pt x="1746631" y="0"/>
                  </a:lnTo>
                  <a:lnTo>
                    <a:pt x="1746631" y="937259"/>
                  </a:lnTo>
                </a:path>
                <a:path w="3745865" h="4052570">
                  <a:moveTo>
                    <a:pt x="3353943" y="4052315"/>
                  </a:moveTo>
                  <a:lnTo>
                    <a:pt x="3353943" y="3872737"/>
                  </a:lnTo>
                  <a:lnTo>
                    <a:pt x="1961387" y="3872737"/>
                  </a:lnTo>
                  <a:lnTo>
                    <a:pt x="1961387" y="2423286"/>
                  </a:lnTo>
                </a:path>
                <a:path w="3745865" h="4052570">
                  <a:moveTo>
                    <a:pt x="3745865" y="8635"/>
                  </a:moveTo>
                  <a:lnTo>
                    <a:pt x="2309241" y="8635"/>
                  </a:lnTo>
                  <a:lnTo>
                    <a:pt x="2309241" y="880998"/>
                  </a:lnTo>
                  <a:lnTo>
                    <a:pt x="2066544" y="880998"/>
                  </a:lnTo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69781" y="3744925"/>
              <a:ext cx="827963" cy="827963"/>
            </a:xfrm>
            <a:prstGeom prst="rect">
              <a:avLst/>
            </a:prstGeom>
          </p:spPr>
        </p:pic>
      </p:grpSp>
      <p:sp>
        <p:nvSpPr>
          <p:cNvPr id="68" name="object 68" descr=""/>
          <p:cNvSpPr txBox="1"/>
          <p:nvPr/>
        </p:nvSpPr>
        <p:spPr>
          <a:xfrm>
            <a:off x="6310629" y="4588255"/>
            <a:ext cx="3910965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00"/>
              </a:lnSpc>
              <a:spcBef>
                <a:spcPts val="100"/>
              </a:spcBef>
            </a:pPr>
            <a:r>
              <a:rPr dirty="0" sz="1500" spc="-110" b="1">
                <a:solidFill>
                  <a:srgbClr val="585858"/>
                </a:solidFill>
                <a:latin typeface="Arial"/>
                <a:cs typeface="Arial"/>
              </a:rPr>
              <a:t>Azure</a:t>
            </a:r>
            <a:r>
              <a:rPr dirty="0" sz="1500" spc="-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585858"/>
                </a:solidFill>
                <a:latin typeface="Arial"/>
                <a:cs typeface="Arial"/>
              </a:rPr>
              <a:t>Databricks</a:t>
            </a:r>
            <a:endParaRPr sz="1500">
              <a:latin typeface="Arial"/>
              <a:cs typeface="Arial"/>
            </a:endParaRPr>
          </a:p>
          <a:p>
            <a:pPr marL="1692910">
              <a:lnSpc>
                <a:spcPts val="1600"/>
              </a:lnSpc>
            </a:pPr>
            <a:r>
              <a:rPr dirty="0" sz="1500" spc="-65" b="1">
                <a:solidFill>
                  <a:srgbClr val="585858"/>
                </a:solidFill>
                <a:latin typeface="Arial"/>
                <a:cs typeface="Arial"/>
              </a:rPr>
              <a:t>Machine</a:t>
            </a:r>
            <a:r>
              <a:rPr dirty="0" sz="1500" spc="-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105" b="1">
                <a:solidFill>
                  <a:srgbClr val="585858"/>
                </a:solidFill>
                <a:latin typeface="Arial"/>
                <a:cs typeface="Arial"/>
              </a:rPr>
              <a:t>Learning</a:t>
            </a:r>
            <a:r>
              <a:rPr dirty="0" sz="1500" spc="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585858"/>
                </a:solidFill>
                <a:latin typeface="Arial"/>
                <a:cs typeface="Arial"/>
              </a:rPr>
              <a:t>Services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5735701" y="8009775"/>
            <a:ext cx="940435" cy="1257935"/>
            <a:chOff x="5735701" y="8009775"/>
            <a:chExt cx="940435" cy="1257935"/>
          </a:xfrm>
        </p:grpSpPr>
        <p:pic>
          <p:nvPicPr>
            <p:cNvPr id="70" name="object 7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23788" y="8009775"/>
              <a:ext cx="569976" cy="612381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5735701" y="8785872"/>
              <a:ext cx="940435" cy="481330"/>
            </a:xfrm>
            <a:custGeom>
              <a:avLst/>
              <a:gdLst/>
              <a:ahLst/>
              <a:cxnLst/>
              <a:rect l="l" t="t" r="r" b="b"/>
              <a:pathLst>
                <a:path w="940434" h="481329">
                  <a:moveTo>
                    <a:pt x="940193" y="0"/>
                  </a:moveTo>
                  <a:lnTo>
                    <a:pt x="0" y="0"/>
                  </a:lnTo>
                  <a:lnTo>
                    <a:pt x="0" y="481304"/>
                  </a:lnTo>
                  <a:lnTo>
                    <a:pt x="940193" y="481304"/>
                  </a:lnTo>
                  <a:lnTo>
                    <a:pt x="9401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5972047" y="8734806"/>
            <a:ext cx="468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14">
                <a:latin typeface="Calibri"/>
                <a:cs typeface="Calibri"/>
              </a:rPr>
              <a:t>Azure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5892800" y="8916111"/>
            <a:ext cx="626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3189">
              <a:lnSpc>
                <a:spcPct val="100000"/>
              </a:lnSpc>
              <a:spcBef>
                <a:spcPts val="100"/>
              </a:spcBef>
            </a:pPr>
            <a:r>
              <a:rPr dirty="0" sz="1200" spc="125">
                <a:latin typeface="Calibri"/>
                <a:cs typeface="Calibri"/>
              </a:rPr>
              <a:t>Blob Storage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4" name="object 7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53127" y="3590416"/>
            <a:ext cx="466115" cy="462660"/>
          </a:xfrm>
          <a:prstGeom prst="rect">
            <a:avLst/>
          </a:prstGeom>
        </p:spPr>
      </p:pic>
      <p:sp>
        <p:nvSpPr>
          <p:cNvPr id="75" name="object 75" descr=""/>
          <p:cNvSpPr txBox="1"/>
          <p:nvPr/>
        </p:nvSpPr>
        <p:spPr>
          <a:xfrm>
            <a:off x="4753736" y="4041775"/>
            <a:ext cx="8997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5">
                <a:latin typeface="Calibri"/>
                <a:cs typeface="Calibri"/>
              </a:rPr>
              <a:t>Consumers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6" name="object 7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833242" y="3542652"/>
            <a:ext cx="489966" cy="466864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2698242" y="4037457"/>
            <a:ext cx="8102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25">
                <a:latin typeface="Calibri"/>
                <a:cs typeface="Calibri"/>
              </a:rPr>
              <a:t>Producers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8" name="object 78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068827" y="7488046"/>
            <a:ext cx="509892" cy="467994"/>
          </a:xfrm>
          <a:prstGeom prst="rect">
            <a:avLst/>
          </a:prstGeom>
        </p:spPr>
      </p:pic>
      <p:sp>
        <p:nvSpPr>
          <p:cNvPr id="79" name="object 79" descr=""/>
          <p:cNvSpPr txBox="1"/>
          <p:nvPr/>
        </p:nvSpPr>
        <p:spPr>
          <a:xfrm>
            <a:off x="2612517" y="7947152"/>
            <a:ext cx="14782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35">
                <a:latin typeface="Calibri"/>
                <a:cs typeface="Calibri"/>
              </a:rPr>
              <a:t>Source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120">
                <a:latin typeface="Calibri"/>
                <a:cs typeface="Calibri"/>
              </a:rPr>
              <a:t>Connectors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4792853" y="4154233"/>
            <a:ext cx="3652520" cy="3804285"/>
            <a:chOff x="4792853" y="4154233"/>
            <a:chExt cx="3652520" cy="3804285"/>
          </a:xfrm>
        </p:grpSpPr>
        <p:sp>
          <p:nvSpPr>
            <p:cNvPr id="81" name="object 81" descr=""/>
            <p:cNvSpPr/>
            <p:nvPr/>
          </p:nvSpPr>
          <p:spPr>
            <a:xfrm>
              <a:off x="6676136" y="4158996"/>
              <a:ext cx="1764664" cy="2170430"/>
            </a:xfrm>
            <a:custGeom>
              <a:avLst/>
              <a:gdLst/>
              <a:ahLst/>
              <a:cxnLst/>
              <a:rect l="l" t="t" r="r" b="b"/>
              <a:pathLst>
                <a:path w="1764665" h="2170429">
                  <a:moveTo>
                    <a:pt x="0" y="805941"/>
                  </a:moveTo>
                  <a:lnTo>
                    <a:pt x="0" y="2170303"/>
                  </a:lnTo>
                </a:path>
                <a:path w="1764665" h="2170429">
                  <a:moveTo>
                    <a:pt x="1764411" y="0"/>
                  </a:moveTo>
                  <a:lnTo>
                    <a:pt x="833120" y="14986"/>
                  </a:lnTo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92853" y="7490460"/>
              <a:ext cx="509892" cy="467994"/>
            </a:xfrm>
            <a:prstGeom prst="rect">
              <a:avLst/>
            </a:prstGeom>
          </p:spPr>
        </p:pic>
      </p:grpSp>
      <p:sp>
        <p:nvSpPr>
          <p:cNvPr id="83" name="object 83" descr=""/>
          <p:cNvSpPr txBox="1"/>
          <p:nvPr/>
        </p:nvSpPr>
        <p:spPr>
          <a:xfrm>
            <a:off x="4336541" y="7949565"/>
            <a:ext cx="1278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5">
                <a:latin typeface="Calibri"/>
                <a:cs typeface="Calibri"/>
              </a:rPr>
              <a:t>Sink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120">
                <a:latin typeface="Calibri"/>
                <a:cs typeface="Calibri"/>
              </a:rPr>
              <a:t>Connectors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2326195" y="3646411"/>
            <a:ext cx="6876415" cy="3569970"/>
            <a:chOff x="2326195" y="3646411"/>
            <a:chExt cx="6876415" cy="3569970"/>
          </a:xfrm>
        </p:grpSpPr>
        <p:sp>
          <p:nvSpPr>
            <p:cNvPr id="85" name="object 85" descr=""/>
            <p:cNvSpPr/>
            <p:nvPr/>
          </p:nvSpPr>
          <p:spPr>
            <a:xfrm>
              <a:off x="7715885" y="6889622"/>
              <a:ext cx="1481455" cy="321945"/>
            </a:xfrm>
            <a:custGeom>
              <a:avLst/>
              <a:gdLst/>
              <a:ahLst/>
              <a:cxnLst/>
              <a:rect l="l" t="t" r="r" b="b"/>
              <a:pathLst>
                <a:path w="1481454" h="321945">
                  <a:moveTo>
                    <a:pt x="0" y="321944"/>
                  </a:moveTo>
                  <a:lnTo>
                    <a:pt x="1481455" y="321944"/>
                  </a:lnTo>
                  <a:lnTo>
                    <a:pt x="1481455" y="0"/>
                  </a:lnTo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431279" y="3646411"/>
              <a:ext cx="908443" cy="908443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2330957" y="5467984"/>
              <a:ext cx="1180465" cy="0"/>
            </a:xfrm>
            <a:custGeom>
              <a:avLst/>
              <a:gdLst/>
              <a:ahLst/>
              <a:cxnLst/>
              <a:rect l="l" t="t" r="r" b="b"/>
              <a:pathLst>
                <a:path w="1180464" h="0">
                  <a:moveTo>
                    <a:pt x="0" y="0"/>
                  </a:moveTo>
                  <a:lnTo>
                    <a:pt x="1180211" y="0"/>
                  </a:lnTo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22168" y="5267705"/>
              <a:ext cx="466115" cy="462661"/>
            </a:xfrm>
            <a:prstGeom prst="rect">
              <a:avLst/>
            </a:prstGeom>
          </p:spPr>
        </p:pic>
      </p:grpSp>
      <p:sp>
        <p:nvSpPr>
          <p:cNvPr id="89" name="object 89" descr=""/>
          <p:cNvSpPr txBox="1"/>
          <p:nvPr/>
        </p:nvSpPr>
        <p:spPr>
          <a:xfrm>
            <a:off x="2422651" y="5719317"/>
            <a:ext cx="8997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5">
                <a:latin typeface="Calibri"/>
                <a:cs typeface="Calibri"/>
              </a:rPr>
              <a:t>Consumers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4531086" y="9024010"/>
            <a:ext cx="271589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04">
                <a:latin typeface="Calibri"/>
                <a:cs typeface="Calibri"/>
              </a:rPr>
              <a:t>Kafka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 spc="150">
                <a:latin typeface="Calibri"/>
                <a:cs typeface="Calibri"/>
              </a:rPr>
              <a:t>APIs: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145">
                <a:latin typeface="Calibri"/>
                <a:cs typeface="Calibri"/>
              </a:rPr>
              <a:t>Java, </a:t>
            </a:r>
            <a:r>
              <a:rPr dirty="0" sz="1800" spc="180">
                <a:latin typeface="Calibri"/>
                <a:cs typeface="Calibri"/>
              </a:rPr>
              <a:t>Python,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spc="335">
                <a:latin typeface="Calibri"/>
                <a:cs typeface="Calibri"/>
              </a:rPr>
              <a:t>C#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100">
                <a:latin typeface="Calibri"/>
                <a:cs typeface="Calibri"/>
              </a:rPr>
              <a:t>(.NET),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245">
                <a:latin typeface="Calibri"/>
                <a:cs typeface="Calibri"/>
              </a:rPr>
              <a:t>REST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6824598" y="7364412"/>
            <a:ext cx="10967085" cy="2282825"/>
            <a:chOff x="6824598" y="7364412"/>
            <a:chExt cx="10967085" cy="2282825"/>
          </a:xfrm>
        </p:grpSpPr>
        <p:pic>
          <p:nvPicPr>
            <p:cNvPr id="92" name="object 9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900657" y="9072879"/>
              <a:ext cx="466115" cy="462660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13331317" y="8863342"/>
              <a:ext cx="4455160" cy="779145"/>
            </a:xfrm>
            <a:custGeom>
              <a:avLst/>
              <a:gdLst/>
              <a:ahLst/>
              <a:cxnLst/>
              <a:rect l="l" t="t" r="r" b="b"/>
              <a:pathLst>
                <a:path w="4455159" h="779145">
                  <a:moveTo>
                    <a:pt x="0" y="778802"/>
                  </a:moveTo>
                  <a:lnTo>
                    <a:pt x="4455033" y="778802"/>
                  </a:lnTo>
                  <a:lnTo>
                    <a:pt x="4455033" y="0"/>
                  </a:lnTo>
                  <a:lnTo>
                    <a:pt x="0" y="0"/>
                  </a:lnTo>
                  <a:lnTo>
                    <a:pt x="0" y="778802"/>
                  </a:lnTo>
                  <a:close/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8813546" y="8280399"/>
              <a:ext cx="915669" cy="706755"/>
            </a:xfrm>
            <a:custGeom>
              <a:avLst/>
              <a:gdLst/>
              <a:ahLst/>
              <a:cxnLst/>
              <a:rect l="l" t="t" r="r" b="b"/>
              <a:pathLst>
                <a:path w="915670" h="706754">
                  <a:moveTo>
                    <a:pt x="377063" y="245364"/>
                  </a:moveTo>
                  <a:lnTo>
                    <a:pt x="351409" y="237998"/>
                  </a:lnTo>
                  <a:lnTo>
                    <a:pt x="351409" y="263652"/>
                  </a:lnTo>
                  <a:lnTo>
                    <a:pt x="226949" y="263652"/>
                  </a:lnTo>
                  <a:lnTo>
                    <a:pt x="230632" y="289306"/>
                  </a:lnTo>
                  <a:lnTo>
                    <a:pt x="377063" y="289306"/>
                  </a:lnTo>
                  <a:lnTo>
                    <a:pt x="377063" y="271018"/>
                  </a:lnTo>
                  <a:lnTo>
                    <a:pt x="377063" y="245364"/>
                  </a:lnTo>
                  <a:close/>
                </a:path>
                <a:path w="915670" h="706754">
                  <a:moveTo>
                    <a:pt x="377063" y="0"/>
                  </a:moveTo>
                  <a:lnTo>
                    <a:pt x="0" y="0"/>
                  </a:lnTo>
                  <a:lnTo>
                    <a:pt x="0" y="289306"/>
                  </a:lnTo>
                  <a:lnTo>
                    <a:pt x="186690" y="289306"/>
                  </a:lnTo>
                  <a:lnTo>
                    <a:pt x="181229" y="263779"/>
                  </a:lnTo>
                  <a:lnTo>
                    <a:pt x="25654" y="263779"/>
                  </a:lnTo>
                  <a:lnTo>
                    <a:pt x="25654" y="62230"/>
                  </a:lnTo>
                  <a:lnTo>
                    <a:pt x="351536" y="62230"/>
                  </a:lnTo>
                  <a:lnTo>
                    <a:pt x="351536" y="192278"/>
                  </a:lnTo>
                  <a:lnTo>
                    <a:pt x="377063" y="199644"/>
                  </a:lnTo>
                  <a:lnTo>
                    <a:pt x="377063" y="0"/>
                  </a:lnTo>
                  <a:close/>
                </a:path>
                <a:path w="915670" h="706754">
                  <a:moveTo>
                    <a:pt x="441071" y="419227"/>
                  </a:moveTo>
                  <a:lnTo>
                    <a:pt x="250698" y="419227"/>
                  </a:lnTo>
                  <a:lnTo>
                    <a:pt x="259842" y="481584"/>
                  </a:lnTo>
                  <a:lnTo>
                    <a:pt x="395351" y="481584"/>
                  </a:lnTo>
                  <a:lnTo>
                    <a:pt x="441071" y="457708"/>
                  </a:lnTo>
                  <a:lnTo>
                    <a:pt x="441071" y="419227"/>
                  </a:lnTo>
                  <a:close/>
                </a:path>
                <a:path w="915670" h="706754">
                  <a:moveTo>
                    <a:pt x="441198" y="507111"/>
                  </a:moveTo>
                  <a:lnTo>
                    <a:pt x="415544" y="519938"/>
                  </a:lnTo>
                  <a:lnTo>
                    <a:pt x="415544" y="683006"/>
                  </a:lnTo>
                  <a:lnTo>
                    <a:pt x="89662" y="683006"/>
                  </a:lnTo>
                  <a:lnTo>
                    <a:pt x="89662" y="481584"/>
                  </a:lnTo>
                  <a:lnTo>
                    <a:pt x="216027" y="481584"/>
                  </a:lnTo>
                  <a:lnTo>
                    <a:pt x="204978" y="419227"/>
                  </a:lnTo>
                  <a:lnTo>
                    <a:pt x="64008" y="419227"/>
                  </a:lnTo>
                  <a:lnTo>
                    <a:pt x="64008" y="706755"/>
                  </a:lnTo>
                  <a:lnTo>
                    <a:pt x="441198" y="706755"/>
                  </a:lnTo>
                  <a:lnTo>
                    <a:pt x="441198" y="507111"/>
                  </a:lnTo>
                  <a:close/>
                </a:path>
                <a:path w="915670" h="706754">
                  <a:moveTo>
                    <a:pt x="563626" y="305689"/>
                  </a:moveTo>
                  <a:lnTo>
                    <a:pt x="538099" y="296545"/>
                  </a:lnTo>
                  <a:lnTo>
                    <a:pt x="538099" y="406527"/>
                  </a:lnTo>
                  <a:lnTo>
                    <a:pt x="563626" y="391795"/>
                  </a:lnTo>
                  <a:lnTo>
                    <a:pt x="563626" y="305689"/>
                  </a:lnTo>
                  <a:close/>
                </a:path>
                <a:path w="915670" h="706754">
                  <a:moveTo>
                    <a:pt x="775893" y="323430"/>
                  </a:moveTo>
                  <a:lnTo>
                    <a:pt x="771372" y="309499"/>
                  </a:lnTo>
                  <a:lnTo>
                    <a:pt x="770255" y="306031"/>
                  </a:lnTo>
                  <a:lnTo>
                    <a:pt x="758418" y="291693"/>
                  </a:lnTo>
                  <a:lnTo>
                    <a:pt x="741426" y="281940"/>
                  </a:lnTo>
                  <a:lnTo>
                    <a:pt x="737743" y="281940"/>
                  </a:lnTo>
                  <a:lnTo>
                    <a:pt x="732282" y="280162"/>
                  </a:lnTo>
                  <a:lnTo>
                    <a:pt x="728599" y="280162"/>
                  </a:lnTo>
                  <a:lnTo>
                    <a:pt x="714248" y="282181"/>
                  </a:lnTo>
                  <a:lnTo>
                    <a:pt x="701814" y="287972"/>
                  </a:lnTo>
                  <a:lnTo>
                    <a:pt x="691781" y="297205"/>
                  </a:lnTo>
                  <a:lnTo>
                    <a:pt x="684657" y="309499"/>
                  </a:lnTo>
                  <a:lnTo>
                    <a:pt x="680974" y="308330"/>
                  </a:lnTo>
                  <a:lnTo>
                    <a:pt x="680974" y="340614"/>
                  </a:lnTo>
                  <a:lnTo>
                    <a:pt x="563753" y="402844"/>
                  </a:lnTo>
                  <a:lnTo>
                    <a:pt x="538226" y="419354"/>
                  </a:lnTo>
                  <a:lnTo>
                    <a:pt x="291084" y="551180"/>
                  </a:lnTo>
                  <a:lnTo>
                    <a:pt x="286537" y="546100"/>
                  </a:lnTo>
                  <a:lnTo>
                    <a:pt x="281190" y="541832"/>
                  </a:lnTo>
                  <a:lnTo>
                    <a:pt x="274802" y="538594"/>
                  </a:lnTo>
                  <a:lnTo>
                    <a:pt x="267208" y="536575"/>
                  </a:lnTo>
                  <a:lnTo>
                    <a:pt x="263525" y="536575"/>
                  </a:lnTo>
                  <a:lnTo>
                    <a:pt x="259842" y="534797"/>
                  </a:lnTo>
                  <a:lnTo>
                    <a:pt x="256286" y="534797"/>
                  </a:lnTo>
                  <a:lnTo>
                    <a:pt x="247142" y="481584"/>
                  </a:lnTo>
                  <a:lnTo>
                    <a:pt x="237871" y="419354"/>
                  </a:lnTo>
                  <a:lnTo>
                    <a:pt x="217805" y="289306"/>
                  </a:lnTo>
                  <a:lnTo>
                    <a:pt x="214122" y="263652"/>
                  </a:lnTo>
                  <a:lnTo>
                    <a:pt x="204978" y="206883"/>
                  </a:lnTo>
                  <a:lnTo>
                    <a:pt x="206756" y="206883"/>
                  </a:lnTo>
                  <a:lnTo>
                    <a:pt x="208661" y="205105"/>
                  </a:lnTo>
                  <a:lnTo>
                    <a:pt x="210439" y="205105"/>
                  </a:lnTo>
                  <a:lnTo>
                    <a:pt x="216649" y="201714"/>
                  </a:lnTo>
                  <a:lnTo>
                    <a:pt x="221678" y="197281"/>
                  </a:lnTo>
                  <a:lnTo>
                    <a:pt x="225653" y="192163"/>
                  </a:lnTo>
                  <a:lnTo>
                    <a:pt x="228727" y="186690"/>
                  </a:lnTo>
                  <a:lnTo>
                    <a:pt x="375285" y="232537"/>
                  </a:lnTo>
                  <a:lnTo>
                    <a:pt x="536321" y="283845"/>
                  </a:lnTo>
                  <a:lnTo>
                    <a:pt x="561975" y="291211"/>
                  </a:lnTo>
                  <a:lnTo>
                    <a:pt x="679196" y="327787"/>
                  </a:lnTo>
                  <a:lnTo>
                    <a:pt x="679196" y="335153"/>
                  </a:lnTo>
                  <a:lnTo>
                    <a:pt x="680974" y="340614"/>
                  </a:lnTo>
                  <a:lnTo>
                    <a:pt x="680974" y="308330"/>
                  </a:lnTo>
                  <a:lnTo>
                    <a:pt x="563753" y="271018"/>
                  </a:lnTo>
                  <a:lnTo>
                    <a:pt x="538226" y="263652"/>
                  </a:lnTo>
                  <a:lnTo>
                    <a:pt x="377063" y="212344"/>
                  </a:lnTo>
                  <a:lnTo>
                    <a:pt x="353314" y="205105"/>
                  </a:lnTo>
                  <a:lnTo>
                    <a:pt x="295389" y="186690"/>
                  </a:lnTo>
                  <a:lnTo>
                    <a:pt x="237871" y="168402"/>
                  </a:lnTo>
                  <a:lnTo>
                    <a:pt x="237782" y="161544"/>
                  </a:lnTo>
                  <a:lnTo>
                    <a:pt x="237185" y="154686"/>
                  </a:lnTo>
                  <a:lnTo>
                    <a:pt x="214096" y="121958"/>
                  </a:lnTo>
                  <a:lnTo>
                    <a:pt x="202768" y="117094"/>
                  </a:lnTo>
                  <a:lnTo>
                    <a:pt x="203225" y="117094"/>
                  </a:lnTo>
                  <a:lnTo>
                    <a:pt x="190373" y="115316"/>
                  </a:lnTo>
                  <a:lnTo>
                    <a:pt x="183007" y="115316"/>
                  </a:lnTo>
                  <a:lnTo>
                    <a:pt x="144538" y="149428"/>
                  </a:lnTo>
                  <a:lnTo>
                    <a:pt x="142582" y="167436"/>
                  </a:lnTo>
                  <a:lnTo>
                    <a:pt x="148209" y="184912"/>
                  </a:lnTo>
                  <a:lnTo>
                    <a:pt x="156032" y="195084"/>
                  </a:lnTo>
                  <a:lnTo>
                    <a:pt x="165569" y="203225"/>
                  </a:lnTo>
                  <a:lnTo>
                    <a:pt x="176491" y="208622"/>
                  </a:lnTo>
                  <a:lnTo>
                    <a:pt x="188468" y="210566"/>
                  </a:lnTo>
                  <a:lnTo>
                    <a:pt x="197612" y="263652"/>
                  </a:lnTo>
                  <a:lnTo>
                    <a:pt x="201866" y="291211"/>
                  </a:lnTo>
                  <a:lnTo>
                    <a:pt x="221488" y="417576"/>
                  </a:lnTo>
                  <a:lnTo>
                    <a:pt x="230632" y="479806"/>
                  </a:lnTo>
                  <a:lnTo>
                    <a:pt x="239776" y="536575"/>
                  </a:lnTo>
                  <a:lnTo>
                    <a:pt x="230289" y="541693"/>
                  </a:lnTo>
                  <a:lnTo>
                    <a:pt x="221678" y="548703"/>
                  </a:lnTo>
                  <a:lnTo>
                    <a:pt x="214769" y="557441"/>
                  </a:lnTo>
                  <a:lnTo>
                    <a:pt x="210439" y="567690"/>
                  </a:lnTo>
                  <a:lnTo>
                    <a:pt x="208927" y="586676"/>
                  </a:lnTo>
                  <a:lnTo>
                    <a:pt x="214604" y="604113"/>
                  </a:lnTo>
                  <a:lnTo>
                    <a:pt x="226453" y="618451"/>
                  </a:lnTo>
                  <a:lnTo>
                    <a:pt x="243459" y="628142"/>
                  </a:lnTo>
                  <a:lnTo>
                    <a:pt x="247142" y="628142"/>
                  </a:lnTo>
                  <a:lnTo>
                    <a:pt x="252603" y="629920"/>
                  </a:lnTo>
                  <a:lnTo>
                    <a:pt x="256286" y="629920"/>
                  </a:lnTo>
                  <a:lnTo>
                    <a:pt x="271919" y="627329"/>
                  </a:lnTo>
                  <a:lnTo>
                    <a:pt x="302006" y="595122"/>
                  </a:lnTo>
                  <a:lnTo>
                    <a:pt x="303339" y="581647"/>
                  </a:lnTo>
                  <a:lnTo>
                    <a:pt x="302996" y="575360"/>
                  </a:lnTo>
                  <a:lnTo>
                    <a:pt x="302006" y="569595"/>
                  </a:lnTo>
                  <a:lnTo>
                    <a:pt x="336613" y="551180"/>
                  </a:lnTo>
                  <a:lnTo>
                    <a:pt x="442976" y="494411"/>
                  </a:lnTo>
                  <a:lnTo>
                    <a:pt x="540004" y="441325"/>
                  </a:lnTo>
                  <a:lnTo>
                    <a:pt x="558292" y="430403"/>
                  </a:lnTo>
                  <a:lnTo>
                    <a:pt x="563753" y="428498"/>
                  </a:lnTo>
                  <a:lnTo>
                    <a:pt x="692023" y="360807"/>
                  </a:lnTo>
                  <a:lnTo>
                    <a:pt x="696493" y="365887"/>
                  </a:lnTo>
                  <a:lnTo>
                    <a:pt x="701840" y="370116"/>
                  </a:lnTo>
                  <a:lnTo>
                    <a:pt x="708215" y="373354"/>
                  </a:lnTo>
                  <a:lnTo>
                    <a:pt x="715772" y="375412"/>
                  </a:lnTo>
                  <a:lnTo>
                    <a:pt x="719455" y="377190"/>
                  </a:lnTo>
                  <a:lnTo>
                    <a:pt x="728599" y="377190"/>
                  </a:lnTo>
                  <a:lnTo>
                    <a:pt x="744232" y="374599"/>
                  </a:lnTo>
                  <a:lnTo>
                    <a:pt x="757643" y="367372"/>
                  </a:lnTo>
                  <a:lnTo>
                    <a:pt x="763778" y="360807"/>
                  </a:lnTo>
                  <a:lnTo>
                    <a:pt x="767956" y="356349"/>
                  </a:lnTo>
                  <a:lnTo>
                    <a:pt x="774319" y="342404"/>
                  </a:lnTo>
                  <a:lnTo>
                    <a:pt x="775893" y="323430"/>
                  </a:lnTo>
                  <a:close/>
                </a:path>
                <a:path w="915670" h="706754">
                  <a:moveTo>
                    <a:pt x="915162" y="166624"/>
                  </a:moveTo>
                  <a:lnTo>
                    <a:pt x="538099" y="166624"/>
                  </a:lnTo>
                  <a:lnTo>
                    <a:pt x="538099" y="250825"/>
                  </a:lnTo>
                  <a:lnTo>
                    <a:pt x="563626" y="259969"/>
                  </a:lnTo>
                  <a:lnTo>
                    <a:pt x="563626" y="230632"/>
                  </a:lnTo>
                  <a:lnTo>
                    <a:pt x="889635" y="230632"/>
                  </a:lnTo>
                  <a:lnTo>
                    <a:pt x="889635" y="430276"/>
                  </a:lnTo>
                  <a:lnTo>
                    <a:pt x="583819" y="430276"/>
                  </a:lnTo>
                  <a:lnTo>
                    <a:pt x="538099" y="455930"/>
                  </a:lnTo>
                  <a:lnTo>
                    <a:pt x="915162" y="455930"/>
                  </a:lnTo>
                  <a:lnTo>
                    <a:pt x="915162" y="230632"/>
                  </a:lnTo>
                  <a:lnTo>
                    <a:pt x="915162" y="16662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24598" y="8024113"/>
              <a:ext cx="575792" cy="648208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7788274" y="7369175"/>
              <a:ext cx="2497455" cy="1358265"/>
            </a:xfrm>
            <a:custGeom>
              <a:avLst/>
              <a:gdLst/>
              <a:ahLst/>
              <a:cxnLst/>
              <a:rect l="l" t="t" r="r" b="b"/>
              <a:pathLst>
                <a:path w="2497454" h="1358265">
                  <a:moveTo>
                    <a:pt x="931164" y="1342771"/>
                  </a:moveTo>
                  <a:lnTo>
                    <a:pt x="0" y="1357757"/>
                  </a:lnTo>
                </a:path>
                <a:path w="2497454" h="1358265">
                  <a:moveTo>
                    <a:pt x="2497201" y="0"/>
                  </a:moveTo>
                  <a:lnTo>
                    <a:pt x="2497201" y="1248791"/>
                  </a:lnTo>
                  <a:lnTo>
                    <a:pt x="2158873" y="1248791"/>
                  </a:lnTo>
                  <a:lnTo>
                    <a:pt x="2158873" y="1252727"/>
                  </a:lnTo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 txBox="1"/>
          <p:nvPr/>
        </p:nvSpPr>
        <p:spPr>
          <a:xfrm>
            <a:off x="6795261" y="8730233"/>
            <a:ext cx="6654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35">
                <a:latin typeface="Calibri"/>
                <a:cs typeface="Calibri"/>
              </a:rPr>
              <a:t>Synapse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6769354" y="8914586"/>
            <a:ext cx="715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05">
                <a:latin typeface="Calibri"/>
                <a:cs typeface="Calibri"/>
              </a:rPr>
              <a:t>Analytics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8561578" y="9138005"/>
            <a:ext cx="19570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10" b="1">
                <a:solidFill>
                  <a:srgbClr val="585858"/>
                </a:solidFill>
                <a:latin typeface="Arial"/>
                <a:cs typeface="Arial"/>
              </a:rPr>
              <a:t>Azure</a:t>
            </a:r>
            <a:r>
              <a:rPr dirty="0" sz="150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114" b="1">
                <a:solidFill>
                  <a:srgbClr val="585858"/>
                </a:solidFill>
                <a:latin typeface="Arial"/>
                <a:cs typeface="Arial"/>
              </a:rPr>
              <a:t>Analysis</a:t>
            </a:r>
            <a:r>
              <a:rPr dirty="0" sz="1500" spc="-3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500" spc="-85" b="1">
                <a:solidFill>
                  <a:srgbClr val="585858"/>
                </a:solidFill>
                <a:latin typeface="Arial"/>
                <a:cs typeface="Arial"/>
              </a:rPr>
              <a:t>Services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0" name="object 100" descr=""/>
          <p:cNvSpPr/>
          <p:nvPr/>
        </p:nvSpPr>
        <p:spPr>
          <a:xfrm>
            <a:off x="465073" y="1622284"/>
            <a:ext cx="13209905" cy="91440"/>
          </a:xfrm>
          <a:custGeom>
            <a:avLst/>
            <a:gdLst/>
            <a:ahLst/>
            <a:cxnLst/>
            <a:rect l="l" t="t" r="r" b="b"/>
            <a:pathLst>
              <a:path w="13209905" h="91439">
                <a:moveTo>
                  <a:pt x="13209651" y="0"/>
                </a:moveTo>
                <a:lnTo>
                  <a:pt x="0" y="0"/>
                </a:lnTo>
                <a:lnTo>
                  <a:pt x="0" y="91199"/>
                </a:lnTo>
                <a:lnTo>
                  <a:pt x="13209651" y="91199"/>
                </a:lnTo>
                <a:lnTo>
                  <a:pt x="13209651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69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IOT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465073" y="1810117"/>
            <a:ext cx="13209905" cy="91440"/>
          </a:xfrm>
          <a:custGeom>
            <a:avLst/>
            <a:gdLst/>
            <a:ahLst/>
            <a:cxnLst/>
            <a:rect l="l" t="t" r="r" b="b"/>
            <a:pathLst>
              <a:path w="13209905" h="91439">
                <a:moveTo>
                  <a:pt x="13209651" y="0"/>
                </a:moveTo>
                <a:lnTo>
                  <a:pt x="0" y="0"/>
                </a:lnTo>
                <a:lnTo>
                  <a:pt x="0" y="91199"/>
                </a:lnTo>
                <a:lnTo>
                  <a:pt x="13209651" y="91199"/>
                </a:lnTo>
                <a:lnTo>
                  <a:pt x="13209651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55980" y="2018157"/>
            <a:ext cx="32645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74A1"/>
                </a:solidFill>
                <a:latin typeface="Arial"/>
                <a:cs typeface="Arial"/>
              </a:rPr>
              <a:t>IOT</a:t>
            </a:r>
            <a:r>
              <a:rPr dirty="0" sz="3200" spc="-2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3200" b="1">
                <a:solidFill>
                  <a:srgbClr val="0074A1"/>
                </a:solidFill>
                <a:latin typeface="Arial"/>
                <a:cs typeface="Arial"/>
              </a:rPr>
              <a:t>+</a:t>
            </a:r>
            <a:r>
              <a:rPr dirty="0" sz="3200" spc="-10" b="1">
                <a:solidFill>
                  <a:srgbClr val="0074A1"/>
                </a:solidFill>
                <a:latin typeface="Arial"/>
                <a:cs typeface="Arial"/>
              </a:rPr>
              <a:t> Telematics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77697" y="3071558"/>
            <a:ext cx="17358360" cy="5853430"/>
            <a:chOff x="477697" y="3071558"/>
            <a:chExt cx="17358360" cy="5853430"/>
          </a:xfrm>
        </p:grpSpPr>
        <p:sp>
          <p:nvSpPr>
            <p:cNvPr id="8" name="object 8" descr=""/>
            <p:cNvSpPr/>
            <p:nvPr/>
          </p:nvSpPr>
          <p:spPr>
            <a:xfrm>
              <a:off x="8638159" y="3085845"/>
              <a:ext cx="9192895" cy="5834380"/>
            </a:xfrm>
            <a:custGeom>
              <a:avLst/>
              <a:gdLst/>
              <a:ahLst/>
              <a:cxnLst/>
              <a:rect l="l" t="t" r="r" b="b"/>
              <a:pathLst>
                <a:path w="9192894" h="5834380">
                  <a:moveTo>
                    <a:pt x="9192641" y="0"/>
                  </a:moveTo>
                  <a:lnTo>
                    <a:pt x="0" y="0"/>
                  </a:lnTo>
                  <a:lnTo>
                    <a:pt x="0" y="5834380"/>
                  </a:lnTo>
                  <a:lnTo>
                    <a:pt x="9192641" y="5834380"/>
                  </a:lnTo>
                  <a:lnTo>
                    <a:pt x="9192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638159" y="3085845"/>
              <a:ext cx="9192895" cy="5834380"/>
            </a:xfrm>
            <a:custGeom>
              <a:avLst/>
              <a:gdLst/>
              <a:ahLst/>
              <a:cxnLst/>
              <a:rect l="l" t="t" r="r" b="b"/>
              <a:pathLst>
                <a:path w="9192894" h="5834380">
                  <a:moveTo>
                    <a:pt x="0" y="5834380"/>
                  </a:moveTo>
                  <a:lnTo>
                    <a:pt x="9192641" y="5834380"/>
                  </a:lnTo>
                  <a:lnTo>
                    <a:pt x="9192641" y="0"/>
                  </a:lnTo>
                  <a:lnTo>
                    <a:pt x="0" y="0"/>
                  </a:lnTo>
                  <a:lnTo>
                    <a:pt x="0" y="5834380"/>
                  </a:lnTo>
                  <a:close/>
                </a:path>
              </a:pathLst>
            </a:custGeom>
            <a:ln w="9525">
              <a:solidFill>
                <a:srgbClr val="66666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2460" y="3076320"/>
              <a:ext cx="8142605" cy="5834380"/>
            </a:xfrm>
            <a:custGeom>
              <a:avLst/>
              <a:gdLst/>
              <a:ahLst/>
              <a:cxnLst/>
              <a:rect l="l" t="t" r="r" b="b"/>
              <a:pathLst>
                <a:path w="8142605" h="5834380">
                  <a:moveTo>
                    <a:pt x="8142605" y="0"/>
                  </a:moveTo>
                  <a:lnTo>
                    <a:pt x="0" y="0"/>
                  </a:lnTo>
                  <a:lnTo>
                    <a:pt x="0" y="5834380"/>
                  </a:lnTo>
                  <a:lnTo>
                    <a:pt x="8142605" y="5834380"/>
                  </a:lnTo>
                  <a:lnTo>
                    <a:pt x="81426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2460" y="3076320"/>
              <a:ext cx="8142605" cy="5834380"/>
            </a:xfrm>
            <a:custGeom>
              <a:avLst/>
              <a:gdLst/>
              <a:ahLst/>
              <a:cxnLst/>
              <a:rect l="l" t="t" r="r" b="b"/>
              <a:pathLst>
                <a:path w="8142605" h="5834380">
                  <a:moveTo>
                    <a:pt x="0" y="5834380"/>
                  </a:moveTo>
                  <a:lnTo>
                    <a:pt x="8142605" y="5834380"/>
                  </a:lnTo>
                  <a:lnTo>
                    <a:pt x="8142605" y="0"/>
                  </a:lnTo>
                  <a:lnTo>
                    <a:pt x="0" y="0"/>
                  </a:lnTo>
                  <a:lnTo>
                    <a:pt x="0" y="5834380"/>
                  </a:lnTo>
                  <a:close/>
                </a:path>
              </a:pathLst>
            </a:custGeom>
            <a:ln w="9525">
              <a:solidFill>
                <a:srgbClr val="66666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8483854" y="6058027"/>
            <a:ext cx="607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0">
                <a:solidFill>
                  <a:srgbClr val="FFFFFF"/>
                </a:solidFill>
                <a:latin typeface="Calibri"/>
                <a:cs typeface="Calibri"/>
              </a:rPr>
              <a:t>Repli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44651" y="4480686"/>
            <a:ext cx="1334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80">
                <a:latin typeface="Calibri"/>
                <a:cs typeface="Calibri"/>
              </a:rPr>
              <a:t>IOT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spc="165">
                <a:latin typeface="Calibri"/>
                <a:cs typeface="Calibri"/>
              </a:rPr>
              <a:t>devices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70305" y="6863588"/>
            <a:ext cx="498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80">
                <a:latin typeface="Calibri"/>
                <a:cs typeface="Calibri"/>
              </a:rPr>
              <a:t>DBs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833935" y="4955222"/>
            <a:ext cx="8640445" cy="2547620"/>
            <a:chOff x="5833935" y="4955222"/>
            <a:chExt cx="8640445" cy="2547620"/>
          </a:xfrm>
        </p:grpSpPr>
        <p:sp>
          <p:nvSpPr>
            <p:cNvPr id="16" name="object 16" descr=""/>
            <p:cNvSpPr/>
            <p:nvPr/>
          </p:nvSpPr>
          <p:spPr>
            <a:xfrm>
              <a:off x="5848222" y="4969509"/>
              <a:ext cx="6186805" cy="1569085"/>
            </a:xfrm>
            <a:custGeom>
              <a:avLst/>
              <a:gdLst/>
              <a:ahLst/>
              <a:cxnLst/>
              <a:rect l="l" t="t" r="r" b="b"/>
              <a:pathLst>
                <a:path w="6186805" h="1569084">
                  <a:moveTo>
                    <a:pt x="4056887" y="104901"/>
                  </a:moveTo>
                  <a:lnTo>
                    <a:pt x="4065115" y="64079"/>
                  </a:lnTo>
                  <a:lnTo>
                    <a:pt x="4087558" y="30733"/>
                  </a:lnTo>
                  <a:lnTo>
                    <a:pt x="4120860" y="8247"/>
                  </a:lnTo>
                  <a:lnTo>
                    <a:pt x="4161662" y="0"/>
                  </a:lnTo>
                  <a:lnTo>
                    <a:pt x="6082030" y="0"/>
                  </a:lnTo>
                  <a:lnTo>
                    <a:pt x="6122832" y="8247"/>
                  </a:lnTo>
                  <a:lnTo>
                    <a:pt x="6156134" y="30734"/>
                  </a:lnTo>
                  <a:lnTo>
                    <a:pt x="6178577" y="64079"/>
                  </a:lnTo>
                  <a:lnTo>
                    <a:pt x="6186805" y="104901"/>
                  </a:lnTo>
                  <a:lnTo>
                    <a:pt x="6186805" y="1432940"/>
                  </a:lnTo>
                  <a:lnTo>
                    <a:pt x="6178577" y="1473763"/>
                  </a:lnTo>
                  <a:lnTo>
                    <a:pt x="6156134" y="1507109"/>
                  </a:lnTo>
                  <a:lnTo>
                    <a:pt x="6122832" y="1529595"/>
                  </a:lnTo>
                  <a:lnTo>
                    <a:pt x="6082030" y="1537842"/>
                  </a:lnTo>
                  <a:lnTo>
                    <a:pt x="4161662" y="1537842"/>
                  </a:lnTo>
                  <a:lnTo>
                    <a:pt x="4120860" y="1529595"/>
                  </a:lnTo>
                  <a:lnTo>
                    <a:pt x="4087558" y="1507108"/>
                  </a:lnTo>
                  <a:lnTo>
                    <a:pt x="4065115" y="1473763"/>
                  </a:lnTo>
                  <a:lnTo>
                    <a:pt x="4056887" y="1432940"/>
                  </a:lnTo>
                  <a:lnTo>
                    <a:pt x="4056887" y="104901"/>
                  </a:lnTo>
                  <a:close/>
                </a:path>
                <a:path w="6186805" h="1569084">
                  <a:moveTo>
                    <a:pt x="0" y="135636"/>
                  </a:moveTo>
                  <a:lnTo>
                    <a:pt x="8229" y="94813"/>
                  </a:lnTo>
                  <a:lnTo>
                    <a:pt x="30686" y="61467"/>
                  </a:lnTo>
                  <a:lnTo>
                    <a:pt x="64025" y="38981"/>
                  </a:lnTo>
                  <a:lnTo>
                    <a:pt x="104901" y="30734"/>
                  </a:lnTo>
                  <a:lnTo>
                    <a:pt x="2391155" y="30734"/>
                  </a:lnTo>
                  <a:lnTo>
                    <a:pt x="2431958" y="38981"/>
                  </a:lnTo>
                  <a:lnTo>
                    <a:pt x="2465260" y="61468"/>
                  </a:lnTo>
                  <a:lnTo>
                    <a:pt x="2487703" y="94813"/>
                  </a:lnTo>
                  <a:lnTo>
                    <a:pt x="2495930" y="135636"/>
                  </a:lnTo>
                  <a:lnTo>
                    <a:pt x="2495930" y="1463675"/>
                  </a:lnTo>
                  <a:lnTo>
                    <a:pt x="2487703" y="1504497"/>
                  </a:lnTo>
                  <a:lnTo>
                    <a:pt x="2465260" y="1537843"/>
                  </a:lnTo>
                  <a:lnTo>
                    <a:pt x="2431958" y="1560329"/>
                  </a:lnTo>
                  <a:lnTo>
                    <a:pt x="2391155" y="1568577"/>
                  </a:lnTo>
                  <a:lnTo>
                    <a:pt x="104901" y="1568577"/>
                  </a:lnTo>
                  <a:lnTo>
                    <a:pt x="64025" y="1560329"/>
                  </a:lnTo>
                  <a:lnTo>
                    <a:pt x="30686" y="1537842"/>
                  </a:lnTo>
                  <a:lnTo>
                    <a:pt x="8229" y="1504497"/>
                  </a:lnTo>
                  <a:lnTo>
                    <a:pt x="0" y="1463675"/>
                  </a:lnTo>
                  <a:lnTo>
                    <a:pt x="0" y="135636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409807" y="6827265"/>
              <a:ext cx="709295" cy="637540"/>
            </a:xfrm>
            <a:custGeom>
              <a:avLst/>
              <a:gdLst/>
              <a:ahLst/>
              <a:cxnLst/>
              <a:rect l="l" t="t" r="r" b="b"/>
              <a:pathLst>
                <a:path w="709295" h="637540">
                  <a:moveTo>
                    <a:pt x="64389" y="78994"/>
                  </a:moveTo>
                  <a:lnTo>
                    <a:pt x="41148" y="116840"/>
                  </a:lnTo>
                  <a:lnTo>
                    <a:pt x="19812" y="165481"/>
                  </a:lnTo>
                  <a:lnTo>
                    <a:pt x="6350" y="215773"/>
                  </a:lnTo>
                  <a:lnTo>
                    <a:pt x="301" y="266319"/>
                  </a:lnTo>
                  <a:lnTo>
                    <a:pt x="0" y="284099"/>
                  </a:lnTo>
                  <a:lnTo>
                    <a:pt x="404" y="297561"/>
                  </a:lnTo>
                  <a:lnTo>
                    <a:pt x="6858" y="351536"/>
                  </a:lnTo>
                  <a:lnTo>
                    <a:pt x="20320" y="400812"/>
                  </a:lnTo>
                  <a:lnTo>
                    <a:pt x="40767" y="447802"/>
                  </a:lnTo>
                  <a:lnTo>
                    <a:pt x="68072" y="491617"/>
                  </a:lnTo>
                  <a:lnTo>
                    <a:pt x="102108" y="531622"/>
                  </a:lnTo>
                  <a:lnTo>
                    <a:pt x="142621" y="566801"/>
                  </a:lnTo>
                  <a:lnTo>
                    <a:pt x="188595" y="595884"/>
                  </a:lnTo>
                  <a:lnTo>
                    <a:pt x="237236" y="617093"/>
                  </a:lnTo>
                  <a:lnTo>
                    <a:pt x="287782" y="630809"/>
                  </a:lnTo>
                  <a:lnTo>
                    <a:pt x="338709" y="636651"/>
                  </a:lnTo>
                  <a:lnTo>
                    <a:pt x="355853" y="637032"/>
                  </a:lnTo>
                  <a:lnTo>
                    <a:pt x="372872" y="636524"/>
                  </a:lnTo>
                  <a:lnTo>
                    <a:pt x="423418" y="630174"/>
                  </a:lnTo>
                  <a:lnTo>
                    <a:pt x="472694" y="616712"/>
                  </a:lnTo>
                  <a:lnTo>
                    <a:pt x="493324" y="608584"/>
                  </a:lnTo>
                  <a:lnTo>
                    <a:pt x="355092" y="608584"/>
                  </a:lnTo>
                  <a:lnTo>
                    <a:pt x="339471" y="608203"/>
                  </a:lnTo>
                  <a:lnTo>
                    <a:pt x="292353" y="602615"/>
                  </a:lnTo>
                  <a:lnTo>
                    <a:pt x="246252" y="590042"/>
                  </a:lnTo>
                  <a:lnTo>
                    <a:pt x="201549" y="570357"/>
                  </a:lnTo>
                  <a:lnTo>
                    <a:pt x="159131" y="543433"/>
                  </a:lnTo>
                  <a:lnTo>
                    <a:pt x="121920" y="510921"/>
                  </a:lnTo>
                  <a:lnTo>
                    <a:pt x="90804" y="474218"/>
                  </a:lnTo>
                  <a:lnTo>
                    <a:pt x="65659" y="433832"/>
                  </a:lnTo>
                  <a:lnTo>
                    <a:pt x="47086" y="390906"/>
                  </a:lnTo>
                  <a:lnTo>
                    <a:pt x="46990" y="390652"/>
                  </a:lnTo>
                  <a:lnTo>
                    <a:pt x="34671" y="345440"/>
                  </a:lnTo>
                  <a:lnTo>
                    <a:pt x="30319" y="315341"/>
                  </a:lnTo>
                  <a:lnTo>
                    <a:pt x="30225" y="314579"/>
                  </a:lnTo>
                  <a:lnTo>
                    <a:pt x="28956" y="298831"/>
                  </a:lnTo>
                  <a:lnTo>
                    <a:pt x="28596" y="284099"/>
                  </a:lnTo>
                  <a:lnTo>
                    <a:pt x="28609" y="281051"/>
                  </a:lnTo>
                  <a:lnTo>
                    <a:pt x="31750" y="236093"/>
                  </a:lnTo>
                  <a:lnTo>
                    <a:pt x="42037" y="189611"/>
                  </a:lnTo>
                  <a:lnTo>
                    <a:pt x="59309" y="144272"/>
                  </a:lnTo>
                  <a:lnTo>
                    <a:pt x="83865" y="101092"/>
                  </a:lnTo>
                  <a:lnTo>
                    <a:pt x="87884" y="95250"/>
                  </a:lnTo>
                  <a:lnTo>
                    <a:pt x="64389" y="78994"/>
                  </a:lnTo>
                  <a:close/>
                </a:path>
                <a:path w="709295" h="637540">
                  <a:moveTo>
                    <a:pt x="596921" y="25038"/>
                  </a:moveTo>
                  <a:lnTo>
                    <a:pt x="579066" y="47326"/>
                  </a:lnTo>
                  <a:lnTo>
                    <a:pt x="587375" y="54610"/>
                  </a:lnTo>
                  <a:lnTo>
                    <a:pt x="598043" y="66040"/>
                  </a:lnTo>
                  <a:lnTo>
                    <a:pt x="627126" y="104013"/>
                  </a:lnTo>
                  <a:lnTo>
                    <a:pt x="649986" y="145415"/>
                  </a:lnTo>
                  <a:lnTo>
                    <a:pt x="661827" y="174244"/>
                  </a:lnTo>
                  <a:lnTo>
                    <a:pt x="661924" y="174498"/>
                  </a:lnTo>
                  <a:lnTo>
                    <a:pt x="674116" y="219710"/>
                  </a:lnTo>
                  <a:lnTo>
                    <a:pt x="679958" y="266319"/>
                  </a:lnTo>
                  <a:lnTo>
                    <a:pt x="680317" y="281051"/>
                  </a:lnTo>
                  <a:lnTo>
                    <a:pt x="680286" y="284099"/>
                  </a:lnTo>
                  <a:lnTo>
                    <a:pt x="677037" y="329057"/>
                  </a:lnTo>
                  <a:lnTo>
                    <a:pt x="666834" y="375793"/>
                  </a:lnTo>
                  <a:lnTo>
                    <a:pt x="649477" y="421005"/>
                  </a:lnTo>
                  <a:lnTo>
                    <a:pt x="624967" y="464312"/>
                  </a:lnTo>
                  <a:lnTo>
                    <a:pt x="594106" y="503428"/>
                  </a:lnTo>
                  <a:lnTo>
                    <a:pt x="558800" y="536575"/>
                  </a:lnTo>
                  <a:lnTo>
                    <a:pt x="519557" y="563626"/>
                  </a:lnTo>
                  <a:lnTo>
                    <a:pt x="477139" y="584454"/>
                  </a:lnTo>
                  <a:lnTo>
                    <a:pt x="432562" y="598932"/>
                  </a:lnTo>
                  <a:lnTo>
                    <a:pt x="401123" y="605155"/>
                  </a:lnTo>
                  <a:lnTo>
                    <a:pt x="400795" y="605155"/>
                  </a:lnTo>
                  <a:lnTo>
                    <a:pt x="385301" y="607060"/>
                  </a:lnTo>
                  <a:lnTo>
                    <a:pt x="384598" y="607060"/>
                  </a:lnTo>
                  <a:lnTo>
                    <a:pt x="368977" y="608203"/>
                  </a:lnTo>
                  <a:lnTo>
                    <a:pt x="366807" y="608203"/>
                  </a:lnTo>
                  <a:lnTo>
                    <a:pt x="355092" y="608584"/>
                  </a:lnTo>
                  <a:lnTo>
                    <a:pt x="493324" y="608584"/>
                  </a:lnTo>
                  <a:lnTo>
                    <a:pt x="534670" y="587883"/>
                  </a:lnTo>
                  <a:lnTo>
                    <a:pt x="577215" y="558419"/>
                  </a:lnTo>
                  <a:lnTo>
                    <a:pt x="615696" y="522097"/>
                  </a:lnTo>
                  <a:lnTo>
                    <a:pt x="649097" y="479552"/>
                  </a:lnTo>
                  <a:lnTo>
                    <a:pt x="675703" y="432435"/>
                  </a:lnTo>
                  <a:lnTo>
                    <a:pt x="694436" y="383032"/>
                  </a:lnTo>
                  <a:lnTo>
                    <a:pt x="705358" y="332359"/>
                  </a:lnTo>
                  <a:lnTo>
                    <a:pt x="708846" y="284099"/>
                  </a:lnTo>
                  <a:lnTo>
                    <a:pt x="708914" y="281051"/>
                  </a:lnTo>
                  <a:lnTo>
                    <a:pt x="708505" y="267462"/>
                  </a:lnTo>
                  <a:lnTo>
                    <a:pt x="708406" y="264160"/>
                  </a:lnTo>
                  <a:lnTo>
                    <a:pt x="702056" y="213614"/>
                  </a:lnTo>
                  <a:lnTo>
                    <a:pt x="688594" y="164338"/>
                  </a:lnTo>
                  <a:lnTo>
                    <a:pt x="668147" y="117475"/>
                  </a:lnTo>
                  <a:lnTo>
                    <a:pt x="640715" y="73660"/>
                  </a:lnTo>
                  <a:lnTo>
                    <a:pt x="606171" y="33147"/>
                  </a:lnTo>
                  <a:lnTo>
                    <a:pt x="596921" y="25038"/>
                  </a:lnTo>
                  <a:close/>
                </a:path>
                <a:path w="709295" h="637540">
                  <a:moveTo>
                    <a:pt x="543814" y="0"/>
                  </a:moveTo>
                  <a:lnTo>
                    <a:pt x="570484" y="58039"/>
                  </a:lnTo>
                  <a:lnTo>
                    <a:pt x="579066" y="47326"/>
                  </a:lnTo>
                  <a:lnTo>
                    <a:pt x="567817" y="37465"/>
                  </a:lnTo>
                  <a:lnTo>
                    <a:pt x="586613" y="16002"/>
                  </a:lnTo>
                  <a:lnTo>
                    <a:pt x="604161" y="16002"/>
                  </a:lnTo>
                  <a:lnTo>
                    <a:pt x="606298" y="13335"/>
                  </a:lnTo>
                  <a:lnTo>
                    <a:pt x="543814" y="0"/>
                  </a:lnTo>
                  <a:close/>
                </a:path>
                <a:path w="709295" h="637540">
                  <a:moveTo>
                    <a:pt x="586613" y="16002"/>
                  </a:moveTo>
                  <a:lnTo>
                    <a:pt x="567817" y="37465"/>
                  </a:lnTo>
                  <a:lnTo>
                    <a:pt x="579066" y="47326"/>
                  </a:lnTo>
                  <a:lnTo>
                    <a:pt x="596921" y="25038"/>
                  </a:lnTo>
                  <a:lnTo>
                    <a:pt x="586613" y="16002"/>
                  </a:lnTo>
                  <a:close/>
                </a:path>
                <a:path w="709295" h="637540">
                  <a:moveTo>
                    <a:pt x="604161" y="16002"/>
                  </a:moveTo>
                  <a:lnTo>
                    <a:pt x="586613" y="16002"/>
                  </a:lnTo>
                  <a:lnTo>
                    <a:pt x="596921" y="25038"/>
                  </a:lnTo>
                  <a:lnTo>
                    <a:pt x="604161" y="16002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82451" y="6830516"/>
              <a:ext cx="672007" cy="672007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1886691" y="7159878"/>
              <a:ext cx="103505" cy="123825"/>
            </a:xfrm>
            <a:custGeom>
              <a:avLst/>
              <a:gdLst/>
              <a:ahLst/>
              <a:cxnLst/>
              <a:rect l="l" t="t" r="r" b="b"/>
              <a:pathLst>
                <a:path w="103504" h="123825">
                  <a:moveTo>
                    <a:pt x="51307" y="0"/>
                  </a:moveTo>
                  <a:lnTo>
                    <a:pt x="0" y="27686"/>
                  </a:lnTo>
                  <a:lnTo>
                    <a:pt x="51688" y="123317"/>
                  </a:lnTo>
                  <a:lnTo>
                    <a:pt x="102997" y="95631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59661" y="5696965"/>
              <a:ext cx="414528" cy="41694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4662785" y="5777864"/>
            <a:ext cx="19989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170">
                <a:latin typeface="Calibri"/>
                <a:cs typeface="Calibri"/>
              </a:rPr>
              <a:t>Data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180">
                <a:latin typeface="Calibri"/>
                <a:cs typeface="Calibri"/>
              </a:rPr>
              <a:t>Lake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30">
                <a:latin typeface="Calibri"/>
                <a:cs typeface="Calibri"/>
              </a:rPr>
              <a:t>Gen2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56664" y="6218567"/>
            <a:ext cx="569976" cy="612381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4726538" y="6437121"/>
            <a:ext cx="17468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170">
                <a:latin typeface="Calibri"/>
                <a:cs typeface="Calibri"/>
              </a:rPr>
              <a:t>Blob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45"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1721" y="6813168"/>
            <a:ext cx="511327" cy="600455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14745715" y="7047356"/>
            <a:ext cx="13341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Synapse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922771" y="5021834"/>
            <a:ext cx="6068695" cy="1522095"/>
            <a:chOff x="5922771" y="5021834"/>
            <a:chExt cx="6068695" cy="1522095"/>
          </a:xfrm>
        </p:grpSpPr>
        <p:sp>
          <p:nvSpPr>
            <p:cNvPr id="27" name="object 27" descr=""/>
            <p:cNvSpPr/>
            <p:nvPr/>
          </p:nvSpPr>
          <p:spPr>
            <a:xfrm>
              <a:off x="9979025" y="5021834"/>
              <a:ext cx="1948814" cy="1490980"/>
            </a:xfrm>
            <a:custGeom>
              <a:avLst/>
              <a:gdLst/>
              <a:ahLst/>
              <a:cxnLst/>
              <a:rect l="l" t="t" r="r" b="b"/>
              <a:pathLst>
                <a:path w="1948815" h="1490979">
                  <a:moveTo>
                    <a:pt x="1861566" y="0"/>
                  </a:moveTo>
                  <a:lnTo>
                    <a:pt x="87122" y="0"/>
                  </a:lnTo>
                  <a:lnTo>
                    <a:pt x="53203" y="6863"/>
                  </a:lnTo>
                  <a:lnTo>
                    <a:pt x="25511" y="25574"/>
                  </a:lnTo>
                  <a:lnTo>
                    <a:pt x="6844" y="53310"/>
                  </a:lnTo>
                  <a:lnTo>
                    <a:pt x="0" y="87249"/>
                  </a:lnTo>
                  <a:lnTo>
                    <a:pt x="0" y="1403857"/>
                  </a:lnTo>
                  <a:lnTo>
                    <a:pt x="6844" y="1437776"/>
                  </a:lnTo>
                  <a:lnTo>
                    <a:pt x="25511" y="1465468"/>
                  </a:lnTo>
                  <a:lnTo>
                    <a:pt x="53203" y="1484135"/>
                  </a:lnTo>
                  <a:lnTo>
                    <a:pt x="87122" y="1490979"/>
                  </a:lnTo>
                  <a:lnTo>
                    <a:pt x="1861566" y="1490979"/>
                  </a:lnTo>
                  <a:lnTo>
                    <a:pt x="1895504" y="1484135"/>
                  </a:lnTo>
                  <a:lnTo>
                    <a:pt x="1923240" y="1465468"/>
                  </a:lnTo>
                  <a:lnTo>
                    <a:pt x="1941951" y="1437776"/>
                  </a:lnTo>
                  <a:lnTo>
                    <a:pt x="1948815" y="1403857"/>
                  </a:lnTo>
                  <a:lnTo>
                    <a:pt x="1948815" y="87249"/>
                  </a:lnTo>
                  <a:lnTo>
                    <a:pt x="1941951" y="53310"/>
                  </a:lnTo>
                  <a:lnTo>
                    <a:pt x="1923240" y="25574"/>
                  </a:lnTo>
                  <a:lnTo>
                    <a:pt x="1895504" y="6863"/>
                  </a:lnTo>
                  <a:lnTo>
                    <a:pt x="18615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58297" y="5286997"/>
              <a:ext cx="1733169" cy="97359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922771" y="5082159"/>
              <a:ext cx="2306320" cy="1461770"/>
            </a:xfrm>
            <a:custGeom>
              <a:avLst/>
              <a:gdLst/>
              <a:ahLst/>
              <a:cxnLst/>
              <a:rect l="l" t="t" r="r" b="b"/>
              <a:pathLst>
                <a:path w="2306320" h="1461770">
                  <a:moveTo>
                    <a:pt x="2220213" y="0"/>
                  </a:moveTo>
                  <a:lnTo>
                    <a:pt x="85470" y="0"/>
                  </a:lnTo>
                  <a:lnTo>
                    <a:pt x="52185" y="6711"/>
                  </a:lnTo>
                  <a:lnTo>
                    <a:pt x="25018" y="25019"/>
                  </a:lnTo>
                  <a:lnTo>
                    <a:pt x="6711" y="52185"/>
                  </a:lnTo>
                  <a:lnTo>
                    <a:pt x="0" y="85470"/>
                  </a:lnTo>
                  <a:lnTo>
                    <a:pt x="0" y="1376171"/>
                  </a:lnTo>
                  <a:lnTo>
                    <a:pt x="6711" y="1409404"/>
                  </a:lnTo>
                  <a:lnTo>
                    <a:pt x="25019" y="1436576"/>
                  </a:lnTo>
                  <a:lnTo>
                    <a:pt x="52185" y="1454913"/>
                  </a:lnTo>
                  <a:lnTo>
                    <a:pt x="85470" y="1461642"/>
                  </a:lnTo>
                  <a:lnTo>
                    <a:pt x="2220213" y="1461642"/>
                  </a:lnTo>
                  <a:lnTo>
                    <a:pt x="2253519" y="1454913"/>
                  </a:lnTo>
                  <a:lnTo>
                    <a:pt x="2280729" y="1436576"/>
                  </a:lnTo>
                  <a:lnTo>
                    <a:pt x="2299080" y="1409404"/>
                  </a:lnTo>
                  <a:lnTo>
                    <a:pt x="2305811" y="1376171"/>
                  </a:lnTo>
                  <a:lnTo>
                    <a:pt x="2305811" y="85470"/>
                  </a:lnTo>
                  <a:lnTo>
                    <a:pt x="2299081" y="52185"/>
                  </a:lnTo>
                  <a:lnTo>
                    <a:pt x="2280729" y="25018"/>
                  </a:lnTo>
                  <a:lnTo>
                    <a:pt x="2253519" y="6711"/>
                  </a:lnTo>
                  <a:lnTo>
                    <a:pt x="2220213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42608" y="5244401"/>
              <a:ext cx="1687194" cy="973645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36171" y="5131828"/>
              <a:ext cx="335394" cy="33539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8360282" y="5081397"/>
              <a:ext cx="1464945" cy="695325"/>
            </a:xfrm>
            <a:custGeom>
              <a:avLst/>
              <a:gdLst/>
              <a:ahLst/>
              <a:cxnLst/>
              <a:rect l="l" t="t" r="r" b="b"/>
              <a:pathLst>
                <a:path w="1464945" h="695325">
                  <a:moveTo>
                    <a:pt x="1273302" y="0"/>
                  </a:moveTo>
                  <a:lnTo>
                    <a:pt x="1273302" y="173736"/>
                  </a:lnTo>
                  <a:lnTo>
                    <a:pt x="191262" y="173736"/>
                  </a:lnTo>
                  <a:lnTo>
                    <a:pt x="191262" y="0"/>
                  </a:lnTo>
                  <a:lnTo>
                    <a:pt x="0" y="347472"/>
                  </a:lnTo>
                  <a:lnTo>
                    <a:pt x="191262" y="694816"/>
                  </a:lnTo>
                  <a:lnTo>
                    <a:pt x="191262" y="521080"/>
                  </a:lnTo>
                  <a:lnTo>
                    <a:pt x="1273302" y="521080"/>
                  </a:lnTo>
                  <a:lnTo>
                    <a:pt x="1273302" y="694816"/>
                  </a:lnTo>
                  <a:lnTo>
                    <a:pt x="1464564" y="347472"/>
                  </a:lnTo>
                  <a:lnTo>
                    <a:pt x="1273302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8517763" y="5237479"/>
            <a:ext cx="1196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0">
                <a:solidFill>
                  <a:srgbClr val="FFFFFF"/>
                </a:solidFill>
                <a:latin typeface="Calibri"/>
                <a:cs typeface="Calibri"/>
              </a:rPr>
              <a:t>Replicator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031863" y="3333750"/>
            <a:ext cx="146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10" b="1">
                <a:solidFill>
                  <a:srgbClr val="666666"/>
                </a:solidFill>
                <a:latin typeface="Calibri"/>
                <a:cs typeface="Calibri"/>
              </a:rPr>
              <a:t>On-</a:t>
            </a:r>
            <a:r>
              <a:rPr dirty="0" sz="2400" spc="320" b="1">
                <a:solidFill>
                  <a:srgbClr val="666666"/>
                </a:solidFill>
                <a:latin typeface="Calibri"/>
                <a:cs typeface="Calibri"/>
              </a:rPr>
              <a:t>prem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625398" y="3238880"/>
            <a:ext cx="17208500" cy="5615940"/>
            <a:chOff x="625398" y="3238880"/>
            <a:chExt cx="17208500" cy="5615940"/>
          </a:xfrm>
        </p:grpSpPr>
        <p:sp>
          <p:nvSpPr>
            <p:cNvPr id="36" name="object 36" descr=""/>
            <p:cNvSpPr/>
            <p:nvPr/>
          </p:nvSpPr>
          <p:spPr>
            <a:xfrm>
              <a:off x="10408793" y="6819265"/>
              <a:ext cx="658495" cy="628650"/>
            </a:xfrm>
            <a:custGeom>
              <a:avLst/>
              <a:gdLst/>
              <a:ahLst/>
              <a:cxnLst/>
              <a:rect l="l" t="t" r="r" b="b"/>
              <a:pathLst>
                <a:path w="658495" h="628650">
                  <a:moveTo>
                    <a:pt x="58927" y="79120"/>
                  </a:moveTo>
                  <a:lnTo>
                    <a:pt x="34035" y="124713"/>
                  </a:lnTo>
                  <a:lnTo>
                    <a:pt x="16128" y="172465"/>
                  </a:lnTo>
                  <a:lnTo>
                    <a:pt x="4699" y="221614"/>
                  </a:lnTo>
                  <a:lnTo>
                    <a:pt x="53" y="270255"/>
                  </a:lnTo>
                  <a:lnTo>
                    <a:pt x="0" y="287781"/>
                  </a:lnTo>
                  <a:lnTo>
                    <a:pt x="437" y="302005"/>
                  </a:lnTo>
                  <a:lnTo>
                    <a:pt x="507" y="304291"/>
                  </a:lnTo>
                  <a:lnTo>
                    <a:pt x="6603" y="353059"/>
                  </a:lnTo>
                  <a:lnTo>
                    <a:pt x="18796" y="400557"/>
                  </a:lnTo>
                  <a:lnTo>
                    <a:pt x="37530" y="445896"/>
                  </a:lnTo>
                  <a:lnTo>
                    <a:pt x="62102" y="488187"/>
                  </a:lnTo>
                  <a:lnTo>
                    <a:pt x="92709" y="526668"/>
                  </a:lnTo>
                  <a:lnTo>
                    <a:pt x="129412" y="560704"/>
                  </a:lnTo>
                  <a:lnTo>
                    <a:pt x="171576" y="589152"/>
                  </a:lnTo>
                  <a:lnTo>
                    <a:pt x="216407" y="609853"/>
                  </a:lnTo>
                  <a:lnTo>
                    <a:pt x="263016" y="622934"/>
                  </a:lnTo>
                  <a:lnTo>
                    <a:pt x="310387" y="628268"/>
                  </a:lnTo>
                  <a:lnTo>
                    <a:pt x="326262" y="628522"/>
                  </a:lnTo>
                  <a:lnTo>
                    <a:pt x="342137" y="627760"/>
                  </a:lnTo>
                  <a:lnTo>
                    <a:pt x="389381" y="621029"/>
                  </a:lnTo>
                  <a:lnTo>
                    <a:pt x="435355" y="607059"/>
                  </a:lnTo>
                  <a:lnTo>
                    <a:pt x="451708" y="599947"/>
                  </a:lnTo>
                  <a:lnTo>
                    <a:pt x="312578" y="599947"/>
                  </a:lnTo>
                  <a:lnTo>
                    <a:pt x="296290" y="598804"/>
                  </a:lnTo>
                  <a:lnTo>
                    <a:pt x="253618" y="591565"/>
                  </a:lnTo>
                  <a:lnTo>
                    <a:pt x="211835" y="577214"/>
                  </a:lnTo>
                  <a:lnTo>
                    <a:pt x="171957" y="556005"/>
                  </a:lnTo>
                  <a:lnTo>
                    <a:pt x="134874" y="528065"/>
                  </a:lnTo>
                  <a:lnTo>
                    <a:pt x="103377" y="495426"/>
                  </a:lnTo>
                  <a:lnTo>
                    <a:pt x="77215" y="458977"/>
                  </a:lnTo>
                  <a:lnTo>
                    <a:pt x="56514" y="419099"/>
                  </a:lnTo>
                  <a:lnTo>
                    <a:pt x="41401" y="376554"/>
                  </a:lnTo>
                  <a:lnTo>
                    <a:pt x="32003" y="332231"/>
                  </a:lnTo>
                  <a:lnTo>
                    <a:pt x="28490" y="287781"/>
                  </a:lnTo>
                  <a:lnTo>
                    <a:pt x="28575" y="271398"/>
                  </a:lnTo>
                  <a:lnTo>
                    <a:pt x="33020" y="225424"/>
                  </a:lnTo>
                  <a:lnTo>
                    <a:pt x="43560" y="180212"/>
                  </a:lnTo>
                  <a:lnTo>
                    <a:pt x="60325" y="136016"/>
                  </a:lnTo>
                  <a:lnTo>
                    <a:pt x="83311" y="93979"/>
                  </a:lnTo>
                  <a:lnTo>
                    <a:pt x="58927" y="79120"/>
                  </a:lnTo>
                  <a:close/>
                </a:path>
                <a:path w="658495" h="628650">
                  <a:moveTo>
                    <a:pt x="570967" y="29752"/>
                  </a:moveTo>
                  <a:lnTo>
                    <a:pt x="551145" y="50337"/>
                  </a:lnTo>
                  <a:lnTo>
                    <a:pt x="556513" y="55879"/>
                  </a:lnTo>
                  <a:lnTo>
                    <a:pt x="565403" y="67436"/>
                  </a:lnTo>
                  <a:lnTo>
                    <a:pt x="590168" y="106425"/>
                  </a:lnTo>
                  <a:lnTo>
                    <a:pt x="608964" y="148589"/>
                  </a:lnTo>
                  <a:lnTo>
                    <a:pt x="621791" y="193166"/>
                  </a:lnTo>
                  <a:lnTo>
                    <a:pt x="628410" y="238124"/>
                  </a:lnTo>
                  <a:lnTo>
                    <a:pt x="629659" y="270255"/>
                  </a:lnTo>
                  <a:lnTo>
                    <a:pt x="629641" y="271398"/>
                  </a:lnTo>
                  <a:lnTo>
                    <a:pt x="626065" y="317118"/>
                  </a:lnTo>
                  <a:lnTo>
                    <a:pt x="615950" y="364362"/>
                  </a:lnTo>
                  <a:lnTo>
                    <a:pt x="599566" y="409574"/>
                  </a:lnTo>
                  <a:lnTo>
                    <a:pt x="576579" y="452754"/>
                  </a:lnTo>
                  <a:lnTo>
                    <a:pt x="547370" y="492505"/>
                  </a:lnTo>
                  <a:lnTo>
                    <a:pt x="514096" y="526160"/>
                  </a:lnTo>
                  <a:lnTo>
                    <a:pt x="477392" y="553719"/>
                  </a:lnTo>
                  <a:lnTo>
                    <a:pt x="437896" y="574928"/>
                  </a:lnTo>
                  <a:lnTo>
                    <a:pt x="396493" y="589787"/>
                  </a:lnTo>
                  <a:lnTo>
                    <a:pt x="353822" y="598042"/>
                  </a:lnTo>
                  <a:lnTo>
                    <a:pt x="325120" y="599947"/>
                  </a:lnTo>
                  <a:lnTo>
                    <a:pt x="451708" y="599947"/>
                  </a:lnTo>
                  <a:lnTo>
                    <a:pt x="493267" y="577468"/>
                  </a:lnTo>
                  <a:lnTo>
                    <a:pt x="533400" y="547242"/>
                  </a:lnTo>
                  <a:lnTo>
                    <a:pt x="569595" y="510412"/>
                  </a:lnTo>
                  <a:lnTo>
                    <a:pt x="601217" y="467232"/>
                  </a:lnTo>
                  <a:lnTo>
                    <a:pt x="625982" y="420369"/>
                  </a:lnTo>
                  <a:lnTo>
                    <a:pt x="643635" y="371474"/>
                  </a:lnTo>
                  <a:lnTo>
                    <a:pt x="654430" y="321182"/>
                  </a:lnTo>
                  <a:lnTo>
                    <a:pt x="658206" y="271398"/>
                  </a:lnTo>
                  <a:lnTo>
                    <a:pt x="658240" y="270255"/>
                  </a:lnTo>
                  <a:lnTo>
                    <a:pt x="658030" y="256158"/>
                  </a:lnTo>
                  <a:lnTo>
                    <a:pt x="657986" y="253237"/>
                  </a:lnTo>
                  <a:lnTo>
                    <a:pt x="657232" y="240791"/>
                  </a:lnTo>
                  <a:lnTo>
                    <a:pt x="657140" y="239267"/>
                  </a:lnTo>
                  <a:lnTo>
                    <a:pt x="649604" y="186435"/>
                  </a:lnTo>
                  <a:lnTo>
                    <a:pt x="635634" y="138175"/>
                  </a:lnTo>
                  <a:lnTo>
                    <a:pt x="615060" y="92328"/>
                  </a:lnTo>
                  <a:lnTo>
                    <a:pt x="588009" y="49910"/>
                  </a:lnTo>
                  <a:lnTo>
                    <a:pt x="576960" y="35940"/>
                  </a:lnTo>
                  <a:lnTo>
                    <a:pt x="570967" y="29752"/>
                  </a:lnTo>
                  <a:close/>
                </a:path>
                <a:path w="658495" h="628650">
                  <a:moveTo>
                    <a:pt x="520191" y="0"/>
                  </a:moveTo>
                  <a:lnTo>
                    <a:pt x="541527" y="60324"/>
                  </a:lnTo>
                  <a:lnTo>
                    <a:pt x="551145" y="50337"/>
                  </a:lnTo>
                  <a:lnTo>
                    <a:pt x="540892" y="39750"/>
                  </a:lnTo>
                  <a:lnTo>
                    <a:pt x="561339" y="19811"/>
                  </a:lnTo>
                  <a:lnTo>
                    <a:pt x="580540" y="19811"/>
                  </a:lnTo>
                  <a:lnTo>
                    <a:pt x="581151" y="19176"/>
                  </a:lnTo>
                  <a:lnTo>
                    <a:pt x="520191" y="0"/>
                  </a:lnTo>
                  <a:close/>
                </a:path>
                <a:path w="658495" h="628650">
                  <a:moveTo>
                    <a:pt x="561339" y="19811"/>
                  </a:moveTo>
                  <a:lnTo>
                    <a:pt x="540892" y="39750"/>
                  </a:lnTo>
                  <a:lnTo>
                    <a:pt x="551145" y="50337"/>
                  </a:lnTo>
                  <a:lnTo>
                    <a:pt x="570967" y="29752"/>
                  </a:lnTo>
                  <a:lnTo>
                    <a:pt x="561339" y="19811"/>
                  </a:lnTo>
                  <a:close/>
                </a:path>
                <a:path w="658495" h="628650">
                  <a:moveTo>
                    <a:pt x="580540" y="19811"/>
                  </a:moveTo>
                  <a:lnTo>
                    <a:pt x="561339" y="19811"/>
                  </a:lnTo>
                  <a:lnTo>
                    <a:pt x="570967" y="29752"/>
                  </a:lnTo>
                  <a:lnTo>
                    <a:pt x="580540" y="19811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33482" y="7232484"/>
              <a:ext cx="671868" cy="67199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0774172" y="7317098"/>
              <a:ext cx="43180" cy="104775"/>
            </a:xfrm>
            <a:custGeom>
              <a:avLst/>
              <a:gdLst/>
              <a:ahLst/>
              <a:cxnLst/>
              <a:rect l="l" t="t" r="r" b="b"/>
              <a:pathLst>
                <a:path w="43179" h="104775">
                  <a:moveTo>
                    <a:pt x="42599" y="0"/>
                  </a:moveTo>
                  <a:lnTo>
                    <a:pt x="0" y="0"/>
                  </a:lnTo>
                  <a:lnTo>
                    <a:pt x="0" y="104400"/>
                  </a:lnTo>
                  <a:lnTo>
                    <a:pt x="42599" y="104400"/>
                  </a:lnTo>
                  <a:lnTo>
                    <a:pt x="42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3820774" y="5506720"/>
              <a:ext cx="4008120" cy="3343275"/>
            </a:xfrm>
            <a:custGeom>
              <a:avLst/>
              <a:gdLst/>
              <a:ahLst/>
              <a:cxnLst/>
              <a:rect l="l" t="t" r="r" b="b"/>
              <a:pathLst>
                <a:path w="4008119" h="3343275">
                  <a:moveTo>
                    <a:pt x="0" y="3343148"/>
                  </a:moveTo>
                  <a:lnTo>
                    <a:pt x="4007992" y="3343148"/>
                  </a:lnTo>
                  <a:lnTo>
                    <a:pt x="4007992" y="0"/>
                  </a:lnTo>
                  <a:lnTo>
                    <a:pt x="0" y="0"/>
                  </a:lnTo>
                  <a:lnTo>
                    <a:pt x="0" y="3343148"/>
                  </a:lnTo>
                  <a:close/>
                </a:path>
              </a:pathLst>
            </a:custGeom>
            <a:ln w="9525">
              <a:solidFill>
                <a:srgbClr val="00537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622421" y="5283707"/>
              <a:ext cx="3453129" cy="2645410"/>
            </a:xfrm>
            <a:custGeom>
              <a:avLst/>
              <a:gdLst/>
              <a:ahLst/>
              <a:cxnLst/>
              <a:rect l="l" t="t" r="r" b="b"/>
              <a:pathLst>
                <a:path w="3453129" h="2645409">
                  <a:moveTo>
                    <a:pt x="38100" y="15113"/>
                  </a:moveTo>
                  <a:lnTo>
                    <a:pt x="0" y="14859"/>
                  </a:lnTo>
                  <a:lnTo>
                    <a:pt x="0" y="24384"/>
                  </a:lnTo>
                  <a:lnTo>
                    <a:pt x="38100" y="24638"/>
                  </a:lnTo>
                  <a:lnTo>
                    <a:pt x="38100" y="15113"/>
                  </a:lnTo>
                  <a:close/>
                </a:path>
                <a:path w="3453129" h="2645409">
                  <a:moveTo>
                    <a:pt x="104775" y="15748"/>
                  </a:moveTo>
                  <a:lnTo>
                    <a:pt x="66675" y="15367"/>
                  </a:lnTo>
                  <a:lnTo>
                    <a:pt x="66675" y="24892"/>
                  </a:lnTo>
                  <a:lnTo>
                    <a:pt x="104775" y="25273"/>
                  </a:lnTo>
                  <a:lnTo>
                    <a:pt x="104775" y="15748"/>
                  </a:lnTo>
                  <a:close/>
                </a:path>
                <a:path w="3453129" h="2645409">
                  <a:moveTo>
                    <a:pt x="171450" y="16256"/>
                  </a:moveTo>
                  <a:lnTo>
                    <a:pt x="133350" y="16002"/>
                  </a:lnTo>
                  <a:lnTo>
                    <a:pt x="133350" y="25527"/>
                  </a:lnTo>
                  <a:lnTo>
                    <a:pt x="171450" y="25781"/>
                  </a:lnTo>
                  <a:lnTo>
                    <a:pt x="171450" y="16256"/>
                  </a:lnTo>
                  <a:close/>
                </a:path>
                <a:path w="3453129" h="2645409">
                  <a:moveTo>
                    <a:pt x="238125" y="16891"/>
                  </a:moveTo>
                  <a:lnTo>
                    <a:pt x="200025" y="16510"/>
                  </a:lnTo>
                  <a:lnTo>
                    <a:pt x="200025" y="26035"/>
                  </a:lnTo>
                  <a:lnTo>
                    <a:pt x="238125" y="26416"/>
                  </a:lnTo>
                  <a:lnTo>
                    <a:pt x="238125" y="16891"/>
                  </a:lnTo>
                  <a:close/>
                </a:path>
                <a:path w="3453129" h="2645409">
                  <a:moveTo>
                    <a:pt x="288798" y="2629916"/>
                  </a:moveTo>
                  <a:lnTo>
                    <a:pt x="284988" y="2621153"/>
                  </a:lnTo>
                  <a:lnTo>
                    <a:pt x="250063" y="2636266"/>
                  </a:lnTo>
                  <a:lnTo>
                    <a:pt x="253873" y="2645029"/>
                  </a:lnTo>
                  <a:lnTo>
                    <a:pt x="288798" y="2629916"/>
                  </a:lnTo>
                  <a:close/>
                </a:path>
                <a:path w="3453129" h="2645409">
                  <a:moveTo>
                    <a:pt x="304800" y="17399"/>
                  </a:moveTo>
                  <a:lnTo>
                    <a:pt x="266700" y="17145"/>
                  </a:lnTo>
                  <a:lnTo>
                    <a:pt x="266700" y="26670"/>
                  </a:lnTo>
                  <a:lnTo>
                    <a:pt x="304800" y="26924"/>
                  </a:lnTo>
                  <a:lnTo>
                    <a:pt x="304800" y="17399"/>
                  </a:lnTo>
                  <a:close/>
                </a:path>
                <a:path w="3453129" h="2645409">
                  <a:moveTo>
                    <a:pt x="350012" y="2603500"/>
                  </a:moveTo>
                  <a:lnTo>
                    <a:pt x="346202" y="2594864"/>
                  </a:lnTo>
                  <a:lnTo>
                    <a:pt x="311277" y="2609850"/>
                  </a:lnTo>
                  <a:lnTo>
                    <a:pt x="315087" y="2618613"/>
                  </a:lnTo>
                  <a:lnTo>
                    <a:pt x="350012" y="2603500"/>
                  </a:lnTo>
                  <a:close/>
                </a:path>
                <a:path w="3453129" h="2645409">
                  <a:moveTo>
                    <a:pt x="371475" y="18034"/>
                  </a:moveTo>
                  <a:lnTo>
                    <a:pt x="333375" y="17653"/>
                  </a:lnTo>
                  <a:lnTo>
                    <a:pt x="333375" y="27178"/>
                  </a:lnTo>
                  <a:lnTo>
                    <a:pt x="371475" y="27559"/>
                  </a:lnTo>
                  <a:lnTo>
                    <a:pt x="371475" y="18034"/>
                  </a:lnTo>
                  <a:close/>
                </a:path>
                <a:path w="3453129" h="2645409">
                  <a:moveTo>
                    <a:pt x="411226" y="2577084"/>
                  </a:moveTo>
                  <a:lnTo>
                    <a:pt x="407543" y="2568448"/>
                  </a:lnTo>
                  <a:lnTo>
                    <a:pt x="372491" y="2583434"/>
                  </a:lnTo>
                  <a:lnTo>
                    <a:pt x="376301" y="2592197"/>
                  </a:lnTo>
                  <a:lnTo>
                    <a:pt x="411226" y="2577084"/>
                  </a:lnTo>
                  <a:close/>
                </a:path>
                <a:path w="3453129" h="2645409">
                  <a:moveTo>
                    <a:pt x="438150" y="18542"/>
                  </a:moveTo>
                  <a:lnTo>
                    <a:pt x="400050" y="18288"/>
                  </a:lnTo>
                  <a:lnTo>
                    <a:pt x="400050" y="27813"/>
                  </a:lnTo>
                  <a:lnTo>
                    <a:pt x="438150" y="28067"/>
                  </a:lnTo>
                  <a:lnTo>
                    <a:pt x="438150" y="18542"/>
                  </a:lnTo>
                  <a:close/>
                </a:path>
                <a:path w="3453129" h="2645409">
                  <a:moveTo>
                    <a:pt x="472440" y="2550795"/>
                  </a:moveTo>
                  <a:lnTo>
                    <a:pt x="468757" y="2542032"/>
                  </a:lnTo>
                  <a:lnTo>
                    <a:pt x="433705" y="2557145"/>
                  </a:lnTo>
                  <a:lnTo>
                    <a:pt x="437515" y="2565781"/>
                  </a:lnTo>
                  <a:lnTo>
                    <a:pt x="472440" y="2550795"/>
                  </a:lnTo>
                  <a:close/>
                </a:path>
                <a:path w="3453129" h="2645409">
                  <a:moveTo>
                    <a:pt x="504825" y="19177"/>
                  </a:moveTo>
                  <a:lnTo>
                    <a:pt x="466725" y="18796"/>
                  </a:lnTo>
                  <a:lnTo>
                    <a:pt x="466725" y="28321"/>
                  </a:lnTo>
                  <a:lnTo>
                    <a:pt x="504825" y="28702"/>
                  </a:lnTo>
                  <a:lnTo>
                    <a:pt x="504825" y="19177"/>
                  </a:lnTo>
                  <a:close/>
                </a:path>
                <a:path w="3453129" h="2645409">
                  <a:moveTo>
                    <a:pt x="533654" y="2524379"/>
                  </a:moveTo>
                  <a:lnTo>
                    <a:pt x="529971" y="2515616"/>
                  </a:lnTo>
                  <a:lnTo>
                    <a:pt x="494919" y="2530729"/>
                  </a:lnTo>
                  <a:lnTo>
                    <a:pt x="498729" y="2539365"/>
                  </a:lnTo>
                  <a:lnTo>
                    <a:pt x="533654" y="2524379"/>
                  </a:lnTo>
                  <a:close/>
                </a:path>
                <a:path w="3453129" h="2645409">
                  <a:moveTo>
                    <a:pt x="571500" y="19685"/>
                  </a:moveTo>
                  <a:lnTo>
                    <a:pt x="533400" y="19431"/>
                  </a:lnTo>
                  <a:lnTo>
                    <a:pt x="533400" y="28956"/>
                  </a:lnTo>
                  <a:lnTo>
                    <a:pt x="571500" y="29210"/>
                  </a:lnTo>
                  <a:lnTo>
                    <a:pt x="571500" y="19685"/>
                  </a:lnTo>
                  <a:close/>
                </a:path>
                <a:path w="3453129" h="2645409">
                  <a:moveTo>
                    <a:pt x="594868" y="2497963"/>
                  </a:moveTo>
                  <a:lnTo>
                    <a:pt x="591185" y="2489200"/>
                  </a:lnTo>
                  <a:lnTo>
                    <a:pt x="556133" y="2504313"/>
                  </a:lnTo>
                  <a:lnTo>
                    <a:pt x="559943" y="2513076"/>
                  </a:lnTo>
                  <a:lnTo>
                    <a:pt x="594868" y="2497963"/>
                  </a:lnTo>
                  <a:close/>
                </a:path>
                <a:path w="3453129" h="2645409">
                  <a:moveTo>
                    <a:pt x="638175" y="20320"/>
                  </a:moveTo>
                  <a:lnTo>
                    <a:pt x="600075" y="19939"/>
                  </a:lnTo>
                  <a:lnTo>
                    <a:pt x="600075" y="29464"/>
                  </a:lnTo>
                  <a:lnTo>
                    <a:pt x="638048" y="29845"/>
                  </a:lnTo>
                  <a:lnTo>
                    <a:pt x="638175" y="20320"/>
                  </a:lnTo>
                  <a:close/>
                </a:path>
                <a:path w="3453129" h="2645409">
                  <a:moveTo>
                    <a:pt x="656209" y="2471547"/>
                  </a:moveTo>
                  <a:lnTo>
                    <a:pt x="652399" y="2462784"/>
                  </a:lnTo>
                  <a:lnTo>
                    <a:pt x="617347" y="2477897"/>
                  </a:lnTo>
                  <a:lnTo>
                    <a:pt x="621157" y="2486660"/>
                  </a:lnTo>
                  <a:lnTo>
                    <a:pt x="656209" y="2471547"/>
                  </a:lnTo>
                  <a:close/>
                </a:path>
                <a:path w="3453129" h="2645409">
                  <a:moveTo>
                    <a:pt x="704850" y="20955"/>
                  </a:moveTo>
                  <a:lnTo>
                    <a:pt x="666750" y="20574"/>
                  </a:lnTo>
                  <a:lnTo>
                    <a:pt x="666623" y="30099"/>
                  </a:lnTo>
                  <a:lnTo>
                    <a:pt x="704723" y="30480"/>
                  </a:lnTo>
                  <a:lnTo>
                    <a:pt x="704850" y="20955"/>
                  </a:lnTo>
                  <a:close/>
                </a:path>
                <a:path w="3453129" h="2645409">
                  <a:moveTo>
                    <a:pt x="717423" y="2445131"/>
                  </a:moveTo>
                  <a:lnTo>
                    <a:pt x="713613" y="2436368"/>
                  </a:lnTo>
                  <a:lnTo>
                    <a:pt x="678561" y="2451481"/>
                  </a:lnTo>
                  <a:lnTo>
                    <a:pt x="682371" y="2460244"/>
                  </a:lnTo>
                  <a:lnTo>
                    <a:pt x="717423" y="2445131"/>
                  </a:lnTo>
                  <a:close/>
                </a:path>
                <a:path w="3453129" h="2645409">
                  <a:moveTo>
                    <a:pt x="771525" y="21463"/>
                  </a:moveTo>
                  <a:lnTo>
                    <a:pt x="733425" y="21209"/>
                  </a:lnTo>
                  <a:lnTo>
                    <a:pt x="733298" y="30734"/>
                  </a:lnTo>
                  <a:lnTo>
                    <a:pt x="771398" y="30988"/>
                  </a:lnTo>
                  <a:lnTo>
                    <a:pt x="771525" y="21463"/>
                  </a:lnTo>
                  <a:close/>
                </a:path>
                <a:path w="3453129" h="2645409">
                  <a:moveTo>
                    <a:pt x="778637" y="2418715"/>
                  </a:moveTo>
                  <a:lnTo>
                    <a:pt x="774827" y="2409952"/>
                  </a:lnTo>
                  <a:lnTo>
                    <a:pt x="739902" y="2425065"/>
                  </a:lnTo>
                  <a:lnTo>
                    <a:pt x="743585" y="2433828"/>
                  </a:lnTo>
                  <a:lnTo>
                    <a:pt x="778637" y="2418715"/>
                  </a:lnTo>
                  <a:close/>
                </a:path>
                <a:path w="3453129" h="2645409">
                  <a:moveTo>
                    <a:pt x="838200" y="22098"/>
                  </a:moveTo>
                  <a:lnTo>
                    <a:pt x="800100" y="21717"/>
                  </a:lnTo>
                  <a:lnTo>
                    <a:pt x="799973" y="31242"/>
                  </a:lnTo>
                  <a:lnTo>
                    <a:pt x="838073" y="31623"/>
                  </a:lnTo>
                  <a:lnTo>
                    <a:pt x="838200" y="22098"/>
                  </a:lnTo>
                  <a:close/>
                </a:path>
                <a:path w="3453129" h="2645409">
                  <a:moveTo>
                    <a:pt x="839851" y="2392299"/>
                  </a:moveTo>
                  <a:lnTo>
                    <a:pt x="836041" y="2383536"/>
                  </a:lnTo>
                  <a:lnTo>
                    <a:pt x="801116" y="2398649"/>
                  </a:lnTo>
                  <a:lnTo>
                    <a:pt x="804799" y="2407412"/>
                  </a:lnTo>
                  <a:lnTo>
                    <a:pt x="839851" y="2392299"/>
                  </a:lnTo>
                  <a:close/>
                </a:path>
                <a:path w="3453129" h="2645409">
                  <a:moveTo>
                    <a:pt x="901065" y="2365883"/>
                  </a:moveTo>
                  <a:lnTo>
                    <a:pt x="897255" y="2357120"/>
                  </a:lnTo>
                  <a:lnTo>
                    <a:pt x="862330" y="2372233"/>
                  </a:lnTo>
                  <a:lnTo>
                    <a:pt x="866013" y="2380996"/>
                  </a:lnTo>
                  <a:lnTo>
                    <a:pt x="901065" y="2365883"/>
                  </a:lnTo>
                  <a:close/>
                </a:path>
                <a:path w="3453129" h="2645409">
                  <a:moveTo>
                    <a:pt x="904875" y="22606"/>
                  </a:moveTo>
                  <a:lnTo>
                    <a:pt x="866775" y="22352"/>
                  </a:lnTo>
                  <a:lnTo>
                    <a:pt x="866648" y="31877"/>
                  </a:lnTo>
                  <a:lnTo>
                    <a:pt x="904748" y="32131"/>
                  </a:lnTo>
                  <a:lnTo>
                    <a:pt x="904875" y="22606"/>
                  </a:lnTo>
                  <a:close/>
                </a:path>
                <a:path w="3453129" h="2645409">
                  <a:moveTo>
                    <a:pt x="962279" y="2339467"/>
                  </a:moveTo>
                  <a:lnTo>
                    <a:pt x="958469" y="2330704"/>
                  </a:lnTo>
                  <a:lnTo>
                    <a:pt x="923544" y="2345817"/>
                  </a:lnTo>
                  <a:lnTo>
                    <a:pt x="927227" y="2354580"/>
                  </a:lnTo>
                  <a:lnTo>
                    <a:pt x="962279" y="2339467"/>
                  </a:lnTo>
                  <a:close/>
                </a:path>
                <a:path w="3453129" h="2645409">
                  <a:moveTo>
                    <a:pt x="971550" y="23241"/>
                  </a:moveTo>
                  <a:lnTo>
                    <a:pt x="933450" y="22860"/>
                  </a:lnTo>
                  <a:lnTo>
                    <a:pt x="933323" y="32385"/>
                  </a:lnTo>
                  <a:lnTo>
                    <a:pt x="971423" y="32766"/>
                  </a:lnTo>
                  <a:lnTo>
                    <a:pt x="971550" y="23241"/>
                  </a:lnTo>
                  <a:close/>
                </a:path>
                <a:path w="3453129" h="2645409">
                  <a:moveTo>
                    <a:pt x="1023493" y="2313051"/>
                  </a:moveTo>
                  <a:lnTo>
                    <a:pt x="1019683" y="2304288"/>
                  </a:lnTo>
                  <a:lnTo>
                    <a:pt x="984758" y="2319401"/>
                  </a:lnTo>
                  <a:lnTo>
                    <a:pt x="988568" y="2328164"/>
                  </a:lnTo>
                  <a:lnTo>
                    <a:pt x="1023493" y="2313051"/>
                  </a:lnTo>
                  <a:close/>
                </a:path>
                <a:path w="3453129" h="2645409">
                  <a:moveTo>
                    <a:pt x="1038225" y="23749"/>
                  </a:moveTo>
                  <a:lnTo>
                    <a:pt x="1000125" y="23495"/>
                  </a:lnTo>
                  <a:lnTo>
                    <a:pt x="999998" y="33020"/>
                  </a:lnTo>
                  <a:lnTo>
                    <a:pt x="1038098" y="33274"/>
                  </a:lnTo>
                  <a:lnTo>
                    <a:pt x="1038225" y="23749"/>
                  </a:lnTo>
                  <a:close/>
                </a:path>
                <a:path w="3453129" h="2645409">
                  <a:moveTo>
                    <a:pt x="1084707" y="2286635"/>
                  </a:moveTo>
                  <a:lnTo>
                    <a:pt x="1080897" y="2277999"/>
                  </a:lnTo>
                  <a:lnTo>
                    <a:pt x="1045972" y="2292985"/>
                  </a:lnTo>
                  <a:lnTo>
                    <a:pt x="1049782" y="2301748"/>
                  </a:lnTo>
                  <a:lnTo>
                    <a:pt x="1084707" y="2286635"/>
                  </a:lnTo>
                  <a:close/>
                </a:path>
                <a:path w="3453129" h="2645409">
                  <a:moveTo>
                    <a:pt x="1104900" y="24384"/>
                  </a:moveTo>
                  <a:lnTo>
                    <a:pt x="1066800" y="24003"/>
                  </a:lnTo>
                  <a:lnTo>
                    <a:pt x="1066673" y="33528"/>
                  </a:lnTo>
                  <a:lnTo>
                    <a:pt x="1104773" y="33909"/>
                  </a:lnTo>
                  <a:lnTo>
                    <a:pt x="1104900" y="24384"/>
                  </a:lnTo>
                  <a:close/>
                </a:path>
                <a:path w="3453129" h="2645409">
                  <a:moveTo>
                    <a:pt x="1145921" y="2260219"/>
                  </a:moveTo>
                  <a:lnTo>
                    <a:pt x="1142111" y="2251583"/>
                  </a:lnTo>
                  <a:lnTo>
                    <a:pt x="1107186" y="2266569"/>
                  </a:lnTo>
                  <a:lnTo>
                    <a:pt x="1110996" y="2275332"/>
                  </a:lnTo>
                  <a:lnTo>
                    <a:pt x="1145921" y="2260219"/>
                  </a:lnTo>
                  <a:close/>
                </a:path>
                <a:path w="3453129" h="2645409">
                  <a:moveTo>
                    <a:pt x="1171575" y="24892"/>
                  </a:moveTo>
                  <a:lnTo>
                    <a:pt x="1133475" y="24638"/>
                  </a:lnTo>
                  <a:lnTo>
                    <a:pt x="1133348" y="34163"/>
                  </a:lnTo>
                  <a:lnTo>
                    <a:pt x="1171448" y="34417"/>
                  </a:lnTo>
                  <a:lnTo>
                    <a:pt x="1171575" y="24892"/>
                  </a:lnTo>
                  <a:close/>
                </a:path>
                <a:path w="3453129" h="2645409">
                  <a:moveTo>
                    <a:pt x="1207135" y="2233930"/>
                  </a:moveTo>
                  <a:lnTo>
                    <a:pt x="1203325" y="2225167"/>
                  </a:lnTo>
                  <a:lnTo>
                    <a:pt x="1168400" y="2240153"/>
                  </a:lnTo>
                  <a:lnTo>
                    <a:pt x="1172210" y="2248916"/>
                  </a:lnTo>
                  <a:lnTo>
                    <a:pt x="1207135" y="2233930"/>
                  </a:lnTo>
                  <a:close/>
                </a:path>
                <a:path w="3453129" h="2645409">
                  <a:moveTo>
                    <a:pt x="1238250" y="25527"/>
                  </a:moveTo>
                  <a:lnTo>
                    <a:pt x="1200150" y="25146"/>
                  </a:lnTo>
                  <a:lnTo>
                    <a:pt x="1200023" y="34671"/>
                  </a:lnTo>
                  <a:lnTo>
                    <a:pt x="1238123" y="35052"/>
                  </a:lnTo>
                  <a:lnTo>
                    <a:pt x="1238250" y="25527"/>
                  </a:lnTo>
                  <a:close/>
                </a:path>
                <a:path w="3453129" h="2645409">
                  <a:moveTo>
                    <a:pt x="1268349" y="2207514"/>
                  </a:moveTo>
                  <a:lnTo>
                    <a:pt x="1264666" y="2198751"/>
                  </a:lnTo>
                  <a:lnTo>
                    <a:pt x="1229614" y="2213864"/>
                  </a:lnTo>
                  <a:lnTo>
                    <a:pt x="1233424" y="2222500"/>
                  </a:lnTo>
                  <a:lnTo>
                    <a:pt x="1268349" y="2207514"/>
                  </a:lnTo>
                  <a:close/>
                </a:path>
                <a:path w="3453129" h="2645409">
                  <a:moveTo>
                    <a:pt x="1304925" y="26035"/>
                  </a:moveTo>
                  <a:lnTo>
                    <a:pt x="1266825" y="25781"/>
                  </a:lnTo>
                  <a:lnTo>
                    <a:pt x="1266698" y="35306"/>
                  </a:lnTo>
                  <a:lnTo>
                    <a:pt x="1304798" y="35560"/>
                  </a:lnTo>
                  <a:lnTo>
                    <a:pt x="1304925" y="26035"/>
                  </a:lnTo>
                  <a:close/>
                </a:path>
                <a:path w="3453129" h="2645409">
                  <a:moveTo>
                    <a:pt x="1329563" y="2181098"/>
                  </a:moveTo>
                  <a:lnTo>
                    <a:pt x="1325880" y="2172335"/>
                  </a:lnTo>
                  <a:lnTo>
                    <a:pt x="1290828" y="2187448"/>
                  </a:lnTo>
                  <a:lnTo>
                    <a:pt x="1294638" y="2196211"/>
                  </a:lnTo>
                  <a:lnTo>
                    <a:pt x="1329563" y="2181098"/>
                  </a:lnTo>
                  <a:close/>
                </a:path>
                <a:path w="3453129" h="2645409">
                  <a:moveTo>
                    <a:pt x="1371600" y="26670"/>
                  </a:moveTo>
                  <a:lnTo>
                    <a:pt x="1333500" y="26289"/>
                  </a:lnTo>
                  <a:lnTo>
                    <a:pt x="1333373" y="35814"/>
                  </a:lnTo>
                  <a:lnTo>
                    <a:pt x="1371473" y="36195"/>
                  </a:lnTo>
                  <a:lnTo>
                    <a:pt x="1371600" y="26670"/>
                  </a:lnTo>
                  <a:close/>
                </a:path>
                <a:path w="3453129" h="2645409">
                  <a:moveTo>
                    <a:pt x="1390777" y="2154682"/>
                  </a:moveTo>
                  <a:lnTo>
                    <a:pt x="1387094" y="2145919"/>
                  </a:lnTo>
                  <a:lnTo>
                    <a:pt x="1352042" y="2161032"/>
                  </a:lnTo>
                  <a:lnTo>
                    <a:pt x="1355852" y="2169795"/>
                  </a:lnTo>
                  <a:lnTo>
                    <a:pt x="1390777" y="2154682"/>
                  </a:lnTo>
                  <a:close/>
                </a:path>
                <a:path w="3453129" h="2645409">
                  <a:moveTo>
                    <a:pt x="1438275" y="27305"/>
                  </a:moveTo>
                  <a:lnTo>
                    <a:pt x="1400175" y="26924"/>
                  </a:lnTo>
                  <a:lnTo>
                    <a:pt x="1400048" y="36449"/>
                  </a:lnTo>
                  <a:lnTo>
                    <a:pt x="1438148" y="36830"/>
                  </a:lnTo>
                  <a:lnTo>
                    <a:pt x="1438275" y="27305"/>
                  </a:lnTo>
                  <a:close/>
                </a:path>
                <a:path w="3453129" h="2645409">
                  <a:moveTo>
                    <a:pt x="1451991" y="2128266"/>
                  </a:moveTo>
                  <a:lnTo>
                    <a:pt x="1448308" y="2119503"/>
                  </a:lnTo>
                  <a:lnTo>
                    <a:pt x="1413256" y="2134616"/>
                  </a:lnTo>
                  <a:lnTo>
                    <a:pt x="1417066" y="2143379"/>
                  </a:lnTo>
                  <a:lnTo>
                    <a:pt x="1451991" y="2128266"/>
                  </a:lnTo>
                  <a:close/>
                </a:path>
                <a:path w="3453129" h="2645409">
                  <a:moveTo>
                    <a:pt x="1504950" y="27813"/>
                  </a:moveTo>
                  <a:lnTo>
                    <a:pt x="1466850" y="27432"/>
                  </a:lnTo>
                  <a:lnTo>
                    <a:pt x="1466723" y="36957"/>
                  </a:lnTo>
                  <a:lnTo>
                    <a:pt x="1504823" y="37338"/>
                  </a:lnTo>
                  <a:lnTo>
                    <a:pt x="1504950" y="27813"/>
                  </a:lnTo>
                  <a:close/>
                </a:path>
                <a:path w="3453129" h="2645409">
                  <a:moveTo>
                    <a:pt x="1513332" y="2101850"/>
                  </a:moveTo>
                  <a:lnTo>
                    <a:pt x="1509522" y="2093087"/>
                  </a:lnTo>
                  <a:lnTo>
                    <a:pt x="1474470" y="2108200"/>
                  </a:lnTo>
                  <a:lnTo>
                    <a:pt x="1478280" y="2116963"/>
                  </a:lnTo>
                  <a:lnTo>
                    <a:pt x="1513332" y="2101850"/>
                  </a:lnTo>
                  <a:close/>
                </a:path>
                <a:path w="3453129" h="2645409">
                  <a:moveTo>
                    <a:pt x="1571625" y="28448"/>
                  </a:moveTo>
                  <a:lnTo>
                    <a:pt x="1533525" y="28067"/>
                  </a:lnTo>
                  <a:lnTo>
                    <a:pt x="1533398" y="37592"/>
                  </a:lnTo>
                  <a:lnTo>
                    <a:pt x="1571498" y="37973"/>
                  </a:lnTo>
                  <a:lnTo>
                    <a:pt x="1571625" y="28448"/>
                  </a:lnTo>
                  <a:close/>
                </a:path>
                <a:path w="3453129" h="2645409">
                  <a:moveTo>
                    <a:pt x="1574546" y="2075434"/>
                  </a:moveTo>
                  <a:lnTo>
                    <a:pt x="1570736" y="2066671"/>
                  </a:lnTo>
                  <a:lnTo>
                    <a:pt x="1535684" y="2081784"/>
                  </a:lnTo>
                  <a:lnTo>
                    <a:pt x="1539494" y="2090547"/>
                  </a:lnTo>
                  <a:lnTo>
                    <a:pt x="1574546" y="2075434"/>
                  </a:lnTo>
                  <a:close/>
                </a:path>
                <a:path w="3453129" h="2645409">
                  <a:moveTo>
                    <a:pt x="1635760" y="2049018"/>
                  </a:moveTo>
                  <a:lnTo>
                    <a:pt x="1631950" y="2040255"/>
                  </a:lnTo>
                  <a:lnTo>
                    <a:pt x="1597025" y="2055368"/>
                  </a:lnTo>
                  <a:lnTo>
                    <a:pt x="1600708" y="2064131"/>
                  </a:lnTo>
                  <a:lnTo>
                    <a:pt x="1635760" y="2049018"/>
                  </a:lnTo>
                  <a:close/>
                </a:path>
                <a:path w="3453129" h="2645409">
                  <a:moveTo>
                    <a:pt x="1638300" y="28956"/>
                  </a:moveTo>
                  <a:lnTo>
                    <a:pt x="1600200" y="28702"/>
                  </a:lnTo>
                  <a:lnTo>
                    <a:pt x="1600073" y="38227"/>
                  </a:lnTo>
                  <a:lnTo>
                    <a:pt x="1638173" y="38481"/>
                  </a:lnTo>
                  <a:lnTo>
                    <a:pt x="1638300" y="28956"/>
                  </a:lnTo>
                  <a:close/>
                </a:path>
                <a:path w="3453129" h="2645409">
                  <a:moveTo>
                    <a:pt x="1696974" y="2022602"/>
                  </a:moveTo>
                  <a:lnTo>
                    <a:pt x="1693164" y="2013839"/>
                  </a:lnTo>
                  <a:lnTo>
                    <a:pt x="1658239" y="2028952"/>
                  </a:lnTo>
                  <a:lnTo>
                    <a:pt x="1661922" y="2037715"/>
                  </a:lnTo>
                  <a:lnTo>
                    <a:pt x="1696974" y="2022602"/>
                  </a:lnTo>
                  <a:close/>
                </a:path>
                <a:path w="3453129" h="2645409">
                  <a:moveTo>
                    <a:pt x="1704975" y="29591"/>
                  </a:moveTo>
                  <a:lnTo>
                    <a:pt x="1666875" y="29210"/>
                  </a:lnTo>
                  <a:lnTo>
                    <a:pt x="1666748" y="38735"/>
                  </a:lnTo>
                  <a:lnTo>
                    <a:pt x="1704848" y="39116"/>
                  </a:lnTo>
                  <a:lnTo>
                    <a:pt x="1704975" y="29591"/>
                  </a:lnTo>
                  <a:close/>
                </a:path>
                <a:path w="3453129" h="2645409">
                  <a:moveTo>
                    <a:pt x="1758188" y="1996186"/>
                  </a:moveTo>
                  <a:lnTo>
                    <a:pt x="1754378" y="1987423"/>
                  </a:lnTo>
                  <a:lnTo>
                    <a:pt x="1719453" y="2002536"/>
                  </a:lnTo>
                  <a:lnTo>
                    <a:pt x="1723136" y="2011299"/>
                  </a:lnTo>
                  <a:lnTo>
                    <a:pt x="1758188" y="1996186"/>
                  </a:lnTo>
                  <a:close/>
                </a:path>
                <a:path w="3453129" h="2645409">
                  <a:moveTo>
                    <a:pt x="1771650" y="30099"/>
                  </a:moveTo>
                  <a:lnTo>
                    <a:pt x="1733550" y="29845"/>
                  </a:lnTo>
                  <a:lnTo>
                    <a:pt x="1733423" y="39370"/>
                  </a:lnTo>
                  <a:lnTo>
                    <a:pt x="1771523" y="39624"/>
                  </a:lnTo>
                  <a:lnTo>
                    <a:pt x="1771650" y="30099"/>
                  </a:lnTo>
                  <a:close/>
                </a:path>
                <a:path w="3453129" h="2645409">
                  <a:moveTo>
                    <a:pt x="1819402" y="1969770"/>
                  </a:moveTo>
                  <a:lnTo>
                    <a:pt x="1815592" y="1961007"/>
                  </a:lnTo>
                  <a:lnTo>
                    <a:pt x="1780667" y="1976120"/>
                  </a:lnTo>
                  <a:lnTo>
                    <a:pt x="1784350" y="1984883"/>
                  </a:lnTo>
                  <a:lnTo>
                    <a:pt x="1819402" y="1969770"/>
                  </a:lnTo>
                  <a:close/>
                </a:path>
                <a:path w="3453129" h="2645409">
                  <a:moveTo>
                    <a:pt x="1838325" y="30734"/>
                  </a:moveTo>
                  <a:lnTo>
                    <a:pt x="1800225" y="30353"/>
                  </a:lnTo>
                  <a:lnTo>
                    <a:pt x="1800098" y="39878"/>
                  </a:lnTo>
                  <a:lnTo>
                    <a:pt x="1838198" y="40259"/>
                  </a:lnTo>
                  <a:lnTo>
                    <a:pt x="1838325" y="30734"/>
                  </a:lnTo>
                  <a:close/>
                </a:path>
                <a:path w="3453129" h="2645409">
                  <a:moveTo>
                    <a:pt x="1880616" y="1943354"/>
                  </a:moveTo>
                  <a:lnTo>
                    <a:pt x="1876806" y="1934718"/>
                  </a:lnTo>
                  <a:lnTo>
                    <a:pt x="1841881" y="1949704"/>
                  </a:lnTo>
                  <a:lnTo>
                    <a:pt x="1845691" y="1958467"/>
                  </a:lnTo>
                  <a:lnTo>
                    <a:pt x="1880616" y="1943354"/>
                  </a:lnTo>
                  <a:close/>
                </a:path>
                <a:path w="3453129" h="2645409">
                  <a:moveTo>
                    <a:pt x="1905000" y="31242"/>
                  </a:moveTo>
                  <a:lnTo>
                    <a:pt x="1866900" y="30988"/>
                  </a:lnTo>
                  <a:lnTo>
                    <a:pt x="1866773" y="40513"/>
                  </a:lnTo>
                  <a:lnTo>
                    <a:pt x="1904873" y="40767"/>
                  </a:lnTo>
                  <a:lnTo>
                    <a:pt x="1905000" y="31242"/>
                  </a:lnTo>
                  <a:close/>
                </a:path>
                <a:path w="3453129" h="2645409">
                  <a:moveTo>
                    <a:pt x="1941830" y="1917065"/>
                  </a:moveTo>
                  <a:lnTo>
                    <a:pt x="1938020" y="1908302"/>
                  </a:lnTo>
                  <a:lnTo>
                    <a:pt x="1903095" y="1923288"/>
                  </a:lnTo>
                  <a:lnTo>
                    <a:pt x="1906905" y="1932051"/>
                  </a:lnTo>
                  <a:lnTo>
                    <a:pt x="1941830" y="1917065"/>
                  </a:lnTo>
                  <a:close/>
                </a:path>
                <a:path w="3453129" h="2645409">
                  <a:moveTo>
                    <a:pt x="1971675" y="31877"/>
                  </a:moveTo>
                  <a:lnTo>
                    <a:pt x="1933575" y="31496"/>
                  </a:lnTo>
                  <a:lnTo>
                    <a:pt x="1933448" y="41021"/>
                  </a:lnTo>
                  <a:lnTo>
                    <a:pt x="1971548" y="41402"/>
                  </a:lnTo>
                  <a:lnTo>
                    <a:pt x="1971675" y="31877"/>
                  </a:lnTo>
                  <a:close/>
                </a:path>
                <a:path w="3453129" h="2645409">
                  <a:moveTo>
                    <a:pt x="2003044" y="1890649"/>
                  </a:moveTo>
                  <a:lnTo>
                    <a:pt x="1999234" y="1881886"/>
                  </a:lnTo>
                  <a:lnTo>
                    <a:pt x="1964309" y="1896999"/>
                  </a:lnTo>
                  <a:lnTo>
                    <a:pt x="1968119" y="1905635"/>
                  </a:lnTo>
                  <a:lnTo>
                    <a:pt x="2003044" y="1890649"/>
                  </a:lnTo>
                  <a:close/>
                </a:path>
                <a:path w="3453129" h="2645409">
                  <a:moveTo>
                    <a:pt x="2038350" y="32385"/>
                  </a:moveTo>
                  <a:lnTo>
                    <a:pt x="2000250" y="32131"/>
                  </a:lnTo>
                  <a:lnTo>
                    <a:pt x="2000123" y="41656"/>
                  </a:lnTo>
                  <a:lnTo>
                    <a:pt x="2038223" y="41910"/>
                  </a:lnTo>
                  <a:lnTo>
                    <a:pt x="2038350" y="32385"/>
                  </a:lnTo>
                  <a:close/>
                </a:path>
                <a:path w="3453129" h="2645409">
                  <a:moveTo>
                    <a:pt x="2064258" y="1864233"/>
                  </a:moveTo>
                  <a:lnTo>
                    <a:pt x="2060575" y="1855470"/>
                  </a:lnTo>
                  <a:lnTo>
                    <a:pt x="2025523" y="1870583"/>
                  </a:lnTo>
                  <a:lnTo>
                    <a:pt x="2029333" y="1879219"/>
                  </a:lnTo>
                  <a:lnTo>
                    <a:pt x="2064258" y="1864233"/>
                  </a:lnTo>
                  <a:close/>
                </a:path>
                <a:path w="3453129" h="2645409">
                  <a:moveTo>
                    <a:pt x="2105025" y="33020"/>
                  </a:moveTo>
                  <a:lnTo>
                    <a:pt x="2066925" y="32639"/>
                  </a:lnTo>
                  <a:lnTo>
                    <a:pt x="2066798" y="42164"/>
                  </a:lnTo>
                  <a:lnTo>
                    <a:pt x="2104898" y="42545"/>
                  </a:lnTo>
                  <a:lnTo>
                    <a:pt x="2105025" y="33020"/>
                  </a:lnTo>
                  <a:close/>
                </a:path>
                <a:path w="3453129" h="2645409">
                  <a:moveTo>
                    <a:pt x="2125472" y="1837817"/>
                  </a:moveTo>
                  <a:lnTo>
                    <a:pt x="2121789" y="1829054"/>
                  </a:lnTo>
                  <a:lnTo>
                    <a:pt x="2086737" y="1844167"/>
                  </a:lnTo>
                  <a:lnTo>
                    <a:pt x="2090547" y="1852930"/>
                  </a:lnTo>
                  <a:lnTo>
                    <a:pt x="2125472" y="1837817"/>
                  </a:lnTo>
                  <a:close/>
                </a:path>
                <a:path w="3453129" h="2645409">
                  <a:moveTo>
                    <a:pt x="2186686" y="1811401"/>
                  </a:moveTo>
                  <a:lnTo>
                    <a:pt x="2183003" y="1802638"/>
                  </a:lnTo>
                  <a:lnTo>
                    <a:pt x="2147951" y="1817751"/>
                  </a:lnTo>
                  <a:lnTo>
                    <a:pt x="2151761" y="1826514"/>
                  </a:lnTo>
                  <a:lnTo>
                    <a:pt x="2186686" y="1811401"/>
                  </a:lnTo>
                  <a:close/>
                </a:path>
                <a:path w="3453129" h="2645409">
                  <a:moveTo>
                    <a:pt x="2219960" y="38735"/>
                  </a:moveTo>
                  <a:lnTo>
                    <a:pt x="2209508" y="33401"/>
                  </a:lnTo>
                  <a:lnTo>
                    <a:pt x="2144141" y="0"/>
                  </a:lnTo>
                  <a:lnTo>
                    <a:pt x="2143861" y="33401"/>
                  </a:lnTo>
                  <a:lnTo>
                    <a:pt x="2133587" y="33401"/>
                  </a:lnTo>
                  <a:lnTo>
                    <a:pt x="2133460" y="42926"/>
                  </a:lnTo>
                  <a:lnTo>
                    <a:pt x="2143772" y="42926"/>
                  </a:lnTo>
                  <a:lnTo>
                    <a:pt x="2143506" y="76200"/>
                  </a:lnTo>
                  <a:lnTo>
                    <a:pt x="2211400" y="42926"/>
                  </a:lnTo>
                  <a:lnTo>
                    <a:pt x="2219960" y="38735"/>
                  </a:lnTo>
                  <a:close/>
                </a:path>
                <a:path w="3453129" h="2645409">
                  <a:moveTo>
                    <a:pt x="2247900" y="1784985"/>
                  </a:moveTo>
                  <a:lnTo>
                    <a:pt x="2244217" y="1776222"/>
                  </a:lnTo>
                  <a:lnTo>
                    <a:pt x="2209165" y="1791335"/>
                  </a:lnTo>
                  <a:lnTo>
                    <a:pt x="2212975" y="1800098"/>
                  </a:lnTo>
                  <a:lnTo>
                    <a:pt x="2247900" y="1784985"/>
                  </a:lnTo>
                  <a:close/>
                </a:path>
                <a:path w="3453129" h="2645409">
                  <a:moveTo>
                    <a:pt x="2309241" y="1758569"/>
                  </a:moveTo>
                  <a:lnTo>
                    <a:pt x="2305431" y="1749806"/>
                  </a:lnTo>
                  <a:lnTo>
                    <a:pt x="2270379" y="1764919"/>
                  </a:lnTo>
                  <a:lnTo>
                    <a:pt x="2274189" y="1773682"/>
                  </a:lnTo>
                  <a:lnTo>
                    <a:pt x="2309241" y="1758569"/>
                  </a:lnTo>
                  <a:close/>
                </a:path>
                <a:path w="3453129" h="2645409">
                  <a:moveTo>
                    <a:pt x="2370455" y="1732153"/>
                  </a:moveTo>
                  <a:lnTo>
                    <a:pt x="2366645" y="1723390"/>
                  </a:lnTo>
                  <a:lnTo>
                    <a:pt x="2331593" y="1738503"/>
                  </a:lnTo>
                  <a:lnTo>
                    <a:pt x="2335403" y="1747266"/>
                  </a:lnTo>
                  <a:lnTo>
                    <a:pt x="2370455" y="1732153"/>
                  </a:lnTo>
                  <a:close/>
                </a:path>
                <a:path w="3453129" h="2645409">
                  <a:moveTo>
                    <a:pt x="2431669" y="1705749"/>
                  </a:moveTo>
                  <a:lnTo>
                    <a:pt x="2427859" y="1696986"/>
                  </a:lnTo>
                  <a:lnTo>
                    <a:pt x="2392807" y="1712099"/>
                  </a:lnTo>
                  <a:lnTo>
                    <a:pt x="2396617" y="1720862"/>
                  </a:lnTo>
                  <a:lnTo>
                    <a:pt x="2431669" y="1705749"/>
                  </a:lnTo>
                  <a:close/>
                </a:path>
                <a:path w="3453129" h="2645409">
                  <a:moveTo>
                    <a:pt x="2492883" y="1679321"/>
                  </a:moveTo>
                  <a:lnTo>
                    <a:pt x="2489073" y="1670558"/>
                  </a:lnTo>
                  <a:lnTo>
                    <a:pt x="2454148" y="1685671"/>
                  </a:lnTo>
                  <a:lnTo>
                    <a:pt x="2457831" y="1694434"/>
                  </a:lnTo>
                  <a:lnTo>
                    <a:pt x="2492883" y="1679321"/>
                  </a:lnTo>
                  <a:close/>
                </a:path>
                <a:path w="3453129" h="2645409">
                  <a:moveTo>
                    <a:pt x="2554097" y="1652905"/>
                  </a:moveTo>
                  <a:lnTo>
                    <a:pt x="2550287" y="1644142"/>
                  </a:lnTo>
                  <a:lnTo>
                    <a:pt x="2515362" y="1659255"/>
                  </a:lnTo>
                  <a:lnTo>
                    <a:pt x="2519045" y="1668018"/>
                  </a:lnTo>
                  <a:lnTo>
                    <a:pt x="2554097" y="1652905"/>
                  </a:lnTo>
                  <a:close/>
                </a:path>
                <a:path w="3453129" h="2645409">
                  <a:moveTo>
                    <a:pt x="2615311" y="1626489"/>
                  </a:moveTo>
                  <a:lnTo>
                    <a:pt x="2611501" y="1617853"/>
                  </a:lnTo>
                  <a:lnTo>
                    <a:pt x="2576576" y="1632839"/>
                  </a:lnTo>
                  <a:lnTo>
                    <a:pt x="2580259" y="1641602"/>
                  </a:lnTo>
                  <a:lnTo>
                    <a:pt x="2615311" y="1626489"/>
                  </a:lnTo>
                  <a:close/>
                </a:path>
                <a:path w="3453129" h="2645409">
                  <a:moveTo>
                    <a:pt x="2676525" y="1600073"/>
                  </a:moveTo>
                  <a:lnTo>
                    <a:pt x="2672715" y="1591437"/>
                  </a:lnTo>
                  <a:lnTo>
                    <a:pt x="2637790" y="1606423"/>
                  </a:lnTo>
                  <a:lnTo>
                    <a:pt x="2641473" y="1615186"/>
                  </a:lnTo>
                  <a:lnTo>
                    <a:pt x="2676525" y="1600073"/>
                  </a:lnTo>
                  <a:close/>
                </a:path>
                <a:path w="3453129" h="2645409">
                  <a:moveTo>
                    <a:pt x="2737739" y="1573784"/>
                  </a:moveTo>
                  <a:lnTo>
                    <a:pt x="2733929" y="1565021"/>
                  </a:lnTo>
                  <a:lnTo>
                    <a:pt x="2699004" y="1580007"/>
                  </a:lnTo>
                  <a:lnTo>
                    <a:pt x="2702814" y="1588770"/>
                  </a:lnTo>
                  <a:lnTo>
                    <a:pt x="2737739" y="1573784"/>
                  </a:lnTo>
                  <a:close/>
                </a:path>
                <a:path w="3453129" h="2645409">
                  <a:moveTo>
                    <a:pt x="2798953" y="1547368"/>
                  </a:moveTo>
                  <a:lnTo>
                    <a:pt x="2795143" y="1538605"/>
                  </a:lnTo>
                  <a:lnTo>
                    <a:pt x="2760218" y="1553718"/>
                  </a:lnTo>
                  <a:lnTo>
                    <a:pt x="2764028" y="1562354"/>
                  </a:lnTo>
                  <a:lnTo>
                    <a:pt x="2798953" y="1547368"/>
                  </a:lnTo>
                  <a:close/>
                </a:path>
                <a:path w="3453129" h="2645409">
                  <a:moveTo>
                    <a:pt x="2860167" y="1520952"/>
                  </a:moveTo>
                  <a:lnTo>
                    <a:pt x="2856357" y="1512189"/>
                  </a:lnTo>
                  <a:lnTo>
                    <a:pt x="2821432" y="1527302"/>
                  </a:lnTo>
                  <a:lnTo>
                    <a:pt x="2825242" y="1536065"/>
                  </a:lnTo>
                  <a:lnTo>
                    <a:pt x="2860167" y="1520952"/>
                  </a:lnTo>
                  <a:close/>
                </a:path>
                <a:path w="3453129" h="2645409">
                  <a:moveTo>
                    <a:pt x="2921381" y="1494536"/>
                  </a:moveTo>
                  <a:lnTo>
                    <a:pt x="2917698" y="1485773"/>
                  </a:lnTo>
                  <a:lnTo>
                    <a:pt x="2882646" y="1500886"/>
                  </a:lnTo>
                  <a:lnTo>
                    <a:pt x="2886456" y="1509649"/>
                  </a:lnTo>
                  <a:lnTo>
                    <a:pt x="2921381" y="1494536"/>
                  </a:lnTo>
                  <a:close/>
                </a:path>
                <a:path w="3453129" h="2645409">
                  <a:moveTo>
                    <a:pt x="2982595" y="1468120"/>
                  </a:moveTo>
                  <a:lnTo>
                    <a:pt x="2978899" y="1459357"/>
                  </a:lnTo>
                  <a:lnTo>
                    <a:pt x="2943860" y="1474470"/>
                  </a:lnTo>
                  <a:lnTo>
                    <a:pt x="2947670" y="1483233"/>
                  </a:lnTo>
                  <a:lnTo>
                    <a:pt x="2982595" y="1468120"/>
                  </a:lnTo>
                  <a:close/>
                </a:path>
                <a:path w="3453129" h="2645409">
                  <a:moveTo>
                    <a:pt x="3043809" y="1441704"/>
                  </a:moveTo>
                  <a:lnTo>
                    <a:pt x="3040126" y="1432941"/>
                  </a:lnTo>
                  <a:lnTo>
                    <a:pt x="3005074" y="1448054"/>
                  </a:lnTo>
                  <a:lnTo>
                    <a:pt x="3008884" y="1456817"/>
                  </a:lnTo>
                  <a:lnTo>
                    <a:pt x="3043809" y="1441704"/>
                  </a:lnTo>
                  <a:close/>
                </a:path>
                <a:path w="3453129" h="2645409">
                  <a:moveTo>
                    <a:pt x="3105023" y="1415288"/>
                  </a:moveTo>
                  <a:lnTo>
                    <a:pt x="3101340" y="1406525"/>
                  </a:lnTo>
                  <a:lnTo>
                    <a:pt x="3066288" y="1421638"/>
                  </a:lnTo>
                  <a:lnTo>
                    <a:pt x="3070098" y="1430401"/>
                  </a:lnTo>
                  <a:lnTo>
                    <a:pt x="3105023" y="1415288"/>
                  </a:lnTo>
                  <a:close/>
                </a:path>
                <a:path w="3453129" h="2645409">
                  <a:moveTo>
                    <a:pt x="3166364" y="1388872"/>
                  </a:moveTo>
                  <a:lnTo>
                    <a:pt x="3162554" y="1380109"/>
                  </a:lnTo>
                  <a:lnTo>
                    <a:pt x="3127502" y="1395222"/>
                  </a:lnTo>
                  <a:lnTo>
                    <a:pt x="3131312" y="1403985"/>
                  </a:lnTo>
                  <a:lnTo>
                    <a:pt x="3166364" y="1388872"/>
                  </a:lnTo>
                  <a:close/>
                </a:path>
                <a:path w="3453129" h="2645409">
                  <a:moveTo>
                    <a:pt x="3227578" y="1362456"/>
                  </a:moveTo>
                  <a:lnTo>
                    <a:pt x="3223768" y="1353693"/>
                  </a:lnTo>
                  <a:lnTo>
                    <a:pt x="3188716" y="1368806"/>
                  </a:lnTo>
                  <a:lnTo>
                    <a:pt x="3192526" y="1377569"/>
                  </a:lnTo>
                  <a:lnTo>
                    <a:pt x="3227578" y="1362456"/>
                  </a:lnTo>
                  <a:close/>
                </a:path>
                <a:path w="3453129" h="2645409">
                  <a:moveTo>
                    <a:pt x="3288792" y="1336040"/>
                  </a:moveTo>
                  <a:lnTo>
                    <a:pt x="3284982" y="1327277"/>
                  </a:lnTo>
                  <a:lnTo>
                    <a:pt x="3250057" y="1342390"/>
                  </a:lnTo>
                  <a:lnTo>
                    <a:pt x="3253740" y="1351153"/>
                  </a:lnTo>
                  <a:lnTo>
                    <a:pt x="3288792" y="1336040"/>
                  </a:lnTo>
                  <a:close/>
                </a:path>
                <a:path w="3453129" h="2645409">
                  <a:moveTo>
                    <a:pt x="3350006" y="1309624"/>
                  </a:moveTo>
                  <a:lnTo>
                    <a:pt x="3346196" y="1300861"/>
                  </a:lnTo>
                  <a:lnTo>
                    <a:pt x="3311271" y="1315974"/>
                  </a:lnTo>
                  <a:lnTo>
                    <a:pt x="3314954" y="1324737"/>
                  </a:lnTo>
                  <a:lnTo>
                    <a:pt x="3350006" y="1309624"/>
                  </a:lnTo>
                  <a:close/>
                </a:path>
                <a:path w="3453129" h="2645409">
                  <a:moveTo>
                    <a:pt x="3453003" y="1260094"/>
                  </a:moveTo>
                  <a:lnTo>
                    <a:pt x="3367913" y="1255268"/>
                  </a:lnTo>
                  <a:lnTo>
                    <a:pt x="3381057" y="1285862"/>
                  </a:lnTo>
                  <a:lnTo>
                    <a:pt x="3372485" y="1289558"/>
                  </a:lnTo>
                  <a:lnTo>
                    <a:pt x="3376168" y="1298321"/>
                  </a:lnTo>
                  <a:lnTo>
                    <a:pt x="3384816" y="1294599"/>
                  </a:lnTo>
                  <a:lnTo>
                    <a:pt x="3398012" y="1325245"/>
                  </a:lnTo>
                  <a:lnTo>
                    <a:pt x="3435527" y="1280795"/>
                  </a:lnTo>
                  <a:lnTo>
                    <a:pt x="3453003" y="126009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88119" y="3238880"/>
              <a:ext cx="1681099" cy="482600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2103099" y="6100191"/>
              <a:ext cx="1750695" cy="116205"/>
            </a:xfrm>
            <a:custGeom>
              <a:avLst/>
              <a:gdLst/>
              <a:ahLst/>
              <a:cxnLst/>
              <a:rect l="l" t="t" r="r" b="b"/>
              <a:pathLst>
                <a:path w="1750694" h="116204">
                  <a:moveTo>
                    <a:pt x="380" y="0"/>
                  </a:moveTo>
                  <a:lnTo>
                    <a:pt x="0" y="9525"/>
                  </a:lnTo>
                  <a:lnTo>
                    <a:pt x="38100" y="11175"/>
                  </a:lnTo>
                  <a:lnTo>
                    <a:pt x="38480" y="1650"/>
                  </a:lnTo>
                  <a:lnTo>
                    <a:pt x="380" y="0"/>
                  </a:lnTo>
                  <a:close/>
                </a:path>
                <a:path w="1750694" h="116204">
                  <a:moveTo>
                    <a:pt x="67055" y="2921"/>
                  </a:moveTo>
                  <a:lnTo>
                    <a:pt x="66675" y="12446"/>
                  </a:lnTo>
                  <a:lnTo>
                    <a:pt x="104648" y="14097"/>
                  </a:lnTo>
                  <a:lnTo>
                    <a:pt x="105155" y="4572"/>
                  </a:lnTo>
                  <a:lnTo>
                    <a:pt x="67055" y="2921"/>
                  </a:lnTo>
                  <a:close/>
                </a:path>
                <a:path w="1750694" h="116204">
                  <a:moveTo>
                    <a:pt x="133603" y="5842"/>
                  </a:moveTo>
                  <a:lnTo>
                    <a:pt x="133223" y="15239"/>
                  </a:lnTo>
                  <a:lnTo>
                    <a:pt x="171323" y="17018"/>
                  </a:lnTo>
                  <a:lnTo>
                    <a:pt x="171703" y="7493"/>
                  </a:lnTo>
                  <a:lnTo>
                    <a:pt x="133603" y="5842"/>
                  </a:lnTo>
                  <a:close/>
                </a:path>
                <a:path w="1750694" h="116204">
                  <a:moveTo>
                    <a:pt x="200278" y="8636"/>
                  </a:moveTo>
                  <a:lnTo>
                    <a:pt x="199898" y="18161"/>
                  </a:lnTo>
                  <a:lnTo>
                    <a:pt x="237871" y="19812"/>
                  </a:lnTo>
                  <a:lnTo>
                    <a:pt x="238378" y="10287"/>
                  </a:lnTo>
                  <a:lnTo>
                    <a:pt x="200278" y="8636"/>
                  </a:lnTo>
                  <a:close/>
                </a:path>
                <a:path w="1750694" h="116204">
                  <a:moveTo>
                    <a:pt x="266826" y="11557"/>
                  </a:moveTo>
                  <a:lnTo>
                    <a:pt x="266446" y="21082"/>
                  </a:lnTo>
                  <a:lnTo>
                    <a:pt x="304546" y="22733"/>
                  </a:lnTo>
                  <a:lnTo>
                    <a:pt x="304926" y="13208"/>
                  </a:lnTo>
                  <a:lnTo>
                    <a:pt x="266826" y="11557"/>
                  </a:lnTo>
                  <a:close/>
                </a:path>
                <a:path w="1750694" h="116204">
                  <a:moveTo>
                    <a:pt x="333501" y="14478"/>
                  </a:moveTo>
                  <a:lnTo>
                    <a:pt x="333121" y="24003"/>
                  </a:lnTo>
                  <a:lnTo>
                    <a:pt x="371094" y="25654"/>
                  </a:lnTo>
                  <a:lnTo>
                    <a:pt x="371601" y="16129"/>
                  </a:lnTo>
                  <a:lnTo>
                    <a:pt x="333501" y="14478"/>
                  </a:lnTo>
                  <a:close/>
                </a:path>
                <a:path w="1750694" h="116204">
                  <a:moveTo>
                    <a:pt x="400050" y="17399"/>
                  </a:moveTo>
                  <a:lnTo>
                    <a:pt x="399669" y="26924"/>
                  </a:lnTo>
                  <a:lnTo>
                    <a:pt x="437769" y="28575"/>
                  </a:lnTo>
                  <a:lnTo>
                    <a:pt x="438150" y="19050"/>
                  </a:lnTo>
                  <a:lnTo>
                    <a:pt x="400050" y="17399"/>
                  </a:lnTo>
                  <a:close/>
                </a:path>
                <a:path w="1750694" h="116204">
                  <a:moveTo>
                    <a:pt x="466725" y="20320"/>
                  </a:moveTo>
                  <a:lnTo>
                    <a:pt x="466344" y="29845"/>
                  </a:lnTo>
                  <a:lnTo>
                    <a:pt x="504317" y="31496"/>
                  </a:lnTo>
                  <a:lnTo>
                    <a:pt x="504825" y="21971"/>
                  </a:lnTo>
                  <a:lnTo>
                    <a:pt x="466725" y="20320"/>
                  </a:lnTo>
                  <a:close/>
                </a:path>
                <a:path w="1750694" h="116204">
                  <a:moveTo>
                    <a:pt x="533273" y="23241"/>
                  </a:moveTo>
                  <a:lnTo>
                    <a:pt x="532892" y="32638"/>
                  </a:lnTo>
                  <a:lnTo>
                    <a:pt x="570992" y="34417"/>
                  </a:lnTo>
                  <a:lnTo>
                    <a:pt x="571373" y="24892"/>
                  </a:lnTo>
                  <a:lnTo>
                    <a:pt x="533273" y="23241"/>
                  </a:lnTo>
                  <a:close/>
                </a:path>
                <a:path w="1750694" h="116204">
                  <a:moveTo>
                    <a:pt x="599948" y="26035"/>
                  </a:moveTo>
                  <a:lnTo>
                    <a:pt x="599567" y="35560"/>
                  </a:lnTo>
                  <a:lnTo>
                    <a:pt x="637540" y="37211"/>
                  </a:lnTo>
                  <a:lnTo>
                    <a:pt x="638048" y="27686"/>
                  </a:lnTo>
                  <a:lnTo>
                    <a:pt x="599948" y="26035"/>
                  </a:lnTo>
                  <a:close/>
                </a:path>
                <a:path w="1750694" h="116204">
                  <a:moveTo>
                    <a:pt x="666496" y="28956"/>
                  </a:moveTo>
                  <a:lnTo>
                    <a:pt x="666115" y="38481"/>
                  </a:lnTo>
                  <a:lnTo>
                    <a:pt x="704215" y="40132"/>
                  </a:lnTo>
                  <a:lnTo>
                    <a:pt x="704596" y="30607"/>
                  </a:lnTo>
                  <a:lnTo>
                    <a:pt x="666496" y="28956"/>
                  </a:lnTo>
                  <a:close/>
                </a:path>
                <a:path w="1750694" h="116204">
                  <a:moveTo>
                    <a:pt x="733171" y="31876"/>
                  </a:moveTo>
                  <a:lnTo>
                    <a:pt x="732790" y="41401"/>
                  </a:lnTo>
                  <a:lnTo>
                    <a:pt x="770763" y="43053"/>
                  </a:lnTo>
                  <a:lnTo>
                    <a:pt x="771271" y="33528"/>
                  </a:lnTo>
                  <a:lnTo>
                    <a:pt x="733171" y="31876"/>
                  </a:lnTo>
                  <a:close/>
                </a:path>
                <a:path w="1750694" h="116204">
                  <a:moveTo>
                    <a:pt x="799719" y="34798"/>
                  </a:moveTo>
                  <a:lnTo>
                    <a:pt x="799338" y="44323"/>
                  </a:lnTo>
                  <a:lnTo>
                    <a:pt x="837438" y="45974"/>
                  </a:lnTo>
                  <a:lnTo>
                    <a:pt x="837819" y="36449"/>
                  </a:lnTo>
                  <a:lnTo>
                    <a:pt x="799719" y="34798"/>
                  </a:lnTo>
                  <a:close/>
                </a:path>
                <a:path w="1750694" h="116204">
                  <a:moveTo>
                    <a:pt x="866394" y="37719"/>
                  </a:moveTo>
                  <a:lnTo>
                    <a:pt x="866013" y="47244"/>
                  </a:lnTo>
                  <a:lnTo>
                    <a:pt x="903986" y="48895"/>
                  </a:lnTo>
                  <a:lnTo>
                    <a:pt x="904494" y="39370"/>
                  </a:lnTo>
                  <a:lnTo>
                    <a:pt x="866394" y="37719"/>
                  </a:lnTo>
                  <a:close/>
                </a:path>
                <a:path w="1750694" h="116204">
                  <a:moveTo>
                    <a:pt x="932942" y="40639"/>
                  </a:moveTo>
                  <a:lnTo>
                    <a:pt x="932561" y="50164"/>
                  </a:lnTo>
                  <a:lnTo>
                    <a:pt x="970661" y="51816"/>
                  </a:lnTo>
                  <a:lnTo>
                    <a:pt x="971042" y="42291"/>
                  </a:lnTo>
                  <a:lnTo>
                    <a:pt x="932942" y="40639"/>
                  </a:lnTo>
                  <a:close/>
                </a:path>
                <a:path w="1750694" h="116204">
                  <a:moveTo>
                    <a:pt x="999617" y="43434"/>
                  </a:moveTo>
                  <a:lnTo>
                    <a:pt x="999236" y="52959"/>
                  </a:lnTo>
                  <a:lnTo>
                    <a:pt x="1037209" y="54610"/>
                  </a:lnTo>
                  <a:lnTo>
                    <a:pt x="1037717" y="45085"/>
                  </a:lnTo>
                  <a:lnTo>
                    <a:pt x="999617" y="43434"/>
                  </a:lnTo>
                  <a:close/>
                </a:path>
                <a:path w="1750694" h="116204">
                  <a:moveTo>
                    <a:pt x="1066165" y="46355"/>
                  </a:moveTo>
                  <a:lnTo>
                    <a:pt x="1065784" y="55880"/>
                  </a:lnTo>
                  <a:lnTo>
                    <a:pt x="1103884" y="57531"/>
                  </a:lnTo>
                  <a:lnTo>
                    <a:pt x="1104265" y="48006"/>
                  </a:lnTo>
                  <a:lnTo>
                    <a:pt x="1066165" y="46355"/>
                  </a:lnTo>
                  <a:close/>
                </a:path>
                <a:path w="1750694" h="116204">
                  <a:moveTo>
                    <a:pt x="1132840" y="49275"/>
                  </a:moveTo>
                  <a:lnTo>
                    <a:pt x="1132459" y="58800"/>
                  </a:lnTo>
                  <a:lnTo>
                    <a:pt x="1170432" y="60451"/>
                  </a:lnTo>
                  <a:lnTo>
                    <a:pt x="1170940" y="50926"/>
                  </a:lnTo>
                  <a:lnTo>
                    <a:pt x="1132840" y="49275"/>
                  </a:lnTo>
                  <a:close/>
                </a:path>
                <a:path w="1750694" h="116204">
                  <a:moveTo>
                    <a:pt x="1199388" y="52197"/>
                  </a:moveTo>
                  <a:lnTo>
                    <a:pt x="1199007" y="61722"/>
                  </a:lnTo>
                  <a:lnTo>
                    <a:pt x="1237107" y="63373"/>
                  </a:lnTo>
                  <a:lnTo>
                    <a:pt x="1237488" y="53848"/>
                  </a:lnTo>
                  <a:lnTo>
                    <a:pt x="1199388" y="52197"/>
                  </a:lnTo>
                  <a:close/>
                </a:path>
                <a:path w="1750694" h="116204">
                  <a:moveTo>
                    <a:pt x="1266063" y="55118"/>
                  </a:moveTo>
                  <a:lnTo>
                    <a:pt x="1265682" y="64643"/>
                  </a:lnTo>
                  <a:lnTo>
                    <a:pt x="1303655" y="66294"/>
                  </a:lnTo>
                  <a:lnTo>
                    <a:pt x="1304163" y="56769"/>
                  </a:lnTo>
                  <a:lnTo>
                    <a:pt x="1266063" y="55118"/>
                  </a:lnTo>
                  <a:close/>
                </a:path>
                <a:path w="1750694" h="116204">
                  <a:moveTo>
                    <a:pt x="1332611" y="58038"/>
                  </a:moveTo>
                  <a:lnTo>
                    <a:pt x="1332230" y="67563"/>
                  </a:lnTo>
                  <a:lnTo>
                    <a:pt x="1370330" y="69214"/>
                  </a:lnTo>
                  <a:lnTo>
                    <a:pt x="1370711" y="59689"/>
                  </a:lnTo>
                  <a:lnTo>
                    <a:pt x="1332611" y="58038"/>
                  </a:lnTo>
                  <a:close/>
                </a:path>
                <a:path w="1750694" h="116204">
                  <a:moveTo>
                    <a:pt x="1399286" y="60833"/>
                  </a:moveTo>
                  <a:lnTo>
                    <a:pt x="1398905" y="70358"/>
                  </a:lnTo>
                  <a:lnTo>
                    <a:pt x="1436878" y="72009"/>
                  </a:lnTo>
                  <a:lnTo>
                    <a:pt x="1437386" y="62484"/>
                  </a:lnTo>
                  <a:lnTo>
                    <a:pt x="1399286" y="60833"/>
                  </a:lnTo>
                  <a:close/>
                </a:path>
                <a:path w="1750694" h="116204">
                  <a:moveTo>
                    <a:pt x="1465834" y="63754"/>
                  </a:moveTo>
                  <a:lnTo>
                    <a:pt x="1465453" y="73279"/>
                  </a:lnTo>
                  <a:lnTo>
                    <a:pt x="1503553" y="74930"/>
                  </a:lnTo>
                  <a:lnTo>
                    <a:pt x="1503934" y="65405"/>
                  </a:lnTo>
                  <a:lnTo>
                    <a:pt x="1465834" y="63754"/>
                  </a:lnTo>
                  <a:close/>
                </a:path>
                <a:path w="1750694" h="116204">
                  <a:moveTo>
                    <a:pt x="1532509" y="66675"/>
                  </a:moveTo>
                  <a:lnTo>
                    <a:pt x="1532128" y="76200"/>
                  </a:lnTo>
                  <a:lnTo>
                    <a:pt x="1570101" y="77850"/>
                  </a:lnTo>
                  <a:lnTo>
                    <a:pt x="1570609" y="68325"/>
                  </a:lnTo>
                  <a:lnTo>
                    <a:pt x="1532509" y="66675"/>
                  </a:lnTo>
                  <a:close/>
                </a:path>
                <a:path w="1750694" h="116204">
                  <a:moveTo>
                    <a:pt x="1599057" y="69596"/>
                  </a:moveTo>
                  <a:lnTo>
                    <a:pt x="1598676" y="79121"/>
                  </a:lnTo>
                  <a:lnTo>
                    <a:pt x="1636776" y="80772"/>
                  </a:lnTo>
                  <a:lnTo>
                    <a:pt x="1637157" y="71247"/>
                  </a:lnTo>
                  <a:lnTo>
                    <a:pt x="1599057" y="69596"/>
                  </a:lnTo>
                  <a:close/>
                </a:path>
                <a:path w="1750694" h="116204">
                  <a:moveTo>
                    <a:pt x="1676019" y="39624"/>
                  </a:moveTo>
                  <a:lnTo>
                    <a:pt x="1674536" y="72517"/>
                  </a:lnTo>
                  <a:lnTo>
                    <a:pt x="1674519" y="72880"/>
                  </a:lnTo>
                  <a:lnTo>
                    <a:pt x="1687194" y="73406"/>
                  </a:lnTo>
                  <a:lnTo>
                    <a:pt x="1686895" y="80899"/>
                  </a:lnTo>
                  <a:lnTo>
                    <a:pt x="1686813" y="82931"/>
                  </a:lnTo>
                  <a:lnTo>
                    <a:pt x="1674066" y="82931"/>
                  </a:lnTo>
                  <a:lnTo>
                    <a:pt x="1672590" y="115697"/>
                  </a:lnTo>
                  <a:lnTo>
                    <a:pt x="1745894" y="82931"/>
                  </a:lnTo>
                  <a:lnTo>
                    <a:pt x="1686813" y="82931"/>
                  </a:lnTo>
                  <a:lnTo>
                    <a:pt x="1674090" y="82403"/>
                  </a:lnTo>
                  <a:lnTo>
                    <a:pt x="1747073" y="82403"/>
                  </a:lnTo>
                  <a:lnTo>
                    <a:pt x="1750440" y="80899"/>
                  </a:lnTo>
                  <a:lnTo>
                    <a:pt x="1676019" y="39624"/>
                  </a:lnTo>
                  <a:close/>
                </a:path>
                <a:path w="1750694" h="116204">
                  <a:moveTo>
                    <a:pt x="1674519" y="72880"/>
                  </a:moveTo>
                  <a:lnTo>
                    <a:pt x="1674158" y="80899"/>
                  </a:lnTo>
                  <a:lnTo>
                    <a:pt x="1674090" y="82403"/>
                  </a:lnTo>
                  <a:lnTo>
                    <a:pt x="1686813" y="82931"/>
                  </a:lnTo>
                  <a:lnTo>
                    <a:pt x="1687194" y="73406"/>
                  </a:lnTo>
                  <a:lnTo>
                    <a:pt x="1674519" y="72880"/>
                  </a:lnTo>
                  <a:close/>
                </a:path>
                <a:path w="1750694" h="116204">
                  <a:moveTo>
                    <a:pt x="1665732" y="72517"/>
                  </a:moveTo>
                  <a:lnTo>
                    <a:pt x="1665396" y="80899"/>
                  </a:lnTo>
                  <a:lnTo>
                    <a:pt x="1665351" y="82042"/>
                  </a:lnTo>
                  <a:lnTo>
                    <a:pt x="1674090" y="82403"/>
                  </a:lnTo>
                  <a:lnTo>
                    <a:pt x="1674496" y="73406"/>
                  </a:lnTo>
                  <a:lnTo>
                    <a:pt x="1674519" y="72880"/>
                  </a:lnTo>
                  <a:lnTo>
                    <a:pt x="1665732" y="72517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40818" y="5915279"/>
              <a:ext cx="595122" cy="60121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90846" y="4959134"/>
              <a:ext cx="592861" cy="64283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630161" y="7202551"/>
              <a:ext cx="3244215" cy="1443990"/>
            </a:xfrm>
            <a:custGeom>
              <a:avLst/>
              <a:gdLst/>
              <a:ahLst/>
              <a:cxnLst/>
              <a:rect l="l" t="t" r="r" b="b"/>
              <a:pathLst>
                <a:path w="3244215" h="1443990">
                  <a:moveTo>
                    <a:pt x="0" y="1443609"/>
                  </a:moveTo>
                  <a:lnTo>
                    <a:pt x="3244214" y="1443609"/>
                  </a:lnTo>
                  <a:lnTo>
                    <a:pt x="3244214" y="0"/>
                  </a:lnTo>
                  <a:lnTo>
                    <a:pt x="0" y="0"/>
                  </a:lnTo>
                  <a:lnTo>
                    <a:pt x="0" y="1443609"/>
                  </a:lnTo>
                  <a:close/>
                </a:path>
              </a:pathLst>
            </a:custGeom>
            <a:ln w="9525">
              <a:solidFill>
                <a:srgbClr val="00537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21108" y="4766233"/>
              <a:ext cx="728370" cy="747344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4150867" y="5542915"/>
            <a:ext cx="1203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90">
                <a:latin typeface="Calibri"/>
                <a:cs typeface="Calibri"/>
              </a:rPr>
              <a:t>Producers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2260960" y="5435600"/>
            <a:ext cx="1336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5">
                <a:latin typeface="Calibri"/>
                <a:cs typeface="Calibri"/>
              </a:rPr>
              <a:t>Consumers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764908" y="4935359"/>
            <a:ext cx="2553335" cy="883919"/>
            <a:chOff x="764908" y="4935359"/>
            <a:chExt cx="2553335" cy="883919"/>
          </a:xfrm>
        </p:grpSpPr>
        <p:pic>
          <p:nvPicPr>
            <p:cNvPr id="50" name="object 5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4908" y="4935359"/>
              <a:ext cx="843648" cy="843648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57095" y="5014061"/>
              <a:ext cx="804951" cy="804951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41346" y="5057317"/>
              <a:ext cx="676859" cy="676859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659269" y="4878323"/>
            <a:ext cx="2974975" cy="1509395"/>
          </a:xfrm>
          <a:prstGeom prst="rect">
            <a:avLst/>
          </a:prstGeom>
          <a:ln w="9525">
            <a:solidFill>
              <a:srgbClr val="005376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800">
              <a:latin typeface="Times New Roman"/>
              <a:cs typeface="Times New Roman"/>
            </a:endParaRPr>
          </a:p>
          <a:p>
            <a:pPr marL="647065">
              <a:lnSpc>
                <a:spcPct val="100000"/>
              </a:lnSpc>
            </a:pPr>
            <a:r>
              <a:rPr dirty="0" sz="1800" spc="190">
                <a:latin typeface="Calibri"/>
                <a:cs typeface="Calibri"/>
              </a:rPr>
              <a:t>Sensor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 spc="20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4108303" y="7492250"/>
            <a:ext cx="3423920" cy="582295"/>
            <a:chOff x="14108303" y="7492250"/>
            <a:chExt cx="3423920" cy="582295"/>
          </a:xfrm>
        </p:grpSpPr>
        <p:pic>
          <p:nvPicPr>
            <p:cNvPr id="55" name="object 5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08303" y="7492250"/>
              <a:ext cx="722515" cy="582155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4731111" y="7608087"/>
              <a:ext cx="2800985" cy="327025"/>
            </a:xfrm>
            <a:custGeom>
              <a:avLst/>
              <a:gdLst/>
              <a:ahLst/>
              <a:cxnLst/>
              <a:rect l="l" t="t" r="r" b="b"/>
              <a:pathLst>
                <a:path w="2800984" h="327025">
                  <a:moveTo>
                    <a:pt x="2800857" y="0"/>
                  </a:moveTo>
                  <a:lnTo>
                    <a:pt x="0" y="0"/>
                  </a:lnTo>
                  <a:lnTo>
                    <a:pt x="0" y="326999"/>
                  </a:lnTo>
                  <a:lnTo>
                    <a:pt x="2800857" y="326999"/>
                  </a:lnTo>
                  <a:lnTo>
                    <a:pt x="28008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14719808" y="7644130"/>
            <a:ext cx="184721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229">
                <a:latin typeface="Calibri"/>
                <a:cs typeface="Calibri"/>
              </a:rPr>
              <a:t>SQL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3961110" y="8065249"/>
            <a:ext cx="3519804" cy="787400"/>
            <a:chOff x="13961110" y="8065249"/>
            <a:chExt cx="3519804" cy="787400"/>
          </a:xfrm>
        </p:grpSpPr>
        <p:pic>
          <p:nvPicPr>
            <p:cNvPr id="59" name="object 5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961110" y="8065249"/>
              <a:ext cx="787158" cy="787158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4679930" y="8321954"/>
              <a:ext cx="2800985" cy="327025"/>
            </a:xfrm>
            <a:custGeom>
              <a:avLst/>
              <a:gdLst/>
              <a:ahLst/>
              <a:cxnLst/>
              <a:rect l="l" t="t" r="r" b="b"/>
              <a:pathLst>
                <a:path w="2800984" h="327025">
                  <a:moveTo>
                    <a:pt x="2800857" y="0"/>
                  </a:moveTo>
                  <a:lnTo>
                    <a:pt x="0" y="0"/>
                  </a:lnTo>
                  <a:lnTo>
                    <a:pt x="0" y="326999"/>
                  </a:lnTo>
                  <a:lnTo>
                    <a:pt x="2800857" y="326999"/>
                  </a:lnTo>
                  <a:lnTo>
                    <a:pt x="28008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14668245" y="8357996"/>
            <a:ext cx="21996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5">
                <a:latin typeface="Calibri"/>
                <a:cs typeface="Calibri"/>
              </a:rPr>
              <a:t>Azure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190">
                <a:latin typeface="Calibri"/>
                <a:cs typeface="Calibri"/>
              </a:rPr>
              <a:t>Cosmos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 spc="155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4521200" y="4272279"/>
            <a:ext cx="9280525" cy="3594100"/>
            <a:chOff x="4521200" y="4272279"/>
            <a:chExt cx="9280525" cy="3594100"/>
          </a:xfrm>
        </p:grpSpPr>
        <p:sp>
          <p:nvSpPr>
            <p:cNvPr id="63" name="object 63" descr=""/>
            <p:cNvSpPr/>
            <p:nvPr/>
          </p:nvSpPr>
          <p:spPr>
            <a:xfrm>
              <a:off x="12032233" y="4272279"/>
              <a:ext cx="1769745" cy="1278890"/>
            </a:xfrm>
            <a:custGeom>
              <a:avLst/>
              <a:gdLst/>
              <a:ahLst/>
              <a:cxnLst/>
              <a:rect l="l" t="t" r="r" b="b"/>
              <a:pathLst>
                <a:path w="1769744" h="1278889">
                  <a:moveTo>
                    <a:pt x="30988" y="1248791"/>
                  </a:moveTo>
                  <a:lnTo>
                    <a:pt x="0" y="1271143"/>
                  </a:lnTo>
                  <a:lnTo>
                    <a:pt x="5588" y="1278890"/>
                  </a:lnTo>
                  <a:lnTo>
                    <a:pt x="36575" y="1256538"/>
                  </a:lnTo>
                  <a:lnTo>
                    <a:pt x="30988" y="1248791"/>
                  </a:lnTo>
                  <a:close/>
                </a:path>
                <a:path w="1769744" h="1278889">
                  <a:moveTo>
                    <a:pt x="84963" y="1209802"/>
                  </a:moveTo>
                  <a:lnTo>
                    <a:pt x="54101" y="1232154"/>
                  </a:lnTo>
                  <a:lnTo>
                    <a:pt x="59690" y="1239901"/>
                  </a:lnTo>
                  <a:lnTo>
                    <a:pt x="90550" y="1217549"/>
                  </a:lnTo>
                  <a:lnTo>
                    <a:pt x="84963" y="1209802"/>
                  </a:lnTo>
                  <a:close/>
                </a:path>
                <a:path w="1769744" h="1278889">
                  <a:moveTo>
                    <a:pt x="139065" y="1170813"/>
                  </a:moveTo>
                  <a:lnTo>
                    <a:pt x="108204" y="1193165"/>
                  </a:lnTo>
                  <a:lnTo>
                    <a:pt x="113792" y="1200785"/>
                  </a:lnTo>
                  <a:lnTo>
                    <a:pt x="144652" y="1178560"/>
                  </a:lnTo>
                  <a:lnTo>
                    <a:pt x="139065" y="1170813"/>
                  </a:lnTo>
                  <a:close/>
                </a:path>
                <a:path w="1769744" h="1278889">
                  <a:moveTo>
                    <a:pt x="193167" y="1131824"/>
                  </a:moveTo>
                  <a:lnTo>
                    <a:pt x="162179" y="1154049"/>
                  </a:lnTo>
                  <a:lnTo>
                    <a:pt x="167767" y="1161796"/>
                  </a:lnTo>
                  <a:lnTo>
                    <a:pt x="198755" y="1139571"/>
                  </a:lnTo>
                  <a:lnTo>
                    <a:pt x="193167" y="1131824"/>
                  </a:lnTo>
                  <a:close/>
                </a:path>
                <a:path w="1769744" h="1278889">
                  <a:moveTo>
                    <a:pt x="247142" y="1092708"/>
                  </a:moveTo>
                  <a:lnTo>
                    <a:pt x="216281" y="1115060"/>
                  </a:lnTo>
                  <a:lnTo>
                    <a:pt x="221869" y="1122807"/>
                  </a:lnTo>
                  <a:lnTo>
                    <a:pt x="252730" y="1100455"/>
                  </a:lnTo>
                  <a:lnTo>
                    <a:pt x="247142" y="1092708"/>
                  </a:lnTo>
                  <a:close/>
                </a:path>
                <a:path w="1769744" h="1278889">
                  <a:moveTo>
                    <a:pt x="301244" y="1053719"/>
                  </a:moveTo>
                  <a:lnTo>
                    <a:pt x="270383" y="1076071"/>
                  </a:lnTo>
                  <a:lnTo>
                    <a:pt x="275971" y="1083818"/>
                  </a:lnTo>
                  <a:lnTo>
                    <a:pt x="306832" y="1061466"/>
                  </a:lnTo>
                  <a:lnTo>
                    <a:pt x="301244" y="1053719"/>
                  </a:lnTo>
                  <a:close/>
                </a:path>
                <a:path w="1769744" h="1278889">
                  <a:moveTo>
                    <a:pt x="355346" y="1014730"/>
                  </a:moveTo>
                  <a:lnTo>
                    <a:pt x="324485" y="1036955"/>
                  </a:lnTo>
                  <a:lnTo>
                    <a:pt x="329946" y="1044702"/>
                  </a:lnTo>
                  <a:lnTo>
                    <a:pt x="360934" y="1022477"/>
                  </a:lnTo>
                  <a:lnTo>
                    <a:pt x="355346" y="1014730"/>
                  </a:lnTo>
                  <a:close/>
                </a:path>
                <a:path w="1769744" h="1278889">
                  <a:moveTo>
                    <a:pt x="409321" y="975741"/>
                  </a:moveTo>
                  <a:lnTo>
                    <a:pt x="378460" y="997966"/>
                  </a:lnTo>
                  <a:lnTo>
                    <a:pt x="384048" y="1005713"/>
                  </a:lnTo>
                  <a:lnTo>
                    <a:pt x="414909" y="983361"/>
                  </a:lnTo>
                  <a:lnTo>
                    <a:pt x="409321" y="975741"/>
                  </a:lnTo>
                  <a:close/>
                </a:path>
                <a:path w="1769744" h="1278889">
                  <a:moveTo>
                    <a:pt x="463423" y="936625"/>
                  </a:moveTo>
                  <a:lnTo>
                    <a:pt x="432562" y="958977"/>
                  </a:lnTo>
                  <a:lnTo>
                    <a:pt x="438150" y="966724"/>
                  </a:lnTo>
                  <a:lnTo>
                    <a:pt x="469011" y="944372"/>
                  </a:lnTo>
                  <a:lnTo>
                    <a:pt x="463423" y="936625"/>
                  </a:lnTo>
                  <a:close/>
                </a:path>
                <a:path w="1769744" h="1278889">
                  <a:moveTo>
                    <a:pt x="517525" y="897636"/>
                  </a:moveTo>
                  <a:lnTo>
                    <a:pt x="486664" y="919988"/>
                  </a:lnTo>
                  <a:lnTo>
                    <a:pt x="492125" y="927608"/>
                  </a:lnTo>
                  <a:lnTo>
                    <a:pt x="523113" y="905383"/>
                  </a:lnTo>
                  <a:lnTo>
                    <a:pt x="517525" y="897636"/>
                  </a:lnTo>
                  <a:close/>
                </a:path>
                <a:path w="1769744" h="1278889">
                  <a:moveTo>
                    <a:pt x="571626" y="858647"/>
                  </a:moveTo>
                  <a:lnTo>
                    <a:pt x="540639" y="880872"/>
                  </a:lnTo>
                  <a:lnTo>
                    <a:pt x="546226" y="888619"/>
                  </a:lnTo>
                  <a:lnTo>
                    <a:pt x="577088" y="866394"/>
                  </a:lnTo>
                  <a:lnTo>
                    <a:pt x="571626" y="858647"/>
                  </a:lnTo>
                  <a:close/>
                </a:path>
                <a:path w="1769744" h="1278889">
                  <a:moveTo>
                    <a:pt x="625601" y="819658"/>
                  </a:moveTo>
                  <a:lnTo>
                    <a:pt x="594741" y="841883"/>
                  </a:lnTo>
                  <a:lnTo>
                    <a:pt x="600329" y="849630"/>
                  </a:lnTo>
                  <a:lnTo>
                    <a:pt x="631190" y="827278"/>
                  </a:lnTo>
                  <a:lnTo>
                    <a:pt x="625601" y="819658"/>
                  </a:lnTo>
                  <a:close/>
                </a:path>
                <a:path w="1769744" h="1278889">
                  <a:moveTo>
                    <a:pt x="679704" y="780542"/>
                  </a:moveTo>
                  <a:lnTo>
                    <a:pt x="648843" y="802894"/>
                  </a:lnTo>
                  <a:lnTo>
                    <a:pt x="654431" y="810641"/>
                  </a:lnTo>
                  <a:lnTo>
                    <a:pt x="685292" y="788289"/>
                  </a:lnTo>
                  <a:lnTo>
                    <a:pt x="679704" y="780542"/>
                  </a:lnTo>
                  <a:close/>
                </a:path>
                <a:path w="1769744" h="1278889">
                  <a:moveTo>
                    <a:pt x="733806" y="741553"/>
                  </a:moveTo>
                  <a:lnTo>
                    <a:pt x="702818" y="763905"/>
                  </a:lnTo>
                  <a:lnTo>
                    <a:pt x="708406" y="771525"/>
                  </a:lnTo>
                  <a:lnTo>
                    <a:pt x="739267" y="749300"/>
                  </a:lnTo>
                  <a:lnTo>
                    <a:pt x="733806" y="741553"/>
                  </a:lnTo>
                  <a:close/>
                </a:path>
                <a:path w="1769744" h="1278889">
                  <a:moveTo>
                    <a:pt x="787781" y="702564"/>
                  </a:moveTo>
                  <a:lnTo>
                    <a:pt x="756920" y="724789"/>
                  </a:lnTo>
                  <a:lnTo>
                    <a:pt x="762508" y="732536"/>
                  </a:lnTo>
                  <a:lnTo>
                    <a:pt x="793369" y="710311"/>
                  </a:lnTo>
                  <a:lnTo>
                    <a:pt x="787781" y="702564"/>
                  </a:lnTo>
                  <a:close/>
                </a:path>
                <a:path w="1769744" h="1278889">
                  <a:moveTo>
                    <a:pt x="841883" y="663448"/>
                  </a:moveTo>
                  <a:lnTo>
                    <a:pt x="811022" y="685800"/>
                  </a:lnTo>
                  <a:lnTo>
                    <a:pt x="816610" y="693547"/>
                  </a:lnTo>
                  <a:lnTo>
                    <a:pt x="847471" y="671195"/>
                  </a:lnTo>
                  <a:lnTo>
                    <a:pt x="841883" y="663448"/>
                  </a:lnTo>
                  <a:close/>
                </a:path>
                <a:path w="1769744" h="1278889">
                  <a:moveTo>
                    <a:pt x="895985" y="624459"/>
                  </a:moveTo>
                  <a:lnTo>
                    <a:pt x="864997" y="646811"/>
                  </a:lnTo>
                  <a:lnTo>
                    <a:pt x="870585" y="654558"/>
                  </a:lnTo>
                  <a:lnTo>
                    <a:pt x="901573" y="632206"/>
                  </a:lnTo>
                  <a:lnTo>
                    <a:pt x="895985" y="624459"/>
                  </a:lnTo>
                  <a:close/>
                </a:path>
                <a:path w="1769744" h="1278889">
                  <a:moveTo>
                    <a:pt x="949960" y="585470"/>
                  </a:moveTo>
                  <a:lnTo>
                    <a:pt x="919099" y="607822"/>
                  </a:lnTo>
                  <a:lnTo>
                    <a:pt x="924687" y="615442"/>
                  </a:lnTo>
                  <a:lnTo>
                    <a:pt x="955548" y="593217"/>
                  </a:lnTo>
                  <a:lnTo>
                    <a:pt x="949960" y="585470"/>
                  </a:lnTo>
                  <a:close/>
                </a:path>
                <a:path w="1769744" h="1278889">
                  <a:moveTo>
                    <a:pt x="1004062" y="546481"/>
                  </a:moveTo>
                  <a:lnTo>
                    <a:pt x="973201" y="568706"/>
                  </a:lnTo>
                  <a:lnTo>
                    <a:pt x="978789" y="576453"/>
                  </a:lnTo>
                  <a:lnTo>
                    <a:pt x="1009650" y="554228"/>
                  </a:lnTo>
                  <a:lnTo>
                    <a:pt x="1004062" y="546481"/>
                  </a:lnTo>
                  <a:close/>
                </a:path>
                <a:path w="1769744" h="1278889">
                  <a:moveTo>
                    <a:pt x="1058164" y="507365"/>
                  </a:moveTo>
                  <a:lnTo>
                    <a:pt x="1027176" y="529717"/>
                  </a:lnTo>
                  <a:lnTo>
                    <a:pt x="1032764" y="537464"/>
                  </a:lnTo>
                  <a:lnTo>
                    <a:pt x="1063752" y="515112"/>
                  </a:lnTo>
                  <a:lnTo>
                    <a:pt x="1058164" y="507365"/>
                  </a:lnTo>
                  <a:close/>
                </a:path>
                <a:path w="1769744" h="1278889">
                  <a:moveTo>
                    <a:pt x="1112139" y="468375"/>
                  </a:moveTo>
                  <a:lnTo>
                    <a:pt x="1081277" y="490728"/>
                  </a:lnTo>
                  <a:lnTo>
                    <a:pt x="1086866" y="498475"/>
                  </a:lnTo>
                  <a:lnTo>
                    <a:pt x="1117727" y="476123"/>
                  </a:lnTo>
                  <a:lnTo>
                    <a:pt x="1112139" y="468375"/>
                  </a:lnTo>
                  <a:close/>
                </a:path>
                <a:path w="1769744" h="1278889">
                  <a:moveTo>
                    <a:pt x="1166241" y="429387"/>
                  </a:moveTo>
                  <a:lnTo>
                    <a:pt x="1135379" y="451612"/>
                  </a:lnTo>
                  <a:lnTo>
                    <a:pt x="1140968" y="459359"/>
                  </a:lnTo>
                  <a:lnTo>
                    <a:pt x="1171829" y="437134"/>
                  </a:lnTo>
                  <a:lnTo>
                    <a:pt x="1166241" y="429387"/>
                  </a:lnTo>
                  <a:close/>
                </a:path>
                <a:path w="1769744" h="1278889">
                  <a:moveTo>
                    <a:pt x="1220343" y="390398"/>
                  </a:moveTo>
                  <a:lnTo>
                    <a:pt x="1189481" y="412623"/>
                  </a:lnTo>
                  <a:lnTo>
                    <a:pt x="1194943" y="420370"/>
                  </a:lnTo>
                  <a:lnTo>
                    <a:pt x="1225931" y="398018"/>
                  </a:lnTo>
                  <a:lnTo>
                    <a:pt x="1220343" y="390398"/>
                  </a:lnTo>
                  <a:close/>
                </a:path>
                <a:path w="1769744" h="1278889">
                  <a:moveTo>
                    <a:pt x="1274318" y="351282"/>
                  </a:moveTo>
                  <a:lnTo>
                    <a:pt x="1243456" y="373634"/>
                  </a:lnTo>
                  <a:lnTo>
                    <a:pt x="1249045" y="381381"/>
                  </a:lnTo>
                  <a:lnTo>
                    <a:pt x="1279906" y="359029"/>
                  </a:lnTo>
                  <a:lnTo>
                    <a:pt x="1274318" y="351282"/>
                  </a:lnTo>
                  <a:close/>
                </a:path>
                <a:path w="1769744" h="1278889">
                  <a:moveTo>
                    <a:pt x="1328420" y="312293"/>
                  </a:moveTo>
                  <a:lnTo>
                    <a:pt x="1297558" y="334645"/>
                  </a:lnTo>
                  <a:lnTo>
                    <a:pt x="1303147" y="342265"/>
                  </a:lnTo>
                  <a:lnTo>
                    <a:pt x="1334008" y="320040"/>
                  </a:lnTo>
                  <a:lnTo>
                    <a:pt x="1328420" y="312293"/>
                  </a:lnTo>
                  <a:close/>
                </a:path>
                <a:path w="1769744" h="1278889">
                  <a:moveTo>
                    <a:pt x="1382522" y="273304"/>
                  </a:moveTo>
                  <a:lnTo>
                    <a:pt x="1351660" y="295529"/>
                  </a:lnTo>
                  <a:lnTo>
                    <a:pt x="1357249" y="303275"/>
                  </a:lnTo>
                  <a:lnTo>
                    <a:pt x="1388110" y="281050"/>
                  </a:lnTo>
                  <a:lnTo>
                    <a:pt x="1382522" y="273304"/>
                  </a:lnTo>
                  <a:close/>
                </a:path>
                <a:path w="1769744" h="1278889">
                  <a:moveTo>
                    <a:pt x="1436624" y="234315"/>
                  </a:moveTo>
                  <a:lnTo>
                    <a:pt x="1405635" y="256540"/>
                  </a:lnTo>
                  <a:lnTo>
                    <a:pt x="1411224" y="264287"/>
                  </a:lnTo>
                  <a:lnTo>
                    <a:pt x="1442085" y="241935"/>
                  </a:lnTo>
                  <a:lnTo>
                    <a:pt x="1436624" y="234315"/>
                  </a:lnTo>
                  <a:close/>
                </a:path>
                <a:path w="1769744" h="1278889">
                  <a:moveTo>
                    <a:pt x="1490599" y="195199"/>
                  </a:moveTo>
                  <a:lnTo>
                    <a:pt x="1459737" y="217550"/>
                  </a:lnTo>
                  <a:lnTo>
                    <a:pt x="1465326" y="225298"/>
                  </a:lnTo>
                  <a:lnTo>
                    <a:pt x="1496187" y="202946"/>
                  </a:lnTo>
                  <a:lnTo>
                    <a:pt x="1490599" y="195199"/>
                  </a:lnTo>
                  <a:close/>
                </a:path>
                <a:path w="1769744" h="1278889">
                  <a:moveTo>
                    <a:pt x="1544701" y="156210"/>
                  </a:moveTo>
                  <a:lnTo>
                    <a:pt x="1513839" y="178562"/>
                  </a:lnTo>
                  <a:lnTo>
                    <a:pt x="1519427" y="186182"/>
                  </a:lnTo>
                  <a:lnTo>
                    <a:pt x="1550289" y="163957"/>
                  </a:lnTo>
                  <a:lnTo>
                    <a:pt x="1544701" y="156210"/>
                  </a:lnTo>
                  <a:close/>
                </a:path>
                <a:path w="1769744" h="1278889">
                  <a:moveTo>
                    <a:pt x="1598802" y="117221"/>
                  </a:moveTo>
                  <a:lnTo>
                    <a:pt x="1567814" y="139446"/>
                  </a:lnTo>
                  <a:lnTo>
                    <a:pt x="1573402" y="147193"/>
                  </a:lnTo>
                  <a:lnTo>
                    <a:pt x="1604391" y="124968"/>
                  </a:lnTo>
                  <a:lnTo>
                    <a:pt x="1598802" y="117221"/>
                  </a:lnTo>
                  <a:close/>
                </a:path>
                <a:path w="1769744" h="1278889">
                  <a:moveTo>
                    <a:pt x="1652777" y="78105"/>
                  </a:moveTo>
                  <a:lnTo>
                    <a:pt x="1621917" y="100457"/>
                  </a:lnTo>
                  <a:lnTo>
                    <a:pt x="1627504" y="108204"/>
                  </a:lnTo>
                  <a:lnTo>
                    <a:pt x="1658366" y="85852"/>
                  </a:lnTo>
                  <a:lnTo>
                    <a:pt x="1652777" y="78105"/>
                  </a:lnTo>
                  <a:close/>
                </a:path>
                <a:path w="1769744" h="1278889">
                  <a:moveTo>
                    <a:pt x="1748791" y="39116"/>
                  </a:moveTo>
                  <a:lnTo>
                    <a:pt x="1706879" y="39116"/>
                  </a:lnTo>
                  <a:lnTo>
                    <a:pt x="1712468" y="46862"/>
                  </a:lnTo>
                  <a:lnTo>
                    <a:pt x="1710224" y="48487"/>
                  </a:lnTo>
                  <a:lnTo>
                    <a:pt x="1729739" y="75565"/>
                  </a:lnTo>
                  <a:lnTo>
                    <a:pt x="1748791" y="39116"/>
                  </a:lnTo>
                  <a:close/>
                </a:path>
                <a:path w="1769744" h="1278889">
                  <a:moveTo>
                    <a:pt x="1704639" y="40738"/>
                  </a:moveTo>
                  <a:lnTo>
                    <a:pt x="1676019" y="61468"/>
                  </a:lnTo>
                  <a:lnTo>
                    <a:pt x="1681606" y="69215"/>
                  </a:lnTo>
                  <a:lnTo>
                    <a:pt x="1710224" y="48487"/>
                  </a:lnTo>
                  <a:lnTo>
                    <a:pt x="1704639" y="40738"/>
                  </a:lnTo>
                  <a:close/>
                </a:path>
                <a:path w="1769744" h="1278889">
                  <a:moveTo>
                    <a:pt x="1706879" y="39116"/>
                  </a:moveTo>
                  <a:lnTo>
                    <a:pt x="1704639" y="40738"/>
                  </a:lnTo>
                  <a:lnTo>
                    <a:pt x="1710224" y="48487"/>
                  </a:lnTo>
                  <a:lnTo>
                    <a:pt x="1712468" y="46862"/>
                  </a:lnTo>
                  <a:lnTo>
                    <a:pt x="1706879" y="39116"/>
                  </a:lnTo>
                  <a:close/>
                </a:path>
                <a:path w="1769744" h="1278889">
                  <a:moveTo>
                    <a:pt x="1769237" y="0"/>
                  </a:moveTo>
                  <a:lnTo>
                    <a:pt x="1685162" y="13716"/>
                  </a:lnTo>
                  <a:lnTo>
                    <a:pt x="1704639" y="40738"/>
                  </a:lnTo>
                  <a:lnTo>
                    <a:pt x="1706879" y="39116"/>
                  </a:lnTo>
                  <a:lnTo>
                    <a:pt x="1748791" y="39116"/>
                  </a:lnTo>
                  <a:lnTo>
                    <a:pt x="1769237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21200" y="7264907"/>
              <a:ext cx="595122" cy="601218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4259960" y="7983728"/>
            <a:ext cx="1347470" cy="5759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dirty="0" sz="1800" spc="185">
                <a:latin typeface="Calibri"/>
                <a:cs typeface="Calibri"/>
              </a:rPr>
              <a:t>Source </a:t>
            </a:r>
            <a:r>
              <a:rPr dirty="0" sz="1800" spc="190">
                <a:latin typeface="Calibri"/>
                <a:cs typeface="Calibri"/>
              </a:rPr>
              <a:t>Connectors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2475591" y="6450838"/>
            <a:ext cx="518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95">
                <a:latin typeface="Calibri"/>
                <a:cs typeface="Calibri"/>
              </a:rPr>
              <a:t>Sink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2475591" y="6725158"/>
            <a:ext cx="1347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90">
                <a:latin typeface="Calibri"/>
                <a:cs typeface="Calibri"/>
              </a:rPr>
              <a:t>Connectors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1210290" y="7568945"/>
            <a:ext cx="1076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95">
                <a:latin typeface="Calibri"/>
                <a:cs typeface="Calibri"/>
              </a:rPr>
              <a:t>KSQL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 spc="350"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0220959" y="7764526"/>
            <a:ext cx="9671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60">
                <a:latin typeface="Calibri"/>
                <a:cs typeface="Calibri"/>
              </a:rPr>
              <a:t>Schema </a:t>
            </a:r>
            <a:r>
              <a:rPr dirty="0" sz="1800" spc="180">
                <a:latin typeface="Calibri"/>
                <a:cs typeface="Calibri"/>
              </a:rPr>
              <a:t>Registry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008882" y="6516699"/>
            <a:ext cx="14052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90">
                <a:latin typeface="Calibri"/>
                <a:cs typeface="Calibri"/>
              </a:rPr>
              <a:t>MQTT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 spc="180">
                <a:latin typeface="Calibri"/>
                <a:cs typeface="Calibri"/>
              </a:rPr>
              <a:t>Proxy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789838" y="3132264"/>
            <a:ext cx="17024985" cy="5382895"/>
            <a:chOff x="789838" y="3132264"/>
            <a:chExt cx="17024985" cy="5382895"/>
          </a:xfrm>
        </p:grpSpPr>
        <p:pic>
          <p:nvPicPr>
            <p:cNvPr id="72" name="object 7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0892" y="7573200"/>
              <a:ext cx="668896" cy="288861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9838" y="8070252"/>
              <a:ext cx="920495" cy="269328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96211" y="7507300"/>
              <a:ext cx="585215" cy="499414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5091" y="8015223"/>
              <a:ext cx="830262" cy="499363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82138" y="7134275"/>
              <a:ext cx="1032941" cy="1141552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88616" y="7990877"/>
              <a:ext cx="1139380" cy="329399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3801470" y="3137026"/>
              <a:ext cx="4008120" cy="2319020"/>
            </a:xfrm>
            <a:custGeom>
              <a:avLst/>
              <a:gdLst/>
              <a:ahLst/>
              <a:cxnLst/>
              <a:rect l="l" t="t" r="r" b="b"/>
              <a:pathLst>
                <a:path w="4008119" h="2319020">
                  <a:moveTo>
                    <a:pt x="0" y="2319020"/>
                  </a:moveTo>
                  <a:lnTo>
                    <a:pt x="4007992" y="2319020"/>
                  </a:lnTo>
                  <a:lnTo>
                    <a:pt x="4007992" y="0"/>
                  </a:lnTo>
                  <a:lnTo>
                    <a:pt x="0" y="0"/>
                  </a:lnTo>
                  <a:lnTo>
                    <a:pt x="0" y="2319020"/>
                  </a:lnTo>
                  <a:close/>
                </a:path>
              </a:pathLst>
            </a:custGeom>
            <a:ln w="9525">
              <a:solidFill>
                <a:srgbClr val="005376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034896" y="3341115"/>
              <a:ext cx="672084" cy="672083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840581" y="4297121"/>
              <a:ext cx="758444" cy="643432"/>
            </a:xfrm>
            <a:prstGeom prst="rect">
              <a:avLst/>
            </a:prstGeom>
          </p:spPr>
        </p:pic>
      </p:grpSp>
      <p:sp>
        <p:nvSpPr>
          <p:cNvPr id="81" name="object 81" descr=""/>
          <p:cNvSpPr txBox="1"/>
          <p:nvPr/>
        </p:nvSpPr>
        <p:spPr>
          <a:xfrm>
            <a:off x="16920210" y="4925695"/>
            <a:ext cx="60134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3025" marR="5080" indent="-60960">
              <a:lnSpc>
                <a:spcPct val="100000"/>
              </a:lnSpc>
              <a:spcBef>
                <a:spcPts val="105"/>
              </a:spcBef>
            </a:pPr>
            <a:r>
              <a:rPr dirty="0" sz="1400" spc="160">
                <a:latin typeface="Calibri"/>
                <a:cs typeface="Calibri"/>
              </a:rPr>
              <a:t>Power Apps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3943203" y="4157598"/>
            <a:ext cx="9525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220">
                <a:latin typeface="Calibri"/>
                <a:cs typeface="Calibri"/>
              </a:rPr>
              <a:t>Web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 spc="160"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3989812" y="4991480"/>
            <a:ext cx="918844" cy="451484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85420">
              <a:lnSpc>
                <a:spcPts val="1670"/>
              </a:lnSpc>
              <a:spcBef>
                <a:spcPts val="165"/>
              </a:spcBef>
            </a:pPr>
            <a:r>
              <a:rPr dirty="0" sz="1400" spc="145">
                <a:latin typeface="Calibri"/>
                <a:cs typeface="Calibri"/>
              </a:rPr>
              <a:t>Azure </a:t>
            </a:r>
            <a:r>
              <a:rPr dirty="0" sz="1400" spc="150">
                <a:latin typeface="Calibri"/>
                <a:cs typeface="Calibri"/>
              </a:rPr>
              <a:t>Functions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4898751" y="3459860"/>
            <a:ext cx="27158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04">
                <a:latin typeface="Calibri"/>
                <a:cs typeface="Calibri"/>
              </a:rPr>
              <a:t>Kafka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 spc="150">
                <a:latin typeface="Calibri"/>
                <a:cs typeface="Calibri"/>
              </a:rPr>
              <a:t>APIs: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190">
                <a:latin typeface="Calibri"/>
                <a:cs typeface="Calibri"/>
              </a:rPr>
              <a:t>Java </a:t>
            </a:r>
            <a:r>
              <a:rPr dirty="0" sz="1800" spc="180">
                <a:latin typeface="Calibri"/>
                <a:cs typeface="Calibri"/>
              </a:rPr>
              <a:t>Python,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spc="335">
                <a:latin typeface="Calibri"/>
                <a:cs typeface="Calibri"/>
              </a:rPr>
              <a:t>C#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100">
                <a:latin typeface="Calibri"/>
                <a:cs typeface="Calibri"/>
              </a:rPr>
              <a:t>(.NET),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245">
                <a:latin typeface="Calibri"/>
                <a:cs typeface="Calibri"/>
              </a:rPr>
              <a:t>REST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15823818" y="4941823"/>
            <a:ext cx="99060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22250">
              <a:lnSpc>
                <a:spcPct val="100000"/>
              </a:lnSpc>
              <a:spcBef>
                <a:spcPts val="105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Azure </a:t>
            </a: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Databricks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3764534" y="3808310"/>
            <a:ext cx="12770485" cy="2708275"/>
            <a:chOff x="3764534" y="3808310"/>
            <a:chExt cx="12770485" cy="2708275"/>
          </a:xfrm>
        </p:grpSpPr>
        <p:pic>
          <p:nvPicPr>
            <p:cNvPr id="87" name="object 8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067532" y="4407827"/>
              <a:ext cx="467245" cy="494880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066901" y="4465789"/>
              <a:ext cx="724763" cy="486702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3764534" y="6053455"/>
              <a:ext cx="2094230" cy="76200"/>
            </a:xfrm>
            <a:custGeom>
              <a:avLst/>
              <a:gdLst/>
              <a:ahLst/>
              <a:cxnLst/>
              <a:rect l="l" t="t" r="r" b="b"/>
              <a:pathLst>
                <a:path w="2094229" h="76200">
                  <a:moveTo>
                    <a:pt x="38100" y="45212"/>
                  </a:moveTo>
                  <a:lnTo>
                    <a:pt x="0" y="45466"/>
                  </a:lnTo>
                  <a:lnTo>
                    <a:pt x="126" y="54991"/>
                  </a:lnTo>
                  <a:lnTo>
                    <a:pt x="38226" y="54737"/>
                  </a:lnTo>
                  <a:lnTo>
                    <a:pt x="38100" y="45212"/>
                  </a:lnTo>
                  <a:close/>
                </a:path>
                <a:path w="2094229" h="76200">
                  <a:moveTo>
                    <a:pt x="104775" y="44831"/>
                  </a:moveTo>
                  <a:lnTo>
                    <a:pt x="66675" y="45085"/>
                  </a:lnTo>
                  <a:lnTo>
                    <a:pt x="66801" y="54610"/>
                  </a:lnTo>
                  <a:lnTo>
                    <a:pt x="104901" y="54356"/>
                  </a:lnTo>
                  <a:lnTo>
                    <a:pt x="104775" y="44831"/>
                  </a:lnTo>
                  <a:close/>
                </a:path>
                <a:path w="2094229" h="76200">
                  <a:moveTo>
                    <a:pt x="171450" y="44450"/>
                  </a:moveTo>
                  <a:lnTo>
                    <a:pt x="133350" y="44704"/>
                  </a:lnTo>
                  <a:lnTo>
                    <a:pt x="133476" y="54229"/>
                  </a:lnTo>
                  <a:lnTo>
                    <a:pt x="171576" y="53975"/>
                  </a:lnTo>
                  <a:lnTo>
                    <a:pt x="171450" y="44450"/>
                  </a:lnTo>
                  <a:close/>
                </a:path>
                <a:path w="2094229" h="76200">
                  <a:moveTo>
                    <a:pt x="238125" y="44069"/>
                  </a:moveTo>
                  <a:lnTo>
                    <a:pt x="200025" y="44323"/>
                  </a:lnTo>
                  <a:lnTo>
                    <a:pt x="200151" y="53848"/>
                  </a:lnTo>
                  <a:lnTo>
                    <a:pt x="238251" y="53594"/>
                  </a:lnTo>
                  <a:lnTo>
                    <a:pt x="238125" y="44069"/>
                  </a:lnTo>
                  <a:close/>
                </a:path>
                <a:path w="2094229" h="76200">
                  <a:moveTo>
                    <a:pt x="304800" y="43687"/>
                  </a:moveTo>
                  <a:lnTo>
                    <a:pt x="266700" y="43942"/>
                  </a:lnTo>
                  <a:lnTo>
                    <a:pt x="266826" y="53467"/>
                  </a:lnTo>
                  <a:lnTo>
                    <a:pt x="304926" y="53212"/>
                  </a:lnTo>
                  <a:lnTo>
                    <a:pt x="304800" y="43687"/>
                  </a:lnTo>
                  <a:close/>
                </a:path>
                <a:path w="2094229" h="76200">
                  <a:moveTo>
                    <a:pt x="371476" y="43434"/>
                  </a:moveTo>
                  <a:lnTo>
                    <a:pt x="333375" y="43434"/>
                  </a:lnTo>
                  <a:lnTo>
                    <a:pt x="333501" y="52959"/>
                  </a:lnTo>
                  <a:lnTo>
                    <a:pt x="371603" y="52959"/>
                  </a:lnTo>
                  <a:lnTo>
                    <a:pt x="371476" y="43434"/>
                  </a:lnTo>
                  <a:close/>
                </a:path>
                <a:path w="2094229" h="76200">
                  <a:moveTo>
                    <a:pt x="438150" y="42925"/>
                  </a:moveTo>
                  <a:lnTo>
                    <a:pt x="400050" y="43053"/>
                  </a:lnTo>
                  <a:lnTo>
                    <a:pt x="400176" y="52578"/>
                  </a:lnTo>
                  <a:lnTo>
                    <a:pt x="438276" y="52450"/>
                  </a:lnTo>
                  <a:lnTo>
                    <a:pt x="438150" y="42925"/>
                  </a:lnTo>
                  <a:close/>
                </a:path>
                <a:path w="2094229" h="76200">
                  <a:moveTo>
                    <a:pt x="504825" y="42418"/>
                  </a:moveTo>
                  <a:lnTo>
                    <a:pt x="466725" y="42672"/>
                  </a:lnTo>
                  <a:lnTo>
                    <a:pt x="466851" y="52197"/>
                  </a:lnTo>
                  <a:lnTo>
                    <a:pt x="504951" y="51943"/>
                  </a:lnTo>
                  <a:lnTo>
                    <a:pt x="504825" y="42418"/>
                  </a:lnTo>
                  <a:close/>
                </a:path>
                <a:path w="2094229" h="76200">
                  <a:moveTo>
                    <a:pt x="571500" y="42037"/>
                  </a:moveTo>
                  <a:lnTo>
                    <a:pt x="533400" y="42291"/>
                  </a:lnTo>
                  <a:lnTo>
                    <a:pt x="533526" y="51816"/>
                  </a:lnTo>
                  <a:lnTo>
                    <a:pt x="571626" y="51562"/>
                  </a:lnTo>
                  <a:lnTo>
                    <a:pt x="571500" y="42037"/>
                  </a:lnTo>
                  <a:close/>
                </a:path>
                <a:path w="2094229" h="76200">
                  <a:moveTo>
                    <a:pt x="638175" y="41656"/>
                  </a:moveTo>
                  <a:lnTo>
                    <a:pt x="600075" y="41910"/>
                  </a:lnTo>
                  <a:lnTo>
                    <a:pt x="600201" y="51435"/>
                  </a:lnTo>
                  <a:lnTo>
                    <a:pt x="638301" y="51181"/>
                  </a:lnTo>
                  <a:lnTo>
                    <a:pt x="638175" y="41656"/>
                  </a:lnTo>
                  <a:close/>
                </a:path>
                <a:path w="2094229" h="76200">
                  <a:moveTo>
                    <a:pt x="704850" y="41275"/>
                  </a:moveTo>
                  <a:lnTo>
                    <a:pt x="666750" y="41529"/>
                  </a:lnTo>
                  <a:lnTo>
                    <a:pt x="666876" y="51054"/>
                  </a:lnTo>
                  <a:lnTo>
                    <a:pt x="704976" y="50800"/>
                  </a:lnTo>
                  <a:lnTo>
                    <a:pt x="704850" y="41275"/>
                  </a:lnTo>
                  <a:close/>
                </a:path>
                <a:path w="2094229" h="76200">
                  <a:moveTo>
                    <a:pt x="771525" y="40894"/>
                  </a:moveTo>
                  <a:lnTo>
                    <a:pt x="733425" y="41148"/>
                  </a:lnTo>
                  <a:lnTo>
                    <a:pt x="733551" y="50673"/>
                  </a:lnTo>
                  <a:lnTo>
                    <a:pt x="771651" y="50419"/>
                  </a:lnTo>
                  <a:lnTo>
                    <a:pt x="771525" y="40894"/>
                  </a:lnTo>
                  <a:close/>
                </a:path>
                <a:path w="2094229" h="76200">
                  <a:moveTo>
                    <a:pt x="838200" y="40512"/>
                  </a:moveTo>
                  <a:lnTo>
                    <a:pt x="800100" y="40640"/>
                  </a:lnTo>
                  <a:lnTo>
                    <a:pt x="800226" y="50165"/>
                  </a:lnTo>
                  <a:lnTo>
                    <a:pt x="838326" y="50037"/>
                  </a:lnTo>
                  <a:lnTo>
                    <a:pt x="838200" y="40512"/>
                  </a:lnTo>
                  <a:close/>
                </a:path>
                <a:path w="2094229" h="76200">
                  <a:moveTo>
                    <a:pt x="904875" y="40005"/>
                  </a:moveTo>
                  <a:lnTo>
                    <a:pt x="866775" y="40259"/>
                  </a:lnTo>
                  <a:lnTo>
                    <a:pt x="866901" y="49784"/>
                  </a:lnTo>
                  <a:lnTo>
                    <a:pt x="905001" y="49530"/>
                  </a:lnTo>
                  <a:lnTo>
                    <a:pt x="904875" y="40005"/>
                  </a:lnTo>
                  <a:close/>
                </a:path>
                <a:path w="2094229" h="76200">
                  <a:moveTo>
                    <a:pt x="971550" y="39624"/>
                  </a:moveTo>
                  <a:lnTo>
                    <a:pt x="933450" y="39878"/>
                  </a:lnTo>
                  <a:lnTo>
                    <a:pt x="933576" y="49403"/>
                  </a:lnTo>
                  <a:lnTo>
                    <a:pt x="971676" y="49149"/>
                  </a:lnTo>
                  <a:lnTo>
                    <a:pt x="971550" y="39624"/>
                  </a:lnTo>
                  <a:close/>
                </a:path>
                <a:path w="2094229" h="76200">
                  <a:moveTo>
                    <a:pt x="1038225" y="39243"/>
                  </a:moveTo>
                  <a:lnTo>
                    <a:pt x="1000125" y="39497"/>
                  </a:lnTo>
                  <a:lnTo>
                    <a:pt x="1000251" y="49022"/>
                  </a:lnTo>
                  <a:lnTo>
                    <a:pt x="1038351" y="48768"/>
                  </a:lnTo>
                  <a:lnTo>
                    <a:pt x="1038225" y="39243"/>
                  </a:lnTo>
                  <a:close/>
                </a:path>
                <a:path w="2094229" h="76200">
                  <a:moveTo>
                    <a:pt x="1104900" y="38862"/>
                  </a:moveTo>
                  <a:lnTo>
                    <a:pt x="1066800" y="39116"/>
                  </a:lnTo>
                  <a:lnTo>
                    <a:pt x="1066927" y="48641"/>
                  </a:lnTo>
                  <a:lnTo>
                    <a:pt x="1105027" y="48387"/>
                  </a:lnTo>
                  <a:lnTo>
                    <a:pt x="1104900" y="38862"/>
                  </a:lnTo>
                  <a:close/>
                </a:path>
                <a:path w="2094229" h="76200">
                  <a:moveTo>
                    <a:pt x="1171575" y="38481"/>
                  </a:moveTo>
                  <a:lnTo>
                    <a:pt x="1133475" y="38735"/>
                  </a:lnTo>
                  <a:lnTo>
                    <a:pt x="1133602" y="48260"/>
                  </a:lnTo>
                  <a:lnTo>
                    <a:pt x="1171702" y="48006"/>
                  </a:lnTo>
                  <a:lnTo>
                    <a:pt x="1171575" y="38481"/>
                  </a:lnTo>
                  <a:close/>
                </a:path>
                <a:path w="2094229" h="76200">
                  <a:moveTo>
                    <a:pt x="1238250" y="38100"/>
                  </a:moveTo>
                  <a:lnTo>
                    <a:pt x="1200150" y="38227"/>
                  </a:lnTo>
                  <a:lnTo>
                    <a:pt x="1200277" y="47752"/>
                  </a:lnTo>
                  <a:lnTo>
                    <a:pt x="1238377" y="47625"/>
                  </a:lnTo>
                  <a:lnTo>
                    <a:pt x="1238250" y="38100"/>
                  </a:lnTo>
                  <a:close/>
                </a:path>
                <a:path w="2094229" h="76200">
                  <a:moveTo>
                    <a:pt x="1304925" y="37592"/>
                  </a:moveTo>
                  <a:lnTo>
                    <a:pt x="1266825" y="37846"/>
                  </a:lnTo>
                  <a:lnTo>
                    <a:pt x="1266952" y="47371"/>
                  </a:lnTo>
                  <a:lnTo>
                    <a:pt x="1305052" y="47117"/>
                  </a:lnTo>
                  <a:lnTo>
                    <a:pt x="1304925" y="37592"/>
                  </a:lnTo>
                  <a:close/>
                </a:path>
                <a:path w="2094229" h="76200">
                  <a:moveTo>
                    <a:pt x="1371600" y="37211"/>
                  </a:moveTo>
                  <a:lnTo>
                    <a:pt x="1333500" y="37465"/>
                  </a:lnTo>
                  <a:lnTo>
                    <a:pt x="1333627" y="46990"/>
                  </a:lnTo>
                  <a:lnTo>
                    <a:pt x="1371727" y="46736"/>
                  </a:lnTo>
                  <a:lnTo>
                    <a:pt x="1371600" y="37211"/>
                  </a:lnTo>
                  <a:close/>
                </a:path>
                <a:path w="2094229" h="76200">
                  <a:moveTo>
                    <a:pt x="1438275" y="36830"/>
                  </a:moveTo>
                  <a:lnTo>
                    <a:pt x="1400175" y="37084"/>
                  </a:lnTo>
                  <a:lnTo>
                    <a:pt x="1400302" y="46609"/>
                  </a:lnTo>
                  <a:lnTo>
                    <a:pt x="1438402" y="46355"/>
                  </a:lnTo>
                  <a:lnTo>
                    <a:pt x="1438275" y="36830"/>
                  </a:lnTo>
                  <a:close/>
                </a:path>
                <a:path w="2094229" h="76200">
                  <a:moveTo>
                    <a:pt x="1504950" y="36449"/>
                  </a:moveTo>
                  <a:lnTo>
                    <a:pt x="1466850" y="36703"/>
                  </a:lnTo>
                  <a:lnTo>
                    <a:pt x="1466977" y="46228"/>
                  </a:lnTo>
                  <a:lnTo>
                    <a:pt x="1505077" y="45974"/>
                  </a:lnTo>
                  <a:lnTo>
                    <a:pt x="1504950" y="36449"/>
                  </a:lnTo>
                  <a:close/>
                </a:path>
                <a:path w="2094229" h="76200">
                  <a:moveTo>
                    <a:pt x="1571625" y="36068"/>
                  </a:moveTo>
                  <a:lnTo>
                    <a:pt x="1533525" y="36322"/>
                  </a:lnTo>
                  <a:lnTo>
                    <a:pt x="1533652" y="45847"/>
                  </a:lnTo>
                  <a:lnTo>
                    <a:pt x="1571752" y="45593"/>
                  </a:lnTo>
                  <a:lnTo>
                    <a:pt x="1571625" y="36068"/>
                  </a:lnTo>
                  <a:close/>
                </a:path>
                <a:path w="2094229" h="76200">
                  <a:moveTo>
                    <a:pt x="1638300" y="35687"/>
                  </a:moveTo>
                  <a:lnTo>
                    <a:pt x="1600200" y="35814"/>
                  </a:lnTo>
                  <a:lnTo>
                    <a:pt x="1600327" y="45339"/>
                  </a:lnTo>
                  <a:lnTo>
                    <a:pt x="1638427" y="45212"/>
                  </a:lnTo>
                  <a:lnTo>
                    <a:pt x="1638300" y="35687"/>
                  </a:lnTo>
                  <a:close/>
                </a:path>
                <a:path w="2094229" h="76200">
                  <a:moveTo>
                    <a:pt x="1704975" y="35179"/>
                  </a:moveTo>
                  <a:lnTo>
                    <a:pt x="1666875" y="35433"/>
                  </a:lnTo>
                  <a:lnTo>
                    <a:pt x="1667002" y="44958"/>
                  </a:lnTo>
                  <a:lnTo>
                    <a:pt x="1705102" y="44704"/>
                  </a:lnTo>
                  <a:lnTo>
                    <a:pt x="1704975" y="35179"/>
                  </a:lnTo>
                  <a:close/>
                </a:path>
                <a:path w="2094229" h="76200">
                  <a:moveTo>
                    <a:pt x="1771650" y="34798"/>
                  </a:moveTo>
                  <a:lnTo>
                    <a:pt x="1733550" y="35052"/>
                  </a:lnTo>
                  <a:lnTo>
                    <a:pt x="1733677" y="44577"/>
                  </a:lnTo>
                  <a:lnTo>
                    <a:pt x="1771777" y="44323"/>
                  </a:lnTo>
                  <a:lnTo>
                    <a:pt x="1771650" y="34798"/>
                  </a:lnTo>
                  <a:close/>
                </a:path>
                <a:path w="2094229" h="76200">
                  <a:moveTo>
                    <a:pt x="1838325" y="34417"/>
                  </a:moveTo>
                  <a:lnTo>
                    <a:pt x="1800225" y="34671"/>
                  </a:lnTo>
                  <a:lnTo>
                    <a:pt x="1800352" y="44196"/>
                  </a:lnTo>
                  <a:lnTo>
                    <a:pt x="1838452" y="43942"/>
                  </a:lnTo>
                  <a:lnTo>
                    <a:pt x="1838325" y="34417"/>
                  </a:lnTo>
                  <a:close/>
                </a:path>
                <a:path w="2094229" h="76200">
                  <a:moveTo>
                    <a:pt x="1905000" y="34036"/>
                  </a:moveTo>
                  <a:lnTo>
                    <a:pt x="1866900" y="34290"/>
                  </a:lnTo>
                  <a:lnTo>
                    <a:pt x="1867027" y="43815"/>
                  </a:lnTo>
                  <a:lnTo>
                    <a:pt x="1905127" y="43561"/>
                  </a:lnTo>
                  <a:lnTo>
                    <a:pt x="1905000" y="34036"/>
                  </a:lnTo>
                  <a:close/>
                </a:path>
                <a:path w="2094229" h="76200">
                  <a:moveTo>
                    <a:pt x="1971675" y="33655"/>
                  </a:moveTo>
                  <a:lnTo>
                    <a:pt x="1933575" y="33909"/>
                  </a:lnTo>
                  <a:lnTo>
                    <a:pt x="1933702" y="43434"/>
                  </a:lnTo>
                  <a:lnTo>
                    <a:pt x="1971802" y="43180"/>
                  </a:lnTo>
                  <a:lnTo>
                    <a:pt x="1971675" y="33655"/>
                  </a:lnTo>
                  <a:close/>
                </a:path>
                <a:path w="2094229" h="76200">
                  <a:moveTo>
                    <a:pt x="2017649" y="0"/>
                  </a:moveTo>
                  <a:lnTo>
                    <a:pt x="2018156" y="76200"/>
                  </a:lnTo>
                  <a:lnTo>
                    <a:pt x="2083867" y="42905"/>
                  </a:lnTo>
                  <a:lnTo>
                    <a:pt x="2030602" y="42905"/>
                  </a:lnTo>
                  <a:lnTo>
                    <a:pt x="2030602" y="33380"/>
                  </a:lnTo>
                  <a:lnTo>
                    <a:pt x="2085309" y="33380"/>
                  </a:lnTo>
                  <a:lnTo>
                    <a:pt x="2017649" y="0"/>
                  </a:lnTo>
                  <a:close/>
                </a:path>
                <a:path w="2094229" h="76200">
                  <a:moveTo>
                    <a:pt x="2017871" y="33380"/>
                  </a:moveTo>
                  <a:lnTo>
                    <a:pt x="2000250" y="33528"/>
                  </a:lnTo>
                  <a:lnTo>
                    <a:pt x="2000377" y="43053"/>
                  </a:lnTo>
                  <a:lnTo>
                    <a:pt x="2017935" y="42905"/>
                  </a:lnTo>
                  <a:lnTo>
                    <a:pt x="2017871" y="33380"/>
                  </a:lnTo>
                  <a:close/>
                </a:path>
                <a:path w="2094229" h="76200">
                  <a:moveTo>
                    <a:pt x="2085309" y="33380"/>
                  </a:moveTo>
                  <a:lnTo>
                    <a:pt x="2030602" y="33380"/>
                  </a:lnTo>
                  <a:lnTo>
                    <a:pt x="2030602" y="42905"/>
                  </a:lnTo>
                  <a:lnTo>
                    <a:pt x="2083867" y="42905"/>
                  </a:lnTo>
                  <a:lnTo>
                    <a:pt x="2094102" y="37719"/>
                  </a:lnTo>
                  <a:lnTo>
                    <a:pt x="2085309" y="3338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09135" y="5915279"/>
              <a:ext cx="595122" cy="601218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210294" y="4020807"/>
              <a:ext cx="643775" cy="643775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31716" y="3808310"/>
              <a:ext cx="1192352" cy="810806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9882124" y="4488180"/>
              <a:ext cx="1088390" cy="485775"/>
            </a:xfrm>
            <a:custGeom>
              <a:avLst/>
              <a:gdLst/>
              <a:ahLst/>
              <a:cxnLst/>
              <a:rect l="l" t="t" r="r" b="b"/>
              <a:pathLst>
                <a:path w="1088390" h="485775">
                  <a:moveTo>
                    <a:pt x="3809" y="0"/>
                  </a:moveTo>
                  <a:lnTo>
                    <a:pt x="0" y="8762"/>
                  </a:lnTo>
                  <a:lnTo>
                    <a:pt x="34925" y="24003"/>
                  </a:lnTo>
                  <a:lnTo>
                    <a:pt x="38734" y="15367"/>
                  </a:lnTo>
                  <a:lnTo>
                    <a:pt x="3809" y="0"/>
                  </a:lnTo>
                  <a:close/>
                </a:path>
                <a:path w="1088390" h="485775">
                  <a:moveTo>
                    <a:pt x="64897" y="26797"/>
                  </a:moveTo>
                  <a:lnTo>
                    <a:pt x="61086" y="35560"/>
                  </a:lnTo>
                  <a:lnTo>
                    <a:pt x="96011" y="50800"/>
                  </a:lnTo>
                  <a:lnTo>
                    <a:pt x="99822" y="42164"/>
                  </a:lnTo>
                  <a:lnTo>
                    <a:pt x="64897" y="26797"/>
                  </a:lnTo>
                  <a:close/>
                </a:path>
                <a:path w="1088390" h="485775">
                  <a:moveTo>
                    <a:pt x="125983" y="53594"/>
                  </a:moveTo>
                  <a:lnTo>
                    <a:pt x="122174" y="62357"/>
                  </a:lnTo>
                  <a:lnTo>
                    <a:pt x="156972" y="77597"/>
                  </a:lnTo>
                  <a:lnTo>
                    <a:pt x="160781" y="68961"/>
                  </a:lnTo>
                  <a:lnTo>
                    <a:pt x="125983" y="53594"/>
                  </a:lnTo>
                  <a:close/>
                </a:path>
                <a:path w="1088390" h="485775">
                  <a:moveTo>
                    <a:pt x="186944" y="80391"/>
                  </a:moveTo>
                  <a:lnTo>
                    <a:pt x="183133" y="89154"/>
                  </a:lnTo>
                  <a:lnTo>
                    <a:pt x="218058" y="104521"/>
                  </a:lnTo>
                  <a:lnTo>
                    <a:pt x="221869" y="95758"/>
                  </a:lnTo>
                  <a:lnTo>
                    <a:pt x="186944" y="80391"/>
                  </a:lnTo>
                  <a:close/>
                </a:path>
                <a:path w="1088390" h="485775">
                  <a:moveTo>
                    <a:pt x="248030" y="107187"/>
                  </a:moveTo>
                  <a:lnTo>
                    <a:pt x="244221" y="115950"/>
                  </a:lnTo>
                  <a:lnTo>
                    <a:pt x="279146" y="131318"/>
                  </a:lnTo>
                  <a:lnTo>
                    <a:pt x="282955" y="122555"/>
                  </a:lnTo>
                  <a:lnTo>
                    <a:pt x="248030" y="107187"/>
                  </a:lnTo>
                  <a:close/>
                </a:path>
                <a:path w="1088390" h="485775">
                  <a:moveTo>
                    <a:pt x="309118" y="134112"/>
                  </a:moveTo>
                  <a:lnTo>
                    <a:pt x="305307" y="142748"/>
                  </a:lnTo>
                  <a:lnTo>
                    <a:pt x="340105" y="158115"/>
                  </a:lnTo>
                  <a:lnTo>
                    <a:pt x="343916" y="149352"/>
                  </a:lnTo>
                  <a:lnTo>
                    <a:pt x="309118" y="134112"/>
                  </a:lnTo>
                  <a:close/>
                </a:path>
                <a:path w="1088390" h="485775">
                  <a:moveTo>
                    <a:pt x="370077" y="160909"/>
                  </a:moveTo>
                  <a:lnTo>
                    <a:pt x="366268" y="169545"/>
                  </a:lnTo>
                  <a:lnTo>
                    <a:pt x="401193" y="184912"/>
                  </a:lnTo>
                  <a:lnTo>
                    <a:pt x="405002" y="176149"/>
                  </a:lnTo>
                  <a:lnTo>
                    <a:pt x="370077" y="160909"/>
                  </a:lnTo>
                  <a:close/>
                </a:path>
                <a:path w="1088390" h="485775">
                  <a:moveTo>
                    <a:pt x="431165" y="187706"/>
                  </a:moveTo>
                  <a:lnTo>
                    <a:pt x="427354" y="196342"/>
                  </a:lnTo>
                  <a:lnTo>
                    <a:pt x="462279" y="211709"/>
                  </a:lnTo>
                  <a:lnTo>
                    <a:pt x="466090" y="202946"/>
                  </a:lnTo>
                  <a:lnTo>
                    <a:pt x="431165" y="187706"/>
                  </a:lnTo>
                  <a:close/>
                </a:path>
                <a:path w="1088390" h="485775">
                  <a:moveTo>
                    <a:pt x="492251" y="214503"/>
                  </a:moveTo>
                  <a:lnTo>
                    <a:pt x="488442" y="223266"/>
                  </a:lnTo>
                  <a:lnTo>
                    <a:pt x="523240" y="238506"/>
                  </a:lnTo>
                  <a:lnTo>
                    <a:pt x="527050" y="229870"/>
                  </a:lnTo>
                  <a:lnTo>
                    <a:pt x="492251" y="214503"/>
                  </a:lnTo>
                  <a:close/>
                </a:path>
                <a:path w="1088390" h="485775">
                  <a:moveTo>
                    <a:pt x="553211" y="241300"/>
                  </a:moveTo>
                  <a:lnTo>
                    <a:pt x="549401" y="250062"/>
                  </a:lnTo>
                  <a:lnTo>
                    <a:pt x="584326" y="265303"/>
                  </a:lnTo>
                  <a:lnTo>
                    <a:pt x="588136" y="256667"/>
                  </a:lnTo>
                  <a:lnTo>
                    <a:pt x="553211" y="241300"/>
                  </a:lnTo>
                  <a:close/>
                </a:path>
                <a:path w="1088390" h="485775">
                  <a:moveTo>
                    <a:pt x="614299" y="268097"/>
                  </a:moveTo>
                  <a:lnTo>
                    <a:pt x="610489" y="276860"/>
                  </a:lnTo>
                  <a:lnTo>
                    <a:pt x="645414" y="292100"/>
                  </a:lnTo>
                  <a:lnTo>
                    <a:pt x="649224" y="283464"/>
                  </a:lnTo>
                  <a:lnTo>
                    <a:pt x="614299" y="268097"/>
                  </a:lnTo>
                  <a:close/>
                </a:path>
                <a:path w="1088390" h="485775">
                  <a:moveTo>
                    <a:pt x="675385" y="294894"/>
                  </a:moveTo>
                  <a:lnTo>
                    <a:pt x="671576" y="303657"/>
                  </a:lnTo>
                  <a:lnTo>
                    <a:pt x="706374" y="319024"/>
                  </a:lnTo>
                  <a:lnTo>
                    <a:pt x="710310" y="310261"/>
                  </a:lnTo>
                  <a:lnTo>
                    <a:pt x="675385" y="294894"/>
                  </a:lnTo>
                  <a:close/>
                </a:path>
                <a:path w="1088390" h="485775">
                  <a:moveTo>
                    <a:pt x="736473" y="321691"/>
                  </a:moveTo>
                  <a:lnTo>
                    <a:pt x="732535" y="330454"/>
                  </a:lnTo>
                  <a:lnTo>
                    <a:pt x="767460" y="345821"/>
                  </a:lnTo>
                  <a:lnTo>
                    <a:pt x="771271" y="337058"/>
                  </a:lnTo>
                  <a:lnTo>
                    <a:pt x="736473" y="321691"/>
                  </a:lnTo>
                  <a:close/>
                </a:path>
                <a:path w="1088390" h="485775">
                  <a:moveTo>
                    <a:pt x="797432" y="348615"/>
                  </a:moveTo>
                  <a:lnTo>
                    <a:pt x="793623" y="357250"/>
                  </a:lnTo>
                  <a:lnTo>
                    <a:pt x="828548" y="372618"/>
                  </a:lnTo>
                  <a:lnTo>
                    <a:pt x="832357" y="363855"/>
                  </a:lnTo>
                  <a:lnTo>
                    <a:pt x="797432" y="348615"/>
                  </a:lnTo>
                  <a:close/>
                </a:path>
                <a:path w="1088390" h="485775">
                  <a:moveTo>
                    <a:pt x="858520" y="375412"/>
                  </a:moveTo>
                  <a:lnTo>
                    <a:pt x="854709" y="384048"/>
                  </a:lnTo>
                  <a:lnTo>
                    <a:pt x="889507" y="399415"/>
                  </a:lnTo>
                  <a:lnTo>
                    <a:pt x="893445" y="390652"/>
                  </a:lnTo>
                  <a:lnTo>
                    <a:pt x="858520" y="375412"/>
                  </a:lnTo>
                  <a:close/>
                </a:path>
                <a:path w="1088390" h="485775">
                  <a:moveTo>
                    <a:pt x="919606" y="402209"/>
                  </a:moveTo>
                  <a:lnTo>
                    <a:pt x="915670" y="410845"/>
                  </a:lnTo>
                  <a:lnTo>
                    <a:pt x="950595" y="426212"/>
                  </a:lnTo>
                  <a:lnTo>
                    <a:pt x="954404" y="417449"/>
                  </a:lnTo>
                  <a:lnTo>
                    <a:pt x="919606" y="402209"/>
                  </a:lnTo>
                  <a:close/>
                </a:path>
                <a:path w="1088390" h="485775">
                  <a:moveTo>
                    <a:pt x="1033526" y="415798"/>
                  </a:moveTo>
                  <a:lnTo>
                    <a:pt x="1002919" y="485648"/>
                  </a:lnTo>
                  <a:lnTo>
                    <a:pt x="1087881" y="481330"/>
                  </a:lnTo>
                  <a:lnTo>
                    <a:pt x="1033526" y="415798"/>
                  </a:lnTo>
                  <a:close/>
                </a:path>
                <a:path w="1088390" h="485775">
                  <a:moveTo>
                    <a:pt x="980567" y="429006"/>
                  </a:moveTo>
                  <a:lnTo>
                    <a:pt x="976756" y="437769"/>
                  </a:lnTo>
                  <a:lnTo>
                    <a:pt x="1011681" y="453009"/>
                  </a:lnTo>
                  <a:lnTo>
                    <a:pt x="1015492" y="444373"/>
                  </a:lnTo>
                  <a:lnTo>
                    <a:pt x="980567" y="429006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050780" y="4337431"/>
              <a:ext cx="595122" cy="601218"/>
            </a:xfrm>
            <a:prstGeom prst="rect">
              <a:avLst/>
            </a:prstGeom>
          </p:spPr>
        </p:pic>
      </p:grpSp>
      <p:sp>
        <p:nvSpPr>
          <p:cNvPr id="95" name="object 95" descr=""/>
          <p:cNvSpPr txBox="1"/>
          <p:nvPr/>
        </p:nvSpPr>
        <p:spPr>
          <a:xfrm>
            <a:off x="8870442" y="4755641"/>
            <a:ext cx="9728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80">
                <a:latin typeface="Calibri"/>
                <a:cs typeface="Calibri"/>
              </a:rPr>
              <a:t>IOT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spc="254">
                <a:latin typeface="Calibri"/>
                <a:cs typeface="Calibri"/>
              </a:rPr>
              <a:t>Hub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4613528" y="4489830"/>
            <a:ext cx="6280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latin typeface="Calibri"/>
                <a:cs typeface="Calibri"/>
              </a:rPr>
              <a:t>Edge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3685032" y="4213733"/>
            <a:ext cx="11993880" cy="714375"/>
            <a:chOff x="3685032" y="4213733"/>
            <a:chExt cx="11993880" cy="714375"/>
          </a:xfrm>
        </p:grpSpPr>
        <p:sp>
          <p:nvSpPr>
            <p:cNvPr id="98" name="object 98" descr=""/>
            <p:cNvSpPr/>
            <p:nvPr/>
          </p:nvSpPr>
          <p:spPr>
            <a:xfrm>
              <a:off x="3685032" y="4213733"/>
              <a:ext cx="647065" cy="714375"/>
            </a:xfrm>
            <a:custGeom>
              <a:avLst/>
              <a:gdLst/>
              <a:ahLst/>
              <a:cxnLst/>
              <a:rect l="l" t="t" r="r" b="b"/>
              <a:pathLst>
                <a:path w="647064" h="714375">
                  <a:moveTo>
                    <a:pt x="25526" y="679576"/>
                  </a:moveTo>
                  <a:lnTo>
                    <a:pt x="0" y="707770"/>
                  </a:lnTo>
                  <a:lnTo>
                    <a:pt x="6984" y="714247"/>
                  </a:lnTo>
                  <a:lnTo>
                    <a:pt x="32638" y="685926"/>
                  </a:lnTo>
                  <a:lnTo>
                    <a:pt x="25526" y="679576"/>
                  </a:lnTo>
                  <a:close/>
                </a:path>
                <a:path w="647064" h="714375">
                  <a:moveTo>
                    <a:pt x="70230" y="630046"/>
                  </a:moveTo>
                  <a:lnTo>
                    <a:pt x="44703" y="658367"/>
                  </a:lnTo>
                  <a:lnTo>
                    <a:pt x="51815" y="664717"/>
                  </a:lnTo>
                  <a:lnTo>
                    <a:pt x="77342" y="636524"/>
                  </a:lnTo>
                  <a:lnTo>
                    <a:pt x="70230" y="630046"/>
                  </a:lnTo>
                  <a:close/>
                </a:path>
                <a:path w="647064" h="714375">
                  <a:moveTo>
                    <a:pt x="114934" y="580643"/>
                  </a:moveTo>
                  <a:lnTo>
                    <a:pt x="89407" y="608964"/>
                  </a:lnTo>
                  <a:lnTo>
                    <a:pt x="96519" y="615314"/>
                  </a:lnTo>
                  <a:lnTo>
                    <a:pt x="122046" y="586993"/>
                  </a:lnTo>
                  <a:lnTo>
                    <a:pt x="114934" y="580643"/>
                  </a:lnTo>
                  <a:close/>
                </a:path>
                <a:path w="647064" h="714375">
                  <a:moveTo>
                    <a:pt x="159765" y="531240"/>
                  </a:moveTo>
                  <a:lnTo>
                    <a:pt x="134112" y="559434"/>
                  </a:lnTo>
                  <a:lnTo>
                    <a:pt x="141223" y="565912"/>
                  </a:lnTo>
                  <a:lnTo>
                    <a:pt x="166750" y="537590"/>
                  </a:lnTo>
                  <a:lnTo>
                    <a:pt x="159765" y="531240"/>
                  </a:lnTo>
                  <a:close/>
                </a:path>
                <a:path w="647064" h="714375">
                  <a:moveTo>
                    <a:pt x="204469" y="481711"/>
                  </a:moveTo>
                  <a:lnTo>
                    <a:pt x="178942" y="510031"/>
                  </a:lnTo>
                  <a:lnTo>
                    <a:pt x="185927" y="516381"/>
                  </a:lnTo>
                  <a:lnTo>
                    <a:pt x="211454" y="488188"/>
                  </a:lnTo>
                  <a:lnTo>
                    <a:pt x="204469" y="481711"/>
                  </a:lnTo>
                  <a:close/>
                </a:path>
                <a:path w="647064" h="714375">
                  <a:moveTo>
                    <a:pt x="249173" y="432307"/>
                  </a:moveTo>
                  <a:lnTo>
                    <a:pt x="223646" y="460628"/>
                  </a:lnTo>
                  <a:lnTo>
                    <a:pt x="230631" y="466978"/>
                  </a:lnTo>
                  <a:lnTo>
                    <a:pt x="256285" y="438657"/>
                  </a:lnTo>
                  <a:lnTo>
                    <a:pt x="249173" y="432307"/>
                  </a:lnTo>
                  <a:close/>
                </a:path>
                <a:path w="647064" h="714375">
                  <a:moveTo>
                    <a:pt x="293877" y="382904"/>
                  </a:moveTo>
                  <a:lnTo>
                    <a:pt x="268350" y="411099"/>
                  </a:lnTo>
                  <a:lnTo>
                    <a:pt x="275463" y="417575"/>
                  </a:lnTo>
                  <a:lnTo>
                    <a:pt x="300989" y="389254"/>
                  </a:lnTo>
                  <a:lnTo>
                    <a:pt x="293877" y="382904"/>
                  </a:lnTo>
                  <a:close/>
                </a:path>
                <a:path w="647064" h="714375">
                  <a:moveTo>
                    <a:pt x="338581" y="333375"/>
                  </a:moveTo>
                  <a:lnTo>
                    <a:pt x="313054" y="361695"/>
                  </a:lnTo>
                  <a:lnTo>
                    <a:pt x="320166" y="368045"/>
                  </a:lnTo>
                  <a:lnTo>
                    <a:pt x="345693" y="339851"/>
                  </a:lnTo>
                  <a:lnTo>
                    <a:pt x="338581" y="333375"/>
                  </a:lnTo>
                  <a:close/>
                </a:path>
                <a:path w="647064" h="714375">
                  <a:moveTo>
                    <a:pt x="383413" y="283971"/>
                  </a:moveTo>
                  <a:lnTo>
                    <a:pt x="357758" y="312292"/>
                  </a:lnTo>
                  <a:lnTo>
                    <a:pt x="364870" y="318642"/>
                  </a:lnTo>
                  <a:lnTo>
                    <a:pt x="390397" y="290321"/>
                  </a:lnTo>
                  <a:lnTo>
                    <a:pt x="383413" y="283971"/>
                  </a:lnTo>
                  <a:close/>
                </a:path>
                <a:path w="647064" h="714375">
                  <a:moveTo>
                    <a:pt x="428116" y="234568"/>
                  </a:moveTo>
                  <a:lnTo>
                    <a:pt x="402589" y="262763"/>
                  </a:lnTo>
                  <a:lnTo>
                    <a:pt x="409575" y="269239"/>
                  </a:lnTo>
                  <a:lnTo>
                    <a:pt x="435101" y="240918"/>
                  </a:lnTo>
                  <a:lnTo>
                    <a:pt x="428116" y="234568"/>
                  </a:lnTo>
                  <a:close/>
                </a:path>
                <a:path w="647064" h="714375">
                  <a:moveTo>
                    <a:pt x="472820" y="185038"/>
                  </a:moveTo>
                  <a:lnTo>
                    <a:pt x="447293" y="213359"/>
                  </a:lnTo>
                  <a:lnTo>
                    <a:pt x="454278" y="219709"/>
                  </a:lnTo>
                  <a:lnTo>
                    <a:pt x="479932" y="191515"/>
                  </a:lnTo>
                  <a:lnTo>
                    <a:pt x="472820" y="185038"/>
                  </a:lnTo>
                  <a:close/>
                </a:path>
                <a:path w="647064" h="714375">
                  <a:moveTo>
                    <a:pt x="517525" y="135636"/>
                  </a:moveTo>
                  <a:lnTo>
                    <a:pt x="491997" y="163956"/>
                  </a:lnTo>
                  <a:lnTo>
                    <a:pt x="499109" y="170306"/>
                  </a:lnTo>
                  <a:lnTo>
                    <a:pt x="524637" y="141986"/>
                  </a:lnTo>
                  <a:lnTo>
                    <a:pt x="517525" y="135636"/>
                  </a:lnTo>
                  <a:close/>
                </a:path>
                <a:path w="647064" h="714375">
                  <a:moveTo>
                    <a:pt x="562228" y="86232"/>
                  </a:moveTo>
                  <a:lnTo>
                    <a:pt x="536701" y="114426"/>
                  </a:lnTo>
                  <a:lnTo>
                    <a:pt x="543813" y="120903"/>
                  </a:lnTo>
                  <a:lnTo>
                    <a:pt x="569340" y="92582"/>
                  </a:lnTo>
                  <a:lnTo>
                    <a:pt x="562228" y="86232"/>
                  </a:lnTo>
                  <a:close/>
                </a:path>
                <a:path w="647064" h="714375">
                  <a:moveTo>
                    <a:pt x="634440" y="43941"/>
                  </a:moveTo>
                  <a:lnTo>
                    <a:pt x="600582" y="43941"/>
                  </a:lnTo>
                  <a:lnTo>
                    <a:pt x="607567" y="50291"/>
                  </a:lnTo>
                  <a:lnTo>
                    <a:pt x="599078" y="59687"/>
                  </a:lnTo>
                  <a:lnTo>
                    <a:pt x="623823" y="82041"/>
                  </a:lnTo>
                  <a:lnTo>
                    <a:pt x="634440" y="43941"/>
                  </a:lnTo>
                  <a:close/>
                </a:path>
                <a:path w="647064" h="714375">
                  <a:moveTo>
                    <a:pt x="592042" y="53331"/>
                  </a:moveTo>
                  <a:lnTo>
                    <a:pt x="581405" y="65024"/>
                  </a:lnTo>
                  <a:lnTo>
                    <a:pt x="588517" y="71374"/>
                  </a:lnTo>
                  <a:lnTo>
                    <a:pt x="599078" y="59687"/>
                  </a:lnTo>
                  <a:lnTo>
                    <a:pt x="592042" y="53331"/>
                  </a:lnTo>
                  <a:close/>
                </a:path>
                <a:path w="647064" h="714375">
                  <a:moveTo>
                    <a:pt x="600582" y="43941"/>
                  </a:moveTo>
                  <a:lnTo>
                    <a:pt x="592042" y="53331"/>
                  </a:lnTo>
                  <a:lnTo>
                    <a:pt x="599078" y="59687"/>
                  </a:lnTo>
                  <a:lnTo>
                    <a:pt x="607567" y="50291"/>
                  </a:lnTo>
                  <a:lnTo>
                    <a:pt x="600582" y="43941"/>
                  </a:lnTo>
                  <a:close/>
                </a:path>
                <a:path w="647064" h="714375">
                  <a:moveTo>
                    <a:pt x="646683" y="0"/>
                  </a:moveTo>
                  <a:lnTo>
                    <a:pt x="567308" y="30987"/>
                  </a:lnTo>
                  <a:lnTo>
                    <a:pt x="592042" y="53331"/>
                  </a:lnTo>
                  <a:lnTo>
                    <a:pt x="600582" y="43941"/>
                  </a:lnTo>
                  <a:lnTo>
                    <a:pt x="634440" y="43941"/>
                  </a:lnTo>
                  <a:lnTo>
                    <a:pt x="64668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087346" y="4333773"/>
              <a:ext cx="591032" cy="591032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5538851" y="4304665"/>
              <a:ext cx="3671570" cy="76200"/>
            </a:xfrm>
            <a:custGeom>
              <a:avLst/>
              <a:gdLst/>
              <a:ahLst/>
              <a:cxnLst/>
              <a:rect l="l" t="t" r="r" b="b"/>
              <a:pathLst>
                <a:path w="3671570" h="76200">
                  <a:moveTo>
                    <a:pt x="38100" y="34544"/>
                  </a:moveTo>
                  <a:lnTo>
                    <a:pt x="0" y="34544"/>
                  </a:lnTo>
                  <a:lnTo>
                    <a:pt x="0" y="44069"/>
                  </a:lnTo>
                  <a:lnTo>
                    <a:pt x="38100" y="44069"/>
                  </a:lnTo>
                  <a:lnTo>
                    <a:pt x="38100" y="34544"/>
                  </a:lnTo>
                  <a:close/>
                </a:path>
                <a:path w="3671570" h="76200">
                  <a:moveTo>
                    <a:pt x="104775" y="34544"/>
                  </a:moveTo>
                  <a:lnTo>
                    <a:pt x="66675" y="34544"/>
                  </a:lnTo>
                  <a:lnTo>
                    <a:pt x="66675" y="44069"/>
                  </a:lnTo>
                  <a:lnTo>
                    <a:pt x="104775" y="44069"/>
                  </a:lnTo>
                  <a:lnTo>
                    <a:pt x="104775" y="34544"/>
                  </a:lnTo>
                  <a:close/>
                </a:path>
                <a:path w="3671570" h="76200">
                  <a:moveTo>
                    <a:pt x="171450" y="34417"/>
                  </a:moveTo>
                  <a:lnTo>
                    <a:pt x="133350" y="34417"/>
                  </a:lnTo>
                  <a:lnTo>
                    <a:pt x="133350" y="43942"/>
                  </a:lnTo>
                  <a:lnTo>
                    <a:pt x="171450" y="43942"/>
                  </a:lnTo>
                  <a:lnTo>
                    <a:pt x="171450" y="34417"/>
                  </a:lnTo>
                  <a:close/>
                </a:path>
                <a:path w="3671570" h="76200">
                  <a:moveTo>
                    <a:pt x="238125" y="34417"/>
                  </a:moveTo>
                  <a:lnTo>
                    <a:pt x="200025" y="34417"/>
                  </a:lnTo>
                  <a:lnTo>
                    <a:pt x="200025" y="43942"/>
                  </a:lnTo>
                  <a:lnTo>
                    <a:pt x="238125" y="43942"/>
                  </a:lnTo>
                  <a:lnTo>
                    <a:pt x="238125" y="34417"/>
                  </a:lnTo>
                  <a:close/>
                </a:path>
                <a:path w="3671570" h="76200">
                  <a:moveTo>
                    <a:pt x="304800" y="34417"/>
                  </a:moveTo>
                  <a:lnTo>
                    <a:pt x="266700" y="34417"/>
                  </a:lnTo>
                  <a:lnTo>
                    <a:pt x="266700" y="43942"/>
                  </a:lnTo>
                  <a:lnTo>
                    <a:pt x="304800" y="43942"/>
                  </a:lnTo>
                  <a:lnTo>
                    <a:pt x="304800" y="34417"/>
                  </a:lnTo>
                  <a:close/>
                </a:path>
                <a:path w="3671570" h="76200">
                  <a:moveTo>
                    <a:pt x="371475" y="34417"/>
                  </a:moveTo>
                  <a:lnTo>
                    <a:pt x="333375" y="34417"/>
                  </a:lnTo>
                  <a:lnTo>
                    <a:pt x="333375" y="43942"/>
                  </a:lnTo>
                  <a:lnTo>
                    <a:pt x="371475" y="43942"/>
                  </a:lnTo>
                  <a:lnTo>
                    <a:pt x="371475" y="34417"/>
                  </a:lnTo>
                  <a:close/>
                </a:path>
                <a:path w="3671570" h="76200">
                  <a:moveTo>
                    <a:pt x="438150" y="34417"/>
                  </a:moveTo>
                  <a:lnTo>
                    <a:pt x="400050" y="34417"/>
                  </a:lnTo>
                  <a:lnTo>
                    <a:pt x="400050" y="43942"/>
                  </a:lnTo>
                  <a:lnTo>
                    <a:pt x="438150" y="43942"/>
                  </a:lnTo>
                  <a:lnTo>
                    <a:pt x="438150" y="34417"/>
                  </a:lnTo>
                  <a:close/>
                </a:path>
                <a:path w="3671570" h="76200">
                  <a:moveTo>
                    <a:pt x="504825" y="34289"/>
                  </a:moveTo>
                  <a:lnTo>
                    <a:pt x="466725" y="34417"/>
                  </a:lnTo>
                  <a:lnTo>
                    <a:pt x="466725" y="43942"/>
                  </a:lnTo>
                  <a:lnTo>
                    <a:pt x="504825" y="43814"/>
                  </a:lnTo>
                  <a:lnTo>
                    <a:pt x="504825" y="34289"/>
                  </a:lnTo>
                  <a:close/>
                </a:path>
                <a:path w="3671570" h="76200">
                  <a:moveTo>
                    <a:pt x="571500" y="34289"/>
                  </a:moveTo>
                  <a:lnTo>
                    <a:pt x="533400" y="34289"/>
                  </a:lnTo>
                  <a:lnTo>
                    <a:pt x="533400" y="43814"/>
                  </a:lnTo>
                  <a:lnTo>
                    <a:pt x="571500" y="43814"/>
                  </a:lnTo>
                  <a:lnTo>
                    <a:pt x="571500" y="34289"/>
                  </a:lnTo>
                  <a:close/>
                </a:path>
                <a:path w="3671570" h="76200">
                  <a:moveTo>
                    <a:pt x="638175" y="34289"/>
                  </a:moveTo>
                  <a:lnTo>
                    <a:pt x="600075" y="34289"/>
                  </a:lnTo>
                  <a:lnTo>
                    <a:pt x="600075" y="43814"/>
                  </a:lnTo>
                  <a:lnTo>
                    <a:pt x="638175" y="43814"/>
                  </a:lnTo>
                  <a:lnTo>
                    <a:pt x="638175" y="34289"/>
                  </a:lnTo>
                  <a:close/>
                </a:path>
                <a:path w="3671570" h="76200">
                  <a:moveTo>
                    <a:pt x="704850" y="34289"/>
                  </a:moveTo>
                  <a:lnTo>
                    <a:pt x="666750" y="34289"/>
                  </a:lnTo>
                  <a:lnTo>
                    <a:pt x="666750" y="43814"/>
                  </a:lnTo>
                  <a:lnTo>
                    <a:pt x="704850" y="43814"/>
                  </a:lnTo>
                  <a:lnTo>
                    <a:pt x="704850" y="34289"/>
                  </a:lnTo>
                  <a:close/>
                </a:path>
                <a:path w="3671570" h="76200">
                  <a:moveTo>
                    <a:pt x="771525" y="34289"/>
                  </a:moveTo>
                  <a:lnTo>
                    <a:pt x="733425" y="34289"/>
                  </a:lnTo>
                  <a:lnTo>
                    <a:pt x="733425" y="43814"/>
                  </a:lnTo>
                  <a:lnTo>
                    <a:pt x="771525" y="43814"/>
                  </a:lnTo>
                  <a:lnTo>
                    <a:pt x="771525" y="34289"/>
                  </a:lnTo>
                  <a:close/>
                </a:path>
                <a:path w="3671570" h="76200">
                  <a:moveTo>
                    <a:pt x="838200" y="34289"/>
                  </a:moveTo>
                  <a:lnTo>
                    <a:pt x="800100" y="34289"/>
                  </a:lnTo>
                  <a:lnTo>
                    <a:pt x="800100" y="43814"/>
                  </a:lnTo>
                  <a:lnTo>
                    <a:pt x="838200" y="43814"/>
                  </a:lnTo>
                  <a:lnTo>
                    <a:pt x="838200" y="34289"/>
                  </a:lnTo>
                  <a:close/>
                </a:path>
                <a:path w="3671570" h="76200">
                  <a:moveTo>
                    <a:pt x="904875" y="34289"/>
                  </a:moveTo>
                  <a:lnTo>
                    <a:pt x="866775" y="34289"/>
                  </a:lnTo>
                  <a:lnTo>
                    <a:pt x="866775" y="43814"/>
                  </a:lnTo>
                  <a:lnTo>
                    <a:pt x="904875" y="43814"/>
                  </a:lnTo>
                  <a:lnTo>
                    <a:pt x="904875" y="34289"/>
                  </a:lnTo>
                  <a:close/>
                </a:path>
                <a:path w="3671570" h="76200">
                  <a:moveTo>
                    <a:pt x="971550" y="34162"/>
                  </a:moveTo>
                  <a:lnTo>
                    <a:pt x="933450" y="34162"/>
                  </a:lnTo>
                  <a:lnTo>
                    <a:pt x="933450" y="43687"/>
                  </a:lnTo>
                  <a:lnTo>
                    <a:pt x="971550" y="43687"/>
                  </a:lnTo>
                  <a:lnTo>
                    <a:pt x="971550" y="34162"/>
                  </a:lnTo>
                  <a:close/>
                </a:path>
                <a:path w="3671570" h="76200">
                  <a:moveTo>
                    <a:pt x="1038225" y="34162"/>
                  </a:moveTo>
                  <a:lnTo>
                    <a:pt x="1000125" y="34162"/>
                  </a:lnTo>
                  <a:lnTo>
                    <a:pt x="1000125" y="43687"/>
                  </a:lnTo>
                  <a:lnTo>
                    <a:pt x="1038225" y="43687"/>
                  </a:lnTo>
                  <a:lnTo>
                    <a:pt x="1038225" y="34162"/>
                  </a:lnTo>
                  <a:close/>
                </a:path>
                <a:path w="3671570" h="76200">
                  <a:moveTo>
                    <a:pt x="1104900" y="34162"/>
                  </a:moveTo>
                  <a:lnTo>
                    <a:pt x="1066800" y="34162"/>
                  </a:lnTo>
                  <a:lnTo>
                    <a:pt x="1066800" y="43687"/>
                  </a:lnTo>
                  <a:lnTo>
                    <a:pt x="1104900" y="43687"/>
                  </a:lnTo>
                  <a:lnTo>
                    <a:pt x="1104900" y="34162"/>
                  </a:lnTo>
                  <a:close/>
                </a:path>
                <a:path w="3671570" h="76200">
                  <a:moveTo>
                    <a:pt x="1171575" y="34162"/>
                  </a:moveTo>
                  <a:lnTo>
                    <a:pt x="1133475" y="34162"/>
                  </a:lnTo>
                  <a:lnTo>
                    <a:pt x="1133475" y="43687"/>
                  </a:lnTo>
                  <a:lnTo>
                    <a:pt x="1171575" y="43687"/>
                  </a:lnTo>
                  <a:lnTo>
                    <a:pt x="1171575" y="34162"/>
                  </a:lnTo>
                  <a:close/>
                </a:path>
                <a:path w="3671570" h="76200">
                  <a:moveTo>
                    <a:pt x="1238250" y="34162"/>
                  </a:moveTo>
                  <a:lnTo>
                    <a:pt x="1200150" y="34162"/>
                  </a:lnTo>
                  <a:lnTo>
                    <a:pt x="1200150" y="43687"/>
                  </a:lnTo>
                  <a:lnTo>
                    <a:pt x="1238250" y="43687"/>
                  </a:lnTo>
                  <a:lnTo>
                    <a:pt x="1238250" y="34162"/>
                  </a:lnTo>
                  <a:close/>
                </a:path>
                <a:path w="3671570" h="76200">
                  <a:moveTo>
                    <a:pt x="1304925" y="34162"/>
                  </a:moveTo>
                  <a:lnTo>
                    <a:pt x="1266825" y="34162"/>
                  </a:lnTo>
                  <a:lnTo>
                    <a:pt x="1266825" y="43687"/>
                  </a:lnTo>
                  <a:lnTo>
                    <a:pt x="1304925" y="43687"/>
                  </a:lnTo>
                  <a:lnTo>
                    <a:pt x="1304925" y="34162"/>
                  </a:lnTo>
                  <a:close/>
                </a:path>
                <a:path w="3671570" h="76200">
                  <a:moveTo>
                    <a:pt x="1371600" y="34036"/>
                  </a:moveTo>
                  <a:lnTo>
                    <a:pt x="1333500" y="34036"/>
                  </a:lnTo>
                  <a:lnTo>
                    <a:pt x="1333500" y="43561"/>
                  </a:lnTo>
                  <a:lnTo>
                    <a:pt x="1371600" y="43561"/>
                  </a:lnTo>
                  <a:lnTo>
                    <a:pt x="1371600" y="34036"/>
                  </a:lnTo>
                  <a:close/>
                </a:path>
                <a:path w="3671570" h="76200">
                  <a:moveTo>
                    <a:pt x="1438275" y="34036"/>
                  </a:moveTo>
                  <a:lnTo>
                    <a:pt x="1400175" y="34036"/>
                  </a:lnTo>
                  <a:lnTo>
                    <a:pt x="1400175" y="43561"/>
                  </a:lnTo>
                  <a:lnTo>
                    <a:pt x="1438275" y="43561"/>
                  </a:lnTo>
                  <a:lnTo>
                    <a:pt x="1438275" y="34036"/>
                  </a:lnTo>
                  <a:close/>
                </a:path>
                <a:path w="3671570" h="76200">
                  <a:moveTo>
                    <a:pt x="1504950" y="34036"/>
                  </a:moveTo>
                  <a:lnTo>
                    <a:pt x="1466850" y="34036"/>
                  </a:lnTo>
                  <a:lnTo>
                    <a:pt x="1466850" y="43561"/>
                  </a:lnTo>
                  <a:lnTo>
                    <a:pt x="1504950" y="43561"/>
                  </a:lnTo>
                  <a:lnTo>
                    <a:pt x="1504950" y="34036"/>
                  </a:lnTo>
                  <a:close/>
                </a:path>
                <a:path w="3671570" h="76200">
                  <a:moveTo>
                    <a:pt x="1571625" y="34036"/>
                  </a:moveTo>
                  <a:lnTo>
                    <a:pt x="1533525" y="34036"/>
                  </a:lnTo>
                  <a:lnTo>
                    <a:pt x="1533525" y="43561"/>
                  </a:lnTo>
                  <a:lnTo>
                    <a:pt x="1571625" y="43561"/>
                  </a:lnTo>
                  <a:lnTo>
                    <a:pt x="1571625" y="34036"/>
                  </a:lnTo>
                  <a:close/>
                </a:path>
                <a:path w="3671570" h="76200">
                  <a:moveTo>
                    <a:pt x="1638300" y="34036"/>
                  </a:moveTo>
                  <a:lnTo>
                    <a:pt x="1600200" y="34036"/>
                  </a:lnTo>
                  <a:lnTo>
                    <a:pt x="1600200" y="43561"/>
                  </a:lnTo>
                  <a:lnTo>
                    <a:pt x="1638300" y="43561"/>
                  </a:lnTo>
                  <a:lnTo>
                    <a:pt x="1638300" y="34036"/>
                  </a:lnTo>
                  <a:close/>
                </a:path>
                <a:path w="3671570" h="76200">
                  <a:moveTo>
                    <a:pt x="1704975" y="34036"/>
                  </a:moveTo>
                  <a:lnTo>
                    <a:pt x="1666875" y="34036"/>
                  </a:lnTo>
                  <a:lnTo>
                    <a:pt x="1666875" y="43561"/>
                  </a:lnTo>
                  <a:lnTo>
                    <a:pt x="1704975" y="43561"/>
                  </a:lnTo>
                  <a:lnTo>
                    <a:pt x="1704975" y="34036"/>
                  </a:lnTo>
                  <a:close/>
                </a:path>
                <a:path w="3671570" h="76200">
                  <a:moveTo>
                    <a:pt x="1771650" y="33909"/>
                  </a:moveTo>
                  <a:lnTo>
                    <a:pt x="1733550" y="33909"/>
                  </a:lnTo>
                  <a:lnTo>
                    <a:pt x="1733550" y="43434"/>
                  </a:lnTo>
                  <a:lnTo>
                    <a:pt x="1771650" y="43434"/>
                  </a:lnTo>
                  <a:lnTo>
                    <a:pt x="1771650" y="33909"/>
                  </a:lnTo>
                  <a:close/>
                </a:path>
                <a:path w="3671570" h="76200">
                  <a:moveTo>
                    <a:pt x="1838325" y="33909"/>
                  </a:moveTo>
                  <a:lnTo>
                    <a:pt x="1800225" y="33909"/>
                  </a:lnTo>
                  <a:lnTo>
                    <a:pt x="1800225" y="43434"/>
                  </a:lnTo>
                  <a:lnTo>
                    <a:pt x="1838325" y="43434"/>
                  </a:lnTo>
                  <a:lnTo>
                    <a:pt x="1838325" y="33909"/>
                  </a:lnTo>
                  <a:close/>
                </a:path>
                <a:path w="3671570" h="76200">
                  <a:moveTo>
                    <a:pt x="1905000" y="33909"/>
                  </a:moveTo>
                  <a:lnTo>
                    <a:pt x="1866900" y="33909"/>
                  </a:lnTo>
                  <a:lnTo>
                    <a:pt x="1866900" y="43434"/>
                  </a:lnTo>
                  <a:lnTo>
                    <a:pt x="1905000" y="43434"/>
                  </a:lnTo>
                  <a:lnTo>
                    <a:pt x="1905000" y="33909"/>
                  </a:lnTo>
                  <a:close/>
                </a:path>
                <a:path w="3671570" h="76200">
                  <a:moveTo>
                    <a:pt x="1971675" y="33909"/>
                  </a:moveTo>
                  <a:lnTo>
                    <a:pt x="1933575" y="33909"/>
                  </a:lnTo>
                  <a:lnTo>
                    <a:pt x="1933575" y="43434"/>
                  </a:lnTo>
                  <a:lnTo>
                    <a:pt x="1971675" y="43434"/>
                  </a:lnTo>
                  <a:lnTo>
                    <a:pt x="1971675" y="33909"/>
                  </a:lnTo>
                  <a:close/>
                </a:path>
                <a:path w="3671570" h="76200">
                  <a:moveTo>
                    <a:pt x="2038350" y="33909"/>
                  </a:moveTo>
                  <a:lnTo>
                    <a:pt x="2000250" y="33909"/>
                  </a:lnTo>
                  <a:lnTo>
                    <a:pt x="2000250" y="43434"/>
                  </a:lnTo>
                  <a:lnTo>
                    <a:pt x="2038350" y="43434"/>
                  </a:lnTo>
                  <a:lnTo>
                    <a:pt x="2038350" y="33909"/>
                  </a:lnTo>
                  <a:close/>
                </a:path>
                <a:path w="3671570" h="76200">
                  <a:moveTo>
                    <a:pt x="2105025" y="33782"/>
                  </a:moveTo>
                  <a:lnTo>
                    <a:pt x="2066925" y="33782"/>
                  </a:lnTo>
                  <a:lnTo>
                    <a:pt x="2066925" y="43307"/>
                  </a:lnTo>
                  <a:lnTo>
                    <a:pt x="2105025" y="43307"/>
                  </a:lnTo>
                  <a:lnTo>
                    <a:pt x="2105025" y="33782"/>
                  </a:lnTo>
                  <a:close/>
                </a:path>
                <a:path w="3671570" h="76200">
                  <a:moveTo>
                    <a:pt x="2171700" y="33782"/>
                  </a:moveTo>
                  <a:lnTo>
                    <a:pt x="2133600" y="33782"/>
                  </a:lnTo>
                  <a:lnTo>
                    <a:pt x="2133600" y="43307"/>
                  </a:lnTo>
                  <a:lnTo>
                    <a:pt x="2171700" y="43307"/>
                  </a:lnTo>
                  <a:lnTo>
                    <a:pt x="2171700" y="33782"/>
                  </a:lnTo>
                  <a:close/>
                </a:path>
                <a:path w="3671570" h="76200">
                  <a:moveTo>
                    <a:pt x="2238375" y="33782"/>
                  </a:moveTo>
                  <a:lnTo>
                    <a:pt x="2200275" y="33782"/>
                  </a:lnTo>
                  <a:lnTo>
                    <a:pt x="2200275" y="43307"/>
                  </a:lnTo>
                  <a:lnTo>
                    <a:pt x="2238375" y="43307"/>
                  </a:lnTo>
                  <a:lnTo>
                    <a:pt x="2238375" y="33782"/>
                  </a:lnTo>
                  <a:close/>
                </a:path>
                <a:path w="3671570" h="76200">
                  <a:moveTo>
                    <a:pt x="2305050" y="33782"/>
                  </a:moveTo>
                  <a:lnTo>
                    <a:pt x="2266950" y="33782"/>
                  </a:lnTo>
                  <a:lnTo>
                    <a:pt x="2266950" y="43307"/>
                  </a:lnTo>
                  <a:lnTo>
                    <a:pt x="2305050" y="43307"/>
                  </a:lnTo>
                  <a:lnTo>
                    <a:pt x="2305050" y="33782"/>
                  </a:lnTo>
                  <a:close/>
                </a:path>
                <a:path w="3671570" h="76200">
                  <a:moveTo>
                    <a:pt x="2371725" y="33782"/>
                  </a:moveTo>
                  <a:lnTo>
                    <a:pt x="2333625" y="33782"/>
                  </a:lnTo>
                  <a:lnTo>
                    <a:pt x="2333625" y="43307"/>
                  </a:lnTo>
                  <a:lnTo>
                    <a:pt x="2371725" y="43307"/>
                  </a:lnTo>
                  <a:lnTo>
                    <a:pt x="2371725" y="33782"/>
                  </a:lnTo>
                  <a:close/>
                </a:path>
                <a:path w="3671570" h="76200">
                  <a:moveTo>
                    <a:pt x="2438400" y="33782"/>
                  </a:moveTo>
                  <a:lnTo>
                    <a:pt x="2400300" y="33782"/>
                  </a:lnTo>
                  <a:lnTo>
                    <a:pt x="2400300" y="43307"/>
                  </a:lnTo>
                  <a:lnTo>
                    <a:pt x="2438400" y="43307"/>
                  </a:lnTo>
                  <a:lnTo>
                    <a:pt x="2438400" y="33782"/>
                  </a:lnTo>
                  <a:close/>
                </a:path>
                <a:path w="3671570" h="76200">
                  <a:moveTo>
                    <a:pt x="2505075" y="33655"/>
                  </a:moveTo>
                  <a:lnTo>
                    <a:pt x="2466975" y="33655"/>
                  </a:lnTo>
                  <a:lnTo>
                    <a:pt x="2466975" y="43180"/>
                  </a:lnTo>
                  <a:lnTo>
                    <a:pt x="2505075" y="43180"/>
                  </a:lnTo>
                  <a:lnTo>
                    <a:pt x="2505075" y="33655"/>
                  </a:lnTo>
                  <a:close/>
                </a:path>
                <a:path w="3671570" h="76200">
                  <a:moveTo>
                    <a:pt x="2571750" y="33655"/>
                  </a:moveTo>
                  <a:lnTo>
                    <a:pt x="2533650" y="33655"/>
                  </a:lnTo>
                  <a:lnTo>
                    <a:pt x="2533650" y="43180"/>
                  </a:lnTo>
                  <a:lnTo>
                    <a:pt x="2571750" y="43180"/>
                  </a:lnTo>
                  <a:lnTo>
                    <a:pt x="2571750" y="33655"/>
                  </a:lnTo>
                  <a:close/>
                </a:path>
                <a:path w="3671570" h="76200">
                  <a:moveTo>
                    <a:pt x="2638425" y="33655"/>
                  </a:moveTo>
                  <a:lnTo>
                    <a:pt x="2600325" y="33655"/>
                  </a:lnTo>
                  <a:lnTo>
                    <a:pt x="2600325" y="43180"/>
                  </a:lnTo>
                  <a:lnTo>
                    <a:pt x="2638425" y="43180"/>
                  </a:lnTo>
                  <a:lnTo>
                    <a:pt x="2638425" y="33655"/>
                  </a:lnTo>
                  <a:close/>
                </a:path>
                <a:path w="3671570" h="76200">
                  <a:moveTo>
                    <a:pt x="2705100" y="33655"/>
                  </a:moveTo>
                  <a:lnTo>
                    <a:pt x="2667000" y="33655"/>
                  </a:lnTo>
                  <a:lnTo>
                    <a:pt x="2667000" y="43180"/>
                  </a:lnTo>
                  <a:lnTo>
                    <a:pt x="2705100" y="43180"/>
                  </a:lnTo>
                  <a:lnTo>
                    <a:pt x="2705100" y="33655"/>
                  </a:lnTo>
                  <a:close/>
                </a:path>
                <a:path w="3671570" h="76200">
                  <a:moveTo>
                    <a:pt x="2771775" y="33655"/>
                  </a:moveTo>
                  <a:lnTo>
                    <a:pt x="2733675" y="33655"/>
                  </a:lnTo>
                  <a:lnTo>
                    <a:pt x="2733675" y="43180"/>
                  </a:lnTo>
                  <a:lnTo>
                    <a:pt x="2771775" y="43180"/>
                  </a:lnTo>
                  <a:lnTo>
                    <a:pt x="2771775" y="33655"/>
                  </a:lnTo>
                  <a:close/>
                </a:path>
                <a:path w="3671570" h="76200">
                  <a:moveTo>
                    <a:pt x="2838450" y="33527"/>
                  </a:moveTo>
                  <a:lnTo>
                    <a:pt x="2800350" y="33655"/>
                  </a:lnTo>
                  <a:lnTo>
                    <a:pt x="2800350" y="43180"/>
                  </a:lnTo>
                  <a:lnTo>
                    <a:pt x="2838450" y="43052"/>
                  </a:lnTo>
                  <a:lnTo>
                    <a:pt x="2838450" y="33527"/>
                  </a:lnTo>
                  <a:close/>
                </a:path>
                <a:path w="3671570" h="76200">
                  <a:moveTo>
                    <a:pt x="2905125" y="33527"/>
                  </a:moveTo>
                  <a:lnTo>
                    <a:pt x="2867025" y="33527"/>
                  </a:lnTo>
                  <a:lnTo>
                    <a:pt x="2867025" y="43052"/>
                  </a:lnTo>
                  <a:lnTo>
                    <a:pt x="2905125" y="43052"/>
                  </a:lnTo>
                  <a:lnTo>
                    <a:pt x="2905125" y="33527"/>
                  </a:lnTo>
                  <a:close/>
                </a:path>
                <a:path w="3671570" h="76200">
                  <a:moveTo>
                    <a:pt x="2971800" y="33527"/>
                  </a:moveTo>
                  <a:lnTo>
                    <a:pt x="2933700" y="33527"/>
                  </a:lnTo>
                  <a:lnTo>
                    <a:pt x="2933700" y="43052"/>
                  </a:lnTo>
                  <a:lnTo>
                    <a:pt x="2971800" y="43052"/>
                  </a:lnTo>
                  <a:lnTo>
                    <a:pt x="2971800" y="33527"/>
                  </a:lnTo>
                  <a:close/>
                </a:path>
                <a:path w="3671570" h="76200">
                  <a:moveTo>
                    <a:pt x="3038475" y="33527"/>
                  </a:moveTo>
                  <a:lnTo>
                    <a:pt x="3000375" y="33527"/>
                  </a:lnTo>
                  <a:lnTo>
                    <a:pt x="3000375" y="43052"/>
                  </a:lnTo>
                  <a:lnTo>
                    <a:pt x="3038475" y="43052"/>
                  </a:lnTo>
                  <a:lnTo>
                    <a:pt x="3038475" y="33527"/>
                  </a:lnTo>
                  <a:close/>
                </a:path>
                <a:path w="3671570" h="76200">
                  <a:moveTo>
                    <a:pt x="3105150" y="33527"/>
                  </a:moveTo>
                  <a:lnTo>
                    <a:pt x="3067050" y="33527"/>
                  </a:lnTo>
                  <a:lnTo>
                    <a:pt x="3067050" y="43052"/>
                  </a:lnTo>
                  <a:lnTo>
                    <a:pt x="3105150" y="43052"/>
                  </a:lnTo>
                  <a:lnTo>
                    <a:pt x="3105150" y="33527"/>
                  </a:lnTo>
                  <a:close/>
                </a:path>
                <a:path w="3671570" h="76200">
                  <a:moveTo>
                    <a:pt x="3171825" y="33527"/>
                  </a:moveTo>
                  <a:lnTo>
                    <a:pt x="3133725" y="33527"/>
                  </a:lnTo>
                  <a:lnTo>
                    <a:pt x="3133725" y="43052"/>
                  </a:lnTo>
                  <a:lnTo>
                    <a:pt x="3171825" y="43052"/>
                  </a:lnTo>
                  <a:lnTo>
                    <a:pt x="3171825" y="33527"/>
                  </a:lnTo>
                  <a:close/>
                </a:path>
                <a:path w="3671570" h="76200">
                  <a:moveTo>
                    <a:pt x="3238500" y="33527"/>
                  </a:moveTo>
                  <a:lnTo>
                    <a:pt x="3200400" y="33527"/>
                  </a:lnTo>
                  <a:lnTo>
                    <a:pt x="3200400" y="43052"/>
                  </a:lnTo>
                  <a:lnTo>
                    <a:pt x="3238500" y="43052"/>
                  </a:lnTo>
                  <a:lnTo>
                    <a:pt x="3238500" y="33527"/>
                  </a:lnTo>
                  <a:close/>
                </a:path>
                <a:path w="3671570" h="76200">
                  <a:moveTo>
                    <a:pt x="3305175" y="33400"/>
                  </a:moveTo>
                  <a:lnTo>
                    <a:pt x="3267075" y="33400"/>
                  </a:lnTo>
                  <a:lnTo>
                    <a:pt x="3267075" y="42925"/>
                  </a:lnTo>
                  <a:lnTo>
                    <a:pt x="3305175" y="42925"/>
                  </a:lnTo>
                  <a:lnTo>
                    <a:pt x="3305175" y="33400"/>
                  </a:lnTo>
                  <a:close/>
                </a:path>
                <a:path w="3671570" h="76200">
                  <a:moveTo>
                    <a:pt x="3371850" y="33400"/>
                  </a:moveTo>
                  <a:lnTo>
                    <a:pt x="3333750" y="33400"/>
                  </a:lnTo>
                  <a:lnTo>
                    <a:pt x="3333750" y="42925"/>
                  </a:lnTo>
                  <a:lnTo>
                    <a:pt x="3371850" y="42925"/>
                  </a:lnTo>
                  <a:lnTo>
                    <a:pt x="3371850" y="33400"/>
                  </a:lnTo>
                  <a:close/>
                </a:path>
                <a:path w="3671570" h="76200">
                  <a:moveTo>
                    <a:pt x="3438525" y="33400"/>
                  </a:moveTo>
                  <a:lnTo>
                    <a:pt x="3400425" y="33400"/>
                  </a:lnTo>
                  <a:lnTo>
                    <a:pt x="3400425" y="42925"/>
                  </a:lnTo>
                  <a:lnTo>
                    <a:pt x="3438525" y="42925"/>
                  </a:lnTo>
                  <a:lnTo>
                    <a:pt x="3438525" y="33400"/>
                  </a:lnTo>
                  <a:close/>
                </a:path>
                <a:path w="3671570" h="76200">
                  <a:moveTo>
                    <a:pt x="3505200" y="33400"/>
                  </a:moveTo>
                  <a:lnTo>
                    <a:pt x="3467100" y="33400"/>
                  </a:lnTo>
                  <a:lnTo>
                    <a:pt x="3467100" y="42925"/>
                  </a:lnTo>
                  <a:lnTo>
                    <a:pt x="3505200" y="42925"/>
                  </a:lnTo>
                  <a:lnTo>
                    <a:pt x="3505200" y="33400"/>
                  </a:lnTo>
                  <a:close/>
                </a:path>
                <a:path w="3671570" h="76200">
                  <a:moveTo>
                    <a:pt x="3571875" y="33400"/>
                  </a:moveTo>
                  <a:lnTo>
                    <a:pt x="3533775" y="33400"/>
                  </a:lnTo>
                  <a:lnTo>
                    <a:pt x="3533775" y="42925"/>
                  </a:lnTo>
                  <a:lnTo>
                    <a:pt x="3571875" y="42925"/>
                  </a:lnTo>
                  <a:lnTo>
                    <a:pt x="3571875" y="33400"/>
                  </a:lnTo>
                  <a:close/>
                </a:path>
                <a:path w="3671570" h="76200">
                  <a:moveTo>
                    <a:pt x="3595243" y="0"/>
                  </a:moveTo>
                  <a:lnTo>
                    <a:pt x="3595243" y="76200"/>
                  </a:lnTo>
                  <a:lnTo>
                    <a:pt x="3661791" y="42925"/>
                  </a:lnTo>
                  <a:lnTo>
                    <a:pt x="3600450" y="42925"/>
                  </a:lnTo>
                  <a:lnTo>
                    <a:pt x="3600450" y="33400"/>
                  </a:lnTo>
                  <a:lnTo>
                    <a:pt x="3662045" y="33400"/>
                  </a:lnTo>
                  <a:lnTo>
                    <a:pt x="3595243" y="0"/>
                  </a:lnTo>
                  <a:close/>
                </a:path>
                <a:path w="3671570" h="76200">
                  <a:moveTo>
                    <a:pt x="3607943" y="33400"/>
                  </a:moveTo>
                  <a:lnTo>
                    <a:pt x="3600450" y="33400"/>
                  </a:lnTo>
                  <a:lnTo>
                    <a:pt x="3600450" y="42925"/>
                  </a:lnTo>
                  <a:lnTo>
                    <a:pt x="3607943" y="42925"/>
                  </a:lnTo>
                  <a:lnTo>
                    <a:pt x="3607943" y="33400"/>
                  </a:lnTo>
                  <a:close/>
                </a:path>
                <a:path w="3671570" h="76200">
                  <a:moveTo>
                    <a:pt x="3662045" y="33400"/>
                  </a:moveTo>
                  <a:lnTo>
                    <a:pt x="3607943" y="33400"/>
                  </a:lnTo>
                  <a:lnTo>
                    <a:pt x="3607943" y="42925"/>
                  </a:lnTo>
                  <a:lnTo>
                    <a:pt x="3661791" y="42925"/>
                  </a:lnTo>
                  <a:lnTo>
                    <a:pt x="3671443" y="38100"/>
                  </a:lnTo>
                  <a:lnTo>
                    <a:pt x="3662045" y="3340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 descr=""/>
          <p:cNvSpPr txBox="1"/>
          <p:nvPr/>
        </p:nvSpPr>
        <p:spPr>
          <a:xfrm>
            <a:off x="15146273" y="4986908"/>
            <a:ext cx="511809" cy="451484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27940" marR="5080" indent="-15240">
              <a:lnSpc>
                <a:spcPts val="1670"/>
              </a:lnSpc>
              <a:spcBef>
                <a:spcPts val="165"/>
              </a:spcBef>
            </a:pPr>
            <a:r>
              <a:rPr dirty="0" sz="1400" spc="170">
                <a:latin typeface="Calibri"/>
                <a:cs typeface="Calibri"/>
              </a:rPr>
              <a:t>Logic </a:t>
            </a:r>
            <a:r>
              <a:rPr dirty="0" sz="1400" spc="160"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00273" y="8096504"/>
            <a:ext cx="17748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20" b="1">
                <a:solidFill>
                  <a:srgbClr val="040430"/>
                </a:solidFill>
                <a:latin typeface="Calibri"/>
                <a:cs typeface="Calibri"/>
              </a:rPr>
              <a:t>Machine</a:t>
            </a:r>
            <a:r>
              <a:rPr dirty="0" sz="1900" spc="165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15" b="1">
                <a:solidFill>
                  <a:srgbClr val="040430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93647" y="2560055"/>
            <a:ext cx="10469880" cy="6858000"/>
            <a:chOff x="993647" y="2560055"/>
            <a:chExt cx="10469880" cy="6858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647" y="7377620"/>
              <a:ext cx="2069083" cy="20398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33143" y="7799958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69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69" y="888238"/>
                  </a:lnTo>
                  <a:lnTo>
                    <a:pt x="508454" y="885633"/>
                  </a:lnTo>
                  <a:lnTo>
                    <a:pt x="556876" y="877998"/>
                  </a:lnTo>
                  <a:lnTo>
                    <a:pt x="603456" y="865604"/>
                  </a:lnTo>
                  <a:lnTo>
                    <a:pt x="647914" y="848722"/>
                  </a:lnTo>
                  <a:lnTo>
                    <a:pt x="689972" y="827621"/>
                  </a:lnTo>
                  <a:lnTo>
                    <a:pt x="729349" y="802572"/>
                  </a:lnTo>
                  <a:lnTo>
                    <a:pt x="765768" y="773847"/>
                  </a:lnTo>
                  <a:lnTo>
                    <a:pt x="798948" y="741714"/>
                  </a:lnTo>
                  <a:lnTo>
                    <a:pt x="828609" y="706446"/>
                  </a:lnTo>
                  <a:lnTo>
                    <a:pt x="854474" y="668311"/>
                  </a:lnTo>
                  <a:lnTo>
                    <a:pt x="876263" y="627581"/>
                  </a:lnTo>
                  <a:lnTo>
                    <a:pt x="893695" y="584527"/>
                  </a:lnTo>
                  <a:lnTo>
                    <a:pt x="906493" y="539418"/>
                  </a:lnTo>
                  <a:lnTo>
                    <a:pt x="914377" y="492525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5" y="303759"/>
                  </a:lnTo>
                  <a:lnTo>
                    <a:pt x="876263" y="260710"/>
                  </a:lnTo>
                  <a:lnTo>
                    <a:pt x="854474" y="219982"/>
                  </a:lnTo>
                  <a:lnTo>
                    <a:pt x="828609" y="181846"/>
                  </a:lnTo>
                  <a:lnTo>
                    <a:pt x="798948" y="146573"/>
                  </a:lnTo>
                  <a:lnTo>
                    <a:pt x="765768" y="114434"/>
                  </a:lnTo>
                  <a:lnTo>
                    <a:pt x="729349" y="85701"/>
                  </a:lnTo>
                  <a:lnTo>
                    <a:pt x="689972" y="60644"/>
                  </a:lnTo>
                  <a:lnTo>
                    <a:pt x="647914" y="39535"/>
                  </a:lnTo>
                  <a:lnTo>
                    <a:pt x="603456" y="22645"/>
                  </a:lnTo>
                  <a:lnTo>
                    <a:pt x="556876" y="10245"/>
                  </a:lnTo>
                  <a:lnTo>
                    <a:pt x="508454" y="2606"/>
                  </a:lnTo>
                  <a:lnTo>
                    <a:pt x="45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6467" y="2560055"/>
              <a:ext cx="4506637" cy="639501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334250" y="2662681"/>
              <a:ext cx="3676015" cy="5721985"/>
            </a:xfrm>
            <a:custGeom>
              <a:avLst/>
              <a:gdLst/>
              <a:ahLst/>
              <a:cxnLst/>
              <a:rect l="l" t="t" r="r" b="b"/>
              <a:pathLst>
                <a:path w="3676015" h="5721984">
                  <a:moveTo>
                    <a:pt x="3626230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7"/>
                  </a:lnTo>
                  <a:lnTo>
                    <a:pt x="0" y="5671947"/>
                  </a:lnTo>
                  <a:lnTo>
                    <a:pt x="3901" y="5691278"/>
                  </a:lnTo>
                  <a:lnTo>
                    <a:pt x="14541" y="5707062"/>
                  </a:lnTo>
                  <a:lnTo>
                    <a:pt x="30325" y="5717702"/>
                  </a:lnTo>
                  <a:lnTo>
                    <a:pt x="49656" y="5721604"/>
                  </a:lnTo>
                  <a:lnTo>
                    <a:pt x="3626230" y="5721604"/>
                  </a:lnTo>
                  <a:lnTo>
                    <a:pt x="3645562" y="5717702"/>
                  </a:lnTo>
                  <a:lnTo>
                    <a:pt x="3661346" y="5707062"/>
                  </a:lnTo>
                  <a:lnTo>
                    <a:pt x="3671986" y="5691278"/>
                  </a:lnTo>
                  <a:lnTo>
                    <a:pt x="3675888" y="5671947"/>
                  </a:lnTo>
                  <a:lnTo>
                    <a:pt x="3675888" y="49657"/>
                  </a:lnTo>
                  <a:lnTo>
                    <a:pt x="3671986" y="30325"/>
                  </a:lnTo>
                  <a:lnTo>
                    <a:pt x="3661346" y="14541"/>
                  </a:lnTo>
                  <a:lnTo>
                    <a:pt x="3645562" y="3901"/>
                  </a:lnTo>
                  <a:lnTo>
                    <a:pt x="3626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437374" y="2823209"/>
              <a:ext cx="3469640" cy="5400675"/>
            </a:xfrm>
            <a:custGeom>
              <a:avLst/>
              <a:gdLst/>
              <a:ahLst/>
              <a:cxnLst/>
              <a:rect l="l" t="t" r="r" b="b"/>
              <a:pathLst>
                <a:path w="3469640" h="5400675">
                  <a:moveTo>
                    <a:pt x="0" y="46863"/>
                  </a:moveTo>
                  <a:lnTo>
                    <a:pt x="3679" y="28610"/>
                  </a:lnTo>
                  <a:lnTo>
                    <a:pt x="13716" y="13716"/>
                  </a:lnTo>
                  <a:lnTo>
                    <a:pt x="28610" y="3679"/>
                  </a:lnTo>
                  <a:lnTo>
                    <a:pt x="46862" y="0"/>
                  </a:lnTo>
                  <a:lnTo>
                    <a:pt x="3422777" y="0"/>
                  </a:lnTo>
                  <a:lnTo>
                    <a:pt x="3441029" y="3679"/>
                  </a:lnTo>
                  <a:lnTo>
                    <a:pt x="3455924" y="13716"/>
                  </a:lnTo>
                  <a:lnTo>
                    <a:pt x="3465960" y="28610"/>
                  </a:lnTo>
                  <a:lnTo>
                    <a:pt x="3469640" y="46863"/>
                  </a:lnTo>
                  <a:lnTo>
                    <a:pt x="3469640" y="5353685"/>
                  </a:lnTo>
                  <a:lnTo>
                    <a:pt x="3465960" y="5371937"/>
                  </a:lnTo>
                  <a:lnTo>
                    <a:pt x="3455924" y="5386832"/>
                  </a:lnTo>
                  <a:lnTo>
                    <a:pt x="3441029" y="5396868"/>
                  </a:lnTo>
                  <a:lnTo>
                    <a:pt x="3422777" y="5400548"/>
                  </a:lnTo>
                  <a:lnTo>
                    <a:pt x="46862" y="5400548"/>
                  </a:lnTo>
                  <a:lnTo>
                    <a:pt x="28610" y="5396868"/>
                  </a:lnTo>
                  <a:lnTo>
                    <a:pt x="13716" y="5386832"/>
                  </a:lnTo>
                  <a:lnTo>
                    <a:pt x="3679" y="5371937"/>
                  </a:lnTo>
                  <a:lnTo>
                    <a:pt x="0" y="5353685"/>
                  </a:lnTo>
                  <a:lnTo>
                    <a:pt x="0" y="46863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393938" y="2562517"/>
            <a:ext cx="1556385" cy="49275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0010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630"/>
              </a:spcBef>
            </a:pPr>
            <a:r>
              <a:rPr dirty="0" sz="2000" spc="229" b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7238726" y="9298635"/>
            <a:ext cx="143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73360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261989" y="2552445"/>
            <a:ext cx="955675" cy="5942330"/>
            <a:chOff x="6261989" y="2552445"/>
            <a:chExt cx="955675" cy="5942330"/>
          </a:xfrm>
        </p:grpSpPr>
        <p:sp>
          <p:nvSpPr>
            <p:cNvPr id="13" name="object 13" descr=""/>
            <p:cNvSpPr/>
            <p:nvPr/>
          </p:nvSpPr>
          <p:spPr>
            <a:xfrm>
              <a:off x="6515862" y="5406389"/>
              <a:ext cx="701675" cy="228600"/>
            </a:xfrm>
            <a:custGeom>
              <a:avLst/>
              <a:gdLst/>
              <a:ahLst/>
              <a:cxnLst/>
              <a:rect l="l" t="t" r="r" b="b"/>
              <a:pathLst>
                <a:path w="701675" h="228600">
                  <a:moveTo>
                    <a:pt x="628018" y="74422"/>
                  </a:moveTo>
                  <a:lnTo>
                    <a:pt x="548132" y="74422"/>
                  </a:lnTo>
                  <a:lnTo>
                    <a:pt x="549783" y="150622"/>
                  </a:lnTo>
                  <a:lnTo>
                    <a:pt x="524487" y="151208"/>
                  </a:lnTo>
                  <a:lnTo>
                    <a:pt x="475488" y="228473"/>
                  </a:lnTo>
                  <a:lnTo>
                    <a:pt x="701294" y="108965"/>
                  </a:lnTo>
                  <a:lnTo>
                    <a:pt x="628018" y="74422"/>
                  </a:lnTo>
                  <a:close/>
                </a:path>
                <a:path w="701675" h="228600">
                  <a:moveTo>
                    <a:pt x="522729" y="75010"/>
                  </a:moveTo>
                  <a:lnTo>
                    <a:pt x="0" y="87122"/>
                  </a:lnTo>
                  <a:lnTo>
                    <a:pt x="1778" y="163322"/>
                  </a:lnTo>
                  <a:lnTo>
                    <a:pt x="524487" y="151208"/>
                  </a:lnTo>
                  <a:lnTo>
                    <a:pt x="548959" y="112618"/>
                  </a:lnTo>
                  <a:lnTo>
                    <a:pt x="549088" y="112618"/>
                  </a:lnTo>
                  <a:lnTo>
                    <a:pt x="522729" y="75010"/>
                  </a:lnTo>
                  <a:close/>
                </a:path>
                <a:path w="701675" h="228600">
                  <a:moveTo>
                    <a:pt x="548959" y="112618"/>
                  </a:moveTo>
                  <a:lnTo>
                    <a:pt x="524487" y="151208"/>
                  </a:lnTo>
                  <a:lnTo>
                    <a:pt x="549783" y="150622"/>
                  </a:lnTo>
                  <a:lnTo>
                    <a:pt x="548959" y="112618"/>
                  </a:lnTo>
                  <a:close/>
                </a:path>
                <a:path w="701675" h="228600">
                  <a:moveTo>
                    <a:pt x="548132" y="74422"/>
                  </a:moveTo>
                  <a:lnTo>
                    <a:pt x="522729" y="75010"/>
                  </a:lnTo>
                  <a:lnTo>
                    <a:pt x="549088" y="112618"/>
                  </a:lnTo>
                  <a:lnTo>
                    <a:pt x="548959" y="112618"/>
                  </a:lnTo>
                  <a:lnTo>
                    <a:pt x="548144" y="75010"/>
                  </a:lnTo>
                  <a:lnTo>
                    <a:pt x="548132" y="74422"/>
                  </a:lnTo>
                  <a:close/>
                </a:path>
                <a:path w="701675" h="228600">
                  <a:moveTo>
                    <a:pt x="470154" y="0"/>
                  </a:moveTo>
                  <a:lnTo>
                    <a:pt x="522729" y="75010"/>
                  </a:lnTo>
                  <a:lnTo>
                    <a:pt x="548132" y="74422"/>
                  </a:lnTo>
                  <a:lnTo>
                    <a:pt x="628018" y="7442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00089" y="2590545"/>
              <a:ext cx="216535" cy="5866130"/>
            </a:xfrm>
            <a:custGeom>
              <a:avLst/>
              <a:gdLst/>
              <a:ahLst/>
              <a:cxnLst/>
              <a:rect l="l" t="t" r="r" b="b"/>
              <a:pathLst>
                <a:path w="216534" h="5866130">
                  <a:moveTo>
                    <a:pt x="0" y="0"/>
                  </a:moveTo>
                  <a:lnTo>
                    <a:pt x="84250" y="1406"/>
                  </a:lnTo>
                  <a:lnTo>
                    <a:pt x="153082" y="5254"/>
                  </a:lnTo>
                  <a:lnTo>
                    <a:pt x="199507" y="10983"/>
                  </a:lnTo>
                  <a:lnTo>
                    <a:pt x="216535" y="18033"/>
                  </a:lnTo>
                  <a:lnTo>
                    <a:pt x="216535" y="5847842"/>
                  </a:lnTo>
                  <a:lnTo>
                    <a:pt x="199507" y="5854838"/>
                  </a:lnTo>
                  <a:lnTo>
                    <a:pt x="153082" y="5860573"/>
                  </a:lnTo>
                  <a:lnTo>
                    <a:pt x="84250" y="5864451"/>
                  </a:lnTo>
                  <a:lnTo>
                    <a:pt x="0" y="5865876"/>
                  </a:lnTo>
                </a:path>
              </a:pathLst>
            </a:custGeom>
            <a:ln w="762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700273" y="2641218"/>
            <a:ext cx="170815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325" b="1">
                <a:solidFill>
                  <a:srgbClr val="173360"/>
                </a:solidFill>
                <a:latin typeface="Calibri"/>
                <a:cs typeface="Calibri"/>
              </a:rPr>
              <a:t>Web</a:t>
            </a:r>
            <a:r>
              <a:rPr dirty="0" sz="1900" spc="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900" spc="7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65" b="1">
                <a:solidFill>
                  <a:srgbClr val="173360"/>
                </a:solidFill>
                <a:latin typeface="Calibri"/>
                <a:cs typeface="Calibri"/>
              </a:rPr>
              <a:t>Mobile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00273" y="4823205"/>
            <a:ext cx="140017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Datastores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00273" y="5914136"/>
            <a:ext cx="14700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80" b="1">
                <a:solidFill>
                  <a:srgbClr val="040430"/>
                </a:solidFill>
                <a:latin typeface="Calibri"/>
                <a:cs typeface="Calibri"/>
              </a:rPr>
              <a:t>IoT</a:t>
            </a:r>
            <a:r>
              <a:rPr dirty="0" sz="1900" spc="12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20" b="1">
                <a:solidFill>
                  <a:srgbClr val="040430"/>
                </a:solidFill>
                <a:latin typeface="Calibri"/>
                <a:cs typeface="Calibri"/>
              </a:rPr>
              <a:t>Sensors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339953" y="2453131"/>
            <a:ext cx="1981200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235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9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65" b="1">
                <a:solidFill>
                  <a:srgbClr val="173360"/>
                </a:solidFill>
                <a:latin typeface="Calibri"/>
                <a:cs typeface="Calibri"/>
              </a:rPr>
              <a:t>Lakes</a:t>
            </a:r>
            <a:r>
              <a:rPr dirty="0" sz="19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and </a:t>
            </a:r>
            <a:r>
              <a:rPr dirty="0" sz="1900" spc="245" b="1">
                <a:solidFill>
                  <a:srgbClr val="173360"/>
                </a:solidFill>
                <a:latin typeface="Calibri"/>
                <a:cs typeface="Calibri"/>
              </a:rPr>
              <a:t>Warehouses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339953" y="3697604"/>
            <a:ext cx="313436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20" b="1">
                <a:solidFill>
                  <a:srgbClr val="173360"/>
                </a:solidFill>
                <a:latin typeface="Calibri"/>
                <a:cs typeface="Calibri"/>
              </a:rPr>
              <a:t>SIEM</a:t>
            </a:r>
            <a:r>
              <a:rPr dirty="0" sz="1900" spc="11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00" b="1">
                <a:solidFill>
                  <a:srgbClr val="173360"/>
                </a:solidFill>
                <a:latin typeface="Calibri"/>
                <a:cs typeface="Calibri"/>
              </a:rPr>
              <a:t>Observability</a:t>
            </a:r>
            <a:r>
              <a:rPr dirty="0" sz="19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85" b="1">
                <a:solidFill>
                  <a:srgbClr val="173360"/>
                </a:solidFill>
                <a:latin typeface="Calibri"/>
                <a:cs typeface="Calibri"/>
              </a:rPr>
              <a:t>Tools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993647" y="1892807"/>
            <a:ext cx="15784194" cy="4202430"/>
            <a:chOff x="993647" y="1892807"/>
            <a:chExt cx="15784194" cy="4202430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647" y="1892807"/>
              <a:ext cx="2069083" cy="206616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533016" y="2315463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69"/>
                  </a:lnTo>
                  <a:lnTo>
                    <a:pt x="280106" y="35954"/>
                  </a:lnTo>
                  <a:lnTo>
                    <a:pt x="240019" y="55220"/>
                  </a:lnTo>
                  <a:lnTo>
                    <a:pt x="202207" y="78136"/>
                  </a:lnTo>
                  <a:lnTo>
                    <a:pt x="166902" y="104473"/>
                  </a:lnTo>
                  <a:lnTo>
                    <a:pt x="134334" y="134000"/>
                  </a:lnTo>
                  <a:lnTo>
                    <a:pt x="104733" y="166488"/>
                  </a:lnTo>
                  <a:lnTo>
                    <a:pt x="78331" y="201705"/>
                  </a:lnTo>
                  <a:lnTo>
                    <a:pt x="55357" y="239422"/>
                  </a:lnTo>
                  <a:lnTo>
                    <a:pt x="36044" y="279409"/>
                  </a:lnTo>
                  <a:lnTo>
                    <a:pt x="20620" y="321436"/>
                  </a:lnTo>
                  <a:lnTo>
                    <a:pt x="9318" y="365273"/>
                  </a:lnTo>
                  <a:lnTo>
                    <a:pt x="2368" y="410688"/>
                  </a:lnTo>
                  <a:lnTo>
                    <a:pt x="0" y="457453"/>
                  </a:lnTo>
                  <a:lnTo>
                    <a:pt x="2368" y="504241"/>
                  </a:lnTo>
                  <a:lnTo>
                    <a:pt x="9318" y="549676"/>
                  </a:lnTo>
                  <a:lnTo>
                    <a:pt x="20620" y="593530"/>
                  </a:lnTo>
                  <a:lnTo>
                    <a:pt x="36044" y="635571"/>
                  </a:lnTo>
                  <a:lnTo>
                    <a:pt x="55357" y="675570"/>
                  </a:lnTo>
                  <a:lnTo>
                    <a:pt x="78331" y="713298"/>
                  </a:lnTo>
                  <a:lnTo>
                    <a:pt x="104733" y="748524"/>
                  </a:lnTo>
                  <a:lnTo>
                    <a:pt x="134334" y="781018"/>
                  </a:lnTo>
                  <a:lnTo>
                    <a:pt x="166902" y="810550"/>
                  </a:lnTo>
                  <a:lnTo>
                    <a:pt x="202207" y="836891"/>
                  </a:lnTo>
                  <a:lnTo>
                    <a:pt x="240019" y="859810"/>
                  </a:lnTo>
                  <a:lnTo>
                    <a:pt x="280106" y="879078"/>
                  </a:lnTo>
                  <a:lnTo>
                    <a:pt x="322238" y="894464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4"/>
                  </a:lnTo>
                  <a:lnTo>
                    <a:pt x="505479" y="912672"/>
                  </a:lnTo>
                  <a:lnTo>
                    <a:pt x="551009" y="905739"/>
                  </a:lnTo>
                  <a:lnTo>
                    <a:pt x="594955" y="894464"/>
                  </a:lnTo>
                  <a:lnTo>
                    <a:pt x="637087" y="879078"/>
                  </a:lnTo>
                  <a:lnTo>
                    <a:pt x="677174" y="859810"/>
                  </a:lnTo>
                  <a:lnTo>
                    <a:pt x="714986" y="836891"/>
                  </a:lnTo>
                  <a:lnTo>
                    <a:pt x="750291" y="810550"/>
                  </a:lnTo>
                  <a:lnTo>
                    <a:pt x="782859" y="781018"/>
                  </a:lnTo>
                  <a:lnTo>
                    <a:pt x="812460" y="748524"/>
                  </a:lnTo>
                  <a:lnTo>
                    <a:pt x="838862" y="713298"/>
                  </a:lnTo>
                  <a:lnTo>
                    <a:pt x="861836" y="675570"/>
                  </a:lnTo>
                  <a:lnTo>
                    <a:pt x="881149" y="635571"/>
                  </a:lnTo>
                  <a:lnTo>
                    <a:pt x="896573" y="593530"/>
                  </a:lnTo>
                  <a:lnTo>
                    <a:pt x="907875" y="549676"/>
                  </a:lnTo>
                  <a:lnTo>
                    <a:pt x="914825" y="504241"/>
                  </a:lnTo>
                  <a:lnTo>
                    <a:pt x="917194" y="457453"/>
                  </a:lnTo>
                  <a:lnTo>
                    <a:pt x="914825" y="410688"/>
                  </a:lnTo>
                  <a:lnTo>
                    <a:pt x="907875" y="365273"/>
                  </a:lnTo>
                  <a:lnTo>
                    <a:pt x="896573" y="321436"/>
                  </a:lnTo>
                  <a:lnTo>
                    <a:pt x="881149" y="279409"/>
                  </a:lnTo>
                  <a:lnTo>
                    <a:pt x="861836" y="239422"/>
                  </a:lnTo>
                  <a:lnTo>
                    <a:pt x="838862" y="201705"/>
                  </a:lnTo>
                  <a:lnTo>
                    <a:pt x="812460" y="166488"/>
                  </a:lnTo>
                  <a:lnTo>
                    <a:pt x="782859" y="134000"/>
                  </a:lnTo>
                  <a:lnTo>
                    <a:pt x="750291" y="104473"/>
                  </a:lnTo>
                  <a:lnTo>
                    <a:pt x="714986" y="78136"/>
                  </a:lnTo>
                  <a:lnTo>
                    <a:pt x="677174" y="55220"/>
                  </a:lnTo>
                  <a:lnTo>
                    <a:pt x="637087" y="35954"/>
                  </a:lnTo>
                  <a:lnTo>
                    <a:pt x="594955" y="20569"/>
                  </a:lnTo>
                  <a:lnTo>
                    <a:pt x="551009" y="9295"/>
                  </a:lnTo>
                  <a:lnTo>
                    <a:pt x="505479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91893" y="2496057"/>
              <a:ext cx="564515" cy="573405"/>
            </a:xfrm>
            <a:custGeom>
              <a:avLst/>
              <a:gdLst/>
              <a:ahLst/>
              <a:cxnLst/>
              <a:rect l="l" t="t" r="r" b="b"/>
              <a:pathLst>
                <a:path w="564514" h="573405">
                  <a:moveTo>
                    <a:pt x="520826" y="0"/>
                  </a:moveTo>
                  <a:lnTo>
                    <a:pt x="43433" y="0"/>
                  </a:lnTo>
                  <a:lnTo>
                    <a:pt x="26414" y="3482"/>
                  </a:lnTo>
                  <a:lnTo>
                    <a:pt x="12620" y="12906"/>
                  </a:lnTo>
                  <a:lnTo>
                    <a:pt x="3375" y="26735"/>
                  </a:lnTo>
                  <a:lnTo>
                    <a:pt x="0" y="43434"/>
                  </a:lnTo>
                  <a:lnTo>
                    <a:pt x="0" y="414527"/>
                  </a:lnTo>
                  <a:lnTo>
                    <a:pt x="3375" y="431621"/>
                  </a:lnTo>
                  <a:lnTo>
                    <a:pt x="12620" y="445452"/>
                  </a:lnTo>
                  <a:lnTo>
                    <a:pt x="26414" y="454711"/>
                  </a:lnTo>
                  <a:lnTo>
                    <a:pt x="43433" y="458089"/>
                  </a:lnTo>
                  <a:lnTo>
                    <a:pt x="257810" y="458089"/>
                  </a:lnTo>
                  <a:lnTo>
                    <a:pt x="377570" y="561721"/>
                  </a:lnTo>
                  <a:lnTo>
                    <a:pt x="383841" y="566808"/>
                  </a:lnTo>
                  <a:lnTo>
                    <a:pt x="390874" y="570325"/>
                  </a:lnTo>
                  <a:lnTo>
                    <a:pt x="398430" y="572365"/>
                  </a:lnTo>
                  <a:lnTo>
                    <a:pt x="406273" y="573024"/>
                  </a:lnTo>
                  <a:lnTo>
                    <a:pt x="412242" y="573024"/>
                  </a:lnTo>
                  <a:lnTo>
                    <a:pt x="447740" y="541952"/>
                  </a:lnTo>
                  <a:lnTo>
                    <a:pt x="449580" y="529463"/>
                  </a:lnTo>
                  <a:lnTo>
                    <a:pt x="407035" y="529463"/>
                  </a:lnTo>
                  <a:lnTo>
                    <a:pt x="287274" y="425831"/>
                  </a:lnTo>
                  <a:lnTo>
                    <a:pt x="281144" y="420743"/>
                  </a:lnTo>
                  <a:lnTo>
                    <a:pt x="274431" y="417226"/>
                  </a:lnTo>
                  <a:lnTo>
                    <a:pt x="267217" y="415186"/>
                  </a:lnTo>
                  <a:lnTo>
                    <a:pt x="259587" y="414527"/>
                  </a:lnTo>
                  <a:lnTo>
                    <a:pt x="44323" y="414527"/>
                  </a:lnTo>
                  <a:lnTo>
                    <a:pt x="44323" y="43434"/>
                  </a:lnTo>
                  <a:lnTo>
                    <a:pt x="564133" y="43434"/>
                  </a:lnTo>
                  <a:lnTo>
                    <a:pt x="560778" y="26735"/>
                  </a:lnTo>
                  <a:lnTo>
                    <a:pt x="551576" y="12906"/>
                  </a:lnTo>
                  <a:lnTo>
                    <a:pt x="537827" y="3482"/>
                  </a:lnTo>
                  <a:lnTo>
                    <a:pt x="520826" y="0"/>
                  </a:lnTo>
                  <a:close/>
                </a:path>
                <a:path w="564514" h="573405">
                  <a:moveTo>
                    <a:pt x="564133" y="43434"/>
                  </a:moveTo>
                  <a:lnTo>
                    <a:pt x="521716" y="43434"/>
                  </a:lnTo>
                  <a:lnTo>
                    <a:pt x="521716" y="414527"/>
                  </a:lnTo>
                  <a:lnTo>
                    <a:pt x="450469" y="414527"/>
                  </a:lnTo>
                  <a:lnTo>
                    <a:pt x="433449" y="418012"/>
                  </a:lnTo>
                  <a:lnTo>
                    <a:pt x="419655" y="427450"/>
                  </a:lnTo>
                  <a:lnTo>
                    <a:pt x="410410" y="441317"/>
                  </a:lnTo>
                  <a:lnTo>
                    <a:pt x="407035" y="458089"/>
                  </a:lnTo>
                  <a:lnTo>
                    <a:pt x="407035" y="529463"/>
                  </a:lnTo>
                  <a:lnTo>
                    <a:pt x="449580" y="529463"/>
                  </a:lnTo>
                  <a:lnTo>
                    <a:pt x="449580" y="458089"/>
                  </a:lnTo>
                  <a:lnTo>
                    <a:pt x="520826" y="458089"/>
                  </a:lnTo>
                  <a:lnTo>
                    <a:pt x="537827" y="454711"/>
                  </a:lnTo>
                  <a:lnTo>
                    <a:pt x="551576" y="445452"/>
                  </a:lnTo>
                  <a:lnTo>
                    <a:pt x="560778" y="431621"/>
                  </a:lnTo>
                  <a:lnTo>
                    <a:pt x="564133" y="414527"/>
                  </a:lnTo>
                  <a:lnTo>
                    <a:pt x="564133" y="4343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2958" y="2670225"/>
              <a:ext cx="130200" cy="13063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6566" y="2670225"/>
              <a:ext cx="130200" cy="13063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3647" y="4053839"/>
              <a:ext cx="2069083" cy="204127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533016" y="4477384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4">
                  <a:moveTo>
                    <a:pt x="458597" y="0"/>
                  </a:moveTo>
                  <a:lnTo>
                    <a:pt x="408634" y="2606"/>
                  </a:lnTo>
                  <a:lnTo>
                    <a:pt x="360228" y="10245"/>
                  </a:lnTo>
                  <a:lnTo>
                    <a:pt x="313659" y="22645"/>
                  </a:lnTo>
                  <a:lnTo>
                    <a:pt x="269207" y="39535"/>
                  </a:lnTo>
                  <a:lnTo>
                    <a:pt x="227151" y="60644"/>
                  </a:lnTo>
                  <a:lnTo>
                    <a:pt x="187772" y="85701"/>
                  </a:lnTo>
                  <a:lnTo>
                    <a:pt x="151349" y="114434"/>
                  </a:lnTo>
                  <a:lnTo>
                    <a:pt x="118163" y="146573"/>
                  </a:lnTo>
                  <a:lnTo>
                    <a:pt x="88493" y="181846"/>
                  </a:lnTo>
                  <a:lnTo>
                    <a:pt x="62620" y="219982"/>
                  </a:lnTo>
                  <a:lnTo>
                    <a:pt x="40823" y="260710"/>
                  </a:lnTo>
                  <a:lnTo>
                    <a:pt x="23383" y="303759"/>
                  </a:lnTo>
                  <a:lnTo>
                    <a:pt x="10579" y="348858"/>
                  </a:lnTo>
                  <a:lnTo>
                    <a:pt x="2691" y="395734"/>
                  </a:lnTo>
                  <a:lnTo>
                    <a:pt x="0" y="444118"/>
                  </a:lnTo>
                  <a:lnTo>
                    <a:pt x="2691" y="492525"/>
                  </a:lnTo>
                  <a:lnTo>
                    <a:pt x="10579" y="539418"/>
                  </a:lnTo>
                  <a:lnTo>
                    <a:pt x="23383" y="584527"/>
                  </a:lnTo>
                  <a:lnTo>
                    <a:pt x="40823" y="627581"/>
                  </a:lnTo>
                  <a:lnTo>
                    <a:pt x="62620" y="668311"/>
                  </a:lnTo>
                  <a:lnTo>
                    <a:pt x="88493" y="706446"/>
                  </a:lnTo>
                  <a:lnTo>
                    <a:pt x="118163" y="741714"/>
                  </a:lnTo>
                  <a:lnTo>
                    <a:pt x="151349" y="773847"/>
                  </a:lnTo>
                  <a:lnTo>
                    <a:pt x="187772" y="802572"/>
                  </a:lnTo>
                  <a:lnTo>
                    <a:pt x="227151" y="827621"/>
                  </a:lnTo>
                  <a:lnTo>
                    <a:pt x="269207" y="848722"/>
                  </a:lnTo>
                  <a:lnTo>
                    <a:pt x="313659" y="865604"/>
                  </a:lnTo>
                  <a:lnTo>
                    <a:pt x="360228" y="877998"/>
                  </a:lnTo>
                  <a:lnTo>
                    <a:pt x="408634" y="885633"/>
                  </a:lnTo>
                  <a:lnTo>
                    <a:pt x="458597" y="888238"/>
                  </a:lnTo>
                  <a:lnTo>
                    <a:pt x="508559" y="885633"/>
                  </a:lnTo>
                  <a:lnTo>
                    <a:pt x="556965" y="877998"/>
                  </a:lnTo>
                  <a:lnTo>
                    <a:pt x="603534" y="865604"/>
                  </a:lnTo>
                  <a:lnTo>
                    <a:pt x="647986" y="848722"/>
                  </a:lnTo>
                  <a:lnTo>
                    <a:pt x="690042" y="827621"/>
                  </a:lnTo>
                  <a:lnTo>
                    <a:pt x="729421" y="802572"/>
                  </a:lnTo>
                  <a:lnTo>
                    <a:pt x="765844" y="773847"/>
                  </a:lnTo>
                  <a:lnTo>
                    <a:pt x="799030" y="741714"/>
                  </a:lnTo>
                  <a:lnTo>
                    <a:pt x="828700" y="706446"/>
                  </a:lnTo>
                  <a:lnTo>
                    <a:pt x="854573" y="668311"/>
                  </a:lnTo>
                  <a:lnTo>
                    <a:pt x="876370" y="627581"/>
                  </a:lnTo>
                  <a:lnTo>
                    <a:pt x="893810" y="584527"/>
                  </a:lnTo>
                  <a:lnTo>
                    <a:pt x="906614" y="539418"/>
                  </a:lnTo>
                  <a:lnTo>
                    <a:pt x="914502" y="492525"/>
                  </a:lnTo>
                  <a:lnTo>
                    <a:pt x="917194" y="444118"/>
                  </a:lnTo>
                  <a:lnTo>
                    <a:pt x="914502" y="395734"/>
                  </a:lnTo>
                  <a:lnTo>
                    <a:pt x="906614" y="348858"/>
                  </a:lnTo>
                  <a:lnTo>
                    <a:pt x="893810" y="303759"/>
                  </a:lnTo>
                  <a:lnTo>
                    <a:pt x="876370" y="260710"/>
                  </a:lnTo>
                  <a:lnTo>
                    <a:pt x="854573" y="219982"/>
                  </a:lnTo>
                  <a:lnTo>
                    <a:pt x="828700" y="181846"/>
                  </a:lnTo>
                  <a:lnTo>
                    <a:pt x="799030" y="146573"/>
                  </a:lnTo>
                  <a:lnTo>
                    <a:pt x="765844" y="114434"/>
                  </a:lnTo>
                  <a:lnTo>
                    <a:pt x="729421" y="85701"/>
                  </a:lnTo>
                  <a:lnTo>
                    <a:pt x="690042" y="60644"/>
                  </a:lnTo>
                  <a:lnTo>
                    <a:pt x="647986" y="39535"/>
                  </a:lnTo>
                  <a:lnTo>
                    <a:pt x="603534" y="22645"/>
                  </a:lnTo>
                  <a:lnTo>
                    <a:pt x="556965" y="10245"/>
                  </a:lnTo>
                  <a:lnTo>
                    <a:pt x="508559" y="2606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19559" y="2950463"/>
              <a:ext cx="2069084" cy="204127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2258547" y="3374008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4">
                  <a:moveTo>
                    <a:pt x="458597" y="0"/>
                  </a:moveTo>
                  <a:lnTo>
                    <a:pt x="408634" y="2606"/>
                  </a:lnTo>
                  <a:lnTo>
                    <a:pt x="360228" y="10245"/>
                  </a:lnTo>
                  <a:lnTo>
                    <a:pt x="313659" y="22645"/>
                  </a:lnTo>
                  <a:lnTo>
                    <a:pt x="269207" y="39535"/>
                  </a:lnTo>
                  <a:lnTo>
                    <a:pt x="227151" y="60644"/>
                  </a:lnTo>
                  <a:lnTo>
                    <a:pt x="187772" y="85701"/>
                  </a:lnTo>
                  <a:lnTo>
                    <a:pt x="151349" y="114434"/>
                  </a:lnTo>
                  <a:lnTo>
                    <a:pt x="118163" y="146573"/>
                  </a:lnTo>
                  <a:lnTo>
                    <a:pt x="88493" y="181846"/>
                  </a:lnTo>
                  <a:lnTo>
                    <a:pt x="62620" y="219982"/>
                  </a:lnTo>
                  <a:lnTo>
                    <a:pt x="40823" y="260710"/>
                  </a:lnTo>
                  <a:lnTo>
                    <a:pt x="23383" y="303759"/>
                  </a:lnTo>
                  <a:lnTo>
                    <a:pt x="10579" y="348858"/>
                  </a:lnTo>
                  <a:lnTo>
                    <a:pt x="2691" y="395734"/>
                  </a:lnTo>
                  <a:lnTo>
                    <a:pt x="0" y="444119"/>
                  </a:lnTo>
                  <a:lnTo>
                    <a:pt x="2691" y="492526"/>
                  </a:lnTo>
                  <a:lnTo>
                    <a:pt x="10579" y="539424"/>
                  </a:lnTo>
                  <a:lnTo>
                    <a:pt x="23383" y="584540"/>
                  </a:lnTo>
                  <a:lnTo>
                    <a:pt x="40823" y="627604"/>
                  </a:lnTo>
                  <a:lnTo>
                    <a:pt x="62620" y="668344"/>
                  </a:lnTo>
                  <a:lnTo>
                    <a:pt x="88493" y="706490"/>
                  </a:lnTo>
                  <a:lnTo>
                    <a:pt x="118163" y="741772"/>
                  </a:lnTo>
                  <a:lnTo>
                    <a:pt x="151349" y="773917"/>
                  </a:lnTo>
                  <a:lnTo>
                    <a:pt x="187772" y="802655"/>
                  </a:lnTo>
                  <a:lnTo>
                    <a:pt x="227151" y="827715"/>
                  </a:lnTo>
                  <a:lnTo>
                    <a:pt x="269207" y="848826"/>
                  </a:lnTo>
                  <a:lnTo>
                    <a:pt x="313659" y="865718"/>
                  </a:lnTo>
                  <a:lnTo>
                    <a:pt x="360228" y="878119"/>
                  </a:lnTo>
                  <a:lnTo>
                    <a:pt x="408634" y="885758"/>
                  </a:lnTo>
                  <a:lnTo>
                    <a:pt x="458597" y="888365"/>
                  </a:lnTo>
                  <a:lnTo>
                    <a:pt x="508557" y="885758"/>
                  </a:lnTo>
                  <a:lnTo>
                    <a:pt x="556959" y="878119"/>
                  </a:lnTo>
                  <a:lnTo>
                    <a:pt x="603521" y="865718"/>
                  </a:lnTo>
                  <a:lnTo>
                    <a:pt x="647964" y="848826"/>
                  </a:lnTo>
                  <a:lnTo>
                    <a:pt x="690009" y="827715"/>
                  </a:lnTo>
                  <a:lnTo>
                    <a:pt x="729377" y="802655"/>
                  </a:lnTo>
                  <a:lnTo>
                    <a:pt x="765787" y="773917"/>
                  </a:lnTo>
                  <a:lnTo>
                    <a:pt x="798960" y="741772"/>
                  </a:lnTo>
                  <a:lnTo>
                    <a:pt x="828618" y="706490"/>
                  </a:lnTo>
                  <a:lnTo>
                    <a:pt x="854479" y="668344"/>
                  </a:lnTo>
                  <a:lnTo>
                    <a:pt x="876265" y="627604"/>
                  </a:lnTo>
                  <a:lnTo>
                    <a:pt x="893696" y="584540"/>
                  </a:lnTo>
                  <a:lnTo>
                    <a:pt x="906493" y="539424"/>
                  </a:lnTo>
                  <a:lnTo>
                    <a:pt x="914377" y="492526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6" y="303759"/>
                  </a:lnTo>
                  <a:lnTo>
                    <a:pt x="876265" y="260710"/>
                  </a:lnTo>
                  <a:lnTo>
                    <a:pt x="854479" y="219982"/>
                  </a:lnTo>
                  <a:lnTo>
                    <a:pt x="828618" y="181846"/>
                  </a:lnTo>
                  <a:lnTo>
                    <a:pt x="798960" y="146573"/>
                  </a:lnTo>
                  <a:lnTo>
                    <a:pt x="765787" y="114434"/>
                  </a:lnTo>
                  <a:lnTo>
                    <a:pt x="729377" y="85701"/>
                  </a:lnTo>
                  <a:lnTo>
                    <a:pt x="690009" y="60644"/>
                  </a:lnTo>
                  <a:lnTo>
                    <a:pt x="647964" y="39535"/>
                  </a:lnTo>
                  <a:lnTo>
                    <a:pt x="603521" y="22645"/>
                  </a:lnTo>
                  <a:lnTo>
                    <a:pt x="556959" y="10245"/>
                  </a:lnTo>
                  <a:lnTo>
                    <a:pt x="508557" y="2606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93446" y="2714983"/>
              <a:ext cx="106690" cy="10644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35687" y="2714983"/>
              <a:ext cx="106690" cy="106448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2486004" y="2573146"/>
              <a:ext cx="462280" cy="467359"/>
            </a:xfrm>
            <a:custGeom>
              <a:avLst/>
              <a:gdLst/>
              <a:ahLst/>
              <a:cxnLst/>
              <a:rect l="l" t="t" r="r" b="b"/>
              <a:pathLst>
                <a:path w="462279" h="467360">
                  <a:moveTo>
                    <a:pt x="426720" y="0"/>
                  </a:moveTo>
                  <a:lnTo>
                    <a:pt x="35560" y="0"/>
                  </a:lnTo>
                  <a:lnTo>
                    <a:pt x="21591" y="2839"/>
                  </a:lnTo>
                  <a:lnTo>
                    <a:pt x="10302" y="10525"/>
                  </a:lnTo>
                  <a:lnTo>
                    <a:pt x="2752" y="21806"/>
                  </a:lnTo>
                  <a:lnTo>
                    <a:pt x="0" y="35432"/>
                  </a:lnTo>
                  <a:lnTo>
                    <a:pt x="0" y="337693"/>
                  </a:lnTo>
                  <a:lnTo>
                    <a:pt x="2752" y="351661"/>
                  </a:lnTo>
                  <a:lnTo>
                    <a:pt x="10302" y="362950"/>
                  </a:lnTo>
                  <a:lnTo>
                    <a:pt x="21591" y="370500"/>
                  </a:lnTo>
                  <a:lnTo>
                    <a:pt x="35560" y="373252"/>
                  </a:lnTo>
                  <a:lnTo>
                    <a:pt x="211200" y="373252"/>
                  </a:lnTo>
                  <a:lnTo>
                    <a:pt x="309372" y="457707"/>
                  </a:lnTo>
                  <a:lnTo>
                    <a:pt x="315722" y="464057"/>
                  </a:lnTo>
                  <a:lnTo>
                    <a:pt x="324358" y="466851"/>
                  </a:lnTo>
                  <a:lnTo>
                    <a:pt x="337820" y="466851"/>
                  </a:lnTo>
                  <a:lnTo>
                    <a:pt x="366906" y="441616"/>
                  </a:lnTo>
                  <a:lnTo>
                    <a:pt x="368426" y="431419"/>
                  </a:lnTo>
                  <a:lnTo>
                    <a:pt x="333501" y="431419"/>
                  </a:lnTo>
                  <a:lnTo>
                    <a:pt x="235458" y="346963"/>
                  </a:lnTo>
                  <a:lnTo>
                    <a:pt x="228980" y="340613"/>
                  </a:lnTo>
                  <a:lnTo>
                    <a:pt x="221234" y="337693"/>
                  </a:lnTo>
                  <a:lnTo>
                    <a:pt x="36195" y="337693"/>
                  </a:lnTo>
                  <a:lnTo>
                    <a:pt x="36195" y="35432"/>
                  </a:lnTo>
                  <a:lnTo>
                    <a:pt x="462279" y="35432"/>
                  </a:lnTo>
                  <a:lnTo>
                    <a:pt x="459527" y="21806"/>
                  </a:lnTo>
                  <a:lnTo>
                    <a:pt x="451977" y="10525"/>
                  </a:lnTo>
                  <a:lnTo>
                    <a:pt x="440688" y="2839"/>
                  </a:lnTo>
                  <a:lnTo>
                    <a:pt x="426720" y="0"/>
                  </a:lnTo>
                  <a:close/>
                </a:path>
                <a:path w="462279" h="467360">
                  <a:moveTo>
                    <a:pt x="462279" y="35432"/>
                  </a:moveTo>
                  <a:lnTo>
                    <a:pt x="427481" y="35432"/>
                  </a:lnTo>
                  <a:lnTo>
                    <a:pt x="427481" y="337693"/>
                  </a:lnTo>
                  <a:lnTo>
                    <a:pt x="369062" y="337693"/>
                  </a:lnTo>
                  <a:lnTo>
                    <a:pt x="354848" y="340613"/>
                  </a:lnTo>
                  <a:lnTo>
                    <a:pt x="355057" y="340613"/>
                  </a:lnTo>
                  <a:lnTo>
                    <a:pt x="343852" y="348281"/>
                  </a:lnTo>
                  <a:lnTo>
                    <a:pt x="336272" y="359606"/>
                  </a:lnTo>
                  <a:lnTo>
                    <a:pt x="333501" y="373252"/>
                  </a:lnTo>
                  <a:lnTo>
                    <a:pt x="333501" y="431419"/>
                  </a:lnTo>
                  <a:lnTo>
                    <a:pt x="368426" y="431419"/>
                  </a:lnTo>
                  <a:lnTo>
                    <a:pt x="368426" y="373252"/>
                  </a:lnTo>
                  <a:lnTo>
                    <a:pt x="426720" y="373252"/>
                  </a:lnTo>
                  <a:lnTo>
                    <a:pt x="440688" y="370500"/>
                  </a:lnTo>
                  <a:lnTo>
                    <a:pt x="451977" y="362950"/>
                  </a:lnTo>
                  <a:lnTo>
                    <a:pt x="459527" y="351661"/>
                  </a:lnTo>
                  <a:lnTo>
                    <a:pt x="462279" y="337693"/>
                  </a:lnTo>
                  <a:lnTo>
                    <a:pt x="462279" y="3543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19559" y="1892807"/>
              <a:ext cx="2069084" cy="206616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2258547" y="2315463"/>
              <a:ext cx="917575" cy="915669"/>
            </a:xfrm>
            <a:custGeom>
              <a:avLst/>
              <a:gdLst/>
              <a:ahLst/>
              <a:cxnLst/>
              <a:rect l="l" t="t" r="r" b="b"/>
              <a:pathLst>
                <a:path w="917575" h="915669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70"/>
                  </a:lnTo>
                  <a:lnTo>
                    <a:pt x="280106" y="35956"/>
                  </a:lnTo>
                  <a:lnTo>
                    <a:pt x="240019" y="55224"/>
                  </a:lnTo>
                  <a:lnTo>
                    <a:pt x="202207" y="78143"/>
                  </a:lnTo>
                  <a:lnTo>
                    <a:pt x="166902" y="104484"/>
                  </a:lnTo>
                  <a:lnTo>
                    <a:pt x="134334" y="134016"/>
                  </a:lnTo>
                  <a:lnTo>
                    <a:pt x="104733" y="166510"/>
                  </a:lnTo>
                  <a:lnTo>
                    <a:pt x="78331" y="201736"/>
                  </a:lnTo>
                  <a:lnTo>
                    <a:pt x="55357" y="239464"/>
                  </a:lnTo>
                  <a:lnTo>
                    <a:pt x="36044" y="279463"/>
                  </a:lnTo>
                  <a:lnTo>
                    <a:pt x="20620" y="321504"/>
                  </a:lnTo>
                  <a:lnTo>
                    <a:pt x="9318" y="365358"/>
                  </a:lnTo>
                  <a:lnTo>
                    <a:pt x="2368" y="410793"/>
                  </a:lnTo>
                  <a:lnTo>
                    <a:pt x="0" y="457580"/>
                  </a:lnTo>
                  <a:lnTo>
                    <a:pt x="2368" y="504368"/>
                  </a:lnTo>
                  <a:lnTo>
                    <a:pt x="9318" y="549803"/>
                  </a:lnTo>
                  <a:lnTo>
                    <a:pt x="20620" y="593657"/>
                  </a:lnTo>
                  <a:lnTo>
                    <a:pt x="36044" y="635698"/>
                  </a:lnTo>
                  <a:lnTo>
                    <a:pt x="55357" y="675697"/>
                  </a:lnTo>
                  <a:lnTo>
                    <a:pt x="78331" y="713425"/>
                  </a:lnTo>
                  <a:lnTo>
                    <a:pt x="104733" y="748651"/>
                  </a:lnTo>
                  <a:lnTo>
                    <a:pt x="134334" y="781145"/>
                  </a:lnTo>
                  <a:lnTo>
                    <a:pt x="166902" y="810677"/>
                  </a:lnTo>
                  <a:lnTo>
                    <a:pt x="202207" y="837018"/>
                  </a:lnTo>
                  <a:lnTo>
                    <a:pt x="240019" y="859937"/>
                  </a:lnTo>
                  <a:lnTo>
                    <a:pt x="280106" y="879205"/>
                  </a:lnTo>
                  <a:lnTo>
                    <a:pt x="322238" y="894591"/>
                  </a:lnTo>
                  <a:lnTo>
                    <a:pt x="366184" y="905866"/>
                  </a:lnTo>
                  <a:lnTo>
                    <a:pt x="411714" y="912799"/>
                  </a:lnTo>
                  <a:lnTo>
                    <a:pt x="458597" y="915161"/>
                  </a:lnTo>
                  <a:lnTo>
                    <a:pt x="505479" y="912799"/>
                  </a:lnTo>
                  <a:lnTo>
                    <a:pt x="551009" y="905866"/>
                  </a:lnTo>
                  <a:lnTo>
                    <a:pt x="594955" y="894591"/>
                  </a:lnTo>
                  <a:lnTo>
                    <a:pt x="637087" y="879205"/>
                  </a:lnTo>
                  <a:lnTo>
                    <a:pt x="677174" y="859937"/>
                  </a:lnTo>
                  <a:lnTo>
                    <a:pt x="714986" y="837018"/>
                  </a:lnTo>
                  <a:lnTo>
                    <a:pt x="750291" y="810677"/>
                  </a:lnTo>
                  <a:lnTo>
                    <a:pt x="782859" y="781145"/>
                  </a:lnTo>
                  <a:lnTo>
                    <a:pt x="812460" y="748651"/>
                  </a:lnTo>
                  <a:lnTo>
                    <a:pt x="838862" y="713425"/>
                  </a:lnTo>
                  <a:lnTo>
                    <a:pt x="861836" y="675697"/>
                  </a:lnTo>
                  <a:lnTo>
                    <a:pt x="881149" y="635698"/>
                  </a:lnTo>
                  <a:lnTo>
                    <a:pt x="896573" y="593657"/>
                  </a:lnTo>
                  <a:lnTo>
                    <a:pt x="907875" y="549803"/>
                  </a:lnTo>
                  <a:lnTo>
                    <a:pt x="914825" y="504368"/>
                  </a:lnTo>
                  <a:lnTo>
                    <a:pt x="917194" y="457580"/>
                  </a:lnTo>
                  <a:lnTo>
                    <a:pt x="914825" y="410793"/>
                  </a:lnTo>
                  <a:lnTo>
                    <a:pt x="907875" y="365358"/>
                  </a:lnTo>
                  <a:lnTo>
                    <a:pt x="896573" y="321504"/>
                  </a:lnTo>
                  <a:lnTo>
                    <a:pt x="881149" y="279463"/>
                  </a:lnTo>
                  <a:lnTo>
                    <a:pt x="861836" y="239464"/>
                  </a:lnTo>
                  <a:lnTo>
                    <a:pt x="838862" y="201736"/>
                  </a:lnTo>
                  <a:lnTo>
                    <a:pt x="812460" y="166510"/>
                  </a:lnTo>
                  <a:lnTo>
                    <a:pt x="782859" y="134016"/>
                  </a:lnTo>
                  <a:lnTo>
                    <a:pt x="750291" y="104484"/>
                  </a:lnTo>
                  <a:lnTo>
                    <a:pt x="714986" y="78143"/>
                  </a:lnTo>
                  <a:lnTo>
                    <a:pt x="677174" y="55224"/>
                  </a:lnTo>
                  <a:lnTo>
                    <a:pt x="637087" y="35956"/>
                  </a:lnTo>
                  <a:lnTo>
                    <a:pt x="594955" y="20570"/>
                  </a:lnTo>
                  <a:lnTo>
                    <a:pt x="551009" y="9295"/>
                  </a:lnTo>
                  <a:lnTo>
                    <a:pt x="505479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50922" y="4641075"/>
              <a:ext cx="49530" cy="346075"/>
            </a:xfrm>
            <a:custGeom>
              <a:avLst/>
              <a:gdLst/>
              <a:ahLst/>
              <a:cxnLst/>
              <a:rect l="l" t="t" r="r" b="b"/>
              <a:pathLst>
                <a:path w="49530" h="346075">
                  <a:moveTo>
                    <a:pt x="49353" y="0"/>
                  </a:moveTo>
                  <a:lnTo>
                    <a:pt x="0" y="0"/>
                  </a:lnTo>
                  <a:lnTo>
                    <a:pt x="0" y="345452"/>
                  </a:lnTo>
                  <a:lnTo>
                    <a:pt x="49353" y="345452"/>
                  </a:lnTo>
                  <a:lnTo>
                    <a:pt x="49353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21738" y="4678679"/>
              <a:ext cx="509905" cy="523240"/>
            </a:xfrm>
            <a:custGeom>
              <a:avLst/>
              <a:gdLst/>
              <a:ahLst/>
              <a:cxnLst/>
              <a:rect l="l" t="t" r="r" b="b"/>
              <a:pathLst>
                <a:path w="509905" h="523239">
                  <a:moveTo>
                    <a:pt x="255143" y="0"/>
                  </a:moveTo>
                  <a:lnTo>
                    <a:pt x="206351" y="1228"/>
                  </a:lnTo>
                  <a:lnTo>
                    <a:pt x="160940" y="4587"/>
                  </a:lnTo>
                  <a:lnTo>
                    <a:pt x="119768" y="9590"/>
                  </a:lnTo>
                  <a:lnTo>
                    <a:pt x="67292" y="20238"/>
                  </a:lnTo>
                  <a:lnTo>
                    <a:pt x="28448" y="34544"/>
                  </a:lnTo>
                  <a:lnTo>
                    <a:pt x="21590" y="39370"/>
                  </a:lnTo>
                  <a:lnTo>
                    <a:pt x="14731" y="43434"/>
                  </a:lnTo>
                  <a:lnTo>
                    <a:pt x="0" y="453898"/>
                  </a:lnTo>
                  <a:lnTo>
                    <a:pt x="829" y="461089"/>
                  </a:lnTo>
                  <a:lnTo>
                    <a:pt x="2904" y="467280"/>
                  </a:lnTo>
                  <a:lnTo>
                    <a:pt x="3016" y="467614"/>
                  </a:lnTo>
                  <a:lnTo>
                    <a:pt x="40451" y="495877"/>
                  </a:lnTo>
                  <a:lnTo>
                    <a:pt x="84581" y="508254"/>
                  </a:lnTo>
                  <a:lnTo>
                    <a:pt x="162956" y="518906"/>
                  </a:lnTo>
                  <a:lnTo>
                    <a:pt x="207936" y="521916"/>
                  </a:lnTo>
                  <a:lnTo>
                    <a:pt x="255143" y="522986"/>
                  </a:lnTo>
                  <a:lnTo>
                    <a:pt x="302478" y="522077"/>
                  </a:lnTo>
                  <a:lnTo>
                    <a:pt x="347408" y="519334"/>
                  </a:lnTo>
                  <a:lnTo>
                    <a:pt x="388623" y="514734"/>
                  </a:lnTo>
                  <a:lnTo>
                    <a:pt x="441638" y="504509"/>
                  </a:lnTo>
                  <a:lnTo>
                    <a:pt x="481965" y="491490"/>
                  </a:lnTo>
                  <a:lnTo>
                    <a:pt x="487934" y="487425"/>
                  </a:lnTo>
                  <a:lnTo>
                    <a:pt x="253237" y="487425"/>
                  </a:lnTo>
                  <a:lnTo>
                    <a:pt x="208186" y="486374"/>
                  </a:lnTo>
                  <a:lnTo>
                    <a:pt x="166891" y="483489"/>
                  </a:lnTo>
                  <a:lnTo>
                    <a:pt x="166327" y="483489"/>
                  </a:lnTo>
                  <a:lnTo>
                    <a:pt x="126561" y="478746"/>
                  </a:lnTo>
                  <a:lnTo>
                    <a:pt x="93240" y="472811"/>
                  </a:lnTo>
                  <a:lnTo>
                    <a:pt x="93068" y="472811"/>
                  </a:lnTo>
                  <a:lnTo>
                    <a:pt x="77414" y="469034"/>
                  </a:lnTo>
                  <a:lnTo>
                    <a:pt x="64484" y="465328"/>
                  </a:lnTo>
                  <a:lnTo>
                    <a:pt x="53792" y="461621"/>
                  </a:lnTo>
                  <a:lnTo>
                    <a:pt x="45338" y="457962"/>
                  </a:lnTo>
                  <a:lnTo>
                    <a:pt x="40259" y="455930"/>
                  </a:lnTo>
                  <a:lnTo>
                    <a:pt x="37465" y="453009"/>
                  </a:lnTo>
                  <a:lnTo>
                    <a:pt x="36322" y="451993"/>
                  </a:lnTo>
                  <a:lnTo>
                    <a:pt x="36322" y="378968"/>
                  </a:lnTo>
                  <a:lnTo>
                    <a:pt x="509650" y="378968"/>
                  </a:lnTo>
                  <a:lnTo>
                    <a:pt x="509650" y="372999"/>
                  </a:lnTo>
                  <a:lnTo>
                    <a:pt x="256286" y="372999"/>
                  </a:lnTo>
                  <a:lnTo>
                    <a:pt x="210448" y="371927"/>
                  </a:lnTo>
                  <a:lnTo>
                    <a:pt x="167243" y="368903"/>
                  </a:lnTo>
                  <a:lnTo>
                    <a:pt x="128109" y="364212"/>
                  </a:lnTo>
                  <a:lnTo>
                    <a:pt x="79924" y="354480"/>
                  </a:lnTo>
                  <a:lnTo>
                    <a:pt x="48260" y="343408"/>
                  </a:lnTo>
                  <a:lnTo>
                    <a:pt x="40259" y="340487"/>
                  </a:lnTo>
                  <a:lnTo>
                    <a:pt x="38354" y="338582"/>
                  </a:lnTo>
                  <a:lnTo>
                    <a:pt x="36322" y="337439"/>
                  </a:lnTo>
                  <a:lnTo>
                    <a:pt x="36322" y="251587"/>
                  </a:lnTo>
                  <a:lnTo>
                    <a:pt x="509650" y="251587"/>
                  </a:lnTo>
                  <a:lnTo>
                    <a:pt x="509650" y="245745"/>
                  </a:lnTo>
                  <a:lnTo>
                    <a:pt x="253237" y="245745"/>
                  </a:lnTo>
                  <a:lnTo>
                    <a:pt x="208186" y="244673"/>
                  </a:lnTo>
                  <a:lnTo>
                    <a:pt x="165528" y="241649"/>
                  </a:lnTo>
                  <a:lnTo>
                    <a:pt x="126561" y="236958"/>
                  </a:lnTo>
                  <a:lnTo>
                    <a:pt x="77414" y="227226"/>
                  </a:lnTo>
                  <a:lnTo>
                    <a:pt x="45338" y="216154"/>
                  </a:lnTo>
                  <a:lnTo>
                    <a:pt x="40259" y="214122"/>
                  </a:lnTo>
                  <a:lnTo>
                    <a:pt x="37465" y="211200"/>
                  </a:lnTo>
                  <a:lnTo>
                    <a:pt x="36322" y="210185"/>
                  </a:lnTo>
                  <a:lnTo>
                    <a:pt x="36322" y="125222"/>
                  </a:lnTo>
                  <a:lnTo>
                    <a:pt x="509650" y="125222"/>
                  </a:lnTo>
                  <a:lnTo>
                    <a:pt x="509650" y="118364"/>
                  </a:lnTo>
                  <a:lnTo>
                    <a:pt x="253237" y="118364"/>
                  </a:lnTo>
                  <a:lnTo>
                    <a:pt x="208186" y="117294"/>
                  </a:lnTo>
                  <a:lnTo>
                    <a:pt x="165528" y="114284"/>
                  </a:lnTo>
                  <a:lnTo>
                    <a:pt x="126561" y="109630"/>
                  </a:lnTo>
                  <a:lnTo>
                    <a:pt x="77414" y="99970"/>
                  </a:lnTo>
                  <a:lnTo>
                    <a:pt x="45338" y="88773"/>
                  </a:lnTo>
                  <a:lnTo>
                    <a:pt x="40259" y="86868"/>
                  </a:lnTo>
                  <a:lnTo>
                    <a:pt x="37465" y="83947"/>
                  </a:lnTo>
                  <a:lnTo>
                    <a:pt x="36322" y="82931"/>
                  </a:lnTo>
                  <a:lnTo>
                    <a:pt x="36322" y="76073"/>
                  </a:lnTo>
                  <a:lnTo>
                    <a:pt x="75725" y="57138"/>
                  </a:lnTo>
                  <a:lnTo>
                    <a:pt x="124061" y="46680"/>
                  </a:lnTo>
                  <a:lnTo>
                    <a:pt x="163083" y="41687"/>
                  </a:lnTo>
                  <a:lnTo>
                    <a:pt x="206511" y="38552"/>
                  </a:lnTo>
                  <a:lnTo>
                    <a:pt x="253237" y="37465"/>
                  </a:lnTo>
                  <a:lnTo>
                    <a:pt x="487147" y="37465"/>
                  </a:lnTo>
                  <a:lnTo>
                    <a:pt x="481965" y="34544"/>
                  </a:lnTo>
                  <a:lnTo>
                    <a:pt x="442156" y="20238"/>
                  </a:lnTo>
                  <a:lnTo>
                    <a:pt x="389659" y="9590"/>
                  </a:lnTo>
                  <a:lnTo>
                    <a:pt x="348615" y="4587"/>
                  </a:lnTo>
                  <a:lnTo>
                    <a:pt x="303474" y="1228"/>
                  </a:lnTo>
                  <a:lnTo>
                    <a:pt x="255143" y="0"/>
                  </a:lnTo>
                  <a:close/>
                </a:path>
                <a:path w="509905" h="523239">
                  <a:moveTo>
                    <a:pt x="509650" y="378968"/>
                  </a:moveTo>
                  <a:lnTo>
                    <a:pt x="473075" y="378968"/>
                  </a:lnTo>
                  <a:lnTo>
                    <a:pt x="473075" y="451993"/>
                  </a:lnTo>
                  <a:lnTo>
                    <a:pt x="472186" y="453009"/>
                  </a:lnTo>
                  <a:lnTo>
                    <a:pt x="469138" y="453898"/>
                  </a:lnTo>
                  <a:lnTo>
                    <a:pt x="461263" y="457962"/>
                  </a:lnTo>
                  <a:lnTo>
                    <a:pt x="452806" y="461621"/>
                  </a:lnTo>
                  <a:lnTo>
                    <a:pt x="442182" y="465328"/>
                  </a:lnTo>
                  <a:lnTo>
                    <a:pt x="429510" y="469034"/>
                  </a:lnTo>
                  <a:lnTo>
                    <a:pt x="414441" y="472811"/>
                  </a:lnTo>
                  <a:lnTo>
                    <a:pt x="414303" y="472811"/>
                  </a:lnTo>
                  <a:lnTo>
                    <a:pt x="381396" y="479174"/>
                  </a:lnTo>
                  <a:lnTo>
                    <a:pt x="342265" y="483774"/>
                  </a:lnTo>
                  <a:lnTo>
                    <a:pt x="299037" y="486517"/>
                  </a:lnTo>
                  <a:lnTo>
                    <a:pt x="253237" y="487425"/>
                  </a:lnTo>
                  <a:lnTo>
                    <a:pt x="487934" y="487425"/>
                  </a:lnTo>
                  <a:lnTo>
                    <a:pt x="509650" y="453898"/>
                  </a:lnTo>
                  <a:lnTo>
                    <a:pt x="509650" y="378968"/>
                  </a:lnTo>
                  <a:close/>
                </a:path>
                <a:path w="509905" h="523239">
                  <a:moveTo>
                    <a:pt x="473075" y="378968"/>
                  </a:moveTo>
                  <a:lnTo>
                    <a:pt x="36322" y="378968"/>
                  </a:lnTo>
                  <a:lnTo>
                    <a:pt x="46648" y="383234"/>
                  </a:lnTo>
                  <a:lnTo>
                    <a:pt x="84581" y="393700"/>
                  </a:lnTo>
                  <a:lnTo>
                    <a:pt x="162956" y="404510"/>
                  </a:lnTo>
                  <a:lnTo>
                    <a:pt x="209814" y="407630"/>
                  </a:lnTo>
                  <a:lnTo>
                    <a:pt x="213537" y="407630"/>
                  </a:lnTo>
                  <a:lnTo>
                    <a:pt x="255143" y="408559"/>
                  </a:lnTo>
                  <a:lnTo>
                    <a:pt x="302478" y="407630"/>
                  </a:lnTo>
                  <a:lnTo>
                    <a:pt x="347408" y="404844"/>
                  </a:lnTo>
                  <a:lnTo>
                    <a:pt x="388623" y="400200"/>
                  </a:lnTo>
                  <a:lnTo>
                    <a:pt x="438338" y="390201"/>
                  </a:lnTo>
                  <a:lnTo>
                    <a:pt x="461942" y="383234"/>
                  </a:lnTo>
                  <a:lnTo>
                    <a:pt x="473075" y="378968"/>
                  </a:lnTo>
                  <a:close/>
                </a:path>
                <a:path w="509905" h="523239">
                  <a:moveTo>
                    <a:pt x="509650" y="251587"/>
                  </a:moveTo>
                  <a:lnTo>
                    <a:pt x="473075" y="251587"/>
                  </a:lnTo>
                  <a:lnTo>
                    <a:pt x="473075" y="337439"/>
                  </a:lnTo>
                  <a:lnTo>
                    <a:pt x="472186" y="338582"/>
                  </a:lnTo>
                  <a:lnTo>
                    <a:pt x="432540" y="354480"/>
                  </a:lnTo>
                  <a:lnTo>
                    <a:pt x="383391" y="364212"/>
                  </a:lnTo>
                  <a:lnTo>
                    <a:pt x="344122" y="368903"/>
                  </a:lnTo>
                  <a:lnTo>
                    <a:pt x="301353" y="371927"/>
                  </a:lnTo>
                  <a:lnTo>
                    <a:pt x="256286" y="372999"/>
                  </a:lnTo>
                  <a:lnTo>
                    <a:pt x="509650" y="372999"/>
                  </a:lnTo>
                  <a:lnTo>
                    <a:pt x="509650" y="251587"/>
                  </a:lnTo>
                  <a:close/>
                </a:path>
                <a:path w="509905" h="523239">
                  <a:moveTo>
                    <a:pt x="473075" y="251587"/>
                  </a:moveTo>
                  <a:lnTo>
                    <a:pt x="36322" y="251587"/>
                  </a:lnTo>
                  <a:lnTo>
                    <a:pt x="47077" y="256105"/>
                  </a:lnTo>
                  <a:lnTo>
                    <a:pt x="84581" y="266446"/>
                  </a:lnTo>
                  <a:lnTo>
                    <a:pt x="162575" y="277526"/>
                  </a:lnTo>
                  <a:lnTo>
                    <a:pt x="207793" y="280269"/>
                  </a:lnTo>
                  <a:lnTo>
                    <a:pt x="255143" y="281178"/>
                  </a:lnTo>
                  <a:lnTo>
                    <a:pt x="302335" y="280108"/>
                  </a:lnTo>
                  <a:lnTo>
                    <a:pt x="347027" y="277098"/>
                  </a:lnTo>
                  <a:lnTo>
                    <a:pt x="388195" y="272444"/>
                  </a:lnTo>
                  <a:lnTo>
                    <a:pt x="438499" y="263856"/>
                  </a:lnTo>
                  <a:lnTo>
                    <a:pt x="473075" y="251587"/>
                  </a:lnTo>
                  <a:close/>
                </a:path>
                <a:path w="509905" h="523239">
                  <a:moveTo>
                    <a:pt x="509650" y="125222"/>
                  </a:moveTo>
                  <a:lnTo>
                    <a:pt x="470281" y="125222"/>
                  </a:lnTo>
                  <a:lnTo>
                    <a:pt x="470281" y="210185"/>
                  </a:lnTo>
                  <a:lnTo>
                    <a:pt x="469138" y="212090"/>
                  </a:lnTo>
                  <a:lnTo>
                    <a:pt x="466217" y="214122"/>
                  </a:lnTo>
                  <a:lnTo>
                    <a:pt x="461263" y="216154"/>
                  </a:lnTo>
                  <a:lnTo>
                    <a:pt x="452806" y="219813"/>
                  </a:lnTo>
                  <a:lnTo>
                    <a:pt x="414909" y="230886"/>
                  </a:lnTo>
                  <a:lnTo>
                    <a:pt x="342265" y="242030"/>
                  </a:lnTo>
                  <a:lnTo>
                    <a:pt x="299037" y="244816"/>
                  </a:lnTo>
                  <a:lnTo>
                    <a:pt x="253237" y="245745"/>
                  </a:lnTo>
                  <a:lnTo>
                    <a:pt x="509650" y="245745"/>
                  </a:lnTo>
                  <a:lnTo>
                    <a:pt x="509650" y="125222"/>
                  </a:lnTo>
                  <a:close/>
                </a:path>
                <a:path w="509905" h="523239">
                  <a:moveTo>
                    <a:pt x="470281" y="125222"/>
                  </a:moveTo>
                  <a:lnTo>
                    <a:pt x="36322" y="125222"/>
                  </a:lnTo>
                  <a:lnTo>
                    <a:pt x="47031" y="128992"/>
                  </a:lnTo>
                  <a:lnTo>
                    <a:pt x="118868" y="145778"/>
                  </a:lnTo>
                  <a:lnTo>
                    <a:pt x="160337" y="150479"/>
                  </a:lnTo>
                  <a:lnTo>
                    <a:pt x="205140" y="153727"/>
                  </a:lnTo>
                  <a:lnTo>
                    <a:pt x="252349" y="154940"/>
                  </a:lnTo>
                  <a:lnTo>
                    <a:pt x="299591" y="154013"/>
                  </a:lnTo>
                  <a:lnTo>
                    <a:pt x="344439" y="151241"/>
                  </a:lnTo>
                  <a:lnTo>
                    <a:pt x="385597" y="146635"/>
                  </a:lnTo>
                  <a:lnTo>
                    <a:pt x="435473" y="136437"/>
                  </a:lnTo>
                  <a:lnTo>
                    <a:pt x="470281" y="125222"/>
                  </a:lnTo>
                  <a:close/>
                </a:path>
                <a:path w="509905" h="523239">
                  <a:moveTo>
                    <a:pt x="487147" y="37465"/>
                  </a:moveTo>
                  <a:lnTo>
                    <a:pt x="253237" y="37465"/>
                  </a:lnTo>
                  <a:lnTo>
                    <a:pt x="300037" y="38552"/>
                  </a:lnTo>
                  <a:lnTo>
                    <a:pt x="343503" y="41687"/>
                  </a:lnTo>
                  <a:lnTo>
                    <a:pt x="382539" y="46680"/>
                  </a:lnTo>
                  <a:lnTo>
                    <a:pt x="430474" y="57138"/>
                  </a:lnTo>
                  <a:lnTo>
                    <a:pt x="466217" y="72009"/>
                  </a:lnTo>
                  <a:lnTo>
                    <a:pt x="470281" y="76073"/>
                  </a:lnTo>
                  <a:lnTo>
                    <a:pt x="470281" y="82931"/>
                  </a:lnTo>
                  <a:lnTo>
                    <a:pt x="469138" y="85725"/>
                  </a:lnTo>
                  <a:lnTo>
                    <a:pt x="461263" y="88773"/>
                  </a:lnTo>
                  <a:lnTo>
                    <a:pt x="452806" y="92505"/>
                  </a:lnTo>
                  <a:lnTo>
                    <a:pt x="414909" y="103632"/>
                  </a:lnTo>
                  <a:lnTo>
                    <a:pt x="342265" y="114284"/>
                  </a:lnTo>
                  <a:lnTo>
                    <a:pt x="299037" y="117294"/>
                  </a:lnTo>
                  <a:lnTo>
                    <a:pt x="253237" y="118364"/>
                  </a:lnTo>
                  <a:lnTo>
                    <a:pt x="509650" y="118364"/>
                  </a:lnTo>
                  <a:lnTo>
                    <a:pt x="509539" y="72009"/>
                  </a:lnTo>
                  <a:lnTo>
                    <a:pt x="489036" y="38552"/>
                  </a:lnTo>
                  <a:lnTo>
                    <a:pt x="487147" y="37465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2802996" y="4542980"/>
              <a:ext cx="3974465" cy="843915"/>
            </a:xfrm>
            <a:custGeom>
              <a:avLst/>
              <a:gdLst/>
              <a:ahLst/>
              <a:cxnLst/>
              <a:rect l="l" t="t" r="r" b="b"/>
              <a:pathLst>
                <a:path w="3974465" h="843914">
                  <a:moveTo>
                    <a:pt x="3974337" y="0"/>
                  </a:moveTo>
                  <a:lnTo>
                    <a:pt x="0" y="0"/>
                  </a:lnTo>
                  <a:lnTo>
                    <a:pt x="0" y="843597"/>
                  </a:lnTo>
                  <a:lnTo>
                    <a:pt x="3974337" y="843597"/>
                  </a:lnTo>
                  <a:lnTo>
                    <a:pt x="3974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3339953" y="4797298"/>
            <a:ext cx="135826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45" b="1">
                <a:solidFill>
                  <a:srgbClr val="173360"/>
                </a:solidFill>
                <a:latin typeface="Calibri"/>
                <a:cs typeface="Calibri"/>
              </a:rPr>
              <a:t>ML</a:t>
            </a:r>
            <a:r>
              <a:rPr dirty="0" sz="19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70" b="1">
                <a:solidFill>
                  <a:srgbClr val="173360"/>
                </a:solidFill>
                <a:latin typeface="Calibri"/>
                <a:cs typeface="Calibri"/>
              </a:rPr>
              <a:t>Engine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164207" y="2913049"/>
            <a:ext cx="11624945" cy="3220720"/>
            <a:chOff x="2164207" y="2913049"/>
            <a:chExt cx="11624945" cy="3220720"/>
          </a:xfrm>
        </p:grpSpPr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19560" y="4066031"/>
              <a:ext cx="2069084" cy="2067687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2258548" y="4489195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69"/>
                  </a:lnTo>
                  <a:lnTo>
                    <a:pt x="280106" y="35954"/>
                  </a:lnTo>
                  <a:lnTo>
                    <a:pt x="240019" y="55220"/>
                  </a:lnTo>
                  <a:lnTo>
                    <a:pt x="202207" y="78136"/>
                  </a:lnTo>
                  <a:lnTo>
                    <a:pt x="166902" y="104473"/>
                  </a:lnTo>
                  <a:lnTo>
                    <a:pt x="134334" y="134000"/>
                  </a:lnTo>
                  <a:lnTo>
                    <a:pt x="104733" y="166488"/>
                  </a:lnTo>
                  <a:lnTo>
                    <a:pt x="78331" y="201705"/>
                  </a:lnTo>
                  <a:lnTo>
                    <a:pt x="55357" y="239422"/>
                  </a:lnTo>
                  <a:lnTo>
                    <a:pt x="36044" y="279409"/>
                  </a:lnTo>
                  <a:lnTo>
                    <a:pt x="20620" y="321436"/>
                  </a:lnTo>
                  <a:lnTo>
                    <a:pt x="9318" y="365273"/>
                  </a:lnTo>
                  <a:lnTo>
                    <a:pt x="2368" y="410688"/>
                  </a:lnTo>
                  <a:lnTo>
                    <a:pt x="0" y="457453"/>
                  </a:lnTo>
                  <a:lnTo>
                    <a:pt x="2368" y="504241"/>
                  </a:lnTo>
                  <a:lnTo>
                    <a:pt x="9318" y="549676"/>
                  </a:lnTo>
                  <a:lnTo>
                    <a:pt x="20620" y="593530"/>
                  </a:lnTo>
                  <a:lnTo>
                    <a:pt x="36044" y="635571"/>
                  </a:lnTo>
                  <a:lnTo>
                    <a:pt x="55357" y="675570"/>
                  </a:lnTo>
                  <a:lnTo>
                    <a:pt x="78331" y="713298"/>
                  </a:lnTo>
                  <a:lnTo>
                    <a:pt x="104733" y="748524"/>
                  </a:lnTo>
                  <a:lnTo>
                    <a:pt x="134334" y="781018"/>
                  </a:lnTo>
                  <a:lnTo>
                    <a:pt x="166902" y="810550"/>
                  </a:lnTo>
                  <a:lnTo>
                    <a:pt x="202207" y="836891"/>
                  </a:lnTo>
                  <a:lnTo>
                    <a:pt x="240019" y="859810"/>
                  </a:lnTo>
                  <a:lnTo>
                    <a:pt x="280106" y="879078"/>
                  </a:lnTo>
                  <a:lnTo>
                    <a:pt x="322238" y="894464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4"/>
                  </a:lnTo>
                  <a:lnTo>
                    <a:pt x="505478" y="912672"/>
                  </a:lnTo>
                  <a:lnTo>
                    <a:pt x="551003" y="905739"/>
                  </a:lnTo>
                  <a:lnTo>
                    <a:pt x="594943" y="894464"/>
                  </a:lnTo>
                  <a:lnTo>
                    <a:pt x="637067" y="879078"/>
                  </a:lnTo>
                  <a:lnTo>
                    <a:pt x="677145" y="859810"/>
                  </a:lnTo>
                  <a:lnTo>
                    <a:pt x="714946" y="836891"/>
                  </a:lnTo>
                  <a:lnTo>
                    <a:pt x="750239" y="810550"/>
                  </a:lnTo>
                  <a:lnTo>
                    <a:pt x="782796" y="781018"/>
                  </a:lnTo>
                  <a:lnTo>
                    <a:pt x="812385" y="748524"/>
                  </a:lnTo>
                  <a:lnTo>
                    <a:pt x="838775" y="713298"/>
                  </a:lnTo>
                  <a:lnTo>
                    <a:pt x="861738" y="675570"/>
                  </a:lnTo>
                  <a:lnTo>
                    <a:pt x="881042" y="635571"/>
                  </a:lnTo>
                  <a:lnTo>
                    <a:pt x="896457" y="593530"/>
                  </a:lnTo>
                  <a:lnTo>
                    <a:pt x="907753" y="549676"/>
                  </a:lnTo>
                  <a:lnTo>
                    <a:pt x="914700" y="504241"/>
                  </a:lnTo>
                  <a:lnTo>
                    <a:pt x="917067" y="457453"/>
                  </a:lnTo>
                  <a:lnTo>
                    <a:pt x="914700" y="410688"/>
                  </a:lnTo>
                  <a:lnTo>
                    <a:pt x="907753" y="365273"/>
                  </a:lnTo>
                  <a:lnTo>
                    <a:pt x="896457" y="321436"/>
                  </a:lnTo>
                  <a:lnTo>
                    <a:pt x="881042" y="279409"/>
                  </a:lnTo>
                  <a:lnTo>
                    <a:pt x="861738" y="239422"/>
                  </a:lnTo>
                  <a:lnTo>
                    <a:pt x="838775" y="201705"/>
                  </a:lnTo>
                  <a:lnTo>
                    <a:pt x="812385" y="166488"/>
                  </a:lnTo>
                  <a:lnTo>
                    <a:pt x="782796" y="134000"/>
                  </a:lnTo>
                  <a:lnTo>
                    <a:pt x="750239" y="104473"/>
                  </a:lnTo>
                  <a:lnTo>
                    <a:pt x="714946" y="78136"/>
                  </a:lnTo>
                  <a:lnTo>
                    <a:pt x="677145" y="55220"/>
                  </a:lnTo>
                  <a:lnTo>
                    <a:pt x="637067" y="35954"/>
                  </a:lnTo>
                  <a:lnTo>
                    <a:pt x="594943" y="20569"/>
                  </a:lnTo>
                  <a:lnTo>
                    <a:pt x="551003" y="9295"/>
                  </a:lnTo>
                  <a:lnTo>
                    <a:pt x="505478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49260" y="2913049"/>
              <a:ext cx="760755" cy="758393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164207" y="3477958"/>
              <a:ext cx="3974465" cy="843915"/>
            </a:xfrm>
            <a:custGeom>
              <a:avLst/>
              <a:gdLst/>
              <a:ahLst/>
              <a:cxnLst/>
              <a:rect l="l" t="t" r="r" b="b"/>
              <a:pathLst>
                <a:path w="3974465" h="843914">
                  <a:moveTo>
                    <a:pt x="3974338" y="0"/>
                  </a:moveTo>
                  <a:lnTo>
                    <a:pt x="0" y="0"/>
                  </a:lnTo>
                  <a:lnTo>
                    <a:pt x="0" y="843597"/>
                  </a:lnTo>
                  <a:lnTo>
                    <a:pt x="3974338" y="843597"/>
                  </a:lnTo>
                  <a:lnTo>
                    <a:pt x="39743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2700273" y="3732022"/>
            <a:ext cx="228219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60" b="1">
                <a:solidFill>
                  <a:srgbClr val="173360"/>
                </a:solidFill>
                <a:latin typeface="Calibri"/>
                <a:cs typeface="Calibri"/>
              </a:rPr>
              <a:t>SaaS</a:t>
            </a:r>
            <a:r>
              <a:rPr dirty="0" sz="1900" spc="14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Applications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993647" y="2938272"/>
            <a:ext cx="15784194" cy="3548379"/>
            <a:chOff x="993647" y="2938272"/>
            <a:chExt cx="15784194" cy="3548379"/>
          </a:xfrm>
        </p:grpSpPr>
        <p:pic>
          <p:nvPicPr>
            <p:cNvPr id="46" name="object 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3647" y="2938272"/>
              <a:ext cx="2069083" cy="206616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533017" y="3360673"/>
              <a:ext cx="15244444" cy="3125470"/>
            </a:xfrm>
            <a:custGeom>
              <a:avLst/>
              <a:gdLst/>
              <a:ahLst/>
              <a:cxnLst/>
              <a:rect l="l" t="t" r="r" b="b"/>
              <a:pathLst>
                <a:path w="15244444" h="3125470">
                  <a:moveTo>
                    <a:pt x="917194" y="457454"/>
                  </a:moveTo>
                  <a:lnTo>
                    <a:pt x="914819" y="410692"/>
                  </a:lnTo>
                  <a:lnTo>
                    <a:pt x="907872" y="365277"/>
                  </a:lnTo>
                  <a:lnTo>
                    <a:pt x="896569" y="321437"/>
                  </a:lnTo>
                  <a:lnTo>
                    <a:pt x="881138" y="279412"/>
                  </a:lnTo>
                  <a:lnTo>
                    <a:pt x="861834" y="239433"/>
                  </a:lnTo>
                  <a:lnTo>
                    <a:pt x="838860" y="201714"/>
                  </a:lnTo>
                  <a:lnTo>
                    <a:pt x="812457" y="166497"/>
                  </a:lnTo>
                  <a:lnTo>
                    <a:pt x="782853" y="134010"/>
                  </a:lnTo>
                  <a:lnTo>
                    <a:pt x="750290" y="104482"/>
                  </a:lnTo>
                  <a:lnTo>
                    <a:pt x="714984" y="78143"/>
                  </a:lnTo>
                  <a:lnTo>
                    <a:pt x="677164" y="55232"/>
                  </a:lnTo>
                  <a:lnTo>
                    <a:pt x="637082" y="35966"/>
                  </a:lnTo>
                  <a:lnTo>
                    <a:pt x="594944" y="20574"/>
                  </a:lnTo>
                  <a:lnTo>
                    <a:pt x="551002" y="9296"/>
                  </a:lnTo>
                  <a:lnTo>
                    <a:pt x="505472" y="2374"/>
                  </a:lnTo>
                  <a:lnTo>
                    <a:pt x="458597" y="0"/>
                  </a:lnTo>
                  <a:lnTo>
                    <a:pt x="411708" y="2374"/>
                  </a:lnTo>
                  <a:lnTo>
                    <a:pt x="366179" y="9296"/>
                  </a:lnTo>
                  <a:lnTo>
                    <a:pt x="322237" y="20574"/>
                  </a:lnTo>
                  <a:lnTo>
                    <a:pt x="280098" y="35966"/>
                  </a:lnTo>
                  <a:lnTo>
                    <a:pt x="240017" y="55232"/>
                  </a:lnTo>
                  <a:lnTo>
                    <a:pt x="202196" y="78143"/>
                  </a:lnTo>
                  <a:lnTo>
                    <a:pt x="166890" y="104482"/>
                  </a:lnTo>
                  <a:lnTo>
                    <a:pt x="134327" y="134010"/>
                  </a:lnTo>
                  <a:lnTo>
                    <a:pt x="104724" y="166497"/>
                  </a:lnTo>
                  <a:lnTo>
                    <a:pt x="78320" y="201714"/>
                  </a:lnTo>
                  <a:lnTo>
                    <a:pt x="55346" y="239433"/>
                  </a:lnTo>
                  <a:lnTo>
                    <a:pt x="36042" y="279412"/>
                  </a:lnTo>
                  <a:lnTo>
                    <a:pt x="20612" y="321437"/>
                  </a:lnTo>
                  <a:lnTo>
                    <a:pt x="9309" y="365277"/>
                  </a:lnTo>
                  <a:lnTo>
                    <a:pt x="2362" y="410692"/>
                  </a:lnTo>
                  <a:lnTo>
                    <a:pt x="0" y="457454"/>
                  </a:lnTo>
                  <a:lnTo>
                    <a:pt x="2362" y="504240"/>
                  </a:lnTo>
                  <a:lnTo>
                    <a:pt x="9309" y="549681"/>
                  </a:lnTo>
                  <a:lnTo>
                    <a:pt x="20612" y="593521"/>
                  </a:lnTo>
                  <a:lnTo>
                    <a:pt x="36042" y="635558"/>
                  </a:lnTo>
                  <a:lnTo>
                    <a:pt x="55346" y="675551"/>
                  </a:lnTo>
                  <a:lnTo>
                    <a:pt x="78320" y="713270"/>
                  </a:lnTo>
                  <a:lnTo>
                    <a:pt x="104724" y="748474"/>
                  </a:lnTo>
                  <a:lnTo>
                    <a:pt x="134327" y="780961"/>
                  </a:lnTo>
                  <a:lnTo>
                    <a:pt x="166890" y="810475"/>
                  </a:lnTo>
                  <a:lnTo>
                    <a:pt x="202196" y="836815"/>
                  </a:lnTo>
                  <a:lnTo>
                    <a:pt x="240017" y="859713"/>
                  </a:lnTo>
                  <a:lnTo>
                    <a:pt x="280098" y="878979"/>
                  </a:lnTo>
                  <a:lnTo>
                    <a:pt x="322237" y="894359"/>
                  </a:lnTo>
                  <a:lnTo>
                    <a:pt x="366179" y="905624"/>
                  </a:lnTo>
                  <a:lnTo>
                    <a:pt x="411708" y="912558"/>
                  </a:lnTo>
                  <a:lnTo>
                    <a:pt x="458597" y="914908"/>
                  </a:lnTo>
                  <a:lnTo>
                    <a:pt x="505472" y="912558"/>
                  </a:lnTo>
                  <a:lnTo>
                    <a:pt x="551002" y="905624"/>
                  </a:lnTo>
                  <a:lnTo>
                    <a:pt x="594944" y="894359"/>
                  </a:lnTo>
                  <a:lnTo>
                    <a:pt x="637082" y="878979"/>
                  </a:lnTo>
                  <a:lnTo>
                    <a:pt x="677164" y="859713"/>
                  </a:lnTo>
                  <a:lnTo>
                    <a:pt x="714984" y="836815"/>
                  </a:lnTo>
                  <a:lnTo>
                    <a:pt x="750290" y="810475"/>
                  </a:lnTo>
                  <a:lnTo>
                    <a:pt x="782853" y="780961"/>
                  </a:lnTo>
                  <a:lnTo>
                    <a:pt x="812457" y="748474"/>
                  </a:lnTo>
                  <a:lnTo>
                    <a:pt x="838860" y="713270"/>
                  </a:lnTo>
                  <a:lnTo>
                    <a:pt x="861834" y="675551"/>
                  </a:lnTo>
                  <a:lnTo>
                    <a:pt x="881138" y="635558"/>
                  </a:lnTo>
                  <a:lnTo>
                    <a:pt x="896569" y="593521"/>
                  </a:lnTo>
                  <a:lnTo>
                    <a:pt x="907872" y="549681"/>
                  </a:lnTo>
                  <a:lnTo>
                    <a:pt x="914819" y="504240"/>
                  </a:lnTo>
                  <a:lnTo>
                    <a:pt x="917194" y="457454"/>
                  </a:lnTo>
                  <a:close/>
                </a:path>
                <a:path w="15244444" h="3125470">
                  <a:moveTo>
                    <a:pt x="15244318" y="2281872"/>
                  </a:moveTo>
                  <a:lnTo>
                    <a:pt x="11269980" y="2281872"/>
                  </a:lnTo>
                  <a:lnTo>
                    <a:pt x="11269980" y="3125470"/>
                  </a:lnTo>
                  <a:lnTo>
                    <a:pt x="15244318" y="3125470"/>
                  </a:lnTo>
                  <a:lnTo>
                    <a:pt x="15244318" y="2281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3339953" y="5752338"/>
            <a:ext cx="2618105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200" b="1">
                <a:solidFill>
                  <a:srgbClr val="173360"/>
                </a:solidFill>
                <a:latin typeface="Calibri"/>
                <a:cs typeface="Calibri"/>
              </a:rPr>
              <a:t>Real-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dirty="0" sz="1900" spc="14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95" b="1">
                <a:solidFill>
                  <a:srgbClr val="173360"/>
                </a:solidFill>
                <a:latin typeface="Calibri"/>
                <a:cs typeface="Calibri"/>
              </a:rPr>
              <a:t>Alerts</a:t>
            </a:r>
            <a:r>
              <a:rPr dirty="0" sz="19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and </a:t>
            </a:r>
            <a:r>
              <a:rPr dirty="0" sz="1900" spc="235" b="1">
                <a:solidFill>
                  <a:srgbClr val="173360"/>
                </a:solidFill>
                <a:latin typeface="Calibri"/>
                <a:cs typeface="Calibri"/>
              </a:rPr>
              <a:t>Dashboards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993647" y="5138928"/>
            <a:ext cx="12795250" cy="2455545"/>
            <a:chOff x="993647" y="5138928"/>
            <a:chExt cx="12795250" cy="2455545"/>
          </a:xfrm>
        </p:grpSpPr>
        <p:pic>
          <p:nvPicPr>
            <p:cNvPr id="50" name="object 5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19559" y="5138928"/>
              <a:ext cx="2069084" cy="2067687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2258547" y="5562473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70"/>
                  </a:lnTo>
                  <a:lnTo>
                    <a:pt x="280106" y="35956"/>
                  </a:lnTo>
                  <a:lnTo>
                    <a:pt x="240019" y="55224"/>
                  </a:lnTo>
                  <a:lnTo>
                    <a:pt x="202207" y="78143"/>
                  </a:lnTo>
                  <a:lnTo>
                    <a:pt x="166902" y="104484"/>
                  </a:lnTo>
                  <a:lnTo>
                    <a:pt x="134334" y="134016"/>
                  </a:lnTo>
                  <a:lnTo>
                    <a:pt x="104733" y="166510"/>
                  </a:lnTo>
                  <a:lnTo>
                    <a:pt x="78331" y="201736"/>
                  </a:lnTo>
                  <a:lnTo>
                    <a:pt x="55357" y="239464"/>
                  </a:lnTo>
                  <a:lnTo>
                    <a:pt x="36044" y="279463"/>
                  </a:lnTo>
                  <a:lnTo>
                    <a:pt x="20620" y="321504"/>
                  </a:lnTo>
                  <a:lnTo>
                    <a:pt x="9318" y="365358"/>
                  </a:lnTo>
                  <a:lnTo>
                    <a:pt x="2368" y="410793"/>
                  </a:lnTo>
                  <a:lnTo>
                    <a:pt x="0" y="457580"/>
                  </a:lnTo>
                  <a:lnTo>
                    <a:pt x="2368" y="504346"/>
                  </a:lnTo>
                  <a:lnTo>
                    <a:pt x="9318" y="549761"/>
                  </a:lnTo>
                  <a:lnTo>
                    <a:pt x="20620" y="593598"/>
                  </a:lnTo>
                  <a:lnTo>
                    <a:pt x="36044" y="635625"/>
                  </a:lnTo>
                  <a:lnTo>
                    <a:pt x="55357" y="675612"/>
                  </a:lnTo>
                  <a:lnTo>
                    <a:pt x="78331" y="713329"/>
                  </a:lnTo>
                  <a:lnTo>
                    <a:pt x="104733" y="748546"/>
                  </a:lnTo>
                  <a:lnTo>
                    <a:pt x="134334" y="781034"/>
                  </a:lnTo>
                  <a:lnTo>
                    <a:pt x="166902" y="810561"/>
                  </a:lnTo>
                  <a:lnTo>
                    <a:pt x="202207" y="836898"/>
                  </a:lnTo>
                  <a:lnTo>
                    <a:pt x="240019" y="859814"/>
                  </a:lnTo>
                  <a:lnTo>
                    <a:pt x="280106" y="879080"/>
                  </a:lnTo>
                  <a:lnTo>
                    <a:pt x="322238" y="894465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5"/>
                  </a:lnTo>
                  <a:lnTo>
                    <a:pt x="505478" y="912672"/>
                  </a:lnTo>
                  <a:lnTo>
                    <a:pt x="551003" y="905739"/>
                  </a:lnTo>
                  <a:lnTo>
                    <a:pt x="594943" y="894465"/>
                  </a:lnTo>
                  <a:lnTo>
                    <a:pt x="637067" y="879080"/>
                  </a:lnTo>
                  <a:lnTo>
                    <a:pt x="677145" y="859814"/>
                  </a:lnTo>
                  <a:lnTo>
                    <a:pt x="714946" y="836898"/>
                  </a:lnTo>
                  <a:lnTo>
                    <a:pt x="750239" y="810561"/>
                  </a:lnTo>
                  <a:lnTo>
                    <a:pt x="782796" y="781034"/>
                  </a:lnTo>
                  <a:lnTo>
                    <a:pt x="812385" y="748546"/>
                  </a:lnTo>
                  <a:lnTo>
                    <a:pt x="838775" y="713329"/>
                  </a:lnTo>
                  <a:lnTo>
                    <a:pt x="861738" y="675612"/>
                  </a:lnTo>
                  <a:lnTo>
                    <a:pt x="881042" y="635625"/>
                  </a:lnTo>
                  <a:lnTo>
                    <a:pt x="896457" y="593598"/>
                  </a:lnTo>
                  <a:lnTo>
                    <a:pt x="907753" y="549761"/>
                  </a:lnTo>
                  <a:lnTo>
                    <a:pt x="914700" y="504346"/>
                  </a:lnTo>
                  <a:lnTo>
                    <a:pt x="917067" y="457580"/>
                  </a:lnTo>
                  <a:lnTo>
                    <a:pt x="914700" y="410793"/>
                  </a:lnTo>
                  <a:lnTo>
                    <a:pt x="907753" y="365358"/>
                  </a:lnTo>
                  <a:lnTo>
                    <a:pt x="896457" y="321504"/>
                  </a:lnTo>
                  <a:lnTo>
                    <a:pt x="881042" y="279463"/>
                  </a:lnTo>
                  <a:lnTo>
                    <a:pt x="861738" y="239464"/>
                  </a:lnTo>
                  <a:lnTo>
                    <a:pt x="838775" y="201736"/>
                  </a:lnTo>
                  <a:lnTo>
                    <a:pt x="812385" y="166510"/>
                  </a:lnTo>
                  <a:lnTo>
                    <a:pt x="782796" y="134016"/>
                  </a:lnTo>
                  <a:lnTo>
                    <a:pt x="750239" y="104484"/>
                  </a:lnTo>
                  <a:lnTo>
                    <a:pt x="714946" y="78143"/>
                  </a:lnTo>
                  <a:lnTo>
                    <a:pt x="677145" y="55224"/>
                  </a:lnTo>
                  <a:lnTo>
                    <a:pt x="637067" y="35956"/>
                  </a:lnTo>
                  <a:lnTo>
                    <a:pt x="594943" y="20570"/>
                  </a:lnTo>
                  <a:lnTo>
                    <a:pt x="551003" y="9295"/>
                  </a:lnTo>
                  <a:lnTo>
                    <a:pt x="505478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3647" y="5145024"/>
              <a:ext cx="2069083" cy="2039874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533017" y="5567298"/>
              <a:ext cx="4605655" cy="2026920"/>
            </a:xfrm>
            <a:custGeom>
              <a:avLst/>
              <a:gdLst/>
              <a:ahLst/>
              <a:cxnLst/>
              <a:rect l="l" t="t" r="r" b="b"/>
              <a:pathLst>
                <a:path w="4605655" h="2026920">
                  <a:moveTo>
                    <a:pt x="917194" y="444119"/>
                  </a:moveTo>
                  <a:lnTo>
                    <a:pt x="914501" y="395744"/>
                  </a:lnTo>
                  <a:lnTo>
                    <a:pt x="906602" y="348869"/>
                  </a:lnTo>
                  <a:lnTo>
                    <a:pt x="893800" y="303771"/>
                  </a:lnTo>
                  <a:lnTo>
                    <a:pt x="876363" y="260718"/>
                  </a:lnTo>
                  <a:lnTo>
                    <a:pt x="854570" y="219989"/>
                  </a:lnTo>
                  <a:lnTo>
                    <a:pt x="828700" y="181851"/>
                  </a:lnTo>
                  <a:lnTo>
                    <a:pt x="799020" y="146583"/>
                  </a:lnTo>
                  <a:lnTo>
                    <a:pt x="765835" y="114439"/>
                  </a:lnTo>
                  <a:lnTo>
                    <a:pt x="729411" y="85712"/>
                  </a:lnTo>
                  <a:lnTo>
                    <a:pt x="690041" y="60655"/>
                  </a:lnTo>
                  <a:lnTo>
                    <a:pt x="647979" y="39547"/>
                  </a:lnTo>
                  <a:lnTo>
                    <a:pt x="603529" y="22656"/>
                  </a:lnTo>
                  <a:lnTo>
                    <a:pt x="556958" y="10248"/>
                  </a:lnTo>
                  <a:lnTo>
                    <a:pt x="508558" y="2616"/>
                  </a:lnTo>
                  <a:lnTo>
                    <a:pt x="458597" y="0"/>
                  </a:lnTo>
                  <a:lnTo>
                    <a:pt x="408622" y="2616"/>
                  </a:lnTo>
                  <a:lnTo>
                    <a:pt x="360222" y="10248"/>
                  </a:lnTo>
                  <a:lnTo>
                    <a:pt x="313651" y="22656"/>
                  </a:lnTo>
                  <a:lnTo>
                    <a:pt x="269201" y="39547"/>
                  </a:lnTo>
                  <a:lnTo>
                    <a:pt x="227139" y="60655"/>
                  </a:lnTo>
                  <a:lnTo>
                    <a:pt x="187769" y="85712"/>
                  </a:lnTo>
                  <a:lnTo>
                    <a:pt x="151345" y="114439"/>
                  </a:lnTo>
                  <a:lnTo>
                    <a:pt x="118160" y="146583"/>
                  </a:lnTo>
                  <a:lnTo>
                    <a:pt x="88493" y="181851"/>
                  </a:lnTo>
                  <a:lnTo>
                    <a:pt x="62611" y="219989"/>
                  </a:lnTo>
                  <a:lnTo>
                    <a:pt x="40817" y="260718"/>
                  </a:lnTo>
                  <a:lnTo>
                    <a:pt x="23380" y="303771"/>
                  </a:lnTo>
                  <a:lnTo>
                    <a:pt x="10579" y="348869"/>
                  </a:lnTo>
                  <a:lnTo>
                    <a:pt x="2679" y="395744"/>
                  </a:lnTo>
                  <a:lnTo>
                    <a:pt x="0" y="444119"/>
                  </a:lnTo>
                  <a:lnTo>
                    <a:pt x="2679" y="492531"/>
                  </a:lnTo>
                  <a:lnTo>
                    <a:pt x="10579" y="539432"/>
                  </a:lnTo>
                  <a:lnTo>
                    <a:pt x="23380" y="584542"/>
                  </a:lnTo>
                  <a:lnTo>
                    <a:pt x="40817" y="627608"/>
                  </a:lnTo>
                  <a:lnTo>
                    <a:pt x="62611" y="668350"/>
                  </a:lnTo>
                  <a:lnTo>
                    <a:pt x="88480" y="706501"/>
                  </a:lnTo>
                  <a:lnTo>
                    <a:pt x="118160" y="741781"/>
                  </a:lnTo>
                  <a:lnTo>
                    <a:pt x="151345" y="773925"/>
                  </a:lnTo>
                  <a:lnTo>
                    <a:pt x="187769" y="802665"/>
                  </a:lnTo>
                  <a:lnTo>
                    <a:pt x="227139" y="827722"/>
                  </a:lnTo>
                  <a:lnTo>
                    <a:pt x="269201" y="848829"/>
                  </a:lnTo>
                  <a:lnTo>
                    <a:pt x="313651" y="865720"/>
                  </a:lnTo>
                  <a:lnTo>
                    <a:pt x="360222" y="878128"/>
                  </a:lnTo>
                  <a:lnTo>
                    <a:pt x="408622" y="885761"/>
                  </a:lnTo>
                  <a:lnTo>
                    <a:pt x="458597" y="888365"/>
                  </a:lnTo>
                  <a:lnTo>
                    <a:pt x="508558" y="885761"/>
                  </a:lnTo>
                  <a:lnTo>
                    <a:pt x="556958" y="878128"/>
                  </a:lnTo>
                  <a:lnTo>
                    <a:pt x="603529" y="865720"/>
                  </a:lnTo>
                  <a:lnTo>
                    <a:pt x="647979" y="848829"/>
                  </a:lnTo>
                  <a:lnTo>
                    <a:pt x="690041" y="827722"/>
                  </a:lnTo>
                  <a:lnTo>
                    <a:pt x="729411" y="802665"/>
                  </a:lnTo>
                  <a:lnTo>
                    <a:pt x="765835" y="773925"/>
                  </a:lnTo>
                  <a:lnTo>
                    <a:pt x="799020" y="741781"/>
                  </a:lnTo>
                  <a:lnTo>
                    <a:pt x="828700" y="706501"/>
                  </a:lnTo>
                  <a:lnTo>
                    <a:pt x="854570" y="668350"/>
                  </a:lnTo>
                  <a:lnTo>
                    <a:pt x="876363" y="627608"/>
                  </a:lnTo>
                  <a:lnTo>
                    <a:pt x="893800" y="584542"/>
                  </a:lnTo>
                  <a:lnTo>
                    <a:pt x="906602" y="539432"/>
                  </a:lnTo>
                  <a:lnTo>
                    <a:pt x="914501" y="492531"/>
                  </a:lnTo>
                  <a:lnTo>
                    <a:pt x="917194" y="444119"/>
                  </a:lnTo>
                  <a:close/>
                </a:path>
                <a:path w="4605655" h="2026920">
                  <a:moveTo>
                    <a:pt x="4605528" y="1183322"/>
                  </a:moveTo>
                  <a:lnTo>
                    <a:pt x="631190" y="1183322"/>
                  </a:lnTo>
                  <a:lnTo>
                    <a:pt x="631190" y="2026920"/>
                  </a:lnTo>
                  <a:lnTo>
                    <a:pt x="4605528" y="2026920"/>
                  </a:lnTo>
                  <a:lnTo>
                    <a:pt x="4605528" y="11833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2700273" y="7005319"/>
            <a:ext cx="332549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90" b="1">
                <a:solidFill>
                  <a:srgbClr val="040430"/>
                </a:solidFill>
                <a:latin typeface="Calibri"/>
                <a:cs typeface="Calibri"/>
              </a:rPr>
              <a:t>Legacy</a:t>
            </a:r>
            <a:r>
              <a:rPr dirty="0" sz="1900" spc="13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75" b="1">
                <a:solidFill>
                  <a:srgbClr val="040430"/>
                </a:solidFill>
                <a:latin typeface="Calibri"/>
                <a:cs typeface="Calibri"/>
              </a:rPr>
              <a:t>Apps</a:t>
            </a:r>
            <a:r>
              <a:rPr dirty="0" sz="1900" spc="13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54" b="1">
                <a:solidFill>
                  <a:srgbClr val="040430"/>
                </a:solidFill>
                <a:latin typeface="Calibri"/>
                <a:cs typeface="Calibri"/>
              </a:rPr>
              <a:t>and</a:t>
            </a:r>
            <a:r>
              <a:rPr dirty="0" sz="1900" spc="135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54" b="1">
                <a:solidFill>
                  <a:srgbClr val="040430"/>
                </a:solidFill>
                <a:latin typeface="Calibri"/>
                <a:cs typeface="Calibri"/>
              </a:rPr>
              <a:t>Systems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12802996" y="6741985"/>
            <a:ext cx="3974465" cy="843915"/>
          </a:xfrm>
          <a:custGeom>
            <a:avLst/>
            <a:gdLst/>
            <a:ahLst/>
            <a:cxnLst/>
            <a:rect l="l" t="t" r="r" b="b"/>
            <a:pathLst>
              <a:path w="3974465" h="843915">
                <a:moveTo>
                  <a:pt x="3974337" y="0"/>
                </a:moveTo>
                <a:lnTo>
                  <a:pt x="0" y="0"/>
                </a:lnTo>
                <a:lnTo>
                  <a:pt x="0" y="843597"/>
                </a:lnTo>
                <a:lnTo>
                  <a:pt x="3974337" y="843597"/>
                </a:lnTo>
                <a:lnTo>
                  <a:pt x="3974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13339953" y="6996810"/>
            <a:ext cx="10210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40" b="1">
                <a:solidFill>
                  <a:srgbClr val="173360"/>
                </a:solidFill>
                <a:latin typeface="Calibri"/>
                <a:cs typeface="Calibri"/>
              </a:rPr>
              <a:t>BI</a:t>
            </a:r>
            <a:r>
              <a:rPr dirty="0" sz="19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85" b="1">
                <a:solidFill>
                  <a:srgbClr val="173360"/>
                </a:solidFill>
                <a:latin typeface="Calibri"/>
                <a:cs typeface="Calibri"/>
              </a:rPr>
              <a:t>Tools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3339953" y="8096504"/>
            <a:ext cx="16071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Applications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527047" y="2552445"/>
            <a:ext cx="10694035" cy="7143115"/>
            <a:chOff x="1527047" y="2552445"/>
            <a:chExt cx="10694035" cy="7143115"/>
          </a:xfrm>
        </p:grpSpPr>
        <p:sp>
          <p:nvSpPr>
            <p:cNvPr id="59" name="object 59" descr=""/>
            <p:cNvSpPr/>
            <p:nvPr/>
          </p:nvSpPr>
          <p:spPr>
            <a:xfrm>
              <a:off x="11519662" y="5406389"/>
              <a:ext cx="701675" cy="228600"/>
            </a:xfrm>
            <a:custGeom>
              <a:avLst/>
              <a:gdLst/>
              <a:ahLst/>
              <a:cxnLst/>
              <a:rect l="l" t="t" r="r" b="b"/>
              <a:pathLst>
                <a:path w="701675" h="228600">
                  <a:moveTo>
                    <a:pt x="628105" y="74422"/>
                  </a:moveTo>
                  <a:lnTo>
                    <a:pt x="548132" y="74422"/>
                  </a:lnTo>
                  <a:lnTo>
                    <a:pt x="549910" y="150622"/>
                  </a:lnTo>
                  <a:lnTo>
                    <a:pt x="524485" y="151211"/>
                  </a:lnTo>
                  <a:lnTo>
                    <a:pt x="475488" y="228473"/>
                  </a:lnTo>
                  <a:lnTo>
                    <a:pt x="701421" y="108965"/>
                  </a:lnTo>
                  <a:lnTo>
                    <a:pt x="628105" y="74422"/>
                  </a:lnTo>
                  <a:close/>
                </a:path>
                <a:path w="701675" h="228600">
                  <a:moveTo>
                    <a:pt x="522729" y="75010"/>
                  </a:moveTo>
                  <a:lnTo>
                    <a:pt x="0" y="87122"/>
                  </a:lnTo>
                  <a:lnTo>
                    <a:pt x="1778" y="163322"/>
                  </a:lnTo>
                  <a:lnTo>
                    <a:pt x="524485" y="151211"/>
                  </a:lnTo>
                  <a:lnTo>
                    <a:pt x="549021" y="112522"/>
                  </a:lnTo>
                  <a:lnTo>
                    <a:pt x="522729" y="75010"/>
                  </a:lnTo>
                  <a:close/>
                </a:path>
                <a:path w="701675" h="228600">
                  <a:moveTo>
                    <a:pt x="549021" y="112522"/>
                  </a:moveTo>
                  <a:lnTo>
                    <a:pt x="524485" y="151211"/>
                  </a:lnTo>
                  <a:lnTo>
                    <a:pt x="549910" y="150622"/>
                  </a:lnTo>
                  <a:lnTo>
                    <a:pt x="549021" y="112522"/>
                  </a:lnTo>
                  <a:close/>
                </a:path>
                <a:path w="701675" h="228600">
                  <a:moveTo>
                    <a:pt x="548132" y="74422"/>
                  </a:moveTo>
                  <a:lnTo>
                    <a:pt x="522729" y="75010"/>
                  </a:lnTo>
                  <a:lnTo>
                    <a:pt x="549021" y="112522"/>
                  </a:lnTo>
                  <a:lnTo>
                    <a:pt x="548145" y="75010"/>
                  </a:lnTo>
                  <a:lnTo>
                    <a:pt x="548132" y="74422"/>
                  </a:lnTo>
                  <a:close/>
                </a:path>
                <a:path w="701675" h="228600">
                  <a:moveTo>
                    <a:pt x="470154" y="0"/>
                  </a:moveTo>
                  <a:lnTo>
                    <a:pt x="522729" y="75010"/>
                  </a:lnTo>
                  <a:lnTo>
                    <a:pt x="548132" y="74422"/>
                  </a:lnTo>
                  <a:lnTo>
                    <a:pt x="628105" y="7442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1303889" y="2590545"/>
              <a:ext cx="216535" cy="5866130"/>
            </a:xfrm>
            <a:custGeom>
              <a:avLst/>
              <a:gdLst/>
              <a:ahLst/>
              <a:cxnLst/>
              <a:rect l="l" t="t" r="r" b="b"/>
              <a:pathLst>
                <a:path w="216534" h="5866130">
                  <a:moveTo>
                    <a:pt x="0" y="0"/>
                  </a:moveTo>
                  <a:lnTo>
                    <a:pt x="84304" y="1406"/>
                  </a:lnTo>
                  <a:lnTo>
                    <a:pt x="153130" y="5254"/>
                  </a:lnTo>
                  <a:lnTo>
                    <a:pt x="199524" y="10983"/>
                  </a:lnTo>
                  <a:lnTo>
                    <a:pt x="216534" y="18033"/>
                  </a:lnTo>
                  <a:lnTo>
                    <a:pt x="216534" y="5847842"/>
                  </a:lnTo>
                  <a:lnTo>
                    <a:pt x="199524" y="5854838"/>
                  </a:lnTo>
                  <a:lnTo>
                    <a:pt x="153130" y="5860573"/>
                  </a:lnTo>
                  <a:lnTo>
                    <a:pt x="84304" y="5864451"/>
                  </a:lnTo>
                  <a:lnTo>
                    <a:pt x="0" y="5865876"/>
                  </a:lnTo>
                </a:path>
              </a:pathLst>
            </a:custGeom>
            <a:ln w="762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943975" y="3805173"/>
              <a:ext cx="486409" cy="646430"/>
            </a:xfrm>
            <a:custGeom>
              <a:avLst/>
              <a:gdLst/>
              <a:ahLst/>
              <a:cxnLst/>
              <a:rect l="l" t="t" r="r" b="b"/>
              <a:pathLst>
                <a:path w="486409" h="646429">
                  <a:moveTo>
                    <a:pt x="485902" y="91059"/>
                  </a:moveTo>
                  <a:lnTo>
                    <a:pt x="484047" y="78473"/>
                  </a:lnTo>
                  <a:lnTo>
                    <a:pt x="483971" y="77978"/>
                  </a:lnTo>
                  <a:lnTo>
                    <a:pt x="483882" y="77317"/>
                  </a:lnTo>
                  <a:lnTo>
                    <a:pt x="453313" y="39941"/>
                  </a:lnTo>
                  <a:lnTo>
                    <a:pt x="445770" y="35915"/>
                  </a:lnTo>
                  <a:lnTo>
                    <a:pt x="445770" y="85598"/>
                  </a:lnTo>
                  <a:lnTo>
                    <a:pt x="445770" y="576961"/>
                  </a:lnTo>
                  <a:lnTo>
                    <a:pt x="444754" y="579120"/>
                  </a:lnTo>
                  <a:lnTo>
                    <a:pt x="441452" y="581406"/>
                  </a:lnTo>
                  <a:lnTo>
                    <a:pt x="434848" y="584581"/>
                  </a:lnTo>
                  <a:lnTo>
                    <a:pt x="425196" y="586740"/>
                  </a:lnTo>
                  <a:lnTo>
                    <a:pt x="409638" y="590638"/>
                  </a:lnTo>
                  <a:lnTo>
                    <a:pt x="392658" y="593902"/>
                  </a:lnTo>
                  <a:lnTo>
                    <a:pt x="382905" y="595325"/>
                  </a:lnTo>
                  <a:lnTo>
                    <a:pt x="382905" y="499999"/>
                  </a:lnTo>
                  <a:lnTo>
                    <a:pt x="380453" y="451497"/>
                  </a:lnTo>
                  <a:lnTo>
                    <a:pt x="373164" y="403847"/>
                  </a:lnTo>
                  <a:lnTo>
                    <a:pt x="361061" y="357339"/>
                  </a:lnTo>
                  <a:lnTo>
                    <a:pt x="344157" y="312280"/>
                  </a:lnTo>
                  <a:lnTo>
                    <a:pt x="342773" y="309511"/>
                  </a:lnTo>
                  <a:lnTo>
                    <a:pt x="342773" y="499999"/>
                  </a:lnTo>
                  <a:lnTo>
                    <a:pt x="342773" y="599821"/>
                  </a:lnTo>
                  <a:lnTo>
                    <a:pt x="333375" y="600773"/>
                  </a:lnTo>
                  <a:lnTo>
                    <a:pt x="313778" y="602221"/>
                  </a:lnTo>
                  <a:lnTo>
                    <a:pt x="278765" y="604139"/>
                  </a:lnTo>
                  <a:lnTo>
                    <a:pt x="212598" y="604139"/>
                  </a:lnTo>
                  <a:lnTo>
                    <a:pt x="176530" y="602221"/>
                  </a:lnTo>
                  <a:lnTo>
                    <a:pt x="156438" y="600773"/>
                  </a:lnTo>
                  <a:lnTo>
                    <a:pt x="141097" y="599287"/>
                  </a:lnTo>
                  <a:lnTo>
                    <a:pt x="141097" y="499999"/>
                  </a:lnTo>
                  <a:lnTo>
                    <a:pt x="144424" y="447408"/>
                  </a:lnTo>
                  <a:lnTo>
                    <a:pt x="154241" y="395554"/>
                  </a:lnTo>
                  <a:lnTo>
                    <a:pt x="170307" y="345160"/>
                  </a:lnTo>
                  <a:lnTo>
                    <a:pt x="192379" y="296938"/>
                  </a:lnTo>
                  <a:lnTo>
                    <a:pt x="220218" y="251587"/>
                  </a:lnTo>
                  <a:lnTo>
                    <a:pt x="242290" y="237020"/>
                  </a:lnTo>
                  <a:lnTo>
                    <a:pt x="251104" y="239039"/>
                  </a:lnTo>
                  <a:lnTo>
                    <a:pt x="290893" y="296938"/>
                  </a:lnTo>
                  <a:lnTo>
                    <a:pt x="313245" y="344868"/>
                  </a:lnTo>
                  <a:lnTo>
                    <a:pt x="329514" y="395122"/>
                  </a:lnTo>
                  <a:lnTo>
                    <a:pt x="339420" y="447014"/>
                  </a:lnTo>
                  <a:lnTo>
                    <a:pt x="342773" y="499999"/>
                  </a:lnTo>
                  <a:lnTo>
                    <a:pt x="342773" y="309511"/>
                  </a:lnTo>
                  <a:lnTo>
                    <a:pt x="322516" y="268973"/>
                  </a:lnTo>
                  <a:lnTo>
                    <a:pt x="304431" y="240665"/>
                  </a:lnTo>
                  <a:lnTo>
                    <a:pt x="302094" y="237020"/>
                  </a:lnTo>
                  <a:lnTo>
                    <a:pt x="296164" y="227711"/>
                  </a:lnTo>
                  <a:lnTo>
                    <a:pt x="290703" y="219075"/>
                  </a:lnTo>
                  <a:lnTo>
                    <a:pt x="268706" y="200152"/>
                  </a:lnTo>
                  <a:lnTo>
                    <a:pt x="241744" y="193840"/>
                  </a:lnTo>
                  <a:lnTo>
                    <a:pt x="214579" y="200152"/>
                  </a:lnTo>
                  <a:lnTo>
                    <a:pt x="186563" y="227711"/>
                  </a:lnTo>
                  <a:lnTo>
                    <a:pt x="160909" y="268973"/>
                  </a:lnTo>
                  <a:lnTo>
                    <a:pt x="139458" y="312280"/>
                  </a:lnTo>
                  <a:lnTo>
                    <a:pt x="122428" y="357339"/>
                  </a:lnTo>
                  <a:lnTo>
                    <a:pt x="109994" y="403847"/>
                  </a:lnTo>
                  <a:lnTo>
                    <a:pt x="102400" y="451497"/>
                  </a:lnTo>
                  <a:lnTo>
                    <a:pt x="99822" y="499999"/>
                  </a:lnTo>
                  <a:lnTo>
                    <a:pt x="99822" y="594702"/>
                  </a:lnTo>
                  <a:lnTo>
                    <a:pt x="94068" y="593902"/>
                  </a:lnTo>
                  <a:lnTo>
                    <a:pt x="76530" y="590638"/>
                  </a:lnTo>
                  <a:lnTo>
                    <a:pt x="60833" y="586740"/>
                  </a:lnTo>
                  <a:lnTo>
                    <a:pt x="51054" y="584581"/>
                  </a:lnTo>
                  <a:lnTo>
                    <a:pt x="44450" y="581406"/>
                  </a:lnTo>
                  <a:lnTo>
                    <a:pt x="40132" y="579120"/>
                  </a:lnTo>
                  <a:lnTo>
                    <a:pt x="39116" y="579120"/>
                  </a:lnTo>
                  <a:lnTo>
                    <a:pt x="39116" y="85598"/>
                  </a:lnTo>
                  <a:lnTo>
                    <a:pt x="48768" y="77978"/>
                  </a:lnTo>
                  <a:lnTo>
                    <a:pt x="90043" y="58547"/>
                  </a:lnTo>
                  <a:lnTo>
                    <a:pt x="157822" y="43357"/>
                  </a:lnTo>
                  <a:lnTo>
                    <a:pt x="198297" y="39357"/>
                  </a:lnTo>
                  <a:lnTo>
                    <a:pt x="241808" y="37973"/>
                  </a:lnTo>
                  <a:lnTo>
                    <a:pt x="285394" y="39357"/>
                  </a:lnTo>
                  <a:lnTo>
                    <a:pt x="325958" y="43357"/>
                  </a:lnTo>
                  <a:lnTo>
                    <a:pt x="393827" y="58547"/>
                  </a:lnTo>
                  <a:lnTo>
                    <a:pt x="436118" y="77978"/>
                  </a:lnTo>
                  <a:lnTo>
                    <a:pt x="445770" y="85598"/>
                  </a:lnTo>
                  <a:lnTo>
                    <a:pt x="445770" y="35915"/>
                  </a:lnTo>
                  <a:lnTo>
                    <a:pt x="410083" y="21717"/>
                  </a:lnTo>
                  <a:lnTo>
                    <a:pt x="335254" y="5575"/>
                  </a:lnTo>
                  <a:lnTo>
                    <a:pt x="291757" y="1422"/>
                  </a:lnTo>
                  <a:lnTo>
                    <a:pt x="245110" y="0"/>
                  </a:lnTo>
                  <a:lnTo>
                    <a:pt x="198272" y="1422"/>
                  </a:lnTo>
                  <a:lnTo>
                    <a:pt x="154393" y="5575"/>
                  </a:lnTo>
                  <a:lnTo>
                    <a:pt x="114376" y="12382"/>
                  </a:lnTo>
                  <a:lnTo>
                    <a:pt x="63538" y="26987"/>
                  </a:lnTo>
                  <a:lnTo>
                    <a:pt x="25019" y="47625"/>
                  </a:lnTo>
                  <a:lnTo>
                    <a:pt x="2057" y="78473"/>
                  </a:lnTo>
                  <a:lnTo>
                    <a:pt x="0" y="92075"/>
                  </a:lnTo>
                  <a:lnTo>
                    <a:pt x="0" y="581406"/>
                  </a:lnTo>
                  <a:lnTo>
                    <a:pt x="25349" y="616585"/>
                  </a:lnTo>
                  <a:lnTo>
                    <a:pt x="68465" y="631507"/>
                  </a:lnTo>
                  <a:lnTo>
                    <a:pt x="110769" y="638911"/>
                  </a:lnTo>
                  <a:lnTo>
                    <a:pt x="154622" y="643001"/>
                  </a:lnTo>
                  <a:lnTo>
                    <a:pt x="212598" y="646430"/>
                  </a:lnTo>
                  <a:lnTo>
                    <a:pt x="246253" y="646430"/>
                  </a:lnTo>
                  <a:lnTo>
                    <a:pt x="247269" y="646430"/>
                  </a:lnTo>
                  <a:lnTo>
                    <a:pt x="279781" y="646430"/>
                  </a:lnTo>
                  <a:lnTo>
                    <a:pt x="316014" y="644461"/>
                  </a:lnTo>
                  <a:lnTo>
                    <a:pt x="357886" y="640969"/>
                  </a:lnTo>
                  <a:lnTo>
                    <a:pt x="399605" y="634593"/>
                  </a:lnTo>
                  <a:lnTo>
                    <a:pt x="437134" y="625729"/>
                  </a:lnTo>
                  <a:lnTo>
                    <a:pt x="474916" y="606183"/>
                  </a:lnTo>
                  <a:lnTo>
                    <a:pt x="476542" y="604139"/>
                  </a:lnTo>
                  <a:lnTo>
                    <a:pt x="480479" y="599211"/>
                  </a:lnTo>
                  <a:lnTo>
                    <a:pt x="484403" y="590638"/>
                  </a:lnTo>
                  <a:lnTo>
                    <a:pt x="485902" y="580263"/>
                  </a:lnTo>
                  <a:lnTo>
                    <a:pt x="485902" y="9105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31680" y="4222716"/>
              <a:ext cx="108491" cy="108491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8826118" y="4421123"/>
              <a:ext cx="755650" cy="250190"/>
            </a:xfrm>
            <a:custGeom>
              <a:avLst/>
              <a:gdLst/>
              <a:ahLst/>
              <a:cxnLst/>
              <a:rect l="l" t="t" r="r" b="b"/>
              <a:pathLst>
                <a:path w="755650" h="250189">
                  <a:moveTo>
                    <a:pt x="740790" y="0"/>
                  </a:moveTo>
                  <a:lnTo>
                    <a:pt x="721740" y="2539"/>
                  </a:lnTo>
                  <a:lnTo>
                    <a:pt x="714501" y="7365"/>
                  </a:lnTo>
                  <a:lnTo>
                    <a:pt x="681101" y="49022"/>
                  </a:lnTo>
                  <a:lnTo>
                    <a:pt x="597407" y="120141"/>
                  </a:lnTo>
                  <a:lnTo>
                    <a:pt x="501776" y="171576"/>
                  </a:lnTo>
                  <a:lnTo>
                    <a:pt x="394334" y="198627"/>
                  </a:lnTo>
                  <a:lnTo>
                    <a:pt x="336930" y="201040"/>
                  </a:lnTo>
                  <a:lnTo>
                    <a:pt x="293877" y="198627"/>
                  </a:lnTo>
                  <a:lnTo>
                    <a:pt x="212725" y="183896"/>
                  </a:lnTo>
                  <a:lnTo>
                    <a:pt x="136144" y="156972"/>
                  </a:lnTo>
                  <a:lnTo>
                    <a:pt x="66928" y="117728"/>
                  </a:lnTo>
                  <a:lnTo>
                    <a:pt x="38226" y="93217"/>
                  </a:lnTo>
                  <a:lnTo>
                    <a:pt x="28701" y="88264"/>
                  </a:lnTo>
                  <a:lnTo>
                    <a:pt x="11937" y="90677"/>
                  </a:lnTo>
                  <a:lnTo>
                    <a:pt x="4825" y="95630"/>
                  </a:lnTo>
                  <a:lnTo>
                    <a:pt x="0" y="105410"/>
                  </a:lnTo>
                  <a:lnTo>
                    <a:pt x="2412" y="122554"/>
                  </a:lnTo>
                  <a:lnTo>
                    <a:pt x="40639" y="156972"/>
                  </a:lnTo>
                  <a:lnTo>
                    <a:pt x="117094" y="201040"/>
                  </a:lnTo>
                  <a:lnTo>
                    <a:pt x="200786" y="232917"/>
                  </a:lnTo>
                  <a:lnTo>
                    <a:pt x="289178" y="247650"/>
                  </a:lnTo>
                  <a:lnTo>
                    <a:pt x="336930" y="250062"/>
                  </a:lnTo>
                  <a:lnTo>
                    <a:pt x="399033" y="247650"/>
                  </a:lnTo>
                  <a:lnTo>
                    <a:pt x="516127" y="218186"/>
                  </a:lnTo>
                  <a:lnTo>
                    <a:pt x="621283" y="161798"/>
                  </a:lnTo>
                  <a:lnTo>
                    <a:pt x="714501" y="85851"/>
                  </a:lnTo>
                  <a:lnTo>
                    <a:pt x="750315" y="39242"/>
                  </a:lnTo>
                  <a:lnTo>
                    <a:pt x="755141" y="29463"/>
                  </a:lnTo>
                  <a:lnTo>
                    <a:pt x="752728" y="12318"/>
                  </a:lnTo>
                  <a:lnTo>
                    <a:pt x="748029" y="4952"/>
                  </a:lnTo>
                  <a:lnTo>
                    <a:pt x="74079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73541" y="4448175"/>
              <a:ext cx="143382" cy="147065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8642095" y="3632072"/>
              <a:ext cx="358775" cy="713740"/>
            </a:xfrm>
            <a:custGeom>
              <a:avLst/>
              <a:gdLst/>
              <a:ahLst/>
              <a:cxnLst/>
              <a:rect l="l" t="t" r="r" b="b"/>
              <a:pathLst>
                <a:path w="358775" h="713739">
                  <a:moveTo>
                    <a:pt x="334645" y="0"/>
                  </a:moveTo>
                  <a:lnTo>
                    <a:pt x="327405" y="7238"/>
                  </a:lnTo>
                  <a:lnTo>
                    <a:pt x="291592" y="21971"/>
                  </a:lnTo>
                  <a:lnTo>
                    <a:pt x="227075" y="61213"/>
                  </a:lnTo>
                  <a:lnTo>
                    <a:pt x="164973" y="110235"/>
                  </a:lnTo>
                  <a:lnTo>
                    <a:pt x="114680" y="169037"/>
                  </a:lnTo>
                  <a:lnTo>
                    <a:pt x="71754" y="232790"/>
                  </a:lnTo>
                  <a:lnTo>
                    <a:pt x="35813" y="303911"/>
                  </a:lnTo>
                  <a:lnTo>
                    <a:pt x="14350" y="382397"/>
                  </a:lnTo>
                  <a:lnTo>
                    <a:pt x="0" y="463296"/>
                  </a:lnTo>
                  <a:lnTo>
                    <a:pt x="0" y="504951"/>
                  </a:lnTo>
                  <a:lnTo>
                    <a:pt x="2412" y="556387"/>
                  </a:lnTo>
                  <a:lnTo>
                    <a:pt x="19176" y="652017"/>
                  </a:lnTo>
                  <a:lnTo>
                    <a:pt x="35813" y="698626"/>
                  </a:lnTo>
                  <a:lnTo>
                    <a:pt x="57403" y="713359"/>
                  </a:lnTo>
                  <a:lnTo>
                    <a:pt x="64515" y="710818"/>
                  </a:lnTo>
                  <a:lnTo>
                    <a:pt x="74168" y="705992"/>
                  </a:lnTo>
                  <a:lnTo>
                    <a:pt x="81279" y="688848"/>
                  </a:lnTo>
                  <a:lnTo>
                    <a:pt x="78867" y="681481"/>
                  </a:lnTo>
                  <a:lnTo>
                    <a:pt x="62102" y="637286"/>
                  </a:lnTo>
                  <a:lnTo>
                    <a:pt x="45465" y="549021"/>
                  </a:lnTo>
                  <a:lnTo>
                    <a:pt x="45465" y="502538"/>
                  </a:lnTo>
                  <a:lnTo>
                    <a:pt x="47878" y="426465"/>
                  </a:lnTo>
                  <a:lnTo>
                    <a:pt x="90804" y="284352"/>
                  </a:lnTo>
                  <a:lnTo>
                    <a:pt x="169672" y="166624"/>
                  </a:lnTo>
                  <a:lnTo>
                    <a:pt x="279653" y="75946"/>
                  </a:lnTo>
                  <a:lnTo>
                    <a:pt x="344170" y="46481"/>
                  </a:lnTo>
                  <a:lnTo>
                    <a:pt x="351281" y="41655"/>
                  </a:lnTo>
                  <a:lnTo>
                    <a:pt x="358521" y="24510"/>
                  </a:lnTo>
                  <a:lnTo>
                    <a:pt x="356107" y="14604"/>
                  </a:lnTo>
                  <a:lnTo>
                    <a:pt x="351281" y="7238"/>
                  </a:lnTo>
                  <a:lnTo>
                    <a:pt x="33464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35974" y="3585463"/>
              <a:ext cx="143382" cy="144652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9210802" y="3600195"/>
              <a:ext cx="478155" cy="620395"/>
            </a:xfrm>
            <a:custGeom>
              <a:avLst/>
              <a:gdLst/>
              <a:ahLst/>
              <a:cxnLst/>
              <a:rect l="l" t="t" r="r" b="b"/>
              <a:pathLst>
                <a:path w="478154" h="620395">
                  <a:moveTo>
                    <a:pt x="16764" y="0"/>
                  </a:moveTo>
                  <a:lnTo>
                    <a:pt x="4825" y="9778"/>
                  </a:lnTo>
                  <a:lnTo>
                    <a:pt x="2413" y="19557"/>
                  </a:lnTo>
                  <a:lnTo>
                    <a:pt x="0" y="29336"/>
                  </a:lnTo>
                  <a:lnTo>
                    <a:pt x="11938" y="41655"/>
                  </a:lnTo>
                  <a:lnTo>
                    <a:pt x="23875" y="44069"/>
                  </a:lnTo>
                  <a:lnTo>
                    <a:pt x="66928" y="51434"/>
                  </a:lnTo>
                  <a:lnTo>
                    <a:pt x="148208" y="80899"/>
                  </a:lnTo>
                  <a:lnTo>
                    <a:pt x="222250" y="122554"/>
                  </a:lnTo>
                  <a:lnTo>
                    <a:pt x="286766" y="176402"/>
                  </a:lnTo>
                  <a:lnTo>
                    <a:pt x="344170" y="240156"/>
                  </a:lnTo>
                  <a:lnTo>
                    <a:pt x="387096" y="313689"/>
                  </a:lnTo>
                  <a:lnTo>
                    <a:pt x="418211" y="397128"/>
                  </a:lnTo>
                  <a:lnTo>
                    <a:pt x="432562" y="485393"/>
                  </a:lnTo>
                  <a:lnTo>
                    <a:pt x="434975" y="531876"/>
                  </a:lnTo>
                  <a:lnTo>
                    <a:pt x="434975" y="563752"/>
                  </a:lnTo>
                  <a:lnTo>
                    <a:pt x="432562" y="595629"/>
                  </a:lnTo>
                  <a:lnTo>
                    <a:pt x="430149" y="605408"/>
                  </a:lnTo>
                  <a:lnTo>
                    <a:pt x="442087" y="617727"/>
                  </a:lnTo>
                  <a:lnTo>
                    <a:pt x="449325" y="620140"/>
                  </a:lnTo>
                  <a:lnTo>
                    <a:pt x="458850" y="620140"/>
                  </a:lnTo>
                  <a:lnTo>
                    <a:pt x="470789" y="610362"/>
                  </a:lnTo>
                  <a:lnTo>
                    <a:pt x="473201" y="602995"/>
                  </a:lnTo>
                  <a:lnTo>
                    <a:pt x="477900" y="568705"/>
                  </a:lnTo>
                  <a:lnTo>
                    <a:pt x="477900" y="534415"/>
                  </a:lnTo>
                  <a:lnTo>
                    <a:pt x="475615" y="482853"/>
                  </a:lnTo>
                  <a:lnTo>
                    <a:pt x="456438" y="387350"/>
                  </a:lnTo>
                  <a:lnTo>
                    <a:pt x="423037" y="296544"/>
                  </a:lnTo>
                  <a:lnTo>
                    <a:pt x="375157" y="215645"/>
                  </a:lnTo>
                  <a:lnTo>
                    <a:pt x="315468" y="144652"/>
                  </a:lnTo>
                  <a:lnTo>
                    <a:pt x="243713" y="85725"/>
                  </a:lnTo>
                  <a:lnTo>
                    <a:pt x="162559" y="39243"/>
                  </a:lnTo>
                  <a:lnTo>
                    <a:pt x="71627" y="9778"/>
                  </a:lnTo>
                  <a:lnTo>
                    <a:pt x="26289" y="2412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88372" y="4158868"/>
              <a:ext cx="143382" cy="142239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1527047" y="8936862"/>
              <a:ext cx="2033270" cy="758825"/>
            </a:xfrm>
            <a:custGeom>
              <a:avLst/>
              <a:gdLst/>
              <a:ahLst/>
              <a:cxnLst/>
              <a:rect l="l" t="t" r="r" b="b"/>
              <a:pathLst>
                <a:path w="2033270" h="758825">
                  <a:moveTo>
                    <a:pt x="1980818" y="0"/>
                  </a:moveTo>
                  <a:lnTo>
                    <a:pt x="52324" y="0"/>
                  </a:lnTo>
                  <a:lnTo>
                    <a:pt x="31932" y="4121"/>
                  </a:lnTo>
                  <a:lnTo>
                    <a:pt x="15303" y="15351"/>
                  </a:lnTo>
                  <a:lnTo>
                    <a:pt x="4103" y="31986"/>
                  </a:lnTo>
                  <a:lnTo>
                    <a:pt x="0" y="52323"/>
                  </a:lnTo>
                  <a:lnTo>
                    <a:pt x="0" y="706170"/>
                  </a:lnTo>
                  <a:lnTo>
                    <a:pt x="4103" y="726516"/>
                  </a:lnTo>
                  <a:lnTo>
                    <a:pt x="15303" y="743132"/>
                  </a:lnTo>
                  <a:lnTo>
                    <a:pt x="31932" y="754335"/>
                  </a:lnTo>
                  <a:lnTo>
                    <a:pt x="52324" y="758443"/>
                  </a:lnTo>
                  <a:lnTo>
                    <a:pt x="1980818" y="758443"/>
                  </a:lnTo>
                  <a:lnTo>
                    <a:pt x="2001156" y="754335"/>
                  </a:lnTo>
                  <a:lnTo>
                    <a:pt x="2017791" y="743132"/>
                  </a:lnTo>
                  <a:lnTo>
                    <a:pt x="2029021" y="726516"/>
                  </a:lnTo>
                  <a:lnTo>
                    <a:pt x="2033142" y="706170"/>
                  </a:lnTo>
                  <a:lnTo>
                    <a:pt x="2033142" y="52323"/>
                  </a:lnTo>
                  <a:lnTo>
                    <a:pt x="2029021" y="31986"/>
                  </a:lnTo>
                  <a:lnTo>
                    <a:pt x="2017791" y="15351"/>
                  </a:lnTo>
                  <a:lnTo>
                    <a:pt x="2001156" y="4121"/>
                  </a:lnTo>
                  <a:lnTo>
                    <a:pt x="1980818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1753870" y="9051747"/>
            <a:ext cx="157924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95"/>
              </a:spcBef>
            </a:pPr>
            <a:r>
              <a:rPr dirty="0" sz="1600" spc="240" b="1" i="1">
                <a:solidFill>
                  <a:srgbClr val="FFFFFF"/>
                </a:solidFill>
                <a:latin typeface="Calibri"/>
                <a:cs typeface="Calibri"/>
              </a:rPr>
              <a:t>DWH,</a:t>
            </a:r>
            <a:r>
              <a:rPr dirty="0" sz="1600" spc="1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04" b="1" i="1">
                <a:solidFill>
                  <a:srgbClr val="FFFFFF"/>
                </a:solidFill>
                <a:latin typeface="Calibri"/>
                <a:cs typeface="Calibri"/>
              </a:rPr>
              <a:t>DB,</a:t>
            </a:r>
            <a:r>
              <a:rPr dirty="0" sz="1600" spc="9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65" b="1" i="1">
                <a:solidFill>
                  <a:srgbClr val="FFFFFF"/>
                </a:solidFill>
                <a:latin typeface="Calibri"/>
                <a:cs typeface="Calibri"/>
              </a:rPr>
              <a:t>DL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Modernization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8067675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9" y="0"/>
                </a:moveTo>
                <a:lnTo>
                  <a:pt x="52324" y="0"/>
                </a:lnTo>
                <a:lnTo>
                  <a:pt x="31932" y="4101"/>
                </a:lnTo>
                <a:lnTo>
                  <a:pt x="15303" y="15287"/>
                </a:lnTo>
                <a:lnTo>
                  <a:pt x="4103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4" y="758367"/>
                </a:lnTo>
                <a:lnTo>
                  <a:pt x="1980819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3" y="706094"/>
                </a:lnTo>
                <a:lnTo>
                  <a:pt x="2033143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8327263" y="9173667"/>
            <a:ext cx="15157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 i="1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1600" spc="13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360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10247883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9" y="0"/>
                </a:moveTo>
                <a:lnTo>
                  <a:pt x="52197" y="0"/>
                </a:lnTo>
                <a:lnTo>
                  <a:pt x="31878" y="4101"/>
                </a:lnTo>
                <a:lnTo>
                  <a:pt x="15287" y="15287"/>
                </a:lnTo>
                <a:lnTo>
                  <a:pt x="4101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7" y="758367"/>
                </a:lnTo>
                <a:lnTo>
                  <a:pt x="1980819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3" y="706094"/>
                </a:lnTo>
                <a:lnTo>
                  <a:pt x="2033143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10524235" y="9051747"/>
            <a:ext cx="14814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95"/>
              </a:spcBef>
            </a:pPr>
            <a:r>
              <a:rPr dirty="0" sz="1600" spc="165" b="1" i="1">
                <a:solidFill>
                  <a:srgbClr val="FFFFFF"/>
                </a:solidFill>
                <a:latin typeface="Calibri"/>
                <a:cs typeface="Calibri"/>
              </a:rPr>
              <a:t>Monoliths</a:t>
            </a:r>
            <a:r>
              <a:rPr dirty="0" sz="1600" spc="10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0" b="1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600" spc="14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Microservices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12428093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69" h="758825">
                <a:moveTo>
                  <a:pt x="1980818" y="0"/>
                </a:moveTo>
                <a:lnTo>
                  <a:pt x="52197" y="0"/>
                </a:lnTo>
                <a:lnTo>
                  <a:pt x="31878" y="4101"/>
                </a:lnTo>
                <a:lnTo>
                  <a:pt x="15287" y="15287"/>
                </a:lnTo>
                <a:lnTo>
                  <a:pt x="4101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7" y="758367"/>
                </a:lnTo>
                <a:lnTo>
                  <a:pt x="1980818" y="758367"/>
                </a:lnTo>
                <a:lnTo>
                  <a:pt x="2001137" y="754259"/>
                </a:lnTo>
                <a:lnTo>
                  <a:pt x="2017728" y="743056"/>
                </a:lnTo>
                <a:lnTo>
                  <a:pt x="2028914" y="726440"/>
                </a:lnTo>
                <a:lnTo>
                  <a:pt x="2033016" y="706094"/>
                </a:lnTo>
                <a:lnTo>
                  <a:pt x="2033016" y="52196"/>
                </a:lnTo>
                <a:lnTo>
                  <a:pt x="2028914" y="31878"/>
                </a:lnTo>
                <a:lnTo>
                  <a:pt x="2017728" y="15287"/>
                </a:lnTo>
                <a:lnTo>
                  <a:pt x="2001137" y="4101"/>
                </a:lnTo>
                <a:lnTo>
                  <a:pt x="19808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12841985" y="9051747"/>
            <a:ext cx="12052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Mainframe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b="1" i="1">
                <a:solidFill>
                  <a:srgbClr val="FFFFFF"/>
                </a:solidFill>
                <a:latin typeface="Calibri"/>
                <a:cs typeface="Calibri"/>
              </a:rPr>
              <a:t>Offload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5887465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8" y="0"/>
                </a:moveTo>
                <a:lnTo>
                  <a:pt x="52324" y="0"/>
                </a:lnTo>
                <a:lnTo>
                  <a:pt x="31932" y="4101"/>
                </a:lnTo>
                <a:lnTo>
                  <a:pt x="15303" y="15287"/>
                </a:lnTo>
                <a:lnTo>
                  <a:pt x="4103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4" y="758367"/>
                </a:lnTo>
                <a:lnTo>
                  <a:pt x="1980818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2" y="706094"/>
                </a:lnTo>
                <a:lnTo>
                  <a:pt x="2033142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6035421" y="9051747"/>
            <a:ext cx="17367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7680" marR="5080" indent="-475615">
              <a:lnSpc>
                <a:spcPct val="100000"/>
              </a:lnSpc>
              <a:spcBef>
                <a:spcPts val="95"/>
              </a:spcBef>
            </a:pPr>
            <a:r>
              <a:rPr dirty="0" sz="1600" spc="229" b="1" i="1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dirty="0" sz="1600" spc="10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0" b="1" i="1">
                <a:solidFill>
                  <a:srgbClr val="FFFFFF"/>
                </a:solidFill>
                <a:latin typeface="Calibri"/>
                <a:cs typeface="Calibri"/>
              </a:rPr>
              <a:t>(AI/ML)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3707257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8" y="0"/>
                </a:moveTo>
                <a:lnTo>
                  <a:pt x="52323" y="0"/>
                </a:lnTo>
                <a:lnTo>
                  <a:pt x="31932" y="4101"/>
                </a:lnTo>
                <a:lnTo>
                  <a:pt x="15303" y="15287"/>
                </a:lnTo>
                <a:lnTo>
                  <a:pt x="4103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3" y="758367"/>
                </a:lnTo>
                <a:lnTo>
                  <a:pt x="1980818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2" y="706094"/>
                </a:lnTo>
                <a:lnTo>
                  <a:pt x="2033142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3829303" y="9051747"/>
            <a:ext cx="17875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95"/>
              </a:spcBef>
            </a:pP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Cyber</a:t>
            </a:r>
            <a:r>
              <a:rPr dirty="0" sz="1600" spc="10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b="1" i="1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dirty="0" sz="1600" spc="10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50" b="1" i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600" spc="-5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Observability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14608302" y="8936863"/>
            <a:ext cx="2034539" cy="758825"/>
          </a:xfrm>
          <a:custGeom>
            <a:avLst/>
            <a:gdLst/>
            <a:ahLst/>
            <a:cxnLst/>
            <a:rect l="l" t="t" r="r" b="b"/>
            <a:pathLst>
              <a:path w="2034540" h="758825">
                <a:moveTo>
                  <a:pt x="1981961" y="0"/>
                </a:moveTo>
                <a:lnTo>
                  <a:pt x="52196" y="0"/>
                </a:lnTo>
                <a:lnTo>
                  <a:pt x="31878" y="4101"/>
                </a:lnTo>
                <a:lnTo>
                  <a:pt x="15287" y="15287"/>
                </a:lnTo>
                <a:lnTo>
                  <a:pt x="4101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6" y="758367"/>
                </a:lnTo>
                <a:lnTo>
                  <a:pt x="1981961" y="758367"/>
                </a:lnTo>
                <a:lnTo>
                  <a:pt x="2002353" y="754259"/>
                </a:lnTo>
                <a:lnTo>
                  <a:pt x="2018982" y="743056"/>
                </a:lnTo>
                <a:lnTo>
                  <a:pt x="2030182" y="726440"/>
                </a:lnTo>
                <a:lnTo>
                  <a:pt x="2034286" y="706094"/>
                </a:lnTo>
                <a:lnTo>
                  <a:pt x="2034286" y="52196"/>
                </a:lnTo>
                <a:lnTo>
                  <a:pt x="2030182" y="31878"/>
                </a:lnTo>
                <a:lnTo>
                  <a:pt x="2018982" y="15287"/>
                </a:lnTo>
                <a:lnTo>
                  <a:pt x="2002353" y="4101"/>
                </a:lnTo>
                <a:lnTo>
                  <a:pt x="1981961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15080741" y="9051747"/>
            <a:ext cx="109029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95"/>
              </a:spcBef>
            </a:pPr>
            <a:r>
              <a:rPr dirty="0" sz="1600" spc="155" b="1" i="1">
                <a:solidFill>
                  <a:srgbClr val="FFFFFF"/>
                </a:solidFill>
                <a:latin typeface="Calibri"/>
                <a:cs typeface="Calibri"/>
              </a:rPr>
              <a:t>IoT</a:t>
            </a:r>
            <a:r>
              <a:rPr dirty="0" sz="1600" spc="5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600" spc="5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9" b="1" i="1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dirty="0" sz="1600" spc="229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7865109" y="4766563"/>
            <a:ext cx="264414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180" b="1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r>
              <a:rPr dirty="0" sz="1400" spc="180" b="1">
                <a:solidFill>
                  <a:srgbClr val="173360"/>
                </a:solidFill>
                <a:latin typeface="Malgun Gothic"/>
                <a:cs typeface="Malgun Gothic"/>
              </a:rPr>
              <a:t>의</a:t>
            </a:r>
            <a:r>
              <a:rPr dirty="0" sz="1400" spc="-9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75" b="1">
                <a:solidFill>
                  <a:srgbClr val="173360"/>
                </a:solidFill>
                <a:latin typeface="Calibri"/>
                <a:cs typeface="Calibri"/>
              </a:rPr>
              <a:t>SQL</a:t>
            </a:r>
            <a:r>
              <a:rPr dirty="0" sz="1400" spc="175" b="1">
                <a:solidFill>
                  <a:srgbClr val="173360"/>
                </a:solidFill>
                <a:latin typeface="Malgun Gothic"/>
                <a:cs typeface="Malgun Gothic"/>
              </a:rPr>
              <a:t>을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활용하여</a:t>
            </a:r>
            <a:r>
              <a:rPr dirty="0" sz="1400" spc="-9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이동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중인</a:t>
            </a:r>
            <a:r>
              <a:rPr dirty="0" sz="1400" spc="-10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데이터의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05" b="1">
                <a:solidFill>
                  <a:srgbClr val="173360"/>
                </a:solidFill>
                <a:latin typeface="Calibri"/>
                <a:cs typeface="Calibri"/>
              </a:rPr>
              <a:t>join,</a:t>
            </a:r>
            <a:r>
              <a:rPr dirty="0" sz="1400" spc="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135" b="1">
                <a:solidFill>
                  <a:srgbClr val="173360"/>
                </a:solidFill>
                <a:latin typeface="Calibri"/>
                <a:cs typeface="Calibri"/>
              </a:rPr>
              <a:t>enrich, </a:t>
            </a:r>
            <a:r>
              <a:rPr dirty="0" sz="1400" spc="165" b="1">
                <a:solidFill>
                  <a:srgbClr val="173360"/>
                </a:solidFill>
                <a:latin typeface="Calibri"/>
                <a:cs typeface="Calibri"/>
              </a:rPr>
              <a:t>transform</a:t>
            </a:r>
            <a:r>
              <a:rPr dirty="0" sz="1400" spc="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65" b="1">
                <a:solidFill>
                  <a:srgbClr val="173360"/>
                </a:solidFill>
                <a:latin typeface="Calibri"/>
                <a:cs typeface="Calibri"/>
              </a:rPr>
              <a:t>analyze</a:t>
            </a:r>
            <a:r>
              <a:rPr dirty="0" sz="1400" spc="9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수행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7781290" y="6952233"/>
            <a:ext cx="284670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1400" spc="-10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다운스트림</a:t>
            </a:r>
            <a:r>
              <a:rPr dirty="0" sz="1400" spc="-1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 b="1">
                <a:solidFill>
                  <a:srgbClr val="173360"/>
                </a:solidFill>
                <a:latin typeface="Malgun Gothic"/>
                <a:cs typeface="Malgun Gothic"/>
              </a:rPr>
              <a:t>시스템에서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데이터가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일관되고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사용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가능하도록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보장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993647" y="2527935"/>
            <a:ext cx="12795250" cy="6914515"/>
            <a:chOff x="993647" y="2527935"/>
            <a:chExt cx="12795250" cy="6914515"/>
          </a:xfrm>
        </p:grpSpPr>
        <p:pic>
          <p:nvPicPr>
            <p:cNvPr id="86" name="object 8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65717" y="6125714"/>
              <a:ext cx="580745" cy="102492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8733917" y="3693553"/>
              <a:ext cx="4250055" cy="3117215"/>
            </a:xfrm>
            <a:custGeom>
              <a:avLst/>
              <a:gdLst/>
              <a:ahLst/>
              <a:cxnLst/>
              <a:rect l="l" t="t" r="r" b="b"/>
              <a:pathLst>
                <a:path w="4250055" h="3117215">
                  <a:moveTo>
                    <a:pt x="888238" y="2672702"/>
                  </a:moveTo>
                  <a:lnTo>
                    <a:pt x="885672" y="2625521"/>
                  </a:lnTo>
                  <a:lnTo>
                    <a:pt x="885621" y="2624429"/>
                  </a:lnTo>
                  <a:lnTo>
                    <a:pt x="877963" y="2577642"/>
                  </a:lnTo>
                  <a:lnTo>
                    <a:pt x="865543" y="2532596"/>
                  </a:lnTo>
                  <a:lnTo>
                    <a:pt x="848614" y="2489568"/>
                  </a:lnTo>
                  <a:lnTo>
                    <a:pt x="827481" y="2448852"/>
                  </a:lnTo>
                  <a:lnTo>
                    <a:pt x="818057" y="2434539"/>
                  </a:lnTo>
                  <a:lnTo>
                    <a:pt x="818057" y="2641244"/>
                  </a:lnTo>
                  <a:lnTo>
                    <a:pt x="817714" y="2641244"/>
                  </a:lnTo>
                  <a:lnTo>
                    <a:pt x="817714" y="2709532"/>
                  </a:lnTo>
                  <a:lnTo>
                    <a:pt x="817079" y="2719616"/>
                  </a:lnTo>
                  <a:lnTo>
                    <a:pt x="808482" y="2764853"/>
                  </a:lnTo>
                  <a:lnTo>
                    <a:pt x="794588" y="2808046"/>
                  </a:lnTo>
                  <a:lnTo>
                    <a:pt x="775766" y="2848851"/>
                  </a:lnTo>
                  <a:lnTo>
                    <a:pt x="752386" y="2886900"/>
                  </a:lnTo>
                  <a:lnTo>
                    <a:pt x="724789" y="2921812"/>
                  </a:lnTo>
                  <a:lnTo>
                    <a:pt x="693343" y="2953258"/>
                  </a:lnTo>
                  <a:lnTo>
                    <a:pt x="658431" y="2980855"/>
                  </a:lnTo>
                  <a:lnTo>
                    <a:pt x="620382" y="3004235"/>
                  </a:lnTo>
                  <a:lnTo>
                    <a:pt x="579577" y="3023057"/>
                  </a:lnTo>
                  <a:lnTo>
                    <a:pt x="564172" y="3028010"/>
                  </a:lnTo>
                  <a:lnTo>
                    <a:pt x="589026" y="2986900"/>
                  </a:lnTo>
                  <a:lnTo>
                    <a:pt x="607237" y="2942475"/>
                  </a:lnTo>
                  <a:lnTo>
                    <a:pt x="622236" y="2894215"/>
                  </a:lnTo>
                  <a:lnTo>
                    <a:pt x="633984" y="2842615"/>
                  </a:lnTo>
                  <a:lnTo>
                    <a:pt x="642416" y="2788170"/>
                  </a:lnTo>
                  <a:lnTo>
                    <a:pt x="647509" y="2731376"/>
                  </a:lnTo>
                  <a:lnTo>
                    <a:pt x="648144" y="2709532"/>
                  </a:lnTo>
                  <a:lnTo>
                    <a:pt x="817714" y="2709532"/>
                  </a:lnTo>
                  <a:lnTo>
                    <a:pt x="817714" y="2641244"/>
                  </a:lnTo>
                  <a:lnTo>
                    <a:pt x="648309" y="2641244"/>
                  </a:lnTo>
                  <a:lnTo>
                    <a:pt x="647509" y="2613456"/>
                  </a:lnTo>
                  <a:lnTo>
                    <a:pt x="642416" y="2556306"/>
                  </a:lnTo>
                  <a:lnTo>
                    <a:pt x="633984" y="2501747"/>
                  </a:lnTo>
                  <a:lnTo>
                    <a:pt x="622236" y="2450274"/>
                  </a:lnTo>
                  <a:lnTo>
                    <a:pt x="607237" y="2402357"/>
                  </a:lnTo>
                  <a:lnTo>
                    <a:pt x="589026" y="2358504"/>
                  </a:lnTo>
                  <a:lnTo>
                    <a:pt x="579843" y="2343048"/>
                  </a:lnTo>
                  <a:lnTo>
                    <a:pt x="579843" y="2641244"/>
                  </a:lnTo>
                  <a:lnTo>
                    <a:pt x="579666" y="2641244"/>
                  </a:lnTo>
                  <a:lnTo>
                    <a:pt x="579666" y="2709532"/>
                  </a:lnTo>
                  <a:lnTo>
                    <a:pt x="579196" y="2725724"/>
                  </a:lnTo>
                  <a:lnTo>
                    <a:pt x="574560" y="2777642"/>
                  </a:lnTo>
                  <a:lnTo>
                    <a:pt x="566966" y="2827578"/>
                  </a:lnTo>
                  <a:lnTo>
                    <a:pt x="556526" y="2874695"/>
                  </a:lnTo>
                  <a:lnTo>
                    <a:pt x="543356" y="2918104"/>
                  </a:lnTo>
                  <a:lnTo>
                    <a:pt x="527558" y="2956928"/>
                  </a:lnTo>
                  <a:lnTo>
                    <a:pt x="504126" y="2999473"/>
                  </a:lnTo>
                  <a:lnTo>
                    <a:pt x="461454" y="3043605"/>
                  </a:lnTo>
                  <a:lnTo>
                    <a:pt x="444246" y="3048495"/>
                  </a:lnTo>
                  <a:lnTo>
                    <a:pt x="426758" y="3043605"/>
                  </a:lnTo>
                  <a:lnTo>
                    <a:pt x="383159" y="2999473"/>
                  </a:lnTo>
                  <a:lnTo>
                    <a:pt x="359537" y="2956928"/>
                  </a:lnTo>
                  <a:lnTo>
                    <a:pt x="343827" y="2918104"/>
                  </a:lnTo>
                  <a:lnTo>
                    <a:pt x="330885" y="2874695"/>
                  </a:lnTo>
                  <a:lnTo>
                    <a:pt x="323456" y="2840164"/>
                  </a:lnTo>
                  <a:lnTo>
                    <a:pt x="323456" y="3027743"/>
                  </a:lnTo>
                  <a:lnTo>
                    <a:pt x="268097" y="3004235"/>
                  </a:lnTo>
                  <a:lnTo>
                    <a:pt x="230047" y="2980855"/>
                  </a:lnTo>
                  <a:lnTo>
                    <a:pt x="195135" y="2953258"/>
                  </a:lnTo>
                  <a:lnTo>
                    <a:pt x="163690" y="2921812"/>
                  </a:lnTo>
                  <a:lnTo>
                    <a:pt x="136093" y="2886900"/>
                  </a:lnTo>
                  <a:lnTo>
                    <a:pt x="112712" y="2848851"/>
                  </a:lnTo>
                  <a:lnTo>
                    <a:pt x="93891" y="2808046"/>
                  </a:lnTo>
                  <a:lnTo>
                    <a:pt x="79997" y="2764853"/>
                  </a:lnTo>
                  <a:lnTo>
                    <a:pt x="71399" y="2719616"/>
                  </a:lnTo>
                  <a:lnTo>
                    <a:pt x="70764" y="2709532"/>
                  </a:lnTo>
                  <a:lnTo>
                    <a:pt x="240334" y="2709532"/>
                  </a:lnTo>
                  <a:lnTo>
                    <a:pt x="240969" y="2731376"/>
                  </a:lnTo>
                  <a:lnTo>
                    <a:pt x="246062" y="2788170"/>
                  </a:lnTo>
                  <a:lnTo>
                    <a:pt x="254482" y="2842615"/>
                  </a:lnTo>
                  <a:lnTo>
                    <a:pt x="266204" y="2894215"/>
                  </a:lnTo>
                  <a:lnTo>
                    <a:pt x="281165" y="2942475"/>
                  </a:lnTo>
                  <a:lnTo>
                    <a:pt x="299339" y="2986900"/>
                  </a:lnTo>
                  <a:lnTo>
                    <a:pt x="323456" y="3027743"/>
                  </a:lnTo>
                  <a:lnTo>
                    <a:pt x="323456" y="2840164"/>
                  </a:lnTo>
                  <a:lnTo>
                    <a:pt x="320751" y="2827578"/>
                  </a:lnTo>
                  <a:lnTo>
                    <a:pt x="313461" y="2777642"/>
                  </a:lnTo>
                  <a:lnTo>
                    <a:pt x="309067" y="2725724"/>
                  </a:lnTo>
                  <a:lnTo>
                    <a:pt x="308610" y="2709532"/>
                  </a:lnTo>
                  <a:lnTo>
                    <a:pt x="579666" y="2709532"/>
                  </a:lnTo>
                  <a:lnTo>
                    <a:pt x="579666" y="2641244"/>
                  </a:lnTo>
                  <a:lnTo>
                    <a:pt x="308444" y="2641244"/>
                  </a:lnTo>
                  <a:lnTo>
                    <a:pt x="309054" y="2619197"/>
                  </a:lnTo>
                  <a:lnTo>
                    <a:pt x="313436" y="2567076"/>
                  </a:lnTo>
                  <a:lnTo>
                    <a:pt x="320675" y="2517089"/>
                  </a:lnTo>
                  <a:lnTo>
                    <a:pt x="330758" y="2469946"/>
                  </a:lnTo>
                  <a:lnTo>
                    <a:pt x="343827" y="2425928"/>
                  </a:lnTo>
                  <a:lnTo>
                    <a:pt x="359537" y="2387079"/>
                  </a:lnTo>
                  <a:lnTo>
                    <a:pt x="383362" y="2344763"/>
                  </a:lnTo>
                  <a:lnTo>
                    <a:pt x="427342" y="2301595"/>
                  </a:lnTo>
                  <a:lnTo>
                    <a:pt x="444246" y="2296909"/>
                  </a:lnTo>
                  <a:lnTo>
                    <a:pt x="460146" y="2301595"/>
                  </a:lnTo>
                  <a:lnTo>
                    <a:pt x="503212" y="2344763"/>
                  </a:lnTo>
                  <a:lnTo>
                    <a:pt x="527558" y="2387079"/>
                  </a:lnTo>
                  <a:lnTo>
                    <a:pt x="543356" y="2426373"/>
                  </a:lnTo>
                  <a:lnTo>
                    <a:pt x="556526" y="2469946"/>
                  </a:lnTo>
                  <a:lnTo>
                    <a:pt x="566864" y="2516606"/>
                  </a:lnTo>
                  <a:lnTo>
                    <a:pt x="574522" y="2566797"/>
                  </a:lnTo>
                  <a:lnTo>
                    <a:pt x="579196" y="2619197"/>
                  </a:lnTo>
                  <a:lnTo>
                    <a:pt x="579843" y="2641244"/>
                  </a:lnTo>
                  <a:lnTo>
                    <a:pt x="579843" y="2343048"/>
                  </a:lnTo>
                  <a:lnTo>
                    <a:pt x="564629" y="2317419"/>
                  </a:lnTo>
                  <a:lnTo>
                    <a:pt x="579577" y="2322182"/>
                  </a:lnTo>
                  <a:lnTo>
                    <a:pt x="620382" y="2340902"/>
                  </a:lnTo>
                  <a:lnTo>
                    <a:pt x="658431" y="2364181"/>
                  </a:lnTo>
                  <a:lnTo>
                    <a:pt x="693343" y="2391676"/>
                  </a:lnTo>
                  <a:lnTo>
                    <a:pt x="724789" y="2423033"/>
                  </a:lnTo>
                  <a:lnTo>
                    <a:pt x="752386" y="2457907"/>
                  </a:lnTo>
                  <a:lnTo>
                    <a:pt x="775766" y="2495943"/>
                  </a:lnTo>
                  <a:lnTo>
                    <a:pt x="794588" y="2536799"/>
                  </a:lnTo>
                  <a:lnTo>
                    <a:pt x="808482" y="2580106"/>
                  </a:lnTo>
                  <a:lnTo>
                    <a:pt x="817079" y="2625521"/>
                  </a:lnTo>
                  <a:lnTo>
                    <a:pt x="818057" y="2641244"/>
                  </a:lnTo>
                  <a:lnTo>
                    <a:pt x="818057" y="2434539"/>
                  </a:lnTo>
                  <a:lnTo>
                    <a:pt x="773633" y="2375420"/>
                  </a:lnTo>
                  <a:lnTo>
                    <a:pt x="741476" y="2343251"/>
                  </a:lnTo>
                  <a:lnTo>
                    <a:pt x="706196" y="2314473"/>
                  </a:lnTo>
                  <a:lnTo>
                    <a:pt x="668058" y="2289378"/>
                  </a:lnTo>
                  <a:lnTo>
                    <a:pt x="627354" y="2268220"/>
                  </a:lnTo>
                  <a:lnTo>
                    <a:pt x="584339" y="2251291"/>
                  </a:lnTo>
                  <a:lnTo>
                    <a:pt x="539305" y="2238870"/>
                  </a:lnTo>
                  <a:lnTo>
                    <a:pt x="492506" y="2231199"/>
                  </a:lnTo>
                  <a:lnTo>
                    <a:pt x="444246" y="2228583"/>
                  </a:lnTo>
                  <a:lnTo>
                    <a:pt x="395960" y="2231199"/>
                  </a:lnTo>
                  <a:lnTo>
                    <a:pt x="349161" y="2238870"/>
                  </a:lnTo>
                  <a:lnTo>
                    <a:pt x="323291" y="2246007"/>
                  </a:lnTo>
                  <a:lnTo>
                    <a:pt x="323291" y="2317585"/>
                  </a:lnTo>
                  <a:lnTo>
                    <a:pt x="299339" y="2358504"/>
                  </a:lnTo>
                  <a:lnTo>
                    <a:pt x="281165" y="2402357"/>
                  </a:lnTo>
                  <a:lnTo>
                    <a:pt x="266204" y="2450274"/>
                  </a:lnTo>
                  <a:lnTo>
                    <a:pt x="254482" y="2501747"/>
                  </a:lnTo>
                  <a:lnTo>
                    <a:pt x="246062" y="2556306"/>
                  </a:lnTo>
                  <a:lnTo>
                    <a:pt x="240969" y="2613456"/>
                  </a:lnTo>
                  <a:lnTo>
                    <a:pt x="240169" y="2641244"/>
                  </a:lnTo>
                  <a:lnTo>
                    <a:pt x="70408" y="2641244"/>
                  </a:lnTo>
                  <a:lnTo>
                    <a:pt x="79997" y="2580106"/>
                  </a:lnTo>
                  <a:lnTo>
                    <a:pt x="93891" y="2536799"/>
                  </a:lnTo>
                  <a:lnTo>
                    <a:pt x="112712" y="2495943"/>
                  </a:lnTo>
                  <a:lnTo>
                    <a:pt x="136093" y="2457907"/>
                  </a:lnTo>
                  <a:lnTo>
                    <a:pt x="163690" y="2423033"/>
                  </a:lnTo>
                  <a:lnTo>
                    <a:pt x="195135" y="2391676"/>
                  </a:lnTo>
                  <a:lnTo>
                    <a:pt x="230047" y="2364181"/>
                  </a:lnTo>
                  <a:lnTo>
                    <a:pt x="268097" y="2340902"/>
                  </a:lnTo>
                  <a:lnTo>
                    <a:pt x="308902" y="2322182"/>
                  </a:lnTo>
                  <a:lnTo>
                    <a:pt x="323291" y="2317585"/>
                  </a:lnTo>
                  <a:lnTo>
                    <a:pt x="323291" y="2246007"/>
                  </a:lnTo>
                  <a:lnTo>
                    <a:pt x="261086" y="2268220"/>
                  </a:lnTo>
                  <a:lnTo>
                    <a:pt x="220357" y="2289378"/>
                  </a:lnTo>
                  <a:lnTo>
                    <a:pt x="182194" y="2314473"/>
                  </a:lnTo>
                  <a:lnTo>
                    <a:pt x="146888" y="2343251"/>
                  </a:lnTo>
                  <a:lnTo>
                    <a:pt x="114706" y="2375420"/>
                  </a:lnTo>
                  <a:lnTo>
                    <a:pt x="85928" y="2410714"/>
                  </a:lnTo>
                  <a:lnTo>
                    <a:pt x="60807" y="2448852"/>
                  </a:lnTo>
                  <a:lnTo>
                    <a:pt x="39649" y="2489568"/>
                  </a:lnTo>
                  <a:lnTo>
                    <a:pt x="22707" y="2532596"/>
                  </a:lnTo>
                  <a:lnTo>
                    <a:pt x="10274" y="2577642"/>
                  </a:lnTo>
                  <a:lnTo>
                    <a:pt x="2603" y="2624429"/>
                  </a:lnTo>
                  <a:lnTo>
                    <a:pt x="0" y="2672702"/>
                  </a:lnTo>
                  <a:lnTo>
                    <a:pt x="2552" y="2719616"/>
                  </a:lnTo>
                  <a:lnTo>
                    <a:pt x="2603" y="2720733"/>
                  </a:lnTo>
                  <a:lnTo>
                    <a:pt x="10274" y="2767355"/>
                  </a:lnTo>
                  <a:lnTo>
                    <a:pt x="22707" y="2812275"/>
                  </a:lnTo>
                  <a:lnTo>
                    <a:pt x="39649" y="2855214"/>
                  </a:lnTo>
                  <a:lnTo>
                    <a:pt x="60807" y="2895904"/>
                  </a:lnTo>
                  <a:lnTo>
                    <a:pt x="85928" y="2934055"/>
                  </a:lnTo>
                  <a:lnTo>
                    <a:pt x="114706" y="2969387"/>
                  </a:lnTo>
                  <a:lnTo>
                    <a:pt x="146888" y="3001619"/>
                  </a:lnTo>
                  <a:lnTo>
                    <a:pt x="182194" y="3030461"/>
                  </a:lnTo>
                  <a:lnTo>
                    <a:pt x="220357" y="3055632"/>
                  </a:lnTo>
                  <a:lnTo>
                    <a:pt x="261086" y="3076867"/>
                  </a:lnTo>
                  <a:lnTo>
                    <a:pt x="304114" y="3093872"/>
                  </a:lnTo>
                  <a:lnTo>
                    <a:pt x="349161" y="3106369"/>
                  </a:lnTo>
                  <a:lnTo>
                    <a:pt x="395960" y="3114065"/>
                  </a:lnTo>
                  <a:lnTo>
                    <a:pt x="444246" y="3116694"/>
                  </a:lnTo>
                  <a:lnTo>
                    <a:pt x="492506" y="3114065"/>
                  </a:lnTo>
                  <a:lnTo>
                    <a:pt x="539305" y="3106369"/>
                  </a:lnTo>
                  <a:lnTo>
                    <a:pt x="584339" y="3093872"/>
                  </a:lnTo>
                  <a:lnTo>
                    <a:pt x="627354" y="3076867"/>
                  </a:lnTo>
                  <a:lnTo>
                    <a:pt x="668058" y="3055632"/>
                  </a:lnTo>
                  <a:lnTo>
                    <a:pt x="678865" y="3048495"/>
                  </a:lnTo>
                  <a:lnTo>
                    <a:pt x="706196" y="3030461"/>
                  </a:lnTo>
                  <a:lnTo>
                    <a:pt x="741476" y="3001619"/>
                  </a:lnTo>
                  <a:lnTo>
                    <a:pt x="773633" y="2969387"/>
                  </a:lnTo>
                  <a:lnTo>
                    <a:pt x="802386" y="2934055"/>
                  </a:lnTo>
                  <a:lnTo>
                    <a:pt x="827481" y="2895904"/>
                  </a:lnTo>
                  <a:lnTo>
                    <a:pt x="848614" y="2855214"/>
                  </a:lnTo>
                  <a:lnTo>
                    <a:pt x="865543" y="2812275"/>
                  </a:lnTo>
                  <a:lnTo>
                    <a:pt x="877963" y="2767355"/>
                  </a:lnTo>
                  <a:lnTo>
                    <a:pt x="885621" y="2720733"/>
                  </a:lnTo>
                  <a:lnTo>
                    <a:pt x="888238" y="2672702"/>
                  </a:lnTo>
                  <a:close/>
                </a:path>
                <a:path w="4250055" h="3117215">
                  <a:moveTo>
                    <a:pt x="4249928" y="39230"/>
                  </a:moveTo>
                  <a:lnTo>
                    <a:pt x="4246778" y="24155"/>
                  </a:lnTo>
                  <a:lnTo>
                    <a:pt x="4238269" y="11658"/>
                  </a:lnTo>
                  <a:lnTo>
                    <a:pt x="4225810" y="3136"/>
                  </a:lnTo>
                  <a:lnTo>
                    <a:pt x="4210812" y="0"/>
                  </a:lnTo>
                  <a:lnTo>
                    <a:pt x="4210812" y="39230"/>
                  </a:lnTo>
                  <a:lnTo>
                    <a:pt x="4210812" y="323964"/>
                  </a:lnTo>
                  <a:lnTo>
                    <a:pt x="3779393" y="323964"/>
                  </a:lnTo>
                  <a:lnTo>
                    <a:pt x="3779393" y="39230"/>
                  </a:lnTo>
                  <a:lnTo>
                    <a:pt x="4210812" y="39230"/>
                  </a:lnTo>
                  <a:lnTo>
                    <a:pt x="4210812" y="0"/>
                  </a:lnTo>
                  <a:lnTo>
                    <a:pt x="3779393" y="0"/>
                  </a:lnTo>
                  <a:lnTo>
                    <a:pt x="3763988" y="3136"/>
                  </a:lnTo>
                  <a:lnTo>
                    <a:pt x="3751529" y="11658"/>
                  </a:lnTo>
                  <a:lnTo>
                    <a:pt x="3743185" y="24155"/>
                  </a:lnTo>
                  <a:lnTo>
                    <a:pt x="3740150" y="39230"/>
                  </a:lnTo>
                  <a:lnTo>
                    <a:pt x="3740150" y="323964"/>
                  </a:lnTo>
                  <a:lnTo>
                    <a:pt x="3743185" y="339051"/>
                  </a:lnTo>
                  <a:lnTo>
                    <a:pt x="3751529" y="351548"/>
                  </a:lnTo>
                  <a:lnTo>
                    <a:pt x="3763988" y="360070"/>
                  </a:lnTo>
                  <a:lnTo>
                    <a:pt x="3779393" y="363207"/>
                  </a:lnTo>
                  <a:lnTo>
                    <a:pt x="4210812" y="363207"/>
                  </a:lnTo>
                  <a:lnTo>
                    <a:pt x="4225810" y="360070"/>
                  </a:lnTo>
                  <a:lnTo>
                    <a:pt x="4238269" y="351548"/>
                  </a:lnTo>
                  <a:lnTo>
                    <a:pt x="4246778" y="339051"/>
                  </a:lnTo>
                  <a:lnTo>
                    <a:pt x="4249928" y="323964"/>
                  </a:lnTo>
                  <a:lnTo>
                    <a:pt x="4249928" y="3923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670154" y="3811206"/>
              <a:ext cx="117665" cy="117665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12572111" y="3546856"/>
              <a:ext cx="314325" cy="181610"/>
            </a:xfrm>
            <a:custGeom>
              <a:avLst/>
              <a:gdLst/>
              <a:ahLst/>
              <a:cxnLst/>
              <a:rect l="l" t="t" r="r" b="b"/>
              <a:pathLst>
                <a:path w="314325" h="181610">
                  <a:moveTo>
                    <a:pt x="156845" y="0"/>
                  </a:moveTo>
                  <a:lnTo>
                    <a:pt x="107419" y="7678"/>
                  </a:lnTo>
                  <a:lnTo>
                    <a:pt x="64382" y="29061"/>
                  </a:lnTo>
                  <a:lnTo>
                    <a:pt x="30374" y="61667"/>
                  </a:lnTo>
                  <a:lnTo>
                    <a:pt x="8033" y="103014"/>
                  </a:lnTo>
                  <a:lnTo>
                    <a:pt x="0" y="150622"/>
                  </a:lnTo>
                  <a:lnTo>
                    <a:pt x="0" y="181228"/>
                  </a:lnTo>
                  <a:lnTo>
                    <a:pt x="39243" y="181228"/>
                  </a:lnTo>
                  <a:lnTo>
                    <a:pt x="39243" y="150622"/>
                  </a:lnTo>
                  <a:lnTo>
                    <a:pt x="48474" y="107072"/>
                  </a:lnTo>
                  <a:lnTo>
                    <a:pt x="73659" y="71691"/>
                  </a:lnTo>
                  <a:lnTo>
                    <a:pt x="111037" y="47930"/>
                  </a:lnTo>
                  <a:lnTo>
                    <a:pt x="156845" y="39243"/>
                  </a:lnTo>
                  <a:lnTo>
                    <a:pt x="202404" y="47930"/>
                  </a:lnTo>
                  <a:lnTo>
                    <a:pt x="239855" y="71691"/>
                  </a:lnTo>
                  <a:lnTo>
                    <a:pt x="265233" y="107072"/>
                  </a:lnTo>
                  <a:lnTo>
                    <a:pt x="274574" y="150622"/>
                  </a:lnTo>
                  <a:lnTo>
                    <a:pt x="274574" y="181228"/>
                  </a:lnTo>
                  <a:lnTo>
                    <a:pt x="313817" y="181228"/>
                  </a:lnTo>
                  <a:lnTo>
                    <a:pt x="313817" y="150622"/>
                  </a:lnTo>
                  <a:lnTo>
                    <a:pt x="305770" y="103014"/>
                  </a:lnTo>
                  <a:lnTo>
                    <a:pt x="283397" y="61667"/>
                  </a:lnTo>
                  <a:lnTo>
                    <a:pt x="249351" y="29061"/>
                  </a:lnTo>
                  <a:lnTo>
                    <a:pt x="206283" y="7678"/>
                  </a:lnTo>
                  <a:lnTo>
                    <a:pt x="156845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19559" y="6263639"/>
              <a:ext cx="2069084" cy="2041270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12258675" y="6686804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70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6"/>
                  </a:lnTo>
                  <a:lnTo>
                    <a:pt x="10573" y="539424"/>
                  </a:lnTo>
                  <a:lnTo>
                    <a:pt x="23370" y="584540"/>
                  </a:lnTo>
                  <a:lnTo>
                    <a:pt x="40801" y="627604"/>
                  </a:lnTo>
                  <a:lnTo>
                    <a:pt x="62587" y="668344"/>
                  </a:lnTo>
                  <a:lnTo>
                    <a:pt x="88448" y="706490"/>
                  </a:lnTo>
                  <a:lnTo>
                    <a:pt x="118106" y="741772"/>
                  </a:lnTo>
                  <a:lnTo>
                    <a:pt x="151279" y="773917"/>
                  </a:lnTo>
                  <a:lnTo>
                    <a:pt x="187689" y="802655"/>
                  </a:lnTo>
                  <a:lnTo>
                    <a:pt x="227057" y="827715"/>
                  </a:lnTo>
                  <a:lnTo>
                    <a:pt x="269102" y="848826"/>
                  </a:lnTo>
                  <a:lnTo>
                    <a:pt x="313545" y="865718"/>
                  </a:lnTo>
                  <a:lnTo>
                    <a:pt x="360107" y="878119"/>
                  </a:lnTo>
                  <a:lnTo>
                    <a:pt x="408509" y="885758"/>
                  </a:lnTo>
                  <a:lnTo>
                    <a:pt x="458470" y="888365"/>
                  </a:lnTo>
                  <a:lnTo>
                    <a:pt x="508432" y="885758"/>
                  </a:lnTo>
                  <a:lnTo>
                    <a:pt x="556838" y="878119"/>
                  </a:lnTo>
                  <a:lnTo>
                    <a:pt x="603407" y="865718"/>
                  </a:lnTo>
                  <a:lnTo>
                    <a:pt x="647859" y="848826"/>
                  </a:lnTo>
                  <a:lnTo>
                    <a:pt x="689915" y="827715"/>
                  </a:lnTo>
                  <a:lnTo>
                    <a:pt x="729294" y="802655"/>
                  </a:lnTo>
                  <a:lnTo>
                    <a:pt x="765717" y="773917"/>
                  </a:lnTo>
                  <a:lnTo>
                    <a:pt x="798903" y="741772"/>
                  </a:lnTo>
                  <a:lnTo>
                    <a:pt x="828573" y="706490"/>
                  </a:lnTo>
                  <a:lnTo>
                    <a:pt x="854446" y="668344"/>
                  </a:lnTo>
                  <a:lnTo>
                    <a:pt x="876243" y="627604"/>
                  </a:lnTo>
                  <a:lnTo>
                    <a:pt x="893683" y="584540"/>
                  </a:lnTo>
                  <a:lnTo>
                    <a:pt x="906487" y="539424"/>
                  </a:lnTo>
                  <a:lnTo>
                    <a:pt x="914375" y="492526"/>
                  </a:lnTo>
                  <a:lnTo>
                    <a:pt x="917067" y="444119"/>
                  </a:lnTo>
                  <a:lnTo>
                    <a:pt x="914375" y="395734"/>
                  </a:lnTo>
                  <a:lnTo>
                    <a:pt x="906487" y="348858"/>
                  </a:lnTo>
                  <a:lnTo>
                    <a:pt x="893683" y="303759"/>
                  </a:lnTo>
                  <a:lnTo>
                    <a:pt x="876243" y="260710"/>
                  </a:lnTo>
                  <a:lnTo>
                    <a:pt x="854446" y="219982"/>
                  </a:lnTo>
                  <a:lnTo>
                    <a:pt x="828573" y="181846"/>
                  </a:lnTo>
                  <a:lnTo>
                    <a:pt x="798903" y="146573"/>
                  </a:lnTo>
                  <a:lnTo>
                    <a:pt x="765717" y="114434"/>
                  </a:lnTo>
                  <a:lnTo>
                    <a:pt x="729294" y="85701"/>
                  </a:lnTo>
                  <a:lnTo>
                    <a:pt x="689915" y="60644"/>
                  </a:lnTo>
                  <a:lnTo>
                    <a:pt x="647859" y="39535"/>
                  </a:lnTo>
                  <a:lnTo>
                    <a:pt x="603407" y="22645"/>
                  </a:lnTo>
                  <a:lnTo>
                    <a:pt x="556838" y="10245"/>
                  </a:lnTo>
                  <a:lnTo>
                    <a:pt x="508432" y="2606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19559" y="7400556"/>
              <a:ext cx="2069084" cy="2041270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12258675" y="7823200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70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70" y="888238"/>
                  </a:lnTo>
                  <a:lnTo>
                    <a:pt x="508432" y="885633"/>
                  </a:lnTo>
                  <a:lnTo>
                    <a:pt x="556838" y="877998"/>
                  </a:lnTo>
                  <a:lnTo>
                    <a:pt x="603407" y="865604"/>
                  </a:lnTo>
                  <a:lnTo>
                    <a:pt x="647859" y="848722"/>
                  </a:lnTo>
                  <a:lnTo>
                    <a:pt x="689915" y="827621"/>
                  </a:lnTo>
                  <a:lnTo>
                    <a:pt x="729294" y="802572"/>
                  </a:lnTo>
                  <a:lnTo>
                    <a:pt x="765717" y="773847"/>
                  </a:lnTo>
                  <a:lnTo>
                    <a:pt x="798903" y="741714"/>
                  </a:lnTo>
                  <a:lnTo>
                    <a:pt x="828573" y="706446"/>
                  </a:lnTo>
                  <a:lnTo>
                    <a:pt x="854446" y="668311"/>
                  </a:lnTo>
                  <a:lnTo>
                    <a:pt x="876243" y="627581"/>
                  </a:lnTo>
                  <a:lnTo>
                    <a:pt x="893683" y="584527"/>
                  </a:lnTo>
                  <a:lnTo>
                    <a:pt x="906487" y="539418"/>
                  </a:lnTo>
                  <a:lnTo>
                    <a:pt x="914375" y="492525"/>
                  </a:lnTo>
                  <a:lnTo>
                    <a:pt x="917067" y="444119"/>
                  </a:lnTo>
                  <a:lnTo>
                    <a:pt x="914375" y="395734"/>
                  </a:lnTo>
                  <a:lnTo>
                    <a:pt x="906487" y="348858"/>
                  </a:lnTo>
                  <a:lnTo>
                    <a:pt x="893683" y="303759"/>
                  </a:lnTo>
                  <a:lnTo>
                    <a:pt x="876243" y="260710"/>
                  </a:lnTo>
                  <a:lnTo>
                    <a:pt x="854446" y="219982"/>
                  </a:lnTo>
                  <a:lnTo>
                    <a:pt x="828573" y="181846"/>
                  </a:lnTo>
                  <a:lnTo>
                    <a:pt x="798903" y="146573"/>
                  </a:lnTo>
                  <a:lnTo>
                    <a:pt x="765717" y="114434"/>
                  </a:lnTo>
                  <a:lnTo>
                    <a:pt x="729294" y="85701"/>
                  </a:lnTo>
                  <a:lnTo>
                    <a:pt x="689915" y="60644"/>
                  </a:lnTo>
                  <a:lnTo>
                    <a:pt x="647859" y="39535"/>
                  </a:lnTo>
                  <a:lnTo>
                    <a:pt x="603407" y="22645"/>
                  </a:lnTo>
                  <a:lnTo>
                    <a:pt x="556838" y="10245"/>
                  </a:lnTo>
                  <a:lnTo>
                    <a:pt x="508432" y="2606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74727" y="5855969"/>
              <a:ext cx="336423" cy="177800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12449857" y="5745861"/>
              <a:ext cx="523240" cy="523875"/>
            </a:xfrm>
            <a:custGeom>
              <a:avLst/>
              <a:gdLst/>
              <a:ahLst/>
              <a:cxnLst/>
              <a:rect l="l" t="t" r="r" b="b"/>
              <a:pathLst>
                <a:path w="523240" h="523875">
                  <a:moveTo>
                    <a:pt x="261953" y="0"/>
                  </a:moveTo>
                  <a:lnTo>
                    <a:pt x="213582" y="4476"/>
                  </a:lnTo>
                  <a:lnTo>
                    <a:pt x="166068" y="17906"/>
                  </a:lnTo>
                  <a:lnTo>
                    <a:pt x="119907" y="41157"/>
                  </a:lnTo>
                  <a:lnTo>
                    <a:pt x="79771" y="72755"/>
                  </a:lnTo>
                  <a:lnTo>
                    <a:pt x="46589" y="111758"/>
                  </a:lnTo>
                  <a:lnTo>
                    <a:pt x="21288" y="157225"/>
                  </a:lnTo>
                  <a:lnTo>
                    <a:pt x="3571" y="216693"/>
                  </a:lnTo>
                  <a:lnTo>
                    <a:pt x="0" y="247665"/>
                  </a:lnTo>
                  <a:lnTo>
                    <a:pt x="333" y="278638"/>
                  </a:lnTo>
                  <a:lnTo>
                    <a:pt x="1869" y="286228"/>
                  </a:lnTo>
                  <a:lnTo>
                    <a:pt x="6048" y="292401"/>
                  </a:lnTo>
                  <a:lnTo>
                    <a:pt x="12227" y="296550"/>
                  </a:lnTo>
                  <a:lnTo>
                    <a:pt x="20780" y="298068"/>
                  </a:lnTo>
                  <a:lnTo>
                    <a:pt x="29126" y="296140"/>
                  </a:lnTo>
                  <a:lnTo>
                    <a:pt x="35417" y="291337"/>
                  </a:lnTo>
                  <a:lnTo>
                    <a:pt x="39469" y="284440"/>
                  </a:lnTo>
                  <a:lnTo>
                    <a:pt x="40592" y="276351"/>
                  </a:lnTo>
                  <a:lnTo>
                    <a:pt x="40403" y="250376"/>
                  </a:lnTo>
                  <a:lnTo>
                    <a:pt x="43370" y="224567"/>
                  </a:lnTo>
                  <a:lnTo>
                    <a:pt x="58245" y="174116"/>
                  </a:lnTo>
                  <a:lnTo>
                    <a:pt x="79408" y="135596"/>
                  </a:lnTo>
                  <a:lnTo>
                    <a:pt x="107346" y="102647"/>
                  </a:lnTo>
                  <a:lnTo>
                    <a:pt x="141309" y="76033"/>
                  </a:lnTo>
                  <a:lnTo>
                    <a:pt x="180546" y="56514"/>
                  </a:lnTo>
                  <a:lnTo>
                    <a:pt x="220567" y="44291"/>
                  </a:lnTo>
                  <a:lnTo>
                    <a:pt x="261826" y="40259"/>
                  </a:lnTo>
                  <a:lnTo>
                    <a:pt x="284093" y="41425"/>
                  </a:lnTo>
                  <a:lnTo>
                    <a:pt x="328102" y="50760"/>
                  </a:lnTo>
                  <a:lnTo>
                    <a:pt x="387762" y="80093"/>
                  </a:lnTo>
                  <a:lnTo>
                    <a:pt x="420703" y="108045"/>
                  </a:lnTo>
                  <a:lnTo>
                    <a:pt x="447452" y="142045"/>
                  </a:lnTo>
                  <a:lnTo>
                    <a:pt x="467058" y="181355"/>
                  </a:lnTo>
                  <a:lnTo>
                    <a:pt x="479117" y="222767"/>
                  </a:lnTo>
                  <a:lnTo>
                    <a:pt x="482663" y="265477"/>
                  </a:lnTo>
                  <a:lnTo>
                    <a:pt x="477613" y="308354"/>
                  </a:lnTo>
                  <a:lnTo>
                    <a:pt x="463883" y="350265"/>
                  </a:lnTo>
                  <a:lnTo>
                    <a:pt x="436909" y="395701"/>
                  </a:lnTo>
                  <a:lnTo>
                    <a:pt x="401072" y="432419"/>
                  </a:lnTo>
                  <a:lnTo>
                    <a:pt x="358389" y="459628"/>
                  </a:lnTo>
                  <a:lnTo>
                    <a:pt x="310877" y="476534"/>
                  </a:lnTo>
                  <a:lnTo>
                    <a:pt x="260556" y="482346"/>
                  </a:lnTo>
                  <a:lnTo>
                    <a:pt x="238392" y="481234"/>
                  </a:lnTo>
                  <a:lnTo>
                    <a:pt x="194208" y="472058"/>
                  </a:lnTo>
                  <a:lnTo>
                    <a:pt x="146419" y="450594"/>
                  </a:lnTo>
                  <a:lnTo>
                    <a:pt x="101215" y="414458"/>
                  </a:lnTo>
                  <a:lnTo>
                    <a:pt x="78565" y="386841"/>
                  </a:lnTo>
                  <a:lnTo>
                    <a:pt x="72723" y="383921"/>
                  </a:lnTo>
                  <a:lnTo>
                    <a:pt x="46497" y="401589"/>
                  </a:lnTo>
                  <a:lnTo>
                    <a:pt x="46894" y="409168"/>
                  </a:lnTo>
                  <a:lnTo>
                    <a:pt x="72352" y="442666"/>
                  </a:lnTo>
                  <a:lnTo>
                    <a:pt x="125664" y="485386"/>
                  </a:lnTo>
                  <a:lnTo>
                    <a:pt x="182036" y="510829"/>
                  </a:lnTo>
                  <a:lnTo>
                    <a:pt x="234515" y="521997"/>
                  </a:lnTo>
                  <a:lnTo>
                    <a:pt x="261064" y="523366"/>
                  </a:lnTo>
                  <a:lnTo>
                    <a:pt x="310796" y="518560"/>
                  </a:lnTo>
                  <a:lnTo>
                    <a:pt x="358482" y="504514"/>
                  </a:lnTo>
                  <a:lnTo>
                    <a:pt x="402732" y="481790"/>
                  </a:lnTo>
                  <a:lnTo>
                    <a:pt x="442156" y="450948"/>
                  </a:lnTo>
                  <a:lnTo>
                    <a:pt x="475365" y="412550"/>
                  </a:lnTo>
                  <a:lnTo>
                    <a:pt x="500967" y="367156"/>
                  </a:lnTo>
                  <a:lnTo>
                    <a:pt x="517102" y="317912"/>
                  </a:lnTo>
                  <a:lnTo>
                    <a:pt x="523176" y="267334"/>
                  </a:lnTo>
                  <a:lnTo>
                    <a:pt x="519130" y="216566"/>
                  </a:lnTo>
                  <a:lnTo>
                    <a:pt x="504904" y="166750"/>
                  </a:lnTo>
                  <a:lnTo>
                    <a:pt x="481828" y="120608"/>
                  </a:lnTo>
                  <a:lnTo>
                    <a:pt x="450500" y="80502"/>
                  </a:lnTo>
                  <a:lnTo>
                    <a:pt x="411767" y="47325"/>
                  </a:lnTo>
                  <a:lnTo>
                    <a:pt x="366474" y="21971"/>
                  </a:lnTo>
                  <a:lnTo>
                    <a:pt x="314880" y="5460"/>
                  </a:lnTo>
                  <a:lnTo>
                    <a:pt x="288500" y="1361"/>
                  </a:lnTo>
                  <a:lnTo>
                    <a:pt x="261953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462255" y="6096126"/>
              <a:ext cx="125475" cy="125602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3647" y="6304788"/>
              <a:ext cx="2069083" cy="2041270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533143" y="6728332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69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69" y="888238"/>
                  </a:lnTo>
                  <a:lnTo>
                    <a:pt x="508454" y="885633"/>
                  </a:lnTo>
                  <a:lnTo>
                    <a:pt x="556876" y="877998"/>
                  </a:lnTo>
                  <a:lnTo>
                    <a:pt x="603456" y="865604"/>
                  </a:lnTo>
                  <a:lnTo>
                    <a:pt x="647914" y="848722"/>
                  </a:lnTo>
                  <a:lnTo>
                    <a:pt x="689972" y="827621"/>
                  </a:lnTo>
                  <a:lnTo>
                    <a:pt x="729349" y="802572"/>
                  </a:lnTo>
                  <a:lnTo>
                    <a:pt x="765768" y="773847"/>
                  </a:lnTo>
                  <a:lnTo>
                    <a:pt x="798948" y="741714"/>
                  </a:lnTo>
                  <a:lnTo>
                    <a:pt x="828609" y="706446"/>
                  </a:lnTo>
                  <a:lnTo>
                    <a:pt x="854474" y="668311"/>
                  </a:lnTo>
                  <a:lnTo>
                    <a:pt x="876263" y="627581"/>
                  </a:lnTo>
                  <a:lnTo>
                    <a:pt x="893695" y="584527"/>
                  </a:lnTo>
                  <a:lnTo>
                    <a:pt x="906493" y="539418"/>
                  </a:lnTo>
                  <a:lnTo>
                    <a:pt x="914377" y="492525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5" y="303759"/>
                  </a:lnTo>
                  <a:lnTo>
                    <a:pt x="876263" y="260710"/>
                  </a:lnTo>
                  <a:lnTo>
                    <a:pt x="854474" y="219982"/>
                  </a:lnTo>
                  <a:lnTo>
                    <a:pt x="828609" y="181846"/>
                  </a:lnTo>
                  <a:lnTo>
                    <a:pt x="798948" y="146573"/>
                  </a:lnTo>
                  <a:lnTo>
                    <a:pt x="765768" y="114434"/>
                  </a:lnTo>
                  <a:lnTo>
                    <a:pt x="729349" y="85701"/>
                  </a:lnTo>
                  <a:lnTo>
                    <a:pt x="689972" y="60644"/>
                  </a:lnTo>
                  <a:lnTo>
                    <a:pt x="647914" y="39535"/>
                  </a:lnTo>
                  <a:lnTo>
                    <a:pt x="603456" y="22645"/>
                  </a:lnTo>
                  <a:lnTo>
                    <a:pt x="556876" y="10245"/>
                  </a:lnTo>
                  <a:lnTo>
                    <a:pt x="508454" y="2606"/>
                  </a:lnTo>
                  <a:lnTo>
                    <a:pt x="45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435078" y="7984502"/>
              <a:ext cx="564299" cy="565772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12486004" y="2527935"/>
              <a:ext cx="337820" cy="462915"/>
            </a:xfrm>
            <a:custGeom>
              <a:avLst/>
              <a:gdLst/>
              <a:ahLst/>
              <a:cxnLst/>
              <a:rect l="l" t="t" r="r" b="b"/>
              <a:pathLst>
                <a:path w="337820" h="462914">
                  <a:moveTo>
                    <a:pt x="302260" y="0"/>
                  </a:moveTo>
                  <a:lnTo>
                    <a:pt x="35560" y="0"/>
                  </a:lnTo>
                  <a:lnTo>
                    <a:pt x="21591" y="2752"/>
                  </a:lnTo>
                  <a:lnTo>
                    <a:pt x="10302" y="10302"/>
                  </a:lnTo>
                  <a:lnTo>
                    <a:pt x="2752" y="21591"/>
                  </a:lnTo>
                  <a:lnTo>
                    <a:pt x="0" y="35560"/>
                  </a:lnTo>
                  <a:lnTo>
                    <a:pt x="0" y="426847"/>
                  </a:lnTo>
                  <a:lnTo>
                    <a:pt x="2752" y="440493"/>
                  </a:lnTo>
                  <a:lnTo>
                    <a:pt x="10302" y="451818"/>
                  </a:lnTo>
                  <a:lnTo>
                    <a:pt x="21591" y="459547"/>
                  </a:lnTo>
                  <a:lnTo>
                    <a:pt x="35560" y="462407"/>
                  </a:lnTo>
                  <a:lnTo>
                    <a:pt x="302260" y="462407"/>
                  </a:lnTo>
                  <a:lnTo>
                    <a:pt x="315906" y="459547"/>
                  </a:lnTo>
                  <a:lnTo>
                    <a:pt x="327231" y="451818"/>
                  </a:lnTo>
                  <a:lnTo>
                    <a:pt x="334960" y="440493"/>
                  </a:lnTo>
                  <a:lnTo>
                    <a:pt x="337820" y="426847"/>
                  </a:lnTo>
                  <a:lnTo>
                    <a:pt x="35560" y="426847"/>
                  </a:lnTo>
                  <a:lnTo>
                    <a:pt x="35560" y="35560"/>
                  </a:lnTo>
                  <a:lnTo>
                    <a:pt x="337820" y="35560"/>
                  </a:lnTo>
                  <a:lnTo>
                    <a:pt x="334960" y="21591"/>
                  </a:lnTo>
                  <a:lnTo>
                    <a:pt x="327231" y="10302"/>
                  </a:lnTo>
                  <a:lnTo>
                    <a:pt x="315906" y="2752"/>
                  </a:lnTo>
                  <a:lnTo>
                    <a:pt x="302260" y="0"/>
                  </a:lnTo>
                  <a:close/>
                </a:path>
                <a:path w="337820" h="462914">
                  <a:moveTo>
                    <a:pt x="337820" y="35560"/>
                  </a:moveTo>
                  <a:lnTo>
                    <a:pt x="302260" y="35560"/>
                  </a:lnTo>
                  <a:lnTo>
                    <a:pt x="302260" y="426847"/>
                  </a:lnTo>
                  <a:lnTo>
                    <a:pt x="337820" y="426847"/>
                  </a:lnTo>
                  <a:lnTo>
                    <a:pt x="337820" y="3556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592684" y="2838831"/>
              <a:ext cx="124460" cy="151511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788265" y="2759075"/>
              <a:ext cx="160019" cy="231267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601193" y="2633955"/>
              <a:ext cx="106704" cy="106704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1859787" y="6983983"/>
              <a:ext cx="361950" cy="414020"/>
            </a:xfrm>
            <a:custGeom>
              <a:avLst/>
              <a:gdLst/>
              <a:ahLst/>
              <a:cxnLst/>
              <a:rect l="l" t="t" r="r" b="b"/>
              <a:pathLst>
                <a:path w="361950" h="414020">
                  <a:moveTo>
                    <a:pt x="361950" y="0"/>
                  </a:moveTo>
                  <a:lnTo>
                    <a:pt x="0" y="0"/>
                  </a:lnTo>
                  <a:lnTo>
                    <a:pt x="0" y="344550"/>
                  </a:lnTo>
                  <a:lnTo>
                    <a:pt x="44464" y="392924"/>
                  </a:lnTo>
                  <a:lnTo>
                    <a:pt x="88413" y="405514"/>
                  </a:lnTo>
                  <a:lnTo>
                    <a:pt x="136501" y="412110"/>
                  </a:lnTo>
                  <a:lnTo>
                    <a:pt x="180975" y="414019"/>
                  </a:lnTo>
                  <a:lnTo>
                    <a:pt x="225497" y="412110"/>
                  </a:lnTo>
                  <a:lnTo>
                    <a:pt x="273591" y="405514"/>
                  </a:lnTo>
                  <a:lnTo>
                    <a:pt x="317522" y="392924"/>
                  </a:lnTo>
                  <a:lnTo>
                    <a:pt x="180975" y="372617"/>
                  </a:lnTo>
                  <a:lnTo>
                    <a:pt x="123876" y="369381"/>
                  </a:lnTo>
                  <a:lnTo>
                    <a:pt x="81470" y="361584"/>
                  </a:lnTo>
                  <a:lnTo>
                    <a:pt x="53923" y="352097"/>
                  </a:lnTo>
                  <a:lnTo>
                    <a:pt x="41401" y="343788"/>
                  </a:lnTo>
                  <a:lnTo>
                    <a:pt x="41401" y="42163"/>
                  </a:lnTo>
                  <a:lnTo>
                    <a:pt x="361950" y="42163"/>
                  </a:lnTo>
                  <a:lnTo>
                    <a:pt x="361950" y="0"/>
                  </a:lnTo>
                  <a:close/>
                </a:path>
                <a:path w="361950" h="414020">
                  <a:moveTo>
                    <a:pt x="361950" y="42163"/>
                  </a:moveTo>
                  <a:lnTo>
                    <a:pt x="320675" y="42163"/>
                  </a:lnTo>
                  <a:lnTo>
                    <a:pt x="320675" y="343788"/>
                  </a:lnTo>
                  <a:lnTo>
                    <a:pt x="308151" y="352097"/>
                  </a:lnTo>
                  <a:lnTo>
                    <a:pt x="280590" y="361584"/>
                  </a:lnTo>
                  <a:lnTo>
                    <a:pt x="238146" y="369381"/>
                  </a:lnTo>
                  <a:lnTo>
                    <a:pt x="180975" y="372617"/>
                  </a:lnTo>
                  <a:lnTo>
                    <a:pt x="349736" y="372617"/>
                  </a:lnTo>
                  <a:lnTo>
                    <a:pt x="361950" y="344550"/>
                  </a:lnTo>
                  <a:lnTo>
                    <a:pt x="361950" y="4216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880488" y="6935216"/>
              <a:ext cx="320675" cy="103505"/>
            </a:xfrm>
            <a:custGeom>
              <a:avLst/>
              <a:gdLst/>
              <a:ahLst/>
              <a:cxnLst/>
              <a:rect l="l" t="t" r="r" b="b"/>
              <a:pathLst>
                <a:path w="320675" h="103504">
                  <a:moveTo>
                    <a:pt x="160274" y="0"/>
                  </a:moveTo>
                  <a:lnTo>
                    <a:pt x="97940" y="4069"/>
                  </a:lnTo>
                  <a:lnTo>
                    <a:pt x="46989" y="15128"/>
                  </a:lnTo>
                  <a:lnTo>
                    <a:pt x="12612" y="31450"/>
                  </a:lnTo>
                  <a:lnTo>
                    <a:pt x="0" y="51308"/>
                  </a:lnTo>
                  <a:lnTo>
                    <a:pt x="12612" y="71586"/>
                  </a:lnTo>
                  <a:lnTo>
                    <a:pt x="46989" y="88090"/>
                  </a:lnTo>
                  <a:lnTo>
                    <a:pt x="97940" y="99188"/>
                  </a:lnTo>
                  <a:lnTo>
                    <a:pt x="160274" y="103251"/>
                  </a:lnTo>
                  <a:lnTo>
                    <a:pt x="222680" y="99188"/>
                  </a:lnTo>
                  <a:lnTo>
                    <a:pt x="273669" y="88090"/>
                  </a:lnTo>
                  <a:lnTo>
                    <a:pt x="308060" y="71586"/>
                  </a:lnTo>
                  <a:lnTo>
                    <a:pt x="320675" y="51308"/>
                  </a:lnTo>
                  <a:lnTo>
                    <a:pt x="308060" y="31450"/>
                  </a:lnTo>
                  <a:lnTo>
                    <a:pt x="273669" y="15128"/>
                  </a:lnTo>
                  <a:lnTo>
                    <a:pt x="222680" y="4069"/>
                  </a:lnTo>
                  <a:lnTo>
                    <a:pt x="160274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859787" y="6914514"/>
              <a:ext cx="361950" cy="144780"/>
            </a:xfrm>
            <a:custGeom>
              <a:avLst/>
              <a:gdLst/>
              <a:ahLst/>
              <a:cxnLst/>
              <a:rect l="l" t="t" r="r" b="b"/>
              <a:pathLst>
                <a:path w="361950" h="144779">
                  <a:moveTo>
                    <a:pt x="180975" y="0"/>
                  </a:moveTo>
                  <a:lnTo>
                    <a:pt x="127577" y="2813"/>
                  </a:lnTo>
                  <a:lnTo>
                    <a:pt x="78373" y="11350"/>
                  </a:lnTo>
                  <a:lnTo>
                    <a:pt x="37770" y="25758"/>
                  </a:lnTo>
                  <a:lnTo>
                    <a:pt x="0" y="72770"/>
                  </a:lnTo>
                  <a:lnTo>
                    <a:pt x="10177" y="99315"/>
                  </a:lnTo>
                  <a:lnTo>
                    <a:pt x="37770" y="119525"/>
                  </a:lnTo>
                  <a:lnTo>
                    <a:pt x="78373" y="133651"/>
                  </a:lnTo>
                  <a:lnTo>
                    <a:pt x="127577" y="141944"/>
                  </a:lnTo>
                  <a:lnTo>
                    <a:pt x="180975" y="144652"/>
                  </a:lnTo>
                  <a:lnTo>
                    <a:pt x="234421" y="141944"/>
                  </a:lnTo>
                  <a:lnTo>
                    <a:pt x="283631" y="133651"/>
                  </a:lnTo>
                  <a:lnTo>
                    <a:pt x="324215" y="119525"/>
                  </a:lnTo>
                  <a:lnTo>
                    <a:pt x="346242" y="103377"/>
                  </a:lnTo>
                  <a:lnTo>
                    <a:pt x="180975" y="103377"/>
                  </a:lnTo>
                  <a:lnTo>
                    <a:pt x="123876" y="99881"/>
                  </a:lnTo>
                  <a:lnTo>
                    <a:pt x="81470" y="91503"/>
                  </a:lnTo>
                  <a:lnTo>
                    <a:pt x="53923" y="81410"/>
                  </a:lnTo>
                  <a:lnTo>
                    <a:pt x="41401" y="72770"/>
                  </a:lnTo>
                  <a:lnTo>
                    <a:pt x="53923" y="63690"/>
                  </a:lnTo>
                  <a:lnTo>
                    <a:pt x="81470" y="53371"/>
                  </a:lnTo>
                  <a:lnTo>
                    <a:pt x="123876" y="44910"/>
                  </a:lnTo>
                  <a:lnTo>
                    <a:pt x="180975" y="41401"/>
                  </a:lnTo>
                  <a:lnTo>
                    <a:pt x="345331" y="41401"/>
                  </a:lnTo>
                  <a:lnTo>
                    <a:pt x="324215" y="25758"/>
                  </a:lnTo>
                  <a:lnTo>
                    <a:pt x="283631" y="11350"/>
                  </a:lnTo>
                  <a:lnTo>
                    <a:pt x="234421" y="2813"/>
                  </a:lnTo>
                  <a:lnTo>
                    <a:pt x="180975" y="0"/>
                  </a:lnTo>
                  <a:close/>
                </a:path>
                <a:path w="361950" h="144779">
                  <a:moveTo>
                    <a:pt x="345331" y="41401"/>
                  </a:moveTo>
                  <a:lnTo>
                    <a:pt x="180975" y="41401"/>
                  </a:lnTo>
                  <a:lnTo>
                    <a:pt x="238146" y="44910"/>
                  </a:lnTo>
                  <a:lnTo>
                    <a:pt x="280590" y="53371"/>
                  </a:lnTo>
                  <a:lnTo>
                    <a:pt x="308151" y="63690"/>
                  </a:lnTo>
                  <a:lnTo>
                    <a:pt x="320675" y="72770"/>
                  </a:lnTo>
                  <a:lnTo>
                    <a:pt x="307776" y="81410"/>
                  </a:lnTo>
                  <a:lnTo>
                    <a:pt x="280257" y="91503"/>
                  </a:lnTo>
                  <a:lnTo>
                    <a:pt x="238021" y="99881"/>
                  </a:lnTo>
                  <a:lnTo>
                    <a:pt x="180975" y="103377"/>
                  </a:lnTo>
                  <a:lnTo>
                    <a:pt x="346242" y="103377"/>
                  </a:lnTo>
                  <a:lnTo>
                    <a:pt x="351784" y="99315"/>
                  </a:lnTo>
                  <a:lnTo>
                    <a:pt x="361950" y="72770"/>
                  </a:lnTo>
                  <a:lnTo>
                    <a:pt x="351784" y="46183"/>
                  </a:lnTo>
                  <a:lnTo>
                    <a:pt x="345331" y="4140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705355" y="7061707"/>
              <a:ext cx="320040" cy="372745"/>
            </a:xfrm>
            <a:custGeom>
              <a:avLst/>
              <a:gdLst/>
              <a:ahLst/>
              <a:cxnLst/>
              <a:rect l="l" t="t" r="r" b="b"/>
              <a:pathLst>
                <a:path w="320039" h="372745">
                  <a:moveTo>
                    <a:pt x="319786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2505" y="342989"/>
                  </a:lnTo>
                  <a:lnTo>
                    <a:pt x="46704" y="358473"/>
                  </a:lnTo>
                  <a:lnTo>
                    <a:pt x="97619" y="368837"/>
                  </a:lnTo>
                  <a:lnTo>
                    <a:pt x="160274" y="372618"/>
                  </a:lnTo>
                  <a:lnTo>
                    <a:pt x="222166" y="368837"/>
                  </a:lnTo>
                  <a:lnTo>
                    <a:pt x="272891" y="358473"/>
                  </a:lnTo>
                  <a:lnTo>
                    <a:pt x="307185" y="342989"/>
                  </a:lnTo>
                  <a:lnTo>
                    <a:pt x="319786" y="323850"/>
                  </a:lnTo>
                  <a:lnTo>
                    <a:pt x="319786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11984" y="7203827"/>
              <a:ext cx="351142" cy="61969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1684654" y="7050913"/>
              <a:ext cx="361315" cy="414020"/>
            </a:xfrm>
            <a:custGeom>
              <a:avLst/>
              <a:gdLst/>
              <a:ahLst/>
              <a:cxnLst/>
              <a:rect l="l" t="t" r="r" b="b"/>
              <a:pathLst>
                <a:path w="361314" h="414020">
                  <a:moveTo>
                    <a:pt x="361061" y="0"/>
                  </a:moveTo>
                  <a:lnTo>
                    <a:pt x="0" y="0"/>
                  </a:lnTo>
                  <a:lnTo>
                    <a:pt x="0" y="345439"/>
                  </a:lnTo>
                  <a:lnTo>
                    <a:pt x="44171" y="393072"/>
                  </a:lnTo>
                  <a:lnTo>
                    <a:pt x="87974" y="405488"/>
                  </a:lnTo>
                  <a:lnTo>
                    <a:pt x="136111" y="412004"/>
                  </a:lnTo>
                  <a:lnTo>
                    <a:pt x="180975" y="413892"/>
                  </a:lnTo>
                  <a:lnTo>
                    <a:pt x="225404" y="412004"/>
                  </a:lnTo>
                  <a:lnTo>
                    <a:pt x="273278" y="405488"/>
                  </a:lnTo>
                  <a:lnTo>
                    <a:pt x="316946" y="393072"/>
                  </a:lnTo>
                  <a:lnTo>
                    <a:pt x="349135" y="372617"/>
                  </a:lnTo>
                  <a:lnTo>
                    <a:pt x="180975" y="372617"/>
                  </a:lnTo>
                  <a:lnTo>
                    <a:pt x="123751" y="369506"/>
                  </a:lnTo>
                  <a:lnTo>
                    <a:pt x="81137" y="361918"/>
                  </a:lnTo>
                  <a:lnTo>
                    <a:pt x="53548" y="352472"/>
                  </a:lnTo>
                  <a:lnTo>
                    <a:pt x="41401" y="343788"/>
                  </a:lnTo>
                  <a:lnTo>
                    <a:pt x="41401" y="42163"/>
                  </a:lnTo>
                  <a:lnTo>
                    <a:pt x="361061" y="42163"/>
                  </a:lnTo>
                  <a:lnTo>
                    <a:pt x="361061" y="0"/>
                  </a:lnTo>
                  <a:close/>
                </a:path>
                <a:path w="361314" h="414020">
                  <a:moveTo>
                    <a:pt x="361061" y="42163"/>
                  </a:moveTo>
                  <a:lnTo>
                    <a:pt x="319786" y="42163"/>
                  </a:lnTo>
                  <a:lnTo>
                    <a:pt x="319786" y="343788"/>
                  </a:lnTo>
                  <a:lnTo>
                    <a:pt x="307651" y="352472"/>
                  </a:lnTo>
                  <a:lnTo>
                    <a:pt x="280146" y="361918"/>
                  </a:lnTo>
                  <a:lnTo>
                    <a:pt x="237757" y="369506"/>
                  </a:lnTo>
                  <a:lnTo>
                    <a:pt x="180975" y="372617"/>
                  </a:lnTo>
                  <a:lnTo>
                    <a:pt x="349135" y="372617"/>
                  </a:lnTo>
                  <a:lnTo>
                    <a:pt x="361061" y="345439"/>
                  </a:lnTo>
                  <a:lnTo>
                    <a:pt x="361061" y="4216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705355" y="6997192"/>
              <a:ext cx="320040" cy="103505"/>
            </a:xfrm>
            <a:custGeom>
              <a:avLst/>
              <a:gdLst/>
              <a:ahLst/>
              <a:cxnLst/>
              <a:rect l="l" t="t" r="r" b="b"/>
              <a:pathLst>
                <a:path w="320039" h="103504">
                  <a:moveTo>
                    <a:pt x="160274" y="0"/>
                  </a:moveTo>
                  <a:lnTo>
                    <a:pt x="97619" y="4050"/>
                  </a:lnTo>
                  <a:lnTo>
                    <a:pt x="46704" y="15065"/>
                  </a:lnTo>
                  <a:lnTo>
                    <a:pt x="12505" y="31343"/>
                  </a:lnTo>
                  <a:lnTo>
                    <a:pt x="0" y="51180"/>
                  </a:lnTo>
                  <a:lnTo>
                    <a:pt x="12505" y="71532"/>
                  </a:lnTo>
                  <a:lnTo>
                    <a:pt x="46704" y="88074"/>
                  </a:lnTo>
                  <a:lnTo>
                    <a:pt x="97619" y="99186"/>
                  </a:lnTo>
                  <a:lnTo>
                    <a:pt x="160274" y="103250"/>
                  </a:lnTo>
                  <a:lnTo>
                    <a:pt x="222488" y="99186"/>
                  </a:lnTo>
                  <a:lnTo>
                    <a:pt x="273177" y="88074"/>
                  </a:lnTo>
                  <a:lnTo>
                    <a:pt x="307292" y="71532"/>
                  </a:lnTo>
                  <a:lnTo>
                    <a:pt x="319786" y="51180"/>
                  </a:lnTo>
                  <a:lnTo>
                    <a:pt x="307292" y="31343"/>
                  </a:lnTo>
                  <a:lnTo>
                    <a:pt x="273177" y="15065"/>
                  </a:lnTo>
                  <a:lnTo>
                    <a:pt x="222488" y="4050"/>
                  </a:lnTo>
                  <a:lnTo>
                    <a:pt x="160274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684654" y="6976491"/>
              <a:ext cx="361315" cy="144780"/>
            </a:xfrm>
            <a:custGeom>
              <a:avLst/>
              <a:gdLst/>
              <a:ahLst/>
              <a:cxnLst/>
              <a:rect l="l" t="t" r="r" b="b"/>
              <a:pathLst>
                <a:path w="361314" h="144779">
                  <a:moveTo>
                    <a:pt x="180975" y="0"/>
                  </a:moveTo>
                  <a:lnTo>
                    <a:pt x="127577" y="2813"/>
                  </a:lnTo>
                  <a:lnTo>
                    <a:pt x="78373" y="11350"/>
                  </a:lnTo>
                  <a:lnTo>
                    <a:pt x="37770" y="25758"/>
                  </a:lnTo>
                  <a:lnTo>
                    <a:pt x="0" y="72771"/>
                  </a:lnTo>
                  <a:lnTo>
                    <a:pt x="10177" y="99315"/>
                  </a:lnTo>
                  <a:lnTo>
                    <a:pt x="37770" y="119525"/>
                  </a:lnTo>
                  <a:lnTo>
                    <a:pt x="78373" y="133651"/>
                  </a:lnTo>
                  <a:lnTo>
                    <a:pt x="127577" y="141944"/>
                  </a:lnTo>
                  <a:lnTo>
                    <a:pt x="180975" y="144653"/>
                  </a:lnTo>
                  <a:lnTo>
                    <a:pt x="233987" y="141944"/>
                  </a:lnTo>
                  <a:lnTo>
                    <a:pt x="282934" y="133651"/>
                  </a:lnTo>
                  <a:lnTo>
                    <a:pt x="323383" y="119525"/>
                  </a:lnTo>
                  <a:lnTo>
                    <a:pt x="345370" y="103378"/>
                  </a:lnTo>
                  <a:lnTo>
                    <a:pt x="180975" y="103378"/>
                  </a:lnTo>
                  <a:lnTo>
                    <a:pt x="123751" y="99881"/>
                  </a:lnTo>
                  <a:lnTo>
                    <a:pt x="81137" y="91503"/>
                  </a:lnTo>
                  <a:lnTo>
                    <a:pt x="53548" y="81410"/>
                  </a:lnTo>
                  <a:lnTo>
                    <a:pt x="41401" y="72771"/>
                  </a:lnTo>
                  <a:lnTo>
                    <a:pt x="53548" y="63690"/>
                  </a:lnTo>
                  <a:lnTo>
                    <a:pt x="81137" y="53371"/>
                  </a:lnTo>
                  <a:lnTo>
                    <a:pt x="123751" y="44910"/>
                  </a:lnTo>
                  <a:lnTo>
                    <a:pt x="180975" y="41402"/>
                  </a:lnTo>
                  <a:lnTo>
                    <a:pt x="344460" y="41402"/>
                  </a:lnTo>
                  <a:lnTo>
                    <a:pt x="323383" y="25758"/>
                  </a:lnTo>
                  <a:lnTo>
                    <a:pt x="282934" y="11350"/>
                  </a:lnTo>
                  <a:lnTo>
                    <a:pt x="233987" y="2813"/>
                  </a:lnTo>
                  <a:lnTo>
                    <a:pt x="180975" y="0"/>
                  </a:lnTo>
                  <a:close/>
                </a:path>
                <a:path w="361314" h="144779">
                  <a:moveTo>
                    <a:pt x="344460" y="41402"/>
                  </a:moveTo>
                  <a:lnTo>
                    <a:pt x="180975" y="41402"/>
                  </a:lnTo>
                  <a:lnTo>
                    <a:pt x="237757" y="44910"/>
                  </a:lnTo>
                  <a:lnTo>
                    <a:pt x="280146" y="53371"/>
                  </a:lnTo>
                  <a:lnTo>
                    <a:pt x="307651" y="63690"/>
                  </a:lnTo>
                  <a:lnTo>
                    <a:pt x="319786" y="72771"/>
                  </a:lnTo>
                  <a:lnTo>
                    <a:pt x="307276" y="81410"/>
                  </a:lnTo>
                  <a:lnTo>
                    <a:pt x="279812" y="91503"/>
                  </a:lnTo>
                  <a:lnTo>
                    <a:pt x="237632" y="99881"/>
                  </a:lnTo>
                  <a:lnTo>
                    <a:pt x="180975" y="103378"/>
                  </a:lnTo>
                  <a:lnTo>
                    <a:pt x="345370" y="103378"/>
                  </a:lnTo>
                  <a:lnTo>
                    <a:pt x="350903" y="99315"/>
                  </a:lnTo>
                  <a:lnTo>
                    <a:pt x="361061" y="72771"/>
                  </a:lnTo>
                  <a:lnTo>
                    <a:pt x="350903" y="46183"/>
                  </a:lnTo>
                  <a:lnTo>
                    <a:pt x="344460" y="4140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36724" y="7971078"/>
              <a:ext cx="509930" cy="511251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420472" y="4669917"/>
              <a:ext cx="578421" cy="578358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427584" y="6872490"/>
              <a:ext cx="564248" cy="564248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702434" y="5722302"/>
              <a:ext cx="578421" cy="578421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19325" y="3545293"/>
              <a:ext cx="578396" cy="578396"/>
            </a:xfrm>
            <a:prstGeom prst="rect">
              <a:avLst/>
            </a:prstGeom>
          </p:spPr>
        </p:pic>
      </p:grpSp>
      <p:sp>
        <p:nvSpPr>
          <p:cNvPr id="117" name="object 117" descr=""/>
          <p:cNvSpPr txBox="1"/>
          <p:nvPr/>
        </p:nvSpPr>
        <p:spPr>
          <a:xfrm>
            <a:off x="3858514" y="9875926"/>
            <a:ext cx="1480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75" b="1">
                <a:latin typeface="Calibri"/>
                <a:cs typeface="Calibri"/>
              </a:rPr>
              <a:t>Details</a:t>
            </a:r>
            <a:r>
              <a:rPr dirty="0" sz="1600" spc="125" b="1">
                <a:latin typeface="Calibri"/>
                <a:cs typeface="Calibri"/>
              </a:rPr>
              <a:t> </a:t>
            </a:r>
            <a:r>
              <a:rPr dirty="0" sz="1600" spc="145" b="1">
                <a:latin typeface="Calibri"/>
                <a:cs typeface="Calibri"/>
              </a:rPr>
              <a:t>follow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8" name="object 118" descr=""/>
          <p:cNvSpPr/>
          <p:nvPr/>
        </p:nvSpPr>
        <p:spPr>
          <a:xfrm>
            <a:off x="1536064" y="9822878"/>
            <a:ext cx="6433185" cy="0"/>
          </a:xfrm>
          <a:custGeom>
            <a:avLst/>
            <a:gdLst/>
            <a:ahLst/>
            <a:cxnLst/>
            <a:rect l="l" t="t" r="r" b="b"/>
            <a:pathLst>
              <a:path w="6433184" h="0">
                <a:moveTo>
                  <a:pt x="0" y="0"/>
                </a:moveTo>
                <a:lnTo>
                  <a:pt x="6433185" y="0"/>
                </a:lnTo>
              </a:path>
            </a:pathLst>
          </a:custGeom>
          <a:ln w="19050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1779" y="1961451"/>
            <a:ext cx="17336770" cy="8326120"/>
            <a:chOff x="721779" y="1961451"/>
            <a:chExt cx="17336770" cy="83261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29093" y="2281664"/>
              <a:ext cx="6029001" cy="800533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409423" y="2384425"/>
              <a:ext cx="5193030" cy="7308215"/>
            </a:xfrm>
            <a:custGeom>
              <a:avLst/>
              <a:gdLst/>
              <a:ahLst/>
              <a:cxnLst/>
              <a:rect l="l" t="t" r="r" b="b"/>
              <a:pathLst>
                <a:path w="5193030" h="7308215">
                  <a:moveTo>
                    <a:pt x="5122545" y="0"/>
                  </a:moveTo>
                  <a:lnTo>
                    <a:pt x="70230" y="0"/>
                  </a:lnTo>
                  <a:lnTo>
                    <a:pt x="42916" y="5526"/>
                  </a:lnTo>
                  <a:lnTo>
                    <a:pt x="20589" y="20589"/>
                  </a:lnTo>
                  <a:lnTo>
                    <a:pt x="5526" y="42916"/>
                  </a:lnTo>
                  <a:lnTo>
                    <a:pt x="0" y="70230"/>
                  </a:lnTo>
                  <a:lnTo>
                    <a:pt x="0" y="7237577"/>
                  </a:lnTo>
                  <a:lnTo>
                    <a:pt x="5526" y="7264878"/>
                  </a:lnTo>
                  <a:lnTo>
                    <a:pt x="20589" y="7287174"/>
                  </a:lnTo>
                  <a:lnTo>
                    <a:pt x="42916" y="7302207"/>
                  </a:lnTo>
                  <a:lnTo>
                    <a:pt x="70230" y="7307719"/>
                  </a:lnTo>
                  <a:lnTo>
                    <a:pt x="5122545" y="7307719"/>
                  </a:lnTo>
                  <a:lnTo>
                    <a:pt x="5149859" y="7302207"/>
                  </a:lnTo>
                  <a:lnTo>
                    <a:pt x="5172186" y="7287174"/>
                  </a:lnTo>
                  <a:lnTo>
                    <a:pt x="5187249" y="7264878"/>
                  </a:lnTo>
                  <a:lnTo>
                    <a:pt x="5192776" y="7237577"/>
                  </a:lnTo>
                  <a:lnTo>
                    <a:pt x="5192776" y="70230"/>
                  </a:lnTo>
                  <a:lnTo>
                    <a:pt x="5187249" y="42916"/>
                  </a:lnTo>
                  <a:lnTo>
                    <a:pt x="5172186" y="20589"/>
                  </a:lnTo>
                  <a:lnTo>
                    <a:pt x="5149859" y="5526"/>
                  </a:lnTo>
                  <a:lnTo>
                    <a:pt x="51225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607924" y="2589530"/>
              <a:ext cx="4795520" cy="6898005"/>
            </a:xfrm>
            <a:custGeom>
              <a:avLst/>
              <a:gdLst/>
              <a:ahLst/>
              <a:cxnLst/>
              <a:rect l="l" t="t" r="r" b="b"/>
              <a:pathLst>
                <a:path w="4795519" h="6898005">
                  <a:moveTo>
                    <a:pt x="0" y="64770"/>
                  </a:moveTo>
                  <a:lnTo>
                    <a:pt x="5101" y="39540"/>
                  </a:lnTo>
                  <a:lnTo>
                    <a:pt x="19002" y="18954"/>
                  </a:lnTo>
                  <a:lnTo>
                    <a:pt x="39594" y="5083"/>
                  </a:lnTo>
                  <a:lnTo>
                    <a:pt x="64770" y="0"/>
                  </a:lnTo>
                  <a:lnTo>
                    <a:pt x="4730750" y="0"/>
                  </a:lnTo>
                  <a:lnTo>
                    <a:pt x="4755979" y="5083"/>
                  </a:lnTo>
                  <a:lnTo>
                    <a:pt x="4776565" y="18954"/>
                  </a:lnTo>
                  <a:lnTo>
                    <a:pt x="4790436" y="39540"/>
                  </a:lnTo>
                  <a:lnTo>
                    <a:pt x="4795519" y="64770"/>
                  </a:lnTo>
                  <a:lnTo>
                    <a:pt x="4795519" y="6832777"/>
                  </a:lnTo>
                  <a:lnTo>
                    <a:pt x="4790436" y="6858000"/>
                  </a:lnTo>
                  <a:lnTo>
                    <a:pt x="4776565" y="6878596"/>
                  </a:lnTo>
                  <a:lnTo>
                    <a:pt x="4755979" y="6892481"/>
                  </a:lnTo>
                  <a:lnTo>
                    <a:pt x="4730750" y="6897573"/>
                  </a:lnTo>
                  <a:lnTo>
                    <a:pt x="64770" y="6897573"/>
                  </a:lnTo>
                  <a:lnTo>
                    <a:pt x="39594" y="6892481"/>
                  </a:lnTo>
                  <a:lnTo>
                    <a:pt x="19002" y="6878596"/>
                  </a:lnTo>
                  <a:lnTo>
                    <a:pt x="5101" y="6858000"/>
                  </a:lnTo>
                  <a:lnTo>
                    <a:pt x="0" y="6832777"/>
                  </a:lnTo>
                  <a:lnTo>
                    <a:pt x="0" y="6477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8223" y="1961451"/>
              <a:ext cx="8046211" cy="832554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779" y="2384425"/>
              <a:ext cx="11886399" cy="730771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717290" y="5847715"/>
              <a:ext cx="2985770" cy="76200"/>
            </a:xfrm>
            <a:custGeom>
              <a:avLst/>
              <a:gdLst/>
              <a:ahLst/>
              <a:cxnLst/>
              <a:rect l="l" t="t" r="r" b="b"/>
              <a:pathLst>
                <a:path w="2985770" h="76200">
                  <a:moveTo>
                    <a:pt x="2909062" y="0"/>
                  </a:moveTo>
                  <a:lnTo>
                    <a:pt x="2909062" y="76200"/>
                  </a:lnTo>
                  <a:lnTo>
                    <a:pt x="2966212" y="47625"/>
                  </a:lnTo>
                  <a:lnTo>
                    <a:pt x="2921762" y="47625"/>
                  </a:lnTo>
                  <a:lnTo>
                    <a:pt x="2921762" y="28575"/>
                  </a:lnTo>
                  <a:lnTo>
                    <a:pt x="2966212" y="28575"/>
                  </a:lnTo>
                  <a:lnTo>
                    <a:pt x="2909062" y="0"/>
                  </a:lnTo>
                  <a:close/>
                </a:path>
                <a:path w="2985770" h="76200">
                  <a:moveTo>
                    <a:pt x="2909062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2909062" y="47625"/>
                  </a:lnTo>
                  <a:lnTo>
                    <a:pt x="2909062" y="28575"/>
                  </a:lnTo>
                  <a:close/>
                </a:path>
                <a:path w="2985770" h="76200">
                  <a:moveTo>
                    <a:pt x="2966212" y="28575"/>
                  </a:moveTo>
                  <a:lnTo>
                    <a:pt x="2921762" y="28575"/>
                  </a:lnTo>
                  <a:lnTo>
                    <a:pt x="2921762" y="47625"/>
                  </a:lnTo>
                  <a:lnTo>
                    <a:pt x="2966212" y="47625"/>
                  </a:lnTo>
                  <a:lnTo>
                    <a:pt x="2985262" y="38100"/>
                  </a:lnTo>
                  <a:lnTo>
                    <a:pt x="2966212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423408" y="4761103"/>
              <a:ext cx="679450" cy="2520950"/>
            </a:xfrm>
            <a:custGeom>
              <a:avLst/>
              <a:gdLst/>
              <a:ahLst/>
              <a:cxnLst/>
              <a:rect l="l" t="t" r="r" b="b"/>
              <a:pathLst>
                <a:path w="679450" h="2520950">
                  <a:moveTo>
                    <a:pt x="678903" y="0"/>
                  </a:moveTo>
                  <a:lnTo>
                    <a:pt x="0" y="0"/>
                  </a:lnTo>
                  <a:lnTo>
                    <a:pt x="0" y="2520950"/>
                  </a:lnTo>
                  <a:lnTo>
                    <a:pt x="678903" y="2520950"/>
                  </a:lnTo>
                  <a:lnTo>
                    <a:pt x="678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042645" y="5279771"/>
              <a:ext cx="3926204" cy="300990"/>
            </a:xfrm>
            <a:custGeom>
              <a:avLst/>
              <a:gdLst/>
              <a:ahLst/>
              <a:cxnLst/>
              <a:rect l="l" t="t" r="r" b="b"/>
              <a:pathLst>
                <a:path w="3926205" h="300989">
                  <a:moveTo>
                    <a:pt x="3775836" y="0"/>
                  </a:moveTo>
                  <a:lnTo>
                    <a:pt x="150240" y="0"/>
                  </a:lnTo>
                  <a:lnTo>
                    <a:pt x="102770" y="7663"/>
                  </a:lnTo>
                  <a:lnTo>
                    <a:pt x="61529" y="29000"/>
                  </a:lnTo>
                  <a:lnTo>
                    <a:pt x="29000" y="61529"/>
                  </a:lnTo>
                  <a:lnTo>
                    <a:pt x="7663" y="102770"/>
                  </a:lnTo>
                  <a:lnTo>
                    <a:pt x="0" y="150240"/>
                  </a:lnTo>
                  <a:lnTo>
                    <a:pt x="7663" y="197773"/>
                  </a:lnTo>
                  <a:lnTo>
                    <a:pt x="29000" y="239051"/>
                  </a:lnTo>
                  <a:lnTo>
                    <a:pt x="61529" y="271600"/>
                  </a:lnTo>
                  <a:lnTo>
                    <a:pt x="102770" y="292944"/>
                  </a:lnTo>
                  <a:lnTo>
                    <a:pt x="150240" y="300608"/>
                  </a:lnTo>
                  <a:lnTo>
                    <a:pt x="3775836" y="300608"/>
                  </a:lnTo>
                  <a:lnTo>
                    <a:pt x="3823307" y="292944"/>
                  </a:lnTo>
                  <a:lnTo>
                    <a:pt x="3864548" y="271600"/>
                  </a:lnTo>
                  <a:lnTo>
                    <a:pt x="3897077" y="239051"/>
                  </a:lnTo>
                  <a:lnTo>
                    <a:pt x="3918414" y="197773"/>
                  </a:lnTo>
                  <a:lnTo>
                    <a:pt x="3926077" y="150240"/>
                  </a:lnTo>
                  <a:lnTo>
                    <a:pt x="3918414" y="102770"/>
                  </a:lnTo>
                  <a:lnTo>
                    <a:pt x="3897077" y="61529"/>
                  </a:lnTo>
                  <a:lnTo>
                    <a:pt x="3864548" y="29000"/>
                  </a:lnTo>
                  <a:lnTo>
                    <a:pt x="3823307" y="7663"/>
                  </a:lnTo>
                  <a:lnTo>
                    <a:pt x="377583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4436343" y="5287136"/>
            <a:ext cx="11404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173360"/>
                </a:solidFill>
                <a:latin typeface="Calibri"/>
                <a:cs typeface="Calibri"/>
              </a:rPr>
              <a:t>Databases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3042772" y="3050032"/>
            <a:ext cx="3926204" cy="300990"/>
          </a:xfrm>
          <a:custGeom>
            <a:avLst/>
            <a:gdLst/>
            <a:ahLst/>
            <a:cxnLst/>
            <a:rect l="l" t="t" r="r" b="b"/>
            <a:pathLst>
              <a:path w="3926205" h="300989">
                <a:moveTo>
                  <a:pt x="3775836" y="0"/>
                </a:moveTo>
                <a:lnTo>
                  <a:pt x="150240" y="0"/>
                </a:lnTo>
                <a:lnTo>
                  <a:pt x="102770" y="7663"/>
                </a:lnTo>
                <a:lnTo>
                  <a:pt x="61529" y="29000"/>
                </a:lnTo>
                <a:lnTo>
                  <a:pt x="29000" y="61529"/>
                </a:lnTo>
                <a:lnTo>
                  <a:pt x="7663" y="102770"/>
                </a:lnTo>
                <a:lnTo>
                  <a:pt x="0" y="150241"/>
                </a:lnTo>
                <a:lnTo>
                  <a:pt x="7663" y="197773"/>
                </a:lnTo>
                <a:lnTo>
                  <a:pt x="29000" y="239051"/>
                </a:lnTo>
                <a:lnTo>
                  <a:pt x="61529" y="271600"/>
                </a:lnTo>
                <a:lnTo>
                  <a:pt x="102770" y="292944"/>
                </a:lnTo>
                <a:lnTo>
                  <a:pt x="150240" y="300609"/>
                </a:lnTo>
                <a:lnTo>
                  <a:pt x="3775836" y="300609"/>
                </a:lnTo>
                <a:lnTo>
                  <a:pt x="3823307" y="292944"/>
                </a:lnTo>
                <a:lnTo>
                  <a:pt x="3864548" y="271600"/>
                </a:lnTo>
                <a:lnTo>
                  <a:pt x="3897077" y="239051"/>
                </a:lnTo>
                <a:lnTo>
                  <a:pt x="3918414" y="197773"/>
                </a:lnTo>
                <a:lnTo>
                  <a:pt x="3926078" y="150241"/>
                </a:lnTo>
                <a:lnTo>
                  <a:pt x="3918414" y="102770"/>
                </a:lnTo>
                <a:lnTo>
                  <a:pt x="3897077" y="61529"/>
                </a:lnTo>
                <a:lnTo>
                  <a:pt x="3864548" y="29000"/>
                </a:lnTo>
                <a:lnTo>
                  <a:pt x="3823307" y="7663"/>
                </a:lnTo>
                <a:lnTo>
                  <a:pt x="377583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4044930" y="3056889"/>
            <a:ext cx="19221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6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Warehouses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3042645" y="7509509"/>
            <a:ext cx="3926204" cy="300990"/>
          </a:xfrm>
          <a:custGeom>
            <a:avLst/>
            <a:gdLst/>
            <a:ahLst/>
            <a:cxnLst/>
            <a:rect l="l" t="t" r="r" b="b"/>
            <a:pathLst>
              <a:path w="3926205" h="300990">
                <a:moveTo>
                  <a:pt x="3775836" y="0"/>
                </a:moveTo>
                <a:lnTo>
                  <a:pt x="150240" y="0"/>
                </a:lnTo>
                <a:lnTo>
                  <a:pt x="102770" y="7664"/>
                </a:lnTo>
                <a:lnTo>
                  <a:pt x="61529" y="29008"/>
                </a:lnTo>
                <a:lnTo>
                  <a:pt x="29000" y="61557"/>
                </a:lnTo>
                <a:lnTo>
                  <a:pt x="7663" y="102835"/>
                </a:lnTo>
                <a:lnTo>
                  <a:pt x="0" y="150368"/>
                </a:lnTo>
                <a:lnTo>
                  <a:pt x="7663" y="197838"/>
                </a:lnTo>
                <a:lnTo>
                  <a:pt x="29000" y="239079"/>
                </a:lnTo>
                <a:lnTo>
                  <a:pt x="61529" y="271608"/>
                </a:lnTo>
                <a:lnTo>
                  <a:pt x="102770" y="292945"/>
                </a:lnTo>
                <a:lnTo>
                  <a:pt x="150240" y="300609"/>
                </a:lnTo>
                <a:lnTo>
                  <a:pt x="3775836" y="300609"/>
                </a:lnTo>
                <a:lnTo>
                  <a:pt x="3823307" y="292945"/>
                </a:lnTo>
                <a:lnTo>
                  <a:pt x="3864548" y="271608"/>
                </a:lnTo>
                <a:lnTo>
                  <a:pt x="3897077" y="239079"/>
                </a:lnTo>
                <a:lnTo>
                  <a:pt x="3918414" y="197838"/>
                </a:lnTo>
                <a:lnTo>
                  <a:pt x="3926077" y="150368"/>
                </a:lnTo>
                <a:lnTo>
                  <a:pt x="3918414" y="102835"/>
                </a:lnTo>
                <a:lnTo>
                  <a:pt x="3897077" y="61557"/>
                </a:lnTo>
                <a:lnTo>
                  <a:pt x="3864548" y="29008"/>
                </a:lnTo>
                <a:lnTo>
                  <a:pt x="3823307" y="7664"/>
                </a:lnTo>
                <a:lnTo>
                  <a:pt x="377583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4403069" y="7517130"/>
            <a:ext cx="12077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6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0" b="1">
                <a:solidFill>
                  <a:srgbClr val="173360"/>
                </a:solidFill>
                <a:latin typeface="Calibri"/>
                <a:cs typeface="Calibri"/>
              </a:rPr>
              <a:t>Lakes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802257" y="2384628"/>
            <a:ext cx="15187294" cy="6407150"/>
            <a:chOff x="1802257" y="2384628"/>
            <a:chExt cx="15187294" cy="6407150"/>
          </a:xfrm>
        </p:grpSpPr>
        <p:sp>
          <p:nvSpPr>
            <p:cNvPr id="17" name="object 17" descr=""/>
            <p:cNvSpPr/>
            <p:nvPr/>
          </p:nvSpPr>
          <p:spPr>
            <a:xfrm>
              <a:off x="1916303" y="2854198"/>
              <a:ext cx="627380" cy="574675"/>
            </a:xfrm>
            <a:custGeom>
              <a:avLst/>
              <a:gdLst/>
              <a:ahLst/>
              <a:cxnLst/>
              <a:rect l="l" t="t" r="r" b="b"/>
              <a:pathLst>
                <a:path w="627380" h="574675">
                  <a:moveTo>
                    <a:pt x="627380" y="0"/>
                  </a:moveTo>
                  <a:lnTo>
                    <a:pt x="0" y="0"/>
                  </a:lnTo>
                  <a:lnTo>
                    <a:pt x="0" y="483616"/>
                  </a:lnTo>
                  <a:lnTo>
                    <a:pt x="35841" y="529271"/>
                  </a:lnTo>
                  <a:lnTo>
                    <a:pt x="76037" y="545954"/>
                  </a:lnTo>
                  <a:lnTo>
                    <a:pt x="126991" y="558709"/>
                  </a:lnTo>
                  <a:lnTo>
                    <a:pt x="185631" y="567663"/>
                  </a:lnTo>
                  <a:lnTo>
                    <a:pt x="248887" y="572943"/>
                  </a:lnTo>
                  <a:lnTo>
                    <a:pt x="313690" y="574675"/>
                  </a:lnTo>
                  <a:lnTo>
                    <a:pt x="378852" y="572943"/>
                  </a:lnTo>
                  <a:lnTo>
                    <a:pt x="442248" y="567663"/>
                  </a:lnTo>
                  <a:lnTo>
                    <a:pt x="500868" y="558709"/>
                  </a:lnTo>
                  <a:lnTo>
                    <a:pt x="551702" y="545954"/>
                  </a:lnTo>
                  <a:lnTo>
                    <a:pt x="590974" y="529590"/>
                  </a:lnTo>
                  <a:lnTo>
                    <a:pt x="312547" y="529590"/>
                  </a:lnTo>
                  <a:lnTo>
                    <a:pt x="224042" y="526113"/>
                  </a:lnTo>
                  <a:lnTo>
                    <a:pt x="222544" y="526113"/>
                  </a:lnTo>
                  <a:lnTo>
                    <a:pt x="151041" y="517064"/>
                  </a:lnTo>
                  <a:lnTo>
                    <a:pt x="99884" y="505285"/>
                  </a:lnTo>
                  <a:lnTo>
                    <a:pt x="68223" y="493274"/>
                  </a:lnTo>
                  <a:lnTo>
                    <a:pt x="55880" y="483616"/>
                  </a:lnTo>
                  <a:lnTo>
                    <a:pt x="55880" y="45084"/>
                  </a:lnTo>
                  <a:lnTo>
                    <a:pt x="627380" y="45084"/>
                  </a:lnTo>
                  <a:lnTo>
                    <a:pt x="627380" y="0"/>
                  </a:lnTo>
                  <a:close/>
                </a:path>
                <a:path w="627380" h="574675">
                  <a:moveTo>
                    <a:pt x="627380" y="45084"/>
                  </a:moveTo>
                  <a:lnTo>
                    <a:pt x="569214" y="45084"/>
                  </a:lnTo>
                  <a:lnTo>
                    <a:pt x="569214" y="483616"/>
                  </a:lnTo>
                  <a:lnTo>
                    <a:pt x="556980" y="493615"/>
                  </a:lnTo>
                  <a:lnTo>
                    <a:pt x="525538" y="505669"/>
                  </a:lnTo>
                  <a:lnTo>
                    <a:pt x="474546" y="517320"/>
                  </a:lnTo>
                  <a:lnTo>
                    <a:pt x="403662" y="526113"/>
                  </a:lnTo>
                  <a:lnTo>
                    <a:pt x="312547" y="529590"/>
                  </a:lnTo>
                  <a:lnTo>
                    <a:pt x="590974" y="529590"/>
                  </a:lnTo>
                  <a:lnTo>
                    <a:pt x="591738" y="529271"/>
                  </a:lnTo>
                  <a:lnTo>
                    <a:pt x="617967" y="508534"/>
                  </a:lnTo>
                  <a:lnTo>
                    <a:pt x="627380" y="483616"/>
                  </a:lnTo>
                  <a:lnTo>
                    <a:pt x="627380" y="450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2257" y="3035574"/>
              <a:ext cx="484797" cy="6767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944751" y="2787523"/>
              <a:ext cx="570865" cy="135255"/>
            </a:xfrm>
            <a:custGeom>
              <a:avLst/>
              <a:gdLst/>
              <a:ahLst/>
              <a:cxnLst/>
              <a:rect l="l" t="t" r="r" b="b"/>
              <a:pathLst>
                <a:path w="570864" h="135255">
                  <a:moveTo>
                    <a:pt x="285242" y="0"/>
                  </a:moveTo>
                  <a:lnTo>
                    <a:pt x="209432" y="2438"/>
                  </a:lnTo>
                  <a:lnTo>
                    <a:pt x="141299" y="9303"/>
                  </a:lnTo>
                  <a:lnTo>
                    <a:pt x="83565" y="19923"/>
                  </a:lnTo>
                  <a:lnTo>
                    <a:pt x="38956" y="33622"/>
                  </a:lnTo>
                  <a:lnTo>
                    <a:pt x="0" y="67563"/>
                  </a:lnTo>
                  <a:lnTo>
                    <a:pt x="10192" y="85454"/>
                  </a:lnTo>
                  <a:lnTo>
                    <a:pt x="83566" y="115315"/>
                  </a:lnTo>
                  <a:lnTo>
                    <a:pt x="141299" y="125946"/>
                  </a:lnTo>
                  <a:lnTo>
                    <a:pt x="209432" y="132816"/>
                  </a:lnTo>
                  <a:lnTo>
                    <a:pt x="285242" y="135254"/>
                  </a:lnTo>
                  <a:lnTo>
                    <a:pt x="361042" y="132816"/>
                  </a:lnTo>
                  <a:lnTo>
                    <a:pt x="429151" y="125946"/>
                  </a:lnTo>
                  <a:lnTo>
                    <a:pt x="486854" y="115316"/>
                  </a:lnTo>
                  <a:lnTo>
                    <a:pt x="531433" y="101595"/>
                  </a:lnTo>
                  <a:lnTo>
                    <a:pt x="570357" y="67563"/>
                  </a:lnTo>
                  <a:lnTo>
                    <a:pt x="560173" y="49726"/>
                  </a:lnTo>
                  <a:lnTo>
                    <a:pt x="486854" y="19923"/>
                  </a:lnTo>
                  <a:lnTo>
                    <a:pt x="429151" y="9303"/>
                  </a:lnTo>
                  <a:lnTo>
                    <a:pt x="361042" y="2438"/>
                  </a:lnTo>
                  <a:lnTo>
                    <a:pt x="285242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16303" y="2764917"/>
              <a:ext cx="627380" cy="180975"/>
            </a:xfrm>
            <a:custGeom>
              <a:avLst/>
              <a:gdLst/>
              <a:ahLst/>
              <a:cxnLst/>
              <a:rect l="l" t="t" r="r" b="b"/>
              <a:pathLst>
                <a:path w="627380" h="180975">
                  <a:moveTo>
                    <a:pt x="313690" y="0"/>
                  </a:moveTo>
                  <a:lnTo>
                    <a:pt x="248887" y="1729"/>
                  </a:lnTo>
                  <a:lnTo>
                    <a:pt x="185631" y="6990"/>
                  </a:lnTo>
                  <a:lnTo>
                    <a:pt x="126991" y="15895"/>
                  </a:lnTo>
                  <a:lnTo>
                    <a:pt x="76037" y="28554"/>
                  </a:lnTo>
                  <a:lnTo>
                    <a:pt x="35834" y="45084"/>
                  </a:lnTo>
                  <a:lnTo>
                    <a:pt x="0" y="90169"/>
                  </a:lnTo>
                  <a:lnTo>
                    <a:pt x="9472" y="114806"/>
                  </a:lnTo>
                  <a:lnTo>
                    <a:pt x="76037" y="151888"/>
                  </a:lnTo>
                  <a:lnTo>
                    <a:pt x="126991" y="164561"/>
                  </a:lnTo>
                  <a:lnTo>
                    <a:pt x="185631" y="173473"/>
                  </a:lnTo>
                  <a:lnTo>
                    <a:pt x="248887" y="178737"/>
                  </a:lnTo>
                  <a:lnTo>
                    <a:pt x="313690" y="180466"/>
                  </a:lnTo>
                  <a:lnTo>
                    <a:pt x="378852" y="178737"/>
                  </a:lnTo>
                  <a:lnTo>
                    <a:pt x="442248" y="173473"/>
                  </a:lnTo>
                  <a:lnTo>
                    <a:pt x="500868" y="164561"/>
                  </a:lnTo>
                  <a:lnTo>
                    <a:pt x="551702" y="151888"/>
                  </a:lnTo>
                  <a:lnTo>
                    <a:pt x="591738" y="135341"/>
                  </a:lnTo>
                  <a:lnTo>
                    <a:pt x="315879" y="135341"/>
                  </a:lnTo>
                  <a:lnTo>
                    <a:pt x="225618" y="131785"/>
                  </a:lnTo>
                  <a:lnTo>
                    <a:pt x="224129" y="131785"/>
                  </a:lnTo>
                  <a:lnTo>
                    <a:pt x="152678" y="122786"/>
                  </a:lnTo>
                  <a:lnTo>
                    <a:pt x="101357" y="111142"/>
                  </a:lnTo>
                  <a:lnTo>
                    <a:pt x="69476" y="99394"/>
                  </a:lnTo>
                  <a:lnTo>
                    <a:pt x="57023" y="90169"/>
                  </a:lnTo>
                  <a:lnTo>
                    <a:pt x="69476" y="80653"/>
                  </a:lnTo>
                  <a:lnTo>
                    <a:pt x="101357" y="68868"/>
                  </a:lnTo>
                  <a:lnTo>
                    <a:pt x="152678" y="57333"/>
                  </a:lnTo>
                  <a:lnTo>
                    <a:pt x="223451" y="48566"/>
                  </a:lnTo>
                  <a:lnTo>
                    <a:pt x="313690" y="45084"/>
                  </a:lnTo>
                  <a:lnTo>
                    <a:pt x="591751" y="45084"/>
                  </a:lnTo>
                  <a:lnTo>
                    <a:pt x="551702" y="28554"/>
                  </a:lnTo>
                  <a:lnTo>
                    <a:pt x="500868" y="15895"/>
                  </a:lnTo>
                  <a:lnTo>
                    <a:pt x="442248" y="6990"/>
                  </a:lnTo>
                  <a:lnTo>
                    <a:pt x="378852" y="1729"/>
                  </a:lnTo>
                  <a:lnTo>
                    <a:pt x="313690" y="0"/>
                  </a:lnTo>
                  <a:close/>
                </a:path>
                <a:path w="627380" h="180975">
                  <a:moveTo>
                    <a:pt x="591745" y="45084"/>
                  </a:moveTo>
                  <a:lnTo>
                    <a:pt x="313690" y="45084"/>
                  </a:lnTo>
                  <a:lnTo>
                    <a:pt x="404476" y="48566"/>
                  </a:lnTo>
                  <a:lnTo>
                    <a:pt x="475524" y="57333"/>
                  </a:lnTo>
                  <a:lnTo>
                    <a:pt x="526845" y="68868"/>
                  </a:lnTo>
                  <a:lnTo>
                    <a:pt x="558452" y="80653"/>
                  </a:lnTo>
                  <a:lnTo>
                    <a:pt x="570357" y="90169"/>
                  </a:lnTo>
                  <a:lnTo>
                    <a:pt x="558452" y="99735"/>
                  </a:lnTo>
                  <a:lnTo>
                    <a:pt x="526845" y="111526"/>
                  </a:lnTo>
                  <a:lnTo>
                    <a:pt x="475524" y="123042"/>
                  </a:lnTo>
                  <a:lnTo>
                    <a:pt x="404476" y="131785"/>
                  </a:lnTo>
                  <a:lnTo>
                    <a:pt x="311432" y="135341"/>
                  </a:lnTo>
                  <a:lnTo>
                    <a:pt x="591738" y="135341"/>
                  </a:lnTo>
                  <a:lnTo>
                    <a:pt x="617967" y="114806"/>
                  </a:lnTo>
                  <a:lnTo>
                    <a:pt x="627380" y="90169"/>
                  </a:lnTo>
                  <a:lnTo>
                    <a:pt x="617967" y="65580"/>
                  </a:lnTo>
                  <a:lnTo>
                    <a:pt x="591745" y="450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83664" y="7684970"/>
              <a:ext cx="378142" cy="7130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972691" y="7281926"/>
              <a:ext cx="489584" cy="617855"/>
            </a:xfrm>
            <a:custGeom>
              <a:avLst/>
              <a:gdLst/>
              <a:ahLst/>
              <a:cxnLst/>
              <a:rect l="l" t="t" r="r" b="b"/>
              <a:pathLst>
                <a:path w="489585" h="617854">
                  <a:moveTo>
                    <a:pt x="353313" y="0"/>
                  </a:moveTo>
                  <a:lnTo>
                    <a:pt x="44450" y="0"/>
                  </a:lnTo>
                  <a:lnTo>
                    <a:pt x="27378" y="3690"/>
                  </a:lnTo>
                  <a:lnTo>
                    <a:pt x="13223" y="13811"/>
                  </a:lnTo>
                  <a:lnTo>
                    <a:pt x="3569" y="28932"/>
                  </a:lnTo>
                  <a:lnTo>
                    <a:pt x="0" y="47625"/>
                  </a:lnTo>
                  <a:lnTo>
                    <a:pt x="0" y="570357"/>
                  </a:lnTo>
                  <a:lnTo>
                    <a:pt x="3569" y="588601"/>
                  </a:lnTo>
                  <a:lnTo>
                    <a:pt x="13223" y="603726"/>
                  </a:lnTo>
                  <a:lnTo>
                    <a:pt x="27378" y="614041"/>
                  </a:lnTo>
                  <a:lnTo>
                    <a:pt x="44450" y="617855"/>
                  </a:lnTo>
                  <a:lnTo>
                    <a:pt x="444881" y="617855"/>
                  </a:lnTo>
                  <a:lnTo>
                    <a:pt x="462327" y="614041"/>
                  </a:lnTo>
                  <a:lnTo>
                    <a:pt x="476440" y="603726"/>
                  </a:lnTo>
                  <a:lnTo>
                    <a:pt x="485886" y="588601"/>
                  </a:lnTo>
                  <a:lnTo>
                    <a:pt x="489331" y="570357"/>
                  </a:lnTo>
                  <a:lnTo>
                    <a:pt x="44450" y="570357"/>
                  </a:lnTo>
                  <a:lnTo>
                    <a:pt x="44450" y="47625"/>
                  </a:lnTo>
                  <a:lnTo>
                    <a:pt x="415707" y="47625"/>
                  </a:lnTo>
                  <a:lnTo>
                    <a:pt x="384428" y="14224"/>
                  </a:lnTo>
                  <a:lnTo>
                    <a:pt x="377817" y="8036"/>
                  </a:lnTo>
                  <a:lnTo>
                    <a:pt x="370381" y="3690"/>
                  </a:lnTo>
                  <a:lnTo>
                    <a:pt x="370522" y="3690"/>
                  </a:lnTo>
                  <a:lnTo>
                    <a:pt x="361926" y="900"/>
                  </a:lnTo>
                  <a:lnTo>
                    <a:pt x="353313" y="0"/>
                  </a:lnTo>
                  <a:close/>
                </a:path>
                <a:path w="489585" h="617854">
                  <a:moveTo>
                    <a:pt x="415707" y="47625"/>
                  </a:moveTo>
                  <a:lnTo>
                    <a:pt x="353313" y="47625"/>
                  </a:lnTo>
                  <a:lnTo>
                    <a:pt x="444881" y="145415"/>
                  </a:lnTo>
                  <a:lnTo>
                    <a:pt x="444881" y="570357"/>
                  </a:lnTo>
                  <a:lnTo>
                    <a:pt x="489331" y="570357"/>
                  </a:lnTo>
                  <a:lnTo>
                    <a:pt x="489331" y="145415"/>
                  </a:lnTo>
                  <a:lnTo>
                    <a:pt x="488517" y="136733"/>
                  </a:lnTo>
                  <a:lnTo>
                    <a:pt x="486060" y="128063"/>
                  </a:lnTo>
                  <a:lnTo>
                    <a:pt x="481937" y="119751"/>
                  </a:lnTo>
                  <a:lnTo>
                    <a:pt x="476122" y="112141"/>
                  </a:lnTo>
                  <a:lnTo>
                    <a:pt x="415707" y="476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4095" y="7281926"/>
              <a:ext cx="177927" cy="19011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880235" y="496404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70">
                  <a:moveTo>
                    <a:pt x="515112" y="0"/>
                  </a:moveTo>
                  <a:lnTo>
                    <a:pt x="32131" y="0"/>
                  </a:lnTo>
                  <a:lnTo>
                    <a:pt x="19502" y="2504"/>
                  </a:lnTo>
                  <a:lnTo>
                    <a:pt x="9302" y="9366"/>
                  </a:lnTo>
                  <a:lnTo>
                    <a:pt x="2484" y="19609"/>
                  </a:lnTo>
                  <a:lnTo>
                    <a:pt x="0" y="32258"/>
                  </a:lnTo>
                  <a:lnTo>
                    <a:pt x="0" y="515238"/>
                  </a:lnTo>
                  <a:lnTo>
                    <a:pt x="2484" y="527867"/>
                  </a:lnTo>
                  <a:lnTo>
                    <a:pt x="9302" y="538067"/>
                  </a:lnTo>
                  <a:lnTo>
                    <a:pt x="19502" y="544885"/>
                  </a:lnTo>
                  <a:lnTo>
                    <a:pt x="32131" y="547370"/>
                  </a:lnTo>
                  <a:lnTo>
                    <a:pt x="515112" y="547370"/>
                  </a:lnTo>
                  <a:lnTo>
                    <a:pt x="527760" y="544885"/>
                  </a:lnTo>
                  <a:lnTo>
                    <a:pt x="538003" y="538067"/>
                  </a:lnTo>
                  <a:lnTo>
                    <a:pt x="544865" y="527867"/>
                  </a:lnTo>
                  <a:lnTo>
                    <a:pt x="547369" y="515238"/>
                  </a:lnTo>
                  <a:lnTo>
                    <a:pt x="547369" y="498475"/>
                  </a:lnTo>
                  <a:lnTo>
                    <a:pt x="47625" y="498475"/>
                  </a:lnTo>
                  <a:lnTo>
                    <a:pt x="47625" y="47625"/>
                  </a:lnTo>
                  <a:lnTo>
                    <a:pt x="547369" y="47625"/>
                  </a:lnTo>
                  <a:lnTo>
                    <a:pt x="547369" y="32258"/>
                  </a:lnTo>
                  <a:lnTo>
                    <a:pt x="544865" y="19609"/>
                  </a:lnTo>
                  <a:lnTo>
                    <a:pt x="538003" y="9366"/>
                  </a:lnTo>
                  <a:lnTo>
                    <a:pt x="527760" y="2504"/>
                  </a:lnTo>
                  <a:lnTo>
                    <a:pt x="515112" y="0"/>
                  </a:lnTo>
                  <a:close/>
                </a:path>
                <a:path w="547369" h="547370">
                  <a:moveTo>
                    <a:pt x="547369" y="47625"/>
                  </a:moveTo>
                  <a:lnTo>
                    <a:pt x="498347" y="47625"/>
                  </a:lnTo>
                  <a:lnTo>
                    <a:pt x="498347" y="498475"/>
                  </a:lnTo>
                  <a:lnTo>
                    <a:pt x="547369" y="498475"/>
                  </a:lnTo>
                  <a:lnTo>
                    <a:pt x="547369" y="476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85416" y="5273040"/>
              <a:ext cx="373506" cy="36702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7820406" y="7925435"/>
              <a:ext cx="486409" cy="646430"/>
            </a:xfrm>
            <a:custGeom>
              <a:avLst/>
              <a:gdLst/>
              <a:ahLst/>
              <a:cxnLst/>
              <a:rect l="l" t="t" r="r" b="b"/>
              <a:pathLst>
                <a:path w="486409" h="646429">
                  <a:moveTo>
                    <a:pt x="485902" y="91059"/>
                  </a:moveTo>
                  <a:lnTo>
                    <a:pt x="484047" y="78460"/>
                  </a:lnTo>
                  <a:lnTo>
                    <a:pt x="483984" y="77978"/>
                  </a:lnTo>
                  <a:lnTo>
                    <a:pt x="483882" y="77254"/>
                  </a:lnTo>
                  <a:lnTo>
                    <a:pt x="453313" y="39916"/>
                  </a:lnTo>
                  <a:lnTo>
                    <a:pt x="445770" y="35877"/>
                  </a:lnTo>
                  <a:lnTo>
                    <a:pt x="445770" y="85598"/>
                  </a:lnTo>
                  <a:lnTo>
                    <a:pt x="445770" y="576961"/>
                  </a:lnTo>
                  <a:lnTo>
                    <a:pt x="444754" y="579120"/>
                  </a:lnTo>
                  <a:lnTo>
                    <a:pt x="441452" y="581279"/>
                  </a:lnTo>
                  <a:lnTo>
                    <a:pt x="434975" y="584454"/>
                  </a:lnTo>
                  <a:lnTo>
                    <a:pt x="425196" y="586740"/>
                  </a:lnTo>
                  <a:lnTo>
                    <a:pt x="409917" y="590588"/>
                  </a:lnTo>
                  <a:lnTo>
                    <a:pt x="392658" y="593902"/>
                  </a:lnTo>
                  <a:lnTo>
                    <a:pt x="382905" y="595325"/>
                  </a:lnTo>
                  <a:lnTo>
                    <a:pt x="382905" y="499999"/>
                  </a:lnTo>
                  <a:lnTo>
                    <a:pt x="380453" y="451497"/>
                  </a:lnTo>
                  <a:lnTo>
                    <a:pt x="373164" y="403847"/>
                  </a:lnTo>
                  <a:lnTo>
                    <a:pt x="361061" y="357339"/>
                  </a:lnTo>
                  <a:lnTo>
                    <a:pt x="344157" y="312280"/>
                  </a:lnTo>
                  <a:lnTo>
                    <a:pt x="342773" y="309511"/>
                  </a:lnTo>
                  <a:lnTo>
                    <a:pt x="342773" y="499999"/>
                  </a:lnTo>
                  <a:lnTo>
                    <a:pt x="342773" y="599770"/>
                  </a:lnTo>
                  <a:lnTo>
                    <a:pt x="333375" y="600710"/>
                  </a:lnTo>
                  <a:lnTo>
                    <a:pt x="313778" y="602170"/>
                  </a:lnTo>
                  <a:lnTo>
                    <a:pt x="278765" y="604139"/>
                  </a:lnTo>
                  <a:lnTo>
                    <a:pt x="212598" y="604139"/>
                  </a:lnTo>
                  <a:lnTo>
                    <a:pt x="176542" y="602170"/>
                  </a:lnTo>
                  <a:lnTo>
                    <a:pt x="156489" y="600710"/>
                  </a:lnTo>
                  <a:lnTo>
                    <a:pt x="141097" y="599236"/>
                  </a:lnTo>
                  <a:lnTo>
                    <a:pt x="141097" y="499999"/>
                  </a:lnTo>
                  <a:lnTo>
                    <a:pt x="144411" y="447395"/>
                  </a:lnTo>
                  <a:lnTo>
                    <a:pt x="154241" y="395516"/>
                  </a:lnTo>
                  <a:lnTo>
                    <a:pt x="170307" y="345109"/>
                  </a:lnTo>
                  <a:lnTo>
                    <a:pt x="192379" y="296887"/>
                  </a:lnTo>
                  <a:lnTo>
                    <a:pt x="220218" y="251587"/>
                  </a:lnTo>
                  <a:lnTo>
                    <a:pt x="242316" y="236918"/>
                  </a:lnTo>
                  <a:lnTo>
                    <a:pt x="251104" y="238975"/>
                  </a:lnTo>
                  <a:lnTo>
                    <a:pt x="290842" y="296786"/>
                  </a:lnTo>
                  <a:lnTo>
                    <a:pt x="313245" y="344817"/>
                  </a:lnTo>
                  <a:lnTo>
                    <a:pt x="329514" y="395084"/>
                  </a:lnTo>
                  <a:lnTo>
                    <a:pt x="339420" y="447001"/>
                  </a:lnTo>
                  <a:lnTo>
                    <a:pt x="342773" y="499999"/>
                  </a:lnTo>
                  <a:lnTo>
                    <a:pt x="342773" y="309511"/>
                  </a:lnTo>
                  <a:lnTo>
                    <a:pt x="322516" y="268973"/>
                  </a:lnTo>
                  <a:lnTo>
                    <a:pt x="290703" y="219075"/>
                  </a:lnTo>
                  <a:lnTo>
                    <a:pt x="268706" y="200152"/>
                  </a:lnTo>
                  <a:lnTo>
                    <a:pt x="241744" y="193840"/>
                  </a:lnTo>
                  <a:lnTo>
                    <a:pt x="214579" y="200152"/>
                  </a:lnTo>
                  <a:lnTo>
                    <a:pt x="160909" y="268973"/>
                  </a:lnTo>
                  <a:lnTo>
                    <a:pt x="139458" y="312280"/>
                  </a:lnTo>
                  <a:lnTo>
                    <a:pt x="122428" y="357339"/>
                  </a:lnTo>
                  <a:lnTo>
                    <a:pt x="109994" y="403847"/>
                  </a:lnTo>
                  <a:lnTo>
                    <a:pt x="102400" y="451497"/>
                  </a:lnTo>
                  <a:lnTo>
                    <a:pt x="99822" y="499999"/>
                  </a:lnTo>
                  <a:lnTo>
                    <a:pt x="99822" y="594690"/>
                  </a:lnTo>
                  <a:lnTo>
                    <a:pt x="94132" y="593902"/>
                  </a:lnTo>
                  <a:lnTo>
                    <a:pt x="76263" y="590588"/>
                  </a:lnTo>
                  <a:lnTo>
                    <a:pt x="60833" y="586740"/>
                  </a:lnTo>
                  <a:lnTo>
                    <a:pt x="51054" y="584454"/>
                  </a:lnTo>
                  <a:lnTo>
                    <a:pt x="44450" y="581279"/>
                  </a:lnTo>
                  <a:lnTo>
                    <a:pt x="40132" y="579120"/>
                  </a:lnTo>
                  <a:lnTo>
                    <a:pt x="39116" y="579120"/>
                  </a:lnTo>
                  <a:lnTo>
                    <a:pt x="39116" y="85598"/>
                  </a:lnTo>
                  <a:lnTo>
                    <a:pt x="48768" y="77978"/>
                  </a:lnTo>
                  <a:lnTo>
                    <a:pt x="90043" y="58420"/>
                  </a:lnTo>
                  <a:lnTo>
                    <a:pt x="157822" y="43345"/>
                  </a:lnTo>
                  <a:lnTo>
                    <a:pt x="198297" y="39357"/>
                  </a:lnTo>
                  <a:lnTo>
                    <a:pt x="241808" y="37973"/>
                  </a:lnTo>
                  <a:lnTo>
                    <a:pt x="285394" y="39357"/>
                  </a:lnTo>
                  <a:lnTo>
                    <a:pt x="325958" y="43345"/>
                  </a:lnTo>
                  <a:lnTo>
                    <a:pt x="393827" y="58420"/>
                  </a:lnTo>
                  <a:lnTo>
                    <a:pt x="436118" y="77978"/>
                  </a:lnTo>
                  <a:lnTo>
                    <a:pt x="445770" y="85598"/>
                  </a:lnTo>
                  <a:lnTo>
                    <a:pt x="445770" y="35877"/>
                  </a:lnTo>
                  <a:lnTo>
                    <a:pt x="410083" y="21717"/>
                  </a:lnTo>
                  <a:lnTo>
                    <a:pt x="335305" y="5524"/>
                  </a:lnTo>
                  <a:lnTo>
                    <a:pt x="291782" y="1397"/>
                  </a:lnTo>
                  <a:lnTo>
                    <a:pt x="245110" y="0"/>
                  </a:lnTo>
                  <a:lnTo>
                    <a:pt x="198272" y="1397"/>
                  </a:lnTo>
                  <a:lnTo>
                    <a:pt x="154393" y="5524"/>
                  </a:lnTo>
                  <a:lnTo>
                    <a:pt x="114376" y="12331"/>
                  </a:lnTo>
                  <a:lnTo>
                    <a:pt x="63538" y="26936"/>
                  </a:lnTo>
                  <a:lnTo>
                    <a:pt x="25019" y="47625"/>
                  </a:lnTo>
                  <a:lnTo>
                    <a:pt x="2057" y="78460"/>
                  </a:lnTo>
                  <a:lnTo>
                    <a:pt x="0" y="92075"/>
                  </a:lnTo>
                  <a:lnTo>
                    <a:pt x="0" y="581279"/>
                  </a:lnTo>
                  <a:lnTo>
                    <a:pt x="25361" y="616585"/>
                  </a:lnTo>
                  <a:lnTo>
                    <a:pt x="68465" y="631507"/>
                  </a:lnTo>
                  <a:lnTo>
                    <a:pt x="110769" y="638911"/>
                  </a:lnTo>
                  <a:lnTo>
                    <a:pt x="154622" y="643001"/>
                  </a:lnTo>
                  <a:lnTo>
                    <a:pt x="212598" y="646430"/>
                  </a:lnTo>
                  <a:lnTo>
                    <a:pt x="246253" y="646430"/>
                  </a:lnTo>
                  <a:lnTo>
                    <a:pt x="247396" y="646430"/>
                  </a:lnTo>
                  <a:lnTo>
                    <a:pt x="279781" y="646430"/>
                  </a:lnTo>
                  <a:lnTo>
                    <a:pt x="316014" y="644474"/>
                  </a:lnTo>
                  <a:lnTo>
                    <a:pt x="357886" y="640969"/>
                  </a:lnTo>
                  <a:lnTo>
                    <a:pt x="399605" y="634542"/>
                  </a:lnTo>
                  <a:lnTo>
                    <a:pt x="437134" y="625729"/>
                  </a:lnTo>
                  <a:lnTo>
                    <a:pt x="474916" y="606183"/>
                  </a:lnTo>
                  <a:lnTo>
                    <a:pt x="476529" y="604139"/>
                  </a:lnTo>
                  <a:lnTo>
                    <a:pt x="480479" y="599186"/>
                  </a:lnTo>
                  <a:lnTo>
                    <a:pt x="484403" y="590588"/>
                  </a:lnTo>
                  <a:lnTo>
                    <a:pt x="485902" y="580136"/>
                  </a:lnTo>
                  <a:lnTo>
                    <a:pt x="485902" y="9105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8111" y="8342978"/>
              <a:ext cx="108491" cy="10849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702550" y="8541385"/>
              <a:ext cx="755650" cy="250190"/>
            </a:xfrm>
            <a:custGeom>
              <a:avLst/>
              <a:gdLst/>
              <a:ahLst/>
              <a:cxnLst/>
              <a:rect l="l" t="t" r="r" b="b"/>
              <a:pathLst>
                <a:path w="755650" h="250190">
                  <a:moveTo>
                    <a:pt x="740791" y="0"/>
                  </a:moveTo>
                  <a:lnTo>
                    <a:pt x="721741" y="2413"/>
                  </a:lnTo>
                  <a:lnTo>
                    <a:pt x="714501" y="7366"/>
                  </a:lnTo>
                  <a:lnTo>
                    <a:pt x="681101" y="49022"/>
                  </a:lnTo>
                  <a:lnTo>
                    <a:pt x="597407" y="120142"/>
                  </a:lnTo>
                  <a:lnTo>
                    <a:pt x="501776" y="171577"/>
                  </a:lnTo>
                  <a:lnTo>
                    <a:pt x="394334" y="198628"/>
                  </a:lnTo>
                  <a:lnTo>
                    <a:pt x="336930" y="201041"/>
                  </a:lnTo>
                  <a:lnTo>
                    <a:pt x="293877" y="198628"/>
                  </a:lnTo>
                  <a:lnTo>
                    <a:pt x="212725" y="183896"/>
                  </a:lnTo>
                  <a:lnTo>
                    <a:pt x="136271" y="156845"/>
                  </a:lnTo>
                  <a:lnTo>
                    <a:pt x="66928" y="117729"/>
                  </a:lnTo>
                  <a:lnTo>
                    <a:pt x="38226" y="93218"/>
                  </a:lnTo>
                  <a:lnTo>
                    <a:pt x="28701" y="88265"/>
                  </a:lnTo>
                  <a:lnTo>
                    <a:pt x="11938" y="90678"/>
                  </a:lnTo>
                  <a:lnTo>
                    <a:pt x="4825" y="95631"/>
                  </a:lnTo>
                  <a:lnTo>
                    <a:pt x="0" y="105410"/>
                  </a:lnTo>
                  <a:lnTo>
                    <a:pt x="2413" y="122555"/>
                  </a:lnTo>
                  <a:lnTo>
                    <a:pt x="40640" y="156845"/>
                  </a:lnTo>
                  <a:lnTo>
                    <a:pt x="117094" y="201041"/>
                  </a:lnTo>
                  <a:lnTo>
                    <a:pt x="200786" y="232918"/>
                  </a:lnTo>
                  <a:lnTo>
                    <a:pt x="289178" y="247650"/>
                  </a:lnTo>
                  <a:lnTo>
                    <a:pt x="336930" y="250063"/>
                  </a:lnTo>
                  <a:lnTo>
                    <a:pt x="399033" y="247650"/>
                  </a:lnTo>
                  <a:lnTo>
                    <a:pt x="516127" y="218186"/>
                  </a:lnTo>
                  <a:lnTo>
                    <a:pt x="621283" y="161798"/>
                  </a:lnTo>
                  <a:lnTo>
                    <a:pt x="714501" y="85852"/>
                  </a:lnTo>
                  <a:lnTo>
                    <a:pt x="750316" y="39243"/>
                  </a:lnTo>
                  <a:lnTo>
                    <a:pt x="755142" y="29464"/>
                  </a:lnTo>
                  <a:lnTo>
                    <a:pt x="752728" y="12319"/>
                  </a:lnTo>
                  <a:lnTo>
                    <a:pt x="748029" y="4953"/>
                  </a:lnTo>
                  <a:lnTo>
                    <a:pt x="74079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49972" y="8568308"/>
              <a:ext cx="143382" cy="14719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7518527" y="7752207"/>
              <a:ext cx="358775" cy="713740"/>
            </a:xfrm>
            <a:custGeom>
              <a:avLst/>
              <a:gdLst/>
              <a:ahLst/>
              <a:cxnLst/>
              <a:rect l="l" t="t" r="r" b="b"/>
              <a:pathLst>
                <a:path w="358775" h="713740">
                  <a:moveTo>
                    <a:pt x="334645" y="0"/>
                  </a:moveTo>
                  <a:lnTo>
                    <a:pt x="327405" y="7366"/>
                  </a:lnTo>
                  <a:lnTo>
                    <a:pt x="291592" y="22098"/>
                  </a:lnTo>
                  <a:lnTo>
                    <a:pt x="227075" y="61341"/>
                  </a:lnTo>
                  <a:lnTo>
                    <a:pt x="164973" y="110363"/>
                  </a:lnTo>
                  <a:lnTo>
                    <a:pt x="114680" y="169164"/>
                  </a:lnTo>
                  <a:lnTo>
                    <a:pt x="71754" y="232918"/>
                  </a:lnTo>
                  <a:lnTo>
                    <a:pt x="35941" y="304038"/>
                  </a:lnTo>
                  <a:lnTo>
                    <a:pt x="14350" y="382524"/>
                  </a:lnTo>
                  <a:lnTo>
                    <a:pt x="0" y="463423"/>
                  </a:lnTo>
                  <a:lnTo>
                    <a:pt x="0" y="505079"/>
                  </a:lnTo>
                  <a:lnTo>
                    <a:pt x="2413" y="556514"/>
                  </a:lnTo>
                  <a:lnTo>
                    <a:pt x="19176" y="652145"/>
                  </a:lnTo>
                  <a:lnTo>
                    <a:pt x="35941" y="698754"/>
                  </a:lnTo>
                  <a:lnTo>
                    <a:pt x="57403" y="713359"/>
                  </a:lnTo>
                  <a:lnTo>
                    <a:pt x="64516" y="710946"/>
                  </a:lnTo>
                  <a:lnTo>
                    <a:pt x="74168" y="705993"/>
                  </a:lnTo>
                  <a:lnTo>
                    <a:pt x="81279" y="688848"/>
                  </a:lnTo>
                  <a:lnTo>
                    <a:pt x="78867" y="681482"/>
                  </a:lnTo>
                  <a:lnTo>
                    <a:pt x="62229" y="637413"/>
                  </a:lnTo>
                  <a:lnTo>
                    <a:pt x="45466" y="549148"/>
                  </a:lnTo>
                  <a:lnTo>
                    <a:pt x="45466" y="502539"/>
                  </a:lnTo>
                  <a:lnTo>
                    <a:pt x="47878" y="426593"/>
                  </a:lnTo>
                  <a:lnTo>
                    <a:pt x="90804" y="284353"/>
                  </a:lnTo>
                  <a:lnTo>
                    <a:pt x="169672" y="166751"/>
                  </a:lnTo>
                  <a:lnTo>
                    <a:pt x="279653" y="76073"/>
                  </a:lnTo>
                  <a:lnTo>
                    <a:pt x="344170" y="46609"/>
                  </a:lnTo>
                  <a:lnTo>
                    <a:pt x="351281" y="41656"/>
                  </a:lnTo>
                  <a:lnTo>
                    <a:pt x="358521" y="24511"/>
                  </a:lnTo>
                  <a:lnTo>
                    <a:pt x="356107" y="14732"/>
                  </a:lnTo>
                  <a:lnTo>
                    <a:pt x="351281" y="7366"/>
                  </a:lnTo>
                  <a:lnTo>
                    <a:pt x="33464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2404" y="7705725"/>
              <a:ext cx="143383" cy="144652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8087233" y="7720330"/>
              <a:ext cx="478155" cy="620395"/>
            </a:xfrm>
            <a:custGeom>
              <a:avLst/>
              <a:gdLst/>
              <a:ahLst/>
              <a:cxnLst/>
              <a:rect l="l" t="t" r="r" b="b"/>
              <a:pathLst>
                <a:path w="478154" h="620395">
                  <a:moveTo>
                    <a:pt x="16764" y="0"/>
                  </a:moveTo>
                  <a:lnTo>
                    <a:pt x="4825" y="9906"/>
                  </a:lnTo>
                  <a:lnTo>
                    <a:pt x="2413" y="19685"/>
                  </a:lnTo>
                  <a:lnTo>
                    <a:pt x="0" y="29464"/>
                  </a:lnTo>
                  <a:lnTo>
                    <a:pt x="11938" y="41783"/>
                  </a:lnTo>
                  <a:lnTo>
                    <a:pt x="23875" y="44196"/>
                  </a:lnTo>
                  <a:lnTo>
                    <a:pt x="66928" y="51562"/>
                  </a:lnTo>
                  <a:lnTo>
                    <a:pt x="148209" y="80899"/>
                  </a:lnTo>
                  <a:lnTo>
                    <a:pt x="222250" y="122682"/>
                  </a:lnTo>
                  <a:lnTo>
                    <a:pt x="286766" y="176530"/>
                  </a:lnTo>
                  <a:lnTo>
                    <a:pt x="344170" y="240284"/>
                  </a:lnTo>
                  <a:lnTo>
                    <a:pt x="387096" y="313817"/>
                  </a:lnTo>
                  <a:lnTo>
                    <a:pt x="418211" y="397129"/>
                  </a:lnTo>
                  <a:lnTo>
                    <a:pt x="432562" y="485394"/>
                  </a:lnTo>
                  <a:lnTo>
                    <a:pt x="434975" y="532003"/>
                  </a:lnTo>
                  <a:lnTo>
                    <a:pt x="434975" y="563880"/>
                  </a:lnTo>
                  <a:lnTo>
                    <a:pt x="432562" y="595757"/>
                  </a:lnTo>
                  <a:lnTo>
                    <a:pt x="430149" y="605536"/>
                  </a:lnTo>
                  <a:lnTo>
                    <a:pt x="442087" y="617855"/>
                  </a:lnTo>
                  <a:lnTo>
                    <a:pt x="449325" y="620268"/>
                  </a:lnTo>
                  <a:lnTo>
                    <a:pt x="458850" y="620268"/>
                  </a:lnTo>
                  <a:lnTo>
                    <a:pt x="470789" y="610489"/>
                  </a:lnTo>
                  <a:lnTo>
                    <a:pt x="473201" y="603123"/>
                  </a:lnTo>
                  <a:lnTo>
                    <a:pt x="477900" y="568833"/>
                  </a:lnTo>
                  <a:lnTo>
                    <a:pt x="477900" y="534416"/>
                  </a:lnTo>
                  <a:lnTo>
                    <a:pt x="475615" y="482981"/>
                  </a:lnTo>
                  <a:lnTo>
                    <a:pt x="456438" y="387350"/>
                  </a:lnTo>
                  <a:lnTo>
                    <a:pt x="423037" y="296672"/>
                  </a:lnTo>
                  <a:lnTo>
                    <a:pt x="375158" y="215773"/>
                  </a:lnTo>
                  <a:lnTo>
                    <a:pt x="315468" y="144653"/>
                  </a:lnTo>
                  <a:lnTo>
                    <a:pt x="243713" y="85852"/>
                  </a:lnTo>
                  <a:lnTo>
                    <a:pt x="162560" y="39243"/>
                  </a:lnTo>
                  <a:lnTo>
                    <a:pt x="71755" y="9906"/>
                  </a:lnTo>
                  <a:lnTo>
                    <a:pt x="26289" y="2540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4803" y="8279130"/>
              <a:ext cx="143382" cy="14223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370347" y="460870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5" h="578485">
                  <a:moveTo>
                    <a:pt x="433717" y="453669"/>
                  </a:moveTo>
                  <a:lnTo>
                    <a:pt x="433463" y="444207"/>
                  </a:lnTo>
                  <a:lnTo>
                    <a:pt x="429856" y="435724"/>
                  </a:lnTo>
                  <a:lnTo>
                    <a:pt x="422884" y="429387"/>
                  </a:lnTo>
                  <a:lnTo>
                    <a:pt x="413626" y="426300"/>
                  </a:lnTo>
                  <a:lnTo>
                    <a:pt x="404177" y="426554"/>
                  </a:lnTo>
                  <a:lnTo>
                    <a:pt x="395732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17" y="46901"/>
                  </a:lnTo>
                  <a:lnTo>
                    <a:pt x="338340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088"/>
                  </a:lnTo>
                  <a:lnTo>
                    <a:pt x="977" y="310819"/>
                  </a:lnTo>
                  <a:lnTo>
                    <a:pt x="3911" y="317500"/>
                  </a:lnTo>
                  <a:lnTo>
                    <a:pt x="155422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17" y="453669"/>
                  </a:lnTo>
                  <a:close/>
                </a:path>
                <a:path w="756285" h="578485">
                  <a:moveTo>
                    <a:pt x="755815" y="275209"/>
                  </a:moveTo>
                  <a:lnTo>
                    <a:pt x="754811" y="268579"/>
                  </a:lnTo>
                  <a:lnTo>
                    <a:pt x="751814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094" y="115697"/>
                  </a:lnTo>
                  <a:lnTo>
                    <a:pt x="321995" y="125171"/>
                  </a:lnTo>
                  <a:lnTo>
                    <a:pt x="322249" y="135102"/>
                  </a:lnTo>
                  <a:lnTo>
                    <a:pt x="325856" y="144030"/>
                  </a:lnTo>
                  <a:lnTo>
                    <a:pt x="332841" y="150495"/>
                  </a:lnTo>
                  <a:lnTo>
                    <a:pt x="342087" y="153416"/>
                  </a:lnTo>
                  <a:lnTo>
                    <a:pt x="351536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505" y="48895"/>
                  </a:lnTo>
                  <a:lnTo>
                    <a:pt x="703173" y="275209"/>
                  </a:lnTo>
                  <a:lnTo>
                    <a:pt x="550011" y="530987"/>
                  </a:lnTo>
                  <a:lnTo>
                    <a:pt x="434441" y="530987"/>
                  </a:lnTo>
                  <a:lnTo>
                    <a:pt x="425196" y="532993"/>
                  </a:lnTo>
                  <a:lnTo>
                    <a:pt x="417372" y="538378"/>
                  </a:lnTo>
                  <a:lnTo>
                    <a:pt x="411949" y="546150"/>
                  </a:lnTo>
                  <a:lnTo>
                    <a:pt x="409930" y="555371"/>
                  </a:lnTo>
                  <a:lnTo>
                    <a:pt x="411949" y="564400"/>
                  </a:lnTo>
                  <a:lnTo>
                    <a:pt x="417372" y="571741"/>
                  </a:lnTo>
                  <a:lnTo>
                    <a:pt x="425196" y="576681"/>
                  </a:lnTo>
                  <a:lnTo>
                    <a:pt x="434441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814" y="288036"/>
                  </a:lnTo>
                  <a:lnTo>
                    <a:pt x="754811" y="281851"/>
                  </a:lnTo>
                  <a:lnTo>
                    <a:pt x="755815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4011" y="4833810"/>
              <a:ext cx="128447" cy="12846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370347" y="5596635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5" h="578485">
                  <a:moveTo>
                    <a:pt x="433717" y="453605"/>
                  </a:moveTo>
                  <a:lnTo>
                    <a:pt x="433463" y="444195"/>
                  </a:lnTo>
                  <a:lnTo>
                    <a:pt x="429856" y="435724"/>
                  </a:lnTo>
                  <a:lnTo>
                    <a:pt x="422884" y="429387"/>
                  </a:lnTo>
                  <a:lnTo>
                    <a:pt x="413626" y="426224"/>
                  </a:lnTo>
                  <a:lnTo>
                    <a:pt x="404177" y="426453"/>
                  </a:lnTo>
                  <a:lnTo>
                    <a:pt x="395732" y="430085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17" y="46901"/>
                  </a:lnTo>
                  <a:lnTo>
                    <a:pt x="338340" y="740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449"/>
                  </a:lnTo>
                  <a:lnTo>
                    <a:pt x="0" y="303974"/>
                  </a:lnTo>
                  <a:lnTo>
                    <a:pt x="977" y="310743"/>
                  </a:lnTo>
                  <a:lnTo>
                    <a:pt x="3911" y="317500"/>
                  </a:lnTo>
                  <a:lnTo>
                    <a:pt x="155422" y="568198"/>
                  </a:lnTo>
                  <a:lnTo>
                    <a:pt x="160756" y="574675"/>
                  </a:lnTo>
                  <a:lnTo>
                    <a:pt x="168376" y="578358"/>
                  </a:lnTo>
                  <a:lnTo>
                    <a:pt x="353542" y="578358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788"/>
                  </a:lnTo>
                  <a:lnTo>
                    <a:pt x="433717" y="453605"/>
                  </a:lnTo>
                  <a:close/>
                </a:path>
                <a:path w="756285" h="578485">
                  <a:moveTo>
                    <a:pt x="755815" y="275145"/>
                  </a:moveTo>
                  <a:lnTo>
                    <a:pt x="754811" y="268465"/>
                  </a:lnTo>
                  <a:lnTo>
                    <a:pt x="751814" y="262255"/>
                  </a:lnTo>
                  <a:lnTo>
                    <a:pt x="595096" y="5207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207"/>
                  </a:lnTo>
                  <a:lnTo>
                    <a:pt x="389483" y="11557"/>
                  </a:lnTo>
                  <a:lnTo>
                    <a:pt x="325094" y="115697"/>
                  </a:lnTo>
                  <a:lnTo>
                    <a:pt x="321995" y="125107"/>
                  </a:lnTo>
                  <a:lnTo>
                    <a:pt x="322249" y="134988"/>
                  </a:lnTo>
                  <a:lnTo>
                    <a:pt x="325856" y="143903"/>
                  </a:lnTo>
                  <a:lnTo>
                    <a:pt x="332841" y="150368"/>
                  </a:lnTo>
                  <a:lnTo>
                    <a:pt x="342087" y="153339"/>
                  </a:lnTo>
                  <a:lnTo>
                    <a:pt x="351536" y="152692"/>
                  </a:lnTo>
                  <a:lnTo>
                    <a:pt x="359981" y="148653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505" y="48895"/>
                  </a:lnTo>
                  <a:lnTo>
                    <a:pt x="703173" y="275082"/>
                  </a:lnTo>
                  <a:lnTo>
                    <a:pt x="550011" y="530987"/>
                  </a:lnTo>
                  <a:lnTo>
                    <a:pt x="434441" y="530987"/>
                  </a:lnTo>
                  <a:lnTo>
                    <a:pt x="425196" y="532980"/>
                  </a:lnTo>
                  <a:lnTo>
                    <a:pt x="417372" y="538314"/>
                  </a:lnTo>
                  <a:lnTo>
                    <a:pt x="411949" y="546049"/>
                  </a:lnTo>
                  <a:lnTo>
                    <a:pt x="409930" y="555244"/>
                  </a:lnTo>
                  <a:lnTo>
                    <a:pt x="411949" y="564324"/>
                  </a:lnTo>
                  <a:lnTo>
                    <a:pt x="417372" y="571665"/>
                  </a:lnTo>
                  <a:lnTo>
                    <a:pt x="425196" y="576580"/>
                  </a:lnTo>
                  <a:lnTo>
                    <a:pt x="434441" y="578358"/>
                  </a:lnTo>
                  <a:lnTo>
                    <a:pt x="570712" y="578358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814" y="288036"/>
                  </a:lnTo>
                  <a:lnTo>
                    <a:pt x="754811" y="281838"/>
                  </a:lnTo>
                  <a:lnTo>
                    <a:pt x="755815" y="27514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4011" y="5821616"/>
              <a:ext cx="128447" cy="12846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5370347" y="658444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5" h="578484">
                  <a:moveTo>
                    <a:pt x="433717" y="453669"/>
                  </a:moveTo>
                  <a:lnTo>
                    <a:pt x="433463" y="444207"/>
                  </a:lnTo>
                  <a:lnTo>
                    <a:pt x="429856" y="435724"/>
                  </a:lnTo>
                  <a:lnTo>
                    <a:pt x="422884" y="429387"/>
                  </a:lnTo>
                  <a:lnTo>
                    <a:pt x="413626" y="426300"/>
                  </a:lnTo>
                  <a:lnTo>
                    <a:pt x="404177" y="426554"/>
                  </a:lnTo>
                  <a:lnTo>
                    <a:pt x="395732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17" y="46913"/>
                  </a:lnTo>
                  <a:lnTo>
                    <a:pt x="338340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101"/>
                  </a:lnTo>
                  <a:lnTo>
                    <a:pt x="977" y="310870"/>
                  </a:lnTo>
                  <a:lnTo>
                    <a:pt x="3911" y="317627"/>
                  </a:lnTo>
                  <a:lnTo>
                    <a:pt x="155422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17" y="453669"/>
                  </a:lnTo>
                  <a:close/>
                </a:path>
                <a:path w="756285" h="578484">
                  <a:moveTo>
                    <a:pt x="755815" y="275209"/>
                  </a:moveTo>
                  <a:lnTo>
                    <a:pt x="754811" y="268579"/>
                  </a:lnTo>
                  <a:lnTo>
                    <a:pt x="751814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094" y="115824"/>
                  </a:lnTo>
                  <a:lnTo>
                    <a:pt x="321995" y="125234"/>
                  </a:lnTo>
                  <a:lnTo>
                    <a:pt x="322249" y="135115"/>
                  </a:lnTo>
                  <a:lnTo>
                    <a:pt x="325856" y="144030"/>
                  </a:lnTo>
                  <a:lnTo>
                    <a:pt x="332841" y="150495"/>
                  </a:lnTo>
                  <a:lnTo>
                    <a:pt x="342087" y="153416"/>
                  </a:lnTo>
                  <a:lnTo>
                    <a:pt x="351536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505" y="48895"/>
                  </a:lnTo>
                  <a:lnTo>
                    <a:pt x="703173" y="275209"/>
                  </a:lnTo>
                  <a:lnTo>
                    <a:pt x="550011" y="530987"/>
                  </a:lnTo>
                  <a:lnTo>
                    <a:pt x="434441" y="530987"/>
                  </a:lnTo>
                  <a:lnTo>
                    <a:pt x="425196" y="532993"/>
                  </a:lnTo>
                  <a:lnTo>
                    <a:pt x="417372" y="538378"/>
                  </a:lnTo>
                  <a:lnTo>
                    <a:pt x="411949" y="546150"/>
                  </a:lnTo>
                  <a:lnTo>
                    <a:pt x="409930" y="555371"/>
                  </a:lnTo>
                  <a:lnTo>
                    <a:pt x="411949" y="564400"/>
                  </a:lnTo>
                  <a:lnTo>
                    <a:pt x="417372" y="571741"/>
                  </a:lnTo>
                  <a:lnTo>
                    <a:pt x="425196" y="576681"/>
                  </a:lnTo>
                  <a:lnTo>
                    <a:pt x="434441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814" y="288036"/>
                  </a:lnTo>
                  <a:lnTo>
                    <a:pt x="754811" y="281851"/>
                  </a:lnTo>
                  <a:lnTo>
                    <a:pt x="755815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4011" y="6809549"/>
              <a:ext cx="128447" cy="12846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9928123" y="460870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5">
                  <a:moveTo>
                    <a:pt x="433743" y="453669"/>
                  </a:moveTo>
                  <a:lnTo>
                    <a:pt x="433514" y="444207"/>
                  </a:lnTo>
                  <a:lnTo>
                    <a:pt x="429907" y="435724"/>
                  </a:lnTo>
                  <a:lnTo>
                    <a:pt x="422884" y="429387"/>
                  </a:lnTo>
                  <a:lnTo>
                    <a:pt x="413689" y="426300"/>
                  </a:lnTo>
                  <a:lnTo>
                    <a:pt x="404266" y="426554"/>
                  </a:lnTo>
                  <a:lnTo>
                    <a:pt x="395808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01"/>
                  </a:lnTo>
                  <a:lnTo>
                    <a:pt x="338391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088"/>
                  </a:lnTo>
                  <a:lnTo>
                    <a:pt x="977" y="310819"/>
                  </a:lnTo>
                  <a:lnTo>
                    <a:pt x="3911" y="317500"/>
                  </a:lnTo>
                  <a:lnTo>
                    <a:pt x="155549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43" y="453669"/>
                  </a:lnTo>
                  <a:close/>
                </a:path>
                <a:path w="756284" h="578485">
                  <a:moveTo>
                    <a:pt x="755840" y="275209"/>
                  </a:moveTo>
                  <a:lnTo>
                    <a:pt x="754862" y="268579"/>
                  </a:lnTo>
                  <a:lnTo>
                    <a:pt x="751941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221" y="115697"/>
                  </a:lnTo>
                  <a:lnTo>
                    <a:pt x="322097" y="125171"/>
                  </a:lnTo>
                  <a:lnTo>
                    <a:pt x="322326" y="135102"/>
                  </a:lnTo>
                  <a:lnTo>
                    <a:pt x="325932" y="144030"/>
                  </a:lnTo>
                  <a:lnTo>
                    <a:pt x="332968" y="150495"/>
                  </a:lnTo>
                  <a:lnTo>
                    <a:pt x="342138" y="153416"/>
                  </a:lnTo>
                  <a:lnTo>
                    <a:pt x="351548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209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272" y="532993"/>
                  </a:lnTo>
                  <a:lnTo>
                    <a:pt x="417449" y="538378"/>
                  </a:lnTo>
                  <a:lnTo>
                    <a:pt x="412064" y="546150"/>
                  </a:lnTo>
                  <a:lnTo>
                    <a:pt x="410057" y="555371"/>
                  </a:lnTo>
                  <a:lnTo>
                    <a:pt x="412064" y="564400"/>
                  </a:lnTo>
                  <a:lnTo>
                    <a:pt x="417449" y="571741"/>
                  </a:lnTo>
                  <a:lnTo>
                    <a:pt x="425272" y="576681"/>
                  </a:lnTo>
                  <a:lnTo>
                    <a:pt x="434568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941" y="288036"/>
                  </a:lnTo>
                  <a:lnTo>
                    <a:pt x="754862" y="281851"/>
                  </a:lnTo>
                  <a:lnTo>
                    <a:pt x="755840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41788" y="4833810"/>
              <a:ext cx="128447" cy="128460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9928123" y="5596635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5">
                  <a:moveTo>
                    <a:pt x="433743" y="453605"/>
                  </a:moveTo>
                  <a:lnTo>
                    <a:pt x="433514" y="444195"/>
                  </a:lnTo>
                  <a:lnTo>
                    <a:pt x="429907" y="435724"/>
                  </a:lnTo>
                  <a:lnTo>
                    <a:pt x="422884" y="429387"/>
                  </a:lnTo>
                  <a:lnTo>
                    <a:pt x="413689" y="426224"/>
                  </a:lnTo>
                  <a:lnTo>
                    <a:pt x="404266" y="426453"/>
                  </a:lnTo>
                  <a:lnTo>
                    <a:pt x="395808" y="430085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01"/>
                  </a:lnTo>
                  <a:lnTo>
                    <a:pt x="338391" y="740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449"/>
                  </a:lnTo>
                  <a:lnTo>
                    <a:pt x="0" y="303974"/>
                  </a:lnTo>
                  <a:lnTo>
                    <a:pt x="977" y="310743"/>
                  </a:lnTo>
                  <a:lnTo>
                    <a:pt x="3911" y="317500"/>
                  </a:lnTo>
                  <a:lnTo>
                    <a:pt x="155549" y="568198"/>
                  </a:lnTo>
                  <a:lnTo>
                    <a:pt x="160756" y="574675"/>
                  </a:lnTo>
                  <a:lnTo>
                    <a:pt x="168376" y="578358"/>
                  </a:lnTo>
                  <a:lnTo>
                    <a:pt x="353542" y="578358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788"/>
                  </a:lnTo>
                  <a:lnTo>
                    <a:pt x="433743" y="453605"/>
                  </a:lnTo>
                  <a:close/>
                </a:path>
                <a:path w="756284" h="578485">
                  <a:moveTo>
                    <a:pt x="755840" y="275145"/>
                  </a:moveTo>
                  <a:lnTo>
                    <a:pt x="754862" y="268465"/>
                  </a:lnTo>
                  <a:lnTo>
                    <a:pt x="751941" y="262255"/>
                  </a:lnTo>
                  <a:lnTo>
                    <a:pt x="595096" y="5207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207"/>
                  </a:lnTo>
                  <a:lnTo>
                    <a:pt x="389483" y="11557"/>
                  </a:lnTo>
                  <a:lnTo>
                    <a:pt x="325221" y="115697"/>
                  </a:lnTo>
                  <a:lnTo>
                    <a:pt x="322097" y="125107"/>
                  </a:lnTo>
                  <a:lnTo>
                    <a:pt x="322326" y="134988"/>
                  </a:lnTo>
                  <a:lnTo>
                    <a:pt x="325932" y="143903"/>
                  </a:lnTo>
                  <a:lnTo>
                    <a:pt x="332968" y="150368"/>
                  </a:lnTo>
                  <a:lnTo>
                    <a:pt x="342138" y="153339"/>
                  </a:lnTo>
                  <a:lnTo>
                    <a:pt x="351548" y="152692"/>
                  </a:lnTo>
                  <a:lnTo>
                    <a:pt x="359981" y="148653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082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272" y="532980"/>
                  </a:lnTo>
                  <a:lnTo>
                    <a:pt x="417449" y="538314"/>
                  </a:lnTo>
                  <a:lnTo>
                    <a:pt x="412064" y="546049"/>
                  </a:lnTo>
                  <a:lnTo>
                    <a:pt x="410057" y="555244"/>
                  </a:lnTo>
                  <a:lnTo>
                    <a:pt x="412064" y="564324"/>
                  </a:lnTo>
                  <a:lnTo>
                    <a:pt x="417449" y="571665"/>
                  </a:lnTo>
                  <a:lnTo>
                    <a:pt x="425272" y="576580"/>
                  </a:lnTo>
                  <a:lnTo>
                    <a:pt x="434568" y="578358"/>
                  </a:lnTo>
                  <a:lnTo>
                    <a:pt x="570712" y="578358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941" y="288036"/>
                  </a:lnTo>
                  <a:lnTo>
                    <a:pt x="754862" y="281838"/>
                  </a:lnTo>
                  <a:lnTo>
                    <a:pt x="755840" y="27514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41788" y="5821616"/>
              <a:ext cx="128447" cy="128460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9928123" y="658444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4">
                  <a:moveTo>
                    <a:pt x="433743" y="453669"/>
                  </a:moveTo>
                  <a:lnTo>
                    <a:pt x="433514" y="444207"/>
                  </a:lnTo>
                  <a:lnTo>
                    <a:pt x="429907" y="435724"/>
                  </a:lnTo>
                  <a:lnTo>
                    <a:pt x="422884" y="429387"/>
                  </a:lnTo>
                  <a:lnTo>
                    <a:pt x="413689" y="426300"/>
                  </a:lnTo>
                  <a:lnTo>
                    <a:pt x="404266" y="426554"/>
                  </a:lnTo>
                  <a:lnTo>
                    <a:pt x="395808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13"/>
                  </a:lnTo>
                  <a:lnTo>
                    <a:pt x="338391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101"/>
                  </a:lnTo>
                  <a:lnTo>
                    <a:pt x="977" y="310870"/>
                  </a:lnTo>
                  <a:lnTo>
                    <a:pt x="3911" y="317627"/>
                  </a:lnTo>
                  <a:lnTo>
                    <a:pt x="155549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43" y="453669"/>
                  </a:lnTo>
                  <a:close/>
                </a:path>
                <a:path w="756284" h="578484">
                  <a:moveTo>
                    <a:pt x="755840" y="275209"/>
                  </a:moveTo>
                  <a:lnTo>
                    <a:pt x="754862" y="268579"/>
                  </a:lnTo>
                  <a:lnTo>
                    <a:pt x="751941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221" y="115824"/>
                  </a:lnTo>
                  <a:lnTo>
                    <a:pt x="322097" y="125234"/>
                  </a:lnTo>
                  <a:lnTo>
                    <a:pt x="322326" y="135115"/>
                  </a:lnTo>
                  <a:lnTo>
                    <a:pt x="325932" y="144030"/>
                  </a:lnTo>
                  <a:lnTo>
                    <a:pt x="332968" y="150495"/>
                  </a:lnTo>
                  <a:lnTo>
                    <a:pt x="342138" y="153416"/>
                  </a:lnTo>
                  <a:lnTo>
                    <a:pt x="351548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209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272" y="532993"/>
                  </a:lnTo>
                  <a:lnTo>
                    <a:pt x="417449" y="538378"/>
                  </a:lnTo>
                  <a:lnTo>
                    <a:pt x="412064" y="546150"/>
                  </a:lnTo>
                  <a:lnTo>
                    <a:pt x="410057" y="555371"/>
                  </a:lnTo>
                  <a:lnTo>
                    <a:pt x="412064" y="564400"/>
                  </a:lnTo>
                  <a:lnTo>
                    <a:pt x="417449" y="571741"/>
                  </a:lnTo>
                  <a:lnTo>
                    <a:pt x="425272" y="576681"/>
                  </a:lnTo>
                  <a:lnTo>
                    <a:pt x="434568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941" y="288036"/>
                  </a:lnTo>
                  <a:lnTo>
                    <a:pt x="754862" y="281851"/>
                  </a:lnTo>
                  <a:lnTo>
                    <a:pt x="755840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41788" y="6809549"/>
              <a:ext cx="128447" cy="12846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75971" y="3603777"/>
              <a:ext cx="578421" cy="55623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192755" y="3601364"/>
              <a:ext cx="624293" cy="561695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387952" y="3596424"/>
              <a:ext cx="578421" cy="571588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133067" y="3635197"/>
              <a:ext cx="485952" cy="494080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33067" y="5883440"/>
              <a:ext cx="485952" cy="47798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365093" y="5854293"/>
              <a:ext cx="624293" cy="536346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022199" y="8099501"/>
              <a:ext cx="485952" cy="485952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133067" y="8103527"/>
              <a:ext cx="485952" cy="47798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192755" y="8066277"/>
              <a:ext cx="624293" cy="55245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365093" y="8086128"/>
              <a:ext cx="624293" cy="51202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192755" y="5842000"/>
              <a:ext cx="624293" cy="56083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3525119" y="2384627"/>
              <a:ext cx="2961640" cy="462280"/>
            </a:xfrm>
            <a:custGeom>
              <a:avLst/>
              <a:gdLst/>
              <a:ahLst/>
              <a:cxnLst/>
              <a:rect l="l" t="t" r="r" b="b"/>
              <a:pathLst>
                <a:path w="2961640" h="462280">
                  <a:moveTo>
                    <a:pt x="2961259" y="128054"/>
                  </a:moveTo>
                  <a:lnTo>
                    <a:pt x="2846451" y="128054"/>
                  </a:lnTo>
                  <a:lnTo>
                    <a:pt x="2846451" y="0"/>
                  </a:lnTo>
                  <a:lnTo>
                    <a:pt x="114681" y="0"/>
                  </a:lnTo>
                  <a:lnTo>
                    <a:pt x="114681" y="128054"/>
                  </a:lnTo>
                  <a:lnTo>
                    <a:pt x="0" y="128054"/>
                  </a:lnTo>
                  <a:lnTo>
                    <a:pt x="0" y="333552"/>
                  </a:lnTo>
                  <a:lnTo>
                    <a:pt x="114681" y="333552"/>
                  </a:lnTo>
                  <a:lnTo>
                    <a:pt x="114681" y="461695"/>
                  </a:lnTo>
                  <a:lnTo>
                    <a:pt x="2846451" y="461695"/>
                  </a:lnTo>
                  <a:lnTo>
                    <a:pt x="2846451" y="333552"/>
                  </a:lnTo>
                  <a:lnTo>
                    <a:pt x="2961259" y="333552"/>
                  </a:lnTo>
                  <a:lnTo>
                    <a:pt x="2961259" y="128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1002893" y="3624198"/>
            <a:ext cx="2431415" cy="902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35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800" spc="114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221F1F"/>
                </a:solidFill>
                <a:latin typeface="Calibri"/>
                <a:cs typeface="Calibri"/>
              </a:rPr>
              <a:t>Stores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(I.e.</a:t>
            </a: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PostgreSQL,</a:t>
            </a:r>
            <a:r>
              <a:rPr dirty="0" sz="14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04">
                <a:solidFill>
                  <a:srgbClr val="221F1F"/>
                </a:solidFill>
                <a:latin typeface="Calibri"/>
                <a:cs typeface="Calibri"/>
              </a:rPr>
              <a:t>MongoDB</a:t>
            </a:r>
            <a:endParaRPr sz="14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250"/>
              </a:spcBef>
            </a:pP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Atlas,</a:t>
            </a:r>
            <a:r>
              <a:rPr dirty="0" sz="14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MySQL,</a:t>
            </a:r>
            <a:r>
              <a:rPr dirty="0" sz="1400" spc="5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Oracle</a:t>
            </a:r>
            <a:r>
              <a:rPr dirty="0" sz="14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80">
                <a:solidFill>
                  <a:srgbClr val="221F1F"/>
                </a:solidFill>
                <a:latin typeface="Calibri"/>
                <a:cs typeface="Calibri"/>
              </a:rPr>
              <a:t>DB)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995578" y="5911088"/>
            <a:ext cx="2446020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800" spc="204" b="1">
                <a:solidFill>
                  <a:srgbClr val="221F1F"/>
                </a:solidFill>
                <a:latin typeface="Calibri"/>
                <a:cs typeface="Calibri"/>
              </a:rPr>
              <a:t>Application</a:t>
            </a:r>
            <a:r>
              <a:rPr dirty="0" sz="1800" spc="13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5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ct val="114999"/>
              </a:lnSpc>
              <a:spcBef>
                <a:spcPts val="880"/>
              </a:spcBef>
            </a:pP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(i.e.</a:t>
            </a:r>
            <a:r>
              <a:rPr dirty="0" sz="1400" spc="13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10">
                <a:solidFill>
                  <a:srgbClr val="221F1F"/>
                </a:solidFill>
                <a:latin typeface="Calibri"/>
                <a:cs typeface="Calibri"/>
              </a:rPr>
              <a:t>Salesforce,</a:t>
            </a:r>
            <a:r>
              <a:rPr dirty="0" sz="14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ServiceNow, Github,</a:t>
            </a:r>
            <a:r>
              <a:rPr dirty="0" sz="1400" spc="4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Zendesk)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021486" y="8121522"/>
            <a:ext cx="23945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27050">
              <a:lnSpc>
                <a:spcPct val="100000"/>
              </a:lnSpc>
              <a:spcBef>
                <a:spcPts val="100"/>
              </a:spcBef>
            </a:pPr>
            <a:r>
              <a:rPr dirty="0" sz="1800" spc="305" b="1">
                <a:solidFill>
                  <a:srgbClr val="221F1F"/>
                </a:solidFill>
                <a:latin typeface="Calibri"/>
                <a:cs typeface="Calibri"/>
              </a:rPr>
              <a:t>Log</a:t>
            </a:r>
            <a:r>
              <a:rPr dirty="0" sz="1800" spc="114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800" spc="12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221F1F"/>
                </a:solidFill>
                <a:latin typeface="Calibri"/>
                <a:cs typeface="Calibri"/>
              </a:rPr>
              <a:t>&amp; </a:t>
            </a:r>
            <a:r>
              <a:rPr dirty="0" sz="1800" spc="250" b="1">
                <a:solidFill>
                  <a:srgbClr val="221F1F"/>
                </a:solidFill>
                <a:latin typeface="Calibri"/>
                <a:cs typeface="Calibri"/>
              </a:rPr>
              <a:t>Messaging</a:t>
            </a:r>
            <a:r>
              <a:rPr dirty="0" sz="1800" spc="11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5" b="1">
                <a:solidFill>
                  <a:srgbClr val="221F1F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920902" y="8799956"/>
            <a:ext cx="25971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(i.e.</a:t>
            </a: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05">
                <a:solidFill>
                  <a:srgbClr val="221F1F"/>
                </a:solidFill>
                <a:latin typeface="Calibri"/>
                <a:cs typeface="Calibri"/>
              </a:rPr>
              <a:t>MQTT,</a:t>
            </a:r>
            <a:r>
              <a:rPr dirty="0" sz="14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5">
                <a:solidFill>
                  <a:srgbClr val="221F1F"/>
                </a:solidFill>
                <a:latin typeface="Calibri"/>
                <a:cs typeface="Calibri"/>
              </a:rPr>
              <a:t>Service</a:t>
            </a: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Bus,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Event</a:t>
            </a:r>
            <a:r>
              <a:rPr dirty="0" sz="1400" spc="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Hubs,</a:t>
            </a:r>
            <a:r>
              <a:rPr dirty="0" sz="1400" spc="5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Solace)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7668259" y="8920988"/>
            <a:ext cx="7912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>
                <a:solidFill>
                  <a:srgbClr val="221F1F"/>
                </a:solidFill>
                <a:latin typeface="Calibri"/>
                <a:cs typeface="Calibri"/>
              </a:rPr>
              <a:t>ksqlDB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7017639" y="2384590"/>
            <a:ext cx="2126615" cy="49275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0010" rIns="0" bIns="0" rtlCol="0" vert="horz">
            <a:spAutoFit/>
          </a:bodyPr>
          <a:lstStyle/>
          <a:p>
            <a:pPr marL="401320">
              <a:lnSpc>
                <a:spcPct val="100000"/>
              </a:lnSpc>
              <a:spcBef>
                <a:spcPts val="630"/>
              </a:spcBef>
            </a:pPr>
            <a:r>
              <a:rPr dirty="0" sz="2000" spc="229" b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019802" y="3150489"/>
            <a:ext cx="145796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2540">
              <a:lnSpc>
                <a:spcPct val="100000"/>
              </a:lnSpc>
              <a:spcBef>
                <a:spcPts val="95"/>
              </a:spcBef>
            </a:pPr>
            <a:r>
              <a:rPr dirty="0" sz="1600" spc="190" b="1">
                <a:solidFill>
                  <a:srgbClr val="221F1F"/>
                </a:solidFill>
                <a:latin typeface="Calibri"/>
                <a:cs typeface="Calibri"/>
              </a:rPr>
              <a:t>Source connectors </a:t>
            </a:r>
            <a:r>
              <a:rPr dirty="0" sz="1600" spc="145" i="1">
                <a:solidFill>
                  <a:srgbClr val="221F1F"/>
                </a:solidFill>
                <a:latin typeface="Calibri"/>
                <a:cs typeface="Calibri"/>
              </a:rPr>
              <a:t>Optional:</a:t>
            </a:r>
            <a:r>
              <a:rPr dirty="0" sz="1600" spc="10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 i="1">
                <a:solidFill>
                  <a:srgbClr val="221F1F"/>
                </a:solidFill>
                <a:latin typeface="Calibri"/>
                <a:cs typeface="Calibri"/>
              </a:rPr>
              <a:t>SMT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9576561" y="3150489"/>
            <a:ext cx="145796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1270"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221F1F"/>
                </a:solidFill>
                <a:latin typeface="Calibri"/>
                <a:cs typeface="Calibri"/>
              </a:rPr>
              <a:t>Sink </a:t>
            </a:r>
            <a:r>
              <a:rPr dirty="0" sz="1600" spc="190" b="1">
                <a:solidFill>
                  <a:srgbClr val="221F1F"/>
                </a:solidFill>
                <a:latin typeface="Calibri"/>
                <a:cs typeface="Calibri"/>
              </a:rPr>
              <a:t>connectors </a:t>
            </a:r>
            <a:r>
              <a:rPr dirty="0" sz="1600" spc="145" i="1">
                <a:solidFill>
                  <a:srgbClr val="221F1F"/>
                </a:solidFill>
                <a:latin typeface="Calibri"/>
                <a:cs typeface="Calibri"/>
              </a:rPr>
              <a:t>Optional:</a:t>
            </a:r>
            <a:r>
              <a:rPr dirty="0" sz="1600" spc="10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 i="1">
                <a:solidFill>
                  <a:srgbClr val="221F1F"/>
                </a:solidFill>
                <a:latin typeface="Calibri"/>
                <a:cs typeface="Calibri"/>
              </a:rPr>
              <a:t>SMT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3990446" y="4258240"/>
            <a:ext cx="772795" cy="5175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Amazon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Redshift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2790678" y="4335602"/>
            <a:ext cx="9518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Snowflake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5068804" y="4258538"/>
            <a:ext cx="875030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6680">
              <a:lnSpc>
                <a:spcPct val="115100"/>
              </a:lnSpc>
              <a:spcBef>
                <a:spcPts val="100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Google </a:t>
            </a:r>
            <a:r>
              <a:rPr dirty="0" sz="1400" spc="165">
                <a:solidFill>
                  <a:srgbClr val="221F1F"/>
                </a:solidFill>
                <a:latin typeface="Calibri"/>
                <a:cs typeface="Calibri"/>
              </a:rPr>
              <a:t>BigQuery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6010636" y="4273778"/>
            <a:ext cx="1334135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5430" marR="5080" indent="-253365">
              <a:lnSpc>
                <a:spcPct val="115100"/>
              </a:lnSpc>
              <a:spcBef>
                <a:spcPts val="100"/>
              </a:spcBef>
            </a:pP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Synapse </a:t>
            </a:r>
            <a:r>
              <a:rPr dirty="0" sz="1400" spc="114">
                <a:solidFill>
                  <a:srgbClr val="221F1F"/>
                </a:solidFill>
                <a:latin typeface="Calibri"/>
                <a:cs typeface="Calibri"/>
              </a:rPr>
              <a:t>Analytics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2795250" y="6513042"/>
            <a:ext cx="942975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 marR="5080" indent="-238125">
              <a:lnSpc>
                <a:spcPct val="114999"/>
              </a:lnSpc>
              <a:spcBef>
                <a:spcPts val="100"/>
              </a:spcBef>
            </a:pPr>
            <a:r>
              <a:rPr dirty="0" sz="1400" spc="204">
                <a:solidFill>
                  <a:srgbClr val="221F1F"/>
                </a:solidFill>
                <a:latin typeface="Calibri"/>
                <a:cs typeface="Calibri"/>
              </a:rPr>
              <a:t>MongoDB </a:t>
            </a:r>
            <a:r>
              <a:rPr dirty="0" sz="1400" spc="110">
                <a:solidFill>
                  <a:srgbClr val="221F1F"/>
                </a:solidFill>
                <a:latin typeface="Calibri"/>
                <a:cs typeface="Calibri"/>
              </a:rPr>
              <a:t>Atlas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3905357" y="6513042"/>
            <a:ext cx="94234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14999"/>
              </a:lnSpc>
              <a:spcBef>
                <a:spcPts val="100"/>
              </a:spcBef>
            </a:pP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Amazon </a:t>
            </a:r>
            <a:r>
              <a:rPr dirty="0" sz="1400" spc="210">
                <a:solidFill>
                  <a:srgbClr val="221F1F"/>
                </a:solidFill>
                <a:latin typeface="Calibri"/>
                <a:cs typeface="Calibri"/>
              </a:rPr>
              <a:t>DynamoD </a:t>
            </a:r>
            <a:r>
              <a:rPr dirty="0" sz="1400" spc="235">
                <a:solidFill>
                  <a:srgbClr val="221F1F"/>
                </a:solidFill>
                <a:latin typeface="Calibri"/>
                <a:cs typeface="Calibri"/>
              </a:rPr>
              <a:t>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6144112" y="6513042"/>
            <a:ext cx="106807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1620">
              <a:lnSpc>
                <a:spcPct val="114999"/>
              </a:lnSpc>
              <a:spcBef>
                <a:spcPts val="100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Azure </a:t>
            </a: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Cosmos</a:t>
            </a:r>
            <a:r>
              <a:rPr dirty="0" sz="14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65">
                <a:solidFill>
                  <a:srgbClr val="221F1F"/>
                </a:solidFill>
                <a:latin typeface="Calibri"/>
                <a:cs typeface="Calibri"/>
              </a:rPr>
              <a:t>DB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5099918" y="6513042"/>
            <a:ext cx="81153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4295">
              <a:lnSpc>
                <a:spcPct val="114999"/>
              </a:lnSpc>
              <a:spcBef>
                <a:spcPts val="100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Google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BigTable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2770866" y="8717178"/>
            <a:ext cx="990600" cy="516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685" marR="5080" indent="-7620">
              <a:lnSpc>
                <a:spcPct val="114999"/>
              </a:lnSpc>
              <a:spcBef>
                <a:spcPts val="95"/>
              </a:spcBef>
            </a:pP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Databricks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Delta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Lake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3991589" y="8717178"/>
            <a:ext cx="3187065" cy="516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0670" marR="5080" indent="-268605">
              <a:lnSpc>
                <a:spcPct val="114999"/>
              </a:lnSpc>
              <a:spcBef>
                <a:spcPts val="95"/>
              </a:spcBef>
              <a:tabLst>
                <a:tab pos="908685" algn="l"/>
                <a:tab pos="1163320" algn="l"/>
                <a:tab pos="2335530" algn="l"/>
              </a:tabLst>
            </a:pP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Amazon</a:t>
            </a: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Google</a:t>
            </a:r>
            <a:r>
              <a:rPr dirty="0" sz="1400" spc="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70">
                <a:solidFill>
                  <a:srgbClr val="221F1F"/>
                </a:solidFill>
                <a:latin typeface="Calibri"/>
                <a:cs typeface="Calibri"/>
              </a:rPr>
              <a:t>Cloud</a:t>
            </a:r>
            <a:r>
              <a:rPr dirty="0" sz="1400" spc="2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Blob </a:t>
            </a: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S3</a:t>
            </a: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		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Storage</a:t>
            </a: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3787119" y="2453131"/>
            <a:ext cx="2439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r>
              <a:rPr dirty="0" sz="1800" spc="11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35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6702552" y="4506595"/>
            <a:ext cx="6682105" cy="2759075"/>
            <a:chOff x="6702552" y="4506595"/>
            <a:chExt cx="6682105" cy="2759075"/>
          </a:xfrm>
        </p:grpSpPr>
        <p:sp>
          <p:nvSpPr>
            <p:cNvPr id="78" name="object 78" descr=""/>
            <p:cNvSpPr/>
            <p:nvPr/>
          </p:nvSpPr>
          <p:spPr>
            <a:xfrm>
              <a:off x="13147663" y="5866765"/>
              <a:ext cx="236854" cy="511809"/>
            </a:xfrm>
            <a:custGeom>
              <a:avLst/>
              <a:gdLst/>
              <a:ahLst/>
              <a:cxnLst/>
              <a:rect l="l" t="t" r="r" b="b"/>
              <a:pathLst>
                <a:path w="236855" h="511810">
                  <a:moveTo>
                    <a:pt x="118121" y="0"/>
                  </a:moveTo>
                  <a:lnTo>
                    <a:pt x="117105" y="0"/>
                  </a:lnTo>
                  <a:lnTo>
                    <a:pt x="116978" y="254"/>
                  </a:lnTo>
                  <a:lnTo>
                    <a:pt x="111543" y="7838"/>
                  </a:lnTo>
                  <a:lnTo>
                    <a:pt x="101691" y="21113"/>
                  </a:lnTo>
                  <a:lnTo>
                    <a:pt x="88528" y="38151"/>
                  </a:lnTo>
                  <a:lnTo>
                    <a:pt x="73163" y="57023"/>
                  </a:lnTo>
                  <a:lnTo>
                    <a:pt x="0" y="217618"/>
                  </a:lnTo>
                  <a:lnTo>
                    <a:pt x="18585" y="341852"/>
                  </a:lnTo>
                  <a:lnTo>
                    <a:pt x="71699" y="422032"/>
                  </a:lnTo>
                  <a:lnTo>
                    <a:pt x="102119" y="450469"/>
                  </a:lnTo>
                  <a:lnTo>
                    <a:pt x="104024" y="451738"/>
                  </a:lnTo>
                  <a:lnTo>
                    <a:pt x="105531" y="471459"/>
                  </a:lnTo>
                  <a:lnTo>
                    <a:pt x="107336" y="490823"/>
                  </a:lnTo>
                  <a:lnTo>
                    <a:pt x="108850" y="505567"/>
                  </a:lnTo>
                  <a:lnTo>
                    <a:pt x="109485" y="511429"/>
                  </a:lnTo>
                  <a:lnTo>
                    <a:pt x="125360" y="511429"/>
                  </a:lnTo>
                  <a:lnTo>
                    <a:pt x="126019" y="505567"/>
                  </a:lnTo>
                  <a:lnTo>
                    <a:pt x="127583" y="490823"/>
                  </a:lnTo>
                  <a:lnTo>
                    <a:pt x="129432" y="471459"/>
                  </a:lnTo>
                  <a:lnTo>
                    <a:pt x="130948" y="451738"/>
                  </a:lnTo>
                  <a:lnTo>
                    <a:pt x="132680" y="450469"/>
                  </a:lnTo>
                  <a:lnTo>
                    <a:pt x="137210" y="446913"/>
                  </a:lnTo>
                  <a:lnTo>
                    <a:pt x="117486" y="446913"/>
                  </a:lnTo>
                  <a:lnTo>
                    <a:pt x="107834" y="438658"/>
                  </a:lnTo>
                  <a:lnTo>
                    <a:pt x="105294" y="434594"/>
                  </a:lnTo>
                  <a:lnTo>
                    <a:pt x="105294" y="434213"/>
                  </a:lnTo>
                  <a:lnTo>
                    <a:pt x="116978" y="178308"/>
                  </a:lnTo>
                  <a:lnTo>
                    <a:pt x="116978" y="177800"/>
                  </a:lnTo>
                  <a:lnTo>
                    <a:pt x="226880" y="177800"/>
                  </a:lnTo>
                  <a:lnTo>
                    <a:pt x="226743" y="177044"/>
                  </a:lnTo>
                  <a:lnTo>
                    <a:pt x="202869" y="119111"/>
                  </a:lnTo>
                  <a:lnTo>
                    <a:pt x="162063" y="57023"/>
                  </a:lnTo>
                  <a:lnTo>
                    <a:pt x="146645" y="38151"/>
                  </a:lnTo>
                  <a:lnTo>
                    <a:pt x="133488" y="21113"/>
                  </a:lnTo>
                  <a:lnTo>
                    <a:pt x="123666" y="7838"/>
                  </a:lnTo>
                  <a:lnTo>
                    <a:pt x="118248" y="254"/>
                  </a:lnTo>
                  <a:lnTo>
                    <a:pt x="118121" y="0"/>
                  </a:lnTo>
                  <a:close/>
                </a:path>
                <a:path w="236855" h="511810">
                  <a:moveTo>
                    <a:pt x="226880" y="177800"/>
                  </a:moveTo>
                  <a:lnTo>
                    <a:pt x="118121" y="177800"/>
                  </a:lnTo>
                  <a:lnTo>
                    <a:pt x="118121" y="178308"/>
                  </a:lnTo>
                  <a:lnTo>
                    <a:pt x="129678" y="434213"/>
                  </a:lnTo>
                  <a:lnTo>
                    <a:pt x="129678" y="434594"/>
                  </a:lnTo>
                  <a:lnTo>
                    <a:pt x="127011" y="438658"/>
                  </a:lnTo>
                  <a:lnTo>
                    <a:pt x="117486" y="446913"/>
                  </a:lnTo>
                  <a:lnTo>
                    <a:pt x="137210" y="446913"/>
                  </a:lnTo>
                  <a:lnTo>
                    <a:pt x="168215" y="416641"/>
                  </a:lnTo>
                  <a:lnTo>
                    <a:pt x="207844" y="359817"/>
                  </a:lnTo>
                  <a:lnTo>
                    <a:pt x="224233" y="322209"/>
                  </a:lnTo>
                  <a:lnTo>
                    <a:pt x="234678" y="278964"/>
                  </a:lnTo>
                  <a:lnTo>
                    <a:pt x="236430" y="230452"/>
                  </a:lnTo>
                  <a:lnTo>
                    <a:pt x="226972" y="178308"/>
                  </a:lnTo>
                  <a:lnTo>
                    <a:pt x="226880" y="177800"/>
                  </a:lnTo>
                  <a:close/>
                </a:path>
              </a:pathLst>
            </a:custGeom>
            <a:solidFill>
              <a:srgbClr val="001E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702552" y="4506595"/>
              <a:ext cx="2721610" cy="2759075"/>
            </a:xfrm>
            <a:custGeom>
              <a:avLst/>
              <a:gdLst/>
              <a:ahLst/>
              <a:cxnLst/>
              <a:rect l="l" t="t" r="r" b="b"/>
              <a:pathLst>
                <a:path w="2721609" h="2759075">
                  <a:moveTo>
                    <a:pt x="2616327" y="0"/>
                  </a:moveTo>
                  <a:lnTo>
                    <a:pt x="105282" y="0"/>
                  </a:lnTo>
                  <a:lnTo>
                    <a:pt x="64293" y="8290"/>
                  </a:lnTo>
                  <a:lnTo>
                    <a:pt x="30829" y="30892"/>
                  </a:lnTo>
                  <a:lnTo>
                    <a:pt x="8270" y="64400"/>
                  </a:lnTo>
                  <a:lnTo>
                    <a:pt x="0" y="105409"/>
                  </a:lnTo>
                  <a:lnTo>
                    <a:pt x="0" y="2653284"/>
                  </a:lnTo>
                  <a:lnTo>
                    <a:pt x="8270" y="2694273"/>
                  </a:lnTo>
                  <a:lnTo>
                    <a:pt x="30829" y="2727737"/>
                  </a:lnTo>
                  <a:lnTo>
                    <a:pt x="64293" y="2750296"/>
                  </a:lnTo>
                  <a:lnTo>
                    <a:pt x="105282" y="2758566"/>
                  </a:lnTo>
                  <a:lnTo>
                    <a:pt x="2616327" y="2758566"/>
                  </a:lnTo>
                  <a:lnTo>
                    <a:pt x="2657316" y="2750296"/>
                  </a:lnTo>
                  <a:lnTo>
                    <a:pt x="2690780" y="2727737"/>
                  </a:lnTo>
                  <a:lnTo>
                    <a:pt x="2713339" y="2694273"/>
                  </a:lnTo>
                  <a:lnTo>
                    <a:pt x="2721609" y="2653284"/>
                  </a:lnTo>
                  <a:lnTo>
                    <a:pt x="2721609" y="105409"/>
                  </a:lnTo>
                  <a:lnTo>
                    <a:pt x="2713339" y="64400"/>
                  </a:lnTo>
                  <a:lnTo>
                    <a:pt x="2690780" y="30892"/>
                  </a:lnTo>
                  <a:lnTo>
                    <a:pt x="2657316" y="8290"/>
                  </a:lnTo>
                  <a:lnTo>
                    <a:pt x="2616327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166229" y="4912867"/>
              <a:ext cx="1801495" cy="1800225"/>
            </a:xfrm>
            <a:custGeom>
              <a:avLst/>
              <a:gdLst/>
              <a:ahLst/>
              <a:cxnLst/>
              <a:rect l="l" t="t" r="r" b="b"/>
              <a:pathLst>
                <a:path w="1801495" h="1800225">
                  <a:moveTo>
                    <a:pt x="1450467" y="879729"/>
                  </a:moveTo>
                  <a:lnTo>
                    <a:pt x="1415834" y="876973"/>
                  </a:lnTo>
                  <a:lnTo>
                    <a:pt x="1381353" y="875017"/>
                  </a:lnTo>
                  <a:lnTo>
                    <a:pt x="1313307" y="872490"/>
                  </a:lnTo>
                  <a:lnTo>
                    <a:pt x="1171956" y="871093"/>
                  </a:lnTo>
                  <a:lnTo>
                    <a:pt x="979271" y="867092"/>
                  </a:lnTo>
                  <a:lnTo>
                    <a:pt x="930910" y="866775"/>
                  </a:lnTo>
                  <a:lnTo>
                    <a:pt x="930846" y="807593"/>
                  </a:lnTo>
                  <a:lnTo>
                    <a:pt x="930719" y="770242"/>
                  </a:lnTo>
                  <a:lnTo>
                    <a:pt x="930643" y="762889"/>
                  </a:lnTo>
                  <a:lnTo>
                    <a:pt x="930503" y="747115"/>
                  </a:lnTo>
                  <a:lnTo>
                    <a:pt x="930427" y="738251"/>
                  </a:lnTo>
                  <a:lnTo>
                    <a:pt x="930313" y="726821"/>
                  </a:lnTo>
                  <a:lnTo>
                    <a:pt x="930198" y="718185"/>
                  </a:lnTo>
                  <a:lnTo>
                    <a:pt x="929411" y="674052"/>
                  </a:lnTo>
                  <a:lnTo>
                    <a:pt x="928027" y="627126"/>
                  </a:lnTo>
                  <a:lnTo>
                    <a:pt x="925068" y="488569"/>
                  </a:lnTo>
                  <a:lnTo>
                    <a:pt x="923772" y="453948"/>
                  </a:lnTo>
                  <a:lnTo>
                    <a:pt x="922083" y="419468"/>
                  </a:lnTo>
                  <a:lnTo>
                    <a:pt x="920102" y="385254"/>
                  </a:lnTo>
                  <a:lnTo>
                    <a:pt x="917956" y="351409"/>
                  </a:lnTo>
                  <a:lnTo>
                    <a:pt x="880364" y="351409"/>
                  </a:lnTo>
                  <a:lnTo>
                    <a:pt x="877620" y="385254"/>
                  </a:lnTo>
                  <a:lnTo>
                    <a:pt x="875703" y="419468"/>
                  </a:lnTo>
                  <a:lnTo>
                    <a:pt x="874344" y="453948"/>
                  </a:lnTo>
                  <a:lnTo>
                    <a:pt x="872070" y="524637"/>
                  </a:lnTo>
                  <a:lnTo>
                    <a:pt x="868807" y="625729"/>
                  </a:lnTo>
                  <a:lnTo>
                    <a:pt x="867994" y="653859"/>
                  </a:lnTo>
                  <a:lnTo>
                    <a:pt x="867752" y="670560"/>
                  </a:lnTo>
                  <a:lnTo>
                    <a:pt x="867689" y="674052"/>
                  </a:lnTo>
                  <a:lnTo>
                    <a:pt x="867575" y="682002"/>
                  </a:lnTo>
                  <a:lnTo>
                    <a:pt x="867511" y="694283"/>
                  </a:lnTo>
                  <a:lnTo>
                    <a:pt x="867410" y="738251"/>
                  </a:lnTo>
                  <a:lnTo>
                    <a:pt x="856132" y="712914"/>
                  </a:lnTo>
                  <a:lnTo>
                    <a:pt x="844486" y="686879"/>
                  </a:lnTo>
                  <a:lnTo>
                    <a:pt x="833120" y="660565"/>
                  </a:lnTo>
                  <a:lnTo>
                    <a:pt x="822706" y="634365"/>
                  </a:lnTo>
                  <a:lnTo>
                    <a:pt x="766445" y="508762"/>
                  </a:lnTo>
                  <a:lnTo>
                    <a:pt x="751433" y="477431"/>
                  </a:lnTo>
                  <a:lnTo>
                    <a:pt x="722058" y="414705"/>
                  </a:lnTo>
                  <a:lnTo>
                    <a:pt x="707136" y="383286"/>
                  </a:lnTo>
                  <a:lnTo>
                    <a:pt x="671195" y="397637"/>
                  </a:lnTo>
                  <a:lnTo>
                    <a:pt x="682218" y="430199"/>
                  </a:lnTo>
                  <a:lnTo>
                    <a:pt x="693674" y="462699"/>
                  </a:lnTo>
                  <a:lnTo>
                    <a:pt x="705408" y="495160"/>
                  </a:lnTo>
                  <a:lnTo>
                    <a:pt x="717296" y="527558"/>
                  </a:lnTo>
                  <a:lnTo>
                    <a:pt x="766445" y="656082"/>
                  </a:lnTo>
                  <a:lnTo>
                    <a:pt x="776986" y="682917"/>
                  </a:lnTo>
                  <a:lnTo>
                    <a:pt x="797598" y="736066"/>
                  </a:lnTo>
                  <a:lnTo>
                    <a:pt x="808228" y="762889"/>
                  </a:lnTo>
                  <a:lnTo>
                    <a:pt x="787654" y="742721"/>
                  </a:lnTo>
                  <a:lnTo>
                    <a:pt x="746506" y="703618"/>
                  </a:lnTo>
                  <a:lnTo>
                    <a:pt x="627888" y="589661"/>
                  </a:lnTo>
                  <a:lnTo>
                    <a:pt x="576402" y="542937"/>
                  </a:lnTo>
                  <a:lnTo>
                    <a:pt x="523875" y="497332"/>
                  </a:lnTo>
                  <a:lnTo>
                    <a:pt x="497967" y="524637"/>
                  </a:lnTo>
                  <a:lnTo>
                    <a:pt x="588772" y="627126"/>
                  </a:lnTo>
                  <a:lnTo>
                    <a:pt x="682625" y="726821"/>
                  </a:lnTo>
                  <a:lnTo>
                    <a:pt x="702310" y="747115"/>
                  </a:lnTo>
                  <a:lnTo>
                    <a:pt x="742302" y="787247"/>
                  </a:lnTo>
                  <a:lnTo>
                    <a:pt x="762000" y="807593"/>
                  </a:lnTo>
                  <a:lnTo>
                    <a:pt x="710399" y="786168"/>
                  </a:lnTo>
                  <a:lnTo>
                    <a:pt x="528193" y="718185"/>
                  </a:lnTo>
                  <a:lnTo>
                    <a:pt x="495719" y="706602"/>
                  </a:lnTo>
                  <a:lnTo>
                    <a:pt x="430796" y="682002"/>
                  </a:lnTo>
                  <a:lnTo>
                    <a:pt x="398272" y="670560"/>
                  </a:lnTo>
                  <a:lnTo>
                    <a:pt x="383743" y="706602"/>
                  </a:lnTo>
                  <a:lnTo>
                    <a:pt x="383997" y="706602"/>
                  </a:lnTo>
                  <a:lnTo>
                    <a:pt x="508000" y="765683"/>
                  </a:lnTo>
                  <a:lnTo>
                    <a:pt x="635000" y="822071"/>
                  </a:lnTo>
                  <a:lnTo>
                    <a:pt x="660209" y="833729"/>
                  </a:lnTo>
                  <a:lnTo>
                    <a:pt x="685939" y="844956"/>
                  </a:lnTo>
                  <a:lnTo>
                    <a:pt x="712165" y="855916"/>
                  </a:lnTo>
                  <a:lnTo>
                    <a:pt x="738886" y="866775"/>
                  </a:lnTo>
                  <a:lnTo>
                    <a:pt x="710539" y="867232"/>
                  </a:lnTo>
                  <a:lnTo>
                    <a:pt x="653300" y="869251"/>
                  </a:lnTo>
                  <a:lnTo>
                    <a:pt x="487807" y="872490"/>
                  </a:lnTo>
                  <a:lnTo>
                    <a:pt x="454012" y="873810"/>
                  </a:lnTo>
                  <a:lnTo>
                    <a:pt x="350774" y="879729"/>
                  </a:lnTo>
                  <a:lnTo>
                    <a:pt x="350774" y="917321"/>
                  </a:lnTo>
                  <a:lnTo>
                    <a:pt x="385343" y="920013"/>
                  </a:lnTo>
                  <a:lnTo>
                    <a:pt x="419811" y="921931"/>
                  </a:lnTo>
                  <a:lnTo>
                    <a:pt x="624967" y="928878"/>
                  </a:lnTo>
                  <a:lnTo>
                    <a:pt x="867410" y="931799"/>
                  </a:lnTo>
                  <a:lnTo>
                    <a:pt x="867498" y="963320"/>
                  </a:lnTo>
                  <a:lnTo>
                    <a:pt x="867625" y="987933"/>
                  </a:lnTo>
                  <a:lnTo>
                    <a:pt x="867714" y="998778"/>
                  </a:lnTo>
                  <a:lnTo>
                    <a:pt x="867816" y="1009459"/>
                  </a:lnTo>
                  <a:lnTo>
                    <a:pt x="867905" y="1019873"/>
                  </a:lnTo>
                  <a:lnTo>
                    <a:pt x="868578" y="1073150"/>
                  </a:lnTo>
                  <a:lnTo>
                    <a:pt x="869213" y="1112088"/>
                  </a:lnTo>
                  <a:lnTo>
                    <a:pt x="870331" y="1174242"/>
                  </a:lnTo>
                  <a:lnTo>
                    <a:pt x="874649" y="1311275"/>
                  </a:lnTo>
                  <a:lnTo>
                    <a:pt x="877100" y="1379816"/>
                  </a:lnTo>
                  <a:lnTo>
                    <a:pt x="881761" y="1448435"/>
                  </a:lnTo>
                  <a:lnTo>
                    <a:pt x="917956" y="1448435"/>
                  </a:lnTo>
                  <a:lnTo>
                    <a:pt x="922083" y="1379816"/>
                  </a:lnTo>
                  <a:lnTo>
                    <a:pt x="925068" y="1311275"/>
                  </a:lnTo>
                  <a:lnTo>
                    <a:pt x="927989" y="1174242"/>
                  </a:lnTo>
                  <a:lnTo>
                    <a:pt x="929665" y="1145616"/>
                  </a:lnTo>
                  <a:lnTo>
                    <a:pt x="930541" y="1116457"/>
                  </a:lnTo>
                  <a:lnTo>
                    <a:pt x="930770" y="1095883"/>
                  </a:lnTo>
                  <a:lnTo>
                    <a:pt x="930884" y="1073150"/>
                  </a:lnTo>
                  <a:lnTo>
                    <a:pt x="930910" y="1058672"/>
                  </a:lnTo>
                  <a:lnTo>
                    <a:pt x="941997" y="1085507"/>
                  </a:lnTo>
                  <a:lnTo>
                    <a:pt x="953490" y="1112088"/>
                  </a:lnTo>
                  <a:lnTo>
                    <a:pt x="977138" y="1165479"/>
                  </a:lnTo>
                  <a:lnTo>
                    <a:pt x="1033399" y="1289558"/>
                  </a:lnTo>
                  <a:lnTo>
                    <a:pt x="1048105" y="1320812"/>
                  </a:lnTo>
                  <a:lnTo>
                    <a:pt x="1062393" y="1351711"/>
                  </a:lnTo>
                  <a:lnTo>
                    <a:pt x="1076947" y="1382598"/>
                  </a:lnTo>
                  <a:lnTo>
                    <a:pt x="1092454" y="1413764"/>
                  </a:lnTo>
                  <a:lnTo>
                    <a:pt x="1125728" y="1400810"/>
                  </a:lnTo>
                  <a:lnTo>
                    <a:pt x="1114425" y="1368336"/>
                  </a:lnTo>
                  <a:lnTo>
                    <a:pt x="1090790" y="1303375"/>
                  </a:lnTo>
                  <a:lnTo>
                    <a:pt x="1079500" y="1270889"/>
                  </a:lnTo>
                  <a:lnTo>
                    <a:pt x="1031875" y="1142492"/>
                  </a:lnTo>
                  <a:lnTo>
                    <a:pt x="1019924" y="1112393"/>
                  </a:lnTo>
                  <a:lnTo>
                    <a:pt x="1010450" y="1088326"/>
                  </a:lnTo>
                  <a:lnTo>
                    <a:pt x="1000061" y="1061275"/>
                  </a:lnTo>
                  <a:lnTo>
                    <a:pt x="999109" y="1058672"/>
                  </a:lnTo>
                  <a:lnTo>
                    <a:pt x="990092" y="1034161"/>
                  </a:lnTo>
                  <a:lnTo>
                    <a:pt x="1032103" y="1075309"/>
                  </a:lnTo>
                  <a:lnTo>
                    <a:pt x="1075182" y="1116457"/>
                  </a:lnTo>
                  <a:lnTo>
                    <a:pt x="1176274" y="1210310"/>
                  </a:lnTo>
                  <a:lnTo>
                    <a:pt x="1252131" y="1279093"/>
                  </a:lnTo>
                  <a:lnTo>
                    <a:pt x="1278636" y="1302639"/>
                  </a:lnTo>
                  <a:lnTo>
                    <a:pt x="1303274" y="1276604"/>
                  </a:lnTo>
                  <a:lnTo>
                    <a:pt x="1212342" y="1174242"/>
                  </a:lnTo>
                  <a:lnTo>
                    <a:pt x="1118616" y="1073150"/>
                  </a:lnTo>
                  <a:lnTo>
                    <a:pt x="1097965" y="1051699"/>
                  </a:lnTo>
                  <a:lnTo>
                    <a:pt x="1080884" y="1034161"/>
                  </a:lnTo>
                  <a:lnTo>
                    <a:pt x="1056830" y="1009459"/>
                  </a:lnTo>
                  <a:lnTo>
                    <a:pt x="1036193" y="987933"/>
                  </a:lnTo>
                  <a:lnTo>
                    <a:pt x="1090358" y="1009459"/>
                  </a:lnTo>
                  <a:lnTo>
                    <a:pt x="1117409" y="1019873"/>
                  </a:lnTo>
                  <a:lnTo>
                    <a:pt x="1273048" y="1077468"/>
                  </a:lnTo>
                  <a:lnTo>
                    <a:pt x="1305445" y="1088720"/>
                  </a:lnTo>
                  <a:lnTo>
                    <a:pt x="1370355" y="1112393"/>
                  </a:lnTo>
                  <a:lnTo>
                    <a:pt x="1402842" y="1123696"/>
                  </a:lnTo>
                  <a:lnTo>
                    <a:pt x="1415796" y="1090422"/>
                  </a:lnTo>
                  <a:lnTo>
                    <a:pt x="1291717" y="1031240"/>
                  </a:lnTo>
                  <a:lnTo>
                    <a:pt x="1195120" y="987933"/>
                  </a:lnTo>
                  <a:lnTo>
                    <a:pt x="1166241" y="974979"/>
                  </a:lnTo>
                  <a:lnTo>
                    <a:pt x="1060704" y="928878"/>
                  </a:lnTo>
                  <a:lnTo>
                    <a:pt x="1089126" y="928433"/>
                  </a:lnTo>
                  <a:lnTo>
                    <a:pt x="1147051" y="926414"/>
                  </a:lnTo>
                  <a:lnTo>
                    <a:pt x="1313307" y="923036"/>
                  </a:lnTo>
                  <a:lnTo>
                    <a:pt x="1347139" y="921677"/>
                  </a:lnTo>
                  <a:lnTo>
                    <a:pt x="1450467" y="915924"/>
                  </a:lnTo>
                  <a:lnTo>
                    <a:pt x="1450467" y="879729"/>
                  </a:lnTo>
                  <a:close/>
                </a:path>
                <a:path w="1801495" h="1800225">
                  <a:moveTo>
                    <a:pt x="1801241" y="899287"/>
                  </a:moveTo>
                  <a:lnTo>
                    <a:pt x="1800021" y="852944"/>
                  </a:lnTo>
                  <a:lnTo>
                    <a:pt x="1799971" y="851382"/>
                  </a:lnTo>
                  <a:lnTo>
                    <a:pt x="1796376" y="805840"/>
                  </a:lnTo>
                  <a:lnTo>
                    <a:pt x="1796275" y="804443"/>
                  </a:lnTo>
                  <a:lnTo>
                    <a:pt x="1790166" y="758050"/>
                  </a:lnTo>
                  <a:lnTo>
                    <a:pt x="1781721" y="712419"/>
                  </a:lnTo>
                  <a:lnTo>
                    <a:pt x="1771040" y="667778"/>
                  </a:lnTo>
                  <a:lnTo>
                    <a:pt x="1758073" y="623747"/>
                  </a:lnTo>
                  <a:lnTo>
                    <a:pt x="1743011" y="580821"/>
                  </a:lnTo>
                  <a:lnTo>
                    <a:pt x="1725853" y="538911"/>
                  </a:lnTo>
                  <a:lnTo>
                    <a:pt x="1716024" y="517994"/>
                  </a:lnTo>
                  <a:lnTo>
                    <a:pt x="1716024" y="899287"/>
                  </a:lnTo>
                  <a:lnTo>
                    <a:pt x="1714627" y="947051"/>
                  </a:lnTo>
                  <a:lnTo>
                    <a:pt x="1710512" y="994117"/>
                  </a:lnTo>
                  <a:lnTo>
                    <a:pt x="1703743" y="1040371"/>
                  </a:lnTo>
                  <a:lnTo>
                    <a:pt x="1694408" y="1085786"/>
                  </a:lnTo>
                  <a:lnTo>
                    <a:pt x="1682572" y="1130249"/>
                  </a:lnTo>
                  <a:lnTo>
                    <a:pt x="1668322" y="1173695"/>
                  </a:lnTo>
                  <a:lnTo>
                    <a:pt x="1651736" y="1216050"/>
                  </a:lnTo>
                  <a:lnTo>
                    <a:pt x="1632877" y="1257236"/>
                  </a:lnTo>
                  <a:lnTo>
                    <a:pt x="1611845" y="1297165"/>
                  </a:lnTo>
                  <a:lnTo>
                    <a:pt x="1588706" y="1335773"/>
                  </a:lnTo>
                  <a:lnTo>
                    <a:pt x="1563535" y="1372958"/>
                  </a:lnTo>
                  <a:lnTo>
                    <a:pt x="1536420" y="1408671"/>
                  </a:lnTo>
                  <a:lnTo>
                    <a:pt x="1507426" y="1442821"/>
                  </a:lnTo>
                  <a:lnTo>
                    <a:pt x="1476641" y="1475333"/>
                  </a:lnTo>
                  <a:lnTo>
                    <a:pt x="1444129" y="1506131"/>
                  </a:lnTo>
                  <a:lnTo>
                    <a:pt x="1409979" y="1535125"/>
                  </a:lnTo>
                  <a:lnTo>
                    <a:pt x="1374279" y="1562252"/>
                  </a:lnTo>
                  <a:lnTo>
                    <a:pt x="1337081" y="1587423"/>
                  </a:lnTo>
                  <a:lnTo>
                    <a:pt x="1298486" y="1610563"/>
                  </a:lnTo>
                  <a:lnTo>
                    <a:pt x="1258544" y="1631607"/>
                  </a:lnTo>
                  <a:lnTo>
                    <a:pt x="1217371" y="1650453"/>
                  </a:lnTo>
                  <a:lnTo>
                    <a:pt x="1175004" y="1667052"/>
                  </a:lnTo>
                  <a:lnTo>
                    <a:pt x="1131557" y="1681302"/>
                  </a:lnTo>
                  <a:lnTo>
                    <a:pt x="1087081" y="1693138"/>
                  </a:lnTo>
                  <a:lnTo>
                    <a:pt x="1041666" y="1702485"/>
                  </a:lnTo>
                  <a:lnTo>
                    <a:pt x="995387" y="1709254"/>
                  </a:lnTo>
                  <a:lnTo>
                    <a:pt x="948321" y="1713369"/>
                  </a:lnTo>
                  <a:lnTo>
                    <a:pt x="900557" y="1714754"/>
                  </a:lnTo>
                  <a:lnTo>
                    <a:pt x="852792" y="1713369"/>
                  </a:lnTo>
                  <a:lnTo>
                    <a:pt x="805738" y="1709254"/>
                  </a:lnTo>
                  <a:lnTo>
                    <a:pt x="759472" y="1702485"/>
                  </a:lnTo>
                  <a:lnTo>
                    <a:pt x="714057" y="1693138"/>
                  </a:lnTo>
                  <a:lnTo>
                    <a:pt x="669594" y="1681302"/>
                  </a:lnTo>
                  <a:lnTo>
                    <a:pt x="626148" y="1667052"/>
                  </a:lnTo>
                  <a:lnTo>
                    <a:pt x="583793" y="1650453"/>
                  </a:lnTo>
                  <a:lnTo>
                    <a:pt x="542607" y="1631607"/>
                  </a:lnTo>
                  <a:lnTo>
                    <a:pt x="502678" y="1610563"/>
                  </a:lnTo>
                  <a:lnTo>
                    <a:pt x="464070" y="1587423"/>
                  </a:lnTo>
                  <a:lnTo>
                    <a:pt x="426885" y="1562252"/>
                  </a:lnTo>
                  <a:lnTo>
                    <a:pt x="391172" y="1535125"/>
                  </a:lnTo>
                  <a:lnTo>
                    <a:pt x="357022" y="1506131"/>
                  </a:lnTo>
                  <a:lnTo>
                    <a:pt x="324510" y="1475333"/>
                  </a:lnTo>
                  <a:lnTo>
                    <a:pt x="293712" y="1442821"/>
                  </a:lnTo>
                  <a:lnTo>
                    <a:pt x="264718" y="1408671"/>
                  </a:lnTo>
                  <a:lnTo>
                    <a:pt x="237591" y="1372958"/>
                  </a:lnTo>
                  <a:lnTo>
                    <a:pt x="212420" y="1335773"/>
                  </a:lnTo>
                  <a:lnTo>
                    <a:pt x="189280" y="1297165"/>
                  </a:lnTo>
                  <a:lnTo>
                    <a:pt x="168236" y="1257236"/>
                  </a:lnTo>
                  <a:lnTo>
                    <a:pt x="149390" y="1216050"/>
                  </a:lnTo>
                  <a:lnTo>
                    <a:pt x="132791" y="1173695"/>
                  </a:lnTo>
                  <a:lnTo>
                    <a:pt x="118541" y="1130249"/>
                  </a:lnTo>
                  <a:lnTo>
                    <a:pt x="106794" y="1086142"/>
                  </a:lnTo>
                  <a:lnTo>
                    <a:pt x="97383" y="1040511"/>
                  </a:lnTo>
                  <a:lnTo>
                    <a:pt x="90589" y="994117"/>
                  </a:lnTo>
                  <a:lnTo>
                    <a:pt x="86588" y="948436"/>
                  </a:lnTo>
                  <a:lnTo>
                    <a:pt x="85128" y="900684"/>
                  </a:lnTo>
                  <a:lnTo>
                    <a:pt x="85090" y="899287"/>
                  </a:lnTo>
                  <a:lnTo>
                    <a:pt x="86423" y="852944"/>
                  </a:lnTo>
                  <a:lnTo>
                    <a:pt x="86474" y="851382"/>
                  </a:lnTo>
                  <a:lnTo>
                    <a:pt x="90449" y="805840"/>
                  </a:lnTo>
                  <a:lnTo>
                    <a:pt x="90576" y="804443"/>
                  </a:lnTo>
                  <a:lnTo>
                    <a:pt x="90589" y="804202"/>
                  </a:lnTo>
                  <a:lnTo>
                    <a:pt x="97332" y="758050"/>
                  </a:lnTo>
                  <a:lnTo>
                    <a:pt x="97358" y="757821"/>
                  </a:lnTo>
                  <a:lnTo>
                    <a:pt x="106680" y="712419"/>
                  </a:lnTo>
                  <a:lnTo>
                    <a:pt x="118541" y="667778"/>
                  </a:lnTo>
                  <a:lnTo>
                    <a:pt x="132791" y="624281"/>
                  </a:lnTo>
                  <a:lnTo>
                    <a:pt x="149313" y="582091"/>
                  </a:lnTo>
                  <a:lnTo>
                    <a:pt x="168236" y="540689"/>
                  </a:lnTo>
                  <a:lnTo>
                    <a:pt x="189280" y="500748"/>
                  </a:lnTo>
                  <a:lnTo>
                    <a:pt x="212420" y="462140"/>
                  </a:lnTo>
                  <a:lnTo>
                    <a:pt x="237591" y="424954"/>
                  </a:lnTo>
                  <a:lnTo>
                    <a:pt x="264718" y="389267"/>
                  </a:lnTo>
                  <a:lnTo>
                    <a:pt x="293712" y="355155"/>
                  </a:lnTo>
                  <a:lnTo>
                    <a:pt x="324510" y="322681"/>
                  </a:lnTo>
                  <a:lnTo>
                    <a:pt x="357022" y="291934"/>
                  </a:lnTo>
                  <a:lnTo>
                    <a:pt x="391172" y="262978"/>
                  </a:lnTo>
                  <a:lnTo>
                    <a:pt x="426885" y="235915"/>
                  </a:lnTo>
                  <a:lnTo>
                    <a:pt x="464070" y="210794"/>
                  </a:lnTo>
                  <a:lnTo>
                    <a:pt x="502678" y="187706"/>
                  </a:lnTo>
                  <a:lnTo>
                    <a:pt x="542607" y="166712"/>
                  </a:lnTo>
                  <a:lnTo>
                    <a:pt x="583793" y="147916"/>
                  </a:lnTo>
                  <a:lnTo>
                    <a:pt x="626148" y="131368"/>
                  </a:lnTo>
                  <a:lnTo>
                    <a:pt x="669594" y="117157"/>
                  </a:lnTo>
                  <a:lnTo>
                    <a:pt x="714057" y="105359"/>
                  </a:lnTo>
                  <a:lnTo>
                    <a:pt x="759472" y="96062"/>
                  </a:lnTo>
                  <a:lnTo>
                    <a:pt x="805738" y="89319"/>
                  </a:lnTo>
                  <a:lnTo>
                    <a:pt x="852792" y="85217"/>
                  </a:lnTo>
                  <a:lnTo>
                    <a:pt x="900557" y="83820"/>
                  </a:lnTo>
                  <a:lnTo>
                    <a:pt x="948321" y="85217"/>
                  </a:lnTo>
                  <a:lnTo>
                    <a:pt x="995387" y="89319"/>
                  </a:lnTo>
                  <a:lnTo>
                    <a:pt x="1041666" y="96062"/>
                  </a:lnTo>
                  <a:lnTo>
                    <a:pt x="1087081" y="105359"/>
                  </a:lnTo>
                  <a:lnTo>
                    <a:pt x="1131557" y="117157"/>
                  </a:lnTo>
                  <a:lnTo>
                    <a:pt x="1175004" y="131368"/>
                  </a:lnTo>
                  <a:lnTo>
                    <a:pt x="1217371" y="147916"/>
                  </a:lnTo>
                  <a:lnTo>
                    <a:pt x="1258544" y="166712"/>
                  </a:lnTo>
                  <a:lnTo>
                    <a:pt x="1298486" y="187706"/>
                  </a:lnTo>
                  <a:lnTo>
                    <a:pt x="1337081" y="210794"/>
                  </a:lnTo>
                  <a:lnTo>
                    <a:pt x="1374279" y="235915"/>
                  </a:lnTo>
                  <a:lnTo>
                    <a:pt x="1409979" y="262978"/>
                  </a:lnTo>
                  <a:lnTo>
                    <a:pt x="1444129" y="291934"/>
                  </a:lnTo>
                  <a:lnTo>
                    <a:pt x="1476641" y="322681"/>
                  </a:lnTo>
                  <a:lnTo>
                    <a:pt x="1507426" y="355155"/>
                  </a:lnTo>
                  <a:lnTo>
                    <a:pt x="1536420" y="389267"/>
                  </a:lnTo>
                  <a:lnTo>
                    <a:pt x="1563535" y="424954"/>
                  </a:lnTo>
                  <a:lnTo>
                    <a:pt x="1588706" y="462140"/>
                  </a:lnTo>
                  <a:lnTo>
                    <a:pt x="1611845" y="500748"/>
                  </a:lnTo>
                  <a:lnTo>
                    <a:pt x="1632877" y="540689"/>
                  </a:lnTo>
                  <a:lnTo>
                    <a:pt x="1651736" y="581888"/>
                  </a:lnTo>
                  <a:lnTo>
                    <a:pt x="1668322" y="624281"/>
                  </a:lnTo>
                  <a:lnTo>
                    <a:pt x="1682521" y="667639"/>
                  </a:lnTo>
                  <a:lnTo>
                    <a:pt x="1694421" y="712419"/>
                  </a:lnTo>
                  <a:lnTo>
                    <a:pt x="1703743" y="757821"/>
                  </a:lnTo>
                  <a:lnTo>
                    <a:pt x="1710512" y="804202"/>
                  </a:lnTo>
                  <a:lnTo>
                    <a:pt x="1714627" y="851382"/>
                  </a:lnTo>
                  <a:lnTo>
                    <a:pt x="1716024" y="899287"/>
                  </a:lnTo>
                  <a:lnTo>
                    <a:pt x="1716024" y="517994"/>
                  </a:lnTo>
                  <a:lnTo>
                    <a:pt x="1685544" y="458406"/>
                  </a:lnTo>
                  <a:lnTo>
                    <a:pt x="1662506" y="419938"/>
                  </a:lnTo>
                  <a:lnTo>
                    <a:pt x="1637652" y="382739"/>
                  </a:lnTo>
                  <a:lnTo>
                    <a:pt x="1611020" y="346862"/>
                  </a:lnTo>
                  <a:lnTo>
                    <a:pt x="1582674" y="312394"/>
                  </a:lnTo>
                  <a:lnTo>
                    <a:pt x="1552689" y="279374"/>
                  </a:lnTo>
                  <a:lnTo>
                    <a:pt x="1521129" y="247878"/>
                  </a:lnTo>
                  <a:lnTo>
                    <a:pt x="1488046" y="217970"/>
                  </a:lnTo>
                  <a:lnTo>
                    <a:pt x="1453502" y="189687"/>
                  </a:lnTo>
                  <a:lnTo>
                    <a:pt x="1417574" y="163118"/>
                  </a:lnTo>
                  <a:lnTo>
                    <a:pt x="1380312" y="138328"/>
                  </a:lnTo>
                  <a:lnTo>
                    <a:pt x="1341780" y="115354"/>
                  </a:lnTo>
                  <a:lnTo>
                    <a:pt x="1302042" y="94284"/>
                  </a:lnTo>
                  <a:lnTo>
                    <a:pt x="1261160" y="75158"/>
                  </a:lnTo>
                  <a:lnTo>
                    <a:pt x="1219200" y="58051"/>
                  </a:lnTo>
                  <a:lnTo>
                    <a:pt x="1176235" y="43027"/>
                  </a:lnTo>
                  <a:lnTo>
                    <a:pt x="1132662" y="30251"/>
                  </a:lnTo>
                  <a:lnTo>
                    <a:pt x="1087780" y="19532"/>
                  </a:lnTo>
                  <a:lnTo>
                    <a:pt x="1042047" y="11087"/>
                  </a:lnTo>
                  <a:lnTo>
                    <a:pt x="995565" y="4965"/>
                  </a:lnTo>
                  <a:lnTo>
                    <a:pt x="948359" y="1257"/>
                  </a:lnTo>
                  <a:lnTo>
                    <a:pt x="900557" y="0"/>
                  </a:lnTo>
                  <a:lnTo>
                    <a:pt x="852805" y="1257"/>
                  </a:lnTo>
                  <a:lnTo>
                    <a:pt x="805700" y="4965"/>
                  </a:lnTo>
                  <a:lnTo>
                    <a:pt x="759294" y="11087"/>
                  </a:lnTo>
                  <a:lnTo>
                    <a:pt x="713663" y="19532"/>
                  </a:lnTo>
                  <a:lnTo>
                    <a:pt x="668845" y="30251"/>
                  </a:lnTo>
                  <a:lnTo>
                    <a:pt x="624928" y="43180"/>
                  </a:lnTo>
                  <a:lnTo>
                    <a:pt x="581964" y="58254"/>
                  </a:lnTo>
                  <a:lnTo>
                    <a:pt x="540016" y="75412"/>
                  </a:lnTo>
                  <a:lnTo>
                    <a:pt x="499135" y="94589"/>
                  </a:lnTo>
                  <a:lnTo>
                    <a:pt x="459409" y="115722"/>
                  </a:lnTo>
                  <a:lnTo>
                    <a:pt x="420890" y="138760"/>
                  </a:lnTo>
                  <a:lnTo>
                    <a:pt x="383628" y="163626"/>
                  </a:lnTo>
                  <a:lnTo>
                    <a:pt x="347700" y="190258"/>
                  </a:lnTo>
                  <a:lnTo>
                    <a:pt x="313156" y="218605"/>
                  </a:lnTo>
                  <a:lnTo>
                    <a:pt x="280085" y="248589"/>
                  </a:lnTo>
                  <a:lnTo>
                    <a:pt x="248513" y="280162"/>
                  </a:lnTo>
                  <a:lnTo>
                    <a:pt x="218541" y="313245"/>
                  </a:lnTo>
                  <a:lnTo>
                    <a:pt x="190195" y="347789"/>
                  </a:lnTo>
                  <a:lnTo>
                    <a:pt x="163576" y="383717"/>
                  </a:lnTo>
                  <a:lnTo>
                    <a:pt x="138709" y="420992"/>
                  </a:lnTo>
                  <a:lnTo>
                    <a:pt x="115684" y="459524"/>
                  </a:lnTo>
                  <a:lnTo>
                    <a:pt x="94551" y="499249"/>
                  </a:lnTo>
                  <a:lnTo>
                    <a:pt x="75374" y="540131"/>
                  </a:lnTo>
                  <a:lnTo>
                    <a:pt x="58305" y="581888"/>
                  </a:lnTo>
                  <a:lnTo>
                    <a:pt x="43154" y="625055"/>
                  </a:lnTo>
                  <a:lnTo>
                    <a:pt x="30226" y="668985"/>
                  </a:lnTo>
                  <a:lnTo>
                    <a:pt x="19507" y="713790"/>
                  </a:lnTo>
                  <a:lnTo>
                    <a:pt x="11061" y="759434"/>
                  </a:lnTo>
                  <a:lnTo>
                    <a:pt x="4953" y="805840"/>
                  </a:lnTo>
                  <a:lnTo>
                    <a:pt x="1371" y="851382"/>
                  </a:lnTo>
                  <a:lnTo>
                    <a:pt x="1244" y="852944"/>
                  </a:lnTo>
                  <a:lnTo>
                    <a:pt x="25" y="899287"/>
                  </a:lnTo>
                  <a:lnTo>
                    <a:pt x="0" y="900684"/>
                  </a:lnTo>
                  <a:lnTo>
                    <a:pt x="1206" y="947051"/>
                  </a:lnTo>
                  <a:lnTo>
                    <a:pt x="1244" y="948436"/>
                  </a:lnTo>
                  <a:lnTo>
                    <a:pt x="4851" y="994117"/>
                  </a:lnTo>
                  <a:lnTo>
                    <a:pt x="4953" y="995527"/>
                  </a:lnTo>
                  <a:lnTo>
                    <a:pt x="11061" y="1041908"/>
                  </a:lnTo>
                  <a:lnTo>
                    <a:pt x="19507" y="1087513"/>
                  </a:lnTo>
                  <a:lnTo>
                    <a:pt x="30226" y="1132293"/>
                  </a:lnTo>
                  <a:lnTo>
                    <a:pt x="43154" y="1176172"/>
                  </a:lnTo>
                  <a:lnTo>
                    <a:pt x="58216" y="1219098"/>
                  </a:lnTo>
                  <a:lnTo>
                    <a:pt x="75374" y="1260995"/>
                  </a:lnTo>
                  <a:lnTo>
                    <a:pt x="94551" y="1301813"/>
                  </a:lnTo>
                  <a:lnTo>
                    <a:pt x="115684" y="1341488"/>
                  </a:lnTo>
                  <a:lnTo>
                    <a:pt x="138709" y="1379956"/>
                  </a:lnTo>
                  <a:lnTo>
                    <a:pt x="163576" y="1417154"/>
                  </a:lnTo>
                  <a:lnTo>
                    <a:pt x="190195" y="1453007"/>
                  </a:lnTo>
                  <a:lnTo>
                    <a:pt x="218541" y="1487487"/>
                  </a:lnTo>
                  <a:lnTo>
                    <a:pt x="248513" y="1520494"/>
                  </a:lnTo>
                  <a:lnTo>
                    <a:pt x="280085" y="1551990"/>
                  </a:lnTo>
                  <a:lnTo>
                    <a:pt x="313156" y="1581899"/>
                  </a:lnTo>
                  <a:lnTo>
                    <a:pt x="347700" y="1610169"/>
                  </a:lnTo>
                  <a:lnTo>
                    <a:pt x="383628" y="1636737"/>
                  </a:lnTo>
                  <a:lnTo>
                    <a:pt x="420890" y="1661541"/>
                  </a:lnTo>
                  <a:lnTo>
                    <a:pt x="459409" y="1684502"/>
                  </a:lnTo>
                  <a:lnTo>
                    <a:pt x="499135" y="1705584"/>
                  </a:lnTo>
                  <a:lnTo>
                    <a:pt x="540016" y="1724698"/>
                  </a:lnTo>
                  <a:lnTo>
                    <a:pt x="581964" y="1741805"/>
                  </a:lnTo>
                  <a:lnTo>
                    <a:pt x="624928" y="1756829"/>
                  </a:lnTo>
                  <a:lnTo>
                    <a:pt x="668845" y="1769719"/>
                  </a:lnTo>
                  <a:lnTo>
                    <a:pt x="713663" y="1780400"/>
                  </a:lnTo>
                  <a:lnTo>
                    <a:pt x="759294" y="1788820"/>
                  </a:lnTo>
                  <a:lnTo>
                    <a:pt x="805700" y="1794903"/>
                  </a:lnTo>
                  <a:lnTo>
                    <a:pt x="852805" y="1798599"/>
                  </a:lnTo>
                  <a:lnTo>
                    <a:pt x="900557" y="1799844"/>
                  </a:lnTo>
                  <a:lnTo>
                    <a:pt x="948131" y="1798599"/>
                  </a:lnTo>
                  <a:lnTo>
                    <a:pt x="995197" y="1794903"/>
                  </a:lnTo>
                  <a:lnTo>
                    <a:pt x="1041527" y="1788820"/>
                  </a:lnTo>
                  <a:lnTo>
                    <a:pt x="1087107" y="1780400"/>
                  </a:lnTo>
                  <a:lnTo>
                    <a:pt x="1131862" y="1769719"/>
                  </a:lnTo>
                  <a:lnTo>
                    <a:pt x="1176235" y="1756689"/>
                  </a:lnTo>
                  <a:lnTo>
                    <a:pt x="1219200" y="1741614"/>
                  </a:lnTo>
                  <a:lnTo>
                    <a:pt x="1261160" y="1724456"/>
                  </a:lnTo>
                  <a:lnTo>
                    <a:pt x="1281823" y="1714754"/>
                  </a:lnTo>
                  <a:lnTo>
                    <a:pt x="1302042" y="1705267"/>
                  </a:lnTo>
                  <a:lnTo>
                    <a:pt x="1341780" y="1684134"/>
                  </a:lnTo>
                  <a:lnTo>
                    <a:pt x="1380312" y="1661096"/>
                  </a:lnTo>
                  <a:lnTo>
                    <a:pt x="1417574" y="1636242"/>
                  </a:lnTo>
                  <a:lnTo>
                    <a:pt x="1453502" y="1609598"/>
                  </a:lnTo>
                  <a:lnTo>
                    <a:pt x="1488046" y="1581264"/>
                  </a:lnTo>
                  <a:lnTo>
                    <a:pt x="1521129" y="1551279"/>
                  </a:lnTo>
                  <a:lnTo>
                    <a:pt x="1552689" y="1519720"/>
                  </a:lnTo>
                  <a:lnTo>
                    <a:pt x="1582674" y="1486636"/>
                  </a:lnTo>
                  <a:lnTo>
                    <a:pt x="1611020" y="1452092"/>
                  </a:lnTo>
                  <a:lnTo>
                    <a:pt x="1637652" y="1416164"/>
                  </a:lnTo>
                  <a:lnTo>
                    <a:pt x="1662506" y="1378902"/>
                  </a:lnTo>
                  <a:lnTo>
                    <a:pt x="1685544" y="1340383"/>
                  </a:lnTo>
                  <a:lnTo>
                    <a:pt x="1706676" y="1300645"/>
                  </a:lnTo>
                  <a:lnTo>
                    <a:pt x="1725853" y="1259776"/>
                  </a:lnTo>
                  <a:lnTo>
                    <a:pt x="1743011" y="1217828"/>
                  </a:lnTo>
                  <a:lnTo>
                    <a:pt x="1758073" y="1174864"/>
                  </a:lnTo>
                  <a:lnTo>
                    <a:pt x="1771002" y="1130947"/>
                  </a:lnTo>
                  <a:lnTo>
                    <a:pt x="1781721" y="1086142"/>
                  </a:lnTo>
                  <a:lnTo>
                    <a:pt x="1790166" y="1040511"/>
                  </a:lnTo>
                  <a:lnTo>
                    <a:pt x="1796275" y="994117"/>
                  </a:lnTo>
                  <a:lnTo>
                    <a:pt x="1799869" y="948436"/>
                  </a:lnTo>
                  <a:lnTo>
                    <a:pt x="1799983" y="947051"/>
                  </a:lnTo>
                  <a:lnTo>
                    <a:pt x="1801202" y="900684"/>
                  </a:lnTo>
                  <a:lnTo>
                    <a:pt x="1801241" y="89928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919">
                <a:solidFill>
                  <a:srgbClr val="173360"/>
                </a:solidFill>
                <a:latin typeface="Calibri"/>
                <a:cs typeface="Calibri"/>
              </a:rPr>
              <a:t>DWH</a:t>
            </a:r>
            <a:r>
              <a:rPr dirty="0" spc="2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360"/>
                </a:solidFill>
              </a:rPr>
              <a:t>현대화를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위한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처리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4F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815689" y="674496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161"/>
                </a:moveTo>
                <a:lnTo>
                  <a:pt x="438200" y="271348"/>
                </a:lnTo>
                <a:lnTo>
                  <a:pt x="427545" y="270751"/>
                </a:lnTo>
                <a:lnTo>
                  <a:pt x="418299" y="270383"/>
                </a:lnTo>
                <a:lnTo>
                  <a:pt x="418719" y="270383"/>
                </a:lnTo>
                <a:lnTo>
                  <a:pt x="406527" y="270002"/>
                </a:lnTo>
                <a:lnTo>
                  <a:pt x="362712" y="269621"/>
                </a:lnTo>
                <a:lnTo>
                  <a:pt x="306844" y="268376"/>
                </a:lnTo>
                <a:lnTo>
                  <a:pt x="288163" y="268224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24"/>
                </a:lnTo>
                <a:lnTo>
                  <a:pt x="287782" y="212318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7982"/>
                </a:lnTo>
                <a:lnTo>
                  <a:pt x="286613" y="162306"/>
                </a:lnTo>
                <a:lnTo>
                  <a:pt x="286512" y="157480"/>
                </a:lnTo>
                <a:lnTo>
                  <a:pt x="286423" y="153174"/>
                </a:lnTo>
                <a:lnTo>
                  <a:pt x="286385" y="151130"/>
                </a:lnTo>
                <a:lnTo>
                  <a:pt x="286042" y="143129"/>
                </a:lnTo>
                <a:lnTo>
                  <a:pt x="285927" y="140449"/>
                </a:lnTo>
                <a:lnTo>
                  <a:pt x="285381" y="129781"/>
                </a:lnTo>
                <a:lnTo>
                  <a:pt x="284759" y="119189"/>
                </a:lnTo>
                <a:lnTo>
                  <a:pt x="284099" y="108712"/>
                </a:lnTo>
                <a:lnTo>
                  <a:pt x="272542" y="108712"/>
                </a:lnTo>
                <a:lnTo>
                  <a:pt x="271703" y="118618"/>
                </a:lnTo>
                <a:lnTo>
                  <a:pt x="271665" y="119189"/>
                </a:lnTo>
                <a:lnTo>
                  <a:pt x="271145" y="128333"/>
                </a:lnTo>
                <a:lnTo>
                  <a:pt x="271056" y="129781"/>
                </a:lnTo>
                <a:lnTo>
                  <a:pt x="268859" y="193675"/>
                </a:lnTo>
                <a:lnTo>
                  <a:pt x="268478" y="228473"/>
                </a:lnTo>
                <a:lnTo>
                  <a:pt x="265010" y="220624"/>
                </a:lnTo>
                <a:lnTo>
                  <a:pt x="260934" y="211455"/>
                </a:lnTo>
                <a:lnTo>
                  <a:pt x="257886" y="204419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562" y="147764"/>
                </a:lnTo>
                <a:lnTo>
                  <a:pt x="223481" y="128333"/>
                </a:lnTo>
                <a:lnTo>
                  <a:pt x="218821" y="118618"/>
                </a:lnTo>
                <a:lnTo>
                  <a:pt x="207772" y="123063"/>
                </a:lnTo>
                <a:lnTo>
                  <a:pt x="211162" y="133096"/>
                </a:lnTo>
                <a:lnTo>
                  <a:pt x="214693" y="143129"/>
                </a:lnTo>
                <a:lnTo>
                  <a:pt x="218300" y="153174"/>
                </a:lnTo>
                <a:lnTo>
                  <a:pt x="221996" y="163195"/>
                </a:lnTo>
                <a:lnTo>
                  <a:pt x="237236" y="202946"/>
                </a:lnTo>
                <a:lnTo>
                  <a:pt x="240906" y="212318"/>
                </a:lnTo>
                <a:lnTo>
                  <a:pt x="246913" y="227774"/>
                </a:lnTo>
                <a:lnTo>
                  <a:pt x="250190" y="236093"/>
                </a:lnTo>
                <a:lnTo>
                  <a:pt x="243801" y="229857"/>
                </a:lnTo>
                <a:lnTo>
                  <a:pt x="231038" y="217703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051" y="162306"/>
                </a:lnTo>
                <a:lnTo>
                  <a:pt x="182245" y="194056"/>
                </a:lnTo>
                <a:lnTo>
                  <a:pt x="211328" y="224917"/>
                </a:lnTo>
                <a:lnTo>
                  <a:pt x="217398" y="231178"/>
                </a:lnTo>
                <a:lnTo>
                  <a:pt x="229755" y="243624"/>
                </a:lnTo>
                <a:lnTo>
                  <a:pt x="235839" y="249936"/>
                </a:lnTo>
                <a:lnTo>
                  <a:pt x="133337" y="211061"/>
                </a:lnTo>
                <a:lnTo>
                  <a:pt x="123317" y="207518"/>
                </a:lnTo>
                <a:lnTo>
                  <a:pt x="118833" y="218655"/>
                </a:lnTo>
                <a:lnTo>
                  <a:pt x="119024" y="218655"/>
                </a:lnTo>
                <a:lnTo>
                  <a:pt x="157226" y="236982"/>
                </a:lnTo>
                <a:lnTo>
                  <a:pt x="196596" y="254381"/>
                </a:lnTo>
                <a:lnTo>
                  <a:pt x="204381" y="258013"/>
                </a:lnTo>
                <a:lnTo>
                  <a:pt x="212318" y="261493"/>
                </a:lnTo>
                <a:lnTo>
                  <a:pt x="220433" y="264883"/>
                </a:lnTo>
                <a:lnTo>
                  <a:pt x="228727" y="268224"/>
                </a:lnTo>
                <a:lnTo>
                  <a:pt x="219671" y="268376"/>
                </a:lnTo>
                <a:lnTo>
                  <a:pt x="202158" y="268986"/>
                </a:lnTo>
                <a:lnTo>
                  <a:pt x="188671" y="269189"/>
                </a:lnTo>
                <a:lnTo>
                  <a:pt x="189814" y="269189"/>
                </a:lnTo>
                <a:lnTo>
                  <a:pt x="151003" y="270002"/>
                </a:lnTo>
                <a:lnTo>
                  <a:pt x="140525" y="270383"/>
                </a:lnTo>
                <a:lnTo>
                  <a:pt x="129933" y="270891"/>
                </a:lnTo>
                <a:lnTo>
                  <a:pt x="108585" y="272161"/>
                </a:lnTo>
                <a:lnTo>
                  <a:pt x="108585" y="283845"/>
                </a:lnTo>
                <a:lnTo>
                  <a:pt x="119265" y="284670"/>
                </a:lnTo>
                <a:lnTo>
                  <a:pt x="129933" y="285267"/>
                </a:lnTo>
                <a:lnTo>
                  <a:pt x="193421" y="287401"/>
                </a:lnTo>
                <a:lnTo>
                  <a:pt x="268478" y="288290"/>
                </a:lnTo>
                <a:lnTo>
                  <a:pt x="268516" y="301752"/>
                </a:lnTo>
                <a:lnTo>
                  <a:pt x="268998" y="344233"/>
                </a:lnTo>
                <a:lnTo>
                  <a:pt x="269176" y="353568"/>
                </a:lnTo>
                <a:lnTo>
                  <a:pt x="269189" y="354469"/>
                </a:lnTo>
                <a:lnTo>
                  <a:pt x="269316" y="360680"/>
                </a:lnTo>
                <a:lnTo>
                  <a:pt x="269367" y="363347"/>
                </a:lnTo>
                <a:lnTo>
                  <a:pt x="270675" y="403098"/>
                </a:lnTo>
                <a:lnTo>
                  <a:pt x="271056" y="416293"/>
                </a:lnTo>
                <a:lnTo>
                  <a:pt x="271462" y="426974"/>
                </a:lnTo>
                <a:lnTo>
                  <a:pt x="272034" y="437515"/>
                </a:lnTo>
                <a:lnTo>
                  <a:pt x="272923" y="448183"/>
                </a:lnTo>
                <a:lnTo>
                  <a:pt x="284099" y="448183"/>
                </a:lnTo>
                <a:lnTo>
                  <a:pt x="286258" y="408698"/>
                </a:lnTo>
                <a:lnTo>
                  <a:pt x="287274" y="363347"/>
                </a:lnTo>
                <a:lnTo>
                  <a:pt x="287782" y="354469"/>
                </a:lnTo>
                <a:lnTo>
                  <a:pt x="287972" y="347726"/>
                </a:lnTo>
                <a:lnTo>
                  <a:pt x="288099" y="335915"/>
                </a:lnTo>
                <a:lnTo>
                  <a:pt x="288163" y="327533"/>
                </a:lnTo>
                <a:lnTo>
                  <a:pt x="291579" y="335915"/>
                </a:lnTo>
                <a:lnTo>
                  <a:pt x="295160" y="344233"/>
                </a:lnTo>
                <a:lnTo>
                  <a:pt x="302387" y="360680"/>
                </a:lnTo>
                <a:lnTo>
                  <a:pt x="319786" y="399034"/>
                </a:lnTo>
                <a:lnTo>
                  <a:pt x="324383" y="408698"/>
                </a:lnTo>
                <a:lnTo>
                  <a:pt x="328828" y="418274"/>
                </a:lnTo>
                <a:lnTo>
                  <a:pt x="333311" y="427863"/>
                </a:lnTo>
                <a:lnTo>
                  <a:pt x="338074" y="437515"/>
                </a:lnTo>
                <a:lnTo>
                  <a:pt x="348361" y="433451"/>
                </a:lnTo>
                <a:lnTo>
                  <a:pt x="344881" y="423430"/>
                </a:lnTo>
                <a:lnTo>
                  <a:pt x="337604" y="40335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2750" y="336867"/>
                </a:lnTo>
                <a:lnTo>
                  <a:pt x="309499" y="328422"/>
                </a:lnTo>
                <a:lnTo>
                  <a:pt x="309181" y="327533"/>
                </a:lnTo>
                <a:lnTo>
                  <a:pt x="306451" y="320040"/>
                </a:lnTo>
                <a:lnTo>
                  <a:pt x="312889" y="326402"/>
                </a:lnTo>
                <a:lnTo>
                  <a:pt x="364109" y="374523"/>
                </a:lnTo>
                <a:lnTo>
                  <a:pt x="395732" y="403098"/>
                </a:lnTo>
                <a:lnTo>
                  <a:pt x="403352" y="395097"/>
                </a:lnTo>
                <a:lnTo>
                  <a:pt x="375285" y="363347"/>
                </a:lnTo>
                <a:lnTo>
                  <a:pt x="346202" y="332105"/>
                </a:lnTo>
                <a:lnTo>
                  <a:pt x="327050" y="312356"/>
                </a:lnTo>
                <a:lnTo>
                  <a:pt x="320675" y="305689"/>
                </a:lnTo>
                <a:lnTo>
                  <a:pt x="337439" y="312356"/>
                </a:lnTo>
                <a:lnTo>
                  <a:pt x="345821" y="315595"/>
                </a:lnTo>
                <a:lnTo>
                  <a:pt x="393954" y="333375"/>
                </a:lnTo>
                <a:lnTo>
                  <a:pt x="404025" y="336867"/>
                </a:lnTo>
                <a:lnTo>
                  <a:pt x="424129" y="344233"/>
                </a:lnTo>
                <a:lnTo>
                  <a:pt x="434213" y="347726"/>
                </a:lnTo>
                <a:lnTo>
                  <a:pt x="438150" y="337439"/>
                </a:lnTo>
                <a:lnTo>
                  <a:pt x="399796" y="319151"/>
                </a:lnTo>
                <a:lnTo>
                  <a:pt x="369722" y="305689"/>
                </a:lnTo>
                <a:lnTo>
                  <a:pt x="328295" y="287401"/>
                </a:lnTo>
                <a:lnTo>
                  <a:pt x="337096" y="287274"/>
                </a:lnTo>
                <a:lnTo>
                  <a:pt x="355003" y="286651"/>
                </a:lnTo>
                <a:lnTo>
                  <a:pt x="403580" y="285686"/>
                </a:lnTo>
                <a:lnTo>
                  <a:pt x="405079" y="285686"/>
                </a:lnTo>
                <a:lnTo>
                  <a:pt x="415099" y="285267"/>
                </a:lnTo>
                <a:lnTo>
                  <a:pt x="415417" y="285267"/>
                </a:lnTo>
                <a:lnTo>
                  <a:pt x="448945" y="283464"/>
                </a:lnTo>
                <a:lnTo>
                  <a:pt x="448945" y="272161"/>
                </a:lnTo>
                <a:close/>
              </a:path>
              <a:path w="557530" h="557530">
                <a:moveTo>
                  <a:pt x="557530" y="278257"/>
                </a:moveTo>
                <a:lnTo>
                  <a:pt x="553910" y="233629"/>
                </a:lnTo>
                <a:lnTo>
                  <a:pt x="543394" y="190766"/>
                </a:lnTo>
                <a:lnTo>
                  <a:pt x="531114" y="161632"/>
                </a:lnTo>
                <a:lnTo>
                  <a:pt x="531114" y="278257"/>
                </a:lnTo>
                <a:lnTo>
                  <a:pt x="527024" y="323507"/>
                </a:lnTo>
                <a:lnTo>
                  <a:pt x="515213" y="366268"/>
                </a:lnTo>
                <a:lnTo>
                  <a:pt x="496557" y="405434"/>
                </a:lnTo>
                <a:lnTo>
                  <a:pt x="471614" y="440677"/>
                </a:lnTo>
                <a:lnTo>
                  <a:pt x="441172" y="471119"/>
                </a:lnTo>
                <a:lnTo>
                  <a:pt x="405930" y="496062"/>
                </a:lnTo>
                <a:lnTo>
                  <a:pt x="366636" y="514769"/>
                </a:lnTo>
                <a:lnTo>
                  <a:pt x="324002" y="526529"/>
                </a:lnTo>
                <a:lnTo>
                  <a:pt x="278765" y="530606"/>
                </a:lnTo>
                <a:lnTo>
                  <a:pt x="233514" y="526529"/>
                </a:lnTo>
                <a:lnTo>
                  <a:pt x="190881" y="514769"/>
                </a:lnTo>
                <a:lnTo>
                  <a:pt x="151587" y="496062"/>
                </a:lnTo>
                <a:lnTo>
                  <a:pt x="116344" y="471119"/>
                </a:lnTo>
                <a:lnTo>
                  <a:pt x="85902" y="440677"/>
                </a:lnTo>
                <a:lnTo>
                  <a:pt x="60960" y="405434"/>
                </a:lnTo>
                <a:lnTo>
                  <a:pt x="42303" y="366268"/>
                </a:lnTo>
                <a:lnTo>
                  <a:pt x="30594" y="323875"/>
                </a:lnTo>
                <a:lnTo>
                  <a:pt x="26454" y="278765"/>
                </a:lnTo>
                <a:lnTo>
                  <a:pt x="26416" y="278257"/>
                </a:lnTo>
                <a:lnTo>
                  <a:pt x="30429" y="233629"/>
                </a:lnTo>
                <a:lnTo>
                  <a:pt x="30492" y="232918"/>
                </a:lnTo>
                <a:lnTo>
                  <a:pt x="42100" y="190766"/>
                </a:lnTo>
                <a:lnTo>
                  <a:pt x="60960" y="150914"/>
                </a:lnTo>
                <a:lnTo>
                  <a:pt x="85902" y="115697"/>
                </a:lnTo>
                <a:lnTo>
                  <a:pt x="116344" y="85280"/>
                </a:lnTo>
                <a:lnTo>
                  <a:pt x="151587" y="60375"/>
                </a:lnTo>
                <a:lnTo>
                  <a:pt x="190881" y="41706"/>
                </a:lnTo>
                <a:lnTo>
                  <a:pt x="233514" y="29984"/>
                </a:lnTo>
                <a:lnTo>
                  <a:pt x="278765" y="25908"/>
                </a:lnTo>
                <a:lnTo>
                  <a:pt x="324002" y="29984"/>
                </a:lnTo>
                <a:lnTo>
                  <a:pt x="366636" y="41706"/>
                </a:lnTo>
                <a:lnTo>
                  <a:pt x="405930" y="60375"/>
                </a:lnTo>
                <a:lnTo>
                  <a:pt x="441172" y="85280"/>
                </a:lnTo>
                <a:lnTo>
                  <a:pt x="471614" y="115697"/>
                </a:lnTo>
                <a:lnTo>
                  <a:pt x="496468" y="150787"/>
                </a:lnTo>
                <a:lnTo>
                  <a:pt x="515289" y="190309"/>
                </a:lnTo>
                <a:lnTo>
                  <a:pt x="527024" y="232918"/>
                </a:lnTo>
                <a:lnTo>
                  <a:pt x="531114" y="278257"/>
                </a:lnTo>
                <a:lnTo>
                  <a:pt x="531114" y="161632"/>
                </a:lnTo>
                <a:lnTo>
                  <a:pt x="503656" y="113931"/>
                </a:lnTo>
                <a:lnTo>
                  <a:pt x="475767" y="81508"/>
                </a:lnTo>
                <a:lnTo>
                  <a:pt x="443268" y="53695"/>
                </a:lnTo>
                <a:lnTo>
                  <a:pt x="406920" y="31178"/>
                </a:lnTo>
                <a:lnTo>
                  <a:pt x="366890" y="14249"/>
                </a:lnTo>
                <a:lnTo>
                  <a:pt x="323964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822" y="232918"/>
                </a:lnTo>
                <a:lnTo>
                  <a:pt x="3771" y="233133"/>
                </a:lnTo>
                <a:lnTo>
                  <a:pt x="3644" y="233629"/>
                </a:lnTo>
                <a:lnTo>
                  <a:pt x="38" y="278257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875"/>
                </a:lnTo>
                <a:lnTo>
                  <a:pt x="14135" y="366268"/>
                </a:lnTo>
                <a:lnTo>
                  <a:pt x="31165" y="406590"/>
                </a:lnTo>
                <a:lnTo>
                  <a:pt x="53860" y="443052"/>
                </a:lnTo>
                <a:lnTo>
                  <a:pt x="81749" y="475475"/>
                </a:lnTo>
                <a:lnTo>
                  <a:pt x="114249" y="503301"/>
                </a:lnTo>
                <a:lnTo>
                  <a:pt x="150774" y="525945"/>
                </a:lnTo>
                <a:lnTo>
                  <a:pt x="190754" y="542823"/>
                </a:lnTo>
                <a:lnTo>
                  <a:pt x="233616" y="553377"/>
                </a:lnTo>
                <a:lnTo>
                  <a:pt x="278765" y="557022"/>
                </a:lnTo>
                <a:lnTo>
                  <a:pt x="323773" y="553377"/>
                </a:lnTo>
                <a:lnTo>
                  <a:pt x="366598" y="542823"/>
                </a:lnTo>
                <a:lnTo>
                  <a:pt x="406539" y="525945"/>
                </a:lnTo>
                <a:lnTo>
                  <a:pt x="443268" y="503161"/>
                </a:lnTo>
                <a:lnTo>
                  <a:pt x="475767" y="475272"/>
                </a:lnTo>
                <a:lnTo>
                  <a:pt x="503656" y="442772"/>
                </a:lnTo>
                <a:lnTo>
                  <a:pt x="526351" y="406247"/>
                </a:lnTo>
                <a:lnTo>
                  <a:pt x="543280" y="366268"/>
                </a:lnTo>
                <a:lnTo>
                  <a:pt x="553758" y="323875"/>
                </a:lnTo>
                <a:lnTo>
                  <a:pt x="557479" y="278765"/>
                </a:lnTo>
                <a:lnTo>
                  <a:pt x="557530" y="278257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200507" y="3502786"/>
            <a:ext cx="1286510" cy="1675764"/>
          </a:xfrm>
          <a:custGeom>
            <a:avLst/>
            <a:gdLst/>
            <a:ahLst/>
            <a:cxnLst/>
            <a:rect l="l" t="t" r="r" b="b"/>
            <a:pathLst>
              <a:path w="1286509" h="1675764">
                <a:moveTo>
                  <a:pt x="1286510" y="1073150"/>
                </a:moveTo>
                <a:lnTo>
                  <a:pt x="1270596" y="1065911"/>
                </a:lnTo>
                <a:lnTo>
                  <a:pt x="1208913" y="1037844"/>
                </a:lnTo>
                <a:lnTo>
                  <a:pt x="1209941" y="1065911"/>
                </a:lnTo>
                <a:lnTo>
                  <a:pt x="1209967" y="1066634"/>
                </a:lnTo>
                <a:lnTo>
                  <a:pt x="1195832" y="1067435"/>
                </a:lnTo>
                <a:lnTo>
                  <a:pt x="1165606" y="1070356"/>
                </a:lnTo>
                <a:lnTo>
                  <a:pt x="1106297" y="1078357"/>
                </a:lnTo>
                <a:lnTo>
                  <a:pt x="1048385" y="1089279"/>
                </a:lnTo>
                <a:lnTo>
                  <a:pt x="992505" y="1102868"/>
                </a:lnTo>
                <a:lnTo>
                  <a:pt x="938911" y="1118743"/>
                </a:lnTo>
                <a:lnTo>
                  <a:pt x="887984" y="1137031"/>
                </a:lnTo>
                <a:lnTo>
                  <a:pt x="840486" y="1157097"/>
                </a:lnTo>
                <a:lnTo>
                  <a:pt x="796798" y="1179068"/>
                </a:lnTo>
                <a:lnTo>
                  <a:pt x="757047" y="1202563"/>
                </a:lnTo>
                <a:lnTo>
                  <a:pt x="722122" y="1227582"/>
                </a:lnTo>
                <a:lnTo>
                  <a:pt x="692150" y="1253744"/>
                </a:lnTo>
                <a:lnTo>
                  <a:pt x="657987" y="1295146"/>
                </a:lnTo>
                <a:lnTo>
                  <a:pt x="638048" y="1338961"/>
                </a:lnTo>
                <a:lnTo>
                  <a:pt x="632968" y="1382903"/>
                </a:lnTo>
                <a:lnTo>
                  <a:pt x="630301" y="1395603"/>
                </a:lnTo>
                <a:lnTo>
                  <a:pt x="612902" y="1433830"/>
                </a:lnTo>
                <a:lnTo>
                  <a:pt x="581279" y="1471930"/>
                </a:lnTo>
                <a:lnTo>
                  <a:pt x="536702" y="1508887"/>
                </a:lnTo>
                <a:lnTo>
                  <a:pt x="500761" y="1532382"/>
                </a:lnTo>
                <a:lnTo>
                  <a:pt x="460121" y="1554480"/>
                </a:lnTo>
                <a:lnTo>
                  <a:pt x="415544" y="1575054"/>
                </a:lnTo>
                <a:lnTo>
                  <a:pt x="367284" y="1593723"/>
                </a:lnTo>
                <a:lnTo>
                  <a:pt x="316103" y="1610614"/>
                </a:lnTo>
                <a:lnTo>
                  <a:pt x="262128" y="1625092"/>
                </a:lnTo>
                <a:lnTo>
                  <a:pt x="205994" y="1637157"/>
                </a:lnTo>
                <a:lnTo>
                  <a:pt x="148463" y="1646555"/>
                </a:lnTo>
                <a:lnTo>
                  <a:pt x="89535" y="1652905"/>
                </a:lnTo>
                <a:lnTo>
                  <a:pt x="30099" y="1656207"/>
                </a:lnTo>
                <a:lnTo>
                  <a:pt x="254" y="1656715"/>
                </a:lnTo>
                <a:lnTo>
                  <a:pt x="304" y="1660906"/>
                </a:lnTo>
                <a:lnTo>
                  <a:pt x="406" y="1669034"/>
                </a:lnTo>
                <a:lnTo>
                  <a:pt x="508" y="1675765"/>
                </a:lnTo>
                <a:lnTo>
                  <a:pt x="30848" y="1675257"/>
                </a:lnTo>
                <a:lnTo>
                  <a:pt x="91427" y="1671955"/>
                </a:lnTo>
                <a:lnTo>
                  <a:pt x="151257" y="1665351"/>
                </a:lnTo>
                <a:lnTo>
                  <a:pt x="209804" y="1655826"/>
                </a:lnTo>
                <a:lnTo>
                  <a:pt x="266827" y="1643507"/>
                </a:lnTo>
                <a:lnTo>
                  <a:pt x="321691" y="1628775"/>
                </a:lnTo>
                <a:lnTo>
                  <a:pt x="373888" y="1611630"/>
                </a:lnTo>
                <a:lnTo>
                  <a:pt x="423291" y="1592453"/>
                </a:lnTo>
                <a:lnTo>
                  <a:pt x="468884" y="1571371"/>
                </a:lnTo>
                <a:lnTo>
                  <a:pt x="510794" y="1548511"/>
                </a:lnTo>
                <a:lnTo>
                  <a:pt x="548132" y="1524127"/>
                </a:lnTo>
                <a:lnTo>
                  <a:pt x="580771" y="1498473"/>
                </a:lnTo>
                <a:lnTo>
                  <a:pt x="607949" y="1471422"/>
                </a:lnTo>
                <a:lnTo>
                  <a:pt x="637540" y="1428877"/>
                </a:lnTo>
                <a:lnTo>
                  <a:pt x="652018" y="1384173"/>
                </a:lnTo>
                <a:lnTo>
                  <a:pt x="653669" y="1357630"/>
                </a:lnTo>
                <a:lnTo>
                  <a:pt x="656082" y="1344930"/>
                </a:lnTo>
                <a:lnTo>
                  <a:pt x="673481" y="1306195"/>
                </a:lnTo>
                <a:lnTo>
                  <a:pt x="705104" y="1267714"/>
                </a:lnTo>
                <a:lnTo>
                  <a:pt x="749681" y="1230630"/>
                </a:lnTo>
                <a:lnTo>
                  <a:pt x="785749" y="1207262"/>
                </a:lnTo>
                <a:lnTo>
                  <a:pt x="826389" y="1185037"/>
                </a:lnTo>
                <a:lnTo>
                  <a:pt x="871093" y="1164463"/>
                </a:lnTo>
                <a:lnTo>
                  <a:pt x="919226" y="1145540"/>
                </a:lnTo>
                <a:lnTo>
                  <a:pt x="970534" y="1128903"/>
                </a:lnTo>
                <a:lnTo>
                  <a:pt x="1024382" y="1114298"/>
                </a:lnTo>
                <a:lnTo>
                  <a:pt x="1080389" y="1102233"/>
                </a:lnTo>
                <a:lnTo>
                  <a:pt x="1138174" y="1092835"/>
                </a:lnTo>
                <a:lnTo>
                  <a:pt x="1196848" y="1086485"/>
                </a:lnTo>
                <a:lnTo>
                  <a:pt x="1210665" y="1085697"/>
                </a:lnTo>
                <a:lnTo>
                  <a:pt x="1211707" y="1114044"/>
                </a:lnTo>
                <a:lnTo>
                  <a:pt x="1286510" y="1073150"/>
                </a:lnTo>
                <a:close/>
              </a:path>
              <a:path w="1286509" h="1675764">
                <a:moveTo>
                  <a:pt x="1286510" y="31369"/>
                </a:moveTo>
                <a:lnTo>
                  <a:pt x="1276553" y="27432"/>
                </a:lnTo>
                <a:lnTo>
                  <a:pt x="1207262" y="0"/>
                </a:lnTo>
                <a:lnTo>
                  <a:pt x="1209776" y="28994"/>
                </a:lnTo>
                <a:lnTo>
                  <a:pt x="1164463" y="37846"/>
                </a:lnTo>
                <a:lnTo>
                  <a:pt x="1104646" y="56896"/>
                </a:lnTo>
                <a:lnTo>
                  <a:pt x="1046226" y="82804"/>
                </a:lnTo>
                <a:lnTo>
                  <a:pt x="989965" y="114808"/>
                </a:lnTo>
                <a:lnTo>
                  <a:pt x="936117" y="152539"/>
                </a:lnTo>
                <a:lnTo>
                  <a:pt x="885063" y="195465"/>
                </a:lnTo>
                <a:lnTo>
                  <a:pt x="837565" y="242963"/>
                </a:lnTo>
                <a:lnTo>
                  <a:pt x="793750" y="294640"/>
                </a:lnTo>
                <a:lnTo>
                  <a:pt x="754253" y="349885"/>
                </a:lnTo>
                <a:lnTo>
                  <a:pt x="719455" y="408305"/>
                </a:lnTo>
                <a:lnTo>
                  <a:pt x="689991" y="469392"/>
                </a:lnTo>
                <a:lnTo>
                  <a:pt x="666242" y="532511"/>
                </a:lnTo>
                <a:lnTo>
                  <a:pt x="648589" y="597154"/>
                </a:lnTo>
                <a:lnTo>
                  <a:pt x="637540" y="663067"/>
                </a:lnTo>
                <a:lnTo>
                  <a:pt x="632968" y="762254"/>
                </a:lnTo>
                <a:lnTo>
                  <a:pt x="630174" y="794258"/>
                </a:lnTo>
                <a:lnTo>
                  <a:pt x="619633" y="858266"/>
                </a:lnTo>
                <a:lnTo>
                  <a:pt x="602488" y="921131"/>
                </a:lnTo>
                <a:lnTo>
                  <a:pt x="579374" y="982599"/>
                </a:lnTo>
                <a:lnTo>
                  <a:pt x="550545" y="1042162"/>
                </a:lnTo>
                <a:lnTo>
                  <a:pt x="516636" y="1099185"/>
                </a:lnTo>
                <a:lnTo>
                  <a:pt x="478028" y="1153160"/>
                </a:lnTo>
                <a:lnTo>
                  <a:pt x="435356" y="1203579"/>
                </a:lnTo>
                <a:lnTo>
                  <a:pt x="388747" y="1249934"/>
                </a:lnTo>
                <a:lnTo>
                  <a:pt x="339090" y="1291844"/>
                </a:lnTo>
                <a:lnTo>
                  <a:pt x="286639" y="1328547"/>
                </a:lnTo>
                <a:lnTo>
                  <a:pt x="232029" y="1359662"/>
                </a:lnTo>
                <a:lnTo>
                  <a:pt x="175387" y="1384808"/>
                </a:lnTo>
                <a:lnTo>
                  <a:pt x="117602" y="1403223"/>
                </a:lnTo>
                <a:lnTo>
                  <a:pt x="59055" y="1414780"/>
                </a:lnTo>
                <a:lnTo>
                  <a:pt x="0" y="1418590"/>
                </a:lnTo>
                <a:lnTo>
                  <a:pt x="584" y="1433449"/>
                </a:lnTo>
                <a:lnTo>
                  <a:pt x="711" y="1436497"/>
                </a:lnTo>
                <a:lnTo>
                  <a:pt x="762" y="1437640"/>
                </a:lnTo>
                <a:lnTo>
                  <a:pt x="31369" y="1436497"/>
                </a:lnTo>
                <a:lnTo>
                  <a:pt x="92583" y="1428496"/>
                </a:lnTo>
                <a:lnTo>
                  <a:pt x="152908" y="1412875"/>
                </a:lnTo>
                <a:lnTo>
                  <a:pt x="211963" y="1390269"/>
                </a:lnTo>
                <a:lnTo>
                  <a:pt x="269494" y="1361186"/>
                </a:lnTo>
                <a:lnTo>
                  <a:pt x="324485" y="1326134"/>
                </a:lnTo>
                <a:lnTo>
                  <a:pt x="376936" y="1285875"/>
                </a:lnTo>
                <a:lnTo>
                  <a:pt x="426212" y="1240536"/>
                </a:lnTo>
                <a:lnTo>
                  <a:pt x="471932" y="1190879"/>
                </a:lnTo>
                <a:lnTo>
                  <a:pt x="513588" y="1137285"/>
                </a:lnTo>
                <a:lnTo>
                  <a:pt x="550799" y="1080389"/>
                </a:lnTo>
                <a:lnTo>
                  <a:pt x="582930" y="1020572"/>
                </a:lnTo>
                <a:lnTo>
                  <a:pt x="609600" y="958342"/>
                </a:lnTo>
                <a:lnTo>
                  <a:pt x="630428" y="894334"/>
                </a:lnTo>
                <a:lnTo>
                  <a:pt x="644652" y="828929"/>
                </a:lnTo>
                <a:lnTo>
                  <a:pt x="652018" y="762762"/>
                </a:lnTo>
                <a:lnTo>
                  <a:pt x="653796" y="697738"/>
                </a:lnTo>
                <a:lnTo>
                  <a:pt x="656463" y="665734"/>
                </a:lnTo>
                <a:lnTo>
                  <a:pt x="667004" y="601726"/>
                </a:lnTo>
                <a:lnTo>
                  <a:pt x="684276" y="538734"/>
                </a:lnTo>
                <a:lnTo>
                  <a:pt x="707263" y="477266"/>
                </a:lnTo>
                <a:lnTo>
                  <a:pt x="736092" y="417703"/>
                </a:lnTo>
                <a:lnTo>
                  <a:pt x="770001" y="360680"/>
                </a:lnTo>
                <a:lnTo>
                  <a:pt x="808482" y="306705"/>
                </a:lnTo>
                <a:lnTo>
                  <a:pt x="851281" y="256159"/>
                </a:lnTo>
                <a:lnTo>
                  <a:pt x="897636" y="209816"/>
                </a:lnTo>
                <a:lnTo>
                  <a:pt x="947420" y="167894"/>
                </a:lnTo>
                <a:lnTo>
                  <a:pt x="999871" y="131191"/>
                </a:lnTo>
                <a:lnTo>
                  <a:pt x="1054354" y="99949"/>
                </a:lnTo>
                <a:lnTo>
                  <a:pt x="1110869" y="74803"/>
                </a:lnTo>
                <a:lnTo>
                  <a:pt x="1168654" y="56388"/>
                </a:lnTo>
                <a:lnTo>
                  <a:pt x="1211427" y="48018"/>
                </a:lnTo>
                <a:lnTo>
                  <a:pt x="1213764" y="74803"/>
                </a:lnTo>
                <a:lnTo>
                  <a:pt x="1213866" y="75946"/>
                </a:lnTo>
                <a:lnTo>
                  <a:pt x="1286510" y="31369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3200634" y="5393181"/>
            <a:ext cx="1286510" cy="1299845"/>
          </a:xfrm>
          <a:custGeom>
            <a:avLst/>
            <a:gdLst/>
            <a:ahLst/>
            <a:cxnLst/>
            <a:rect l="l" t="t" r="r" b="b"/>
            <a:pathLst>
              <a:path w="1286509" h="1299845">
                <a:moveTo>
                  <a:pt x="651395" y="108991"/>
                </a:moveTo>
                <a:lnTo>
                  <a:pt x="651065" y="108204"/>
                </a:lnTo>
                <a:lnTo>
                  <a:pt x="650748" y="107442"/>
                </a:lnTo>
                <a:lnTo>
                  <a:pt x="647954" y="102362"/>
                </a:lnTo>
                <a:lnTo>
                  <a:pt x="647192" y="101092"/>
                </a:lnTo>
                <a:lnTo>
                  <a:pt x="646684" y="100584"/>
                </a:lnTo>
                <a:lnTo>
                  <a:pt x="642239" y="95504"/>
                </a:lnTo>
                <a:lnTo>
                  <a:pt x="603885" y="73406"/>
                </a:lnTo>
                <a:lnTo>
                  <a:pt x="561340" y="59055"/>
                </a:lnTo>
                <a:lnTo>
                  <a:pt x="487299" y="41529"/>
                </a:lnTo>
                <a:lnTo>
                  <a:pt x="443865" y="33655"/>
                </a:lnTo>
                <a:lnTo>
                  <a:pt x="396621" y="26416"/>
                </a:lnTo>
                <a:lnTo>
                  <a:pt x="346075" y="19812"/>
                </a:lnTo>
                <a:lnTo>
                  <a:pt x="292735" y="14097"/>
                </a:lnTo>
                <a:lnTo>
                  <a:pt x="236982" y="9271"/>
                </a:lnTo>
                <a:lnTo>
                  <a:pt x="179451" y="5334"/>
                </a:lnTo>
                <a:lnTo>
                  <a:pt x="120523" y="2413"/>
                </a:lnTo>
                <a:lnTo>
                  <a:pt x="60579" y="508"/>
                </a:lnTo>
                <a:lnTo>
                  <a:pt x="381" y="0"/>
                </a:lnTo>
                <a:lnTo>
                  <a:pt x="342" y="2413"/>
                </a:lnTo>
                <a:lnTo>
                  <a:pt x="215" y="11557"/>
                </a:lnTo>
                <a:lnTo>
                  <a:pt x="127" y="19050"/>
                </a:lnTo>
                <a:lnTo>
                  <a:pt x="60325" y="19558"/>
                </a:lnTo>
                <a:lnTo>
                  <a:pt x="119888" y="21336"/>
                </a:lnTo>
                <a:lnTo>
                  <a:pt x="178435" y="24384"/>
                </a:lnTo>
                <a:lnTo>
                  <a:pt x="235712" y="28194"/>
                </a:lnTo>
                <a:lnTo>
                  <a:pt x="290957" y="33020"/>
                </a:lnTo>
                <a:lnTo>
                  <a:pt x="343916" y="38735"/>
                </a:lnTo>
                <a:lnTo>
                  <a:pt x="417830" y="48768"/>
                </a:lnTo>
                <a:lnTo>
                  <a:pt x="462788" y="56261"/>
                </a:lnTo>
                <a:lnTo>
                  <a:pt x="503682" y="64389"/>
                </a:lnTo>
                <a:lnTo>
                  <a:pt x="556387" y="77470"/>
                </a:lnTo>
                <a:lnTo>
                  <a:pt x="597154" y="91186"/>
                </a:lnTo>
                <a:lnTo>
                  <a:pt x="628688" y="108991"/>
                </a:lnTo>
                <a:lnTo>
                  <a:pt x="629158" y="109347"/>
                </a:lnTo>
                <a:lnTo>
                  <a:pt x="628789" y="108991"/>
                </a:lnTo>
                <a:lnTo>
                  <a:pt x="651395" y="108991"/>
                </a:lnTo>
                <a:close/>
              </a:path>
              <a:path w="1286509" h="1299845">
                <a:moveTo>
                  <a:pt x="652653" y="115316"/>
                </a:moveTo>
                <a:lnTo>
                  <a:pt x="652348" y="113792"/>
                </a:lnTo>
                <a:lnTo>
                  <a:pt x="652246" y="113284"/>
                </a:lnTo>
                <a:lnTo>
                  <a:pt x="651891" y="111506"/>
                </a:lnTo>
                <a:lnTo>
                  <a:pt x="651637" y="110236"/>
                </a:lnTo>
                <a:lnTo>
                  <a:pt x="651522" y="109347"/>
                </a:lnTo>
                <a:lnTo>
                  <a:pt x="629158" y="109347"/>
                </a:lnTo>
                <a:lnTo>
                  <a:pt x="629005" y="109347"/>
                </a:lnTo>
                <a:lnTo>
                  <a:pt x="631672" y="112395"/>
                </a:lnTo>
                <a:lnTo>
                  <a:pt x="633272" y="115316"/>
                </a:lnTo>
                <a:lnTo>
                  <a:pt x="633514" y="115316"/>
                </a:lnTo>
                <a:lnTo>
                  <a:pt x="652653" y="115316"/>
                </a:lnTo>
                <a:close/>
              </a:path>
              <a:path w="1286509" h="1299845">
                <a:moveTo>
                  <a:pt x="1268387" y="233172"/>
                </a:moveTo>
                <a:lnTo>
                  <a:pt x="1222629" y="233172"/>
                </a:lnTo>
                <a:lnTo>
                  <a:pt x="1209967" y="233172"/>
                </a:lnTo>
                <a:lnTo>
                  <a:pt x="1209548" y="261620"/>
                </a:lnTo>
                <a:lnTo>
                  <a:pt x="1268387" y="233172"/>
                </a:lnTo>
                <a:close/>
              </a:path>
              <a:path w="1286509" h="1299845">
                <a:moveTo>
                  <a:pt x="1273390" y="1271524"/>
                </a:moveTo>
                <a:lnTo>
                  <a:pt x="1222121" y="1271524"/>
                </a:lnTo>
                <a:lnTo>
                  <a:pt x="1209649" y="1271524"/>
                </a:lnTo>
                <a:lnTo>
                  <a:pt x="1207897" y="1299337"/>
                </a:lnTo>
                <a:lnTo>
                  <a:pt x="1273390" y="1271524"/>
                </a:lnTo>
                <a:close/>
              </a:path>
              <a:path w="1286509" h="1299845">
                <a:moveTo>
                  <a:pt x="1286256" y="1266063"/>
                </a:moveTo>
                <a:lnTo>
                  <a:pt x="1212723" y="1223264"/>
                </a:lnTo>
                <a:lnTo>
                  <a:pt x="1211021" y="1249934"/>
                </a:lnTo>
                <a:lnTo>
                  <a:pt x="1210932" y="1251407"/>
                </a:lnTo>
                <a:lnTo>
                  <a:pt x="1197737" y="1250188"/>
                </a:lnTo>
                <a:lnTo>
                  <a:pt x="1139190" y="1239139"/>
                </a:lnTo>
                <a:lnTo>
                  <a:pt x="1082205" y="1223264"/>
                </a:lnTo>
                <a:lnTo>
                  <a:pt x="1026033" y="1202309"/>
                </a:lnTo>
                <a:lnTo>
                  <a:pt x="972312" y="1177417"/>
                </a:lnTo>
                <a:lnTo>
                  <a:pt x="921258" y="1148715"/>
                </a:lnTo>
                <a:lnTo>
                  <a:pt x="873125" y="1116330"/>
                </a:lnTo>
                <a:lnTo>
                  <a:pt x="828548" y="1080897"/>
                </a:lnTo>
                <a:lnTo>
                  <a:pt x="787908" y="1042670"/>
                </a:lnTo>
                <a:lnTo>
                  <a:pt x="751840" y="1002157"/>
                </a:lnTo>
                <a:lnTo>
                  <a:pt x="720471" y="959739"/>
                </a:lnTo>
                <a:lnTo>
                  <a:pt x="694690" y="915670"/>
                </a:lnTo>
                <a:lnTo>
                  <a:pt x="674624" y="870458"/>
                </a:lnTo>
                <a:lnTo>
                  <a:pt x="660781" y="824611"/>
                </a:lnTo>
                <a:lnTo>
                  <a:pt x="653872" y="779018"/>
                </a:lnTo>
                <a:lnTo>
                  <a:pt x="651852" y="731774"/>
                </a:lnTo>
                <a:lnTo>
                  <a:pt x="651764" y="729488"/>
                </a:lnTo>
                <a:lnTo>
                  <a:pt x="648970" y="704977"/>
                </a:lnTo>
                <a:lnTo>
                  <a:pt x="637794" y="656209"/>
                </a:lnTo>
                <a:lnTo>
                  <a:pt x="620014" y="608330"/>
                </a:lnTo>
                <a:lnTo>
                  <a:pt x="596138" y="561721"/>
                </a:lnTo>
                <a:lnTo>
                  <a:pt x="566420" y="516890"/>
                </a:lnTo>
                <a:lnTo>
                  <a:pt x="531622" y="473964"/>
                </a:lnTo>
                <a:lnTo>
                  <a:pt x="491871" y="433324"/>
                </a:lnTo>
                <a:lnTo>
                  <a:pt x="448056" y="395351"/>
                </a:lnTo>
                <a:lnTo>
                  <a:pt x="400431" y="360553"/>
                </a:lnTo>
                <a:lnTo>
                  <a:pt x="349504" y="329184"/>
                </a:lnTo>
                <a:lnTo>
                  <a:pt x="295656" y="301625"/>
                </a:lnTo>
                <a:lnTo>
                  <a:pt x="239522" y="278003"/>
                </a:lnTo>
                <a:lnTo>
                  <a:pt x="181356" y="259207"/>
                </a:lnTo>
                <a:lnTo>
                  <a:pt x="121793" y="245237"/>
                </a:lnTo>
                <a:lnTo>
                  <a:pt x="61087" y="236601"/>
                </a:lnTo>
                <a:lnTo>
                  <a:pt x="508" y="233680"/>
                </a:lnTo>
                <a:lnTo>
                  <a:pt x="25" y="251587"/>
                </a:lnTo>
                <a:lnTo>
                  <a:pt x="0" y="252603"/>
                </a:lnTo>
                <a:lnTo>
                  <a:pt x="30099" y="253365"/>
                </a:lnTo>
                <a:lnTo>
                  <a:pt x="59817" y="255651"/>
                </a:lnTo>
                <a:lnTo>
                  <a:pt x="118618" y="264033"/>
                </a:lnTo>
                <a:lnTo>
                  <a:pt x="176530" y="277622"/>
                </a:lnTo>
                <a:lnTo>
                  <a:pt x="233299" y="296037"/>
                </a:lnTo>
                <a:lnTo>
                  <a:pt x="287909" y="319024"/>
                </a:lnTo>
                <a:lnTo>
                  <a:pt x="340487" y="345948"/>
                </a:lnTo>
                <a:lnTo>
                  <a:pt x="390144" y="376555"/>
                </a:lnTo>
                <a:lnTo>
                  <a:pt x="436499" y="410591"/>
                </a:lnTo>
                <a:lnTo>
                  <a:pt x="479171" y="447421"/>
                </a:lnTo>
                <a:lnTo>
                  <a:pt x="517652" y="486918"/>
                </a:lnTo>
                <a:lnTo>
                  <a:pt x="551307" y="528574"/>
                </a:lnTo>
                <a:lnTo>
                  <a:pt x="580009" y="571881"/>
                </a:lnTo>
                <a:lnTo>
                  <a:pt x="602869" y="616585"/>
                </a:lnTo>
                <a:lnTo>
                  <a:pt x="619760" y="662178"/>
                </a:lnTo>
                <a:lnTo>
                  <a:pt x="630174" y="708533"/>
                </a:lnTo>
                <a:lnTo>
                  <a:pt x="633691" y="754253"/>
                </a:lnTo>
                <a:lnTo>
                  <a:pt x="634707" y="778256"/>
                </a:lnTo>
                <a:lnTo>
                  <a:pt x="642112" y="828167"/>
                </a:lnTo>
                <a:lnTo>
                  <a:pt x="656590" y="876554"/>
                </a:lnTo>
                <a:lnTo>
                  <a:pt x="677418" y="923925"/>
                </a:lnTo>
                <a:lnTo>
                  <a:pt x="704342" y="969772"/>
                </a:lnTo>
                <a:lnTo>
                  <a:pt x="736727" y="1013841"/>
                </a:lnTo>
                <a:lnTo>
                  <a:pt x="773938" y="1055624"/>
                </a:lnTo>
                <a:lnTo>
                  <a:pt x="815848" y="1094994"/>
                </a:lnTo>
                <a:lnTo>
                  <a:pt x="861568" y="1131443"/>
                </a:lnTo>
                <a:lnTo>
                  <a:pt x="910971" y="1164717"/>
                </a:lnTo>
                <a:lnTo>
                  <a:pt x="963295" y="1194181"/>
                </a:lnTo>
                <a:lnTo>
                  <a:pt x="1018286" y="1219835"/>
                </a:lnTo>
                <a:lnTo>
                  <a:pt x="1075563" y="1241171"/>
                </a:lnTo>
                <a:lnTo>
                  <a:pt x="1134491" y="1257554"/>
                </a:lnTo>
                <a:lnTo>
                  <a:pt x="1194562" y="1268984"/>
                </a:lnTo>
                <a:lnTo>
                  <a:pt x="1209725" y="1270393"/>
                </a:lnTo>
                <a:lnTo>
                  <a:pt x="1222222" y="1270393"/>
                </a:lnTo>
                <a:lnTo>
                  <a:pt x="1276083" y="1270393"/>
                </a:lnTo>
                <a:lnTo>
                  <a:pt x="1286256" y="1266063"/>
                </a:lnTo>
                <a:close/>
              </a:path>
              <a:path w="1286509" h="1299845">
                <a:moveTo>
                  <a:pt x="1286256" y="224536"/>
                </a:moveTo>
                <a:lnTo>
                  <a:pt x="1210691" y="185420"/>
                </a:lnTo>
                <a:lnTo>
                  <a:pt x="1210589" y="192024"/>
                </a:lnTo>
                <a:lnTo>
                  <a:pt x="1210487" y="198247"/>
                </a:lnTo>
                <a:lnTo>
                  <a:pt x="1210373" y="205867"/>
                </a:lnTo>
                <a:lnTo>
                  <a:pt x="1210259" y="213804"/>
                </a:lnTo>
                <a:lnTo>
                  <a:pt x="1166876" y="212725"/>
                </a:lnTo>
                <a:lnTo>
                  <a:pt x="1108329" y="209677"/>
                </a:lnTo>
                <a:lnTo>
                  <a:pt x="1050925" y="205867"/>
                </a:lnTo>
                <a:lnTo>
                  <a:pt x="995680" y="201041"/>
                </a:lnTo>
                <a:lnTo>
                  <a:pt x="917321" y="192024"/>
                </a:lnTo>
                <a:lnTo>
                  <a:pt x="869683" y="185420"/>
                </a:lnTo>
                <a:lnTo>
                  <a:pt x="802894" y="173736"/>
                </a:lnTo>
                <a:lnTo>
                  <a:pt x="764286" y="165354"/>
                </a:lnTo>
                <a:lnTo>
                  <a:pt x="715518" y="152273"/>
                </a:lnTo>
                <a:lnTo>
                  <a:pt x="679450" y="138430"/>
                </a:lnTo>
                <a:lnTo>
                  <a:pt x="658812" y="125730"/>
                </a:lnTo>
                <a:lnTo>
                  <a:pt x="657733" y="124891"/>
                </a:lnTo>
                <a:lnTo>
                  <a:pt x="657352" y="124587"/>
                </a:lnTo>
                <a:lnTo>
                  <a:pt x="656780" y="123825"/>
                </a:lnTo>
                <a:lnTo>
                  <a:pt x="655637" y="122555"/>
                </a:lnTo>
                <a:lnTo>
                  <a:pt x="654850" y="121691"/>
                </a:lnTo>
                <a:lnTo>
                  <a:pt x="654380" y="120777"/>
                </a:lnTo>
                <a:lnTo>
                  <a:pt x="654113" y="120269"/>
                </a:lnTo>
                <a:lnTo>
                  <a:pt x="653313" y="118745"/>
                </a:lnTo>
                <a:lnTo>
                  <a:pt x="653542" y="120269"/>
                </a:lnTo>
                <a:lnTo>
                  <a:pt x="653262" y="118745"/>
                </a:lnTo>
                <a:lnTo>
                  <a:pt x="653237" y="118605"/>
                </a:lnTo>
                <a:lnTo>
                  <a:pt x="653034" y="117475"/>
                </a:lnTo>
                <a:lnTo>
                  <a:pt x="652868" y="116586"/>
                </a:lnTo>
                <a:lnTo>
                  <a:pt x="633984" y="116586"/>
                </a:lnTo>
                <a:lnTo>
                  <a:pt x="633539" y="116586"/>
                </a:lnTo>
                <a:lnTo>
                  <a:pt x="633945" y="118605"/>
                </a:lnTo>
                <a:lnTo>
                  <a:pt x="634873" y="123825"/>
                </a:lnTo>
                <a:lnTo>
                  <a:pt x="634961" y="124587"/>
                </a:lnTo>
                <a:lnTo>
                  <a:pt x="635012" y="124891"/>
                </a:lnTo>
                <a:lnTo>
                  <a:pt x="635381" y="125730"/>
                </a:lnTo>
                <a:lnTo>
                  <a:pt x="635889" y="126619"/>
                </a:lnTo>
                <a:lnTo>
                  <a:pt x="638683" y="131699"/>
                </a:lnTo>
                <a:lnTo>
                  <a:pt x="638937" y="132334"/>
                </a:lnTo>
                <a:lnTo>
                  <a:pt x="639445" y="132969"/>
                </a:lnTo>
                <a:lnTo>
                  <a:pt x="639953" y="133477"/>
                </a:lnTo>
                <a:lnTo>
                  <a:pt x="644398" y="138430"/>
                </a:lnTo>
                <a:lnTo>
                  <a:pt x="682244" y="160401"/>
                </a:lnTo>
                <a:lnTo>
                  <a:pt x="724916" y="174879"/>
                </a:lnTo>
                <a:lnTo>
                  <a:pt x="778764" y="188214"/>
                </a:lnTo>
                <a:lnTo>
                  <a:pt x="842645" y="200279"/>
                </a:lnTo>
                <a:lnTo>
                  <a:pt x="889889" y="207645"/>
                </a:lnTo>
                <a:lnTo>
                  <a:pt x="966724" y="217170"/>
                </a:lnTo>
                <a:lnTo>
                  <a:pt x="1021334" y="222504"/>
                </a:lnTo>
                <a:lnTo>
                  <a:pt x="1106932" y="228727"/>
                </a:lnTo>
                <a:lnTo>
                  <a:pt x="1165860" y="231648"/>
                </a:lnTo>
                <a:lnTo>
                  <a:pt x="1209979" y="232841"/>
                </a:lnTo>
                <a:lnTo>
                  <a:pt x="1222629" y="232841"/>
                </a:lnTo>
                <a:lnTo>
                  <a:pt x="1269085" y="232841"/>
                </a:lnTo>
                <a:lnTo>
                  <a:pt x="1286256" y="224536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354704" y="3687698"/>
            <a:ext cx="1711960" cy="1293495"/>
          </a:xfrm>
          <a:custGeom>
            <a:avLst/>
            <a:gdLst/>
            <a:ahLst/>
            <a:cxnLst/>
            <a:rect l="l" t="t" r="r" b="b"/>
            <a:pathLst>
              <a:path w="1711960" h="1293495">
                <a:moveTo>
                  <a:pt x="1636903" y="1217295"/>
                </a:moveTo>
                <a:lnTo>
                  <a:pt x="1635722" y="1245615"/>
                </a:lnTo>
                <a:lnTo>
                  <a:pt x="1635716" y="1245771"/>
                </a:lnTo>
                <a:lnTo>
                  <a:pt x="1648460" y="1246377"/>
                </a:lnTo>
                <a:lnTo>
                  <a:pt x="1647612" y="1264539"/>
                </a:lnTo>
                <a:lnTo>
                  <a:pt x="1647571" y="1265427"/>
                </a:lnTo>
                <a:lnTo>
                  <a:pt x="1634897" y="1265427"/>
                </a:lnTo>
                <a:lnTo>
                  <a:pt x="1633728" y="1293495"/>
                </a:lnTo>
                <a:lnTo>
                  <a:pt x="1696189" y="1265427"/>
                </a:lnTo>
                <a:lnTo>
                  <a:pt x="1647571" y="1265427"/>
                </a:lnTo>
                <a:lnTo>
                  <a:pt x="1634924" y="1264772"/>
                </a:lnTo>
                <a:lnTo>
                  <a:pt x="1697649" y="1264772"/>
                </a:lnTo>
                <a:lnTo>
                  <a:pt x="1711452" y="1258570"/>
                </a:lnTo>
                <a:lnTo>
                  <a:pt x="1636903" y="1217295"/>
                </a:lnTo>
                <a:close/>
              </a:path>
              <a:path w="1711960" h="1293495">
                <a:moveTo>
                  <a:pt x="1635716" y="1245771"/>
                </a:moveTo>
                <a:lnTo>
                  <a:pt x="1634934" y="1264539"/>
                </a:lnTo>
                <a:lnTo>
                  <a:pt x="1634924" y="1264772"/>
                </a:lnTo>
                <a:lnTo>
                  <a:pt x="1647571" y="1265427"/>
                </a:lnTo>
                <a:lnTo>
                  <a:pt x="1648460" y="1246377"/>
                </a:lnTo>
                <a:lnTo>
                  <a:pt x="1635716" y="1245771"/>
                </a:lnTo>
                <a:close/>
              </a:path>
              <a:path w="1711960" h="1293495">
                <a:moveTo>
                  <a:pt x="381" y="0"/>
                </a:moveTo>
                <a:lnTo>
                  <a:pt x="307" y="3682"/>
                </a:lnTo>
                <a:lnTo>
                  <a:pt x="220" y="8000"/>
                </a:lnTo>
                <a:lnTo>
                  <a:pt x="99" y="14097"/>
                </a:lnTo>
                <a:lnTo>
                  <a:pt x="0" y="19050"/>
                </a:lnTo>
                <a:lnTo>
                  <a:pt x="40005" y="19939"/>
                </a:lnTo>
                <a:lnTo>
                  <a:pt x="79629" y="22605"/>
                </a:lnTo>
                <a:lnTo>
                  <a:pt x="119125" y="27050"/>
                </a:lnTo>
                <a:lnTo>
                  <a:pt x="158369" y="32893"/>
                </a:lnTo>
                <a:lnTo>
                  <a:pt x="197358" y="40640"/>
                </a:lnTo>
                <a:lnTo>
                  <a:pt x="235966" y="49656"/>
                </a:lnTo>
                <a:lnTo>
                  <a:pt x="274066" y="60198"/>
                </a:lnTo>
                <a:lnTo>
                  <a:pt x="311658" y="72262"/>
                </a:lnTo>
                <a:lnTo>
                  <a:pt x="348488" y="85598"/>
                </a:lnTo>
                <a:lnTo>
                  <a:pt x="384810" y="100329"/>
                </a:lnTo>
                <a:lnTo>
                  <a:pt x="420243" y="116204"/>
                </a:lnTo>
                <a:lnTo>
                  <a:pt x="454914" y="133350"/>
                </a:lnTo>
                <a:lnTo>
                  <a:pt x="488569" y="151637"/>
                </a:lnTo>
                <a:lnTo>
                  <a:pt x="552704" y="191262"/>
                </a:lnTo>
                <a:lnTo>
                  <a:pt x="612267" y="234696"/>
                </a:lnTo>
                <a:lnTo>
                  <a:pt x="666623" y="281559"/>
                </a:lnTo>
                <a:lnTo>
                  <a:pt x="714883" y="331342"/>
                </a:lnTo>
                <a:lnTo>
                  <a:pt x="756539" y="383413"/>
                </a:lnTo>
                <a:lnTo>
                  <a:pt x="790956" y="437388"/>
                </a:lnTo>
                <a:lnTo>
                  <a:pt x="817626" y="492887"/>
                </a:lnTo>
                <a:lnTo>
                  <a:pt x="836041" y="549275"/>
                </a:lnTo>
                <a:lnTo>
                  <a:pt x="843915" y="591820"/>
                </a:lnTo>
                <a:lnTo>
                  <a:pt x="846139" y="618998"/>
                </a:lnTo>
                <a:lnTo>
                  <a:pt x="846201" y="620140"/>
                </a:lnTo>
                <a:lnTo>
                  <a:pt x="846568" y="633984"/>
                </a:lnTo>
                <a:lnTo>
                  <a:pt x="846829" y="648715"/>
                </a:lnTo>
                <a:lnTo>
                  <a:pt x="846836" y="649097"/>
                </a:lnTo>
                <a:lnTo>
                  <a:pt x="847774" y="662939"/>
                </a:lnTo>
                <a:lnTo>
                  <a:pt x="854329" y="709040"/>
                </a:lnTo>
                <a:lnTo>
                  <a:pt x="866140" y="753363"/>
                </a:lnTo>
                <a:lnTo>
                  <a:pt x="889635" y="811784"/>
                </a:lnTo>
                <a:lnTo>
                  <a:pt x="921512" y="868552"/>
                </a:lnTo>
                <a:lnTo>
                  <a:pt x="960882" y="923289"/>
                </a:lnTo>
                <a:lnTo>
                  <a:pt x="1006983" y="975613"/>
                </a:lnTo>
                <a:lnTo>
                  <a:pt x="1059561" y="1025143"/>
                </a:lnTo>
                <a:lnTo>
                  <a:pt x="1117727" y="1071372"/>
                </a:lnTo>
                <a:lnTo>
                  <a:pt x="1180846" y="1113789"/>
                </a:lnTo>
                <a:lnTo>
                  <a:pt x="1214120" y="1133348"/>
                </a:lnTo>
                <a:lnTo>
                  <a:pt x="1248410" y="1151889"/>
                </a:lnTo>
                <a:lnTo>
                  <a:pt x="1283716" y="1169415"/>
                </a:lnTo>
                <a:lnTo>
                  <a:pt x="1319784" y="1185545"/>
                </a:lnTo>
                <a:lnTo>
                  <a:pt x="1356614" y="1200530"/>
                </a:lnTo>
                <a:lnTo>
                  <a:pt x="1394333" y="1214120"/>
                </a:lnTo>
                <a:lnTo>
                  <a:pt x="1432433" y="1226312"/>
                </a:lnTo>
                <a:lnTo>
                  <a:pt x="1471295" y="1237106"/>
                </a:lnTo>
                <a:lnTo>
                  <a:pt x="1510411" y="1246377"/>
                </a:lnTo>
                <a:lnTo>
                  <a:pt x="1550162" y="1254125"/>
                </a:lnTo>
                <a:lnTo>
                  <a:pt x="1590040" y="1260093"/>
                </a:lnTo>
                <a:lnTo>
                  <a:pt x="1630426" y="1264539"/>
                </a:lnTo>
                <a:lnTo>
                  <a:pt x="1634924" y="1264772"/>
                </a:lnTo>
                <a:lnTo>
                  <a:pt x="1635691" y="1246377"/>
                </a:lnTo>
                <a:lnTo>
                  <a:pt x="1635716" y="1245771"/>
                </a:lnTo>
                <a:lnTo>
                  <a:pt x="1592961" y="1241298"/>
                </a:lnTo>
                <a:lnTo>
                  <a:pt x="1553845" y="1235328"/>
                </a:lnTo>
                <a:lnTo>
                  <a:pt x="1514856" y="1227836"/>
                </a:lnTo>
                <a:lnTo>
                  <a:pt x="1476375" y="1218691"/>
                </a:lnTo>
                <a:lnTo>
                  <a:pt x="1438275" y="1208151"/>
                </a:lnTo>
                <a:lnTo>
                  <a:pt x="1400683" y="1196086"/>
                </a:lnTo>
                <a:lnTo>
                  <a:pt x="1363726" y="1182877"/>
                </a:lnTo>
                <a:lnTo>
                  <a:pt x="1327531" y="1168273"/>
                </a:lnTo>
                <a:lnTo>
                  <a:pt x="1292098" y="1152271"/>
                </a:lnTo>
                <a:lnTo>
                  <a:pt x="1257427" y="1135252"/>
                </a:lnTo>
                <a:lnTo>
                  <a:pt x="1223899" y="1116964"/>
                </a:lnTo>
                <a:lnTo>
                  <a:pt x="1159637" y="1077340"/>
                </a:lnTo>
                <a:lnTo>
                  <a:pt x="1100074" y="1033906"/>
                </a:lnTo>
                <a:lnTo>
                  <a:pt x="1045972" y="987298"/>
                </a:lnTo>
                <a:lnTo>
                  <a:pt x="997712" y="937513"/>
                </a:lnTo>
                <a:lnTo>
                  <a:pt x="956056" y="885571"/>
                </a:lnTo>
                <a:lnTo>
                  <a:pt x="921512" y="831596"/>
                </a:lnTo>
                <a:lnTo>
                  <a:pt x="894715" y="776224"/>
                </a:lnTo>
                <a:lnTo>
                  <a:pt x="876300" y="719836"/>
                </a:lnTo>
                <a:lnTo>
                  <a:pt x="868299" y="677163"/>
                </a:lnTo>
                <a:lnTo>
                  <a:pt x="865913" y="649097"/>
                </a:lnTo>
                <a:lnTo>
                  <a:pt x="865886" y="648715"/>
                </a:lnTo>
                <a:lnTo>
                  <a:pt x="865640" y="634491"/>
                </a:lnTo>
                <a:lnTo>
                  <a:pt x="865280" y="620140"/>
                </a:lnTo>
                <a:lnTo>
                  <a:pt x="865251" y="618998"/>
                </a:lnTo>
                <a:lnTo>
                  <a:pt x="864482" y="606043"/>
                </a:lnTo>
                <a:lnTo>
                  <a:pt x="864362" y="604012"/>
                </a:lnTo>
                <a:lnTo>
                  <a:pt x="857758" y="559053"/>
                </a:lnTo>
                <a:lnTo>
                  <a:pt x="845820" y="514476"/>
                </a:lnTo>
                <a:lnTo>
                  <a:pt x="822198" y="456184"/>
                </a:lnTo>
                <a:lnTo>
                  <a:pt x="790448" y="399414"/>
                </a:lnTo>
                <a:lnTo>
                  <a:pt x="751078" y="344804"/>
                </a:lnTo>
                <a:lnTo>
                  <a:pt x="704723" y="292480"/>
                </a:lnTo>
                <a:lnTo>
                  <a:pt x="652272" y="243077"/>
                </a:lnTo>
                <a:lnTo>
                  <a:pt x="594106" y="196850"/>
                </a:lnTo>
                <a:lnTo>
                  <a:pt x="530860" y="154431"/>
                </a:lnTo>
                <a:lnTo>
                  <a:pt x="497713" y="134874"/>
                </a:lnTo>
                <a:lnTo>
                  <a:pt x="463296" y="116204"/>
                </a:lnTo>
                <a:lnTo>
                  <a:pt x="427990" y="98805"/>
                </a:lnTo>
                <a:lnTo>
                  <a:pt x="391922" y="82676"/>
                </a:lnTo>
                <a:lnTo>
                  <a:pt x="354965" y="67691"/>
                </a:lnTo>
                <a:lnTo>
                  <a:pt x="317373" y="54228"/>
                </a:lnTo>
                <a:lnTo>
                  <a:pt x="279146" y="41909"/>
                </a:lnTo>
                <a:lnTo>
                  <a:pt x="240284" y="31115"/>
                </a:lnTo>
                <a:lnTo>
                  <a:pt x="201041" y="21844"/>
                </a:lnTo>
                <a:lnTo>
                  <a:pt x="161290" y="14097"/>
                </a:lnTo>
                <a:lnTo>
                  <a:pt x="121285" y="8000"/>
                </a:lnTo>
                <a:lnTo>
                  <a:pt x="80899" y="3682"/>
                </a:lnTo>
                <a:lnTo>
                  <a:pt x="40512" y="1016"/>
                </a:lnTo>
                <a:lnTo>
                  <a:pt x="381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354704" y="5588000"/>
            <a:ext cx="1729105" cy="1285240"/>
          </a:xfrm>
          <a:custGeom>
            <a:avLst/>
            <a:gdLst/>
            <a:ahLst/>
            <a:cxnLst/>
            <a:rect l="l" t="t" r="r" b="b"/>
            <a:pathLst>
              <a:path w="1729104" h="1285240">
                <a:moveTo>
                  <a:pt x="1652497" y="28688"/>
                </a:moveTo>
                <a:lnTo>
                  <a:pt x="1606423" y="33400"/>
                </a:lnTo>
                <a:lnTo>
                  <a:pt x="1566037" y="39497"/>
                </a:lnTo>
                <a:lnTo>
                  <a:pt x="1525905" y="47116"/>
                </a:lnTo>
                <a:lnTo>
                  <a:pt x="1486281" y="56387"/>
                </a:lnTo>
                <a:lnTo>
                  <a:pt x="1447038" y="67183"/>
                </a:lnTo>
                <a:lnTo>
                  <a:pt x="1408430" y="79248"/>
                </a:lnTo>
                <a:lnTo>
                  <a:pt x="1370457" y="92837"/>
                </a:lnTo>
                <a:lnTo>
                  <a:pt x="1333119" y="107569"/>
                </a:lnTo>
                <a:lnTo>
                  <a:pt x="1296670" y="123825"/>
                </a:lnTo>
                <a:lnTo>
                  <a:pt x="1261110" y="141097"/>
                </a:lnTo>
                <a:lnTo>
                  <a:pt x="1226439" y="159512"/>
                </a:lnTo>
                <a:lnTo>
                  <a:pt x="1192911" y="179070"/>
                </a:lnTo>
                <a:lnTo>
                  <a:pt x="1160399" y="199644"/>
                </a:lnTo>
                <a:lnTo>
                  <a:pt x="1098931" y="243712"/>
                </a:lnTo>
                <a:lnTo>
                  <a:pt x="1043051" y="291211"/>
                </a:lnTo>
                <a:lnTo>
                  <a:pt x="993013" y="341884"/>
                </a:lnTo>
                <a:lnTo>
                  <a:pt x="949706" y="395097"/>
                </a:lnTo>
                <a:lnTo>
                  <a:pt x="913765" y="450596"/>
                </a:lnTo>
                <a:lnTo>
                  <a:pt x="885698" y="507873"/>
                </a:lnTo>
                <a:lnTo>
                  <a:pt x="870331" y="551561"/>
                </a:lnTo>
                <a:lnTo>
                  <a:pt x="860171" y="595884"/>
                </a:lnTo>
                <a:lnTo>
                  <a:pt x="855345" y="640588"/>
                </a:lnTo>
                <a:lnTo>
                  <a:pt x="854837" y="669163"/>
                </a:lnTo>
                <a:lnTo>
                  <a:pt x="853821" y="683387"/>
                </a:lnTo>
                <a:lnTo>
                  <a:pt x="847598" y="725804"/>
                </a:lnTo>
                <a:lnTo>
                  <a:pt x="836168" y="767714"/>
                </a:lnTo>
                <a:lnTo>
                  <a:pt x="813435" y="823340"/>
                </a:lnTo>
                <a:lnTo>
                  <a:pt x="782447" y="877824"/>
                </a:lnTo>
                <a:lnTo>
                  <a:pt x="743966" y="930528"/>
                </a:lnTo>
                <a:lnTo>
                  <a:pt x="698373" y="981075"/>
                </a:lnTo>
                <a:lnTo>
                  <a:pt x="646684" y="1029080"/>
                </a:lnTo>
                <a:lnTo>
                  <a:pt x="589026" y="1074039"/>
                </a:lnTo>
                <a:lnTo>
                  <a:pt x="526542" y="1115314"/>
                </a:lnTo>
                <a:lnTo>
                  <a:pt x="493522" y="1134490"/>
                </a:lnTo>
                <a:lnTo>
                  <a:pt x="459486" y="1152652"/>
                </a:lnTo>
                <a:lnTo>
                  <a:pt x="424272" y="1169797"/>
                </a:lnTo>
                <a:lnTo>
                  <a:pt x="388747" y="1185417"/>
                </a:lnTo>
                <a:lnTo>
                  <a:pt x="352044" y="1200023"/>
                </a:lnTo>
                <a:lnTo>
                  <a:pt x="314706" y="1213230"/>
                </a:lnTo>
                <a:lnTo>
                  <a:pt x="276733" y="1225296"/>
                </a:lnTo>
                <a:lnTo>
                  <a:pt x="238379" y="1235710"/>
                </a:lnTo>
                <a:lnTo>
                  <a:pt x="199390" y="1244853"/>
                </a:lnTo>
                <a:lnTo>
                  <a:pt x="160020" y="1252347"/>
                </a:lnTo>
                <a:lnTo>
                  <a:pt x="120396" y="1258315"/>
                </a:lnTo>
                <a:lnTo>
                  <a:pt x="80518" y="1262634"/>
                </a:lnTo>
                <a:lnTo>
                  <a:pt x="40512" y="1265301"/>
                </a:lnTo>
                <a:lnTo>
                  <a:pt x="0" y="1266189"/>
                </a:lnTo>
                <a:lnTo>
                  <a:pt x="101" y="1271270"/>
                </a:lnTo>
                <a:lnTo>
                  <a:pt x="220" y="1277239"/>
                </a:lnTo>
                <a:lnTo>
                  <a:pt x="309" y="1281684"/>
                </a:lnTo>
                <a:lnTo>
                  <a:pt x="381" y="1285239"/>
                </a:lnTo>
                <a:lnTo>
                  <a:pt x="40894" y="1284351"/>
                </a:lnTo>
                <a:lnTo>
                  <a:pt x="81787" y="1281684"/>
                </a:lnTo>
                <a:lnTo>
                  <a:pt x="122428" y="1277239"/>
                </a:lnTo>
                <a:lnTo>
                  <a:pt x="162814" y="1271270"/>
                </a:lnTo>
                <a:lnTo>
                  <a:pt x="202946" y="1263523"/>
                </a:lnTo>
                <a:lnTo>
                  <a:pt x="242697" y="1254378"/>
                </a:lnTo>
                <a:lnTo>
                  <a:pt x="281813" y="1243711"/>
                </a:lnTo>
                <a:lnTo>
                  <a:pt x="320421" y="1231519"/>
                </a:lnTo>
                <a:lnTo>
                  <a:pt x="358394" y="1218057"/>
                </a:lnTo>
                <a:lnTo>
                  <a:pt x="395732" y="1203071"/>
                </a:lnTo>
                <a:lnTo>
                  <a:pt x="432181" y="1187069"/>
                </a:lnTo>
                <a:lnTo>
                  <a:pt x="467868" y="1169797"/>
                </a:lnTo>
                <a:lnTo>
                  <a:pt x="502412" y="1151382"/>
                </a:lnTo>
                <a:lnTo>
                  <a:pt x="536067" y="1131824"/>
                </a:lnTo>
                <a:lnTo>
                  <a:pt x="568579" y="1111250"/>
                </a:lnTo>
                <a:lnTo>
                  <a:pt x="629920" y="1067180"/>
                </a:lnTo>
                <a:lnTo>
                  <a:pt x="685927" y="1019810"/>
                </a:lnTo>
                <a:lnTo>
                  <a:pt x="735838" y="969137"/>
                </a:lnTo>
                <a:lnTo>
                  <a:pt x="779145" y="915924"/>
                </a:lnTo>
                <a:lnTo>
                  <a:pt x="815213" y="860678"/>
                </a:lnTo>
                <a:lnTo>
                  <a:pt x="843280" y="803528"/>
                </a:lnTo>
                <a:lnTo>
                  <a:pt x="858774" y="759587"/>
                </a:lnTo>
                <a:lnTo>
                  <a:pt x="868934" y="715263"/>
                </a:lnTo>
                <a:lnTo>
                  <a:pt x="873760" y="670433"/>
                </a:lnTo>
                <a:lnTo>
                  <a:pt x="874395" y="640969"/>
                </a:lnTo>
                <a:lnTo>
                  <a:pt x="875284" y="626872"/>
                </a:lnTo>
                <a:lnTo>
                  <a:pt x="881634" y="584580"/>
                </a:lnTo>
                <a:lnTo>
                  <a:pt x="893064" y="542416"/>
                </a:lnTo>
                <a:lnTo>
                  <a:pt x="916051" y="486790"/>
                </a:lnTo>
                <a:lnTo>
                  <a:pt x="947039" y="432435"/>
                </a:lnTo>
                <a:lnTo>
                  <a:pt x="985520" y="379857"/>
                </a:lnTo>
                <a:lnTo>
                  <a:pt x="1031113" y="329311"/>
                </a:lnTo>
                <a:lnTo>
                  <a:pt x="1082929" y="281304"/>
                </a:lnTo>
                <a:lnTo>
                  <a:pt x="1140460" y="236474"/>
                </a:lnTo>
                <a:lnTo>
                  <a:pt x="1203071" y="195199"/>
                </a:lnTo>
                <a:lnTo>
                  <a:pt x="1270000" y="157861"/>
                </a:lnTo>
                <a:lnTo>
                  <a:pt x="1305052" y="140842"/>
                </a:lnTo>
                <a:lnTo>
                  <a:pt x="1340866" y="125095"/>
                </a:lnTo>
                <a:lnTo>
                  <a:pt x="1377442" y="110489"/>
                </a:lnTo>
                <a:lnTo>
                  <a:pt x="1414780" y="97154"/>
                </a:lnTo>
                <a:lnTo>
                  <a:pt x="1452753" y="85344"/>
                </a:lnTo>
                <a:lnTo>
                  <a:pt x="1491234" y="74802"/>
                </a:lnTo>
                <a:lnTo>
                  <a:pt x="1530223" y="65659"/>
                </a:lnTo>
                <a:lnTo>
                  <a:pt x="1569593" y="58165"/>
                </a:lnTo>
                <a:lnTo>
                  <a:pt x="1609217" y="52197"/>
                </a:lnTo>
                <a:lnTo>
                  <a:pt x="1649095" y="47878"/>
                </a:lnTo>
                <a:lnTo>
                  <a:pt x="1653320" y="47688"/>
                </a:lnTo>
                <a:lnTo>
                  <a:pt x="1652508" y="28955"/>
                </a:lnTo>
                <a:lnTo>
                  <a:pt x="1652497" y="28688"/>
                </a:lnTo>
                <a:close/>
              </a:path>
              <a:path w="1729104" h="1285240">
                <a:moveTo>
                  <a:pt x="1713943" y="28066"/>
                </a:moveTo>
                <a:lnTo>
                  <a:pt x="1665097" y="28066"/>
                </a:lnTo>
                <a:lnTo>
                  <a:pt x="1665986" y="47116"/>
                </a:lnTo>
                <a:lnTo>
                  <a:pt x="1653320" y="47688"/>
                </a:lnTo>
                <a:lnTo>
                  <a:pt x="1654495" y="74802"/>
                </a:lnTo>
                <a:lnTo>
                  <a:pt x="1654556" y="76200"/>
                </a:lnTo>
                <a:lnTo>
                  <a:pt x="1728978" y="34798"/>
                </a:lnTo>
                <a:lnTo>
                  <a:pt x="1713943" y="28066"/>
                </a:lnTo>
                <a:close/>
              </a:path>
              <a:path w="1729104" h="1285240">
                <a:moveTo>
                  <a:pt x="1665097" y="28066"/>
                </a:moveTo>
                <a:lnTo>
                  <a:pt x="1652497" y="28688"/>
                </a:lnTo>
                <a:lnTo>
                  <a:pt x="1653295" y="47116"/>
                </a:lnTo>
                <a:lnTo>
                  <a:pt x="1653320" y="47688"/>
                </a:lnTo>
                <a:lnTo>
                  <a:pt x="1665986" y="47116"/>
                </a:lnTo>
                <a:lnTo>
                  <a:pt x="1665138" y="28955"/>
                </a:lnTo>
                <a:lnTo>
                  <a:pt x="1665097" y="28066"/>
                </a:lnTo>
                <a:close/>
              </a:path>
              <a:path w="1729104" h="1285240">
                <a:moveTo>
                  <a:pt x="1651254" y="0"/>
                </a:moveTo>
                <a:lnTo>
                  <a:pt x="1652470" y="28066"/>
                </a:lnTo>
                <a:lnTo>
                  <a:pt x="1652497" y="28688"/>
                </a:lnTo>
                <a:lnTo>
                  <a:pt x="1665097" y="28066"/>
                </a:lnTo>
                <a:lnTo>
                  <a:pt x="1713943" y="28066"/>
                </a:lnTo>
                <a:lnTo>
                  <a:pt x="1651254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363340" y="4740275"/>
            <a:ext cx="1720214" cy="474345"/>
          </a:xfrm>
          <a:custGeom>
            <a:avLst/>
            <a:gdLst/>
            <a:ahLst/>
            <a:cxnLst/>
            <a:rect l="l" t="t" r="r" b="b"/>
            <a:pathLst>
              <a:path w="1720214" h="474345">
                <a:moveTo>
                  <a:pt x="1644396" y="398017"/>
                </a:moveTo>
                <a:lnTo>
                  <a:pt x="1644293" y="404875"/>
                </a:lnTo>
                <a:lnTo>
                  <a:pt x="1644169" y="413130"/>
                </a:lnTo>
                <a:lnTo>
                  <a:pt x="1644085" y="418719"/>
                </a:lnTo>
                <a:lnTo>
                  <a:pt x="1643968" y="426526"/>
                </a:lnTo>
                <a:lnTo>
                  <a:pt x="1656714" y="426720"/>
                </a:lnTo>
                <a:lnTo>
                  <a:pt x="1656588" y="436245"/>
                </a:lnTo>
                <a:lnTo>
                  <a:pt x="1656461" y="445770"/>
                </a:lnTo>
                <a:lnTo>
                  <a:pt x="1643679" y="445770"/>
                </a:lnTo>
                <a:lnTo>
                  <a:pt x="1643253" y="474217"/>
                </a:lnTo>
                <a:lnTo>
                  <a:pt x="1702397" y="445770"/>
                </a:lnTo>
                <a:lnTo>
                  <a:pt x="1656461" y="445770"/>
                </a:lnTo>
                <a:lnTo>
                  <a:pt x="1643682" y="445582"/>
                </a:lnTo>
                <a:lnTo>
                  <a:pt x="1702788" y="445582"/>
                </a:lnTo>
                <a:lnTo>
                  <a:pt x="1720088" y="437261"/>
                </a:lnTo>
                <a:lnTo>
                  <a:pt x="1644396" y="398017"/>
                </a:lnTo>
                <a:close/>
              </a:path>
              <a:path w="1720214" h="474345">
                <a:moveTo>
                  <a:pt x="1643968" y="426526"/>
                </a:moveTo>
                <a:lnTo>
                  <a:pt x="1643877" y="432562"/>
                </a:lnTo>
                <a:lnTo>
                  <a:pt x="1643807" y="437261"/>
                </a:lnTo>
                <a:lnTo>
                  <a:pt x="1643682" y="445582"/>
                </a:lnTo>
                <a:lnTo>
                  <a:pt x="1656461" y="445770"/>
                </a:lnTo>
                <a:lnTo>
                  <a:pt x="1656588" y="436245"/>
                </a:lnTo>
                <a:lnTo>
                  <a:pt x="1656714" y="426720"/>
                </a:lnTo>
                <a:lnTo>
                  <a:pt x="1643968" y="426526"/>
                </a:lnTo>
                <a:close/>
              </a:path>
              <a:path w="1720214" h="474345">
                <a:moveTo>
                  <a:pt x="126" y="0"/>
                </a:moveTo>
                <a:lnTo>
                  <a:pt x="0" y="19050"/>
                </a:lnTo>
                <a:lnTo>
                  <a:pt x="40259" y="19303"/>
                </a:lnTo>
                <a:lnTo>
                  <a:pt x="80263" y="20320"/>
                </a:lnTo>
                <a:lnTo>
                  <a:pt x="120269" y="21844"/>
                </a:lnTo>
                <a:lnTo>
                  <a:pt x="159893" y="23875"/>
                </a:lnTo>
                <a:lnTo>
                  <a:pt x="238379" y="29590"/>
                </a:lnTo>
                <a:lnTo>
                  <a:pt x="276860" y="33274"/>
                </a:lnTo>
                <a:lnTo>
                  <a:pt x="314833" y="37464"/>
                </a:lnTo>
                <a:lnTo>
                  <a:pt x="424688" y="52450"/>
                </a:lnTo>
                <a:lnTo>
                  <a:pt x="493649" y="64770"/>
                </a:lnTo>
                <a:lnTo>
                  <a:pt x="558419" y="78359"/>
                </a:lnTo>
                <a:lnTo>
                  <a:pt x="618617" y="93217"/>
                </a:lnTo>
                <a:lnTo>
                  <a:pt x="673226" y="109474"/>
                </a:lnTo>
                <a:lnTo>
                  <a:pt x="721868" y="126364"/>
                </a:lnTo>
                <a:lnTo>
                  <a:pt x="763778" y="144272"/>
                </a:lnTo>
                <a:lnTo>
                  <a:pt x="798195" y="162687"/>
                </a:lnTo>
                <a:lnTo>
                  <a:pt x="834263" y="190500"/>
                </a:lnTo>
                <a:lnTo>
                  <a:pt x="848383" y="211836"/>
                </a:lnTo>
                <a:lnTo>
                  <a:pt x="848487" y="212089"/>
                </a:lnTo>
                <a:lnTo>
                  <a:pt x="849503" y="215011"/>
                </a:lnTo>
                <a:lnTo>
                  <a:pt x="849586" y="215488"/>
                </a:lnTo>
                <a:lnTo>
                  <a:pt x="849884" y="216408"/>
                </a:lnTo>
                <a:lnTo>
                  <a:pt x="849814" y="216788"/>
                </a:lnTo>
                <a:lnTo>
                  <a:pt x="850392" y="220090"/>
                </a:lnTo>
                <a:lnTo>
                  <a:pt x="850558" y="222758"/>
                </a:lnTo>
                <a:lnTo>
                  <a:pt x="850841" y="227964"/>
                </a:lnTo>
                <a:lnTo>
                  <a:pt x="850900" y="229108"/>
                </a:lnTo>
                <a:lnTo>
                  <a:pt x="852043" y="235330"/>
                </a:lnTo>
                <a:lnTo>
                  <a:pt x="872236" y="269494"/>
                </a:lnTo>
                <a:lnTo>
                  <a:pt x="912241" y="300482"/>
                </a:lnTo>
                <a:lnTo>
                  <a:pt x="948309" y="319913"/>
                </a:lnTo>
                <a:lnTo>
                  <a:pt x="991488" y="338200"/>
                </a:lnTo>
                <a:lnTo>
                  <a:pt x="1041273" y="355726"/>
                </a:lnTo>
                <a:lnTo>
                  <a:pt x="1096772" y="371983"/>
                </a:lnTo>
                <a:lnTo>
                  <a:pt x="1157478" y="387096"/>
                </a:lnTo>
                <a:lnTo>
                  <a:pt x="1223010" y="400938"/>
                </a:lnTo>
                <a:lnTo>
                  <a:pt x="1292606" y="413130"/>
                </a:lnTo>
                <a:lnTo>
                  <a:pt x="1365631" y="423799"/>
                </a:lnTo>
                <a:lnTo>
                  <a:pt x="1441323" y="432562"/>
                </a:lnTo>
                <a:lnTo>
                  <a:pt x="1480185" y="436245"/>
                </a:lnTo>
                <a:lnTo>
                  <a:pt x="1558925" y="441960"/>
                </a:lnTo>
                <a:lnTo>
                  <a:pt x="1598930" y="444119"/>
                </a:lnTo>
                <a:lnTo>
                  <a:pt x="1641093" y="445582"/>
                </a:lnTo>
                <a:lnTo>
                  <a:pt x="1643682" y="445582"/>
                </a:lnTo>
                <a:lnTo>
                  <a:pt x="1643807" y="437261"/>
                </a:lnTo>
                <a:lnTo>
                  <a:pt x="1643877" y="432562"/>
                </a:lnTo>
                <a:lnTo>
                  <a:pt x="1643968" y="426526"/>
                </a:lnTo>
                <a:lnTo>
                  <a:pt x="1641694" y="426526"/>
                </a:lnTo>
                <a:lnTo>
                  <a:pt x="1599946" y="425069"/>
                </a:lnTo>
                <a:lnTo>
                  <a:pt x="1560322" y="422910"/>
                </a:lnTo>
                <a:lnTo>
                  <a:pt x="1481963" y="417322"/>
                </a:lnTo>
                <a:lnTo>
                  <a:pt x="1405509" y="409448"/>
                </a:lnTo>
                <a:lnTo>
                  <a:pt x="1331595" y="399923"/>
                </a:lnTo>
                <a:lnTo>
                  <a:pt x="1260729" y="388492"/>
                </a:lnTo>
                <a:lnTo>
                  <a:pt x="1193800" y="375665"/>
                </a:lnTo>
                <a:lnTo>
                  <a:pt x="1131316" y="361314"/>
                </a:lnTo>
                <a:lnTo>
                  <a:pt x="1073785" y="345821"/>
                </a:lnTo>
                <a:lnTo>
                  <a:pt x="1022223" y="329184"/>
                </a:lnTo>
                <a:lnTo>
                  <a:pt x="976884" y="311785"/>
                </a:lnTo>
                <a:lnTo>
                  <a:pt x="938784" y="293750"/>
                </a:lnTo>
                <a:lnTo>
                  <a:pt x="896493" y="266319"/>
                </a:lnTo>
                <a:lnTo>
                  <a:pt x="871982" y="235838"/>
                </a:lnTo>
                <a:lnTo>
                  <a:pt x="869764" y="224154"/>
                </a:lnTo>
                <a:lnTo>
                  <a:pt x="869696" y="222758"/>
                </a:lnTo>
                <a:lnTo>
                  <a:pt x="869188" y="216788"/>
                </a:lnTo>
                <a:lnTo>
                  <a:pt x="869119" y="216408"/>
                </a:lnTo>
                <a:lnTo>
                  <a:pt x="849884" y="216408"/>
                </a:lnTo>
                <a:lnTo>
                  <a:pt x="849633" y="215488"/>
                </a:lnTo>
                <a:lnTo>
                  <a:pt x="868954" y="215488"/>
                </a:lnTo>
                <a:lnTo>
                  <a:pt x="868344" y="212089"/>
                </a:lnTo>
                <a:lnTo>
                  <a:pt x="868299" y="211836"/>
                </a:lnTo>
                <a:lnTo>
                  <a:pt x="847344" y="176657"/>
                </a:lnTo>
                <a:lnTo>
                  <a:pt x="807593" y="146176"/>
                </a:lnTo>
                <a:lnTo>
                  <a:pt x="771525" y="126873"/>
                </a:lnTo>
                <a:lnTo>
                  <a:pt x="728472" y="108585"/>
                </a:lnTo>
                <a:lnTo>
                  <a:pt x="678814" y="91186"/>
                </a:lnTo>
                <a:lnTo>
                  <a:pt x="623316" y="74802"/>
                </a:lnTo>
                <a:lnTo>
                  <a:pt x="562483" y="59816"/>
                </a:lnTo>
                <a:lnTo>
                  <a:pt x="497078" y="45974"/>
                </a:lnTo>
                <a:lnTo>
                  <a:pt x="427482" y="33654"/>
                </a:lnTo>
                <a:lnTo>
                  <a:pt x="354457" y="23113"/>
                </a:lnTo>
                <a:lnTo>
                  <a:pt x="278638" y="14224"/>
                </a:lnTo>
                <a:lnTo>
                  <a:pt x="239775" y="10667"/>
                </a:lnTo>
                <a:lnTo>
                  <a:pt x="160909" y="4825"/>
                </a:lnTo>
                <a:lnTo>
                  <a:pt x="121031" y="2794"/>
                </a:lnTo>
                <a:lnTo>
                  <a:pt x="80772" y="1270"/>
                </a:lnTo>
                <a:lnTo>
                  <a:pt x="40386" y="253"/>
                </a:lnTo>
                <a:lnTo>
                  <a:pt x="126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63340" y="5371591"/>
            <a:ext cx="1711960" cy="440690"/>
          </a:xfrm>
          <a:custGeom>
            <a:avLst/>
            <a:gdLst/>
            <a:ahLst/>
            <a:cxnLst/>
            <a:rect l="l" t="t" r="r" b="b"/>
            <a:pathLst>
              <a:path w="1711960" h="440689">
                <a:moveTo>
                  <a:pt x="1647952" y="28448"/>
                </a:moveTo>
                <a:lnTo>
                  <a:pt x="1551432" y="32004"/>
                </a:lnTo>
                <a:lnTo>
                  <a:pt x="1472946" y="37465"/>
                </a:lnTo>
                <a:lnTo>
                  <a:pt x="1434338" y="40894"/>
                </a:lnTo>
                <a:lnTo>
                  <a:pt x="1396364" y="44704"/>
                </a:lnTo>
                <a:lnTo>
                  <a:pt x="1322324" y="53594"/>
                </a:lnTo>
                <a:lnTo>
                  <a:pt x="1251331" y="64135"/>
                </a:lnTo>
                <a:lnTo>
                  <a:pt x="1184148" y="76200"/>
                </a:lnTo>
                <a:lnTo>
                  <a:pt x="1121156" y="89535"/>
                </a:lnTo>
                <a:lnTo>
                  <a:pt x="1063117" y="104012"/>
                </a:lnTo>
                <a:lnTo>
                  <a:pt x="1010793" y="119634"/>
                </a:lnTo>
                <a:lnTo>
                  <a:pt x="964564" y="136144"/>
                </a:lnTo>
                <a:lnTo>
                  <a:pt x="925068" y="153416"/>
                </a:lnTo>
                <a:lnTo>
                  <a:pt x="879475" y="181229"/>
                </a:lnTo>
                <a:lnTo>
                  <a:pt x="852297" y="211709"/>
                </a:lnTo>
                <a:lnTo>
                  <a:pt x="846455" y="233425"/>
                </a:lnTo>
                <a:lnTo>
                  <a:pt x="846201" y="236982"/>
                </a:lnTo>
                <a:lnTo>
                  <a:pt x="820674" y="272161"/>
                </a:lnTo>
                <a:lnTo>
                  <a:pt x="778383" y="297688"/>
                </a:lnTo>
                <a:lnTo>
                  <a:pt x="740283" y="314452"/>
                </a:lnTo>
                <a:lnTo>
                  <a:pt x="695071" y="330581"/>
                </a:lnTo>
                <a:lnTo>
                  <a:pt x="643636" y="345821"/>
                </a:lnTo>
                <a:lnTo>
                  <a:pt x="586486" y="360172"/>
                </a:lnTo>
                <a:lnTo>
                  <a:pt x="524129" y="373253"/>
                </a:lnTo>
                <a:lnTo>
                  <a:pt x="457454" y="385191"/>
                </a:lnTo>
                <a:lnTo>
                  <a:pt x="386969" y="395732"/>
                </a:lnTo>
                <a:lnTo>
                  <a:pt x="275589" y="408432"/>
                </a:lnTo>
                <a:lnTo>
                  <a:pt x="237362" y="411734"/>
                </a:lnTo>
                <a:lnTo>
                  <a:pt x="159258" y="417068"/>
                </a:lnTo>
                <a:lnTo>
                  <a:pt x="79883" y="420243"/>
                </a:lnTo>
                <a:lnTo>
                  <a:pt x="40005" y="421132"/>
                </a:lnTo>
                <a:lnTo>
                  <a:pt x="0" y="421386"/>
                </a:lnTo>
                <a:lnTo>
                  <a:pt x="126" y="440436"/>
                </a:lnTo>
                <a:lnTo>
                  <a:pt x="40259" y="440182"/>
                </a:lnTo>
                <a:lnTo>
                  <a:pt x="80391" y="439293"/>
                </a:lnTo>
                <a:lnTo>
                  <a:pt x="160020" y="436118"/>
                </a:lnTo>
                <a:lnTo>
                  <a:pt x="238633" y="430784"/>
                </a:lnTo>
                <a:lnTo>
                  <a:pt x="277241" y="427355"/>
                </a:lnTo>
                <a:lnTo>
                  <a:pt x="352679" y="419227"/>
                </a:lnTo>
                <a:lnTo>
                  <a:pt x="425323" y="409575"/>
                </a:lnTo>
                <a:lnTo>
                  <a:pt x="494538" y="398272"/>
                </a:lnTo>
                <a:lnTo>
                  <a:pt x="559562" y="385445"/>
                </a:lnTo>
                <a:lnTo>
                  <a:pt x="620141" y="371602"/>
                </a:lnTo>
                <a:lnTo>
                  <a:pt x="675386" y="356616"/>
                </a:lnTo>
                <a:lnTo>
                  <a:pt x="724662" y="340613"/>
                </a:lnTo>
                <a:lnTo>
                  <a:pt x="767588" y="323723"/>
                </a:lnTo>
                <a:lnTo>
                  <a:pt x="803158" y="306197"/>
                </a:lnTo>
                <a:lnTo>
                  <a:pt x="842899" y="278003"/>
                </a:lnTo>
                <a:lnTo>
                  <a:pt x="864997" y="240411"/>
                </a:lnTo>
                <a:lnTo>
                  <a:pt x="865378" y="234950"/>
                </a:lnTo>
                <a:lnTo>
                  <a:pt x="865759" y="230124"/>
                </a:lnTo>
                <a:lnTo>
                  <a:pt x="891921" y="195707"/>
                </a:lnTo>
                <a:lnTo>
                  <a:pt x="933958" y="170307"/>
                </a:lnTo>
                <a:lnTo>
                  <a:pt x="971931" y="153670"/>
                </a:lnTo>
                <a:lnTo>
                  <a:pt x="1017016" y="137668"/>
                </a:lnTo>
                <a:lnTo>
                  <a:pt x="1068451" y="122300"/>
                </a:lnTo>
                <a:lnTo>
                  <a:pt x="1125601" y="108077"/>
                </a:lnTo>
                <a:lnTo>
                  <a:pt x="1187831" y="94869"/>
                </a:lnTo>
                <a:lnTo>
                  <a:pt x="1254506" y="82931"/>
                </a:lnTo>
                <a:lnTo>
                  <a:pt x="1324991" y="72517"/>
                </a:lnTo>
                <a:lnTo>
                  <a:pt x="1398524" y="63627"/>
                </a:lnTo>
                <a:lnTo>
                  <a:pt x="1474724" y="56387"/>
                </a:lnTo>
                <a:lnTo>
                  <a:pt x="1552702" y="51054"/>
                </a:lnTo>
                <a:lnTo>
                  <a:pt x="1631823" y="47752"/>
                </a:lnTo>
                <a:lnTo>
                  <a:pt x="1635587" y="47752"/>
                </a:lnTo>
                <a:lnTo>
                  <a:pt x="1635484" y="40894"/>
                </a:lnTo>
                <a:lnTo>
                  <a:pt x="1635425" y="36957"/>
                </a:lnTo>
                <a:lnTo>
                  <a:pt x="1635301" y="28702"/>
                </a:lnTo>
                <a:lnTo>
                  <a:pt x="1647955" y="28702"/>
                </a:lnTo>
                <a:lnTo>
                  <a:pt x="1647952" y="28448"/>
                </a:lnTo>
                <a:close/>
              </a:path>
              <a:path w="1711960" h="440689">
                <a:moveTo>
                  <a:pt x="1693917" y="28448"/>
                </a:moveTo>
                <a:lnTo>
                  <a:pt x="1647952" y="28448"/>
                </a:lnTo>
                <a:lnTo>
                  <a:pt x="1647999" y="32004"/>
                </a:lnTo>
                <a:lnTo>
                  <a:pt x="1648117" y="40894"/>
                </a:lnTo>
                <a:lnTo>
                  <a:pt x="1648206" y="47498"/>
                </a:lnTo>
                <a:lnTo>
                  <a:pt x="1631822" y="47752"/>
                </a:lnTo>
                <a:lnTo>
                  <a:pt x="1635587" y="47752"/>
                </a:lnTo>
                <a:lnTo>
                  <a:pt x="1635674" y="53594"/>
                </a:lnTo>
                <a:lnTo>
                  <a:pt x="1635768" y="59817"/>
                </a:lnTo>
                <a:lnTo>
                  <a:pt x="1635888" y="67818"/>
                </a:lnTo>
                <a:lnTo>
                  <a:pt x="1636014" y="76200"/>
                </a:lnTo>
                <a:lnTo>
                  <a:pt x="1711579" y="36957"/>
                </a:lnTo>
                <a:lnTo>
                  <a:pt x="1693917" y="28448"/>
                </a:lnTo>
                <a:close/>
              </a:path>
              <a:path w="1711960" h="440689">
                <a:moveTo>
                  <a:pt x="1634871" y="0"/>
                </a:moveTo>
                <a:lnTo>
                  <a:pt x="1635297" y="28448"/>
                </a:lnTo>
                <a:lnTo>
                  <a:pt x="1635301" y="28702"/>
                </a:lnTo>
                <a:lnTo>
                  <a:pt x="1635425" y="36957"/>
                </a:lnTo>
                <a:lnTo>
                  <a:pt x="1635484" y="40894"/>
                </a:lnTo>
                <a:lnTo>
                  <a:pt x="1635587" y="47752"/>
                </a:lnTo>
                <a:lnTo>
                  <a:pt x="1631822" y="47752"/>
                </a:lnTo>
                <a:lnTo>
                  <a:pt x="1648206" y="47498"/>
                </a:lnTo>
                <a:lnTo>
                  <a:pt x="1648117" y="40894"/>
                </a:lnTo>
                <a:lnTo>
                  <a:pt x="1647999" y="32004"/>
                </a:lnTo>
                <a:lnTo>
                  <a:pt x="1647955" y="28702"/>
                </a:lnTo>
                <a:lnTo>
                  <a:pt x="1631061" y="28702"/>
                </a:lnTo>
                <a:lnTo>
                  <a:pt x="1647952" y="28448"/>
                </a:lnTo>
                <a:lnTo>
                  <a:pt x="1693917" y="28448"/>
                </a:lnTo>
                <a:lnTo>
                  <a:pt x="1634871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5725" y="8158860"/>
            <a:ext cx="4906010" cy="1219200"/>
          </a:xfrm>
          <a:custGeom>
            <a:avLst/>
            <a:gdLst/>
            <a:ahLst/>
            <a:cxnLst/>
            <a:rect l="l" t="t" r="r" b="b"/>
            <a:pathLst>
              <a:path w="4906010" h="1219200">
                <a:moveTo>
                  <a:pt x="4863846" y="0"/>
                </a:moveTo>
                <a:lnTo>
                  <a:pt x="41783" y="0"/>
                </a:lnTo>
                <a:lnTo>
                  <a:pt x="25556" y="3278"/>
                </a:lnTo>
                <a:lnTo>
                  <a:pt x="12271" y="12223"/>
                </a:lnTo>
                <a:lnTo>
                  <a:pt x="3296" y="25503"/>
                </a:lnTo>
                <a:lnTo>
                  <a:pt x="0" y="41782"/>
                </a:lnTo>
                <a:lnTo>
                  <a:pt x="0" y="1177366"/>
                </a:lnTo>
                <a:lnTo>
                  <a:pt x="3296" y="1193637"/>
                </a:lnTo>
                <a:lnTo>
                  <a:pt x="12271" y="1206922"/>
                </a:lnTo>
                <a:lnTo>
                  <a:pt x="25556" y="1215878"/>
                </a:lnTo>
                <a:lnTo>
                  <a:pt x="41783" y="1219161"/>
                </a:lnTo>
                <a:lnTo>
                  <a:pt x="4863846" y="1219161"/>
                </a:lnTo>
                <a:lnTo>
                  <a:pt x="4880125" y="1215878"/>
                </a:lnTo>
                <a:lnTo>
                  <a:pt x="4893405" y="1206922"/>
                </a:lnTo>
                <a:lnTo>
                  <a:pt x="4902350" y="1193637"/>
                </a:lnTo>
                <a:lnTo>
                  <a:pt x="4905629" y="1177366"/>
                </a:lnTo>
                <a:lnTo>
                  <a:pt x="4905629" y="41782"/>
                </a:lnTo>
                <a:lnTo>
                  <a:pt x="4902350" y="25503"/>
                </a:lnTo>
                <a:lnTo>
                  <a:pt x="4893405" y="12223"/>
                </a:lnTo>
                <a:lnTo>
                  <a:pt x="4880125" y="3278"/>
                </a:lnTo>
                <a:lnTo>
                  <a:pt x="486384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861820" y="8411082"/>
            <a:ext cx="3893820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9040" marR="5080" indent="-1196975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다양한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세트를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대규모로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 b="1">
                <a:solidFill>
                  <a:srgbClr val="173360"/>
                </a:solidFill>
                <a:latin typeface="Malgun Gothic"/>
                <a:cs typeface="Malgun Gothic"/>
              </a:rPr>
              <a:t>제공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9160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95"/>
              </a:spcBef>
            </a:pPr>
            <a:r>
              <a:rPr dirty="0" sz="4650" spc="-285" i="1">
                <a:solidFill>
                  <a:srgbClr val="173360"/>
                </a:solidFill>
                <a:latin typeface="Malgun Gothic"/>
                <a:cs typeface="Malgun Gothic"/>
              </a:rPr>
              <a:t>분석을</a:t>
            </a:r>
            <a:r>
              <a:rPr dirty="0" sz="4650" spc="-40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650" spc="-280" i="1">
                <a:solidFill>
                  <a:srgbClr val="173360"/>
                </a:solidFill>
                <a:latin typeface="Malgun Gothic"/>
                <a:cs typeface="Malgun Gothic"/>
              </a:rPr>
              <a:t>위한</a:t>
            </a:r>
            <a:r>
              <a:rPr dirty="0" sz="4650" spc="-38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650" spc="-285" i="1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4650" spc="-40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650" spc="-285" i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4650" spc="-39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650" spc="-310" i="1">
                <a:solidFill>
                  <a:srgbClr val="173360"/>
                </a:solidFill>
                <a:latin typeface="Malgun Gothic"/>
                <a:cs typeface="Malgun Gothic"/>
              </a:rPr>
              <a:t>처리</a:t>
            </a:r>
            <a:endParaRPr sz="465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226534" y="9456826"/>
            <a:ext cx="1549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73360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080761" y="3592703"/>
            <a:ext cx="8203565" cy="3357245"/>
            <a:chOff x="5080761" y="3592703"/>
            <a:chExt cx="8203565" cy="3357245"/>
          </a:xfrm>
        </p:grpSpPr>
        <p:sp>
          <p:nvSpPr>
            <p:cNvPr id="15" name="object 15" descr=""/>
            <p:cNvSpPr/>
            <p:nvPr/>
          </p:nvSpPr>
          <p:spPr>
            <a:xfrm>
              <a:off x="5090286" y="5844667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 h="0">
                  <a:moveTo>
                    <a:pt x="0" y="0"/>
                  </a:moveTo>
                  <a:lnTo>
                    <a:pt x="8107299" y="0"/>
                  </a:lnTo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433440" y="4928743"/>
              <a:ext cx="7815580" cy="29845"/>
            </a:xfrm>
            <a:custGeom>
              <a:avLst/>
              <a:gdLst/>
              <a:ahLst/>
              <a:cxnLst/>
              <a:rect l="l" t="t" r="r" b="b"/>
              <a:pathLst>
                <a:path w="7815580" h="29845">
                  <a:moveTo>
                    <a:pt x="0" y="29337"/>
                  </a:moveTo>
                  <a:lnTo>
                    <a:pt x="7815580" y="0"/>
                  </a:lnTo>
                </a:path>
              </a:pathLst>
            </a:custGeom>
            <a:ln w="69850">
              <a:solidFill>
                <a:srgbClr val="17336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240781" y="5169027"/>
              <a:ext cx="7637780" cy="17145"/>
            </a:xfrm>
            <a:custGeom>
              <a:avLst/>
              <a:gdLst/>
              <a:ahLst/>
              <a:cxnLst/>
              <a:rect l="l" t="t" r="r" b="b"/>
              <a:pathLst>
                <a:path w="7637780" h="17145">
                  <a:moveTo>
                    <a:pt x="0" y="16763"/>
                  </a:moveTo>
                  <a:lnTo>
                    <a:pt x="7637398" y="0"/>
                  </a:lnTo>
                </a:path>
              </a:pathLst>
            </a:custGeom>
            <a:ln w="69850">
              <a:solidFill>
                <a:srgbClr val="38CCEC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33440" y="5396484"/>
              <a:ext cx="7640320" cy="4445"/>
            </a:xfrm>
            <a:custGeom>
              <a:avLst/>
              <a:gdLst/>
              <a:ahLst/>
              <a:cxnLst/>
              <a:rect l="l" t="t" r="r" b="b"/>
              <a:pathLst>
                <a:path w="7640319" h="4445">
                  <a:moveTo>
                    <a:pt x="0" y="4317"/>
                  </a:moveTo>
                  <a:lnTo>
                    <a:pt x="7639812" y="0"/>
                  </a:lnTo>
                </a:path>
              </a:pathLst>
            </a:custGeom>
            <a:ln w="69850">
              <a:solidFill>
                <a:srgbClr val="0D68B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40781" y="5611622"/>
              <a:ext cx="7696200" cy="11430"/>
            </a:xfrm>
            <a:custGeom>
              <a:avLst/>
              <a:gdLst/>
              <a:ahLst/>
              <a:cxnLst/>
              <a:rect l="l" t="t" r="r" b="b"/>
              <a:pathLst>
                <a:path w="7696200" h="11429">
                  <a:moveTo>
                    <a:pt x="0" y="11429"/>
                  </a:moveTo>
                  <a:lnTo>
                    <a:pt x="7695946" y="0"/>
                  </a:lnTo>
                </a:path>
              </a:pathLst>
            </a:custGeom>
            <a:ln w="69850">
              <a:solidFill>
                <a:srgbClr val="187DEC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090286" y="4736465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 h="0">
                  <a:moveTo>
                    <a:pt x="0" y="0"/>
                  </a:moveTo>
                  <a:lnTo>
                    <a:pt x="8107299" y="0"/>
                  </a:lnTo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669530" y="3592702"/>
              <a:ext cx="3007995" cy="3357245"/>
            </a:xfrm>
            <a:custGeom>
              <a:avLst/>
              <a:gdLst/>
              <a:ahLst/>
              <a:cxnLst/>
              <a:rect l="l" t="t" r="r" b="b"/>
              <a:pathLst>
                <a:path w="3007995" h="3357245">
                  <a:moveTo>
                    <a:pt x="76200" y="2307082"/>
                  </a:moveTo>
                  <a:lnTo>
                    <a:pt x="69850" y="2294382"/>
                  </a:lnTo>
                  <a:lnTo>
                    <a:pt x="38100" y="2230882"/>
                  </a:lnTo>
                  <a:lnTo>
                    <a:pt x="0" y="2307082"/>
                  </a:lnTo>
                  <a:lnTo>
                    <a:pt x="28575" y="2307082"/>
                  </a:lnTo>
                  <a:lnTo>
                    <a:pt x="28575" y="3357118"/>
                  </a:lnTo>
                  <a:lnTo>
                    <a:pt x="47625" y="3357118"/>
                  </a:lnTo>
                  <a:lnTo>
                    <a:pt x="47625" y="2307082"/>
                  </a:lnTo>
                  <a:lnTo>
                    <a:pt x="76200" y="2307082"/>
                  </a:lnTo>
                  <a:close/>
                </a:path>
                <a:path w="3007995" h="3357245">
                  <a:moveTo>
                    <a:pt x="76200" y="76847"/>
                  </a:moveTo>
                  <a:lnTo>
                    <a:pt x="69850" y="64147"/>
                  </a:lnTo>
                  <a:lnTo>
                    <a:pt x="38100" y="635"/>
                  </a:lnTo>
                  <a:lnTo>
                    <a:pt x="0" y="76847"/>
                  </a:lnTo>
                  <a:lnTo>
                    <a:pt x="28575" y="76847"/>
                  </a:lnTo>
                  <a:lnTo>
                    <a:pt x="28575" y="1126871"/>
                  </a:lnTo>
                  <a:lnTo>
                    <a:pt x="47625" y="1126871"/>
                  </a:lnTo>
                  <a:lnTo>
                    <a:pt x="47625" y="76847"/>
                  </a:lnTo>
                  <a:lnTo>
                    <a:pt x="76200" y="76847"/>
                  </a:lnTo>
                  <a:close/>
                </a:path>
                <a:path w="3007995" h="3357245">
                  <a:moveTo>
                    <a:pt x="3007614" y="3280283"/>
                  </a:moveTo>
                  <a:lnTo>
                    <a:pt x="2979039" y="3280283"/>
                  </a:lnTo>
                  <a:lnTo>
                    <a:pt x="2979039" y="2230247"/>
                  </a:lnTo>
                  <a:lnTo>
                    <a:pt x="2959989" y="2230247"/>
                  </a:lnTo>
                  <a:lnTo>
                    <a:pt x="2959989" y="3280283"/>
                  </a:lnTo>
                  <a:lnTo>
                    <a:pt x="2931414" y="3280283"/>
                  </a:lnTo>
                  <a:lnTo>
                    <a:pt x="2969514" y="3356483"/>
                  </a:lnTo>
                  <a:lnTo>
                    <a:pt x="3001264" y="3292983"/>
                  </a:lnTo>
                  <a:lnTo>
                    <a:pt x="3007614" y="3280283"/>
                  </a:lnTo>
                  <a:close/>
                </a:path>
                <a:path w="3007995" h="3357245">
                  <a:moveTo>
                    <a:pt x="3007614" y="1050036"/>
                  </a:moveTo>
                  <a:lnTo>
                    <a:pt x="2979039" y="1050036"/>
                  </a:lnTo>
                  <a:lnTo>
                    <a:pt x="2979039" y="0"/>
                  </a:lnTo>
                  <a:lnTo>
                    <a:pt x="2959989" y="0"/>
                  </a:lnTo>
                  <a:lnTo>
                    <a:pt x="2959989" y="1050036"/>
                  </a:lnTo>
                  <a:lnTo>
                    <a:pt x="2931414" y="1050036"/>
                  </a:lnTo>
                  <a:lnTo>
                    <a:pt x="2969514" y="1126236"/>
                  </a:lnTo>
                  <a:lnTo>
                    <a:pt x="3001264" y="1062736"/>
                  </a:lnTo>
                  <a:lnTo>
                    <a:pt x="3007614" y="105003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736963" y="3892524"/>
              <a:ext cx="1804670" cy="518159"/>
            </a:xfrm>
            <a:custGeom>
              <a:avLst/>
              <a:gdLst/>
              <a:ahLst/>
              <a:cxnLst/>
              <a:rect l="l" t="t" r="r" b="b"/>
              <a:pathLst>
                <a:path w="1804670" h="518160">
                  <a:moveTo>
                    <a:pt x="1804161" y="0"/>
                  </a:moveTo>
                  <a:lnTo>
                    <a:pt x="0" y="0"/>
                  </a:lnTo>
                  <a:lnTo>
                    <a:pt x="0" y="517804"/>
                  </a:lnTo>
                  <a:lnTo>
                    <a:pt x="1804161" y="517804"/>
                  </a:lnTo>
                  <a:lnTo>
                    <a:pt x="1804161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1875535" y="2380869"/>
            <a:ext cx="1925955" cy="5357495"/>
            <a:chOff x="1875535" y="2380869"/>
            <a:chExt cx="1925955" cy="5357495"/>
          </a:xfrm>
        </p:grpSpPr>
        <p:sp>
          <p:nvSpPr>
            <p:cNvPr id="24" name="object 24" descr=""/>
            <p:cNvSpPr/>
            <p:nvPr/>
          </p:nvSpPr>
          <p:spPr>
            <a:xfrm>
              <a:off x="1875535" y="2380869"/>
              <a:ext cx="1925955" cy="5357495"/>
            </a:xfrm>
            <a:custGeom>
              <a:avLst/>
              <a:gdLst/>
              <a:ahLst/>
              <a:cxnLst/>
              <a:rect l="l" t="t" r="r" b="b"/>
              <a:pathLst>
                <a:path w="1925954" h="5357495">
                  <a:moveTo>
                    <a:pt x="1925447" y="0"/>
                  </a:moveTo>
                  <a:lnTo>
                    <a:pt x="0" y="0"/>
                  </a:lnTo>
                  <a:lnTo>
                    <a:pt x="0" y="5357368"/>
                  </a:lnTo>
                  <a:lnTo>
                    <a:pt x="1925447" y="5357368"/>
                  </a:lnTo>
                  <a:lnTo>
                    <a:pt x="1925447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566161" y="337667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4" y="0"/>
                  </a:moveTo>
                  <a:lnTo>
                    <a:pt x="25781" y="0"/>
                  </a:lnTo>
                  <a:lnTo>
                    <a:pt x="15644" y="2010"/>
                  </a:lnTo>
                  <a:lnTo>
                    <a:pt x="7461" y="7508"/>
                  </a:lnTo>
                  <a:lnTo>
                    <a:pt x="1992" y="15698"/>
                  </a:lnTo>
                  <a:lnTo>
                    <a:pt x="0" y="25780"/>
                  </a:lnTo>
                  <a:lnTo>
                    <a:pt x="0" y="413258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1" y="439038"/>
                  </a:lnTo>
                  <a:lnTo>
                    <a:pt x="413004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8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226"/>
                  </a:lnTo>
                  <a:lnTo>
                    <a:pt x="438912" y="38226"/>
                  </a:lnTo>
                  <a:lnTo>
                    <a:pt x="438912" y="25780"/>
                  </a:lnTo>
                  <a:lnTo>
                    <a:pt x="436899" y="15698"/>
                  </a:lnTo>
                  <a:lnTo>
                    <a:pt x="431387" y="7508"/>
                  </a:lnTo>
                  <a:lnTo>
                    <a:pt x="423160" y="2010"/>
                  </a:lnTo>
                  <a:lnTo>
                    <a:pt x="413004" y="0"/>
                  </a:lnTo>
                  <a:close/>
                </a:path>
                <a:path w="439419" h="439420">
                  <a:moveTo>
                    <a:pt x="438912" y="38226"/>
                  </a:moveTo>
                  <a:lnTo>
                    <a:pt x="399669" y="38226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22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890" y="3624580"/>
              <a:ext cx="299592" cy="29463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6288" y="4634215"/>
              <a:ext cx="320573" cy="4586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566162" y="4434585"/>
              <a:ext cx="475615" cy="1526540"/>
            </a:xfrm>
            <a:custGeom>
              <a:avLst/>
              <a:gdLst/>
              <a:ahLst/>
              <a:cxnLst/>
              <a:rect l="l" t="t" r="r" b="b"/>
              <a:pathLst>
                <a:path w="475614" h="1526539">
                  <a:moveTo>
                    <a:pt x="438912" y="1112901"/>
                  </a:moveTo>
                  <a:lnTo>
                    <a:pt x="436892" y="1102766"/>
                  </a:lnTo>
                  <a:lnTo>
                    <a:pt x="431380" y="1094587"/>
                  </a:lnTo>
                  <a:lnTo>
                    <a:pt x="423151" y="1089113"/>
                  </a:lnTo>
                  <a:lnTo>
                    <a:pt x="413004" y="1087120"/>
                  </a:lnTo>
                  <a:lnTo>
                    <a:pt x="399669" y="1087120"/>
                  </a:lnTo>
                  <a:lnTo>
                    <a:pt x="399669" y="1125220"/>
                  </a:lnTo>
                  <a:lnTo>
                    <a:pt x="399669" y="1486916"/>
                  </a:lnTo>
                  <a:lnTo>
                    <a:pt x="38100" y="1486916"/>
                  </a:lnTo>
                  <a:lnTo>
                    <a:pt x="38100" y="1125220"/>
                  </a:lnTo>
                  <a:lnTo>
                    <a:pt x="399669" y="1125220"/>
                  </a:lnTo>
                  <a:lnTo>
                    <a:pt x="399669" y="1087120"/>
                  </a:lnTo>
                  <a:lnTo>
                    <a:pt x="25781" y="1087120"/>
                  </a:lnTo>
                  <a:lnTo>
                    <a:pt x="15633" y="1089113"/>
                  </a:lnTo>
                  <a:lnTo>
                    <a:pt x="7454" y="1094587"/>
                  </a:lnTo>
                  <a:lnTo>
                    <a:pt x="1981" y="1102766"/>
                  </a:lnTo>
                  <a:lnTo>
                    <a:pt x="0" y="1112901"/>
                  </a:lnTo>
                  <a:lnTo>
                    <a:pt x="0" y="1500378"/>
                  </a:lnTo>
                  <a:lnTo>
                    <a:pt x="1981" y="1510525"/>
                  </a:lnTo>
                  <a:lnTo>
                    <a:pt x="7454" y="1518704"/>
                  </a:lnTo>
                  <a:lnTo>
                    <a:pt x="15633" y="1524177"/>
                  </a:lnTo>
                  <a:lnTo>
                    <a:pt x="25781" y="1526159"/>
                  </a:lnTo>
                  <a:lnTo>
                    <a:pt x="413004" y="1526159"/>
                  </a:lnTo>
                  <a:lnTo>
                    <a:pt x="423151" y="1524177"/>
                  </a:lnTo>
                  <a:lnTo>
                    <a:pt x="431380" y="1518704"/>
                  </a:lnTo>
                  <a:lnTo>
                    <a:pt x="436892" y="1510525"/>
                  </a:lnTo>
                  <a:lnTo>
                    <a:pt x="438912" y="1500378"/>
                  </a:lnTo>
                  <a:lnTo>
                    <a:pt x="438912" y="1486916"/>
                  </a:lnTo>
                  <a:lnTo>
                    <a:pt x="438912" y="1125220"/>
                  </a:lnTo>
                  <a:lnTo>
                    <a:pt x="438912" y="1112901"/>
                  </a:lnTo>
                  <a:close/>
                </a:path>
                <a:path w="475614" h="1526539">
                  <a:moveTo>
                    <a:pt x="475488" y="68580"/>
                  </a:moveTo>
                  <a:lnTo>
                    <a:pt x="473710" y="68580"/>
                  </a:lnTo>
                  <a:lnTo>
                    <a:pt x="471817" y="57277"/>
                  </a:lnTo>
                  <a:lnTo>
                    <a:pt x="466928" y="47815"/>
                  </a:lnTo>
                  <a:lnTo>
                    <a:pt x="460146" y="40081"/>
                  </a:lnTo>
                  <a:lnTo>
                    <a:pt x="452628" y="33909"/>
                  </a:lnTo>
                  <a:lnTo>
                    <a:pt x="443598" y="28943"/>
                  </a:lnTo>
                  <a:lnTo>
                    <a:pt x="440817" y="27635"/>
                  </a:lnTo>
                  <a:lnTo>
                    <a:pt x="440817" y="66802"/>
                  </a:lnTo>
                  <a:lnTo>
                    <a:pt x="440817" y="68580"/>
                  </a:lnTo>
                  <a:lnTo>
                    <a:pt x="440817" y="109359"/>
                  </a:lnTo>
                  <a:lnTo>
                    <a:pt x="440817" y="472694"/>
                  </a:lnTo>
                  <a:lnTo>
                    <a:pt x="427609" y="480860"/>
                  </a:lnTo>
                  <a:lnTo>
                    <a:pt x="373761" y="498094"/>
                  </a:lnTo>
                  <a:lnTo>
                    <a:pt x="310502" y="505612"/>
                  </a:lnTo>
                  <a:lnTo>
                    <a:pt x="274955" y="506603"/>
                  </a:lnTo>
                  <a:lnTo>
                    <a:pt x="238823" y="505612"/>
                  </a:lnTo>
                  <a:lnTo>
                    <a:pt x="175234" y="498094"/>
                  </a:lnTo>
                  <a:lnTo>
                    <a:pt x="129133" y="484619"/>
                  </a:lnTo>
                  <a:lnTo>
                    <a:pt x="108204" y="469900"/>
                  </a:lnTo>
                  <a:lnTo>
                    <a:pt x="108204" y="108877"/>
                  </a:lnTo>
                  <a:lnTo>
                    <a:pt x="116484" y="112699"/>
                  </a:lnTo>
                  <a:lnTo>
                    <a:pt x="128422" y="117081"/>
                  </a:lnTo>
                  <a:lnTo>
                    <a:pt x="169202" y="127723"/>
                  </a:lnTo>
                  <a:lnTo>
                    <a:pt x="237172" y="136245"/>
                  </a:lnTo>
                  <a:lnTo>
                    <a:pt x="274955" y="137414"/>
                  </a:lnTo>
                  <a:lnTo>
                    <a:pt x="312470" y="136245"/>
                  </a:lnTo>
                  <a:lnTo>
                    <a:pt x="379945" y="127723"/>
                  </a:lnTo>
                  <a:lnTo>
                    <a:pt x="421220" y="117233"/>
                  </a:lnTo>
                  <a:lnTo>
                    <a:pt x="440817" y="109359"/>
                  </a:lnTo>
                  <a:lnTo>
                    <a:pt x="440817" y="68580"/>
                  </a:lnTo>
                  <a:lnTo>
                    <a:pt x="439801" y="69596"/>
                  </a:lnTo>
                  <a:lnTo>
                    <a:pt x="438912" y="71374"/>
                  </a:lnTo>
                  <a:lnTo>
                    <a:pt x="434340" y="74168"/>
                  </a:lnTo>
                  <a:lnTo>
                    <a:pt x="373888" y="94030"/>
                  </a:lnTo>
                  <a:lnTo>
                    <a:pt x="310883" y="101498"/>
                  </a:lnTo>
                  <a:lnTo>
                    <a:pt x="274955" y="102489"/>
                  </a:lnTo>
                  <a:lnTo>
                    <a:pt x="238836" y="101498"/>
                  </a:lnTo>
                  <a:lnTo>
                    <a:pt x="175615" y="94030"/>
                  </a:lnTo>
                  <a:lnTo>
                    <a:pt x="129578" y="81038"/>
                  </a:lnTo>
                  <a:lnTo>
                    <a:pt x="109220" y="69596"/>
                  </a:lnTo>
                  <a:lnTo>
                    <a:pt x="109220" y="68580"/>
                  </a:lnTo>
                  <a:lnTo>
                    <a:pt x="150368" y="48514"/>
                  </a:lnTo>
                  <a:lnTo>
                    <a:pt x="205422" y="37795"/>
                  </a:lnTo>
                  <a:lnTo>
                    <a:pt x="274955" y="33909"/>
                  </a:lnTo>
                  <a:lnTo>
                    <a:pt x="310883" y="34912"/>
                  </a:lnTo>
                  <a:lnTo>
                    <a:pt x="373888" y="42379"/>
                  </a:lnTo>
                  <a:lnTo>
                    <a:pt x="410908" y="51955"/>
                  </a:lnTo>
                  <a:lnTo>
                    <a:pt x="440817" y="66802"/>
                  </a:lnTo>
                  <a:lnTo>
                    <a:pt x="440817" y="27635"/>
                  </a:lnTo>
                  <a:lnTo>
                    <a:pt x="380695" y="8851"/>
                  </a:lnTo>
                  <a:lnTo>
                    <a:pt x="312724" y="1016"/>
                  </a:lnTo>
                  <a:lnTo>
                    <a:pt x="274955" y="0"/>
                  </a:lnTo>
                  <a:lnTo>
                    <a:pt x="237299" y="1016"/>
                  </a:lnTo>
                  <a:lnTo>
                    <a:pt x="169583" y="8851"/>
                  </a:lnTo>
                  <a:lnTo>
                    <a:pt x="128422" y="19151"/>
                  </a:lnTo>
                  <a:lnTo>
                    <a:pt x="89560" y="40081"/>
                  </a:lnTo>
                  <a:lnTo>
                    <a:pt x="75311" y="68580"/>
                  </a:lnTo>
                  <a:lnTo>
                    <a:pt x="74422" y="68580"/>
                  </a:lnTo>
                  <a:lnTo>
                    <a:pt x="74422" y="469900"/>
                  </a:lnTo>
                  <a:lnTo>
                    <a:pt x="76098" y="480860"/>
                  </a:lnTo>
                  <a:lnTo>
                    <a:pt x="105803" y="511505"/>
                  </a:lnTo>
                  <a:lnTo>
                    <a:pt x="168833" y="532650"/>
                  </a:lnTo>
                  <a:lnTo>
                    <a:pt x="237159" y="541261"/>
                  </a:lnTo>
                  <a:lnTo>
                    <a:pt x="274955" y="542290"/>
                  </a:lnTo>
                  <a:lnTo>
                    <a:pt x="308444" y="541261"/>
                  </a:lnTo>
                  <a:lnTo>
                    <a:pt x="311175" y="541261"/>
                  </a:lnTo>
                  <a:lnTo>
                    <a:pt x="379945" y="532282"/>
                  </a:lnTo>
                  <a:lnTo>
                    <a:pt x="421741" y="521131"/>
                  </a:lnTo>
                  <a:lnTo>
                    <a:pt x="452005" y="506603"/>
                  </a:lnTo>
                  <a:lnTo>
                    <a:pt x="453605" y="505612"/>
                  </a:lnTo>
                  <a:lnTo>
                    <a:pt x="461657" y="498906"/>
                  </a:lnTo>
                  <a:lnTo>
                    <a:pt x="468655" y="490893"/>
                  </a:lnTo>
                  <a:lnTo>
                    <a:pt x="473608" y="481304"/>
                  </a:lnTo>
                  <a:lnTo>
                    <a:pt x="475488" y="469900"/>
                  </a:lnTo>
                  <a:lnTo>
                    <a:pt x="475488" y="6858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0" y="5769609"/>
              <a:ext cx="299592" cy="29464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6288" y="6779245"/>
              <a:ext cx="320573" cy="4586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2640584" y="6579488"/>
              <a:ext cx="401320" cy="542925"/>
            </a:xfrm>
            <a:custGeom>
              <a:avLst/>
              <a:gdLst/>
              <a:ahLst/>
              <a:cxnLst/>
              <a:rect l="l" t="t" r="r" b="b"/>
              <a:pathLst>
                <a:path w="401319" h="542925">
                  <a:moveTo>
                    <a:pt x="401066" y="68707"/>
                  </a:moveTo>
                  <a:lnTo>
                    <a:pt x="399288" y="68707"/>
                  </a:lnTo>
                  <a:lnTo>
                    <a:pt x="397395" y="57353"/>
                  </a:lnTo>
                  <a:lnTo>
                    <a:pt x="392506" y="47891"/>
                  </a:lnTo>
                  <a:lnTo>
                    <a:pt x="385724" y="40132"/>
                  </a:lnTo>
                  <a:lnTo>
                    <a:pt x="378206" y="33909"/>
                  </a:lnTo>
                  <a:lnTo>
                    <a:pt x="369176" y="29019"/>
                  </a:lnTo>
                  <a:lnTo>
                    <a:pt x="366395" y="27724"/>
                  </a:lnTo>
                  <a:lnTo>
                    <a:pt x="366395" y="66929"/>
                  </a:lnTo>
                  <a:lnTo>
                    <a:pt x="366395" y="68707"/>
                  </a:lnTo>
                  <a:lnTo>
                    <a:pt x="366395" y="109435"/>
                  </a:lnTo>
                  <a:lnTo>
                    <a:pt x="366395" y="472821"/>
                  </a:lnTo>
                  <a:lnTo>
                    <a:pt x="359029" y="477266"/>
                  </a:lnTo>
                  <a:lnTo>
                    <a:pt x="299339" y="498157"/>
                  </a:lnTo>
                  <a:lnTo>
                    <a:pt x="236080" y="505714"/>
                  </a:lnTo>
                  <a:lnTo>
                    <a:pt x="200533" y="506730"/>
                  </a:lnTo>
                  <a:lnTo>
                    <a:pt x="164401" y="505714"/>
                  </a:lnTo>
                  <a:lnTo>
                    <a:pt x="100812" y="498157"/>
                  </a:lnTo>
                  <a:lnTo>
                    <a:pt x="54711" y="484682"/>
                  </a:lnTo>
                  <a:lnTo>
                    <a:pt x="33782" y="470027"/>
                  </a:lnTo>
                  <a:lnTo>
                    <a:pt x="33782" y="109004"/>
                  </a:lnTo>
                  <a:lnTo>
                    <a:pt x="42062" y="112826"/>
                  </a:lnTo>
                  <a:lnTo>
                    <a:pt x="54419" y="117335"/>
                  </a:lnTo>
                  <a:lnTo>
                    <a:pt x="94780" y="127825"/>
                  </a:lnTo>
                  <a:lnTo>
                    <a:pt x="162750" y="136271"/>
                  </a:lnTo>
                  <a:lnTo>
                    <a:pt x="200533" y="137414"/>
                  </a:lnTo>
                  <a:lnTo>
                    <a:pt x="238048" y="136271"/>
                  </a:lnTo>
                  <a:lnTo>
                    <a:pt x="305523" y="127825"/>
                  </a:lnTo>
                  <a:lnTo>
                    <a:pt x="346798" y="117335"/>
                  </a:lnTo>
                  <a:lnTo>
                    <a:pt x="366395" y="109435"/>
                  </a:lnTo>
                  <a:lnTo>
                    <a:pt x="366395" y="68707"/>
                  </a:lnTo>
                  <a:lnTo>
                    <a:pt x="365379" y="69723"/>
                  </a:lnTo>
                  <a:lnTo>
                    <a:pt x="364490" y="71501"/>
                  </a:lnTo>
                  <a:lnTo>
                    <a:pt x="359918" y="74168"/>
                  </a:lnTo>
                  <a:lnTo>
                    <a:pt x="299466" y="94107"/>
                  </a:lnTo>
                  <a:lnTo>
                    <a:pt x="236461" y="101625"/>
                  </a:lnTo>
                  <a:lnTo>
                    <a:pt x="200533" y="102616"/>
                  </a:lnTo>
                  <a:lnTo>
                    <a:pt x="164414" y="101625"/>
                  </a:lnTo>
                  <a:lnTo>
                    <a:pt x="101193" y="94107"/>
                  </a:lnTo>
                  <a:lnTo>
                    <a:pt x="55156" y="81127"/>
                  </a:lnTo>
                  <a:lnTo>
                    <a:pt x="34798" y="69723"/>
                  </a:lnTo>
                  <a:lnTo>
                    <a:pt x="34798" y="68707"/>
                  </a:lnTo>
                  <a:lnTo>
                    <a:pt x="75946" y="48514"/>
                  </a:lnTo>
                  <a:lnTo>
                    <a:pt x="131000" y="37782"/>
                  </a:lnTo>
                  <a:lnTo>
                    <a:pt x="200533" y="33909"/>
                  </a:lnTo>
                  <a:lnTo>
                    <a:pt x="236461" y="34912"/>
                  </a:lnTo>
                  <a:lnTo>
                    <a:pt x="299466" y="42379"/>
                  </a:lnTo>
                  <a:lnTo>
                    <a:pt x="336486" y="52019"/>
                  </a:lnTo>
                  <a:lnTo>
                    <a:pt x="366395" y="66929"/>
                  </a:lnTo>
                  <a:lnTo>
                    <a:pt x="366395" y="27724"/>
                  </a:lnTo>
                  <a:lnTo>
                    <a:pt x="306273" y="8953"/>
                  </a:lnTo>
                  <a:lnTo>
                    <a:pt x="238302" y="1041"/>
                  </a:lnTo>
                  <a:lnTo>
                    <a:pt x="200533" y="0"/>
                  </a:lnTo>
                  <a:lnTo>
                    <a:pt x="162877" y="1041"/>
                  </a:lnTo>
                  <a:lnTo>
                    <a:pt x="95161" y="8953"/>
                  </a:lnTo>
                  <a:lnTo>
                    <a:pt x="54000" y="19253"/>
                  </a:lnTo>
                  <a:lnTo>
                    <a:pt x="15138" y="40132"/>
                  </a:lnTo>
                  <a:lnTo>
                    <a:pt x="889" y="68707"/>
                  </a:lnTo>
                  <a:lnTo>
                    <a:pt x="0" y="68707"/>
                  </a:lnTo>
                  <a:lnTo>
                    <a:pt x="0" y="470027"/>
                  </a:lnTo>
                  <a:lnTo>
                    <a:pt x="1663" y="480910"/>
                  </a:lnTo>
                  <a:lnTo>
                    <a:pt x="31381" y="511581"/>
                  </a:lnTo>
                  <a:lnTo>
                    <a:pt x="94411" y="532777"/>
                  </a:lnTo>
                  <a:lnTo>
                    <a:pt x="162737" y="541388"/>
                  </a:lnTo>
                  <a:lnTo>
                    <a:pt x="200533" y="542417"/>
                  </a:lnTo>
                  <a:lnTo>
                    <a:pt x="238048" y="541235"/>
                  </a:lnTo>
                  <a:lnTo>
                    <a:pt x="305523" y="532345"/>
                  </a:lnTo>
                  <a:lnTo>
                    <a:pt x="347319" y="521246"/>
                  </a:lnTo>
                  <a:lnTo>
                    <a:pt x="377571" y="506730"/>
                  </a:lnTo>
                  <a:lnTo>
                    <a:pt x="379222" y="505714"/>
                  </a:lnTo>
                  <a:lnTo>
                    <a:pt x="387235" y="499033"/>
                  </a:lnTo>
                  <a:lnTo>
                    <a:pt x="394233" y="491020"/>
                  </a:lnTo>
                  <a:lnTo>
                    <a:pt x="399186" y="481431"/>
                  </a:lnTo>
                  <a:lnTo>
                    <a:pt x="401066" y="470027"/>
                  </a:lnTo>
                  <a:lnTo>
                    <a:pt x="401066" y="6870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860538" y="2840228"/>
            <a:ext cx="26562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8185" marR="5080" indent="-706120">
              <a:lnSpc>
                <a:spcPct val="100000"/>
              </a:lnSpc>
              <a:spcBef>
                <a:spcPts val="100"/>
              </a:spcBef>
            </a:pPr>
            <a:r>
              <a:rPr dirty="0" sz="2400" spc="245" b="1">
                <a:solidFill>
                  <a:srgbClr val="173360"/>
                </a:solidFill>
                <a:latin typeface="Calibri"/>
                <a:cs typeface="Calibri"/>
              </a:rPr>
              <a:t>Model</a:t>
            </a:r>
            <a:r>
              <a:rPr dirty="0" sz="2400" spc="15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05" b="1">
                <a:solidFill>
                  <a:srgbClr val="173360"/>
                </a:solidFill>
                <a:latin typeface="Calibri"/>
                <a:cs typeface="Calibri"/>
              </a:rPr>
              <a:t>Building</a:t>
            </a:r>
            <a:r>
              <a:rPr dirty="0" sz="2400" spc="18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173360"/>
                </a:solidFill>
                <a:latin typeface="Calibri"/>
                <a:cs typeface="Calibri"/>
              </a:rPr>
              <a:t>/ </a:t>
            </a:r>
            <a:r>
              <a:rPr dirty="0" sz="2400" spc="310" b="1">
                <a:solidFill>
                  <a:srgbClr val="173360"/>
                </a:solidFill>
                <a:latin typeface="Calibri"/>
                <a:cs typeface="Calibri"/>
              </a:rPr>
              <a:t>Scoring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630414" y="7141844"/>
            <a:ext cx="3117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00" b="1">
                <a:solidFill>
                  <a:srgbClr val="173360"/>
                </a:solidFill>
                <a:latin typeface="Calibri"/>
                <a:cs typeface="Calibri"/>
              </a:rPr>
              <a:t>Production</a:t>
            </a:r>
            <a:r>
              <a:rPr dirty="0" sz="2400" spc="18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10" b="1">
                <a:solidFill>
                  <a:srgbClr val="173360"/>
                </a:solidFill>
                <a:latin typeface="Calibri"/>
                <a:cs typeface="Calibri"/>
              </a:rPr>
              <a:t>ML</a:t>
            </a:r>
            <a:r>
              <a:rPr dirty="0" sz="2400" spc="16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35" b="1">
                <a:solidFill>
                  <a:srgbClr val="173360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199369" y="3886327"/>
            <a:ext cx="88201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8435" marR="5080" indent="-166370">
              <a:lnSpc>
                <a:spcPct val="100000"/>
              </a:lnSpc>
              <a:spcBef>
                <a:spcPts val="95"/>
              </a:spcBef>
            </a:pPr>
            <a:r>
              <a:rPr dirty="0" sz="1600" spc="160" i="1">
                <a:solidFill>
                  <a:srgbClr val="040430"/>
                </a:solidFill>
                <a:latin typeface="Calibri"/>
                <a:cs typeface="Calibri"/>
              </a:rPr>
              <a:t>Training</a:t>
            </a:r>
            <a:r>
              <a:rPr dirty="0" sz="1600" spc="160" i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600" spc="215" i="1">
                <a:solidFill>
                  <a:srgbClr val="040430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800342" y="3892524"/>
            <a:ext cx="1804670" cy="518159"/>
          </a:xfrm>
          <a:custGeom>
            <a:avLst/>
            <a:gdLst/>
            <a:ahLst/>
            <a:cxnLst/>
            <a:rect l="l" t="t" r="r" b="b"/>
            <a:pathLst>
              <a:path w="1804670" h="518160">
                <a:moveTo>
                  <a:pt x="1804161" y="0"/>
                </a:moveTo>
                <a:lnTo>
                  <a:pt x="0" y="0"/>
                </a:lnTo>
                <a:lnTo>
                  <a:pt x="0" y="517804"/>
                </a:lnTo>
                <a:lnTo>
                  <a:pt x="1804161" y="517804"/>
                </a:lnTo>
                <a:lnTo>
                  <a:pt x="1804161" y="0"/>
                </a:lnTo>
                <a:close/>
              </a:path>
            </a:pathLst>
          </a:custGeom>
          <a:solidFill>
            <a:srgbClr val="F4F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7283577" y="3886327"/>
            <a:ext cx="83946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9535">
              <a:lnSpc>
                <a:spcPct val="100000"/>
              </a:lnSpc>
              <a:spcBef>
                <a:spcPts val="95"/>
              </a:spcBef>
            </a:pPr>
            <a:r>
              <a:rPr dirty="0" sz="1600" spc="150" i="1">
                <a:solidFill>
                  <a:srgbClr val="040430"/>
                </a:solidFill>
                <a:latin typeface="Calibri"/>
                <a:cs typeface="Calibri"/>
              </a:rPr>
              <a:t>Model</a:t>
            </a:r>
            <a:r>
              <a:rPr dirty="0" sz="1600" spc="150" i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600" spc="235" i="1">
                <a:solidFill>
                  <a:srgbClr val="040430"/>
                </a:solidFill>
                <a:latin typeface="Calibri"/>
                <a:cs typeface="Calibri"/>
              </a:rPr>
              <a:t>Params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9736963" y="6175857"/>
            <a:ext cx="1804670" cy="518159"/>
          </a:xfrm>
          <a:custGeom>
            <a:avLst/>
            <a:gdLst/>
            <a:ahLst/>
            <a:cxnLst/>
            <a:rect l="l" t="t" r="r" b="b"/>
            <a:pathLst>
              <a:path w="1804670" h="518159">
                <a:moveTo>
                  <a:pt x="1804161" y="0"/>
                </a:moveTo>
                <a:lnTo>
                  <a:pt x="0" y="0"/>
                </a:lnTo>
                <a:lnTo>
                  <a:pt x="0" y="517804"/>
                </a:lnTo>
                <a:lnTo>
                  <a:pt x="1804161" y="517804"/>
                </a:lnTo>
                <a:lnTo>
                  <a:pt x="1804161" y="0"/>
                </a:lnTo>
                <a:close/>
              </a:path>
            </a:pathLst>
          </a:custGeom>
          <a:solidFill>
            <a:srgbClr val="F4F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0173461" y="6169914"/>
            <a:ext cx="93218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95"/>
              </a:spcBef>
            </a:pPr>
            <a:r>
              <a:rPr dirty="0" sz="1600" spc="190" i="1">
                <a:solidFill>
                  <a:srgbClr val="040430"/>
                </a:solidFill>
                <a:latin typeface="Calibri"/>
                <a:cs typeface="Calibri"/>
              </a:rPr>
              <a:t>Params,</a:t>
            </a:r>
            <a:r>
              <a:rPr dirty="0" sz="1600" spc="190" i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600" spc="175" i="1">
                <a:solidFill>
                  <a:srgbClr val="040430"/>
                </a:solidFill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6805548" y="6231369"/>
            <a:ext cx="1804670" cy="407034"/>
          </a:xfrm>
          <a:custGeom>
            <a:avLst/>
            <a:gdLst/>
            <a:ahLst/>
            <a:cxnLst/>
            <a:rect l="l" t="t" r="r" b="b"/>
            <a:pathLst>
              <a:path w="1804670" h="407034">
                <a:moveTo>
                  <a:pt x="1804162" y="0"/>
                </a:moveTo>
                <a:lnTo>
                  <a:pt x="0" y="0"/>
                </a:lnTo>
                <a:lnTo>
                  <a:pt x="0" y="406793"/>
                </a:lnTo>
                <a:lnTo>
                  <a:pt x="1804162" y="406793"/>
                </a:lnTo>
                <a:lnTo>
                  <a:pt x="1804162" y="0"/>
                </a:lnTo>
                <a:close/>
              </a:path>
            </a:pathLst>
          </a:custGeom>
          <a:solidFill>
            <a:srgbClr val="F4F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7323835" y="6291834"/>
            <a:ext cx="769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5" i="1">
                <a:solidFill>
                  <a:srgbClr val="040430"/>
                </a:solidFill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7627619" y="3843528"/>
            <a:ext cx="3196590" cy="3196590"/>
            <a:chOff x="7627619" y="3843528"/>
            <a:chExt cx="3196590" cy="3196590"/>
          </a:xfrm>
        </p:grpSpPr>
        <p:pic>
          <p:nvPicPr>
            <p:cNvPr id="42" name="object 4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7619" y="3843528"/>
              <a:ext cx="3196208" cy="3196209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8166480" y="4265930"/>
              <a:ext cx="2044064" cy="2044064"/>
            </a:xfrm>
            <a:custGeom>
              <a:avLst/>
              <a:gdLst/>
              <a:ahLst/>
              <a:cxnLst/>
              <a:rect l="l" t="t" r="r" b="b"/>
              <a:pathLst>
                <a:path w="2044065" h="2044064">
                  <a:moveTo>
                    <a:pt x="1021715" y="0"/>
                  </a:moveTo>
                  <a:lnTo>
                    <a:pt x="973619" y="1112"/>
                  </a:lnTo>
                  <a:lnTo>
                    <a:pt x="926096" y="4415"/>
                  </a:lnTo>
                  <a:lnTo>
                    <a:pt x="879194" y="9861"/>
                  </a:lnTo>
                  <a:lnTo>
                    <a:pt x="832962" y="17401"/>
                  </a:lnTo>
                  <a:lnTo>
                    <a:pt x="787450" y="26985"/>
                  </a:lnTo>
                  <a:lnTo>
                    <a:pt x="742706" y="38564"/>
                  </a:lnTo>
                  <a:lnTo>
                    <a:pt x="698780" y="52090"/>
                  </a:lnTo>
                  <a:lnTo>
                    <a:pt x="655720" y="67513"/>
                  </a:lnTo>
                  <a:lnTo>
                    <a:pt x="613576" y="84784"/>
                  </a:lnTo>
                  <a:lnTo>
                    <a:pt x="572397" y="103854"/>
                  </a:lnTo>
                  <a:lnTo>
                    <a:pt x="532232" y="124674"/>
                  </a:lnTo>
                  <a:lnTo>
                    <a:pt x="493130" y="147195"/>
                  </a:lnTo>
                  <a:lnTo>
                    <a:pt x="455139" y="171368"/>
                  </a:lnTo>
                  <a:lnTo>
                    <a:pt x="418310" y="197144"/>
                  </a:lnTo>
                  <a:lnTo>
                    <a:pt x="382691" y="224474"/>
                  </a:lnTo>
                  <a:lnTo>
                    <a:pt x="348331" y="253309"/>
                  </a:lnTo>
                  <a:lnTo>
                    <a:pt x="315279" y="283599"/>
                  </a:lnTo>
                  <a:lnTo>
                    <a:pt x="283585" y="315296"/>
                  </a:lnTo>
                  <a:lnTo>
                    <a:pt x="253297" y="348351"/>
                  </a:lnTo>
                  <a:lnTo>
                    <a:pt x="224464" y="382715"/>
                  </a:lnTo>
                  <a:lnTo>
                    <a:pt x="197136" y="418338"/>
                  </a:lnTo>
                  <a:lnTo>
                    <a:pt x="171362" y="455171"/>
                  </a:lnTo>
                  <a:lnTo>
                    <a:pt x="147190" y="493166"/>
                  </a:lnTo>
                  <a:lnTo>
                    <a:pt x="124670" y="532273"/>
                  </a:lnTo>
                  <a:lnTo>
                    <a:pt x="103851" y="572444"/>
                  </a:lnTo>
                  <a:lnTo>
                    <a:pt x="84781" y="613629"/>
                  </a:lnTo>
                  <a:lnTo>
                    <a:pt x="67511" y="655779"/>
                  </a:lnTo>
                  <a:lnTo>
                    <a:pt x="52089" y="698845"/>
                  </a:lnTo>
                  <a:lnTo>
                    <a:pt x="38564" y="742778"/>
                  </a:lnTo>
                  <a:lnTo>
                    <a:pt x="26985" y="787530"/>
                  </a:lnTo>
                  <a:lnTo>
                    <a:pt x="17401" y="833050"/>
                  </a:lnTo>
                  <a:lnTo>
                    <a:pt x="9861" y="879291"/>
                  </a:lnTo>
                  <a:lnTo>
                    <a:pt x="4415" y="926202"/>
                  </a:lnTo>
                  <a:lnTo>
                    <a:pt x="1112" y="973735"/>
                  </a:lnTo>
                  <a:lnTo>
                    <a:pt x="0" y="1021842"/>
                  </a:lnTo>
                  <a:lnTo>
                    <a:pt x="1112" y="1069937"/>
                  </a:lnTo>
                  <a:lnTo>
                    <a:pt x="4415" y="1117461"/>
                  </a:lnTo>
                  <a:lnTo>
                    <a:pt x="9861" y="1164365"/>
                  </a:lnTo>
                  <a:lnTo>
                    <a:pt x="17401" y="1210599"/>
                  </a:lnTo>
                  <a:lnTo>
                    <a:pt x="26985" y="1256113"/>
                  </a:lnTo>
                  <a:lnTo>
                    <a:pt x="38564" y="1300860"/>
                  </a:lnTo>
                  <a:lnTo>
                    <a:pt x="52089" y="1344789"/>
                  </a:lnTo>
                  <a:lnTo>
                    <a:pt x="67511" y="1387853"/>
                  </a:lnTo>
                  <a:lnTo>
                    <a:pt x="84781" y="1430000"/>
                  </a:lnTo>
                  <a:lnTo>
                    <a:pt x="103851" y="1471184"/>
                  </a:lnTo>
                  <a:lnTo>
                    <a:pt x="124670" y="1511354"/>
                  </a:lnTo>
                  <a:lnTo>
                    <a:pt x="147190" y="1550461"/>
                  </a:lnTo>
                  <a:lnTo>
                    <a:pt x="171362" y="1588456"/>
                  </a:lnTo>
                  <a:lnTo>
                    <a:pt x="197136" y="1625291"/>
                  </a:lnTo>
                  <a:lnTo>
                    <a:pt x="224464" y="1660915"/>
                  </a:lnTo>
                  <a:lnTo>
                    <a:pt x="253297" y="1695281"/>
                  </a:lnTo>
                  <a:lnTo>
                    <a:pt x="283585" y="1728338"/>
                  </a:lnTo>
                  <a:lnTo>
                    <a:pt x="315279" y="1760038"/>
                  </a:lnTo>
                  <a:lnTo>
                    <a:pt x="348331" y="1790331"/>
                  </a:lnTo>
                  <a:lnTo>
                    <a:pt x="382691" y="1819169"/>
                  </a:lnTo>
                  <a:lnTo>
                    <a:pt x="418310" y="1846502"/>
                  </a:lnTo>
                  <a:lnTo>
                    <a:pt x="455139" y="1872282"/>
                  </a:lnTo>
                  <a:lnTo>
                    <a:pt x="493130" y="1896459"/>
                  </a:lnTo>
                  <a:lnTo>
                    <a:pt x="532232" y="1918983"/>
                  </a:lnTo>
                  <a:lnTo>
                    <a:pt x="572397" y="1939807"/>
                  </a:lnTo>
                  <a:lnTo>
                    <a:pt x="613576" y="1958881"/>
                  </a:lnTo>
                  <a:lnTo>
                    <a:pt x="655720" y="1976155"/>
                  </a:lnTo>
                  <a:lnTo>
                    <a:pt x="698780" y="1991581"/>
                  </a:lnTo>
                  <a:lnTo>
                    <a:pt x="742706" y="2005109"/>
                  </a:lnTo>
                  <a:lnTo>
                    <a:pt x="787450" y="2016691"/>
                  </a:lnTo>
                  <a:lnTo>
                    <a:pt x="832962" y="2026278"/>
                  </a:lnTo>
                  <a:lnTo>
                    <a:pt x="879194" y="2033819"/>
                  </a:lnTo>
                  <a:lnTo>
                    <a:pt x="926096" y="2039267"/>
                  </a:lnTo>
                  <a:lnTo>
                    <a:pt x="973619" y="2042571"/>
                  </a:lnTo>
                  <a:lnTo>
                    <a:pt x="1021715" y="2043684"/>
                  </a:lnTo>
                  <a:lnTo>
                    <a:pt x="1069821" y="2042571"/>
                  </a:lnTo>
                  <a:lnTo>
                    <a:pt x="1117354" y="2039267"/>
                  </a:lnTo>
                  <a:lnTo>
                    <a:pt x="1164265" y="2033819"/>
                  </a:lnTo>
                  <a:lnTo>
                    <a:pt x="1210506" y="2026278"/>
                  </a:lnTo>
                  <a:lnTo>
                    <a:pt x="1256026" y="2016691"/>
                  </a:lnTo>
                  <a:lnTo>
                    <a:pt x="1300778" y="2005109"/>
                  </a:lnTo>
                  <a:lnTo>
                    <a:pt x="1344711" y="1991581"/>
                  </a:lnTo>
                  <a:lnTo>
                    <a:pt x="1387777" y="1976155"/>
                  </a:lnTo>
                  <a:lnTo>
                    <a:pt x="1429927" y="1958881"/>
                  </a:lnTo>
                  <a:lnTo>
                    <a:pt x="1471112" y="1939807"/>
                  </a:lnTo>
                  <a:lnTo>
                    <a:pt x="1511283" y="1918983"/>
                  </a:lnTo>
                  <a:lnTo>
                    <a:pt x="1550390" y="1896459"/>
                  </a:lnTo>
                  <a:lnTo>
                    <a:pt x="1588385" y="1872282"/>
                  </a:lnTo>
                  <a:lnTo>
                    <a:pt x="1625218" y="1846502"/>
                  </a:lnTo>
                  <a:lnTo>
                    <a:pt x="1660841" y="1819169"/>
                  </a:lnTo>
                  <a:lnTo>
                    <a:pt x="1695205" y="1790331"/>
                  </a:lnTo>
                  <a:lnTo>
                    <a:pt x="1728260" y="1760038"/>
                  </a:lnTo>
                  <a:lnTo>
                    <a:pt x="1759957" y="1728338"/>
                  </a:lnTo>
                  <a:lnTo>
                    <a:pt x="1790247" y="1695281"/>
                  </a:lnTo>
                  <a:lnTo>
                    <a:pt x="1819082" y="1660915"/>
                  </a:lnTo>
                  <a:lnTo>
                    <a:pt x="1846412" y="1625291"/>
                  </a:lnTo>
                  <a:lnTo>
                    <a:pt x="1872188" y="1588456"/>
                  </a:lnTo>
                  <a:lnTo>
                    <a:pt x="1896361" y="1550461"/>
                  </a:lnTo>
                  <a:lnTo>
                    <a:pt x="1918882" y="1511354"/>
                  </a:lnTo>
                  <a:lnTo>
                    <a:pt x="1939702" y="1471184"/>
                  </a:lnTo>
                  <a:lnTo>
                    <a:pt x="1958772" y="1430000"/>
                  </a:lnTo>
                  <a:lnTo>
                    <a:pt x="1976043" y="1387853"/>
                  </a:lnTo>
                  <a:lnTo>
                    <a:pt x="1991466" y="1344789"/>
                  </a:lnTo>
                  <a:lnTo>
                    <a:pt x="2004992" y="1300860"/>
                  </a:lnTo>
                  <a:lnTo>
                    <a:pt x="2016571" y="1256113"/>
                  </a:lnTo>
                  <a:lnTo>
                    <a:pt x="2026155" y="1210599"/>
                  </a:lnTo>
                  <a:lnTo>
                    <a:pt x="2033695" y="1164365"/>
                  </a:lnTo>
                  <a:lnTo>
                    <a:pt x="2039141" y="1117461"/>
                  </a:lnTo>
                  <a:lnTo>
                    <a:pt x="2042444" y="1069937"/>
                  </a:lnTo>
                  <a:lnTo>
                    <a:pt x="2043557" y="1021842"/>
                  </a:lnTo>
                  <a:lnTo>
                    <a:pt x="2042444" y="973735"/>
                  </a:lnTo>
                  <a:lnTo>
                    <a:pt x="2039141" y="926202"/>
                  </a:lnTo>
                  <a:lnTo>
                    <a:pt x="2033695" y="879291"/>
                  </a:lnTo>
                  <a:lnTo>
                    <a:pt x="2026155" y="833050"/>
                  </a:lnTo>
                  <a:lnTo>
                    <a:pt x="2016571" y="787530"/>
                  </a:lnTo>
                  <a:lnTo>
                    <a:pt x="2004992" y="742778"/>
                  </a:lnTo>
                  <a:lnTo>
                    <a:pt x="1991466" y="698845"/>
                  </a:lnTo>
                  <a:lnTo>
                    <a:pt x="1976043" y="655779"/>
                  </a:lnTo>
                  <a:lnTo>
                    <a:pt x="1958772" y="613629"/>
                  </a:lnTo>
                  <a:lnTo>
                    <a:pt x="1939702" y="572444"/>
                  </a:lnTo>
                  <a:lnTo>
                    <a:pt x="1918882" y="532273"/>
                  </a:lnTo>
                  <a:lnTo>
                    <a:pt x="1896361" y="493166"/>
                  </a:lnTo>
                  <a:lnTo>
                    <a:pt x="1872188" y="455171"/>
                  </a:lnTo>
                  <a:lnTo>
                    <a:pt x="1846412" y="418338"/>
                  </a:lnTo>
                  <a:lnTo>
                    <a:pt x="1819082" y="382715"/>
                  </a:lnTo>
                  <a:lnTo>
                    <a:pt x="1790247" y="348351"/>
                  </a:lnTo>
                  <a:lnTo>
                    <a:pt x="1759957" y="315296"/>
                  </a:lnTo>
                  <a:lnTo>
                    <a:pt x="1728260" y="283599"/>
                  </a:lnTo>
                  <a:lnTo>
                    <a:pt x="1695205" y="253309"/>
                  </a:lnTo>
                  <a:lnTo>
                    <a:pt x="1660841" y="224474"/>
                  </a:lnTo>
                  <a:lnTo>
                    <a:pt x="1625219" y="197144"/>
                  </a:lnTo>
                  <a:lnTo>
                    <a:pt x="1588385" y="171368"/>
                  </a:lnTo>
                  <a:lnTo>
                    <a:pt x="1550390" y="147195"/>
                  </a:lnTo>
                  <a:lnTo>
                    <a:pt x="1511283" y="124674"/>
                  </a:lnTo>
                  <a:lnTo>
                    <a:pt x="1471112" y="103854"/>
                  </a:lnTo>
                  <a:lnTo>
                    <a:pt x="1429927" y="84784"/>
                  </a:lnTo>
                  <a:lnTo>
                    <a:pt x="1387777" y="67513"/>
                  </a:lnTo>
                  <a:lnTo>
                    <a:pt x="1344711" y="52090"/>
                  </a:lnTo>
                  <a:lnTo>
                    <a:pt x="1300778" y="38564"/>
                  </a:lnTo>
                  <a:lnTo>
                    <a:pt x="1256026" y="26985"/>
                  </a:lnTo>
                  <a:lnTo>
                    <a:pt x="1210506" y="17401"/>
                  </a:lnTo>
                  <a:lnTo>
                    <a:pt x="1164265" y="9861"/>
                  </a:lnTo>
                  <a:lnTo>
                    <a:pt x="1117354" y="4415"/>
                  </a:lnTo>
                  <a:lnTo>
                    <a:pt x="1069821" y="1112"/>
                  </a:lnTo>
                  <a:lnTo>
                    <a:pt x="1021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287258" y="4390516"/>
              <a:ext cx="1801495" cy="1800225"/>
            </a:xfrm>
            <a:custGeom>
              <a:avLst/>
              <a:gdLst/>
              <a:ahLst/>
              <a:cxnLst/>
              <a:rect l="l" t="t" r="r" b="b"/>
              <a:pathLst>
                <a:path w="1801495" h="1800225">
                  <a:moveTo>
                    <a:pt x="1450467" y="879729"/>
                  </a:moveTo>
                  <a:lnTo>
                    <a:pt x="1415834" y="876922"/>
                  </a:lnTo>
                  <a:lnTo>
                    <a:pt x="1381353" y="874966"/>
                  </a:lnTo>
                  <a:lnTo>
                    <a:pt x="1313307" y="872490"/>
                  </a:lnTo>
                  <a:lnTo>
                    <a:pt x="1171956" y="871093"/>
                  </a:lnTo>
                  <a:lnTo>
                    <a:pt x="979271" y="867092"/>
                  </a:lnTo>
                  <a:lnTo>
                    <a:pt x="930910" y="866775"/>
                  </a:lnTo>
                  <a:lnTo>
                    <a:pt x="930846" y="807593"/>
                  </a:lnTo>
                  <a:lnTo>
                    <a:pt x="930719" y="770242"/>
                  </a:lnTo>
                  <a:lnTo>
                    <a:pt x="930643" y="762889"/>
                  </a:lnTo>
                  <a:lnTo>
                    <a:pt x="930503" y="747039"/>
                  </a:lnTo>
                  <a:lnTo>
                    <a:pt x="930427" y="738251"/>
                  </a:lnTo>
                  <a:lnTo>
                    <a:pt x="930313" y="726694"/>
                  </a:lnTo>
                  <a:lnTo>
                    <a:pt x="930198" y="718185"/>
                  </a:lnTo>
                  <a:lnTo>
                    <a:pt x="929411" y="674052"/>
                  </a:lnTo>
                  <a:lnTo>
                    <a:pt x="928027" y="627126"/>
                  </a:lnTo>
                  <a:lnTo>
                    <a:pt x="925068" y="488569"/>
                  </a:lnTo>
                  <a:lnTo>
                    <a:pt x="923772" y="453923"/>
                  </a:lnTo>
                  <a:lnTo>
                    <a:pt x="922083" y="419417"/>
                  </a:lnTo>
                  <a:lnTo>
                    <a:pt x="920102" y="385203"/>
                  </a:lnTo>
                  <a:lnTo>
                    <a:pt x="917956" y="351409"/>
                  </a:lnTo>
                  <a:lnTo>
                    <a:pt x="880364" y="351409"/>
                  </a:lnTo>
                  <a:lnTo>
                    <a:pt x="877620" y="385203"/>
                  </a:lnTo>
                  <a:lnTo>
                    <a:pt x="875703" y="419417"/>
                  </a:lnTo>
                  <a:lnTo>
                    <a:pt x="874344" y="453923"/>
                  </a:lnTo>
                  <a:lnTo>
                    <a:pt x="872070" y="524637"/>
                  </a:lnTo>
                  <a:lnTo>
                    <a:pt x="868807" y="625729"/>
                  </a:lnTo>
                  <a:lnTo>
                    <a:pt x="867994" y="653859"/>
                  </a:lnTo>
                  <a:lnTo>
                    <a:pt x="867752" y="670433"/>
                  </a:lnTo>
                  <a:lnTo>
                    <a:pt x="867689" y="674052"/>
                  </a:lnTo>
                  <a:lnTo>
                    <a:pt x="867575" y="681990"/>
                  </a:lnTo>
                  <a:lnTo>
                    <a:pt x="867511" y="694270"/>
                  </a:lnTo>
                  <a:lnTo>
                    <a:pt x="867410" y="738251"/>
                  </a:lnTo>
                  <a:lnTo>
                    <a:pt x="856132" y="712863"/>
                  </a:lnTo>
                  <a:lnTo>
                    <a:pt x="844486" y="686841"/>
                  </a:lnTo>
                  <a:lnTo>
                    <a:pt x="833120" y="660552"/>
                  </a:lnTo>
                  <a:lnTo>
                    <a:pt x="822706" y="634365"/>
                  </a:lnTo>
                  <a:lnTo>
                    <a:pt x="766445" y="508762"/>
                  </a:lnTo>
                  <a:lnTo>
                    <a:pt x="751433" y="477431"/>
                  </a:lnTo>
                  <a:lnTo>
                    <a:pt x="722058" y="414655"/>
                  </a:lnTo>
                  <a:lnTo>
                    <a:pt x="707136" y="383159"/>
                  </a:lnTo>
                  <a:lnTo>
                    <a:pt x="671068" y="397637"/>
                  </a:lnTo>
                  <a:lnTo>
                    <a:pt x="682155" y="430174"/>
                  </a:lnTo>
                  <a:lnTo>
                    <a:pt x="693648" y="462648"/>
                  </a:lnTo>
                  <a:lnTo>
                    <a:pt x="705408" y="495096"/>
                  </a:lnTo>
                  <a:lnTo>
                    <a:pt x="717296" y="527558"/>
                  </a:lnTo>
                  <a:lnTo>
                    <a:pt x="766445" y="656082"/>
                  </a:lnTo>
                  <a:lnTo>
                    <a:pt x="776986" y="682853"/>
                  </a:lnTo>
                  <a:lnTo>
                    <a:pt x="797598" y="735990"/>
                  </a:lnTo>
                  <a:lnTo>
                    <a:pt x="808228" y="762889"/>
                  </a:lnTo>
                  <a:lnTo>
                    <a:pt x="787654" y="742708"/>
                  </a:lnTo>
                  <a:lnTo>
                    <a:pt x="746493" y="703567"/>
                  </a:lnTo>
                  <a:lnTo>
                    <a:pt x="627888" y="589661"/>
                  </a:lnTo>
                  <a:lnTo>
                    <a:pt x="576402" y="542912"/>
                  </a:lnTo>
                  <a:lnTo>
                    <a:pt x="523875" y="497205"/>
                  </a:lnTo>
                  <a:lnTo>
                    <a:pt x="497840" y="524637"/>
                  </a:lnTo>
                  <a:lnTo>
                    <a:pt x="588772" y="627126"/>
                  </a:lnTo>
                  <a:lnTo>
                    <a:pt x="682625" y="726694"/>
                  </a:lnTo>
                  <a:lnTo>
                    <a:pt x="702310" y="747039"/>
                  </a:lnTo>
                  <a:lnTo>
                    <a:pt x="742302" y="787184"/>
                  </a:lnTo>
                  <a:lnTo>
                    <a:pt x="762000" y="807593"/>
                  </a:lnTo>
                  <a:lnTo>
                    <a:pt x="710399" y="786117"/>
                  </a:lnTo>
                  <a:lnTo>
                    <a:pt x="528193" y="718185"/>
                  </a:lnTo>
                  <a:lnTo>
                    <a:pt x="495719" y="706602"/>
                  </a:lnTo>
                  <a:lnTo>
                    <a:pt x="430911" y="681990"/>
                  </a:lnTo>
                  <a:lnTo>
                    <a:pt x="398272" y="670433"/>
                  </a:lnTo>
                  <a:lnTo>
                    <a:pt x="383743" y="706602"/>
                  </a:lnTo>
                  <a:lnTo>
                    <a:pt x="383997" y="706602"/>
                  </a:lnTo>
                  <a:lnTo>
                    <a:pt x="508000" y="765683"/>
                  </a:lnTo>
                  <a:lnTo>
                    <a:pt x="635000" y="822071"/>
                  </a:lnTo>
                  <a:lnTo>
                    <a:pt x="660209" y="833729"/>
                  </a:lnTo>
                  <a:lnTo>
                    <a:pt x="685939" y="844956"/>
                  </a:lnTo>
                  <a:lnTo>
                    <a:pt x="712165" y="855916"/>
                  </a:lnTo>
                  <a:lnTo>
                    <a:pt x="738886" y="866775"/>
                  </a:lnTo>
                  <a:lnTo>
                    <a:pt x="710539" y="867232"/>
                  </a:lnTo>
                  <a:lnTo>
                    <a:pt x="653300" y="869251"/>
                  </a:lnTo>
                  <a:lnTo>
                    <a:pt x="487807" y="872490"/>
                  </a:lnTo>
                  <a:lnTo>
                    <a:pt x="454012" y="873810"/>
                  </a:lnTo>
                  <a:lnTo>
                    <a:pt x="350774" y="879729"/>
                  </a:lnTo>
                  <a:lnTo>
                    <a:pt x="350774" y="917321"/>
                  </a:lnTo>
                  <a:lnTo>
                    <a:pt x="385343" y="920013"/>
                  </a:lnTo>
                  <a:lnTo>
                    <a:pt x="419811" y="921931"/>
                  </a:lnTo>
                  <a:lnTo>
                    <a:pt x="624967" y="928751"/>
                  </a:lnTo>
                  <a:lnTo>
                    <a:pt x="867410" y="931672"/>
                  </a:lnTo>
                  <a:lnTo>
                    <a:pt x="867537" y="974979"/>
                  </a:lnTo>
                  <a:lnTo>
                    <a:pt x="867625" y="987933"/>
                  </a:lnTo>
                  <a:lnTo>
                    <a:pt x="867727" y="998753"/>
                  </a:lnTo>
                  <a:lnTo>
                    <a:pt x="867816" y="1009421"/>
                  </a:lnTo>
                  <a:lnTo>
                    <a:pt x="868578" y="1073023"/>
                  </a:lnTo>
                  <a:lnTo>
                    <a:pt x="869213" y="1112088"/>
                  </a:lnTo>
                  <a:lnTo>
                    <a:pt x="870331" y="1174115"/>
                  </a:lnTo>
                  <a:lnTo>
                    <a:pt x="874649" y="1311275"/>
                  </a:lnTo>
                  <a:lnTo>
                    <a:pt x="877100" y="1379791"/>
                  </a:lnTo>
                  <a:lnTo>
                    <a:pt x="878979" y="1413637"/>
                  </a:lnTo>
                  <a:lnTo>
                    <a:pt x="879017" y="1414335"/>
                  </a:lnTo>
                  <a:lnTo>
                    <a:pt x="881761" y="1448308"/>
                  </a:lnTo>
                  <a:lnTo>
                    <a:pt x="917956" y="1448308"/>
                  </a:lnTo>
                  <a:lnTo>
                    <a:pt x="922083" y="1379791"/>
                  </a:lnTo>
                  <a:lnTo>
                    <a:pt x="925068" y="1311275"/>
                  </a:lnTo>
                  <a:lnTo>
                    <a:pt x="927989" y="1174115"/>
                  </a:lnTo>
                  <a:lnTo>
                    <a:pt x="929665" y="1145514"/>
                  </a:lnTo>
                  <a:lnTo>
                    <a:pt x="930541" y="1116457"/>
                  </a:lnTo>
                  <a:lnTo>
                    <a:pt x="930770" y="1095832"/>
                  </a:lnTo>
                  <a:lnTo>
                    <a:pt x="930884" y="1073023"/>
                  </a:lnTo>
                  <a:lnTo>
                    <a:pt x="930910" y="1058672"/>
                  </a:lnTo>
                  <a:lnTo>
                    <a:pt x="941997" y="1085507"/>
                  </a:lnTo>
                  <a:lnTo>
                    <a:pt x="953490" y="1112088"/>
                  </a:lnTo>
                  <a:lnTo>
                    <a:pt x="977138" y="1165479"/>
                  </a:lnTo>
                  <a:lnTo>
                    <a:pt x="1033399" y="1289558"/>
                  </a:lnTo>
                  <a:lnTo>
                    <a:pt x="1048105" y="1320761"/>
                  </a:lnTo>
                  <a:lnTo>
                    <a:pt x="1062393" y="1351648"/>
                  </a:lnTo>
                  <a:lnTo>
                    <a:pt x="1076947" y="1382522"/>
                  </a:lnTo>
                  <a:lnTo>
                    <a:pt x="1092454" y="1413637"/>
                  </a:lnTo>
                  <a:lnTo>
                    <a:pt x="1125728" y="1400683"/>
                  </a:lnTo>
                  <a:lnTo>
                    <a:pt x="1114425" y="1368234"/>
                  </a:lnTo>
                  <a:lnTo>
                    <a:pt x="1090790" y="1303350"/>
                  </a:lnTo>
                  <a:lnTo>
                    <a:pt x="1079500" y="1270889"/>
                  </a:lnTo>
                  <a:lnTo>
                    <a:pt x="1031875" y="1142365"/>
                  </a:lnTo>
                  <a:lnTo>
                    <a:pt x="1021054" y="1115326"/>
                  </a:lnTo>
                  <a:lnTo>
                    <a:pt x="1010412" y="1088275"/>
                  </a:lnTo>
                  <a:lnTo>
                    <a:pt x="1000048" y="1061224"/>
                  </a:lnTo>
                  <a:lnTo>
                    <a:pt x="999109" y="1058672"/>
                  </a:lnTo>
                  <a:lnTo>
                    <a:pt x="990092" y="1034161"/>
                  </a:lnTo>
                  <a:lnTo>
                    <a:pt x="1010843" y="1054722"/>
                  </a:lnTo>
                  <a:lnTo>
                    <a:pt x="1032065" y="1075270"/>
                  </a:lnTo>
                  <a:lnTo>
                    <a:pt x="1075182" y="1116457"/>
                  </a:lnTo>
                  <a:lnTo>
                    <a:pt x="1176274" y="1210310"/>
                  </a:lnTo>
                  <a:lnTo>
                    <a:pt x="1252131" y="1279080"/>
                  </a:lnTo>
                  <a:lnTo>
                    <a:pt x="1278636" y="1302639"/>
                  </a:lnTo>
                  <a:lnTo>
                    <a:pt x="1303274" y="1276604"/>
                  </a:lnTo>
                  <a:lnTo>
                    <a:pt x="1212342" y="1174115"/>
                  </a:lnTo>
                  <a:lnTo>
                    <a:pt x="1118616" y="1073023"/>
                  </a:lnTo>
                  <a:lnTo>
                    <a:pt x="1080947" y="1034161"/>
                  </a:lnTo>
                  <a:lnTo>
                    <a:pt x="1056830" y="1009421"/>
                  </a:lnTo>
                  <a:lnTo>
                    <a:pt x="1036193" y="987933"/>
                  </a:lnTo>
                  <a:lnTo>
                    <a:pt x="1117409" y="1019822"/>
                  </a:lnTo>
                  <a:lnTo>
                    <a:pt x="1273263" y="1077556"/>
                  </a:lnTo>
                  <a:lnTo>
                    <a:pt x="1305445" y="1088707"/>
                  </a:lnTo>
                  <a:lnTo>
                    <a:pt x="1370355" y="1112329"/>
                  </a:lnTo>
                  <a:lnTo>
                    <a:pt x="1402842" y="1123569"/>
                  </a:lnTo>
                  <a:lnTo>
                    <a:pt x="1415796" y="1090422"/>
                  </a:lnTo>
                  <a:lnTo>
                    <a:pt x="1291717" y="1031240"/>
                  </a:lnTo>
                  <a:lnTo>
                    <a:pt x="1195120" y="987933"/>
                  </a:lnTo>
                  <a:lnTo>
                    <a:pt x="1166241" y="974979"/>
                  </a:lnTo>
                  <a:lnTo>
                    <a:pt x="1060704" y="928751"/>
                  </a:lnTo>
                  <a:lnTo>
                    <a:pt x="1089126" y="928319"/>
                  </a:lnTo>
                  <a:lnTo>
                    <a:pt x="1147051" y="926401"/>
                  </a:lnTo>
                  <a:lnTo>
                    <a:pt x="1313307" y="923036"/>
                  </a:lnTo>
                  <a:lnTo>
                    <a:pt x="1347139" y="921664"/>
                  </a:lnTo>
                  <a:lnTo>
                    <a:pt x="1379194" y="920013"/>
                  </a:lnTo>
                  <a:lnTo>
                    <a:pt x="1379435" y="920013"/>
                  </a:lnTo>
                  <a:lnTo>
                    <a:pt x="1450467" y="915797"/>
                  </a:lnTo>
                  <a:lnTo>
                    <a:pt x="1450467" y="879729"/>
                  </a:lnTo>
                  <a:close/>
                </a:path>
                <a:path w="1801495" h="1800225">
                  <a:moveTo>
                    <a:pt x="1801241" y="899287"/>
                  </a:moveTo>
                  <a:lnTo>
                    <a:pt x="1800021" y="852932"/>
                  </a:lnTo>
                  <a:lnTo>
                    <a:pt x="1799971" y="851382"/>
                  </a:lnTo>
                  <a:lnTo>
                    <a:pt x="1796376" y="805815"/>
                  </a:lnTo>
                  <a:lnTo>
                    <a:pt x="1796275" y="804443"/>
                  </a:lnTo>
                  <a:lnTo>
                    <a:pt x="1790166" y="758050"/>
                  </a:lnTo>
                  <a:lnTo>
                    <a:pt x="1781721" y="712419"/>
                  </a:lnTo>
                  <a:lnTo>
                    <a:pt x="1771040" y="667778"/>
                  </a:lnTo>
                  <a:lnTo>
                    <a:pt x="1758073" y="623747"/>
                  </a:lnTo>
                  <a:lnTo>
                    <a:pt x="1743011" y="580821"/>
                  </a:lnTo>
                  <a:lnTo>
                    <a:pt x="1725853" y="538911"/>
                  </a:lnTo>
                  <a:lnTo>
                    <a:pt x="1716024" y="517994"/>
                  </a:lnTo>
                  <a:lnTo>
                    <a:pt x="1716024" y="899287"/>
                  </a:lnTo>
                  <a:lnTo>
                    <a:pt x="1714627" y="947051"/>
                  </a:lnTo>
                  <a:lnTo>
                    <a:pt x="1710512" y="994117"/>
                  </a:lnTo>
                  <a:lnTo>
                    <a:pt x="1703743" y="1040371"/>
                  </a:lnTo>
                  <a:lnTo>
                    <a:pt x="1694408" y="1085773"/>
                  </a:lnTo>
                  <a:lnTo>
                    <a:pt x="1682572" y="1130236"/>
                  </a:lnTo>
                  <a:lnTo>
                    <a:pt x="1668322" y="1173683"/>
                  </a:lnTo>
                  <a:lnTo>
                    <a:pt x="1651736" y="1216037"/>
                  </a:lnTo>
                  <a:lnTo>
                    <a:pt x="1632877" y="1257211"/>
                  </a:lnTo>
                  <a:lnTo>
                    <a:pt x="1611845" y="1297139"/>
                  </a:lnTo>
                  <a:lnTo>
                    <a:pt x="1588706" y="1335735"/>
                  </a:lnTo>
                  <a:lnTo>
                    <a:pt x="1563535" y="1372920"/>
                  </a:lnTo>
                  <a:lnTo>
                    <a:pt x="1536420" y="1408620"/>
                  </a:lnTo>
                  <a:lnTo>
                    <a:pt x="1507426" y="1442770"/>
                  </a:lnTo>
                  <a:lnTo>
                    <a:pt x="1476641" y="1475270"/>
                  </a:lnTo>
                  <a:lnTo>
                    <a:pt x="1444129" y="1506054"/>
                  </a:lnTo>
                  <a:lnTo>
                    <a:pt x="1409979" y="1535049"/>
                  </a:lnTo>
                  <a:lnTo>
                    <a:pt x="1374279" y="1562163"/>
                  </a:lnTo>
                  <a:lnTo>
                    <a:pt x="1337081" y="1587334"/>
                  </a:lnTo>
                  <a:lnTo>
                    <a:pt x="1298486" y="1610474"/>
                  </a:lnTo>
                  <a:lnTo>
                    <a:pt x="1258544" y="1631505"/>
                  </a:lnTo>
                  <a:lnTo>
                    <a:pt x="1217371" y="1650352"/>
                  </a:lnTo>
                  <a:lnTo>
                    <a:pt x="1175004" y="1666938"/>
                  </a:lnTo>
                  <a:lnTo>
                    <a:pt x="1131557" y="1681187"/>
                  </a:lnTo>
                  <a:lnTo>
                    <a:pt x="1087081" y="1693024"/>
                  </a:lnTo>
                  <a:lnTo>
                    <a:pt x="1041666" y="1702358"/>
                  </a:lnTo>
                  <a:lnTo>
                    <a:pt x="995387" y="1709127"/>
                  </a:lnTo>
                  <a:lnTo>
                    <a:pt x="948321" y="1713242"/>
                  </a:lnTo>
                  <a:lnTo>
                    <a:pt x="900557" y="1714627"/>
                  </a:lnTo>
                  <a:lnTo>
                    <a:pt x="852792" y="1713242"/>
                  </a:lnTo>
                  <a:lnTo>
                    <a:pt x="805738" y="1709127"/>
                  </a:lnTo>
                  <a:lnTo>
                    <a:pt x="759472" y="1702358"/>
                  </a:lnTo>
                  <a:lnTo>
                    <a:pt x="714057" y="1693024"/>
                  </a:lnTo>
                  <a:lnTo>
                    <a:pt x="669594" y="1681187"/>
                  </a:lnTo>
                  <a:lnTo>
                    <a:pt x="626148" y="1666938"/>
                  </a:lnTo>
                  <a:lnTo>
                    <a:pt x="583793" y="1650352"/>
                  </a:lnTo>
                  <a:lnTo>
                    <a:pt x="542607" y="1631505"/>
                  </a:lnTo>
                  <a:lnTo>
                    <a:pt x="502678" y="1610474"/>
                  </a:lnTo>
                  <a:lnTo>
                    <a:pt x="464070" y="1587334"/>
                  </a:lnTo>
                  <a:lnTo>
                    <a:pt x="426885" y="1562163"/>
                  </a:lnTo>
                  <a:lnTo>
                    <a:pt x="391172" y="1535049"/>
                  </a:lnTo>
                  <a:lnTo>
                    <a:pt x="357022" y="1506054"/>
                  </a:lnTo>
                  <a:lnTo>
                    <a:pt x="324510" y="1475270"/>
                  </a:lnTo>
                  <a:lnTo>
                    <a:pt x="293712" y="1442770"/>
                  </a:lnTo>
                  <a:lnTo>
                    <a:pt x="264718" y="1408620"/>
                  </a:lnTo>
                  <a:lnTo>
                    <a:pt x="237591" y="1372920"/>
                  </a:lnTo>
                  <a:lnTo>
                    <a:pt x="212420" y="1335735"/>
                  </a:lnTo>
                  <a:lnTo>
                    <a:pt x="189280" y="1297139"/>
                  </a:lnTo>
                  <a:lnTo>
                    <a:pt x="168236" y="1257211"/>
                  </a:lnTo>
                  <a:lnTo>
                    <a:pt x="149390" y="1216037"/>
                  </a:lnTo>
                  <a:lnTo>
                    <a:pt x="132791" y="1173683"/>
                  </a:lnTo>
                  <a:lnTo>
                    <a:pt x="118541" y="1130236"/>
                  </a:lnTo>
                  <a:lnTo>
                    <a:pt x="106794" y="1086142"/>
                  </a:lnTo>
                  <a:lnTo>
                    <a:pt x="97383" y="1040511"/>
                  </a:lnTo>
                  <a:lnTo>
                    <a:pt x="90589" y="994117"/>
                  </a:lnTo>
                  <a:lnTo>
                    <a:pt x="86588" y="948436"/>
                  </a:lnTo>
                  <a:lnTo>
                    <a:pt x="85128" y="900684"/>
                  </a:lnTo>
                  <a:lnTo>
                    <a:pt x="85090" y="899287"/>
                  </a:lnTo>
                  <a:lnTo>
                    <a:pt x="86423" y="852932"/>
                  </a:lnTo>
                  <a:lnTo>
                    <a:pt x="86474" y="851382"/>
                  </a:lnTo>
                  <a:lnTo>
                    <a:pt x="90449" y="805815"/>
                  </a:lnTo>
                  <a:lnTo>
                    <a:pt x="90576" y="804443"/>
                  </a:lnTo>
                  <a:lnTo>
                    <a:pt x="90589" y="804202"/>
                  </a:lnTo>
                  <a:lnTo>
                    <a:pt x="97332" y="758050"/>
                  </a:lnTo>
                  <a:lnTo>
                    <a:pt x="97358" y="757821"/>
                  </a:lnTo>
                  <a:lnTo>
                    <a:pt x="106680" y="712419"/>
                  </a:lnTo>
                  <a:lnTo>
                    <a:pt x="118541" y="667778"/>
                  </a:lnTo>
                  <a:lnTo>
                    <a:pt x="132791" y="624281"/>
                  </a:lnTo>
                  <a:lnTo>
                    <a:pt x="149326" y="582041"/>
                  </a:lnTo>
                  <a:lnTo>
                    <a:pt x="168236" y="540689"/>
                  </a:lnTo>
                  <a:lnTo>
                    <a:pt x="189280" y="500748"/>
                  </a:lnTo>
                  <a:lnTo>
                    <a:pt x="212420" y="462140"/>
                  </a:lnTo>
                  <a:lnTo>
                    <a:pt x="237591" y="424954"/>
                  </a:lnTo>
                  <a:lnTo>
                    <a:pt x="264718" y="389267"/>
                  </a:lnTo>
                  <a:lnTo>
                    <a:pt x="293712" y="355155"/>
                  </a:lnTo>
                  <a:lnTo>
                    <a:pt x="324510" y="322681"/>
                  </a:lnTo>
                  <a:lnTo>
                    <a:pt x="357022" y="291934"/>
                  </a:lnTo>
                  <a:lnTo>
                    <a:pt x="391172" y="262978"/>
                  </a:lnTo>
                  <a:lnTo>
                    <a:pt x="426885" y="235915"/>
                  </a:lnTo>
                  <a:lnTo>
                    <a:pt x="464070" y="210794"/>
                  </a:lnTo>
                  <a:lnTo>
                    <a:pt x="502678" y="187706"/>
                  </a:lnTo>
                  <a:lnTo>
                    <a:pt x="542607" y="166712"/>
                  </a:lnTo>
                  <a:lnTo>
                    <a:pt x="583793" y="147916"/>
                  </a:lnTo>
                  <a:lnTo>
                    <a:pt x="626148" y="131368"/>
                  </a:lnTo>
                  <a:lnTo>
                    <a:pt x="669594" y="117157"/>
                  </a:lnTo>
                  <a:lnTo>
                    <a:pt x="714057" y="105359"/>
                  </a:lnTo>
                  <a:lnTo>
                    <a:pt x="759472" y="96062"/>
                  </a:lnTo>
                  <a:lnTo>
                    <a:pt x="805738" y="89319"/>
                  </a:lnTo>
                  <a:lnTo>
                    <a:pt x="852792" y="85217"/>
                  </a:lnTo>
                  <a:lnTo>
                    <a:pt x="900557" y="83820"/>
                  </a:lnTo>
                  <a:lnTo>
                    <a:pt x="948321" y="85217"/>
                  </a:lnTo>
                  <a:lnTo>
                    <a:pt x="995387" y="89319"/>
                  </a:lnTo>
                  <a:lnTo>
                    <a:pt x="1041666" y="96062"/>
                  </a:lnTo>
                  <a:lnTo>
                    <a:pt x="1087081" y="105359"/>
                  </a:lnTo>
                  <a:lnTo>
                    <a:pt x="1131557" y="117157"/>
                  </a:lnTo>
                  <a:lnTo>
                    <a:pt x="1175004" y="131368"/>
                  </a:lnTo>
                  <a:lnTo>
                    <a:pt x="1217371" y="147916"/>
                  </a:lnTo>
                  <a:lnTo>
                    <a:pt x="1258544" y="166712"/>
                  </a:lnTo>
                  <a:lnTo>
                    <a:pt x="1298486" y="187706"/>
                  </a:lnTo>
                  <a:lnTo>
                    <a:pt x="1337081" y="210794"/>
                  </a:lnTo>
                  <a:lnTo>
                    <a:pt x="1374279" y="235915"/>
                  </a:lnTo>
                  <a:lnTo>
                    <a:pt x="1409979" y="262978"/>
                  </a:lnTo>
                  <a:lnTo>
                    <a:pt x="1444129" y="291934"/>
                  </a:lnTo>
                  <a:lnTo>
                    <a:pt x="1476641" y="322681"/>
                  </a:lnTo>
                  <a:lnTo>
                    <a:pt x="1507426" y="355155"/>
                  </a:lnTo>
                  <a:lnTo>
                    <a:pt x="1536420" y="389267"/>
                  </a:lnTo>
                  <a:lnTo>
                    <a:pt x="1563535" y="424954"/>
                  </a:lnTo>
                  <a:lnTo>
                    <a:pt x="1588706" y="462140"/>
                  </a:lnTo>
                  <a:lnTo>
                    <a:pt x="1611845" y="500748"/>
                  </a:lnTo>
                  <a:lnTo>
                    <a:pt x="1632877" y="540689"/>
                  </a:lnTo>
                  <a:lnTo>
                    <a:pt x="1651736" y="581888"/>
                  </a:lnTo>
                  <a:lnTo>
                    <a:pt x="1668322" y="624281"/>
                  </a:lnTo>
                  <a:lnTo>
                    <a:pt x="1682521" y="667639"/>
                  </a:lnTo>
                  <a:lnTo>
                    <a:pt x="1694421" y="712419"/>
                  </a:lnTo>
                  <a:lnTo>
                    <a:pt x="1703743" y="757821"/>
                  </a:lnTo>
                  <a:lnTo>
                    <a:pt x="1710512" y="804202"/>
                  </a:lnTo>
                  <a:lnTo>
                    <a:pt x="1714627" y="851382"/>
                  </a:lnTo>
                  <a:lnTo>
                    <a:pt x="1716024" y="899287"/>
                  </a:lnTo>
                  <a:lnTo>
                    <a:pt x="1716024" y="517994"/>
                  </a:lnTo>
                  <a:lnTo>
                    <a:pt x="1685544" y="458406"/>
                  </a:lnTo>
                  <a:lnTo>
                    <a:pt x="1662506" y="419938"/>
                  </a:lnTo>
                  <a:lnTo>
                    <a:pt x="1637652" y="382739"/>
                  </a:lnTo>
                  <a:lnTo>
                    <a:pt x="1611020" y="346862"/>
                  </a:lnTo>
                  <a:lnTo>
                    <a:pt x="1582674" y="312394"/>
                  </a:lnTo>
                  <a:lnTo>
                    <a:pt x="1552689" y="279374"/>
                  </a:lnTo>
                  <a:lnTo>
                    <a:pt x="1521129" y="247878"/>
                  </a:lnTo>
                  <a:lnTo>
                    <a:pt x="1488046" y="217970"/>
                  </a:lnTo>
                  <a:lnTo>
                    <a:pt x="1453502" y="189687"/>
                  </a:lnTo>
                  <a:lnTo>
                    <a:pt x="1417574" y="163118"/>
                  </a:lnTo>
                  <a:lnTo>
                    <a:pt x="1380312" y="138328"/>
                  </a:lnTo>
                  <a:lnTo>
                    <a:pt x="1341780" y="115354"/>
                  </a:lnTo>
                  <a:lnTo>
                    <a:pt x="1302042" y="94284"/>
                  </a:lnTo>
                  <a:lnTo>
                    <a:pt x="1261160" y="75158"/>
                  </a:lnTo>
                  <a:lnTo>
                    <a:pt x="1219200" y="58051"/>
                  </a:lnTo>
                  <a:lnTo>
                    <a:pt x="1176235" y="43027"/>
                  </a:lnTo>
                  <a:lnTo>
                    <a:pt x="1132636" y="30238"/>
                  </a:lnTo>
                  <a:lnTo>
                    <a:pt x="1087755" y="19519"/>
                  </a:lnTo>
                  <a:lnTo>
                    <a:pt x="1042035" y="11074"/>
                  </a:lnTo>
                  <a:lnTo>
                    <a:pt x="995553" y="4965"/>
                  </a:lnTo>
                  <a:lnTo>
                    <a:pt x="948359" y="1257"/>
                  </a:lnTo>
                  <a:lnTo>
                    <a:pt x="900557" y="0"/>
                  </a:lnTo>
                  <a:lnTo>
                    <a:pt x="852805" y="1257"/>
                  </a:lnTo>
                  <a:lnTo>
                    <a:pt x="805700" y="4965"/>
                  </a:lnTo>
                  <a:lnTo>
                    <a:pt x="759294" y="11074"/>
                  </a:lnTo>
                  <a:lnTo>
                    <a:pt x="713663" y="19519"/>
                  </a:lnTo>
                  <a:lnTo>
                    <a:pt x="668845" y="30238"/>
                  </a:lnTo>
                  <a:lnTo>
                    <a:pt x="624928" y="43167"/>
                  </a:lnTo>
                  <a:lnTo>
                    <a:pt x="581964" y="58229"/>
                  </a:lnTo>
                  <a:lnTo>
                    <a:pt x="540016" y="75387"/>
                  </a:lnTo>
                  <a:lnTo>
                    <a:pt x="499135" y="94564"/>
                  </a:lnTo>
                  <a:lnTo>
                    <a:pt x="459409" y="115697"/>
                  </a:lnTo>
                  <a:lnTo>
                    <a:pt x="420890" y="138734"/>
                  </a:lnTo>
                  <a:lnTo>
                    <a:pt x="383628" y="163588"/>
                  </a:lnTo>
                  <a:lnTo>
                    <a:pt x="347700" y="190220"/>
                  </a:lnTo>
                  <a:lnTo>
                    <a:pt x="313156" y="218567"/>
                  </a:lnTo>
                  <a:lnTo>
                    <a:pt x="280085" y="248551"/>
                  </a:lnTo>
                  <a:lnTo>
                    <a:pt x="248513" y="280111"/>
                  </a:lnTo>
                  <a:lnTo>
                    <a:pt x="218541" y="313194"/>
                  </a:lnTo>
                  <a:lnTo>
                    <a:pt x="190195" y="347738"/>
                  </a:lnTo>
                  <a:lnTo>
                    <a:pt x="163576" y="383667"/>
                  </a:lnTo>
                  <a:lnTo>
                    <a:pt x="138709" y="420928"/>
                  </a:lnTo>
                  <a:lnTo>
                    <a:pt x="115684" y="459460"/>
                  </a:lnTo>
                  <a:lnTo>
                    <a:pt x="94551" y="499198"/>
                  </a:lnTo>
                  <a:lnTo>
                    <a:pt x="75374" y="540080"/>
                  </a:lnTo>
                  <a:lnTo>
                    <a:pt x="58280" y="581888"/>
                  </a:lnTo>
                  <a:lnTo>
                    <a:pt x="43154" y="625005"/>
                  </a:lnTo>
                  <a:lnTo>
                    <a:pt x="30226" y="668934"/>
                  </a:lnTo>
                  <a:lnTo>
                    <a:pt x="19507" y="713752"/>
                  </a:lnTo>
                  <a:lnTo>
                    <a:pt x="11061" y="759409"/>
                  </a:lnTo>
                  <a:lnTo>
                    <a:pt x="4953" y="805815"/>
                  </a:lnTo>
                  <a:lnTo>
                    <a:pt x="1371" y="851382"/>
                  </a:lnTo>
                  <a:lnTo>
                    <a:pt x="1244" y="852932"/>
                  </a:lnTo>
                  <a:lnTo>
                    <a:pt x="25" y="899287"/>
                  </a:lnTo>
                  <a:lnTo>
                    <a:pt x="0" y="900684"/>
                  </a:lnTo>
                  <a:lnTo>
                    <a:pt x="1206" y="947051"/>
                  </a:lnTo>
                  <a:lnTo>
                    <a:pt x="1244" y="948436"/>
                  </a:lnTo>
                  <a:lnTo>
                    <a:pt x="4851" y="994117"/>
                  </a:lnTo>
                  <a:lnTo>
                    <a:pt x="4953" y="995514"/>
                  </a:lnTo>
                  <a:lnTo>
                    <a:pt x="11061" y="1041908"/>
                  </a:lnTo>
                  <a:lnTo>
                    <a:pt x="19507" y="1087513"/>
                  </a:lnTo>
                  <a:lnTo>
                    <a:pt x="30226" y="1132281"/>
                  </a:lnTo>
                  <a:lnTo>
                    <a:pt x="43154" y="1176159"/>
                  </a:lnTo>
                  <a:lnTo>
                    <a:pt x="58216" y="1219085"/>
                  </a:lnTo>
                  <a:lnTo>
                    <a:pt x="75374" y="1260970"/>
                  </a:lnTo>
                  <a:lnTo>
                    <a:pt x="94551" y="1301788"/>
                  </a:lnTo>
                  <a:lnTo>
                    <a:pt x="115684" y="1341462"/>
                  </a:lnTo>
                  <a:lnTo>
                    <a:pt x="138709" y="1379918"/>
                  </a:lnTo>
                  <a:lnTo>
                    <a:pt x="163576" y="1417104"/>
                  </a:lnTo>
                  <a:lnTo>
                    <a:pt x="190195" y="1452968"/>
                  </a:lnTo>
                  <a:lnTo>
                    <a:pt x="218541" y="1487424"/>
                  </a:lnTo>
                  <a:lnTo>
                    <a:pt x="248513" y="1520431"/>
                  </a:lnTo>
                  <a:lnTo>
                    <a:pt x="280085" y="1551927"/>
                  </a:lnTo>
                  <a:lnTo>
                    <a:pt x="313156" y="1581835"/>
                  </a:lnTo>
                  <a:lnTo>
                    <a:pt x="347700" y="1610093"/>
                  </a:lnTo>
                  <a:lnTo>
                    <a:pt x="383628" y="1636649"/>
                  </a:lnTo>
                  <a:lnTo>
                    <a:pt x="420890" y="1661452"/>
                  </a:lnTo>
                  <a:lnTo>
                    <a:pt x="459409" y="1684413"/>
                  </a:lnTo>
                  <a:lnTo>
                    <a:pt x="499135" y="1705483"/>
                  </a:lnTo>
                  <a:lnTo>
                    <a:pt x="540016" y="1724596"/>
                  </a:lnTo>
                  <a:lnTo>
                    <a:pt x="581964" y="1741690"/>
                  </a:lnTo>
                  <a:lnTo>
                    <a:pt x="624928" y="1756714"/>
                  </a:lnTo>
                  <a:lnTo>
                    <a:pt x="668845" y="1769605"/>
                  </a:lnTo>
                  <a:lnTo>
                    <a:pt x="713663" y="1780273"/>
                  </a:lnTo>
                  <a:lnTo>
                    <a:pt x="759294" y="1788693"/>
                  </a:lnTo>
                  <a:lnTo>
                    <a:pt x="805700" y="1794776"/>
                  </a:lnTo>
                  <a:lnTo>
                    <a:pt x="852805" y="1798472"/>
                  </a:lnTo>
                  <a:lnTo>
                    <a:pt x="900557" y="1799717"/>
                  </a:lnTo>
                  <a:lnTo>
                    <a:pt x="948131" y="1798472"/>
                  </a:lnTo>
                  <a:lnTo>
                    <a:pt x="995197" y="1794776"/>
                  </a:lnTo>
                  <a:lnTo>
                    <a:pt x="1041527" y="1788693"/>
                  </a:lnTo>
                  <a:lnTo>
                    <a:pt x="1087107" y="1780273"/>
                  </a:lnTo>
                  <a:lnTo>
                    <a:pt x="1131862" y="1769605"/>
                  </a:lnTo>
                  <a:lnTo>
                    <a:pt x="1176235" y="1756575"/>
                  </a:lnTo>
                  <a:lnTo>
                    <a:pt x="1219200" y="1741500"/>
                  </a:lnTo>
                  <a:lnTo>
                    <a:pt x="1261160" y="1724342"/>
                  </a:lnTo>
                  <a:lnTo>
                    <a:pt x="1302042" y="1705165"/>
                  </a:lnTo>
                  <a:lnTo>
                    <a:pt x="1341780" y="1684045"/>
                  </a:lnTo>
                  <a:lnTo>
                    <a:pt x="1380312" y="1661007"/>
                  </a:lnTo>
                  <a:lnTo>
                    <a:pt x="1417574" y="1636153"/>
                  </a:lnTo>
                  <a:lnTo>
                    <a:pt x="1453502" y="1609521"/>
                  </a:lnTo>
                  <a:lnTo>
                    <a:pt x="1488046" y="1581188"/>
                  </a:lnTo>
                  <a:lnTo>
                    <a:pt x="1521129" y="1551216"/>
                  </a:lnTo>
                  <a:lnTo>
                    <a:pt x="1552689" y="1519656"/>
                  </a:lnTo>
                  <a:lnTo>
                    <a:pt x="1582674" y="1486573"/>
                  </a:lnTo>
                  <a:lnTo>
                    <a:pt x="1611020" y="1452041"/>
                  </a:lnTo>
                  <a:lnTo>
                    <a:pt x="1637652" y="1416126"/>
                  </a:lnTo>
                  <a:lnTo>
                    <a:pt x="1662506" y="1378864"/>
                  </a:lnTo>
                  <a:lnTo>
                    <a:pt x="1685544" y="1340345"/>
                  </a:lnTo>
                  <a:lnTo>
                    <a:pt x="1706676" y="1300619"/>
                  </a:lnTo>
                  <a:lnTo>
                    <a:pt x="1725853" y="1259751"/>
                  </a:lnTo>
                  <a:lnTo>
                    <a:pt x="1743011" y="1217815"/>
                  </a:lnTo>
                  <a:lnTo>
                    <a:pt x="1758073" y="1174851"/>
                  </a:lnTo>
                  <a:lnTo>
                    <a:pt x="1771002" y="1130947"/>
                  </a:lnTo>
                  <a:lnTo>
                    <a:pt x="1781721" y="1086142"/>
                  </a:lnTo>
                  <a:lnTo>
                    <a:pt x="1790166" y="1040511"/>
                  </a:lnTo>
                  <a:lnTo>
                    <a:pt x="1796275" y="994117"/>
                  </a:lnTo>
                  <a:lnTo>
                    <a:pt x="1799869" y="948436"/>
                  </a:lnTo>
                  <a:lnTo>
                    <a:pt x="1799983" y="947051"/>
                  </a:lnTo>
                  <a:lnTo>
                    <a:pt x="1801202" y="900684"/>
                  </a:lnTo>
                  <a:lnTo>
                    <a:pt x="1801241" y="89928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/>
          <p:nvPr/>
        </p:nvSpPr>
        <p:spPr>
          <a:xfrm>
            <a:off x="6691248" y="8158860"/>
            <a:ext cx="4906010" cy="1219200"/>
          </a:xfrm>
          <a:custGeom>
            <a:avLst/>
            <a:gdLst/>
            <a:ahLst/>
            <a:cxnLst/>
            <a:rect l="l" t="t" r="r" b="b"/>
            <a:pathLst>
              <a:path w="4906009" h="1219200">
                <a:moveTo>
                  <a:pt x="4863719" y="0"/>
                </a:moveTo>
                <a:lnTo>
                  <a:pt x="41782" y="0"/>
                </a:lnTo>
                <a:lnTo>
                  <a:pt x="25503" y="3278"/>
                </a:lnTo>
                <a:lnTo>
                  <a:pt x="12223" y="12223"/>
                </a:lnTo>
                <a:lnTo>
                  <a:pt x="3278" y="25503"/>
                </a:lnTo>
                <a:lnTo>
                  <a:pt x="0" y="41782"/>
                </a:lnTo>
                <a:lnTo>
                  <a:pt x="0" y="1177366"/>
                </a:lnTo>
                <a:lnTo>
                  <a:pt x="3278" y="1193637"/>
                </a:lnTo>
                <a:lnTo>
                  <a:pt x="12223" y="1206922"/>
                </a:lnTo>
                <a:lnTo>
                  <a:pt x="25503" y="1215878"/>
                </a:lnTo>
                <a:lnTo>
                  <a:pt x="41782" y="1219161"/>
                </a:lnTo>
                <a:lnTo>
                  <a:pt x="4863719" y="1219161"/>
                </a:lnTo>
                <a:lnTo>
                  <a:pt x="4879998" y="1215878"/>
                </a:lnTo>
                <a:lnTo>
                  <a:pt x="4893278" y="1206922"/>
                </a:lnTo>
                <a:lnTo>
                  <a:pt x="4902223" y="1193637"/>
                </a:lnTo>
                <a:lnTo>
                  <a:pt x="4905502" y="1177366"/>
                </a:lnTo>
                <a:lnTo>
                  <a:pt x="4905502" y="41782"/>
                </a:lnTo>
                <a:lnTo>
                  <a:pt x="4902223" y="25503"/>
                </a:lnTo>
                <a:lnTo>
                  <a:pt x="4893278" y="12223"/>
                </a:lnTo>
                <a:lnTo>
                  <a:pt x="4879998" y="3278"/>
                </a:lnTo>
                <a:lnTo>
                  <a:pt x="4863719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7336281" y="8411082"/>
            <a:ext cx="3615054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모델을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173360"/>
                </a:solidFill>
                <a:latin typeface="Malgun Gothic"/>
                <a:cs typeface="Malgun Gothic"/>
              </a:rPr>
              <a:t>더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빠르게</a:t>
            </a:r>
            <a:r>
              <a:rPr dirty="0" sz="2200" spc="-16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학습시키고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프로덕션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환경으로</a:t>
            </a:r>
            <a:r>
              <a:rPr dirty="0" sz="2200" spc="-16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가져오기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12026645" y="8158860"/>
            <a:ext cx="4906010" cy="1219200"/>
          </a:xfrm>
          <a:custGeom>
            <a:avLst/>
            <a:gdLst/>
            <a:ahLst/>
            <a:cxnLst/>
            <a:rect l="l" t="t" r="r" b="b"/>
            <a:pathLst>
              <a:path w="4906009" h="1219200">
                <a:moveTo>
                  <a:pt x="4863846" y="0"/>
                </a:moveTo>
                <a:lnTo>
                  <a:pt x="41782" y="0"/>
                </a:lnTo>
                <a:lnTo>
                  <a:pt x="25503" y="3278"/>
                </a:lnTo>
                <a:lnTo>
                  <a:pt x="12223" y="12223"/>
                </a:lnTo>
                <a:lnTo>
                  <a:pt x="3278" y="25503"/>
                </a:lnTo>
                <a:lnTo>
                  <a:pt x="0" y="41782"/>
                </a:lnTo>
                <a:lnTo>
                  <a:pt x="0" y="1177366"/>
                </a:lnTo>
                <a:lnTo>
                  <a:pt x="3278" y="1193637"/>
                </a:lnTo>
                <a:lnTo>
                  <a:pt x="12223" y="1206922"/>
                </a:lnTo>
                <a:lnTo>
                  <a:pt x="25503" y="1215878"/>
                </a:lnTo>
                <a:lnTo>
                  <a:pt x="41782" y="1219161"/>
                </a:lnTo>
                <a:lnTo>
                  <a:pt x="4863846" y="1219161"/>
                </a:lnTo>
                <a:lnTo>
                  <a:pt x="4880072" y="1215878"/>
                </a:lnTo>
                <a:lnTo>
                  <a:pt x="4893357" y="1206922"/>
                </a:lnTo>
                <a:lnTo>
                  <a:pt x="4902332" y="1193637"/>
                </a:lnTo>
                <a:lnTo>
                  <a:pt x="4905629" y="1177366"/>
                </a:lnTo>
                <a:lnTo>
                  <a:pt x="4905629" y="41782"/>
                </a:lnTo>
                <a:lnTo>
                  <a:pt x="4902332" y="25503"/>
                </a:lnTo>
                <a:lnTo>
                  <a:pt x="4893357" y="12223"/>
                </a:lnTo>
                <a:lnTo>
                  <a:pt x="4880072" y="3278"/>
                </a:lnTo>
                <a:lnTo>
                  <a:pt x="486384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12314301" y="8411082"/>
            <a:ext cx="433260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95"/>
              </a:spcBef>
            </a:pP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즉각적인</a:t>
            </a:r>
            <a:r>
              <a:rPr dirty="0" sz="2200" spc="-1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173360"/>
                </a:solidFill>
                <a:latin typeface="Malgun Gothic"/>
                <a:cs typeface="Malgun Gothic"/>
              </a:rPr>
              <a:t>조치</a:t>
            </a:r>
            <a:r>
              <a:rPr dirty="0" sz="2200" spc="-1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2200" spc="-1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의사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결정을</a:t>
            </a:r>
            <a:r>
              <a:rPr dirty="0" sz="2200" spc="-16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 b="1">
                <a:solidFill>
                  <a:srgbClr val="173360"/>
                </a:solidFill>
                <a:latin typeface="Malgun Gothic"/>
                <a:cs typeface="Malgun Gothic"/>
              </a:rPr>
              <a:t>위해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2200" spc="-1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중요한</a:t>
            </a:r>
            <a:r>
              <a:rPr dirty="0" sz="2200" spc="-1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인사이트</a:t>
            </a:r>
            <a:r>
              <a:rPr dirty="0" sz="2200" spc="-1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 b="1">
                <a:solidFill>
                  <a:srgbClr val="173360"/>
                </a:solidFill>
                <a:latin typeface="Malgun Gothic"/>
                <a:cs typeface="Malgun Gothic"/>
              </a:rPr>
              <a:t>도출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875535" y="2380869"/>
            <a:ext cx="1925955" cy="5357495"/>
          </a:xfrm>
          <a:prstGeom prst="rect">
            <a:avLst/>
          </a:prstGeom>
          <a:ln w="19050">
            <a:solidFill>
              <a:srgbClr val="173360"/>
            </a:solidFill>
          </a:ln>
        </p:spPr>
        <p:txBody>
          <a:bodyPr wrap="square" lIns="0" tIns="173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65"/>
              </a:spcBef>
            </a:pP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Feature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600" spc="210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190" b="1">
                <a:solidFill>
                  <a:srgbClr val="173360"/>
                </a:solidFill>
                <a:latin typeface="Calibri"/>
                <a:cs typeface="Calibri"/>
              </a:rPr>
              <a:t>App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250" b="1">
                <a:solidFill>
                  <a:srgbClr val="173360"/>
                </a:solidFill>
                <a:latin typeface="Calibri"/>
                <a:cs typeface="Calibri"/>
              </a:rPr>
              <a:t>DB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190" b="1">
                <a:solidFill>
                  <a:srgbClr val="173360"/>
                </a:solidFill>
                <a:latin typeface="Calibri"/>
                <a:cs typeface="Calibri"/>
              </a:rPr>
              <a:t>App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250" b="1">
                <a:solidFill>
                  <a:srgbClr val="173360"/>
                </a:solidFill>
                <a:latin typeface="Calibri"/>
                <a:cs typeface="Calibri"/>
              </a:rPr>
              <a:t>DB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5177642" y="3239516"/>
            <a:ext cx="544830" cy="542925"/>
            <a:chOff x="15177642" y="3239516"/>
            <a:chExt cx="544830" cy="542925"/>
          </a:xfrm>
        </p:grpSpPr>
        <p:sp>
          <p:nvSpPr>
            <p:cNvPr id="51" name="object 51" descr=""/>
            <p:cNvSpPr/>
            <p:nvPr/>
          </p:nvSpPr>
          <p:spPr>
            <a:xfrm>
              <a:off x="15177642" y="323951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1992"/>
                  </a:lnTo>
                  <a:lnTo>
                    <a:pt x="7461" y="7461"/>
                  </a:lnTo>
                  <a:lnTo>
                    <a:pt x="1992" y="15644"/>
                  </a:lnTo>
                  <a:lnTo>
                    <a:pt x="0" y="25780"/>
                  </a:lnTo>
                  <a:lnTo>
                    <a:pt x="0" y="413257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7"/>
                  </a:lnTo>
                  <a:lnTo>
                    <a:pt x="438912" y="399795"/>
                  </a:lnTo>
                  <a:lnTo>
                    <a:pt x="38100" y="399795"/>
                  </a:lnTo>
                  <a:lnTo>
                    <a:pt x="38100" y="38226"/>
                  </a:lnTo>
                  <a:lnTo>
                    <a:pt x="438912" y="38226"/>
                  </a:lnTo>
                  <a:lnTo>
                    <a:pt x="438912" y="25780"/>
                  </a:lnTo>
                  <a:lnTo>
                    <a:pt x="436899" y="15644"/>
                  </a:lnTo>
                  <a:lnTo>
                    <a:pt x="431387" y="7461"/>
                  </a:lnTo>
                  <a:lnTo>
                    <a:pt x="423160" y="199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226"/>
                  </a:moveTo>
                  <a:lnTo>
                    <a:pt x="399669" y="38226"/>
                  </a:lnTo>
                  <a:lnTo>
                    <a:pt x="399669" y="399795"/>
                  </a:lnTo>
                  <a:lnTo>
                    <a:pt x="438912" y="399795"/>
                  </a:lnTo>
                  <a:lnTo>
                    <a:pt x="438912" y="3822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22371" y="3487420"/>
              <a:ext cx="299593" cy="294639"/>
            </a:xfrm>
            <a:prstGeom prst="rect">
              <a:avLst/>
            </a:prstGeom>
          </p:spPr>
        </p:pic>
      </p:grpSp>
      <p:grpSp>
        <p:nvGrpSpPr>
          <p:cNvPr id="53" name="object 53" descr=""/>
          <p:cNvGrpSpPr/>
          <p:nvPr/>
        </p:nvGrpSpPr>
        <p:grpSpPr>
          <a:xfrm>
            <a:off x="15177642" y="5341239"/>
            <a:ext cx="544830" cy="542925"/>
            <a:chOff x="15177642" y="5341239"/>
            <a:chExt cx="544830" cy="542925"/>
          </a:xfrm>
        </p:grpSpPr>
        <p:sp>
          <p:nvSpPr>
            <p:cNvPr id="54" name="object 54" descr=""/>
            <p:cNvSpPr/>
            <p:nvPr/>
          </p:nvSpPr>
          <p:spPr>
            <a:xfrm>
              <a:off x="15177642" y="534123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1992"/>
                  </a:lnTo>
                  <a:lnTo>
                    <a:pt x="7461" y="7461"/>
                  </a:lnTo>
                  <a:lnTo>
                    <a:pt x="1992" y="15644"/>
                  </a:lnTo>
                  <a:lnTo>
                    <a:pt x="0" y="25781"/>
                  </a:lnTo>
                  <a:lnTo>
                    <a:pt x="0" y="413131"/>
                  </a:lnTo>
                  <a:lnTo>
                    <a:pt x="1992" y="423287"/>
                  </a:lnTo>
                  <a:lnTo>
                    <a:pt x="7461" y="431514"/>
                  </a:lnTo>
                  <a:lnTo>
                    <a:pt x="15644" y="43702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26"/>
                  </a:lnTo>
                  <a:lnTo>
                    <a:pt x="431387" y="431514"/>
                  </a:lnTo>
                  <a:lnTo>
                    <a:pt x="436899" y="423287"/>
                  </a:lnTo>
                  <a:lnTo>
                    <a:pt x="438912" y="413131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100"/>
                  </a:lnTo>
                  <a:lnTo>
                    <a:pt x="438912" y="38100"/>
                  </a:lnTo>
                  <a:lnTo>
                    <a:pt x="438912" y="25781"/>
                  </a:lnTo>
                  <a:lnTo>
                    <a:pt x="436899" y="15644"/>
                  </a:lnTo>
                  <a:lnTo>
                    <a:pt x="431387" y="7461"/>
                  </a:lnTo>
                  <a:lnTo>
                    <a:pt x="423160" y="199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100"/>
                  </a:moveTo>
                  <a:lnTo>
                    <a:pt x="399669" y="38100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1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22371" y="5589270"/>
              <a:ext cx="299593" cy="294639"/>
            </a:xfrm>
            <a:prstGeom prst="rect">
              <a:avLst/>
            </a:prstGeom>
          </p:spPr>
        </p:pic>
      </p:grpSp>
      <p:grpSp>
        <p:nvGrpSpPr>
          <p:cNvPr id="56" name="object 56" descr=""/>
          <p:cNvGrpSpPr/>
          <p:nvPr/>
        </p:nvGrpSpPr>
        <p:grpSpPr>
          <a:xfrm>
            <a:off x="15177642" y="4290314"/>
            <a:ext cx="544830" cy="542290"/>
            <a:chOff x="15177642" y="4290314"/>
            <a:chExt cx="544830" cy="542290"/>
          </a:xfrm>
        </p:grpSpPr>
        <p:sp>
          <p:nvSpPr>
            <p:cNvPr id="57" name="object 57" descr=""/>
            <p:cNvSpPr/>
            <p:nvPr/>
          </p:nvSpPr>
          <p:spPr>
            <a:xfrm>
              <a:off x="15177642" y="4290314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2012"/>
                  </a:lnTo>
                  <a:lnTo>
                    <a:pt x="7461" y="7524"/>
                  </a:lnTo>
                  <a:lnTo>
                    <a:pt x="1992" y="15751"/>
                  </a:lnTo>
                  <a:lnTo>
                    <a:pt x="0" y="25908"/>
                  </a:lnTo>
                  <a:lnTo>
                    <a:pt x="0" y="413258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8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226"/>
                  </a:lnTo>
                  <a:lnTo>
                    <a:pt x="438912" y="38226"/>
                  </a:lnTo>
                  <a:lnTo>
                    <a:pt x="438912" y="25908"/>
                  </a:lnTo>
                  <a:lnTo>
                    <a:pt x="436899" y="15751"/>
                  </a:lnTo>
                  <a:lnTo>
                    <a:pt x="431387" y="7524"/>
                  </a:lnTo>
                  <a:lnTo>
                    <a:pt x="423160" y="201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226"/>
                  </a:moveTo>
                  <a:lnTo>
                    <a:pt x="399669" y="38226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22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22371" y="4538980"/>
              <a:ext cx="299593" cy="293370"/>
            </a:xfrm>
            <a:prstGeom prst="rect">
              <a:avLst/>
            </a:prstGeom>
          </p:spPr>
        </p:pic>
      </p:grpSp>
      <p:grpSp>
        <p:nvGrpSpPr>
          <p:cNvPr id="59" name="object 59" descr=""/>
          <p:cNvGrpSpPr/>
          <p:nvPr/>
        </p:nvGrpSpPr>
        <p:grpSpPr>
          <a:xfrm>
            <a:off x="15177642" y="6392036"/>
            <a:ext cx="544830" cy="542290"/>
            <a:chOff x="15177642" y="6392036"/>
            <a:chExt cx="544830" cy="542290"/>
          </a:xfrm>
        </p:grpSpPr>
        <p:sp>
          <p:nvSpPr>
            <p:cNvPr id="60" name="object 60" descr=""/>
            <p:cNvSpPr/>
            <p:nvPr/>
          </p:nvSpPr>
          <p:spPr>
            <a:xfrm>
              <a:off x="15177642" y="639203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1992"/>
                  </a:lnTo>
                  <a:lnTo>
                    <a:pt x="7461" y="7461"/>
                  </a:lnTo>
                  <a:lnTo>
                    <a:pt x="1992" y="15644"/>
                  </a:lnTo>
                  <a:lnTo>
                    <a:pt x="0" y="25780"/>
                  </a:lnTo>
                  <a:lnTo>
                    <a:pt x="0" y="413258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8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100"/>
                  </a:lnTo>
                  <a:lnTo>
                    <a:pt x="438912" y="38100"/>
                  </a:lnTo>
                  <a:lnTo>
                    <a:pt x="438912" y="25780"/>
                  </a:lnTo>
                  <a:lnTo>
                    <a:pt x="436899" y="15644"/>
                  </a:lnTo>
                  <a:lnTo>
                    <a:pt x="431387" y="7461"/>
                  </a:lnTo>
                  <a:lnTo>
                    <a:pt x="423160" y="199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100"/>
                  </a:moveTo>
                  <a:lnTo>
                    <a:pt x="399669" y="38100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1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22371" y="6639559"/>
              <a:ext cx="299593" cy="294639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14487016" y="2243708"/>
            <a:ext cx="1925955" cy="5357495"/>
          </a:xfrm>
          <a:prstGeom prst="rect">
            <a:avLst/>
          </a:prstGeom>
          <a:ln w="19050">
            <a:solidFill>
              <a:srgbClr val="173360"/>
            </a:solidFill>
          </a:ln>
        </p:spPr>
        <p:txBody>
          <a:bodyPr wrap="square" lIns="0" tIns="173355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1365"/>
              </a:spcBef>
            </a:pPr>
            <a:r>
              <a:rPr dirty="0" sz="1600" spc="170" b="1">
                <a:solidFill>
                  <a:srgbClr val="173360"/>
                </a:solidFill>
                <a:latin typeface="Calibri"/>
                <a:cs typeface="Calibri"/>
              </a:rPr>
              <a:t>Applications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algn="just" marL="771525" marR="762000">
              <a:lnSpc>
                <a:spcPct val="492600"/>
              </a:lnSpc>
              <a:spcBef>
                <a:spcPts val="5"/>
              </a:spcBef>
            </a:pPr>
            <a:r>
              <a:rPr dirty="0" sz="1400" spc="190" b="1">
                <a:solidFill>
                  <a:srgbClr val="173360"/>
                </a:solidFill>
                <a:latin typeface="Calibri"/>
                <a:cs typeface="Calibri"/>
              </a:rPr>
              <a:t>App App App App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77975" y="1691427"/>
            <a:ext cx="15549244" cy="8595995"/>
            <a:chOff x="1377975" y="1691427"/>
            <a:chExt cx="15549244" cy="85959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7975" y="1691427"/>
              <a:ext cx="15549066" cy="859557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756791" y="1796415"/>
              <a:ext cx="14716125" cy="7992745"/>
            </a:xfrm>
            <a:custGeom>
              <a:avLst/>
              <a:gdLst/>
              <a:ahLst/>
              <a:cxnLst/>
              <a:rect l="l" t="t" r="r" b="b"/>
              <a:pathLst>
                <a:path w="14716125" h="7992745">
                  <a:moveTo>
                    <a:pt x="14607540" y="0"/>
                  </a:moveTo>
                  <a:lnTo>
                    <a:pt x="107950" y="0"/>
                  </a:lnTo>
                  <a:lnTo>
                    <a:pt x="65901" y="8491"/>
                  </a:lnTo>
                  <a:lnTo>
                    <a:pt x="31591" y="31638"/>
                  </a:lnTo>
                  <a:lnTo>
                    <a:pt x="8473" y="65954"/>
                  </a:lnTo>
                  <a:lnTo>
                    <a:pt x="0" y="107950"/>
                  </a:lnTo>
                  <a:lnTo>
                    <a:pt x="0" y="7884604"/>
                  </a:lnTo>
                  <a:lnTo>
                    <a:pt x="8473" y="7926635"/>
                  </a:lnTo>
                  <a:lnTo>
                    <a:pt x="31591" y="7960956"/>
                  </a:lnTo>
                  <a:lnTo>
                    <a:pt x="65901" y="7984095"/>
                  </a:lnTo>
                  <a:lnTo>
                    <a:pt x="107950" y="7992579"/>
                  </a:lnTo>
                  <a:lnTo>
                    <a:pt x="14607540" y="7992579"/>
                  </a:lnTo>
                  <a:lnTo>
                    <a:pt x="14649608" y="7984095"/>
                  </a:lnTo>
                  <a:lnTo>
                    <a:pt x="14683962" y="7960956"/>
                  </a:lnTo>
                  <a:lnTo>
                    <a:pt x="14707123" y="7926635"/>
                  </a:lnTo>
                  <a:lnTo>
                    <a:pt x="14715617" y="7884604"/>
                  </a:lnTo>
                  <a:lnTo>
                    <a:pt x="14715617" y="107950"/>
                  </a:lnTo>
                  <a:lnTo>
                    <a:pt x="14707123" y="65954"/>
                  </a:lnTo>
                  <a:lnTo>
                    <a:pt x="14683962" y="31638"/>
                  </a:lnTo>
                  <a:lnTo>
                    <a:pt x="14649608" y="8491"/>
                  </a:lnTo>
                  <a:lnTo>
                    <a:pt x="146075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8646414" y="4669917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15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9280" y="824610"/>
            <a:ext cx="15943580" cy="953135"/>
          </a:xfrm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  <a:tabLst>
                <a:tab pos="3021965" algn="l"/>
              </a:tabLst>
            </a:pPr>
            <a:r>
              <a:rPr dirty="0" sz="3200">
                <a:solidFill>
                  <a:srgbClr val="173360"/>
                </a:solidFill>
              </a:rPr>
              <a:t>Confluent를</a:t>
            </a:r>
            <a:r>
              <a:rPr dirty="0" sz="3200" spc="-20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통해</a:t>
            </a:r>
            <a:r>
              <a:rPr dirty="0" sz="3200" spc="-30">
                <a:solidFill>
                  <a:srgbClr val="173360"/>
                </a:solidFill>
              </a:rPr>
              <a:t> On-</a:t>
            </a:r>
            <a:r>
              <a:rPr dirty="0" sz="3200">
                <a:solidFill>
                  <a:srgbClr val="173360"/>
                </a:solidFill>
              </a:rPr>
              <a:t>Prem과</a:t>
            </a:r>
            <a:r>
              <a:rPr dirty="0" sz="3200" spc="-30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AWS</a:t>
            </a:r>
            <a:r>
              <a:rPr dirty="0" sz="3200" spc="-20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Cloud</a:t>
            </a:r>
            <a:r>
              <a:rPr dirty="0" sz="3200" spc="-10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환경의</a:t>
            </a:r>
            <a:r>
              <a:rPr dirty="0" sz="3200" spc="-25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데이터를</a:t>
            </a:r>
            <a:r>
              <a:rPr dirty="0" sz="3200" spc="-40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효과적으로</a:t>
            </a:r>
            <a:r>
              <a:rPr dirty="0" sz="3200" spc="-45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연결하고</a:t>
            </a:r>
            <a:r>
              <a:rPr dirty="0" sz="3200" spc="-40">
                <a:solidFill>
                  <a:srgbClr val="173360"/>
                </a:solidFill>
              </a:rPr>
              <a:t> </a:t>
            </a:r>
            <a:r>
              <a:rPr dirty="0" sz="3200" spc="-25">
                <a:solidFill>
                  <a:srgbClr val="173360"/>
                </a:solidFill>
              </a:rPr>
              <a:t>즉시 </a:t>
            </a:r>
            <a:r>
              <a:rPr dirty="0" sz="3200">
                <a:solidFill>
                  <a:srgbClr val="173360"/>
                </a:solidFill>
              </a:rPr>
              <a:t>활용할</a:t>
            </a:r>
            <a:r>
              <a:rPr dirty="0" sz="3200" spc="-10">
                <a:solidFill>
                  <a:srgbClr val="173360"/>
                </a:solidFill>
              </a:rPr>
              <a:t> </a:t>
            </a:r>
            <a:r>
              <a:rPr dirty="0" sz="3200">
                <a:solidFill>
                  <a:srgbClr val="173360"/>
                </a:solidFill>
              </a:rPr>
              <a:t>수</a:t>
            </a:r>
            <a:r>
              <a:rPr dirty="0" sz="3200" spc="-10">
                <a:solidFill>
                  <a:srgbClr val="173360"/>
                </a:solidFill>
              </a:rPr>
              <a:t> </a:t>
            </a:r>
            <a:r>
              <a:rPr dirty="0" sz="3200" spc="-25">
                <a:solidFill>
                  <a:srgbClr val="173360"/>
                </a:solidFill>
              </a:rPr>
              <a:t>있게</a:t>
            </a:r>
            <a:r>
              <a:rPr dirty="0" sz="3200">
                <a:solidFill>
                  <a:srgbClr val="173360"/>
                </a:solidFill>
              </a:rPr>
              <a:t>	</a:t>
            </a:r>
            <a:r>
              <a:rPr dirty="0" sz="3200" spc="-20">
                <a:solidFill>
                  <a:srgbClr val="173360"/>
                </a:solidFill>
              </a:rPr>
              <a:t>됩니다.</a:t>
            </a:r>
            <a:endParaRPr sz="3200"/>
          </a:p>
        </p:txBody>
      </p:sp>
      <p:grpSp>
        <p:nvGrpSpPr>
          <p:cNvPr id="7" name="object 7" descr=""/>
          <p:cNvGrpSpPr/>
          <p:nvPr/>
        </p:nvGrpSpPr>
        <p:grpSpPr>
          <a:xfrm>
            <a:off x="2502789" y="2146554"/>
            <a:ext cx="13200380" cy="7294880"/>
            <a:chOff x="2502789" y="2146554"/>
            <a:chExt cx="13200380" cy="7294880"/>
          </a:xfrm>
        </p:grpSpPr>
        <p:sp>
          <p:nvSpPr>
            <p:cNvPr id="8" name="object 8" descr=""/>
            <p:cNvSpPr/>
            <p:nvPr/>
          </p:nvSpPr>
          <p:spPr>
            <a:xfrm>
              <a:off x="2502789" y="2417826"/>
              <a:ext cx="4670425" cy="5620385"/>
            </a:xfrm>
            <a:custGeom>
              <a:avLst/>
              <a:gdLst/>
              <a:ahLst/>
              <a:cxnLst/>
              <a:rect l="l" t="t" r="r" b="b"/>
              <a:pathLst>
                <a:path w="4670425" h="5620384">
                  <a:moveTo>
                    <a:pt x="4669917" y="0"/>
                  </a:moveTo>
                  <a:lnTo>
                    <a:pt x="0" y="0"/>
                  </a:lnTo>
                  <a:lnTo>
                    <a:pt x="0" y="5620258"/>
                  </a:lnTo>
                  <a:lnTo>
                    <a:pt x="4669917" y="5620258"/>
                  </a:lnTo>
                  <a:lnTo>
                    <a:pt x="4669917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67076" y="3174873"/>
              <a:ext cx="332105" cy="332105"/>
            </a:xfrm>
            <a:custGeom>
              <a:avLst/>
              <a:gdLst/>
              <a:ahLst/>
              <a:cxnLst/>
              <a:rect l="l" t="t" r="r" b="b"/>
              <a:pathLst>
                <a:path w="332105" h="332104">
                  <a:moveTo>
                    <a:pt x="312547" y="0"/>
                  </a:moveTo>
                  <a:lnTo>
                    <a:pt x="19176" y="0"/>
                  </a:lnTo>
                  <a:lnTo>
                    <a:pt x="11626" y="1478"/>
                  </a:lnTo>
                  <a:lnTo>
                    <a:pt x="5540" y="5540"/>
                  </a:lnTo>
                  <a:lnTo>
                    <a:pt x="1478" y="11626"/>
                  </a:lnTo>
                  <a:lnTo>
                    <a:pt x="0" y="19176"/>
                  </a:lnTo>
                  <a:lnTo>
                    <a:pt x="0" y="312547"/>
                  </a:lnTo>
                  <a:lnTo>
                    <a:pt x="1478" y="319883"/>
                  </a:lnTo>
                  <a:lnTo>
                    <a:pt x="5540" y="325993"/>
                  </a:lnTo>
                  <a:lnTo>
                    <a:pt x="11626" y="330174"/>
                  </a:lnTo>
                  <a:lnTo>
                    <a:pt x="19176" y="331724"/>
                  </a:lnTo>
                  <a:lnTo>
                    <a:pt x="312547" y="331724"/>
                  </a:lnTo>
                  <a:lnTo>
                    <a:pt x="319883" y="330174"/>
                  </a:lnTo>
                  <a:lnTo>
                    <a:pt x="325993" y="325993"/>
                  </a:lnTo>
                  <a:lnTo>
                    <a:pt x="330174" y="319883"/>
                  </a:lnTo>
                  <a:lnTo>
                    <a:pt x="331724" y="312547"/>
                  </a:lnTo>
                  <a:lnTo>
                    <a:pt x="331724" y="303149"/>
                  </a:lnTo>
                  <a:lnTo>
                    <a:pt x="29082" y="303149"/>
                  </a:lnTo>
                  <a:lnTo>
                    <a:pt x="29082" y="29082"/>
                  </a:lnTo>
                  <a:lnTo>
                    <a:pt x="331724" y="29082"/>
                  </a:lnTo>
                  <a:lnTo>
                    <a:pt x="331724" y="19176"/>
                  </a:lnTo>
                  <a:lnTo>
                    <a:pt x="330174" y="11626"/>
                  </a:lnTo>
                  <a:lnTo>
                    <a:pt x="325993" y="5540"/>
                  </a:lnTo>
                  <a:lnTo>
                    <a:pt x="319883" y="1478"/>
                  </a:lnTo>
                  <a:lnTo>
                    <a:pt x="312547" y="0"/>
                  </a:lnTo>
                  <a:close/>
                </a:path>
                <a:path w="332105" h="332104">
                  <a:moveTo>
                    <a:pt x="331724" y="29082"/>
                  </a:moveTo>
                  <a:lnTo>
                    <a:pt x="303149" y="29082"/>
                  </a:lnTo>
                  <a:lnTo>
                    <a:pt x="303149" y="303149"/>
                  </a:lnTo>
                  <a:lnTo>
                    <a:pt x="331724" y="303149"/>
                  </a:lnTo>
                  <a:lnTo>
                    <a:pt x="331724" y="2908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877" y="3362960"/>
              <a:ext cx="226695" cy="22225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771775" y="2744977"/>
              <a:ext cx="4204335" cy="4773930"/>
            </a:xfrm>
            <a:custGeom>
              <a:avLst/>
              <a:gdLst/>
              <a:ahLst/>
              <a:cxnLst/>
              <a:rect l="l" t="t" r="r" b="b"/>
              <a:pathLst>
                <a:path w="4204334" h="4773930">
                  <a:moveTo>
                    <a:pt x="113538" y="4741418"/>
                  </a:moveTo>
                  <a:lnTo>
                    <a:pt x="102133" y="4712335"/>
                  </a:lnTo>
                  <a:lnTo>
                    <a:pt x="95123" y="4694428"/>
                  </a:lnTo>
                  <a:lnTo>
                    <a:pt x="75666" y="4644771"/>
                  </a:lnTo>
                  <a:lnTo>
                    <a:pt x="75565" y="4644517"/>
                  </a:lnTo>
                  <a:lnTo>
                    <a:pt x="75565" y="4694428"/>
                  </a:lnTo>
                  <a:lnTo>
                    <a:pt x="36576" y="4694428"/>
                  </a:lnTo>
                  <a:lnTo>
                    <a:pt x="56261" y="4644771"/>
                  </a:lnTo>
                  <a:lnTo>
                    <a:pt x="75565" y="4694428"/>
                  </a:lnTo>
                  <a:lnTo>
                    <a:pt x="75565" y="4644517"/>
                  </a:lnTo>
                  <a:lnTo>
                    <a:pt x="68453" y="4626356"/>
                  </a:lnTo>
                  <a:lnTo>
                    <a:pt x="45466" y="4626356"/>
                  </a:lnTo>
                  <a:lnTo>
                    <a:pt x="0" y="4741418"/>
                  </a:lnTo>
                  <a:lnTo>
                    <a:pt x="19177" y="4741418"/>
                  </a:lnTo>
                  <a:lnTo>
                    <a:pt x="30480" y="4712335"/>
                  </a:lnTo>
                  <a:lnTo>
                    <a:pt x="82550" y="4712335"/>
                  </a:lnTo>
                  <a:lnTo>
                    <a:pt x="93853" y="4741418"/>
                  </a:lnTo>
                  <a:lnTo>
                    <a:pt x="113538" y="4741418"/>
                  </a:lnTo>
                  <a:close/>
                </a:path>
                <a:path w="4204334" h="4773930">
                  <a:moveTo>
                    <a:pt x="113538" y="300736"/>
                  </a:moveTo>
                  <a:lnTo>
                    <a:pt x="101968" y="271272"/>
                  </a:lnTo>
                  <a:lnTo>
                    <a:pt x="95351" y="254381"/>
                  </a:lnTo>
                  <a:lnTo>
                    <a:pt x="75819" y="204597"/>
                  </a:lnTo>
                  <a:lnTo>
                    <a:pt x="75565" y="203949"/>
                  </a:lnTo>
                  <a:lnTo>
                    <a:pt x="75565" y="254381"/>
                  </a:lnTo>
                  <a:lnTo>
                    <a:pt x="36576" y="254381"/>
                  </a:lnTo>
                  <a:lnTo>
                    <a:pt x="56261" y="204597"/>
                  </a:lnTo>
                  <a:lnTo>
                    <a:pt x="75565" y="254381"/>
                  </a:lnTo>
                  <a:lnTo>
                    <a:pt x="75565" y="203949"/>
                  </a:lnTo>
                  <a:lnTo>
                    <a:pt x="68453" y="185801"/>
                  </a:lnTo>
                  <a:lnTo>
                    <a:pt x="45466" y="185801"/>
                  </a:lnTo>
                  <a:lnTo>
                    <a:pt x="0" y="300736"/>
                  </a:lnTo>
                  <a:lnTo>
                    <a:pt x="19177" y="300736"/>
                  </a:lnTo>
                  <a:lnTo>
                    <a:pt x="30480" y="271272"/>
                  </a:lnTo>
                  <a:lnTo>
                    <a:pt x="82550" y="271272"/>
                  </a:lnTo>
                  <a:lnTo>
                    <a:pt x="93853" y="300736"/>
                  </a:lnTo>
                  <a:lnTo>
                    <a:pt x="113538" y="300736"/>
                  </a:lnTo>
                  <a:close/>
                </a:path>
                <a:path w="4204334" h="4773930">
                  <a:moveTo>
                    <a:pt x="210185" y="4701032"/>
                  </a:moveTo>
                  <a:lnTo>
                    <a:pt x="192913" y="4667682"/>
                  </a:lnTo>
                  <a:lnTo>
                    <a:pt x="192913" y="4701921"/>
                  </a:lnTo>
                  <a:lnTo>
                    <a:pt x="191274" y="4711839"/>
                  </a:lnTo>
                  <a:lnTo>
                    <a:pt x="186588" y="4719917"/>
                  </a:lnTo>
                  <a:lnTo>
                    <a:pt x="179184" y="4725340"/>
                  </a:lnTo>
                  <a:lnTo>
                    <a:pt x="169418" y="4727321"/>
                  </a:lnTo>
                  <a:lnTo>
                    <a:pt x="159791" y="4725479"/>
                  </a:lnTo>
                  <a:lnTo>
                    <a:pt x="152374" y="4720298"/>
                  </a:lnTo>
                  <a:lnTo>
                    <a:pt x="147599" y="4712271"/>
                  </a:lnTo>
                  <a:lnTo>
                    <a:pt x="145923" y="4701921"/>
                  </a:lnTo>
                  <a:lnTo>
                    <a:pt x="147574" y="4692091"/>
                  </a:lnTo>
                  <a:lnTo>
                    <a:pt x="147599" y="4691926"/>
                  </a:lnTo>
                  <a:lnTo>
                    <a:pt x="152285" y="4684192"/>
                  </a:lnTo>
                  <a:lnTo>
                    <a:pt x="152374" y="4684052"/>
                  </a:lnTo>
                  <a:lnTo>
                    <a:pt x="159715" y="4678946"/>
                  </a:lnTo>
                  <a:lnTo>
                    <a:pt x="159512" y="4678946"/>
                  </a:lnTo>
                  <a:lnTo>
                    <a:pt x="169418" y="4677029"/>
                  </a:lnTo>
                  <a:lnTo>
                    <a:pt x="179184" y="4678946"/>
                  </a:lnTo>
                  <a:lnTo>
                    <a:pt x="186588" y="4684192"/>
                  </a:lnTo>
                  <a:lnTo>
                    <a:pt x="191173" y="4691926"/>
                  </a:lnTo>
                  <a:lnTo>
                    <a:pt x="191274" y="4692091"/>
                  </a:lnTo>
                  <a:lnTo>
                    <a:pt x="192913" y="4701921"/>
                  </a:lnTo>
                  <a:lnTo>
                    <a:pt x="192913" y="4667682"/>
                  </a:lnTo>
                  <a:lnTo>
                    <a:pt x="186651" y="4663529"/>
                  </a:lnTo>
                  <a:lnTo>
                    <a:pt x="171323" y="4660646"/>
                  </a:lnTo>
                  <a:lnTo>
                    <a:pt x="163372" y="4661484"/>
                  </a:lnTo>
                  <a:lnTo>
                    <a:pt x="156540" y="4663757"/>
                  </a:lnTo>
                  <a:lnTo>
                    <a:pt x="150863" y="4667186"/>
                  </a:lnTo>
                  <a:lnTo>
                    <a:pt x="146431" y="4671441"/>
                  </a:lnTo>
                  <a:lnTo>
                    <a:pt x="146431" y="4662043"/>
                  </a:lnTo>
                  <a:lnTo>
                    <a:pt x="129540" y="4662043"/>
                  </a:lnTo>
                  <a:lnTo>
                    <a:pt x="129540" y="4773803"/>
                  </a:lnTo>
                  <a:lnTo>
                    <a:pt x="146431" y="4773803"/>
                  </a:lnTo>
                  <a:lnTo>
                    <a:pt x="146431" y="4731512"/>
                  </a:lnTo>
                  <a:lnTo>
                    <a:pt x="150863" y="4736287"/>
                  </a:lnTo>
                  <a:lnTo>
                    <a:pt x="156540" y="4739830"/>
                  </a:lnTo>
                  <a:lnTo>
                    <a:pt x="163372" y="4742053"/>
                  </a:lnTo>
                  <a:lnTo>
                    <a:pt x="171323" y="4742815"/>
                  </a:lnTo>
                  <a:lnTo>
                    <a:pt x="186651" y="4739665"/>
                  </a:lnTo>
                  <a:lnTo>
                    <a:pt x="198158" y="4731512"/>
                  </a:lnTo>
                  <a:lnTo>
                    <a:pt x="198983" y="4730928"/>
                  </a:lnTo>
                  <a:lnTo>
                    <a:pt x="201218" y="4727321"/>
                  </a:lnTo>
                  <a:lnTo>
                    <a:pt x="207200" y="4717694"/>
                  </a:lnTo>
                  <a:lnTo>
                    <a:pt x="210185" y="4701032"/>
                  </a:lnTo>
                  <a:close/>
                </a:path>
                <a:path w="4204334" h="4773930">
                  <a:moveTo>
                    <a:pt x="210185" y="259969"/>
                  </a:moveTo>
                  <a:lnTo>
                    <a:pt x="192913" y="227114"/>
                  </a:lnTo>
                  <a:lnTo>
                    <a:pt x="192913" y="261366"/>
                  </a:lnTo>
                  <a:lnTo>
                    <a:pt x="191274" y="271284"/>
                  </a:lnTo>
                  <a:lnTo>
                    <a:pt x="186588" y="279361"/>
                  </a:lnTo>
                  <a:lnTo>
                    <a:pt x="179095" y="284861"/>
                  </a:lnTo>
                  <a:lnTo>
                    <a:pt x="178841" y="284861"/>
                  </a:lnTo>
                  <a:lnTo>
                    <a:pt x="169418" y="286766"/>
                  </a:lnTo>
                  <a:lnTo>
                    <a:pt x="159791" y="284861"/>
                  </a:lnTo>
                  <a:lnTo>
                    <a:pt x="152374" y="279552"/>
                  </a:lnTo>
                  <a:lnTo>
                    <a:pt x="147599" y="271500"/>
                  </a:lnTo>
                  <a:lnTo>
                    <a:pt x="145923" y="261366"/>
                  </a:lnTo>
                  <a:lnTo>
                    <a:pt x="147370" y="251472"/>
                  </a:lnTo>
                  <a:lnTo>
                    <a:pt x="147396" y="251320"/>
                  </a:lnTo>
                  <a:lnTo>
                    <a:pt x="152107" y="243446"/>
                  </a:lnTo>
                  <a:lnTo>
                    <a:pt x="152184" y="243306"/>
                  </a:lnTo>
                  <a:lnTo>
                    <a:pt x="159651" y="238061"/>
                  </a:lnTo>
                  <a:lnTo>
                    <a:pt x="159448" y="238061"/>
                  </a:lnTo>
                  <a:lnTo>
                    <a:pt x="169418" y="236093"/>
                  </a:lnTo>
                  <a:lnTo>
                    <a:pt x="179184" y="238061"/>
                  </a:lnTo>
                  <a:lnTo>
                    <a:pt x="186588" y="243446"/>
                  </a:lnTo>
                  <a:lnTo>
                    <a:pt x="191173" y="251320"/>
                  </a:lnTo>
                  <a:lnTo>
                    <a:pt x="191274" y="251472"/>
                  </a:lnTo>
                  <a:lnTo>
                    <a:pt x="192913" y="261366"/>
                  </a:lnTo>
                  <a:lnTo>
                    <a:pt x="192913" y="227114"/>
                  </a:lnTo>
                  <a:lnTo>
                    <a:pt x="186690" y="222758"/>
                  </a:lnTo>
                  <a:lnTo>
                    <a:pt x="171323" y="219583"/>
                  </a:lnTo>
                  <a:lnTo>
                    <a:pt x="163372" y="220421"/>
                  </a:lnTo>
                  <a:lnTo>
                    <a:pt x="156540" y="222758"/>
                  </a:lnTo>
                  <a:lnTo>
                    <a:pt x="150863" y="226339"/>
                  </a:lnTo>
                  <a:lnTo>
                    <a:pt x="146431" y="230886"/>
                  </a:lnTo>
                  <a:lnTo>
                    <a:pt x="146431" y="221488"/>
                  </a:lnTo>
                  <a:lnTo>
                    <a:pt x="129540" y="221488"/>
                  </a:lnTo>
                  <a:lnTo>
                    <a:pt x="129540" y="332740"/>
                  </a:lnTo>
                  <a:lnTo>
                    <a:pt x="146431" y="332740"/>
                  </a:lnTo>
                  <a:lnTo>
                    <a:pt x="146431" y="290449"/>
                  </a:lnTo>
                  <a:lnTo>
                    <a:pt x="150863" y="295224"/>
                  </a:lnTo>
                  <a:lnTo>
                    <a:pt x="156540" y="298780"/>
                  </a:lnTo>
                  <a:lnTo>
                    <a:pt x="163372" y="300990"/>
                  </a:lnTo>
                  <a:lnTo>
                    <a:pt x="171323" y="301752"/>
                  </a:lnTo>
                  <a:lnTo>
                    <a:pt x="186093" y="298780"/>
                  </a:lnTo>
                  <a:lnTo>
                    <a:pt x="186499" y="298780"/>
                  </a:lnTo>
                  <a:lnTo>
                    <a:pt x="198348" y="290449"/>
                  </a:lnTo>
                  <a:lnTo>
                    <a:pt x="198983" y="290004"/>
                  </a:lnTo>
                  <a:lnTo>
                    <a:pt x="201002" y="286766"/>
                  </a:lnTo>
                  <a:lnTo>
                    <a:pt x="207200" y="276796"/>
                  </a:lnTo>
                  <a:lnTo>
                    <a:pt x="210185" y="259969"/>
                  </a:lnTo>
                  <a:close/>
                </a:path>
                <a:path w="4204334" h="4773930">
                  <a:moveTo>
                    <a:pt x="312928" y="4701032"/>
                  </a:moveTo>
                  <a:lnTo>
                    <a:pt x="309803" y="4684446"/>
                  </a:lnTo>
                  <a:lnTo>
                    <a:pt x="304876" y="4677029"/>
                  </a:lnTo>
                  <a:lnTo>
                    <a:pt x="301332" y="4671695"/>
                  </a:lnTo>
                  <a:lnTo>
                    <a:pt x="300939" y="4671441"/>
                  </a:lnTo>
                  <a:lnTo>
                    <a:pt x="294767" y="4667415"/>
                  </a:lnTo>
                  <a:lnTo>
                    <a:pt x="294767" y="4701921"/>
                  </a:lnTo>
                  <a:lnTo>
                    <a:pt x="293192" y="4711839"/>
                  </a:lnTo>
                  <a:lnTo>
                    <a:pt x="288632" y="4719917"/>
                  </a:lnTo>
                  <a:lnTo>
                    <a:pt x="281254" y="4725340"/>
                  </a:lnTo>
                  <a:lnTo>
                    <a:pt x="271272" y="4727321"/>
                  </a:lnTo>
                  <a:lnTo>
                    <a:pt x="261645" y="4725479"/>
                  </a:lnTo>
                  <a:lnTo>
                    <a:pt x="254228" y="4720298"/>
                  </a:lnTo>
                  <a:lnTo>
                    <a:pt x="249453" y="4712271"/>
                  </a:lnTo>
                  <a:lnTo>
                    <a:pt x="247777" y="4701921"/>
                  </a:lnTo>
                  <a:lnTo>
                    <a:pt x="249428" y="4692091"/>
                  </a:lnTo>
                  <a:lnTo>
                    <a:pt x="249453" y="4691926"/>
                  </a:lnTo>
                  <a:lnTo>
                    <a:pt x="254139" y="4684192"/>
                  </a:lnTo>
                  <a:lnTo>
                    <a:pt x="254228" y="4684052"/>
                  </a:lnTo>
                  <a:lnTo>
                    <a:pt x="261569" y="4678946"/>
                  </a:lnTo>
                  <a:lnTo>
                    <a:pt x="261366" y="4678946"/>
                  </a:lnTo>
                  <a:lnTo>
                    <a:pt x="271272" y="4677029"/>
                  </a:lnTo>
                  <a:lnTo>
                    <a:pt x="281254" y="4678946"/>
                  </a:lnTo>
                  <a:lnTo>
                    <a:pt x="288632" y="4684192"/>
                  </a:lnTo>
                  <a:lnTo>
                    <a:pt x="293103" y="4691926"/>
                  </a:lnTo>
                  <a:lnTo>
                    <a:pt x="293192" y="4692091"/>
                  </a:lnTo>
                  <a:lnTo>
                    <a:pt x="294767" y="4701921"/>
                  </a:lnTo>
                  <a:lnTo>
                    <a:pt x="294767" y="4667415"/>
                  </a:lnTo>
                  <a:lnTo>
                    <a:pt x="288810" y="4663529"/>
                  </a:lnTo>
                  <a:lnTo>
                    <a:pt x="273558" y="4660646"/>
                  </a:lnTo>
                  <a:lnTo>
                    <a:pt x="265925" y="4661484"/>
                  </a:lnTo>
                  <a:lnTo>
                    <a:pt x="259270" y="4663757"/>
                  </a:lnTo>
                  <a:lnTo>
                    <a:pt x="253657" y="4667186"/>
                  </a:lnTo>
                  <a:lnTo>
                    <a:pt x="249174" y="4671441"/>
                  </a:lnTo>
                  <a:lnTo>
                    <a:pt x="249174" y="4662043"/>
                  </a:lnTo>
                  <a:lnTo>
                    <a:pt x="232283" y="4662043"/>
                  </a:lnTo>
                  <a:lnTo>
                    <a:pt x="232283" y="4773803"/>
                  </a:lnTo>
                  <a:lnTo>
                    <a:pt x="249174" y="4773803"/>
                  </a:lnTo>
                  <a:lnTo>
                    <a:pt x="249174" y="4731512"/>
                  </a:lnTo>
                  <a:lnTo>
                    <a:pt x="253657" y="4736287"/>
                  </a:lnTo>
                  <a:lnTo>
                    <a:pt x="259270" y="4739830"/>
                  </a:lnTo>
                  <a:lnTo>
                    <a:pt x="265925" y="4742053"/>
                  </a:lnTo>
                  <a:lnTo>
                    <a:pt x="273558" y="4742815"/>
                  </a:lnTo>
                  <a:lnTo>
                    <a:pt x="289242" y="4739665"/>
                  </a:lnTo>
                  <a:lnTo>
                    <a:pt x="300875" y="4731512"/>
                  </a:lnTo>
                  <a:lnTo>
                    <a:pt x="301713" y="4730928"/>
                  </a:lnTo>
                  <a:lnTo>
                    <a:pt x="303961" y="4727321"/>
                  </a:lnTo>
                  <a:lnTo>
                    <a:pt x="309943" y="4717694"/>
                  </a:lnTo>
                  <a:lnTo>
                    <a:pt x="312928" y="4701032"/>
                  </a:lnTo>
                  <a:close/>
                </a:path>
                <a:path w="4204334" h="4773930">
                  <a:moveTo>
                    <a:pt x="312928" y="259969"/>
                  </a:moveTo>
                  <a:lnTo>
                    <a:pt x="294767" y="226834"/>
                  </a:lnTo>
                  <a:lnTo>
                    <a:pt x="294767" y="261366"/>
                  </a:lnTo>
                  <a:lnTo>
                    <a:pt x="293192" y="271284"/>
                  </a:lnTo>
                  <a:lnTo>
                    <a:pt x="288632" y="279361"/>
                  </a:lnTo>
                  <a:lnTo>
                    <a:pt x="281165" y="284861"/>
                  </a:lnTo>
                  <a:lnTo>
                    <a:pt x="280898" y="284861"/>
                  </a:lnTo>
                  <a:lnTo>
                    <a:pt x="271272" y="286766"/>
                  </a:lnTo>
                  <a:lnTo>
                    <a:pt x="261645" y="284861"/>
                  </a:lnTo>
                  <a:lnTo>
                    <a:pt x="254228" y="279552"/>
                  </a:lnTo>
                  <a:lnTo>
                    <a:pt x="249453" y="271500"/>
                  </a:lnTo>
                  <a:lnTo>
                    <a:pt x="247777" y="261366"/>
                  </a:lnTo>
                  <a:lnTo>
                    <a:pt x="249428" y="251472"/>
                  </a:lnTo>
                  <a:lnTo>
                    <a:pt x="249453" y="251320"/>
                  </a:lnTo>
                  <a:lnTo>
                    <a:pt x="254152" y="243446"/>
                  </a:lnTo>
                  <a:lnTo>
                    <a:pt x="254228" y="243306"/>
                  </a:lnTo>
                  <a:lnTo>
                    <a:pt x="261569" y="238061"/>
                  </a:lnTo>
                  <a:lnTo>
                    <a:pt x="261378" y="238061"/>
                  </a:lnTo>
                  <a:lnTo>
                    <a:pt x="271272" y="236093"/>
                  </a:lnTo>
                  <a:lnTo>
                    <a:pt x="281254" y="238061"/>
                  </a:lnTo>
                  <a:lnTo>
                    <a:pt x="288632" y="243446"/>
                  </a:lnTo>
                  <a:lnTo>
                    <a:pt x="293103" y="251320"/>
                  </a:lnTo>
                  <a:lnTo>
                    <a:pt x="293192" y="251472"/>
                  </a:lnTo>
                  <a:lnTo>
                    <a:pt x="294767" y="261366"/>
                  </a:lnTo>
                  <a:lnTo>
                    <a:pt x="294767" y="226834"/>
                  </a:lnTo>
                  <a:lnTo>
                    <a:pt x="288848" y="222758"/>
                  </a:lnTo>
                  <a:lnTo>
                    <a:pt x="273558" y="219583"/>
                  </a:lnTo>
                  <a:lnTo>
                    <a:pt x="265925" y="220421"/>
                  </a:lnTo>
                  <a:lnTo>
                    <a:pt x="259270" y="222758"/>
                  </a:lnTo>
                  <a:lnTo>
                    <a:pt x="253657" y="226339"/>
                  </a:lnTo>
                  <a:lnTo>
                    <a:pt x="249174" y="230886"/>
                  </a:lnTo>
                  <a:lnTo>
                    <a:pt x="249174" y="221488"/>
                  </a:lnTo>
                  <a:lnTo>
                    <a:pt x="232283" y="221488"/>
                  </a:lnTo>
                  <a:lnTo>
                    <a:pt x="232283" y="332740"/>
                  </a:lnTo>
                  <a:lnTo>
                    <a:pt x="249174" y="332740"/>
                  </a:lnTo>
                  <a:lnTo>
                    <a:pt x="249174" y="290449"/>
                  </a:lnTo>
                  <a:lnTo>
                    <a:pt x="253657" y="295224"/>
                  </a:lnTo>
                  <a:lnTo>
                    <a:pt x="259270" y="298780"/>
                  </a:lnTo>
                  <a:lnTo>
                    <a:pt x="265925" y="300990"/>
                  </a:lnTo>
                  <a:lnTo>
                    <a:pt x="273558" y="301752"/>
                  </a:lnTo>
                  <a:lnTo>
                    <a:pt x="288658" y="298780"/>
                  </a:lnTo>
                  <a:lnTo>
                    <a:pt x="289077" y="298780"/>
                  </a:lnTo>
                  <a:lnTo>
                    <a:pt x="301078" y="290449"/>
                  </a:lnTo>
                  <a:lnTo>
                    <a:pt x="301713" y="290004"/>
                  </a:lnTo>
                  <a:lnTo>
                    <a:pt x="303733" y="286766"/>
                  </a:lnTo>
                  <a:lnTo>
                    <a:pt x="309943" y="276796"/>
                  </a:lnTo>
                  <a:lnTo>
                    <a:pt x="312928" y="259969"/>
                  </a:lnTo>
                  <a:close/>
                </a:path>
                <a:path w="4204334" h="4773930">
                  <a:moveTo>
                    <a:pt x="397510" y="4717415"/>
                  </a:moveTo>
                  <a:lnTo>
                    <a:pt x="395795" y="4709033"/>
                  </a:lnTo>
                  <a:lnTo>
                    <a:pt x="395681" y="4708436"/>
                  </a:lnTo>
                  <a:lnTo>
                    <a:pt x="390321" y="4701692"/>
                  </a:lnTo>
                  <a:lnTo>
                    <a:pt x="381647" y="4696968"/>
                  </a:lnTo>
                  <a:lnTo>
                    <a:pt x="369824" y="4694047"/>
                  </a:lnTo>
                  <a:lnTo>
                    <a:pt x="361823" y="4692523"/>
                  </a:lnTo>
                  <a:lnTo>
                    <a:pt x="354711" y="4691634"/>
                  </a:lnTo>
                  <a:lnTo>
                    <a:pt x="348615" y="4690237"/>
                  </a:lnTo>
                  <a:lnTo>
                    <a:pt x="348615" y="4678553"/>
                  </a:lnTo>
                  <a:lnTo>
                    <a:pt x="354330" y="4675251"/>
                  </a:lnTo>
                  <a:lnTo>
                    <a:pt x="373507" y="4675251"/>
                  </a:lnTo>
                  <a:lnTo>
                    <a:pt x="382905" y="4678553"/>
                  </a:lnTo>
                  <a:lnTo>
                    <a:pt x="387604" y="4681728"/>
                  </a:lnTo>
                  <a:lnTo>
                    <a:pt x="391452" y="4675251"/>
                  </a:lnTo>
                  <a:lnTo>
                    <a:pt x="363220" y="4661154"/>
                  </a:lnTo>
                  <a:lnTo>
                    <a:pt x="349923" y="4662881"/>
                  </a:lnTo>
                  <a:lnTo>
                    <a:pt x="339890" y="4667847"/>
                  </a:lnTo>
                  <a:lnTo>
                    <a:pt x="333552" y="4675784"/>
                  </a:lnTo>
                  <a:lnTo>
                    <a:pt x="331343" y="4686427"/>
                  </a:lnTo>
                  <a:lnTo>
                    <a:pt x="333070" y="4694987"/>
                  </a:lnTo>
                  <a:lnTo>
                    <a:pt x="375920" y="4711319"/>
                  </a:lnTo>
                  <a:lnTo>
                    <a:pt x="380111" y="4714621"/>
                  </a:lnTo>
                  <a:lnTo>
                    <a:pt x="380111" y="4725035"/>
                  </a:lnTo>
                  <a:lnTo>
                    <a:pt x="373507" y="4728718"/>
                  </a:lnTo>
                  <a:lnTo>
                    <a:pt x="361823" y="4728718"/>
                  </a:lnTo>
                  <a:lnTo>
                    <a:pt x="352933" y="4728070"/>
                  </a:lnTo>
                  <a:lnTo>
                    <a:pt x="345884" y="4726292"/>
                  </a:lnTo>
                  <a:lnTo>
                    <a:pt x="340347" y="4723638"/>
                  </a:lnTo>
                  <a:lnTo>
                    <a:pt x="336042" y="4720336"/>
                  </a:lnTo>
                  <a:lnTo>
                    <a:pt x="327533" y="4733417"/>
                  </a:lnTo>
                  <a:lnTo>
                    <a:pt x="336613" y="4738560"/>
                  </a:lnTo>
                  <a:lnTo>
                    <a:pt x="345859" y="4741570"/>
                  </a:lnTo>
                  <a:lnTo>
                    <a:pt x="354507" y="4742980"/>
                  </a:lnTo>
                  <a:lnTo>
                    <a:pt x="361823" y="4743323"/>
                  </a:lnTo>
                  <a:lnTo>
                    <a:pt x="377088" y="4741405"/>
                  </a:lnTo>
                  <a:lnTo>
                    <a:pt x="388277" y="4736046"/>
                  </a:lnTo>
                  <a:lnTo>
                    <a:pt x="394423" y="4728718"/>
                  </a:lnTo>
                  <a:lnTo>
                    <a:pt x="395160" y="4727841"/>
                  </a:lnTo>
                  <a:lnTo>
                    <a:pt x="397510" y="4717415"/>
                  </a:lnTo>
                  <a:close/>
                </a:path>
                <a:path w="4204334" h="4773930">
                  <a:moveTo>
                    <a:pt x="397510" y="276352"/>
                  </a:moveTo>
                  <a:lnTo>
                    <a:pt x="361823" y="251968"/>
                  </a:lnTo>
                  <a:lnTo>
                    <a:pt x="354711" y="250571"/>
                  </a:lnTo>
                  <a:lnTo>
                    <a:pt x="348615" y="249682"/>
                  </a:lnTo>
                  <a:lnTo>
                    <a:pt x="348615" y="237871"/>
                  </a:lnTo>
                  <a:lnTo>
                    <a:pt x="354330" y="234188"/>
                  </a:lnTo>
                  <a:lnTo>
                    <a:pt x="373507" y="234188"/>
                  </a:lnTo>
                  <a:lnTo>
                    <a:pt x="382905" y="237871"/>
                  </a:lnTo>
                  <a:lnTo>
                    <a:pt x="387604" y="240665"/>
                  </a:lnTo>
                  <a:lnTo>
                    <a:pt x="391579" y="234188"/>
                  </a:lnTo>
                  <a:lnTo>
                    <a:pt x="363220" y="220091"/>
                  </a:lnTo>
                  <a:lnTo>
                    <a:pt x="349923" y="221818"/>
                  </a:lnTo>
                  <a:lnTo>
                    <a:pt x="339890" y="226783"/>
                  </a:lnTo>
                  <a:lnTo>
                    <a:pt x="333552" y="234721"/>
                  </a:lnTo>
                  <a:lnTo>
                    <a:pt x="331343" y="245364"/>
                  </a:lnTo>
                  <a:lnTo>
                    <a:pt x="333070" y="254215"/>
                  </a:lnTo>
                  <a:lnTo>
                    <a:pt x="338201" y="260972"/>
                  </a:lnTo>
                  <a:lnTo>
                    <a:pt x="346557" y="265709"/>
                  </a:lnTo>
                  <a:lnTo>
                    <a:pt x="358013" y="268478"/>
                  </a:lnTo>
                  <a:lnTo>
                    <a:pt x="366522" y="269367"/>
                  </a:lnTo>
                  <a:lnTo>
                    <a:pt x="375920" y="270764"/>
                  </a:lnTo>
                  <a:lnTo>
                    <a:pt x="380111" y="273558"/>
                  </a:lnTo>
                  <a:lnTo>
                    <a:pt x="380111" y="284353"/>
                  </a:lnTo>
                  <a:lnTo>
                    <a:pt x="373507" y="287655"/>
                  </a:lnTo>
                  <a:lnTo>
                    <a:pt x="361823" y="287655"/>
                  </a:lnTo>
                  <a:lnTo>
                    <a:pt x="352933" y="287070"/>
                  </a:lnTo>
                  <a:lnTo>
                    <a:pt x="345884" y="285369"/>
                  </a:lnTo>
                  <a:lnTo>
                    <a:pt x="340347" y="282727"/>
                  </a:lnTo>
                  <a:lnTo>
                    <a:pt x="336042" y="279273"/>
                  </a:lnTo>
                  <a:lnTo>
                    <a:pt x="327533" y="292354"/>
                  </a:lnTo>
                  <a:lnTo>
                    <a:pt x="336613" y="297662"/>
                  </a:lnTo>
                  <a:lnTo>
                    <a:pt x="345859" y="300647"/>
                  </a:lnTo>
                  <a:lnTo>
                    <a:pt x="354507" y="301967"/>
                  </a:lnTo>
                  <a:lnTo>
                    <a:pt x="361823" y="302260"/>
                  </a:lnTo>
                  <a:lnTo>
                    <a:pt x="377088" y="300393"/>
                  </a:lnTo>
                  <a:lnTo>
                    <a:pt x="388277" y="295122"/>
                  </a:lnTo>
                  <a:lnTo>
                    <a:pt x="394550" y="287655"/>
                  </a:lnTo>
                  <a:lnTo>
                    <a:pt x="395058" y="287070"/>
                  </a:lnTo>
                  <a:lnTo>
                    <a:pt x="395503" y="285369"/>
                  </a:lnTo>
                  <a:lnTo>
                    <a:pt x="397510" y="276352"/>
                  </a:lnTo>
                  <a:close/>
                </a:path>
                <a:path w="4204334" h="4773930">
                  <a:moveTo>
                    <a:pt x="960247" y="4684141"/>
                  </a:moveTo>
                  <a:lnTo>
                    <a:pt x="955789" y="4660138"/>
                  </a:lnTo>
                  <a:lnTo>
                    <a:pt x="944156" y="4642358"/>
                  </a:lnTo>
                  <a:lnTo>
                    <a:pt x="943330" y="4641113"/>
                  </a:lnTo>
                  <a:lnTo>
                    <a:pt x="940054" y="4638980"/>
                  </a:lnTo>
                  <a:lnTo>
                    <a:pt x="940054" y="4684141"/>
                  </a:lnTo>
                  <a:lnTo>
                    <a:pt x="937044" y="4700879"/>
                  </a:lnTo>
                  <a:lnTo>
                    <a:pt x="928662" y="4713922"/>
                  </a:lnTo>
                  <a:lnTo>
                    <a:pt x="915885" y="4722406"/>
                  </a:lnTo>
                  <a:lnTo>
                    <a:pt x="899668" y="4725416"/>
                  </a:lnTo>
                  <a:lnTo>
                    <a:pt x="883437" y="4722406"/>
                  </a:lnTo>
                  <a:lnTo>
                    <a:pt x="870661" y="4713922"/>
                  </a:lnTo>
                  <a:lnTo>
                    <a:pt x="862279" y="4700879"/>
                  </a:lnTo>
                  <a:lnTo>
                    <a:pt x="859282" y="4684141"/>
                  </a:lnTo>
                  <a:lnTo>
                    <a:pt x="862279" y="4667123"/>
                  </a:lnTo>
                  <a:lnTo>
                    <a:pt x="870661" y="4653915"/>
                  </a:lnTo>
                  <a:lnTo>
                    <a:pt x="883437" y="4645393"/>
                  </a:lnTo>
                  <a:lnTo>
                    <a:pt x="899668" y="4642358"/>
                  </a:lnTo>
                  <a:lnTo>
                    <a:pt x="915885" y="4645393"/>
                  </a:lnTo>
                  <a:lnTo>
                    <a:pt x="928662" y="4653915"/>
                  </a:lnTo>
                  <a:lnTo>
                    <a:pt x="937044" y="4667123"/>
                  </a:lnTo>
                  <a:lnTo>
                    <a:pt x="940054" y="4684141"/>
                  </a:lnTo>
                  <a:lnTo>
                    <a:pt x="940054" y="4638980"/>
                  </a:lnTo>
                  <a:lnTo>
                    <a:pt x="924179" y="4628591"/>
                  </a:lnTo>
                  <a:lnTo>
                    <a:pt x="899668" y="4624070"/>
                  </a:lnTo>
                  <a:lnTo>
                    <a:pt x="875360" y="4628591"/>
                  </a:lnTo>
                  <a:lnTo>
                    <a:pt x="856183" y="4641113"/>
                  </a:lnTo>
                  <a:lnTo>
                    <a:pt x="843597" y="4660138"/>
                  </a:lnTo>
                  <a:lnTo>
                    <a:pt x="839089" y="4684141"/>
                  </a:lnTo>
                  <a:lnTo>
                    <a:pt x="843534" y="4707915"/>
                  </a:lnTo>
                  <a:lnTo>
                    <a:pt x="855992" y="4726787"/>
                  </a:lnTo>
                  <a:lnTo>
                    <a:pt x="875144" y="4739221"/>
                  </a:lnTo>
                  <a:lnTo>
                    <a:pt x="899668" y="4743704"/>
                  </a:lnTo>
                  <a:lnTo>
                    <a:pt x="924179" y="4739221"/>
                  </a:lnTo>
                  <a:lnTo>
                    <a:pt x="943330" y="4726787"/>
                  </a:lnTo>
                  <a:lnTo>
                    <a:pt x="944232" y="4725416"/>
                  </a:lnTo>
                  <a:lnTo>
                    <a:pt x="955789" y="4707915"/>
                  </a:lnTo>
                  <a:lnTo>
                    <a:pt x="960247" y="4684141"/>
                  </a:lnTo>
                  <a:close/>
                </a:path>
                <a:path w="4204334" h="4773930">
                  <a:moveTo>
                    <a:pt x="960247" y="243078"/>
                  </a:moveTo>
                  <a:lnTo>
                    <a:pt x="955789" y="219100"/>
                  </a:lnTo>
                  <a:lnTo>
                    <a:pt x="944029" y="201295"/>
                  </a:lnTo>
                  <a:lnTo>
                    <a:pt x="943330" y="200253"/>
                  </a:lnTo>
                  <a:lnTo>
                    <a:pt x="940054" y="198158"/>
                  </a:lnTo>
                  <a:lnTo>
                    <a:pt x="940054" y="243078"/>
                  </a:lnTo>
                  <a:lnTo>
                    <a:pt x="937044" y="259905"/>
                  </a:lnTo>
                  <a:lnTo>
                    <a:pt x="928662" y="273126"/>
                  </a:lnTo>
                  <a:lnTo>
                    <a:pt x="915885" y="281762"/>
                  </a:lnTo>
                  <a:lnTo>
                    <a:pt x="899668" y="284861"/>
                  </a:lnTo>
                  <a:lnTo>
                    <a:pt x="883437" y="281762"/>
                  </a:lnTo>
                  <a:lnTo>
                    <a:pt x="870661" y="273126"/>
                  </a:lnTo>
                  <a:lnTo>
                    <a:pt x="862279" y="259905"/>
                  </a:lnTo>
                  <a:lnTo>
                    <a:pt x="859282" y="243078"/>
                  </a:lnTo>
                  <a:lnTo>
                    <a:pt x="862279" y="226263"/>
                  </a:lnTo>
                  <a:lnTo>
                    <a:pt x="870661" y="213055"/>
                  </a:lnTo>
                  <a:lnTo>
                    <a:pt x="883437" y="204406"/>
                  </a:lnTo>
                  <a:lnTo>
                    <a:pt x="899668" y="201295"/>
                  </a:lnTo>
                  <a:lnTo>
                    <a:pt x="915885" y="204406"/>
                  </a:lnTo>
                  <a:lnTo>
                    <a:pt x="928662" y="213055"/>
                  </a:lnTo>
                  <a:lnTo>
                    <a:pt x="937044" y="226263"/>
                  </a:lnTo>
                  <a:lnTo>
                    <a:pt x="940054" y="243078"/>
                  </a:lnTo>
                  <a:lnTo>
                    <a:pt x="940054" y="198158"/>
                  </a:lnTo>
                  <a:lnTo>
                    <a:pt x="924179" y="187934"/>
                  </a:lnTo>
                  <a:lnTo>
                    <a:pt x="899668" y="183515"/>
                  </a:lnTo>
                  <a:lnTo>
                    <a:pt x="875360" y="187934"/>
                  </a:lnTo>
                  <a:lnTo>
                    <a:pt x="856183" y="200253"/>
                  </a:lnTo>
                  <a:lnTo>
                    <a:pt x="843597" y="219100"/>
                  </a:lnTo>
                  <a:lnTo>
                    <a:pt x="839089" y="243078"/>
                  </a:lnTo>
                  <a:lnTo>
                    <a:pt x="843534" y="267068"/>
                  </a:lnTo>
                  <a:lnTo>
                    <a:pt x="855992" y="285915"/>
                  </a:lnTo>
                  <a:lnTo>
                    <a:pt x="875144" y="298234"/>
                  </a:lnTo>
                  <a:lnTo>
                    <a:pt x="899668" y="302641"/>
                  </a:lnTo>
                  <a:lnTo>
                    <a:pt x="924179" y="298234"/>
                  </a:lnTo>
                  <a:lnTo>
                    <a:pt x="943330" y="285915"/>
                  </a:lnTo>
                  <a:lnTo>
                    <a:pt x="944029" y="284861"/>
                  </a:lnTo>
                  <a:lnTo>
                    <a:pt x="955789" y="267068"/>
                  </a:lnTo>
                  <a:lnTo>
                    <a:pt x="960247" y="243078"/>
                  </a:lnTo>
                  <a:close/>
                </a:path>
                <a:path w="4204334" h="4773930">
                  <a:moveTo>
                    <a:pt x="1035812" y="4663059"/>
                  </a:moveTo>
                  <a:lnTo>
                    <a:pt x="1032510" y="4661154"/>
                  </a:lnTo>
                  <a:lnTo>
                    <a:pt x="1028319" y="4660646"/>
                  </a:lnTo>
                  <a:lnTo>
                    <a:pt x="1013206" y="4660646"/>
                  </a:lnTo>
                  <a:lnTo>
                    <a:pt x="1005205" y="4663948"/>
                  </a:lnTo>
                  <a:lnTo>
                    <a:pt x="1000125" y="4671441"/>
                  </a:lnTo>
                  <a:lnTo>
                    <a:pt x="1000125" y="4663059"/>
                  </a:lnTo>
                  <a:lnTo>
                    <a:pt x="983234" y="4663059"/>
                  </a:lnTo>
                  <a:lnTo>
                    <a:pt x="983234" y="4741418"/>
                  </a:lnTo>
                  <a:lnTo>
                    <a:pt x="1000125" y="4741418"/>
                  </a:lnTo>
                  <a:lnTo>
                    <a:pt x="1000125" y="4698238"/>
                  </a:lnTo>
                  <a:lnTo>
                    <a:pt x="1001471" y="4689195"/>
                  </a:lnTo>
                  <a:lnTo>
                    <a:pt x="1005281" y="4682541"/>
                  </a:lnTo>
                  <a:lnTo>
                    <a:pt x="1011212" y="4678438"/>
                  </a:lnTo>
                  <a:lnTo>
                    <a:pt x="1018921" y="4677029"/>
                  </a:lnTo>
                  <a:lnTo>
                    <a:pt x="1023112" y="4677029"/>
                  </a:lnTo>
                  <a:lnTo>
                    <a:pt x="1028319" y="4678045"/>
                  </a:lnTo>
                  <a:lnTo>
                    <a:pt x="1031494" y="4679950"/>
                  </a:lnTo>
                  <a:lnTo>
                    <a:pt x="1032230" y="4677029"/>
                  </a:lnTo>
                  <a:lnTo>
                    <a:pt x="1033665" y="4671441"/>
                  </a:lnTo>
                  <a:lnTo>
                    <a:pt x="1035812" y="4663059"/>
                  </a:lnTo>
                  <a:close/>
                </a:path>
                <a:path w="4204334" h="4773930">
                  <a:moveTo>
                    <a:pt x="1035812" y="221996"/>
                  </a:moveTo>
                  <a:lnTo>
                    <a:pt x="1032510" y="220980"/>
                  </a:lnTo>
                  <a:lnTo>
                    <a:pt x="1028319" y="219583"/>
                  </a:lnTo>
                  <a:lnTo>
                    <a:pt x="1023112" y="219583"/>
                  </a:lnTo>
                  <a:lnTo>
                    <a:pt x="1016050" y="220306"/>
                  </a:lnTo>
                  <a:lnTo>
                    <a:pt x="1009802" y="222427"/>
                  </a:lnTo>
                  <a:lnTo>
                    <a:pt x="1004455" y="225971"/>
                  </a:lnTo>
                  <a:lnTo>
                    <a:pt x="1000125" y="230886"/>
                  </a:lnTo>
                  <a:lnTo>
                    <a:pt x="1000125" y="221996"/>
                  </a:lnTo>
                  <a:lnTo>
                    <a:pt x="983234" y="221996"/>
                  </a:lnTo>
                  <a:lnTo>
                    <a:pt x="983234" y="300863"/>
                  </a:lnTo>
                  <a:lnTo>
                    <a:pt x="1000125" y="300863"/>
                  </a:lnTo>
                  <a:lnTo>
                    <a:pt x="1000125" y="257175"/>
                  </a:lnTo>
                  <a:lnTo>
                    <a:pt x="1001471" y="248158"/>
                  </a:lnTo>
                  <a:lnTo>
                    <a:pt x="1005281" y="241541"/>
                  </a:lnTo>
                  <a:lnTo>
                    <a:pt x="1011186" y="237490"/>
                  </a:lnTo>
                  <a:lnTo>
                    <a:pt x="1018921" y="236093"/>
                  </a:lnTo>
                  <a:lnTo>
                    <a:pt x="1023112" y="236093"/>
                  </a:lnTo>
                  <a:lnTo>
                    <a:pt x="1028319" y="237490"/>
                  </a:lnTo>
                  <a:lnTo>
                    <a:pt x="1031494" y="238887"/>
                  </a:lnTo>
                  <a:lnTo>
                    <a:pt x="1032205" y="236093"/>
                  </a:lnTo>
                  <a:lnTo>
                    <a:pt x="1033538" y="230886"/>
                  </a:lnTo>
                  <a:lnTo>
                    <a:pt x="1035697" y="222427"/>
                  </a:lnTo>
                  <a:lnTo>
                    <a:pt x="1035812" y="221996"/>
                  </a:lnTo>
                  <a:close/>
                </a:path>
                <a:path w="4204334" h="4773930">
                  <a:moveTo>
                    <a:pt x="1126363" y="4663059"/>
                  </a:moveTo>
                  <a:lnTo>
                    <a:pt x="1109980" y="4663059"/>
                  </a:lnTo>
                  <a:lnTo>
                    <a:pt x="1109980" y="4701921"/>
                  </a:lnTo>
                  <a:lnTo>
                    <a:pt x="1108290" y="4711839"/>
                  </a:lnTo>
                  <a:lnTo>
                    <a:pt x="1108214" y="4712271"/>
                  </a:lnTo>
                  <a:lnTo>
                    <a:pt x="1103325" y="4720298"/>
                  </a:lnTo>
                  <a:lnTo>
                    <a:pt x="1095883" y="4725479"/>
                  </a:lnTo>
                  <a:lnTo>
                    <a:pt x="1086485" y="4727321"/>
                  </a:lnTo>
                  <a:lnTo>
                    <a:pt x="1076490" y="4725340"/>
                  </a:lnTo>
                  <a:lnTo>
                    <a:pt x="1069111" y="4719917"/>
                  </a:lnTo>
                  <a:lnTo>
                    <a:pt x="1064552" y="4711839"/>
                  </a:lnTo>
                  <a:lnTo>
                    <a:pt x="1062990" y="4701921"/>
                  </a:lnTo>
                  <a:lnTo>
                    <a:pt x="1064475" y="4692091"/>
                  </a:lnTo>
                  <a:lnTo>
                    <a:pt x="1068920" y="4684192"/>
                  </a:lnTo>
                  <a:lnTo>
                    <a:pt x="1076274" y="4678946"/>
                  </a:lnTo>
                  <a:lnTo>
                    <a:pt x="1086485" y="4677029"/>
                  </a:lnTo>
                  <a:lnTo>
                    <a:pt x="1096149" y="4678946"/>
                  </a:lnTo>
                  <a:lnTo>
                    <a:pt x="1095959" y="4678946"/>
                  </a:lnTo>
                  <a:lnTo>
                    <a:pt x="1103325" y="4684052"/>
                  </a:lnTo>
                  <a:lnTo>
                    <a:pt x="1108214" y="4691926"/>
                  </a:lnTo>
                  <a:lnTo>
                    <a:pt x="1109980" y="4701921"/>
                  </a:lnTo>
                  <a:lnTo>
                    <a:pt x="1109980" y="4663059"/>
                  </a:lnTo>
                  <a:lnTo>
                    <a:pt x="1108964" y="4663059"/>
                  </a:lnTo>
                  <a:lnTo>
                    <a:pt x="1108964" y="4672330"/>
                  </a:lnTo>
                  <a:lnTo>
                    <a:pt x="1104544" y="4667567"/>
                  </a:lnTo>
                  <a:lnTo>
                    <a:pt x="1099058" y="4663872"/>
                  </a:lnTo>
                  <a:lnTo>
                    <a:pt x="1092415" y="4661497"/>
                  </a:lnTo>
                  <a:lnTo>
                    <a:pt x="1084580" y="4660646"/>
                  </a:lnTo>
                  <a:lnTo>
                    <a:pt x="1068933" y="4663745"/>
                  </a:lnTo>
                  <a:lnTo>
                    <a:pt x="1056462" y="4672330"/>
                  </a:lnTo>
                  <a:lnTo>
                    <a:pt x="1048194" y="4685411"/>
                  </a:lnTo>
                  <a:lnTo>
                    <a:pt x="1045210" y="4701921"/>
                  </a:lnTo>
                  <a:lnTo>
                    <a:pt x="1048321" y="4718799"/>
                  </a:lnTo>
                  <a:lnTo>
                    <a:pt x="1056817" y="4732020"/>
                  </a:lnTo>
                  <a:lnTo>
                    <a:pt x="1069314" y="4740630"/>
                  </a:lnTo>
                  <a:lnTo>
                    <a:pt x="1084580" y="4743704"/>
                  </a:lnTo>
                  <a:lnTo>
                    <a:pt x="1092415" y="4742866"/>
                  </a:lnTo>
                  <a:lnTo>
                    <a:pt x="1099058" y="4740491"/>
                  </a:lnTo>
                  <a:lnTo>
                    <a:pt x="1104544" y="4736795"/>
                  </a:lnTo>
                  <a:lnTo>
                    <a:pt x="1108964" y="4732020"/>
                  </a:lnTo>
                  <a:lnTo>
                    <a:pt x="1108964" y="4741418"/>
                  </a:lnTo>
                  <a:lnTo>
                    <a:pt x="1126363" y="4741418"/>
                  </a:lnTo>
                  <a:lnTo>
                    <a:pt x="1126363" y="4732020"/>
                  </a:lnTo>
                  <a:lnTo>
                    <a:pt x="1126363" y="4727321"/>
                  </a:lnTo>
                  <a:lnTo>
                    <a:pt x="1126363" y="4677029"/>
                  </a:lnTo>
                  <a:lnTo>
                    <a:pt x="1126363" y="4672330"/>
                  </a:lnTo>
                  <a:lnTo>
                    <a:pt x="1126363" y="4663059"/>
                  </a:lnTo>
                  <a:close/>
                </a:path>
                <a:path w="4204334" h="4773930">
                  <a:moveTo>
                    <a:pt x="1126363" y="221996"/>
                  </a:moveTo>
                  <a:lnTo>
                    <a:pt x="1109980" y="221996"/>
                  </a:lnTo>
                  <a:lnTo>
                    <a:pt x="1109980" y="261366"/>
                  </a:lnTo>
                  <a:lnTo>
                    <a:pt x="1108214" y="271284"/>
                  </a:lnTo>
                  <a:lnTo>
                    <a:pt x="1103325" y="279361"/>
                  </a:lnTo>
                  <a:lnTo>
                    <a:pt x="1095883" y="284784"/>
                  </a:lnTo>
                  <a:lnTo>
                    <a:pt x="1086485" y="286766"/>
                  </a:lnTo>
                  <a:lnTo>
                    <a:pt x="1076490" y="284784"/>
                  </a:lnTo>
                  <a:lnTo>
                    <a:pt x="1069111" y="279361"/>
                  </a:lnTo>
                  <a:lnTo>
                    <a:pt x="1064552" y="271284"/>
                  </a:lnTo>
                  <a:lnTo>
                    <a:pt x="1062990" y="261366"/>
                  </a:lnTo>
                  <a:lnTo>
                    <a:pt x="1064094" y="251472"/>
                  </a:lnTo>
                  <a:lnTo>
                    <a:pt x="1068590" y="243446"/>
                  </a:lnTo>
                  <a:lnTo>
                    <a:pt x="1076147" y="238061"/>
                  </a:lnTo>
                  <a:lnTo>
                    <a:pt x="1086485" y="236093"/>
                  </a:lnTo>
                  <a:lnTo>
                    <a:pt x="1096149" y="238061"/>
                  </a:lnTo>
                  <a:lnTo>
                    <a:pt x="1095959" y="238061"/>
                  </a:lnTo>
                  <a:lnTo>
                    <a:pt x="1103325" y="243306"/>
                  </a:lnTo>
                  <a:lnTo>
                    <a:pt x="1108214" y="251320"/>
                  </a:lnTo>
                  <a:lnTo>
                    <a:pt x="1109980" y="261366"/>
                  </a:lnTo>
                  <a:lnTo>
                    <a:pt x="1109980" y="221996"/>
                  </a:lnTo>
                  <a:lnTo>
                    <a:pt x="1108964" y="221996"/>
                  </a:lnTo>
                  <a:lnTo>
                    <a:pt x="1108964" y="231406"/>
                  </a:lnTo>
                  <a:lnTo>
                    <a:pt x="1104544" y="226555"/>
                  </a:lnTo>
                  <a:lnTo>
                    <a:pt x="1099058" y="222821"/>
                  </a:lnTo>
                  <a:lnTo>
                    <a:pt x="1092415" y="220433"/>
                  </a:lnTo>
                  <a:lnTo>
                    <a:pt x="1084580" y="219583"/>
                  </a:lnTo>
                  <a:lnTo>
                    <a:pt x="1068603" y="222821"/>
                  </a:lnTo>
                  <a:lnTo>
                    <a:pt x="1068844" y="222821"/>
                  </a:lnTo>
                  <a:lnTo>
                    <a:pt x="1056462" y="231521"/>
                  </a:lnTo>
                  <a:lnTo>
                    <a:pt x="1048194" y="244767"/>
                  </a:lnTo>
                  <a:lnTo>
                    <a:pt x="1045210" y="261366"/>
                  </a:lnTo>
                  <a:lnTo>
                    <a:pt x="1048321" y="277952"/>
                  </a:lnTo>
                  <a:lnTo>
                    <a:pt x="1056792" y="291007"/>
                  </a:lnTo>
                  <a:lnTo>
                    <a:pt x="1069314" y="299567"/>
                  </a:lnTo>
                  <a:lnTo>
                    <a:pt x="1084580" y="302641"/>
                  </a:lnTo>
                  <a:lnTo>
                    <a:pt x="1092415" y="301802"/>
                  </a:lnTo>
                  <a:lnTo>
                    <a:pt x="1099058" y="299427"/>
                  </a:lnTo>
                  <a:lnTo>
                    <a:pt x="1104544" y="295732"/>
                  </a:lnTo>
                  <a:lnTo>
                    <a:pt x="1108913" y="291007"/>
                  </a:lnTo>
                  <a:lnTo>
                    <a:pt x="1108964" y="300355"/>
                  </a:lnTo>
                  <a:lnTo>
                    <a:pt x="1126363" y="300355"/>
                  </a:lnTo>
                  <a:lnTo>
                    <a:pt x="1126363" y="291007"/>
                  </a:lnTo>
                  <a:lnTo>
                    <a:pt x="1126363" y="286766"/>
                  </a:lnTo>
                  <a:lnTo>
                    <a:pt x="1126363" y="236093"/>
                  </a:lnTo>
                  <a:lnTo>
                    <a:pt x="1126363" y="231521"/>
                  </a:lnTo>
                  <a:lnTo>
                    <a:pt x="1126363" y="221996"/>
                  </a:lnTo>
                  <a:close/>
                </a:path>
                <a:path w="4204334" h="4773930">
                  <a:moveTo>
                    <a:pt x="1217422" y="4673854"/>
                  </a:moveTo>
                  <a:lnTo>
                    <a:pt x="1211948" y="4668202"/>
                  </a:lnTo>
                  <a:lnTo>
                    <a:pt x="1204976" y="4664062"/>
                  </a:lnTo>
                  <a:lnTo>
                    <a:pt x="1196949" y="4661522"/>
                  </a:lnTo>
                  <a:lnTo>
                    <a:pt x="1188339" y="4660646"/>
                  </a:lnTo>
                  <a:lnTo>
                    <a:pt x="1171092" y="4663745"/>
                  </a:lnTo>
                  <a:lnTo>
                    <a:pt x="1157909" y="4672330"/>
                  </a:lnTo>
                  <a:lnTo>
                    <a:pt x="1149502" y="4685411"/>
                  </a:lnTo>
                  <a:lnTo>
                    <a:pt x="1146556" y="4701921"/>
                  </a:lnTo>
                  <a:lnTo>
                    <a:pt x="1149502" y="4718799"/>
                  </a:lnTo>
                  <a:lnTo>
                    <a:pt x="1157922" y="4732007"/>
                  </a:lnTo>
                  <a:lnTo>
                    <a:pt x="1171092" y="4740630"/>
                  </a:lnTo>
                  <a:lnTo>
                    <a:pt x="1188339" y="4743704"/>
                  </a:lnTo>
                  <a:lnTo>
                    <a:pt x="1196873" y="4742929"/>
                  </a:lnTo>
                  <a:lnTo>
                    <a:pt x="1204734" y="4740630"/>
                  </a:lnTo>
                  <a:lnTo>
                    <a:pt x="1211732" y="4736795"/>
                  </a:lnTo>
                  <a:lnTo>
                    <a:pt x="1217422" y="4731512"/>
                  </a:lnTo>
                  <a:lnTo>
                    <a:pt x="1214132" y="4727829"/>
                  </a:lnTo>
                  <a:lnTo>
                    <a:pt x="1207008" y="4719828"/>
                  </a:lnTo>
                  <a:lnTo>
                    <a:pt x="1201928" y="4724527"/>
                  </a:lnTo>
                  <a:lnTo>
                    <a:pt x="1195324" y="4727829"/>
                  </a:lnTo>
                  <a:lnTo>
                    <a:pt x="1187831" y="4727829"/>
                  </a:lnTo>
                  <a:lnTo>
                    <a:pt x="1178420" y="4725987"/>
                  </a:lnTo>
                  <a:lnTo>
                    <a:pt x="1170978" y="4720818"/>
                  </a:lnTo>
                  <a:lnTo>
                    <a:pt x="1166088" y="4712944"/>
                  </a:lnTo>
                  <a:lnTo>
                    <a:pt x="1164336" y="4702937"/>
                  </a:lnTo>
                  <a:lnTo>
                    <a:pt x="1166088" y="4692599"/>
                  </a:lnTo>
                  <a:lnTo>
                    <a:pt x="1170978" y="4684573"/>
                  </a:lnTo>
                  <a:lnTo>
                    <a:pt x="1178420" y="4679391"/>
                  </a:lnTo>
                  <a:lnTo>
                    <a:pt x="1187831" y="4677537"/>
                  </a:lnTo>
                  <a:lnTo>
                    <a:pt x="1195324" y="4677537"/>
                  </a:lnTo>
                  <a:lnTo>
                    <a:pt x="1200912" y="4680331"/>
                  </a:lnTo>
                  <a:lnTo>
                    <a:pt x="1206627" y="4685538"/>
                  </a:lnTo>
                  <a:lnTo>
                    <a:pt x="1214018" y="4677537"/>
                  </a:lnTo>
                  <a:lnTo>
                    <a:pt x="1217422" y="4673854"/>
                  </a:lnTo>
                  <a:close/>
                </a:path>
                <a:path w="4204334" h="4773930">
                  <a:moveTo>
                    <a:pt x="1217422" y="233172"/>
                  </a:moveTo>
                  <a:lnTo>
                    <a:pt x="1211948" y="227304"/>
                  </a:lnTo>
                  <a:lnTo>
                    <a:pt x="1204976" y="223050"/>
                  </a:lnTo>
                  <a:lnTo>
                    <a:pt x="1196949" y="220459"/>
                  </a:lnTo>
                  <a:lnTo>
                    <a:pt x="1188339" y="219583"/>
                  </a:lnTo>
                  <a:lnTo>
                    <a:pt x="1171092" y="222758"/>
                  </a:lnTo>
                  <a:lnTo>
                    <a:pt x="1157909" y="231521"/>
                  </a:lnTo>
                  <a:lnTo>
                    <a:pt x="1149502" y="244767"/>
                  </a:lnTo>
                  <a:lnTo>
                    <a:pt x="1146556" y="261366"/>
                  </a:lnTo>
                  <a:lnTo>
                    <a:pt x="1149502" y="277736"/>
                  </a:lnTo>
                  <a:lnTo>
                    <a:pt x="1157922" y="290817"/>
                  </a:lnTo>
                  <a:lnTo>
                    <a:pt x="1171092" y="299504"/>
                  </a:lnTo>
                  <a:lnTo>
                    <a:pt x="1188339" y="302641"/>
                  </a:lnTo>
                  <a:lnTo>
                    <a:pt x="1196873" y="301942"/>
                  </a:lnTo>
                  <a:lnTo>
                    <a:pt x="1204785" y="299745"/>
                  </a:lnTo>
                  <a:lnTo>
                    <a:pt x="1211732" y="295948"/>
                  </a:lnTo>
                  <a:lnTo>
                    <a:pt x="1217422" y="290449"/>
                  </a:lnTo>
                  <a:lnTo>
                    <a:pt x="1214475" y="287147"/>
                  </a:lnTo>
                  <a:lnTo>
                    <a:pt x="1207008" y="278765"/>
                  </a:lnTo>
                  <a:lnTo>
                    <a:pt x="1201928" y="283464"/>
                  </a:lnTo>
                  <a:lnTo>
                    <a:pt x="1195324" y="287147"/>
                  </a:lnTo>
                  <a:lnTo>
                    <a:pt x="1187831" y="287147"/>
                  </a:lnTo>
                  <a:lnTo>
                    <a:pt x="1178420" y="285242"/>
                  </a:lnTo>
                  <a:lnTo>
                    <a:pt x="1170978" y="279946"/>
                  </a:lnTo>
                  <a:lnTo>
                    <a:pt x="1166088" y="271932"/>
                  </a:lnTo>
                  <a:lnTo>
                    <a:pt x="1164336" y="261874"/>
                  </a:lnTo>
                  <a:lnTo>
                    <a:pt x="1166088" y="251752"/>
                  </a:lnTo>
                  <a:lnTo>
                    <a:pt x="1170978" y="243700"/>
                  </a:lnTo>
                  <a:lnTo>
                    <a:pt x="1178420" y="238391"/>
                  </a:lnTo>
                  <a:lnTo>
                    <a:pt x="1187831" y="236474"/>
                  </a:lnTo>
                  <a:lnTo>
                    <a:pt x="1195324" y="236474"/>
                  </a:lnTo>
                  <a:lnTo>
                    <a:pt x="1200912" y="239268"/>
                  </a:lnTo>
                  <a:lnTo>
                    <a:pt x="1206627" y="244983"/>
                  </a:lnTo>
                  <a:lnTo>
                    <a:pt x="1214399" y="236474"/>
                  </a:lnTo>
                  <a:lnTo>
                    <a:pt x="1217422" y="233172"/>
                  </a:lnTo>
                  <a:close/>
                </a:path>
                <a:path w="4204334" h="4773930">
                  <a:moveTo>
                    <a:pt x="1254506" y="4623181"/>
                  </a:moveTo>
                  <a:lnTo>
                    <a:pt x="1237615" y="4623181"/>
                  </a:lnTo>
                  <a:lnTo>
                    <a:pt x="1237615" y="4741418"/>
                  </a:lnTo>
                  <a:lnTo>
                    <a:pt x="1254506" y="4741418"/>
                  </a:lnTo>
                  <a:lnTo>
                    <a:pt x="1254506" y="4623181"/>
                  </a:lnTo>
                  <a:close/>
                </a:path>
                <a:path w="4204334" h="4773930">
                  <a:moveTo>
                    <a:pt x="1254506" y="182118"/>
                  </a:moveTo>
                  <a:lnTo>
                    <a:pt x="1237615" y="182118"/>
                  </a:lnTo>
                  <a:lnTo>
                    <a:pt x="1237615" y="300863"/>
                  </a:lnTo>
                  <a:lnTo>
                    <a:pt x="1254506" y="300863"/>
                  </a:lnTo>
                  <a:lnTo>
                    <a:pt x="1254506" y="182118"/>
                  </a:lnTo>
                  <a:close/>
                </a:path>
                <a:path w="4204334" h="4773930">
                  <a:moveTo>
                    <a:pt x="1352169" y="4701921"/>
                  </a:moveTo>
                  <a:lnTo>
                    <a:pt x="1351013" y="4694936"/>
                  </a:lnTo>
                  <a:lnTo>
                    <a:pt x="1349400" y="4685195"/>
                  </a:lnTo>
                  <a:lnTo>
                    <a:pt x="1343761" y="4675632"/>
                  </a:lnTo>
                  <a:lnTo>
                    <a:pt x="1341704" y="4672139"/>
                  </a:lnTo>
                  <a:lnTo>
                    <a:pt x="1334262" y="4666793"/>
                  </a:lnTo>
                  <a:lnTo>
                    <a:pt x="1334262" y="4694936"/>
                  </a:lnTo>
                  <a:lnTo>
                    <a:pt x="1293368" y="4694936"/>
                  </a:lnTo>
                  <a:lnTo>
                    <a:pt x="1295984" y="4687367"/>
                  </a:lnTo>
                  <a:lnTo>
                    <a:pt x="1300302" y="4681245"/>
                  </a:lnTo>
                  <a:lnTo>
                    <a:pt x="1306449" y="4677130"/>
                  </a:lnTo>
                  <a:lnTo>
                    <a:pt x="1314577" y="4675632"/>
                  </a:lnTo>
                  <a:lnTo>
                    <a:pt x="1322006" y="4676940"/>
                  </a:lnTo>
                  <a:lnTo>
                    <a:pt x="1327937" y="4680712"/>
                  </a:lnTo>
                  <a:lnTo>
                    <a:pt x="1332103" y="4686782"/>
                  </a:lnTo>
                  <a:lnTo>
                    <a:pt x="1334262" y="4694936"/>
                  </a:lnTo>
                  <a:lnTo>
                    <a:pt x="1334262" y="4666793"/>
                  </a:lnTo>
                  <a:lnTo>
                    <a:pt x="1329931" y="4663668"/>
                  </a:lnTo>
                  <a:lnTo>
                    <a:pt x="1314958" y="4660646"/>
                  </a:lnTo>
                  <a:lnTo>
                    <a:pt x="1299159" y="4663668"/>
                  </a:lnTo>
                  <a:lnTo>
                    <a:pt x="1286700" y="4672139"/>
                  </a:lnTo>
                  <a:lnTo>
                    <a:pt x="1278521" y="4685195"/>
                  </a:lnTo>
                  <a:lnTo>
                    <a:pt x="1275588" y="4701921"/>
                  </a:lnTo>
                  <a:lnTo>
                    <a:pt x="1278547" y="4719167"/>
                  </a:lnTo>
                  <a:lnTo>
                    <a:pt x="1286891" y="4732337"/>
                  </a:lnTo>
                  <a:lnTo>
                    <a:pt x="1299794" y="4740757"/>
                  </a:lnTo>
                  <a:lnTo>
                    <a:pt x="1316482" y="4743704"/>
                  </a:lnTo>
                  <a:lnTo>
                    <a:pt x="1325067" y="4743145"/>
                  </a:lnTo>
                  <a:lnTo>
                    <a:pt x="1333271" y="4741265"/>
                  </a:lnTo>
                  <a:lnTo>
                    <a:pt x="1341056" y="4737811"/>
                  </a:lnTo>
                  <a:lnTo>
                    <a:pt x="1348359" y="4732528"/>
                  </a:lnTo>
                  <a:lnTo>
                    <a:pt x="1345692" y="4728718"/>
                  </a:lnTo>
                  <a:lnTo>
                    <a:pt x="1339850" y="4720336"/>
                  </a:lnTo>
                  <a:lnTo>
                    <a:pt x="1333373" y="4725416"/>
                  </a:lnTo>
                  <a:lnTo>
                    <a:pt x="1324864" y="4728718"/>
                  </a:lnTo>
                  <a:lnTo>
                    <a:pt x="1316863" y="4728718"/>
                  </a:lnTo>
                  <a:lnTo>
                    <a:pt x="1308811" y="4727549"/>
                  </a:lnTo>
                  <a:lnTo>
                    <a:pt x="1301826" y="4723917"/>
                  </a:lnTo>
                  <a:lnTo>
                    <a:pt x="1296479" y="4717631"/>
                  </a:lnTo>
                  <a:lnTo>
                    <a:pt x="1293368" y="4708525"/>
                  </a:lnTo>
                  <a:lnTo>
                    <a:pt x="1351661" y="4708525"/>
                  </a:lnTo>
                  <a:lnTo>
                    <a:pt x="1351661" y="4706620"/>
                  </a:lnTo>
                  <a:lnTo>
                    <a:pt x="1352169" y="4704334"/>
                  </a:lnTo>
                  <a:lnTo>
                    <a:pt x="1352169" y="4701921"/>
                  </a:lnTo>
                  <a:close/>
                </a:path>
                <a:path w="4204334" h="4773930">
                  <a:moveTo>
                    <a:pt x="1352169" y="261366"/>
                  </a:moveTo>
                  <a:lnTo>
                    <a:pt x="1351026" y="254381"/>
                  </a:lnTo>
                  <a:lnTo>
                    <a:pt x="1349400" y="244348"/>
                  </a:lnTo>
                  <a:lnTo>
                    <a:pt x="1344002" y="235077"/>
                  </a:lnTo>
                  <a:lnTo>
                    <a:pt x="1341704" y="231140"/>
                  </a:lnTo>
                  <a:lnTo>
                    <a:pt x="1334262" y="225755"/>
                  </a:lnTo>
                  <a:lnTo>
                    <a:pt x="1334262" y="254381"/>
                  </a:lnTo>
                  <a:lnTo>
                    <a:pt x="1293368" y="254381"/>
                  </a:lnTo>
                  <a:lnTo>
                    <a:pt x="1295984" y="246608"/>
                  </a:lnTo>
                  <a:lnTo>
                    <a:pt x="1300302" y="240499"/>
                  </a:lnTo>
                  <a:lnTo>
                    <a:pt x="1306449" y="236512"/>
                  </a:lnTo>
                  <a:lnTo>
                    <a:pt x="1314577" y="235077"/>
                  </a:lnTo>
                  <a:lnTo>
                    <a:pt x="1322717" y="236512"/>
                  </a:lnTo>
                  <a:lnTo>
                    <a:pt x="1322197" y="236512"/>
                  </a:lnTo>
                  <a:lnTo>
                    <a:pt x="1327937" y="240157"/>
                  </a:lnTo>
                  <a:lnTo>
                    <a:pt x="1332103" y="246227"/>
                  </a:lnTo>
                  <a:lnTo>
                    <a:pt x="1334262" y="254381"/>
                  </a:lnTo>
                  <a:lnTo>
                    <a:pt x="1334262" y="225755"/>
                  </a:lnTo>
                  <a:lnTo>
                    <a:pt x="1329931" y="222618"/>
                  </a:lnTo>
                  <a:lnTo>
                    <a:pt x="1314958" y="219583"/>
                  </a:lnTo>
                  <a:lnTo>
                    <a:pt x="1299159" y="222618"/>
                  </a:lnTo>
                  <a:lnTo>
                    <a:pt x="1286700" y="231140"/>
                  </a:lnTo>
                  <a:lnTo>
                    <a:pt x="1278521" y="244348"/>
                  </a:lnTo>
                  <a:lnTo>
                    <a:pt x="1275588" y="261366"/>
                  </a:lnTo>
                  <a:lnTo>
                    <a:pt x="1278547" y="278536"/>
                  </a:lnTo>
                  <a:lnTo>
                    <a:pt x="1286891" y="291528"/>
                  </a:lnTo>
                  <a:lnTo>
                    <a:pt x="1299794" y="299770"/>
                  </a:lnTo>
                  <a:lnTo>
                    <a:pt x="1316482" y="302641"/>
                  </a:lnTo>
                  <a:lnTo>
                    <a:pt x="1325067" y="302082"/>
                  </a:lnTo>
                  <a:lnTo>
                    <a:pt x="1333271" y="300253"/>
                  </a:lnTo>
                  <a:lnTo>
                    <a:pt x="1341056" y="296913"/>
                  </a:lnTo>
                  <a:lnTo>
                    <a:pt x="1348359" y="291846"/>
                  </a:lnTo>
                  <a:lnTo>
                    <a:pt x="1345514" y="287655"/>
                  </a:lnTo>
                  <a:lnTo>
                    <a:pt x="1339850" y="279273"/>
                  </a:lnTo>
                  <a:lnTo>
                    <a:pt x="1333373" y="284861"/>
                  </a:lnTo>
                  <a:lnTo>
                    <a:pt x="1324864" y="287655"/>
                  </a:lnTo>
                  <a:lnTo>
                    <a:pt x="1316863" y="287655"/>
                  </a:lnTo>
                  <a:lnTo>
                    <a:pt x="1308811" y="286562"/>
                  </a:lnTo>
                  <a:lnTo>
                    <a:pt x="1301826" y="283044"/>
                  </a:lnTo>
                  <a:lnTo>
                    <a:pt x="1296479" y="276783"/>
                  </a:lnTo>
                  <a:lnTo>
                    <a:pt x="1293368" y="267462"/>
                  </a:lnTo>
                  <a:lnTo>
                    <a:pt x="1351661" y="267462"/>
                  </a:lnTo>
                  <a:lnTo>
                    <a:pt x="1351661" y="266065"/>
                  </a:lnTo>
                  <a:lnTo>
                    <a:pt x="1352169" y="263779"/>
                  </a:lnTo>
                  <a:lnTo>
                    <a:pt x="1352169" y="261366"/>
                  </a:lnTo>
                  <a:close/>
                </a:path>
                <a:path w="4204334" h="4773930">
                  <a:moveTo>
                    <a:pt x="1694180" y="3683"/>
                  </a:moveTo>
                  <a:lnTo>
                    <a:pt x="1601343" y="3683"/>
                  </a:lnTo>
                  <a:lnTo>
                    <a:pt x="1601343" y="21590"/>
                  </a:lnTo>
                  <a:lnTo>
                    <a:pt x="1638427" y="21590"/>
                  </a:lnTo>
                  <a:lnTo>
                    <a:pt x="1638427" y="118745"/>
                  </a:lnTo>
                  <a:lnTo>
                    <a:pt x="1657223" y="118745"/>
                  </a:lnTo>
                  <a:lnTo>
                    <a:pt x="1657223" y="21590"/>
                  </a:lnTo>
                  <a:lnTo>
                    <a:pt x="1694180" y="21590"/>
                  </a:lnTo>
                  <a:lnTo>
                    <a:pt x="1694180" y="3683"/>
                  </a:lnTo>
                  <a:close/>
                </a:path>
                <a:path w="4204334" h="4773930">
                  <a:moveTo>
                    <a:pt x="1768475" y="79248"/>
                  </a:moveTo>
                  <a:lnTo>
                    <a:pt x="1767344" y="72263"/>
                  </a:lnTo>
                  <a:lnTo>
                    <a:pt x="1765769" y="62458"/>
                  </a:lnTo>
                  <a:lnTo>
                    <a:pt x="1760397" y="53086"/>
                  </a:lnTo>
                  <a:lnTo>
                    <a:pt x="1758213" y="49276"/>
                  </a:lnTo>
                  <a:lnTo>
                    <a:pt x="1751076" y="43992"/>
                  </a:lnTo>
                  <a:lnTo>
                    <a:pt x="1751076" y="72263"/>
                  </a:lnTo>
                  <a:lnTo>
                    <a:pt x="1709674" y="72263"/>
                  </a:lnTo>
                  <a:lnTo>
                    <a:pt x="1712290" y="64503"/>
                  </a:lnTo>
                  <a:lnTo>
                    <a:pt x="1716608" y="58445"/>
                  </a:lnTo>
                  <a:lnTo>
                    <a:pt x="1722755" y="54495"/>
                  </a:lnTo>
                  <a:lnTo>
                    <a:pt x="1730883" y="53086"/>
                  </a:lnTo>
                  <a:lnTo>
                    <a:pt x="1739277" y="54495"/>
                  </a:lnTo>
                  <a:lnTo>
                    <a:pt x="1738731" y="54495"/>
                  </a:lnTo>
                  <a:lnTo>
                    <a:pt x="1744497" y="58102"/>
                  </a:lnTo>
                  <a:lnTo>
                    <a:pt x="1748701" y="64135"/>
                  </a:lnTo>
                  <a:lnTo>
                    <a:pt x="1751076" y="72263"/>
                  </a:lnTo>
                  <a:lnTo>
                    <a:pt x="1751076" y="43992"/>
                  </a:lnTo>
                  <a:lnTo>
                    <a:pt x="1746605" y="40678"/>
                  </a:lnTo>
                  <a:lnTo>
                    <a:pt x="1731772" y="37592"/>
                  </a:lnTo>
                  <a:lnTo>
                    <a:pt x="1715922" y="40678"/>
                  </a:lnTo>
                  <a:lnTo>
                    <a:pt x="1703463" y="49276"/>
                  </a:lnTo>
                  <a:lnTo>
                    <a:pt x="1695310" y="62458"/>
                  </a:lnTo>
                  <a:lnTo>
                    <a:pt x="1692402" y="79248"/>
                  </a:lnTo>
                  <a:lnTo>
                    <a:pt x="1695335" y="96494"/>
                  </a:lnTo>
                  <a:lnTo>
                    <a:pt x="1703590" y="109664"/>
                  </a:lnTo>
                  <a:lnTo>
                    <a:pt x="1716341" y="118084"/>
                  </a:lnTo>
                  <a:lnTo>
                    <a:pt x="1732788" y="121031"/>
                  </a:lnTo>
                  <a:lnTo>
                    <a:pt x="1741449" y="120472"/>
                  </a:lnTo>
                  <a:lnTo>
                    <a:pt x="1749831" y="118592"/>
                  </a:lnTo>
                  <a:lnTo>
                    <a:pt x="1757781" y="115138"/>
                  </a:lnTo>
                  <a:lnTo>
                    <a:pt x="1765173" y="109855"/>
                  </a:lnTo>
                  <a:lnTo>
                    <a:pt x="1762010" y="105537"/>
                  </a:lnTo>
                  <a:lnTo>
                    <a:pt x="1756156" y="97536"/>
                  </a:lnTo>
                  <a:lnTo>
                    <a:pt x="1749679" y="102743"/>
                  </a:lnTo>
                  <a:lnTo>
                    <a:pt x="1741678" y="105537"/>
                  </a:lnTo>
                  <a:lnTo>
                    <a:pt x="1733169" y="105537"/>
                  </a:lnTo>
                  <a:lnTo>
                    <a:pt x="1725282" y="104444"/>
                  </a:lnTo>
                  <a:lnTo>
                    <a:pt x="1718271" y="100990"/>
                  </a:lnTo>
                  <a:lnTo>
                    <a:pt x="1712836" y="94881"/>
                  </a:lnTo>
                  <a:lnTo>
                    <a:pt x="1709674" y="85852"/>
                  </a:lnTo>
                  <a:lnTo>
                    <a:pt x="1767967" y="85852"/>
                  </a:lnTo>
                  <a:lnTo>
                    <a:pt x="1767967" y="83947"/>
                  </a:lnTo>
                  <a:lnTo>
                    <a:pt x="1768475" y="81661"/>
                  </a:lnTo>
                  <a:lnTo>
                    <a:pt x="1768475" y="79248"/>
                  </a:lnTo>
                  <a:close/>
                </a:path>
                <a:path w="4204334" h="4773930">
                  <a:moveTo>
                    <a:pt x="1769872" y="185801"/>
                  </a:moveTo>
                  <a:lnTo>
                    <a:pt x="1751076" y="185801"/>
                  </a:lnTo>
                  <a:lnTo>
                    <a:pt x="1751076" y="268859"/>
                  </a:lnTo>
                  <a:lnTo>
                    <a:pt x="1711413" y="217297"/>
                  </a:lnTo>
                  <a:lnTo>
                    <a:pt x="1687195" y="185801"/>
                  </a:lnTo>
                  <a:lnTo>
                    <a:pt x="1669796" y="185801"/>
                  </a:lnTo>
                  <a:lnTo>
                    <a:pt x="1669796" y="300863"/>
                  </a:lnTo>
                  <a:lnTo>
                    <a:pt x="1688592" y="300863"/>
                  </a:lnTo>
                  <a:lnTo>
                    <a:pt x="1688592" y="217297"/>
                  </a:lnTo>
                  <a:lnTo>
                    <a:pt x="1752981" y="300863"/>
                  </a:lnTo>
                  <a:lnTo>
                    <a:pt x="1769872" y="300863"/>
                  </a:lnTo>
                  <a:lnTo>
                    <a:pt x="1769872" y="268859"/>
                  </a:lnTo>
                  <a:lnTo>
                    <a:pt x="1769872" y="185801"/>
                  </a:lnTo>
                  <a:close/>
                </a:path>
                <a:path w="4204334" h="4773930">
                  <a:moveTo>
                    <a:pt x="1842516" y="40259"/>
                  </a:moveTo>
                  <a:lnTo>
                    <a:pt x="1838833" y="38989"/>
                  </a:lnTo>
                  <a:lnTo>
                    <a:pt x="1835023" y="37592"/>
                  </a:lnTo>
                  <a:lnTo>
                    <a:pt x="1820037" y="37592"/>
                  </a:lnTo>
                  <a:lnTo>
                    <a:pt x="1812036" y="41275"/>
                  </a:lnTo>
                  <a:lnTo>
                    <a:pt x="1806829" y="48768"/>
                  </a:lnTo>
                  <a:lnTo>
                    <a:pt x="1806829" y="40259"/>
                  </a:lnTo>
                  <a:lnTo>
                    <a:pt x="1789557" y="40259"/>
                  </a:lnTo>
                  <a:lnTo>
                    <a:pt x="1789557" y="118745"/>
                  </a:lnTo>
                  <a:lnTo>
                    <a:pt x="1806829" y="118745"/>
                  </a:lnTo>
                  <a:lnTo>
                    <a:pt x="1806829" y="75565"/>
                  </a:lnTo>
                  <a:lnTo>
                    <a:pt x="1808187" y="66522"/>
                  </a:lnTo>
                  <a:lnTo>
                    <a:pt x="1812036" y="59867"/>
                  </a:lnTo>
                  <a:lnTo>
                    <a:pt x="1817966" y="55765"/>
                  </a:lnTo>
                  <a:lnTo>
                    <a:pt x="1825625" y="54356"/>
                  </a:lnTo>
                  <a:lnTo>
                    <a:pt x="1829435" y="54356"/>
                  </a:lnTo>
                  <a:lnTo>
                    <a:pt x="1835023" y="55372"/>
                  </a:lnTo>
                  <a:lnTo>
                    <a:pt x="1838325" y="57277"/>
                  </a:lnTo>
                  <a:lnTo>
                    <a:pt x="1839036" y="54356"/>
                  </a:lnTo>
                  <a:lnTo>
                    <a:pt x="1840407" y="48768"/>
                  </a:lnTo>
                  <a:lnTo>
                    <a:pt x="1842516" y="40259"/>
                  </a:lnTo>
                  <a:close/>
                </a:path>
                <a:path w="4204334" h="4773930">
                  <a:moveTo>
                    <a:pt x="1869313" y="261366"/>
                  </a:moveTo>
                  <a:lnTo>
                    <a:pt x="1868208" y="254381"/>
                  </a:lnTo>
                  <a:lnTo>
                    <a:pt x="1866633" y="244348"/>
                  </a:lnTo>
                  <a:lnTo>
                    <a:pt x="1861350" y="235077"/>
                  </a:lnTo>
                  <a:lnTo>
                    <a:pt x="1859114" y="231140"/>
                  </a:lnTo>
                  <a:lnTo>
                    <a:pt x="1851914" y="225831"/>
                  </a:lnTo>
                  <a:lnTo>
                    <a:pt x="1851914" y="254381"/>
                  </a:lnTo>
                  <a:lnTo>
                    <a:pt x="1810639" y="254381"/>
                  </a:lnTo>
                  <a:lnTo>
                    <a:pt x="1813179" y="246608"/>
                  </a:lnTo>
                  <a:lnTo>
                    <a:pt x="1817458" y="240499"/>
                  </a:lnTo>
                  <a:lnTo>
                    <a:pt x="1823593" y="236512"/>
                  </a:lnTo>
                  <a:lnTo>
                    <a:pt x="1831721" y="235077"/>
                  </a:lnTo>
                  <a:lnTo>
                    <a:pt x="1840128" y="236512"/>
                  </a:lnTo>
                  <a:lnTo>
                    <a:pt x="1839582" y="236512"/>
                  </a:lnTo>
                  <a:lnTo>
                    <a:pt x="1845386" y="240157"/>
                  </a:lnTo>
                  <a:lnTo>
                    <a:pt x="1849589" y="246227"/>
                  </a:lnTo>
                  <a:lnTo>
                    <a:pt x="1851914" y="254381"/>
                  </a:lnTo>
                  <a:lnTo>
                    <a:pt x="1851914" y="225831"/>
                  </a:lnTo>
                  <a:lnTo>
                    <a:pt x="1847557" y="222618"/>
                  </a:lnTo>
                  <a:lnTo>
                    <a:pt x="1832737" y="219583"/>
                  </a:lnTo>
                  <a:lnTo>
                    <a:pt x="1816862" y="222618"/>
                  </a:lnTo>
                  <a:lnTo>
                    <a:pt x="1804365" y="231140"/>
                  </a:lnTo>
                  <a:lnTo>
                    <a:pt x="1796173" y="244348"/>
                  </a:lnTo>
                  <a:lnTo>
                    <a:pt x="1793240" y="261366"/>
                  </a:lnTo>
                  <a:lnTo>
                    <a:pt x="1796186" y="278536"/>
                  </a:lnTo>
                  <a:lnTo>
                    <a:pt x="1804479" y="291528"/>
                  </a:lnTo>
                  <a:lnTo>
                    <a:pt x="1817243" y="299770"/>
                  </a:lnTo>
                  <a:lnTo>
                    <a:pt x="1833626" y="302641"/>
                  </a:lnTo>
                  <a:lnTo>
                    <a:pt x="1842338" y="302082"/>
                  </a:lnTo>
                  <a:lnTo>
                    <a:pt x="1850720" y="300253"/>
                  </a:lnTo>
                  <a:lnTo>
                    <a:pt x="1858645" y="296913"/>
                  </a:lnTo>
                  <a:lnTo>
                    <a:pt x="1866011" y="291846"/>
                  </a:lnTo>
                  <a:lnTo>
                    <a:pt x="1863039" y="287655"/>
                  </a:lnTo>
                  <a:lnTo>
                    <a:pt x="1857121" y="279273"/>
                  </a:lnTo>
                  <a:lnTo>
                    <a:pt x="1850517" y="284861"/>
                  </a:lnTo>
                  <a:lnTo>
                    <a:pt x="1842516" y="287655"/>
                  </a:lnTo>
                  <a:lnTo>
                    <a:pt x="1834134" y="287655"/>
                  </a:lnTo>
                  <a:lnTo>
                    <a:pt x="1826221" y="286562"/>
                  </a:lnTo>
                  <a:lnTo>
                    <a:pt x="1819186" y="283044"/>
                  </a:lnTo>
                  <a:lnTo>
                    <a:pt x="1813750" y="276783"/>
                  </a:lnTo>
                  <a:lnTo>
                    <a:pt x="1810639" y="267462"/>
                  </a:lnTo>
                  <a:lnTo>
                    <a:pt x="1868805" y="267462"/>
                  </a:lnTo>
                  <a:lnTo>
                    <a:pt x="1868805" y="266065"/>
                  </a:lnTo>
                  <a:lnTo>
                    <a:pt x="1869313" y="263779"/>
                  </a:lnTo>
                  <a:lnTo>
                    <a:pt x="1869313" y="261366"/>
                  </a:lnTo>
                  <a:close/>
                </a:path>
                <a:path w="4204334" h="4773930">
                  <a:moveTo>
                    <a:pt x="1932686" y="40259"/>
                  </a:moveTo>
                  <a:lnTo>
                    <a:pt x="1916303" y="40259"/>
                  </a:lnTo>
                  <a:lnTo>
                    <a:pt x="1916303" y="79248"/>
                  </a:lnTo>
                  <a:lnTo>
                    <a:pt x="1914613" y="89166"/>
                  </a:lnTo>
                  <a:lnTo>
                    <a:pt x="1909838" y="97243"/>
                  </a:lnTo>
                  <a:lnTo>
                    <a:pt x="1902421" y="102666"/>
                  </a:lnTo>
                  <a:lnTo>
                    <a:pt x="1892808" y="104648"/>
                  </a:lnTo>
                  <a:lnTo>
                    <a:pt x="1882965" y="102666"/>
                  </a:lnTo>
                  <a:lnTo>
                    <a:pt x="1875574" y="97243"/>
                  </a:lnTo>
                  <a:lnTo>
                    <a:pt x="1870925" y="89166"/>
                  </a:lnTo>
                  <a:lnTo>
                    <a:pt x="1869313" y="79248"/>
                  </a:lnTo>
                  <a:lnTo>
                    <a:pt x="1870925" y="69418"/>
                  </a:lnTo>
                  <a:lnTo>
                    <a:pt x="1875574" y="61518"/>
                  </a:lnTo>
                  <a:lnTo>
                    <a:pt x="1882965" y="56273"/>
                  </a:lnTo>
                  <a:lnTo>
                    <a:pt x="1892808" y="54356"/>
                  </a:lnTo>
                  <a:lnTo>
                    <a:pt x="1902701" y="56273"/>
                  </a:lnTo>
                  <a:lnTo>
                    <a:pt x="1902498" y="56273"/>
                  </a:lnTo>
                  <a:lnTo>
                    <a:pt x="1909838" y="61379"/>
                  </a:lnTo>
                  <a:lnTo>
                    <a:pt x="1914613" y="69253"/>
                  </a:lnTo>
                  <a:lnTo>
                    <a:pt x="1916303" y="79248"/>
                  </a:lnTo>
                  <a:lnTo>
                    <a:pt x="1916303" y="40259"/>
                  </a:lnTo>
                  <a:lnTo>
                    <a:pt x="1915795" y="40259"/>
                  </a:lnTo>
                  <a:lnTo>
                    <a:pt x="1915795" y="49276"/>
                  </a:lnTo>
                  <a:lnTo>
                    <a:pt x="1911299" y="44665"/>
                  </a:lnTo>
                  <a:lnTo>
                    <a:pt x="1905685" y="40957"/>
                  </a:lnTo>
                  <a:lnTo>
                    <a:pt x="1899031" y="38493"/>
                  </a:lnTo>
                  <a:lnTo>
                    <a:pt x="1891411" y="37592"/>
                  </a:lnTo>
                  <a:lnTo>
                    <a:pt x="1875701" y="40754"/>
                  </a:lnTo>
                  <a:lnTo>
                    <a:pt x="1863178" y="49466"/>
                  </a:lnTo>
                  <a:lnTo>
                    <a:pt x="1854898" y="62674"/>
                  </a:lnTo>
                  <a:lnTo>
                    <a:pt x="1851914" y="79248"/>
                  </a:lnTo>
                  <a:lnTo>
                    <a:pt x="1854974" y="95910"/>
                  </a:lnTo>
                  <a:lnTo>
                    <a:pt x="1863369" y="109143"/>
                  </a:lnTo>
                  <a:lnTo>
                    <a:pt x="1875917" y="117881"/>
                  </a:lnTo>
                  <a:lnTo>
                    <a:pt x="1891411" y="121031"/>
                  </a:lnTo>
                  <a:lnTo>
                    <a:pt x="1899031" y="120192"/>
                  </a:lnTo>
                  <a:lnTo>
                    <a:pt x="1905495" y="117881"/>
                  </a:lnTo>
                  <a:lnTo>
                    <a:pt x="1911299" y="114122"/>
                  </a:lnTo>
                  <a:lnTo>
                    <a:pt x="1915795" y="109347"/>
                  </a:lnTo>
                  <a:lnTo>
                    <a:pt x="1915795" y="118745"/>
                  </a:lnTo>
                  <a:lnTo>
                    <a:pt x="1932686" y="118745"/>
                  </a:lnTo>
                  <a:lnTo>
                    <a:pt x="1932686" y="109347"/>
                  </a:lnTo>
                  <a:lnTo>
                    <a:pt x="1932686" y="104648"/>
                  </a:lnTo>
                  <a:lnTo>
                    <a:pt x="1932686" y="54356"/>
                  </a:lnTo>
                  <a:lnTo>
                    <a:pt x="1932686" y="49276"/>
                  </a:lnTo>
                  <a:lnTo>
                    <a:pt x="1932686" y="40259"/>
                  </a:lnTo>
                  <a:close/>
                </a:path>
                <a:path w="4204334" h="4773930">
                  <a:moveTo>
                    <a:pt x="1948180" y="295148"/>
                  </a:moveTo>
                  <a:lnTo>
                    <a:pt x="1943989" y="287147"/>
                  </a:lnTo>
                  <a:lnTo>
                    <a:pt x="1941068" y="281559"/>
                  </a:lnTo>
                  <a:lnTo>
                    <a:pt x="1936369" y="284861"/>
                  </a:lnTo>
                  <a:lnTo>
                    <a:pt x="1930273" y="287147"/>
                  </a:lnTo>
                  <a:lnTo>
                    <a:pt x="1918081" y="287147"/>
                  </a:lnTo>
                  <a:lnTo>
                    <a:pt x="1913001" y="282956"/>
                  </a:lnTo>
                  <a:lnTo>
                    <a:pt x="1913001" y="238379"/>
                  </a:lnTo>
                  <a:lnTo>
                    <a:pt x="1942973" y="238379"/>
                  </a:lnTo>
                  <a:lnTo>
                    <a:pt x="1942973" y="221996"/>
                  </a:lnTo>
                  <a:lnTo>
                    <a:pt x="1913382" y="221996"/>
                  </a:lnTo>
                  <a:lnTo>
                    <a:pt x="1913382" y="197993"/>
                  </a:lnTo>
                  <a:lnTo>
                    <a:pt x="1896110" y="197993"/>
                  </a:lnTo>
                  <a:lnTo>
                    <a:pt x="1896110" y="221996"/>
                  </a:lnTo>
                  <a:lnTo>
                    <a:pt x="1880108" y="221996"/>
                  </a:lnTo>
                  <a:lnTo>
                    <a:pt x="1880108" y="237998"/>
                  </a:lnTo>
                  <a:lnTo>
                    <a:pt x="1896110" y="237998"/>
                  </a:lnTo>
                  <a:lnTo>
                    <a:pt x="1896110" y="272669"/>
                  </a:lnTo>
                  <a:lnTo>
                    <a:pt x="1897989" y="286258"/>
                  </a:lnTo>
                  <a:lnTo>
                    <a:pt x="1903476" y="295567"/>
                  </a:lnTo>
                  <a:lnTo>
                    <a:pt x="1912289" y="300926"/>
                  </a:lnTo>
                  <a:lnTo>
                    <a:pt x="1924177" y="302641"/>
                  </a:lnTo>
                  <a:lnTo>
                    <a:pt x="1934083" y="302641"/>
                  </a:lnTo>
                  <a:lnTo>
                    <a:pt x="1941576" y="299466"/>
                  </a:lnTo>
                  <a:lnTo>
                    <a:pt x="1948180" y="295148"/>
                  </a:lnTo>
                  <a:close/>
                </a:path>
                <a:path w="4204334" h="4773930">
                  <a:moveTo>
                    <a:pt x="2035048" y="261366"/>
                  </a:moveTo>
                  <a:lnTo>
                    <a:pt x="2033955" y="254381"/>
                  </a:lnTo>
                  <a:lnTo>
                    <a:pt x="2032406" y="244348"/>
                  </a:lnTo>
                  <a:lnTo>
                    <a:pt x="2027161" y="235077"/>
                  </a:lnTo>
                  <a:lnTo>
                    <a:pt x="2024926" y="231140"/>
                  </a:lnTo>
                  <a:lnTo>
                    <a:pt x="2017141" y="225475"/>
                  </a:lnTo>
                  <a:lnTo>
                    <a:pt x="2017141" y="254381"/>
                  </a:lnTo>
                  <a:lnTo>
                    <a:pt x="1976247" y="254381"/>
                  </a:lnTo>
                  <a:lnTo>
                    <a:pt x="1978914" y="246608"/>
                  </a:lnTo>
                  <a:lnTo>
                    <a:pt x="1983320" y="240499"/>
                  </a:lnTo>
                  <a:lnTo>
                    <a:pt x="1989493" y="236512"/>
                  </a:lnTo>
                  <a:lnTo>
                    <a:pt x="1997456" y="235077"/>
                  </a:lnTo>
                  <a:lnTo>
                    <a:pt x="2005838" y="236512"/>
                  </a:lnTo>
                  <a:lnTo>
                    <a:pt x="2005291" y="236512"/>
                  </a:lnTo>
                  <a:lnTo>
                    <a:pt x="2011006" y="240157"/>
                  </a:lnTo>
                  <a:lnTo>
                    <a:pt x="2015058" y="246227"/>
                  </a:lnTo>
                  <a:lnTo>
                    <a:pt x="2017141" y="254381"/>
                  </a:lnTo>
                  <a:lnTo>
                    <a:pt x="2017141" y="225475"/>
                  </a:lnTo>
                  <a:lnTo>
                    <a:pt x="2013229" y="222618"/>
                  </a:lnTo>
                  <a:lnTo>
                    <a:pt x="1997964" y="219583"/>
                  </a:lnTo>
                  <a:lnTo>
                    <a:pt x="1982089" y="222618"/>
                  </a:lnTo>
                  <a:lnTo>
                    <a:pt x="1969592" y="231140"/>
                  </a:lnTo>
                  <a:lnTo>
                    <a:pt x="1961400" y="244348"/>
                  </a:lnTo>
                  <a:lnTo>
                    <a:pt x="1958467" y="261366"/>
                  </a:lnTo>
                  <a:lnTo>
                    <a:pt x="1961426" y="278536"/>
                  </a:lnTo>
                  <a:lnTo>
                    <a:pt x="1969770" y="291528"/>
                  </a:lnTo>
                  <a:lnTo>
                    <a:pt x="1982673" y="299770"/>
                  </a:lnTo>
                  <a:lnTo>
                    <a:pt x="1999361" y="302641"/>
                  </a:lnTo>
                  <a:lnTo>
                    <a:pt x="2007946" y="302082"/>
                  </a:lnTo>
                  <a:lnTo>
                    <a:pt x="2016150" y="300253"/>
                  </a:lnTo>
                  <a:lnTo>
                    <a:pt x="2023935" y="296913"/>
                  </a:lnTo>
                  <a:lnTo>
                    <a:pt x="2031238" y="291846"/>
                  </a:lnTo>
                  <a:lnTo>
                    <a:pt x="2028393" y="287655"/>
                  </a:lnTo>
                  <a:lnTo>
                    <a:pt x="2022729" y="279273"/>
                  </a:lnTo>
                  <a:lnTo>
                    <a:pt x="2016252" y="284861"/>
                  </a:lnTo>
                  <a:lnTo>
                    <a:pt x="2007743" y="287655"/>
                  </a:lnTo>
                  <a:lnTo>
                    <a:pt x="1999742" y="287655"/>
                  </a:lnTo>
                  <a:lnTo>
                    <a:pt x="1991690" y="286562"/>
                  </a:lnTo>
                  <a:lnTo>
                    <a:pt x="1984705" y="283044"/>
                  </a:lnTo>
                  <a:lnTo>
                    <a:pt x="1979358" y="276783"/>
                  </a:lnTo>
                  <a:lnTo>
                    <a:pt x="1976247" y="267462"/>
                  </a:lnTo>
                  <a:lnTo>
                    <a:pt x="2034540" y="267462"/>
                  </a:lnTo>
                  <a:lnTo>
                    <a:pt x="2034540" y="266065"/>
                  </a:lnTo>
                  <a:lnTo>
                    <a:pt x="2035048" y="263779"/>
                  </a:lnTo>
                  <a:lnTo>
                    <a:pt x="2035048" y="261366"/>
                  </a:lnTo>
                  <a:close/>
                </a:path>
                <a:path w="4204334" h="4773930">
                  <a:moveTo>
                    <a:pt x="2035048" y="0"/>
                  </a:moveTo>
                  <a:lnTo>
                    <a:pt x="2019046" y="0"/>
                  </a:lnTo>
                  <a:lnTo>
                    <a:pt x="2019046" y="79248"/>
                  </a:lnTo>
                  <a:lnTo>
                    <a:pt x="2017356" y="89166"/>
                  </a:lnTo>
                  <a:lnTo>
                    <a:pt x="2012581" y="97243"/>
                  </a:lnTo>
                  <a:lnTo>
                    <a:pt x="2005164" y="102666"/>
                  </a:lnTo>
                  <a:lnTo>
                    <a:pt x="1995551" y="104648"/>
                  </a:lnTo>
                  <a:lnTo>
                    <a:pt x="1985708" y="102666"/>
                  </a:lnTo>
                  <a:lnTo>
                    <a:pt x="1978317" y="97243"/>
                  </a:lnTo>
                  <a:lnTo>
                    <a:pt x="1973668" y="89166"/>
                  </a:lnTo>
                  <a:lnTo>
                    <a:pt x="1972056" y="79248"/>
                  </a:lnTo>
                  <a:lnTo>
                    <a:pt x="1973453" y="69418"/>
                  </a:lnTo>
                  <a:lnTo>
                    <a:pt x="1978126" y="61518"/>
                  </a:lnTo>
                  <a:lnTo>
                    <a:pt x="1985645" y="56273"/>
                  </a:lnTo>
                  <a:lnTo>
                    <a:pt x="1995551" y="54356"/>
                  </a:lnTo>
                  <a:lnTo>
                    <a:pt x="2005444" y="56273"/>
                  </a:lnTo>
                  <a:lnTo>
                    <a:pt x="2005241" y="56273"/>
                  </a:lnTo>
                  <a:lnTo>
                    <a:pt x="2012581" y="61379"/>
                  </a:lnTo>
                  <a:lnTo>
                    <a:pt x="2017356" y="69253"/>
                  </a:lnTo>
                  <a:lnTo>
                    <a:pt x="2019046" y="79248"/>
                  </a:lnTo>
                  <a:lnTo>
                    <a:pt x="2019046" y="0"/>
                  </a:lnTo>
                  <a:lnTo>
                    <a:pt x="2018030" y="0"/>
                  </a:lnTo>
                  <a:lnTo>
                    <a:pt x="2018030" y="49276"/>
                  </a:lnTo>
                  <a:lnTo>
                    <a:pt x="2013369" y="44665"/>
                  </a:lnTo>
                  <a:lnTo>
                    <a:pt x="2007743" y="40957"/>
                  </a:lnTo>
                  <a:lnTo>
                    <a:pt x="2001062" y="38493"/>
                  </a:lnTo>
                  <a:lnTo>
                    <a:pt x="1993265" y="37592"/>
                  </a:lnTo>
                  <a:lnTo>
                    <a:pt x="1977758" y="40754"/>
                  </a:lnTo>
                  <a:lnTo>
                    <a:pt x="1965223" y="49466"/>
                  </a:lnTo>
                  <a:lnTo>
                    <a:pt x="1956828" y="62674"/>
                  </a:lnTo>
                  <a:lnTo>
                    <a:pt x="1953768" y="79248"/>
                  </a:lnTo>
                  <a:lnTo>
                    <a:pt x="1956879" y="95910"/>
                  </a:lnTo>
                  <a:lnTo>
                    <a:pt x="1965363" y="109143"/>
                  </a:lnTo>
                  <a:lnTo>
                    <a:pt x="1977923" y="117881"/>
                  </a:lnTo>
                  <a:lnTo>
                    <a:pt x="1993265" y="121031"/>
                  </a:lnTo>
                  <a:lnTo>
                    <a:pt x="2001062" y="120192"/>
                  </a:lnTo>
                  <a:lnTo>
                    <a:pt x="2007539" y="117881"/>
                  </a:lnTo>
                  <a:lnTo>
                    <a:pt x="2013369" y="114122"/>
                  </a:lnTo>
                  <a:lnTo>
                    <a:pt x="2018030" y="109347"/>
                  </a:lnTo>
                  <a:lnTo>
                    <a:pt x="2018030" y="118745"/>
                  </a:lnTo>
                  <a:lnTo>
                    <a:pt x="2035048" y="118745"/>
                  </a:lnTo>
                  <a:lnTo>
                    <a:pt x="2035048" y="109347"/>
                  </a:lnTo>
                  <a:lnTo>
                    <a:pt x="2035048" y="104648"/>
                  </a:lnTo>
                  <a:lnTo>
                    <a:pt x="2035048" y="54356"/>
                  </a:lnTo>
                  <a:lnTo>
                    <a:pt x="2035048" y="49276"/>
                  </a:lnTo>
                  <a:lnTo>
                    <a:pt x="2035048" y="0"/>
                  </a:lnTo>
                  <a:close/>
                </a:path>
                <a:path w="4204334" h="4773930">
                  <a:moveTo>
                    <a:pt x="2117598" y="284861"/>
                  </a:moveTo>
                  <a:lnTo>
                    <a:pt x="2073402" y="284861"/>
                  </a:lnTo>
                  <a:lnTo>
                    <a:pt x="2116709" y="234188"/>
                  </a:lnTo>
                  <a:lnTo>
                    <a:pt x="2116709" y="221996"/>
                  </a:lnTo>
                  <a:lnTo>
                    <a:pt x="2051939" y="221996"/>
                  </a:lnTo>
                  <a:lnTo>
                    <a:pt x="2051939" y="237998"/>
                  </a:lnTo>
                  <a:lnTo>
                    <a:pt x="2094103" y="237998"/>
                  </a:lnTo>
                  <a:lnTo>
                    <a:pt x="2050923" y="288163"/>
                  </a:lnTo>
                  <a:lnTo>
                    <a:pt x="2050923" y="300355"/>
                  </a:lnTo>
                  <a:lnTo>
                    <a:pt x="2117598" y="300355"/>
                  </a:lnTo>
                  <a:lnTo>
                    <a:pt x="2117598" y="284861"/>
                  </a:lnTo>
                  <a:close/>
                </a:path>
                <a:path w="4204334" h="4773930">
                  <a:moveTo>
                    <a:pt x="2137791" y="40259"/>
                  </a:moveTo>
                  <a:lnTo>
                    <a:pt x="2121789" y="40259"/>
                  </a:lnTo>
                  <a:lnTo>
                    <a:pt x="2121789" y="79248"/>
                  </a:lnTo>
                  <a:lnTo>
                    <a:pt x="2120100" y="89166"/>
                  </a:lnTo>
                  <a:lnTo>
                    <a:pt x="2115324" y="97243"/>
                  </a:lnTo>
                  <a:lnTo>
                    <a:pt x="2107908" y="102666"/>
                  </a:lnTo>
                  <a:lnTo>
                    <a:pt x="2098294" y="104648"/>
                  </a:lnTo>
                  <a:lnTo>
                    <a:pt x="2088527" y="102666"/>
                  </a:lnTo>
                  <a:lnTo>
                    <a:pt x="2081174" y="97243"/>
                  </a:lnTo>
                  <a:lnTo>
                    <a:pt x="2076538" y="89166"/>
                  </a:lnTo>
                  <a:lnTo>
                    <a:pt x="2074926" y="79248"/>
                  </a:lnTo>
                  <a:lnTo>
                    <a:pt x="2076183" y="69418"/>
                  </a:lnTo>
                  <a:lnTo>
                    <a:pt x="2080602" y="61518"/>
                  </a:lnTo>
                  <a:lnTo>
                    <a:pt x="2088032" y="56273"/>
                  </a:lnTo>
                  <a:lnTo>
                    <a:pt x="2098294" y="54356"/>
                  </a:lnTo>
                  <a:lnTo>
                    <a:pt x="2108187" y="56273"/>
                  </a:lnTo>
                  <a:lnTo>
                    <a:pt x="2107984" y="56273"/>
                  </a:lnTo>
                  <a:lnTo>
                    <a:pt x="2115324" y="61379"/>
                  </a:lnTo>
                  <a:lnTo>
                    <a:pt x="2120100" y="69253"/>
                  </a:lnTo>
                  <a:lnTo>
                    <a:pt x="2121789" y="79248"/>
                  </a:lnTo>
                  <a:lnTo>
                    <a:pt x="2121789" y="40259"/>
                  </a:lnTo>
                  <a:lnTo>
                    <a:pt x="2120392" y="40259"/>
                  </a:lnTo>
                  <a:lnTo>
                    <a:pt x="2120392" y="49276"/>
                  </a:lnTo>
                  <a:lnTo>
                    <a:pt x="2115972" y="44665"/>
                  </a:lnTo>
                  <a:lnTo>
                    <a:pt x="2110486" y="40957"/>
                  </a:lnTo>
                  <a:lnTo>
                    <a:pt x="2103843" y="38493"/>
                  </a:lnTo>
                  <a:lnTo>
                    <a:pt x="2096008" y="37592"/>
                  </a:lnTo>
                  <a:lnTo>
                    <a:pt x="2080310" y="40754"/>
                  </a:lnTo>
                  <a:lnTo>
                    <a:pt x="2067839" y="49466"/>
                  </a:lnTo>
                  <a:lnTo>
                    <a:pt x="2059609" y="62674"/>
                  </a:lnTo>
                  <a:lnTo>
                    <a:pt x="2056638" y="79248"/>
                  </a:lnTo>
                  <a:lnTo>
                    <a:pt x="2059749" y="95910"/>
                  </a:lnTo>
                  <a:lnTo>
                    <a:pt x="2068220" y="109143"/>
                  </a:lnTo>
                  <a:lnTo>
                    <a:pt x="2080742" y="117881"/>
                  </a:lnTo>
                  <a:lnTo>
                    <a:pt x="2096008" y="121031"/>
                  </a:lnTo>
                  <a:lnTo>
                    <a:pt x="2103843" y="120192"/>
                  </a:lnTo>
                  <a:lnTo>
                    <a:pt x="2110282" y="117881"/>
                  </a:lnTo>
                  <a:lnTo>
                    <a:pt x="2115972" y="114122"/>
                  </a:lnTo>
                  <a:lnTo>
                    <a:pt x="2120392" y="109347"/>
                  </a:lnTo>
                  <a:lnTo>
                    <a:pt x="2120392" y="118745"/>
                  </a:lnTo>
                  <a:lnTo>
                    <a:pt x="2137791" y="118745"/>
                  </a:lnTo>
                  <a:lnTo>
                    <a:pt x="2137791" y="109347"/>
                  </a:lnTo>
                  <a:lnTo>
                    <a:pt x="2137791" y="104648"/>
                  </a:lnTo>
                  <a:lnTo>
                    <a:pt x="2137791" y="54356"/>
                  </a:lnTo>
                  <a:lnTo>
                    <a:pt x="2137791" y="49276"/>
                  </a:lnTo>
                  <a:lnTo>
                    <a:pt x="2137791" y="40259"/>
                  </a:lnTo>
                  <a:close/>
                </a:path>
                <a:path w="4204334" h="4773930">
                  <a:moveTo>
                    <a:pt x="2203450" y="284861"/>
                  </a:moveTo>
                  <a:lnTo>
                    <a:pt x="2159381" y="284861"/>
                  </a:lnTo>
                  <a:lnTo>
                    <a:pt x="2202053" y="234188"/>
                  </a:lnTo>
                  <a:lnTo>
                    <a:pt x="2202053" y="221996"/>
                  </a:lnTo>
                  <a:lnTo>
                    <a:pt x="2137791" y="221996"/>
                  </a:lnTo>
                  <a:lnTo>
                    <a:pt x="2137791" y="237998"/>
                  </a:lnTo>
                  <a:lnTo>
                    <a:pt x="2180082" y="237998"/>
                  </a:lnTo>
                  <a:lnTo>
                    <a:pt x="2136394" y="288163"/>
                  </a:lnTo>
                  <a:lnTo>
                    <a:pt x="2136394" y="300355"/>
                  </a:lnTo>
                  <a:lnTo>
                    <a:pt x="2203450" y="300355"/>
                  </a:lnTo>
                  <a:lnTo>
                    <a:pt x="2203450" y="284861"/>
                  </a:lnTo>
                  <a:close/>
                </a:path>
                <a:path w="4204334" h="4773930">
                  <a:moveTo>
                    <a:pt x="2223643" y="113538"/>
                  </a:moveTo>
                  <a:lnTo>
                    <a:pt x="2219325" y="105156"/>
                  </a:lnTo>
                  <a:lnTo>
                    <a:pt x="2216658" y="99949"/>
                  </a:lnTo>
                  <a:lnTo>
                    <a:pt x="2211959" y="102743"/>
                  </a:lnTo>
                  <a:lnTo>
                    <a:pt x="2206244" y="105156"/>
                  </a:lnTo>
                  <a:lnTo>
                    <a:pt x="2194052" y="105156"/>
                  </a:lnTo>
                  <a:lnTo>
                    <a:pt x="2188464" y="100838"/>
                  </a:lnTo>
                  <a:lnTo>
                    <a:pt x="2188464" y="56261"/>
                  </a:lnTo>
                  <a:lnTo>
                    <a:pt x="2218436" y="56261"/>
                  </a:lnTo>
                  <a:lnTo>
                    <a:pt x="2218436" y="40259"/>
                  </a:lnTo>
                  <a:lnTo>
                    <a:pt x="2188464" y="40259"/>
                  </a:lnTo>
                  <a:lnTo>
                    <a:pt x="2188464" y="16002"/>
                  </a:lnTo>
                  <a:lnTo>
                    <a:pt x="2171573" y="16002"/>
                  </a:lnTo>
                  <a:lnTo>
                    <a:pt x="2171573" y="40259"/>
                  </a:lnTo>
                  <a:lnTo>
                    <a:pt x="2155571" y="40259"/>
                  </a:lnTo>
                  <a:lnTo>
                    <a:pt x="2155571" y="55753"/>
                  </a:lnTo>
                  <a:lnTo>
                    <a:pt x="2171573" y="55753"/>
                  </a:lnTo>
                  <a:lnTo>
                    <a:pt x="2171573" y="90551"/>
                  </a:lnTo>
                  <a:lnTo>
                    <a:pt x="2173528" y="104216"/>
                  </a:lnTo>
                  <a:lnTo>
                    <a:pt x="2179040" y="113538"/>
                  </a:lnTo>
                  <a:lnTo>
                    <a:pt x="2179142" y="113703"/>
                  </a:lnTo>
                  <a:lnTo>
                    <a:pt x="2188019" y="119240"/>
                  </a:lnTo>
                  <a:lnTo>
                    <a:pt x="2199767" y="121031"/>
                  </a:lnTo>
                  <a:lnTo>
                    <a:pt x="2209546" y="121031"/>
                  </a:lnTo>
                  <a:lnTo>
                    <a:pt x="2217547" y="117221"/>
                  </a:lnTo>
                  <a:lnTo>
                    <a:pt x="2223643" y="113538"/>
                  </a:lnTo>
                  <a:close/>
                </a:path>
                <a:path w="4204334" h="4773930">
                  <a:moveTo>
                    <a:pt x="2299716" y="221996"/>
                  </a:moveTo>
                  <a:lnTo>
                    <a:pt x="2283206" y="221996"/>
                  </a:lnTo>
                  <a:lnTo>
                    <a:pt x="2283206" y="261366"/>
                  </a:lnTo>
                  <a:lnTo>
                    <a:pt x="2281517" y="271284"/>
                  </a:lnTo>
                  <a:lnTo>
                    <a:pt x="2276754" y="279361"/>
                  </a:lnTo>
                  <a:lnTo>
                    <a:pt x="2269375" y="284784"/>
                  </a:lnTo>
                  <a:lnTo>
                    <a:pt x="2259838" y="286766"/>
                  </a:lnTo>
                  <a:lnTo>
                    <a:pt x="2249779" y="284784"/>
                  </a:lnTo>
                  <a:lnTo>
                    <a:pt x="2242413" y="279361"/>
                  </a:lnTo>
                  <a:lnTo>
                    <a:pt x="2237879" y="271284"/>
                  </a:lnTo>
                  <a:lnTo>
                    <a:pt x="2236343" y="261366"/>
                  </a:lnTo>
                  <a:lnTo>
                    <a:pt x="2237879" y="251472"/>
                  </a:lnTo>
                  <a:lnTo>
                    <a:pt x="2242413" y="243446"/>
                  </a:lnTo>
                  <a:lnTo>
                    <a:pt x="2249779" y="238061"/>
                  </a:lnTo>
                  <a:lnTo>
                    <a:pt x="2259838" y="236093"/>
                  </a:lnTo>
                  <a:lnTo>
                    <a:pt x="2269642" y="238061"/>
                  </a:lnTo>
                  <a:lnTo>
                    <a:pt x="2269452" y="238061"/>
                  </a:lnTo>
                  <a:lnTo>
                    <a:pt x="2276754" y="243306"/>
                  </a:lnTo>
                  <a:lnTo>
                    <a:pt x="2281517" y="251320"/>
                  </a:lnTo>
                  <a:lnTo>
                    <a:pt x="2283206" y="261366"/>
                  </a:lnTo>
                  <a:lnTo>
                    <a:pt x="2283206" y="221996"/>
                  </a:lnTo>
                  <a:lnTo>
                    <a:pt x="2282317" y="221996"/>
                  </a:lnTo>
                  <a:lnTo>
                    <a:pt x="2282317" y="231406"/>
                  </a:lnTo>
                  <a:lnTo>
                    <a:pt x="2277935" y="226555"/>
                  </a:lnTo>
                  <a:lnTo>
                    <a:pt x="2272411" y="222821"/>
                  </a:lnTo>
                  <a:lnTo>
                    <a:pt x="2265743" y="220433"/>
                  </a:lnTo>
                  <a:lnTo>
                    <a:pt x="2257933" y="219583"/>
                  </a:lnTo>
                  <a:lnTo>
                    <a:pt x="2241943" y="222821"/>
                  </a:lnTo>
                  <a:lnTo>
                    <a:pt x="2242172" y="222821"/>
                  </a:lnTo>
                  <a:lnTo>
                    <a:pt x="2229751" y="231521"/>
                  </a:lnTo>
                  <a:lnTo>
                    <a:pt x="2221446" y="244767"/>
                  </a:lnTo>
                  <a:lnTo>
                    <a:pt x="2218436" y="261366"/>
                  </a:lnTo>
                  <a:lnTo>
                    <a:pt x="2221560" y="277952"/>
                  </a:lnTo>
                  <a:lnTo>
                    <a:pt x="2230082" y="291007"/>
                  </a:lnTo>
                  <a:lnTo>
                    <a:pt x="2242642" y="299567"/>
                  </a:lnTo>
                  <a:lnTo>
                    <a:pt x="2257933" y="302641"/>
                  </a:lnTo>
                  <a:lnTo>
                    <a:pt x="2265743" y="301802"/>
                  </a:lnTo>
                  <a:lnTo>
                    <a:pt x="2272411" y="299427"/>
                  </a:lnTo>
                  <a:lnTo>
                    <a:pt x="2277935" y="295732"/>
                  </a:lnTo>
                  <a:lnTo>
                    <a:pt x="2282266" y="291007"/>
                  </a:lnTo>
                  <a:lnTo>
                    <a:pt x="2282317" y="300355"/>
                  </a:lnTo>
                  <a:lnTo>
                    <a:pt x="2299716" y="300355"/>
                  </a:lnTo>
                  <a:lnTo>
                    <a:pt x="2299716" y="291007"/>
                  </a:lnTo>
                  <a:lnTo>
                    <a:pt x="2299716" y="286766"/>
                  </a:lnTo>
                  <a:lnTo>
                    <a:pt x="2299716" y="236093"/>
                  </a:lnTo>
                  <a:lnTo>
                    <a:pt x="2299716" y="231521"/>
                  </a:lnTo>
                  <a:lnTo>
                    <a:pt x="2299716" y="221996"/>
                  </a:lnTo>
                  <a:close/>
                </a:path>
                <a:path w="4204334" h="4773930">
                  <a:moveTo>
                    <a:pt x="2314702" y="40259"/>
                  </a:moveTo>
                  <a:lnTo>
                    <a:pt x="2298319" y="40259"/>
                  </a:lnTo>
                  <a:lnTo>
                    <a:pt x="2298319" y="79248"/>
                  </a:lnTo>
                  <a:lnTo>
                    <a:pt x="2296630" y="89166"/>
                  </a:lnTo>
                  <a:lnTo>
                    <a:pt x="2291854" y="97243"/>
                  </a:lnTo>
                  <a:lnTo>
                    <a:pt x="2284438" y="102666"/>
                  </a:lnTo>
                  <a:lnTo>
                    <a:pt x="2274824" y="104648"/>
                  </a:lnTo>
                  <a:lnTo>
                    <a:pt x="2264981" y="102666"/>
                  </a:lnTo>
                  <a:lnTo>
                    <a:pt x="2257590" y="97243"/>
                  </a:lnTo>
                  <a:lnTo>
                    <a:pt x="2252942" y="89166"/>
                  </a:lnTo>
                  <a:lnTo>
                    <a:pt x="2251329" y="79248"/>
                  </a:lnTo>
                  <a:lnTo>
                    <a:pt x="2252942" y="69418"/>
                  </a:lnTo>
                  <a:lnTo>
                    <a:pt x="2257590" y="61518"/>
                  </a:lnTo>
                  <a:lnTo>
                    <a:pt x="2264981" y="56273"/>
                  </a:lnTo>
                  <a:lnTo>
                    <a:pt x="2274824" y="54356"/>
                  </a:lnTo>
                  <a:lnTo>
                    <a:pt x="2284717" y="56273"/>
                  </a:lnTo>
                  <a:lnTo>
                    <a:pt x="2284514" y="56273"/>
                  </a:lnTo>
                  <a:lnTo>
                    <a:pt x="2291854" y="61379"/>
                  </a:lnTo>
                  <a:lnTo>
                    <a:pt x="2296630" y="69253"/>
                  </a:lnTo>
                  <a:lnTo>
                    <a:pt x="2298319" y="79248"/>
                  </a:lnTo>
                  <a:lnTo>
                    <a:pt x="2298319" y="40259"/>
                  </a:lnTo>
                  <a:lnTo>
                    <a:pt x="2297811" y="40259"/>
                  </a:lnTo>
                  <a:lnTo>
                    <a:pt x="2297811" y="49276"/>
                  </a:lnTo>
                  <a:lnTo>
                    <a:pt x="2293302" y="44665"/>
                  </a:lnTo>
                  <a:lnTo>
                    <a:pt x="2287651" y="40957"/>
                  </a:lnTo>
                  <a:lnTo>
                    <a:pt x="2280843" y="38493"/>
                  </a:lnTo>
                  <a:lnTo>
                    <a:pt x="2272919" y="37592"/>
                  </a:lnTo>
                  <a:lnTo>
                    <a:pt x="2257552" y="40754"/>
                  </a:lnTo>
                  <a:lnTo>
                    <a:pt x="2245182" y="49466"/>
                  </a:lnTo>
                  <a:lnTo>
                    <a:pt x="2236927" y="62674"/>
                  </a:lnTo>
                  <a:lnTo>
                    <a:pt x="2233930" y="79248"/>
                  </a:lnTo>
                  <a:lnTo>
                    <a:pt x="2236978" y="95910"/>
                  </a:lnTo>
                  <a:lnTo>
                    <a:pt x="2245322" y="109143"/>
                  </a:lnTo>
                  <a:lnTo>
                    <a:pt x="2257717" y="117881"/>
                  </a:lnTo>
                  <a:lnTo>
                    <a:pt x="2272919" y="121031"/>
                  </a:lnTo>
                  <a:lnTo>
                    <a:pt x="2280843" y="120192"/>
                  </a:lnTo>
                  <a:lnTo>
                    <a:pt x="2287447" y="117881"/>
                  </a:lnTo>
                  <a:lnTo>
                    <a:pt x="2293302" y="114122"/>
                  </a:lnTo>
                  <a:lnTo>
                    <a:pt x="2297811" y="109347"/>
                  </a:lnTo>
                  <a:lnTo>
                    <a:pt x="2297811" y="118745"/>
                  </a:lnTo>
                  <a:lnTo>
                    <a:pt x="2314702" y="118745"/>
                  </a:lnTo>
                  <a:lnTo>
                    <a:pt x="2314702" y="109347"/>
                  </a:lnTo>
                  <a:lnTo>
                    <a:pt x="2314702" y="104648"/>
                  </a:lnTo>
                  <a:lnTo>
                    <a:pt x="2314702" y="54356"/>
                  </a:lnTo>
                  <a:lnTo>
                    <a:pt x="2314702" y="49276"/>
                  </a:lnTo>
                  <a:lnTo>
                    <a:pt x="2314702" y="40259"/>
                  </a:lnTo>
                  <a:close/>
                </a:path>
                <a:path w="4204334" h="4773930">
                  <a:moveTo>
                    <a:pt x="2361184" y="96139"/>
                  </a:moveTo>
                  <a:lnTo>
                    <a:pt x="2340991" y="96139"/>
                  </a:lnTo>
                  <a:lnTo>
                    <a:pt x="2336292" y="140843"/>
                  </a:lnTo>
                  <a:lnTo>
                    <a:pt x="2351278" y="140843"/>
                  </a:lnTo>
                  <a:lnTo>
                    <a:pt x="2361184" y="96139"/>
                  </a:lnTo>
                  <a:close/>
                </a:path>
                <a:path w="4204334" h="4773930">
                  <a:moveTo>
                    <a:pt x="2751201" y="185801"/>
                  </a:moveTo>
                  <a:lnTo>
                    <a:pt x="2732405" y="185801"/>
                  </a:lnTo>
                  <a:lnTo>
                    <a:pt x="2732405" y="233680"/>
                  </a:lnTo>
                  <a:lnTo>
                    <a:pt x="2670429" y="233680"/>
                  </a:lnTo>
                  <a:lnTo>
                    <a:pt x="2670429" y="185801"/>
                  </a:lnTo>
                  <a:lnTo>
                    <a:pt x="2651252" y="185801"/>
                  </a:lnTo>
                  <a:lnTo>
                    <a:pt x="2651252" y="300736"/>
                  </a:lnTo>
                  <a:lnTo>
                    <a:pt x="2670429" y="300736"/>
                  </a:lnTo>
                  <a:lnTo>
                    <a:pt x="2670429" y="251587"/>
                  </a:lnTo>
                  <a:lnTo>
                    <a:pt x="2732405" y="251587"/>
                  </a:lnTo>
                  <a:lnTo>
                    <a:pt x="2732405" y="300736"/>
                  </a:lnTo>
                  <a:lnTo>
                    <a:pt x="2751201" y="300736"/>
                  </a:lnTo>
                  <a:lnTo>
                    <a:pt x="2751201" y="251587"/>
                  </a:lnTo>
                  <a:lnTo>
                    <a:pt x="2751201" y="233680"/>
                  </a:lnTo>
                  <a:lnTo>
                    <a:pt x="2751201" y="185801"/>
                  </a:lnTo>
                  <a:close/>
                </a:path>
                <a:path w="4204334" h="4773930">
                  <a:moveTo>
                    <a:pt x="2887726" y="243078"/>
                  </a:moveTo>
                  <a:lnTo>
                    <a:pt x="2883484" y="219392"/>
                  </a:lnTo>
                  <a:lnTo>
                    <a:pt x="2872790" y="203200"/>
                  </a:lnTo>
                  <a:lnTo>
                    <a:pt x="2871457" y="201206"/>
                  </a:lnTo>
                  <a:lnTo>
                    <a:pt x="2868549" y="199402"/>
                  </a:lnTo>
                  <a:lnTo>
                    <a:pt x="2868549" y="243078"/>
                  </a:lnTo>
                  <a:lnTo>
                    <a:pt x="2865996" y="259016"/>
                  </a:lnTo>
                  <a:lnTo>
                    <a:pt x="2858401" y="271640"/>
                  </a:lnTo>
                  <a:lnTo>
                    <a:pt x="2845778" y="279958"/>
                  </a:lnTo>
                  <a:lnTo>
                    <a:pt x="2828163" y="282956"/>
                  </a:lnTo>
                  <a:lnTo>
                    <a:pt x="2800985" y="282956"/>
                  </a:lnTo>
                  <a:lnTo>
                    <a:pt x="2800985" y="203200"/>
                  </a:lnTo>
                  <a:lnTo>
                    <a:pt x="2828163" y="203200"/>
                  </a:lnTo>
                  <a:lnTo>
                    <a:pt x="2845778" y="206133"/>
                  </a:lnTo>
                  <a:lnTo>
                    <a:pt x="2858401" y="214337"/>
                  </a:lnTo>
                  <a:lnTo>
                    <a:pt x="2865996" y="226936"/>
                  </a:lnTo>
                  <a:lnTo>
                    <a:pt x="2868549" y="243078"/>
                  </a:lnTo>
                  <a:lnTo>
                    <a:pt x="2868549" y="199402"/>
                  </a:lnTo>
                  <a:lnTo>
                    <a:pt x="2852674" y="189547"/>
                  </a:lnTo>
                  <a:lnTo>
                    <a:pt x="2828163" y="185420"/>
                  </a:lnTo>
                  <a:lnTo>
                    <a:pt x="2782189" y="185420"/>
                  </a:lnTo>
                  <a:lnTo>
                    <a:pt x="2782189" y="300736"/>
                  </a:lnTo>
                  <a:lnTo>
                    <a:pt x="2828163" y="300736"/>
                  </a:lnTo>
                  <a:lnTo>
                    <a:pt x="2852521" y="296621"/>
                  </a:lnTo>
                  <a:lnTo>
                    <a:pt x="2871317" y="284962"/>
                  </a:lnTo>
                  <a:lnTo>
                    <a:pt x="2872651" y="282956"/>
                  </a:lnTo>
                  <a:lnTo>
                    <a:pt x="2883433" y="266776"/>
                  </a:lnTo>
                  <a:lnTo>
                    <a:pt x="2887726" y="243078"/>
                  </a:lnTo>
                  <a:close/>
                </a:path>
                <a:path w="4204334" h="4773930">
                  <a:moveTo>
                    <a:pt x="2994787" y="185801"/>
                  </a:moveTo>
                  <a:lnTo>
                    <a:pt x="2912618" y="185801"/>
                  </a:lnTo>
                  <a:lnTo>
                    <a:pt x="2912618" y="300736"/>
                  </a:lnTo>
                  <a:lnTo>
                    <a:pt x="2931414" y="300736"/>
                  </a:lnTo>
                  <a:lnTo>
                    <a:pt x="2931414" y="251587"/>
                  </a:lnTo>
                  <a:lnTo>
                    <a:pt x="2990977" y="251587"/>
                  </a:lnTo>
                  <a:lnTo>
                    <a:pt x="2990977" y="233680"/>
                  </a:lnTo>
                  <a:lnTo>
                    <a:pt x="2931414" y="233680"/>
                  </a:lnTo>
                  <a:lnTo>
                    <a:pt x="2931414" y="203200"/>
                  </a:lnTo>
                  <a:lnTo>
                    <a:pt x="2994787" y="203200"/>
                  </a:lnTo>
                  <a:lnTo>
                    <a:pt x="2994787" y="185801"/>
                  </a:lnTo>
                  <a:close/>
                </a:path>
                <a:path w="4204334" h="4773930">
                  <a:moveTo>
                    <a:pt x="3106039" y="265557"/>
                  </a:moveTo>
                  <a:lnTo>
                    <a:pt x="3068955" y="233680"/>
                  </a:lnTo>
                  <a:lnTo>
                    <a:pt x="3060954" y="232791"/>
                  </a:lnTo>
                  <a:lnTo>
                    <a:pt x="3051111" y="230682"/>
                  </a:lnTo>
                  <a:lnTo>
                    <a:pt x="3043580" y="227672"/>
                  </a:lnTo>
                  <a:lnTo>
                    <a:pt x="3038767" y="223354"/>
                  </a:lnTo>
                  <a:lnTo>
                    <a:pt x="3037078" y="217297"/>
                  </a:lnTo>
                  <a:lnTo>
                    <a:pt x="3038919" y="210324"/>
                  </a:lnTo>
                  <a:lnTo>
                    <a:pt x="3044152" y="205003"/>
                  </a:lnTo>
                  <a:lnTo>
                    <a:pt x="3052292" y="201599"/>
                  </a:lnTo>
                  <a:lnTo>
                    <a:pt x="3062859" y="200406"/>
                  </a:lnTo>
                  <a:lnTo>
                    <a:pt x="3071368" y="201015"/>
                  </a:lnTo>
                  <a:lnTo>
                    <a:pt x="3079458" y="202819"/>
                  </a:lnTo>
                  <a:lnTo>
                    <a:pt x="3087217" y="205879"/>
                  </a:lnTo>
                  <a:lnTo>
                    <a:pt x="3094736" y="210185"/>
                  </a:lnTo>
                  <a:lnTo>
                    <a:pt x="3101670" y="200406"/>
                  </a:lnTo>
                  <a:lnTo>
                    <a:pt x="3062859" y="183896"/>
                  </a:lnTo>
                  <a:lnTo>
                    <a:pt x="3045231" y="186245"/>
                  </a:lnTo>
                  <a:lnTo>
                    <a:pt x="3030728" y="193128"/>
                  </a:lnTo>
                  <a:lnTo>
                    <a:pt x="3020885" y="204317"/>
                  </a:lnTo>
                  <a:lnTo>
                    <a:pt x="3017266" y="219583"/>
                  </a:lnTo>
                  <a:lnTo>
                    <a:pt x="3020161" y="232791"/>
                  </a:lnTo>
                  <a:lnTo>
                    <a:pt x="3020237" y="233146"/>
                  </a:lnTo>
                  <a:lnTo>
                    <a:pt x="3028124" y="242620"/>
                  </a:lnTo>
                  <a:lnTo>
                    <a:pt x="3039072" y="248539"/>
                  </a:lnTo>
                  <a:lnTo>
                    <a:pt x="3051556" y="251587"/>
                  </a:lnTo>
                  <a:lnTo>
                    <a:pt x="3060446" y="252476"/>
                  </a:lnTo>
                  <a:lnTo>
                    <a:pt x="3071647" y="254609"/>
                  </a:lnTo>
                  <a:lnTo>
                    <a:pt x="3079712" y="257683"/>
                  </a:lnTo>
                  <a:lnTo>
                    <a:pt x="3084588" y="261912"/>
                  </a:lnTo>
                  <a:lnTo>
                    <a:pt x="3086227" y="267462"/>
                  </a:lnTo>
                  <a:lnTo>
                    <a:pt x="3084157" y="274739"/>
                  </a:lnTo>
                  <a:lnTo>
                    <a:pt x="3078442" y="280212"/>
                  </a:lnTo>
                  <a:lnTo>
                    <a:pt x="3069831" y="283667"/>
                  </a:lnTo>
                  <a:lnTo>
                    <a:pt x="3059049" y="284861"/>
                  </a:lnTo>
                  <a:lnTo>
                    <a:pt x="3048800" y="283870"/>
                  </a:lnTo>
                  <a:lnTo>
                    <a:pt x="3038995" y="281127"/>
                  </a:lnTo>
                  <a:lnTo>
                    <a:pt x="3030232" y="276936"/>
                  </a:lnTo>
                  <a:lnTo>
                    <a:pt x="3023362" y="271653"/>
                  </a:lnTo>
                  <a:lnTo>
                    <a:pt x="3013583" y="286766"/>
                  </a:lnTo>
                  <a:lnTo>
                    <a:pt x="3023514" y="293458"/>
                  </a:lnTo>
                  <a:lnTo>
                    <a:pt x="3035135" y="298119"/>
                  </a:lnTo>
                  <a:lnTo>
                    <a:pt x="3047479" y="300863"/>
                  </a:lnTo>
                  <a:lnTo>
                    <a:pt x="3059557" y="301752"/>
                  </a:lnTo>
                  <a:lnTo>
                    <a:pt x="3077311" y="299402"/>
                  </a:lnTo>
                  <a:lnTo>
                    <a:pt x="3092132" y="292468"/>
                  </a:lnTo>
                  <a:lnTo>
                    <a:pt x="3098927" y="284861"/>
                  </a:lnTo>
                  <a:lnTo>
                    <a:pt x="3102267" y="281127"/>
                  </a:lnTo>
                  <a:lnTo>
                    <a:pt x="3106039" y="265557"/>
                  </a:lnTo>
                  <a:close/>
                </a:path>
                <a:path w="4204334" h="4773930">
                  <a:moveTo>
                    <a:pt x="3466973" y="185801"/>
                  </a:moveTo>
                  <a:lnTo>
                    <a:pt x="3438779" y="185801"/>
                  </a:lnTo>
                  <a:lnTo>
                    <a:pt x="3405505" y="267970"/>
                  </a:lnTo>
                  <a:lnTo>
                    <a:pt x="3380346" y="207010"/>
                  </a:lnTo>
                  <a:lnTo>
                    <a:pt x="3371596" y="185801"/>
                  </a:lnTo>
                  <a:lnTo>
                    <a:pt x="3343021" y="185801"/>
                  </a:lnTo>
                  <a:lnTo>
                    <a:pt x="3343021" y="300863"/>
                  </a:lnTo>
                  <a:lnTo>
                    <a:pt x="3361817" y="300863"/>
                  </a:lnTo>
                  <a:lnTo>
                    <a:pt x="3361817" y="207010"/>
                  </a:lnTo>
                  <a:lnTo>
                    <a:pt x="3395599" y="289560"/>
                  </a:lnTo>
                  <a:lnTo>
                    <a:pt x="3414776" y="289560"/>
                  </a:lnTo>
                  <a:lnTo>
                    <a:pt x="3423399" y="267970"/>
                  </a:lnTo>
                  <a:lnTo>
                    <a:pt x="3448177" y="205994"/>
                  </a:lnTo>
                  <a:lnTo>
                    <a:pt x="3448177" y="300863"/>
                  </a:lnTo>
                  <a:lnTo>
                    <a:pt x="3466973" y="300863"/>
                  </a:lnTo>
                  <a:lnTo>
                    <a:pt x="3466973" y="205994"/>
                  </a:lnTo>
                  <a:lnTo>
                    <a:pt x="3466973" y="185801"/>
                  </a:lnTo>
                  <a:close/>
                </a:path>
                <a:path w="4204334" h="4773930">
                  <a:moveTo>
                    <a:pt x="3572510" y="221996"/>
                  </a:moveTo>
                  <a:lnTo>
                    <a:pt x="3556127" y="221996"/>
                  </a:lnTo>
                  <a:lnTo>
                    <a:pt x="3556127" y="261366"/>
                  </a:lnTo>
                  <a:lnTo>
                    <a:pt x="3554438" y="271284"/>
                  </a:lnTo>
                  <a:lnTo>
                    <a:pt x="3549662" y="279361"/>
                  </a:lnTo>
                  <a:lnTo>
                    <a:pt x="3542246" y="284784"/>
                  </a:lnTo>
                  <a:lnTo>
                    <a:pt x="3532632" y="286766"/>
                  </a:lnTo>
                  <a:lnTo>
                    <a:pt x="3522853" y="284784"/>
                  </a:lnTo>
                  <a:lnTo>
                    <a:pt x="3515449" y="279361"/>
                  </a:lnTo>
                  <a:lnTo>
                    <a:pt x="3510762" y="271284"/>
                  </a:lnTo>
                  <a:lnTo>
                    <a:pt x="3509137" y="261366"/>
                  </a:lnTo>
                  <a:lnTo>
                    <a:pt x="3510534" y="251472"/>
                  </a:lnTo>
                  <a:lnTo>
                    <a:pt x="3515118" y="243446"/>
                  </a:lnTo>
                  <a:lnTo>
                    <a:pt x="3522573" y="238061"/>
                  </a:lnTo>
                  <a:lnTo>
                    <a:pt x="3532632" y="236093"/>
                  </a:lnTo>
                  <a:lnTo>
                    <a:pt x="3542512" y="238061"/>
                  </a:lnTo>
                  <a:lnTo>
                    <a:pt x="3542322" y="238061"/>
                  </a:lnTo>
                  <a:lnTo>
                    <a:pt x="3549662" y="243306"/>
                  </a:lnTo>
                  <a:lnTo>
                    <a:pt x="3554438" y="251320"/>
                  </a:lnTo>
                  <a:lnTo>
                    <a:pt x="3556127" y="261366"/>
                  </a:lnTo>
                  <a:lnTo>
                    <a:pt x="3556127" y="221996"/>
                  </a:lnTo>
                  <a:lnTo>
                    <a:pt x="3555619" y="221996"/>
                  </a:lnTo>
                  <a:lnTo>
                    <a:pt x="3555619" y="231406"/>
                  </a:lnTo>
                  <a:lnTo>
                    <a:pt x="3551174" y="226555"/>
                  </a:lnTo>
                  <a:lnTo>
                    <a:pt x="3545497" y="222821"/>
                  </a:lnTo>
                  <a:lnTo>
                    <a:pt x="3538664" y="220433"/>
                  </a:lnTo>
                  <a:lnTo>
                    <a:pt x="3530727" y="219583"/>
                  </a:lnTo>
                  <a:lnTo>
                    <a:pt x="3514966" y="222821"/>
                  </a:lnTo>
                  <a:lnTo>
                    <a:pt x="3515207" y="222821"/>
                  </a:lnTo>
                  <a:lnTo>
                    <a:pt x="3502799" y="231521"/>
                  </a:lnTo>
                  <a:lnTo>
                    <a:pt x="3494417" y="244767"/>
                  </a:lnTo>
                  <a:lnTo>
                    <a:pt x="3491357" y="261366"/>
                  </a:lnTo>
                  <a:lnTo>
                    <a:pt x="3494468" y="277952"/>
                  </a:lnTo>
                  <a:lnTo>
                    <a:pt x="3502939" y="291007"/>
                  </a:lnTo>
                  <a:lnTo>
                    <a:pt x="3515461" y="299567"/>
                  </a:lnTo>
                  <a:lnTo>
                    <a:pt x="3530727" y="302641"/>
                  </a:lnTo>
                  <a:lnTo>
                    <a:pt x="3538588" y="301802"/>
                  </a:lnTo>
                  <a:lnTo>
                    <a:pt x="3545306" y="299427"/>
                  </a:lnTo>
                  <a:lnTo>
                    <a:pt x="3550958" y="295732"/>
                  </a:lnTo>
                  <a:lnTo>
                    <a:pt x="3555568" y="291007"/>
                  </a:lnTo>
                  <a:lnTo>
                    <a:pt x="3555619" y="300355"/>
                  </a:lnTo>
                  <a:lnTo>
                    <a:pt x="3572510" y="300355"/>
                  </a:lnTo>
                  <a:lnTo>
                    <a:pt x="3572510" y="291007"/>
                  </a:lnTo>
                  <a:lnTo>
                    <a:pt x="3572510" y="286766"/>
                  </a:lnTo>
                  <a:lnTo>
                    <a:pt x="3572510" y="236093"/>
                  </a:lnTo>
                  <a:lnTo>
                    <a:pt x="3572510" y="231521"/>
                  </a:lnTo>
                  <a:lnTo>
                    <a:pt x="3572510" y="221996"/>
                  </a:lnTo>
                  <a:close/>
                </a:path>
                <a:path w="4204334" h="4773930">
                  <a:moveTo>
                    <a:pt x="3616706" y="221996"/>
                  </a:moveTo>
                  <a:lnTo>
                    <a:pt x="3599688" y="221996"/>
                  </a:lnTo>
                  <a:lnTo>
                    <a:pt x="3599688" y="300863"/>
                  </a:lnTo>
                  <a:lnTo>
                    <a:pt x="3616706" y="300863"/>
                  </a:lnTo>
                  <a:lnTo>
                    <a:pt x="3616706" y="221996"/>
                  </a:lnTo>
                  <a:close/>
                </a:path>
                <a:path w="4204334" h="4773930">
                  <a:moveTo>
                    <a:pt x="3619881" y="188214"/>
                  </a:moveTo>
                  <a:lnTo>
                    <a:pt x="3614801" y="182499"/>
                  </a:lnTo>
                  <a:lnTo>
                    <a:pt x="3600704" y="182499"/>
                  </a:lnTo>
                  <a:lnTo>
                    <a:pt x="3596005" y="188214"/>
                  </a:lnTo>
                  <a:lnTo>
                    <a:pt x="3596005" y="202311"/>
                  </a:lnTo>
                  <a:lnTo>
                    <a:pt x="3601212" y="207010"/>
                  </a:lnTo>
                  <a:lnTo>
                    <a:pt x="3614293" y="207010"/>
                  </a:lnTo>
                  <a:lnTo>
                    <a:pt x="3619881" y="201295"/>
                  </a:lnTo>
                  <a:lnTo>
                    <a:pt x="3619881" y="188214"/>
                  </a:lnTo>
                  <a:close/>
                </a:path>
                <a:path w="4204334" h="4773930">
                  <a:moveTo>
                    <a:pt x="3716147" y="251968"/>
                  </a:moveTo>
                  <a:lnTo>
                    <a:pt x="3713861" y="238823"/>
                  </a:lnTo>
                  <a:lnTo>
                    <a:pt x="3712387" y="236474"/>
                  </a:lnTo>
                  <a:lnTo>
                    <a:pt x="3709200" y="231394"/>
                  </a:lnTo>
                  <a:lnTo>
                    <a:pt x="3707447" y="228587"/>
                  </a:lnTo>
                  <a:lnTo>
                    <a:pt x="3697567" y="221996"/>
                  </a:lnTo>
                  <a:lnTo>
                    <a:pt x="3697770" y="221996"/>
                  </a:lnTo>
                  <a:lnTo>
                    <a:pt x="3684651" y="219583"/>
                  </a:lnTo>
                  <a:lnTo>
                    <a:pt x="3678237" y="220116"/>
                  </a:lnTo>
                  <a:lnTo>
                    <a:pt x="3671798" y="221996"/>
                  </a:lnTo>
                  <a:lnTo>
                    <a:pt x="3665893" y="225590"/>
                  </a:lnTo>
                  <a:lnTo>
                    <a:pt x="3660775" y="231394"/>
                  </a:lnTo>
                  <a:lnTo>
                    <a:pt x="3660775" y="221996"/>
                  </a:lnTo>
                  <a:lnTo>
                    <a:pt x="3643376" y="221996"/>
                  </a:lnTo>
                  <a:lnTo>
                    <a:pt x="3643376" y="300863"/>
                  </a:lnTo>
                  <a:lnTo>
                    <a:pt x="3660775" y="300863"/>
                  </a:lnTo>
                  <a:lnTo>
                    <a:pt x="3660775" y="257175"/>
                  </a:lnTo>
                  <a:lnTo>
                    <a:pt x="3662337" y="248589"/>
                  </a:lnTo>
                  <a:lnTo>
                    <a:pt x="3662400" y="248208"/>
                  </a:lnTo>
                  <a:lnTo>
                    <a:pt x="3666820" y="241731"/>
                  </a:lnTo>
                  <a:lnTo>
                    <a:pt x="3673043" y="237934"/>
                  </a:lnTo>
                  <a:lnTo>
                    <a:pt x="3672522" y="237934"/>
                  </a:lnTo>
                  <a:lnTo>
                    <a:pt x="3680968" y="236474"/>
                  </a:lnTo>
                  <a:lnTo>
                    <a:pt x="3688753" y="237934"/>
                  </a:lnTo>
                  <a:lnTo>
                    <a:pt x="3694493" y="242062"/>
                  </a:lnTo>
                  <a:lnTo>
                    <a:pt x="3698036" y="248589"/>
                  </a:lnTo>
                  <a:lnTo>
                    <a:pt x="3699256" y="257175"/>
                  </a:lnTo>
                  <a:lnTo>
                    <a:pt x="3699256" y="301244"/>
                  </a:lnTo>
                  <a:lnTo>
                    <a:pt x="3716147" y="301244"/>
                  </a:lnTo>
                  <a:lnTo>
                    <a:pt x="3716147" y="251968"/>
                  </a:lnTo>
                  <a:close/>
                </a:path>
                <a:path w="4204334" h="4773930">
                  <a:moveTo>
                    <a:pt x="3795522" y="185420"/>
                  </a:moveTo>
                  <a:lnTo>
                    <a:pt x="3789794" y="182118"/>
                  </a:lnTo>
                  <a:lnTo>
                    <a:pt x="3782314" y="179705"/>
                  </a:lnTo>
                  <a:lnTo>
                    <a:pt x="3773805" y="179705"/>
                  </a:lnTo>
                  <a:lnTo>
                    <a:pt x="3761917" y="181864"/>
                  </a:lnTo>
                  <a:lnTo>
                    <a:pt x="3753612" y="187807"/>
                  </a:lnTo>
                  <a:lnTo>
                    <a:pt x="3748722" y="196748"/>
                  </a:lnTo>
                  <a:lnTo>
                    <a:pt x="3747122" y="207899"/>
                  </a:lnTo>
                  <a:lnTo>
                    <a:pt x="3747122" y="221488"/>
                  </a:lnTo>
                  <a:lnTo>
                    <a:pt x="3731641" y="221488"/>
                  </a:lnTo>
                  <a:lnTo>
                    <a:pt x="3731641" y="237490"/>
                  </a:lnTo>
                  <a:lnTo>
                    <a:pt x="3747122" y="237490"/>
                  </a:lnTo>
                  <a:lnTo>
                    <a:pt x="3747122" y="300863"/>
                  </a:lnTo>
                  <a:lnTo>
                    <a:pt x="3764521" y="300863"/>
                  </a:lnTo>
                  <a:lnTo>
                    <a:pt x="3764521" y="237490"/>
                  </a:lnTo>
                  <a:lnTo>
                    <a:pt x="3791204" y="237490"/>
                  </a:lnTo>
                  <a:lnTo>
                    <a:pt x="3791204" y="221996"/>
                  </a:lnTo>
                  <a:lnTo>
                    <a:pt x="3764521" y="221996"/>
                  </a:lnTo>
                  <a:lnTo>
                    <a:pt x="3764521" y="200914"/>
                  </a:lnTo>
                  <a:lnTo>
                    <a:pt x="3767696" y="196215"/>
                  </a:lnTo>
                  <a:lnTo>
                    <a:pt x="3780396" y="196215"/>
                  </a:lnTo>
                  <a:lnTo>
                    <a:pt x="3785616" y="197993"/>
                  </a:lnTo>
                  <a:lnTo>
                    <a:pt x="3789794" y="200406"/>
                  </a:lnTo>
                  <a:lnTo>
                    <a:pt x="3791394" y="196215"/>
                  </a:lnTo>
                  <a:lnTo>
                    <a:pt x="3795522" y="185420"/>
                  </a:lnTo>
                  <a:close/>
                </a:path>
                <a:path w="4204334" h="4773930">
                  <a:moveTo>
                    <a:pt x="3861689" y="221996"/>
                  </a:moveTo>
                  <a:lnTo>
                    <a:pt x="3857879" y="220980"/>
                  </a:lnTo>
                  <a:lnTo>
                    <a:pt x="3853688" y="219583"/>
                  </a:lnTo>
                  <a:lnTo>
                    <a:pt x="3848989" y="219583"/>
                  </a:lnTo>
                  <a:lnTo>
                    <a:pt x="3842143" y="220306"/>
                  </a:lnTo>
                  <a:lnTo>
                    <a:pt x="3835870" y="222427"/>
                  </a:lnTo>
                  <a:lnTo>
                    <a:pt x="3830409" y="225971"/>
                  </a:lnTo>
                  <a:lnTo>
                    <a:pt x="3826002" y="230886"/>
                  </a:lnTo>
                  <a:lnTo>
                    <a:pt x="3826002" y="221996"/>
                  </a:lnTo>
                  <a:lnTo>
                    <a:pt x="3809098" y="221996"/>
                  </a:lnTo>
                  <a:lnTo>
                    <a:pt x="3809098" y="300863"/>
                  </a:lnTo>
                  <a:lnTo>
                    <a:pt x="3826002" y="300863"/>
                  </a:lnTo>
                  <a:lnTo>
                    <a:pt x="3826002" y="257175"/>
                  </a:lnTo>
                  <a:lnTo>
                    <a:pt x="3827335" y="248158"/>
                  </a:lnTo>
                  <a:lnTo>
                    <a:pt x="3831132" y="241541"/>
                  </a:lnTo>
                  <a:lnTo>
                    <a:pt x="3837013" y="237490"/>
                  </a:lnTo>
                  <a:lnTo>
                    <a:pt x="3844671" y="236093"/>
                  </a:lnTo>
                  <a:lnTo>
                    <a:pt x="3848989" y="236093"/>
                  </a:lnTo>
                  <a:lnTo>
                    <a:pt x="3854069" y="237490"/>
                  </a:lnTo>
                  <a:lnTo>
                    <a:pt x="3857879" y="238887"/>
                  </a:lnTo>
                  <a:lnTo>
                    <a:pt x="3858501" y="236093"/>
                  </a:lnTo>
                  <a:lnTo>
                    <a:pt x="3859682" y="230886"/>
                  </a:lnTo>
                  <a:lnTo>
                    <a:pt x="3861587" y="222427"/>
                  </a:lnTo>
                  <a:lnTo>
                    <a:pt x="3861689" y="221996"/>
                  </a:lnTo>
                  <a:close/>
                </a:path>
                <a:path w="4204334" h="4773930">
                  <a:moveTo>
                    <a:pt x="3951732" y="221996"/>
                  </a:moveTo>
                  <a:lnTo>
                    <a:pt x="3935349" y="221996"/>
                  </a:lnTo>
                  <a:lnTo>
                    <a:pt x="3935349" y="261366"/>
                  </a:lnTo>
                  <a:lnTo>
                    <a:pt x="3933660" y="271284"/>
                  </a:lnTo>
                  <a:lnTo>
                    <a:pt x="3928884" y="279361"/>
                  </a:lnTo>
                  <a:lnTo>
                    <a:pt x="3921468" y="284784"/>
                  </a:lnTo>
                  <a:lnTo>
                    <a:pt x="3911854" y="286766"/>
                  </a:lnTo>
                  <a:lnTo>
                    <a:pt x="3901859" y="284784"/>
                  </a:lnTo>
                  <a:lnTo>
                    <a:pt x="3894480" y="279361"/>
                  </a:lnTo>
                  <a:lnTo>
                    <a:pt x="3889921" y="271284"/>
                  </a:lnTo>
                  <a:lnTo>
                    <a:pt x="3888359" y="261366"/>
                  </a:lnTo>
                  <a:lnTo>
                    <a:pt x="3889921" y="251472"/>
                  </a:lnTo>
                  <a:lnTo>
                    <a:pt x="3894480" y="243446"/>
                  </a:lnTo>
                  <a:lnTo>
                    <a:pt x="3901859" y="238061"/>
                  </a:lnTo>
                  <a:lnTo>
                    <a:pt x="3911854" y="236093"/>
                  </a:lnTo>
                  <a:lnTo>
                    <a:pt x="3921734" y="238061"/>
                  </a:lnTo>
                  <a:lnTo>
                    <a:pt x="3921544" y="238061"/>
                  </a:lnTo>
                  <a:lnTo>
                    <a:pt x="3928884" y="243306"/>
                  </a:lnTo>
                  <a:lnTo>
                    <a:pt x="3933660" y="251320"/>
                  </a:lnTo>
                  <a:lnTo>
                    <a:pt x="3935349" y="261366"/>
                  </a:lnTo>
                  <a:lnTo>
                    <a:pt x="3935349" y="221996"/>
                  </a:lnTo>
                  <a:lnTo>
                    <a:pt x="3934460" y="221996"/>
                  </a:lnTo>
                  <a:lnTo>
                    <a:pt x="3934460" y="231406"/>
                  </a:lnTo>
                  <a:lnTo>
                    <a:pt x="3930015" y="226555"/>
                  </a:lnTo>
                  <a:lnTo>
                    <a:pt x="3924490" y="222821"/>
                  </a:lnTo>
                  <a:lnTo>
                    <a:pt x="3917810" y="220433"/>
                  </a:lnTo>
                  <a:lnTo>
                    <a:pt x="3909949" y="219583"/>
                  </a:lnTo>
                  <a:lnTo>
                    <a:pt x="3893972" y="222821"/>
                  </a:lnTo>
                  <a:lnTo>
                    <a:pt x="3894213" y="222821"/>
                  </a:lnTo>
                  <a:lnTo>
                    <a:pt x="3881831" y="231521"/>
                  </a:lnTo>
                  <a:lnTo>
                    <a:pt x="3873563" y="244767"/>
                  </a:lnTo>
                  <a:lnTo>
                    <a:pt x="3870579" y="261366"/>
                  </a:lnTo>
                  <a:lnTo>
                    <a:pt x="3873639" y="277952"/>
                  </a:lnTo>
                  <a:lnTo>
                    <a:pt x="3882021" y="291007"/>
                  </a:lnTo>
                  <a:lnTo>
                    <a:pt x="3894518" y="299567"/>
                  </a:lnTo>
                  <a:lnTo>
                    <a:pt x="3909949" y="302641"/>
                  </a:lnTo>
                  <a:lnTo>
                    <a:pt x="3917810" y="301802"/>
                  </a:lnTo>
                  <a:lnTo>
                    <a:pt x="3924490" y="299427"/>
                  </a:lnTo>
                  <a:lnTo>
                    <a:pt x="3930015" y="295732"/>
                  </a:lnTo>
                  <a:lnTo>
                    <a:pt x="3934409" y="291007"/>
                  </a:lnTo>
                  <a:lnTo>
                    <a:pt x="3934460" y="300355"/>
                  </a:lnTo>
                  <a:lnTo>
                    <a:pt x="3951732" y="300355"/>
                  </a:lnTo>
                  <a:lnTo>
                    <a:pt x="3951732" y="291007"/>
                  </a:lnTo>
                  <a:lnTo>
                    <a:pt x="3951732" y="286766"/>
                  </a:lnTo>
                  <a:lnTo>
                    <a:pt x="3951732" y="236093"/>
                  </a:lnTo>
                  <a:lnTo>
                    <a:pt x="3951732" y="231521"/>
                  </a:lnTo>
                  <a:lnTo>
                    <a:pt x="3951732" y="221996"/>
                  </a:lnTo>
                  <a:close/>
                </a:path>
                <a:path w="4204334" h="4773930">
                  <a:moveTo>
                    <a:pt x="4107053" y="252476"/>
                  </a:moveTo>
                  <a:lnTo>
                    <a:pt x="4105059" y="239039"/>
                  </a:lnTo>
                  <a:lnTo>
                    <a:pt x="4104132" y="237490"/>
                  </a:lnTo>
                  <a:lnTo>
                    <a:pt x="4103522" y="236474"/>
                  </a:lnTo>
                  <a:lnTo>
                    <a:pt x="4101833" y="233680"/>
                  </a:lnTo>
                  <a:lnTo>
                    <a:pt x="4098798" y="228650"/>
                  </a:lnTo>
                  <a:lnTo>
                    <a:pt x="4088968" y="221996"/>
                  </a:lnTo>
                  <a:lnTo>
                    <a:pt x="4089133" y="221996"/>
                  </a:lnTo>
                  <a:lnTo>
                    <a:pt x="4076065" y="219583"/>
                  </a:lnTo>
                  <a:lnTo>
                    <a:pt x="4068178" y="220218"/>
                  </a:lnTo>
                  <a:lnTo>
                    <a:pt x="4060329" y="222440"/>
                  </a:lnTo>
                  <a:lnTo>
                    <a:pt x="4053078" y="226771"/>
                  </a:lnTo>
                  <a:lnTo>
                    <a:pt x="4046982" y="233680"/>
                  </a:lnTo>
                  <a:lnTo>
                    <a:pt x="4045178" y="231394"/>
                  </a:lnTo>
                  <a:lnTo>
                    <a:pt x="4042308" y="227736"/>
                  </a:lnTo>
                  <a:lnTo>
                    <a:pt x="4036123" y="223304"/>
                  </a:lnTo>
                  <a:lnTo>
                    <a:pt x="4028694" y="220535"/>
                  </a:lnTo>
                  <a:lnTo>
                    <a:pt x="4020312" y="219583"/>
                  </a:lnTo>
                  <a:lnTo>
                    <a:pt x="4012501" y="220218"/>
                  </a:lnTo>
                  <a:lnTo>
                    <a:pt x="4013454" y="220218"/>
                  </a:lnTo>
                  <a:lnTo>
                    <a:pt x="4007345" y="221996"/>
                  </a:lnTo>
                  <a:lnTo>
                    <a:pt x="4001427" y="225590"/>
                  </a:lnTo>
                  <a:lnTo>
                    <a:pt x="3996309" y="231394"/>
                  </a:lnTo>
                  <a:lnTo>
                    <a:pt x="3996309" y="221996"/>
                  </a:lnTo>
                  <a:lnTo>
                    <a:pt x="3978529" y="221996"/>
                  </a:lnTo>
                  <a:lnTo>
                    <a:pt x="3978529" y="300863"/>
                  </a:lnTo>
                  <a:lnTo>
                    <a:pt x="3995420" y="300863"/>
                  </a:lnTo>
                  <a:lnTo>
                    <a:pt x="3995420" y="257175"/>
                  </a:lnTo>
                  <a:lnTo>
                    <a:pt x="3996880" y="249174"/>
                  </a:lnTo>
                  <a:lnTo>
                    <a:pt x="3996982" y="248589"/>
                  </a:lnTo>
                  <a:lnTo>
                    <a:pt x="3997058" y="248208"/>
                  </a:lnTo>
                  <a:lnTo>
                    <a:pt x="4001516" y="241731"/>
                  </a:lnTo>
                  <a:lnTo>
                    <a:pt x="4007853" y="237934"/>
                  </a:lnTo>
                  <a:lnTo>
                    <a:pt x="4007307" y="237934"/>
                  </a:lnTo>
                  <a:lnTo>
                    <a:pt x="4015994" y="236474"/>
                  </a:lnTo>
                  <a:lnTo>
                    <a:pt x="4023830" y="237934"/>
                  </a:lnTo>
                  <a:lnTo>
                    <a:pt x="4029557" y="242062"/>
                  </a:lnTo>
                  <a:lnTo>
                    <a:pt x="4033075" y="248589"/>
                  </a:lnTo>
                  <a:lnTo>
                    <a:pt x="4034282" y="257175"/>
                  </a:lnTo>
                  <a:lnTo>
                    <a:pt x="4034282" y="301244"/>
                  </a:lnTo>
                  <a:lnTo>
                    <a:pt x="4051173" y="301244"/>
                  </a:lnTo>
                  <a:lnTo>
                    <a:pt x="4051262" y="257175"/>
                  </a:lnTo>
                  <a:lnTo>
                    <a:pt x="4052735" y="249174"/>
                  </a:lnTo>
                  <a:lnTo>
                    <a:pt x="4052811" y="248742"/>
                  </a:lnTo>
                  <a:lnTo>
                    <a:pt x="4057281" y="242443"/>
                  </a:lnTo>
                  <a:lnTo>
                    <a:pt x="4063860" y="238721"/>
                  </a:lnTo>
                  <a:lnTo>
                    <a:pt x="4071874" y="237490"/>
                  </a:lnTo>
                  <a:lnTo>
                    <a:pt x="4079710" y="238861"/>
                  </a:lnTo>
                  <a:lnTo>
                    <a:pt x="4085437" y="242824"/>
                  </a:lnTo>
                  <a:lnTo>
                    <a:pt x="4088955" y="249174"/>
                  </a:lnTo>
                  <a:lnTo>
                    <a:pt x="4090085" y="257175"/>
                  </a:lnTo>
                  <a:lnTo>
                    <a:pt x="4090162" y="301752"/>
                  </a:lnTo>
                  <a:lnTo>
                    <a:pt x="4107053" y="301752"/>
                  </a:lnTo>
                  <a:lnTo>
                    <a:pt x="4107053" y="252476"/>
                  </a:lnTo>
                  <a:close/>
                </a:path>
                <a:path w="4204334" h="4773930">
                  <a:moveTo>
                    <a:pt x="4204208" y="261366"/>
                  </a:moveTo>
                  <a:lnTo>
                    <a:pt x="4203128" y="254381"/>
                  </a:lnTo>
                  <a:lnTo>
                    <a:pt x="4201591" y="244348"/>
                  </a:lnTo>
                  <a:lnTo>
                    <a:pt x="4196410" y="235077"/>
                  </a:lnTo>
                  <a:lnTo>
                    <a:pt x="4194200" y="231140"/>
                  </a:lnTo>
                  <a:lnTo>
                    <a:pt x="4186936" y="225780"/>
                  </a:lnTo>
                  <a:lnTo>
                    <a:pt x="4186936" y="254381"/>
                  </a:lnTo>
                  <a:lnTo>
                    <a:pt x="4145661" y="254381"/>
                  </a:lnTo>
                  <a:lnTo>
                    <a:pt x="4148251" y="246608"/>
                  </a:lnTo>
                  <a:lnTo>
                    <a:pt x="4152620" y="240499"/>
                  </a:lnTo>
                  <a:lnTo>
                    <a:pt x="4158780" y="236512"/>
                  </a:lnTo>
                  <a:lnTo>
                    <a:pt x="4166743" y="235077"/>
                  </a:lnTo>
                  <a:lnTo>
                    <a:pt x="4175074" y="236512"/>
                  </a:lnTo>
                  <a:lnTo>
                    <a:pt x="4174540" y="236512"/>
                  </a:lnTo>
                  <a:lnTo>
                    <a:pt x="4180306" y="240157"/>
                  </a:lnTo>
                  <a:lnTo>
                    <a:pt x="4184548" y="246227"/>
                  </a:lnTo>
                  <a:lnTo>
                    <a:pt x="4186936" y="254381"/>
                  </a:lnTo>
                  <a:lnTo>
                    <a:pt x="4186936" y="225780"/>
                  </a:lnTo>
                  <a:lnTo>
                    <a:pt x="4182668" y="222618"/>
                  </a:lnTo>
                  <a:lnTo>
                    <a:pt x="4167632" y="219583"/>
                  </a:lnTo>
                  <a:lnTo>
                    <a:pt x="4151782" y="222618"/>
                  </a:lnTo>
                  <a:lnTo>
                    <a:pt x="4139323" y="231140"/>
                  </a:lnTo>
                  <a:lnTo>
                    <a:pt x="4131170" y="244348"/>
                  </a:lnTo>
                  <a:lnTo>
                    <a:pt x="4128262" y="261366"/>
                  </a:lnTo>
                  <a:lnTo>
                    <a:pt x="4131183" y="278536"/>
                  </a:lnTo>
                  <a:lnTo>
                    <a:pt x="4139425" y="291528"/>
                  </a:lnTo>
                  <a:lnTo>
                    <a:pt x="4152150" y="299770"/>
                  </a:lnTo>
                  <a:lnTo>
                    <a:pt x="4168521" y="302641"/>
                  </a:lnTo>
                  <a:lnTo>
                    <a:pt x="4177258" y="302082"/>
                  </a:lnTo>
                  <a:lnTo>
                    <a:pt x="4185678" y="300253"/>
                  </a:lnTo>
                  <a:lnTo>
                    <a:pt x="4193641" y="296913"/>
                  </a:lnTo>
                  <a:lnTo>
                    <a:pt x="4201033" y="291846"/>
                  </a:lnTo>
                  <a:lnTo>
                    <a:pt x="4198023" y="287655"/>
                  </a:lnTo>
                  <a:lnTo>
                    <a:pt x="4192016" y="279273"/>
                  </a:lnTo>
                  <a:lnTo>
                    <a:pt x="4185539" y="284861"/>
                  </a:lnTo>
                  <a:lnTo>
                    <a:pt x="4177538" y="287655"/>
                  </a:lnTo>
                  <a:lnTo>
                    <a:pt x="4169029" y="287655"/>
                  </a:lnTo>
                  <a:lnTo>
                    <a:pt x="4161142" y="286562"/>
                  </a:lnTo>
                  <a:lnTo>
                    <a:pt x="4154144" y="283044"/>
                  </a:lnTo>
                  <a:lnTo>
                    <a:pt x="4148747" y="276783"/>
                  </a:lnTo>
                  <a:lnTo>
                    <a:pt x="4145661" y="267462"/>
                  </a:lnTo>
                  <a:lnTo>
                    <a:pt x="4203827" y="267462"/>
                  </a:lnTo>
                  <a:lnTo>
                    <a:pt x="4203827" y="266065"/>
                  </a:lnTo>
                  <a:lnTo>
                    <a:pt x="4204208" y="263779"/>
                  </a:lnTo>
                  <a:lnTo>
                    <a:pt x="4204208" y="26136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3118" y="7368158"/>
              <a:ext cx="759841" cy="30264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423027" y="7365745"/>
              <a:ext cx="1553210" cy="123189"/>
            </a:xfrm>
            <a:custGeom>
              <a:avLst/>
              <a:gdLst/>
              <a:ahLst/>
              <a:cxnLst/>
              <a:rect l="l" t="t" r="r" b="b"/>
              <a:pathLst>
                <a:path w="1553209" h="123190">
                  <a:moveTo>
                    <a:pt x="99949" y="5588"/>
                  </a:moveTo>
                  <a:lnTo>
                    <a:pt x="81153" y="5588"/>
                  </a:lnTo>
                  <a:lnTo>
                    <a:pt x="81153" y="53975"/>
                  </a:lnTo>
                  <a:lnTo>
                    <a:pt x="19177" y="53975"/>
                  </a:lnTo>
                  <a:lnTo>
                    <a:pt x="19177" y="5588"/>
                  </a:lnTo>
                  <a:lnTo>
                    <a:pt x="0" y="5588"/>
                  </a:lnTo>
                  <a:lnTo>
                    <a:pt x="0" y="120650"/>
                  </a:lnTo>
                  <a:lnTo>
                    <a:pt x="19177" y="120650"/>
                  </a:lnTo>
                  <a:lnTo>
                    <a:pt x="19177" y="71374"/>
                  </a:lnTo>
                  <a:lnTo>
                    <a:pt x="81153" y="71374"/>
                  </a:lnTo>
                  <a:lnTo>
                    <a:pt x="81153" y="120650"/>
                  </a:lnTo>
                  <a:lnTo>
                    <a:pt x="99949" y="120650"/>
                  </a:lnTo>
                  <a:lnTo>
                    <a:pt x="99949" y="71374"/>
                  </a:lnTo>
                  <a:lnTo>
                    <a:pt x="99949" y="53975"/>
                  </a:lnTo>
                  <a:lnTo>
                    <a:pt x="99949" y="5588"/>
                  </a:lnTo>
                  <a:close/>
                </a:path>
                <a:path w="1553209" h="123190">
                  <a:moveTo>
                    <a:pt x="236474" y="63373"/>
                  </a:moveTo>
                  <a:lnTo>
                    <a:pt x="232232" y="39725"/>
                  </a:lnTo>
                  <a:lnTo>
                    <a:pt x="221208" y="22987"/>
                  </a:lnTo>
                  <a:lnTo>
                    <a:pt x="220205" y="21488"/>
                  </a:lnTo>
                  <a:lnTo>
                    <a:pt x="217297" y="19672"/>
                  </a:lnTo>
                  <a:lnTo>
                    <a:pt x="217297" y="63373"/>
                  </a:lnTo>
                  <a:lnTo>
                    <a:pt x="214744" y="79019"/>
                  </a:lnTo>
                  <a:lnTo>
                    <a:pt x="207149" y="91490"/>
                  </a:lnTo>
                  <a:lnTo>
                    <a:pt x="194525" y="99758"/>
                  </a:lnTo>
                  <a:lnTo>
                    <a:pt x="176911" y="102743"/>
                  </a:lnTo>
                  <a:lnTo>
                    <a:pt x="149733" y="102743"/>
                  </a:lnTo>
                  <a:lnTo>
                    <a:pt x="149733" y="22987"/>
                  </a:lnTo>
                  <a:lnTo>
                    <a:pt x="176911" y="22987"/>
                  </a:lnTo>
                  <a:lnTo>
                    <a:pt x="176911" y="23495"/>
                  </a:lnTo>
                  <a:lnTo>
                    <a:pt x="194525" y="26428"/>
                  </a:lnTo>
                  <a:lnTo>
                    <a:pt x="207149" y="34632"/>
                  </a:lnTo>
                  <a:lnTo>
                    <a:pt x="214744" y="47231"/>
                  </a:lnTo>
                  <a:lnTo>
                    <a:pt x="217297" y="63373"/>
                  </a:lnTo>
                  <a:lnTo>
                    <a:pt x="217297" y="19672"/>
                  </a:lnTo>
                  <a:lnTo>
                    <a:pt x="201422" y="9753"/>
                  </a:lnTo>
                  <a:lnTo>
                    <a:pt x="176911" y="5588"/>
                  </a:lnTo>
                  <a:lnTo>
                    <a:pt x="130937" y="5588"/>
                  </a:lnTo>
                  <a:lnTo>
                    <a:pt x="130937" y="120650"/>
                  </a:lnTo>
                  <a:lnTo>
                    <a:pt x="176911" y="120650"/>
                  </a:lnTo>
                  <a:lnTo>
                    <a:pt x="201269" y="116522"/>
                  </a:lnTo>
                  <a:lnTo>
                    <a:pt x="220065" y="104876"/>
                  </a:lnTo>
                  <a:lnTo>
                    <a:pt x="221488" y="102743"/>
                  </a:lnTo>
                  <a:lnTo>
                    <a:pt x="232181" y="86791"/>
                  </a:lnTo>
                  <a:lnTo>
                    <a:pt x="236474" y="63373"/>
                  </a:lnTo>
                  <a:close/>
                </a:path>
                <a:path w="1553209" h="123190">
                  <a:moveTo>
                    <a:pt x="343535" y="5588"/>
                  </a:moveTo>
                  <a:lnTo>
                    <a:pt x="261366" y="5588"/>
                  </a:lnTo>
                  <a:lnTo>
                    <a:pt x="261366" y="120650"/>
                  </a:lnTo>
                  <a:lnTo>
                    <a:pt x="280162" y="120650"/>
                  </a:lnTo>
                  <a:lnTo>
                    <a:pt x="280162" y="71374"/>
                  </a:lnTo>
                  <a:lnTo>
                    <a:pt x="339725" y="71374"/>
                  </a:lnTo>
                  <a:lnTo>
                    <a:pt x="339725" y="53975"/>
                  </a:lnTo>
                  <a:lnTo>
                    <a:pt x="280162" y="53975"/>
                  </a:lnTo>
                  <a:lnTo>
                    <a:pt x="280162" y="23495"/>
                  </a:lnTo>
                  <a:lnTo>
                    <a:pt x="343535" y="23495"/>
                  </a:lnTo>
                  <a:lnTo>
                    <a:pt x="343535" y="5588"/>
                  </a:lnTo>
                  <a:close/>
                </a:path>
                <a:path w="1553209" h="123190">
                  <a:moveTo>
                    <a:pt x="454787" y="85471"/>
                  </a:moveTo>
                  <a:lnTo>
                    <a:pt x="417703" y="53975"/>
                  </a:lnTo>
                  <a:lnTo>
                    <a:pt x="409702" y="52578"/>
                  </a:lnTo>
                  <a:lnTo>
                    <a:pt x="399859" y="50546"/>
                  </a:lnTo>
                  <a:lnTo>
                    <a:pt x="392328" y="47713"/>
                  </a:lnTo>
                  <a:lnTo>
                    <a:pt x="387515" y="43561"/>
                  </a:lnTo>
                  <a:lnTo>
                    <a:pt x="385826" y="37592"/>
                  </a:lnTo>
                  <a:lnTo>
                    <a:pt x="387629" y="30480"/>
                  </a:lnTo>
                  <a:lnTo>
                    <a:pt x="387667" y="30327"/>
                  </a:lnTo>
                  <a:lnTo>
                    <a:pt x="392899" y="24853"/>
                  </a:lnTo>
                  <a:lnTo>
                    <a:pt x="401040" y="21399"/>
                  </a:lnTo>
                  <a:lnTo>
                    <a:pt x="411607" y="20193"/>
                  </a:lnTo>
                  <a:lnTo>
                    <a:pt x="420116" y="20891"/>
                  </a:lnTo>
                  <a:lnTo>
                    <a:pt x="428205" y="22910"/>
                  </a:lnTo>
                  <a:lnTo>
                    <a:pt x="435965" y="26149"/>
                  </a:lnTo>
                  <a:lnTo>
                    <a:pt x="443484" y="30480"/>
                  </a:lnTo>
                  <a:lnTo>
                    <a:pt x="450710" y="20193"/>
                  </a:lnTo>
                  <a:lnTo>
                    <a:pt x="411607" y="3810"/>
                  </a:lnTo>
                  <a:lnTo>
                    <a:pt x="393979" y="6223"/>
                  </a:lnTo>
                  <a:lnTo>
                    <a:pt x="379476" y="13233"/>
                  </a:lnTo>
                  <a:lnTo>
                    <a:pt x="369633" y="24549"/>
                  </a:lnTo>
                  <a:lnTo>
                    <a:pt x="366014" y="39878"/>
                  </a:lnTo>
                  <a:lnTo>
                    <a:pt x="368985" y="53365"/>
                  </a:lnTo>
                  <a:lnTo>
                    <a:pt x="376821" y="62636"/>
                  </a:lnTo>
                  <a:lnTo>
                    <a:pt x="387819" y="68402"/>
                  </a:lnTo>
                  <a:lnTo>
                    <a:pt x="400304" y="71374"/>
                  </a:lnTo>
                  <a:lnTo>
                    <a:pt x="409194" y="72771"/>
                  </a:lnTo>
                  <a:lnTo>
                    <a:pt x="420395" y="74828"/>
                  </a:lnTo>
                  <a:lnTo>
                    <a:pt x="428459" y="77787"/>
                  </a:lnTo>
                  <a:lnTo>
                    <a:pt x="433336" y="81991"/>
                  </a:lnTo>
                  <a:lnTo>
                    <a:pt x="434975" y="87757"/>
                  </a:lnTo>
                  <a:lnTo>
                    <a:pt x="432904" y="94957"/>
                  </a:lnTo>
                  <a:lnTo>
                    <a:pt x="427189" y="100253"/>
                  </a:lnTo>
                  <a:lnTo>
                    <a:pt x="418579" y="103530"/>
                  </a:lnTo>
                  <a:lnTo>
                    <a:pt x="407797" y="104648"/>
                  </a:lnTo>
                  <a:lnTo>
                    <a:pt x="397548" y="103746"/>
                  </a:lnTo>
                  <a:lnTo>
                    <a:pt x="387705" y="101155"/>
                  </a:lnTo>
                  <a:lnTo>
                    <a:pt x="378980" y="97155"/>
                  </a:lnTo>
                  <a:lnTo>
                    <a:pt x="372110" y="91948"/>
                  </a:lnTo>
                  <a:lnTo>
                    <a:pt x="362331" y="106553"/>
                  </a:lnTo>
                  <a:lnTo>
                    <a:pt x="372262" y="113538"/>
                  </a:lnTo>
                  <a:lnTo>
                    <a:pt x="383882" y="118351"/>
                  </a:lnTo>
                  <a:lnTo>
                    <a:pt x="396227" y="121145"/>
                  </a:lnTo>
                  <a:lnTo>
                    <a:pt x="408305" y="122047"/>
                  </a:lnTo>
                  <a:lnTo>
                    <a:pt x="426059" y="119621"/>
                  </a:lnTo>
                  <a:lnTo>
                    <a:pt x="440880" y="112522"/>
                  </a:lnTo>
                  <a:lnTo>
                    <a:pt x="447827" y="104648"/>
                  </a:lnTo>
                  <a:lnTo>
                    <a:pt x="450926" y="101155"/>
                  </a:lnTo>
                  <a:lnTo>
                    <a:pt x="451205" y="100253"/>
                  </a:lnTo>
                  <a:lnTo>
                    <a:pt x="454787" y="85471"/>
                  </a:lnTo>
                  <a:close/>
                </a:path>
                <a:path w="1553209" h="123190">
                  <a:moveTo>
                    <a:pt x="815721" y="5588"/>
                  </a:moveTo>
                  <a:lnTo>
                    <a:pt x="787527" y="5588"/>
                  </a:lnTo>
                  <a:lnTo>
                    <a:pt x="754253" y="87757"/>
                  </a:lnTo>
                  <a:lnTo>
                    <a:pt x="729094" y="26797"/>
                  </a:lnTo>
                  <a:lnTo>
                    <a:pt x="720344" y="5588"/>
                  </a:lnTo>
                  <a:lnTo>
                    <a:pt x="691769" y="5588"/>
                  </a:lnTo>
                  <a:lnTo>
                    <a:pt x="691769" y="120650"/>
                  </a:lnTo>
                  <a:lnTo>
                    <a:pt x="710565" y="120650"/>
                  </a:lnTo>
                  <a:lnTo>
                    <a:pt x="710565" y="26797"/>
                  </a:lnTo>
                  <a:lnTo>
                    <a:pt x="744347" y="109347"/>
                  </a:lnTo>
                  <a:lnTo>
                    <a:pt x="763524" y="109347"/>
                  </a:lnTo>
                  <a:lnTo>
                    <a:pt x="772198" y="87757"/>
                  </a:lnTo>
                  <a:lnTo>
                    <a:pt x="796925" y="26289"/>
                  </a:lnTo>
                  <a:lnTo>
                    <a:pt x="796925" y="120650"/>
                  </a:lnTo>
                  <a:lnTo>
                    <a:pt x="815721" y="120650"/>
                  </a:lnTo>
                  <a:lnTo>
                    <a:pt x="815721" y="26289"/>
                  </a:lnTo>
                  <a:lnTo>
                    <a:pt x="815721" y="5588"/>
                  </a:lnTo>
                  <a:close/>
                </a:path>
                <a:path w="1553209" h="123190">
                  <a:moveTo>
                    <a:pt x="921258" y="42291"/>
                  </a:moveTo>
                  <a:lnTo>
                    <a:pt x="904875" y="42291"/>
                  </a:lnTo>
                  <a:lnTo>
                    <a:pt x="904875" y="81153"/>
                  </a:lnTo>
                  <a:lnTo>
                    <a:pt x="903249" y="91071"/>
                  </a:lnTo>
                  <a:lnTo>
                    <a:pt x="903185" y="91503"/>
                  </a:lnTo>
                  <a:lnTo>
                    <a:pt x="898410" y="99529"/>
                  </a:lnTo>
                  <a:lnTo>
                    <a:pt x="890993" y="104711"/>
                  </a:lnTo>
                  <a:lnTo>
                    <a:pt x="881380" y="106553"/>
                  </a:lnTo>
                  <a:lnTo>
                    <a:pt x="871601" y="104571"/>
                  </a:lnTo>
                  <a:lnTo>
                    <a:pt x="864196" y="99148"/>
                  </a:lnTo>
                  <a:lnTo>
                    <a:pt x="859510" y="91071"/>
                  </a:lnTo>
                  <a:lnTo>
                    <a:pt x="857885" y="81153"/>
                  </a:lnTo>
                  <a:lnTo>
                    <a:pt x="859447" y="71323"/>
                  </a:lnTo>
                  <a:lnTo>
                    <a:pt x="864006" y="63423"/>
                  </a:lnTo>
                  <a:lnTo>
                    <a:pt x="871385" y="58178"/>
                  </a:lnTo>
                  <a:lnTo>
                    <a:pt x="881380" y="56261"/>
                  </a:lnTo>
                  <a:lnTo>
                    <a:pt x="891273" y="58178"/>
                  </a:lnTo>
                  <a:lnTo>
                    <a:pt x="891070" y="58178"/>
                  </a:lnTo>
                  <a:lnTo>
                    <a:pt x="898410" y="63284"/>
                  </a:lnTo>
                  <a:lnTo>
                    <a:pt x="903185" y="71158"/>
                  </a:lnTo>
                  <a:lnTo>
                    <a:pt x="904875" y="81153"/>
                  </a:lnTo>
                  <a:lnTo>
                    <a:pt x="904875" y="42291"/>
                  </a:lnTo>
                  <a:lnTo>
                    <a:pt x="904367" y="42291"/>
                  </a:lnTo>
                  <a:lnTo>
                    <a:pt x="904367" y="51562"/>
                  </a:lnTo>
                  <a:lnTo>
                    <a:pt x="899922" y="46799"/>
                  </a:lnTo>
                  <a:lnTo>
                    <a:pt x="894245" y="43103"/>
                  </a:lnTo>
                  <a:lnTo>
                    <a:pt x="887412" y="40728"/>
                  </a:lnTo>
                  <a:lnTo>
                    <a:pt x="879475" y="39878"/>
                  </a:lnTo>
                  <a:lnTo>
                    <a:pt x="864044" y="42976"/>
                  </a:lnTo>
                  <a:lnTo>
                    <a:pt x="851547" y="51562"/>
                  </a:lnTo>
                  <a:lnTo>
                    <a:pt x="843165" y="64643"/>
                  </a:lnTo>
                  <a:lnTo>
                    <a:pt x="840105" y="81153"/>
                  </a:lnTo>
                  <a:lnTo>
                    <a:pt x="843216" y="98031"/>
                  </a:lnTo>
                  <a:lnTo>
                    <a:pt x="851712" y="111252"/>
                  </a:lnTo>
                  <a:lnTo>
                    <a:pt x="864209" y="119862"/>
                  </a:lnTo>
                  <a:lnTo>
                    <a:pt x="879475" y="122936"/>
                  </a:lnTo>
                  <a:lnTo>
                    <a:pt x="887336" y="122097"/>
                  </a:lnTo>
                  <a:lnTo>
                    <a:pt x="894054" y="119722"/>
                  </a:lnTo>
                  <a:lnTo>
                    <a:pt x="899706" y="116027"/>
                  </a:lnTo>
                  <a:lnTo>
                    <a:pt x="904367" y="111252"/>
                  </a:lnTo>
                  <a:lnTo>
                    <a:pt x="904367" y="120650"/>
                  </a:lnTo>
                  <a:lnTo>
                    <a:pt x="921258" y="120650"/>
                  </a:lnTo>
                  <a:lnTo>
                    <a:pt x="921258" y="111252"/>
                  </a:lnTo>
                  <a:lnTo>
                    <a:pt x="921258" y="106553"/>
                  </a:lnTo>
                  <a:lnTo>
                    <a:pt x="921258" y="56261"/>
                  </a:lnTo>
                  <a:lnTo>
                    <a:pt x="921258" y="51562"/>
                  </a:lnTo>
                  <a:lnTo>
                    <a:pt x="921258" y="42291"/>
                  </a:lnTo>
                  <a:close/>
                </a:path>
                <a:path w="1553209" h="123190">
                  <a:moveTo>
                    <a:pt x="965454" y="42291"/>
                  </a:moveTo>
                  <a:lnTo>
                    <a:pt x="948436" y="42291"/>
                  </a:lnTo>
                  <a:lnTo>
                    <a:pt x="948436" y="120650"/>
                  </a:lnTo>
                  <a:lnTo>
                    <a:pt x="965454" y="120650"/>
                  </a:lnTo>
                  <a:lnTo>
                    <a:pt x="965454" y="42291"/>
                  </a:lnTo>
                  <a:close/>
                </a:path>
                <a:path w="1553209" h="123190">
                  <a:moveTo>
                    <a:pt x="968629" y="8001"/>
                  </a:moveTo>
                  <a:lnTo>
                    <a:pt x="963549" y="2794"/>
                  </a:lnTo>
                  <a:lnTo>
                    <a:pt x="949452" y="2794"/>
                  </a:lnTo>
                  <a:lnTo>
                    <a:pt x="944753" y="8001"/>
                  </a:lnTo>
                  <a:lnTo>
                    <a:pt x="944753" y="22098"/>
                  </a:lnTo>
                  <a:lnTo>
                    <a:pt x="949960" y="26797"/>
                  </a:lnTo>
                  <a:lnTo>
                    <a:pt x="963041" y="26797"/>
                  </a:lnTo>
                  <a:lnTo>
                    <a:pt x="968629" y="21590"/>
                  </a:lnTo>
                  <a:lnTo>
                    <a:pt x="968629" y="8001"/>
                  </a:lnTo>
                  <a:close/>
                </a:path>
                <a:path w="1553209" h="123190">
                  <a:moveTo>
                    <a:pt x="1064895" y="71755"/>
                  </a:moveTo>
                  <a:lnTo>
                    <a:pt x="1062609" y="58686"/>
                  </a:lnTo>
                  <a:lnTo>
                    <a:pt x="1061389" y="56769"/>
                  </a:lnTo>
                  <a:lnTo>
                    <a:pt x="1058062" y="51562"/>
                  </a:lnTo>
                  <a:lnTo>
                    <a:pt x="1056195" y="48628"/>
                  </a:lnTo>
                  <a:lnTo>
                    <a:pt x="1046441" y="42291"/>
                  </a:lnTo>
                  <a:lnTo>
                    <a:pt x="1046975" y="42291"/>
                  </a:lnTo>
                  <a:lnTo>
                    <a:pt x="1033399" y="39878"/>
                  </a:lnTo>
                  <a:lnTo>
                    <a:pt x="1026985" y="40411"/>
                  </a:lnTo>
                  <a:lnTo>
                    <a:pt x="1020521" y="42291"/>
                  </a:lnTo>
                  <a:lnTo>
                    <a:pt x="1014641" y="45834"/>
                  </a:lnTo>
                  <a:lnTo>
                    <a:pt x="1009523" y="51562"/>
                  </a:lnTo>
                  <a:lnTo>
                    <a:pt x="1009523" y="42291"/>
                  </a:lnTo>
                  <a:lnTo>
                    <a:pt x="992124" y="42291"/>
                  </a:lnTo>
                  <a:lnTo>
                    <a:pt x="992124" y="120650"/>
                  </a:lnTo>
                  <a:lnTo>
                    <a:pt x="1009523" y="120650"/>
                  </a:lnTo>
                  <a:lnTo>
                    <a:pt x="1009523" y="77470"/>
                  </a:lnTo>
                  <a:lnTo>
                    <a:pt x="1011123" y="68668"/>
                  </a:lnTo>
                  <a:lnTo>
                    <a:pt x="1011148" y="68503"/>
                  </a:lnTo>
                  <a:lnTo>
                    <a:pt x="1015466" y="62166"/>
                  </a:lnTo>
                  <a:lnTo>
                    <a:pt x="1015568" y="62026"/>
                  </a:lnTo>
                  <a:lnTo>
                    <a:pt x="1021918" y="58153"/>
                  </a:lnTo>
                  <a:lnTo>
                    <a:pt x="1021689" y="58153"/>
                  </a:lnTo>
                  <a:lnTo>
                    <a:pt x="1029716" y="56769"/>
                  </a:lnTo>
                  <a:lnTo>
                    <a:pt x="1037501" y="58153"/>
                  </a:lnTo>
                  <a:lnTo>
                    <a:pt x="1043241" y="62166"/>
                  </a:lnTo>
                  <a:lnTo>
                    <a:pt x="1046695" y="68503"/>
                  </a:lnTo>
                  <a:lnTo>
                    <a:pt x="1046784" y="68668"/>
                  </a:lnTo>
                  <a:lnTo>
                    <a:pt x="1048004" y="77470"/>
                  </a:lnTo>
                  <a:lnTo>
                    <a:pt x="1048004" y="121158"/>
                  </a:lnTo>
                  <a:lnTo>
                    <a:pt x="1064895" y="121158"/>
                  </a:lnTo>
                  <a:lnTo>
                    <a:pt x="1064895" y="71755"/>
                  </a:lnTo>
                  <a:close/>
                </a:path>
                <a:path w="1553209" h="123190">
                  <a:moveTo>
                    <a:pt x="1144270" y="5588"/>
                  </a:moveTo>
                  <a:lnTo>
                    <a:pt x="1138542" y="2413"/>
                  </a:lnTo>
                  <a:lnTo>
                    <a:pt x="1131062" y="0"/>
                  </a:lnTo>
                  <a:lnTo>
                    <a:pt x="1122553" y="0"/>
                  </a:lnTo>
                  <a:lnTo>
                    <a:pt x="1110665" y="2159"/>
                  </a:lnTo>
                  <a:lnTo>
                    <a:pt x="1102360" y="8102"/>
                  </a:lnTo>
                  <a:lnTo>
                    <a:pt x="1097470" y="17043"/>
                  </a:lnTo>
                  <a:lnTo>
                    <a:pt x="1095870" y="28194"/>
                  </a:lnTo>
                  <a:lnTo>
                    <a:pt x="1095870" y="41275"/>
                  </a:lnTo>
                  <a:lnTo>
                    <a:pt x="1080389" y="41275"/>
                  </a:lnTo>
                  <a:lnTo>
                    <a:pt x="1080389" y="57277"/>
                  </a:lnTo>
                  <a:lnTo>
                    <a:pt x="1095870" y="57277"/>
                  </a:lnTo>
                  <a:lnTo>
                    <a:pt x="1095870" y="120650"/>
                  </a:lnTo>
                  <a:lnTo>
                    <a:pt x="1113269" y="120650"/>
                  </a:lnTo>
                  <a:lnTo>
                    <a:pt x="1113269" y="57277"/>
                  </a:lnTo>
                  <a:lnTo>
                    <a:pt x="1139952" y="57277"/>
                  </a:lnTo>
                  <a:lnTo>
                    <a:pt x="1139952" y="42291"/>
                  </a:lnTo>
                  <a:lnTo>
                    <a:pt x="1113269" y="42291"/>
                  </a:lnTo>
                  <a:lnTo>
                    <a:pt x="1113269" y="21082"/>
                  </a:lnTo>
                  <a:lnTo>
                    <a:pt x="1116444" y="16383"/>
                  </a:lnTo>
                  <a:lnTo>
                    <a:pt x="1129144" y="16383"/>
                  </a:lnTo>
                  <a:lnTo>
                    <a:pt x="1134364" y="17907"/>
                  </a:lnTo>
                  <a:lnTo>
                    <a:pt x="1138542" y="20193"/>
                  </a:lnTo>
                  <a:lnTo>
                    <a:pt x="1140040" y="16383"/>
                  </a:lnTo>
                  <a:lnTo>
                    <a:pt x="1144270" y="5588"/>
                  </a:lnTo>
                  <a:close/>
                </a:path>
                <a:path w="1553209" h="123190">
                  <a:moveTo>
                    <a:pt x="1210437" y="42291"/>
                  </a:moveTo>
                  <a:lnTo>
                    <a:pt x="1206627" y="40386"/>
                  </a:lnTo>
                  <a:lnTo>
                    <a:pt x="1202436" y="39878"/>
                  </a:lnTo>
                  <a:lnTo>
                    <a:pt x="1188339" y="39878"/>
                  </a:lnTo>
                  <a:lnTo>
                    <a:pt x="1179817" y="43180"/>
                  </a:lnTo>
                  <a:lnTo>
                    <a:pt x="1174750" y="50673"/>
                  </a:lnTo>
                  <a:lnTo>
                    <a:pt x="1174750" y="42291"/>
                  </a:lnTo>
                  <a:lnTo>
                    <a:pt x="1157846" y="42291"/>
                  </a:lnTo>
                  <a:lnTo>
                    <a:pt x="1157846" y="120650"/>
                  </a:lnTo>
                  <a:lnTo>
                    <a:pt x="1174750" y="120650"/>
                  </a:lnTo>
                  <a:lnTo>
                    <a:pt x="1174750" y="77470"/>
                  </a:lnTo>
                  <a:lnTo>
                    <a:pt x="1176083" y="68427"/>
                  </a:lnTo>
                  <a:lnTo>
                    <a:pt x="1179880" y="61772"/>
                  </a:lnTo>
                  <a:lnTo>
                    <a:pt x="1185786" y="57670"/>
                  </a:lnTo>
                  <a:lnTo>
                    <a:pt x="1193419" y="56261"/>
                  </a:lnTo>
                  <a:lnTo>
                    <a:pt x="1197737" y="56261"/>
                  </a:lnTo>
                  <a:lnTo>
                    <a:pt x="1202817" y="57277"/>
                  </a:lnTo>
                  <a:lnTo>
                    <a:pt x="1206627" y="59182"/>
                  </a:lnTo>
                  <a:lnTo>
                    <a:pt x="1207274" y="56261"/>
                  </a:lnTo>
                  <a:lnTo>
                    <a:pt x="1208544" y="50673"/>
                  </a:lnTo>
                  <a:lnTo>
                    <a:pt x="1210437" y="42291"/>
                  </a:lnTo>
                  <a:close/>
                </a:path>
                <a:path w="1553209" h="123190">
                  <a:moveTo>
                    <a:pt x="1300480" y="42291"/>
                  </a:moveTo>
                  <a:lnTo>
                    <a:pt x="1284097" y="42291"/>
                  </a:lnTo>
                  <a:lnTo>
                    <a:pt x="1284097" y="81153"/>
                  </a:lnTo>
                  <a:lnTo>
                    <a:pt x="1282471" y="91071"/>
                  </a:lnTo>
                  <a:lnTo>
                    <a:pt x="1282407" y="91503"/>
                  </a:lnTo>
                  <a:lnTo>
                    <a:pt x="1277632" y="99529"/>
                  </a:lnTo>
                  <a:lnTo>
                    <a:pt x="1270215" y="104711"/>
                  </a:lnTo>
                  <a:lnTo>
                    <a:pt x="1260602" y="106553"/>
                  </a:lnTo>
                  <a:lnTo>
                    <a:pt x="1250607" y="104571"/>
                  </a:lnTo>
                  <a:lnTo>
                    <a:pt x="1243228" y="99148"/>
                  </a:lnTo>
                  <a:lnTo>
                    <a:pt x="1238669" y="91071"/>
                  </a:lnTo>
                  <a:lnTo>
                    <a:pt x="1237107" y="81153"/>
                  </a:lnTo>
                  <a:lnTo>
                    <a:pt x="1238669" y="71323"/>
                  </a:lnTo>
                  <a:lnTo>
                    <a:pt x="1243228" y="63423"/>
                  </a:lnTo>
                  <a:lnTo>
                    <a:pt x="1250607" y="58178"/>
                  </a:lnTo>
                  <a:lnTo>
                    <a:pt x="1260602" y="56261"/>
                  </a:lnTo>
                  <a:lnTo>
                    <a:pt x="1270495" y="58178"/>
                  </a:lnTo>
                  <a:lnTo>
                    <a:pt x="1270292" y="58178"/>
                  </a:lnTo>
                  <a:lnTo>
                    <a:pt x="1277632" y="63284"/>
                  </a:lnTo>
                  <a:lnTo>
                    <a:pt x="1282407" y="71158"/>
                  </a:lnTo>
                  <a:lnTo>
                    <a:pt x="1284097" y="81153"/>
                  </a:lnTo>
                  <a:lnTo>
                    <a:pt x="1284097" y="42291"/>
                  </a:lnTo>
                  <a:lnTo>
                    <a:pt x="1283208" y="42291"/>
                  </a:lnTo>
                  <a:lnTo>
                    <a:pt x="1283208" y="51562"/>
                  </a:lnTo>
                  <a:lnTo>
                    <a:pt x="1278763" y="46799"/>
                  </a:lnTo>
                  <a:lnTo>
                    <a:pt x="1273238" y="43103"/>
                  </a:lnTo>
                  <a:lnTo>
                    <a:pt x="1266558" y="40728"/>
                  </a:lnTo>
                  <a:lnTo>
                    <a:pt x="1258697" y="39878"/>
                  </a:lnTo>
                  <a:lnTo>
                    <a:pt x="1243050" y="42976"/>
                  </a:lnTo>
                  <a:lnTo>
                    <a:pt x="1230579" y="51562"/>
                  </a:lnTo>
                  <a:lnTo>
                    <a:pt x="1222311" y="64643"/>
                  </a:lnTo>
                  <a:lnTo>
                    <a:pt x="1219327" y="81153"/>
                  </a:lnTo>
                  <a:lnTo>
                    <a:pt x="1222387" y="98031"/>
                  </a:lnTo>
                  <a:lnTo>
                    <a:pt x="1230795" y="111252"/>
                  </a:lnTo>
                  <a:lnTo>
                    <a:pt x="1243266" y="119862"/>
                  </a:lnTo>
                  <a:lnTo>
                    <a:pt x="1258697" y="122936"/>
                  </a:lnTo>
                  <a:lnTo>
                    <a:pt x="1266558" y="122097"/>
                  </a:lnTo>
                  <a:lnTo>
                    <a:pt x="1273238" y="119722"/>
                  </a:lnTo>
                  <a:lnTo>
                    <a:pt x="1278763" y="116027"/>
                  </a:lnTo>
                  <a:lnTo>
                    <a:pt x="1283208" y="111252"/>
                  </a:lnTo>
                  <a:lnTo>
                    <a:pt x="1283208" y="120650"/>
                  </a:lnTo>
                  <a:lnTo>
                    <a:pt x="1300480" y="120650"/>
                  </a:lnTo>
                  <a:lnTo>
                    <a:pt x="1300480" y="111252"/>
                  </a:lnTo>
                  <a:lnTo>
                    <a:pt x="1300480" y="106553"/>
                  </a:lnTo>
                  <a:lnTo>
                    <a:pt x="1300480" y="56261"/>
                  </a:lnTo>
                  <a:lnTo>
                    <a:pt x="1300480" y="51562"/>
                  </a:lnTo>
                  <a:lnTo>
                    <a:pt x="1300480" y="42291"/>
                  </a:lnTo>
                  <a:close/>
                </a:path>
                <a:path w="1553209" h="123190">
                  <a:moveTo>
                    <a:pt x="1455801" y="72771"/>
                  </a:moveTo>
                  <a:lnTo>
                    <a:pt x="1453807" y="59118"/>
                  </a:lnTo>
                  <a:lnTo>
                    <a:pt x="1452702" y="57277"/>
                  </a:lnTo>
                  <a:lnTo>
                    <a:pt x="1452397" y="56769"/>
                  </a:lnTo>
                  <a:lnTo>
                    <a:pt x="1450695" y="53975"/>
                  </a:lnTo>
                  <a:lnTo>
                    <a:pt x="1447546" y="48755"/>
                  </a:lnTo>
                  <a:lnTo>
                    <a:pt x="1437817" y="42291"/>
                  </a:lnTo>
                  <a:lnTo>
                    <a:pt x="1438275" y="42291"/>
                  </a:lnTo>
                  <a:lnTo>
                    <a:pt x="1424813" y="39878"/>
                  </a:lnTo>
                  <a:lnTo>
                    <a:pt x="1416926" y="40500"/>
                  </a:lnTo>
                  <a:lnTo>
                    <a:pt x="1409077" y="42697"/>
                  </a:lnTo>
                  <a:lnTo>
                    <a:pt x="1401826" y="47015"/>
                  </a:lnTo>
                  <a:lnTo>
                    <a:pt x="1395730" y="53975"/>
                  </a:lnTo>
                  <a:lnTo>
                    <a:pt x="1393837" y="51562"/>
                  </a:lnTo>
                  <a:lnTo>
                    <a:pt x="1391056" y="48031"/>
                  </a:lnTo>
                  <a:lnTo>
                    <a:pt x="1384871" y="43599"/>
                  </a:lnTo>
                  <a:lnTo>
                    <a:pt x="1377442" y="40830"/>
                  </a:lnTo>
                  <a:lnTo>
                    <a:pt x="1369060" y="39878"/>
                  </a:lnTo>
                  <a:lnTo>
                    <a:pt x="1361440" y="40500"/>
                  </a:lnTo>
                  <a:lnTo>
                    <a:pt x="1362252" y="40500"/>
                  </a:lnTo>
                  <a:lnTo>
                    <a:pt x="1356067" y="42291"/>
                  </a:lnTo>
                  <a:lnTo>
                    <a:pt x="1350175" y="45834"/>
                  </a:lnTo>
                  <a:lnTo>
                    <a:pt x="1345057" y="51562"/>
                  </a:lnTo>
                  <a:lnTo>
                    <a:pt x="1345057" y="42291"/>
                  </a:lnTo>
                  <a:lnTo>
                    <a:pt x="1327277" y="42291"/>
                  </a:lnTo>
                  <a:lnTo>
                    <a:pt x="1327277" y="120650"/>
                  </a:lnTo>
                  <a:lnTo>
                    <a:pt x="1344168" y="120650"/>
                  </a:lnTo>
                  <a:lnTo>
                    <a:pt x="1344168" y="77470"/>
                  </a:lnTo>
                  <a:lnTo>
                    <a:pt x="1345692" y="69126"/>
                  </a:lnTo>
                  <a:lnTo>
                    <a:pt x="1345806" y="68503"/>
                  </a:lnTo>
                  <a:lnTo>
                    <a:pt x="1350162" y="62166"/>
                  </a:lnTo>
                  <a:lnTo>
                    <a:pt x="1350264" y="62026"/>
                  </a:lnTo>
                  <a:lnTo>
                    <a:pt x="1356715" y="58153"/>
                  </a:lnTo>
                  <a:lnTo>
                    <a:pt x="1356487" y="58153"/>
                  </a:lnTo>
                  <a:lnTo>
                    <a:pt x="1364742" y="56769"/>
                  </a:lnTo>
                  <a:lnTo>
                    <a:pt x="1372577" y="58153"/>
                  </a:lnTo>
                  <a:lnTo>
                    <a:pt x="1378305" y="62166"/>
                  </a:lnTo>
                  <a:lnTo>
                    <a:pt x="1381734" y="68503"/>
                  </a:lnTo>
                  <a:lnTo>
                    <a:pt x="1381823" y="68668"/>
                  </a:lnTo>
                  <a:lnTo>
                    <a:pt x="1383030" y="77470"/>
                  </a:lnTo>
                  <a:lnTo>
                    <a:pt x="1383030" y="121158"/>
                  </a:lnTo>
                  <a:lnTo>
                    <a:pt x="1399921" y="121158"/>
                  </a:lnTo>
                  <a:lnTo>
                    <a:pt x="1399984" y="77470"/>
                  </a:lnTo>
                  <a:lnTo>
                    <a:pt x="1401521" y="69126"/>
                  </a:lnTo>
                  <a:lnTo>
                    <a:pt x="1401559" y="68910"/>
                  </a:lnTo>
                  <a:lnTo>
                    <a:pt x="1406029" y="62471"/>
                  </a:lnTo>
                  <a:lnTo>
                    <a:pt x="1412494" y="58661"/>
                  </a:lnTo>
                  <a:lnTo>
                    <a:pt x="1412176" y="58661"/>
                  </a:lnTo>
                  <a:lnTo>
                    <a:pt x="1420622" y="57277"/>
                  </a:lnTo>
                  <a:lnTo>
                    <a:pt x="1428457" y="58661"/>
                  </a:lnTo>
                  <a:lnTo>
                    <a:pt x="1434185" y="62661"/>
                  </a:lnTo>
                  <a:lnTo>
                    <a:pt x="1437589" y="68910"/>
                  </a:lnTo>
                  <a:lnTo>
                    <a:pt x="1437703" y="69126"/>
                  </a:lnTo>
                  <a:lnTo>
                    <a:pt x="1438846" y="77470"/>
                  </a:lnTo>
                  <a:lnTo>
                    <a:pt x="1438910" y="122047"/>
                  </a:lnTo>
                  <a:lnTo>
                    <a:pt x="1455801" y="122047"/>
                  </a:lnTo>
                  <a:lnTo>
                    <a:pt x="1455801" y="72771"/>
                  </a:lnTo>
                  <a:close/>
                </a:path>
                <a:path w="1553209" h="123190">
                  <a:moveTo>
                    <a:pt x="1552956" y="81153"/>
                  </a:moveTo>
                  <a:lnTo>
                    <a:pt x="1535684" y="46037"/>
                  </a:lnTo>
                  <a:lnTo>
                    <a:pt x="1535684" y="74168"/>
                  </a:lnTo>
                  <a:lnTo>
                    <a:pt x="1494409" y="74168"/>
                  </a:lnTo>
                  <a:lnTo>
                    <a:pt x="1496999" y="66598"/>
                  </a:lnTo>
                  <a:lnTo>
                    <a:pt x="1501368" y="60477"/>
                  </a:lnTo>
                  <a:lnTo>
                    <a:pt x="1507528" y="56362"/>
                  </a:lnTo>
                  <a:lnTo>
                    <a:pt x="1515491" y="54864"/>
                  </a:lnTo>
                  <a:lnTo>
                    <a:pt x="1523085" y="56172"/>
                  </a:lnTo>
                  <a:lnTo>
                    <a:pt x="1529054" y="59944"/>
                  </a:lnTo>
                  <a:lnTo>
                    <a:pt x="1533296" y="66014"/>
                  </a:lnTo>
                  <a:lnTo>
                    <a:pt x="1535684" y="74168"/>
                  </a:lnTo>
                  <a:lnTo>
                    <a:pt x="1535684" y="46037"/>
                  </a:lnTo>
                  <a:lnTo>
                    <a:pt x="1531416" y="42900"/>
                  </a:lnTo>
                  <a:lnTo>
                    <a:pt x="1516380" y="39878"/>
                  </a:lnTo>
                  <a:lnTo>
                    <a:pt x="1500530" y="42900"/>
                  </a:lnTo>
                  <a:lnTo>
                    <a:pt x="1488071" y="51371"/>
                  </a:lnTo>
                  <a:lnTo>
                    <a:pt x="1479918" y="64427"/>
                  </a:lnTo>
                  <a:lnTo>
                    <a:pt x="1477010" y="81153"/>
                  </a:lnTo>
                  <a:lnTo>
                    <a:pt x="1479931" y="98399"/>
                  </a:lnTo>
                  <a:lnTo>
                    <a:pt x="1488173" y="111569"/>
                  </a:lnTo>
                  <a:lnTo>
                    <a:pt x="1500898" y="119989"/>
                  </a:lnTo>
                  <a:lnTo>
                    <a:pt x="1517269" y="122936"/>
                  </a:lnTo>
                  <a:lnTo>
                    <a:pt x="1526006" y="122377"/>
                  </a:lnTo>
                  <a:lnTo>
                    <a:pt x="1534426" y="120497"/>
                  </a:lnTo>
                  <a:lnTo>
                    <a:pt x="1542389" y="117043"/>
                  </a:lnTo>
                  <a:lnTo>
                    <a:pt x="1549781" y="111760"/>
                  </a:lnTo>
                  <a:lnTo>
                    <a:pt x="1546961" y="107950"/>
                  </a:lnTo>
                  <a:lnTo>
                    <a:pt x="1540764" y="99568"/>
                  </a:lnTo>
                  <a:lnTo>
                    <a:pt x="1534287" y="104648"/>
                  </a:lnTo>
                  <a:lnTo>
                    <a:pt x="1526286" y="107950"/>
                  </a:lnTo>
                  <a:lnTo>
                    <a:pt x="1517777" y="107950"/>
                  </a:lnTo>
                  <a:lnTo>
                    <a:pt x="1509890" y="106781"/>
                  </a:lnTo>
                  <a:lnTo>
                    <a:pt x="1502892" y="103149"/>
                  </a:lnTo>
                  <a:lnTo>
                    <a:pt x="1497495" y="96862"/>
                  </a:lnTo>
                  <a:lnTo>
                    <a:pt x="1494409" y="87757"/>
                  </a:lnTo>
                  <a:lnTo>
                    <a:pt x="1552575" y="87757"/>
                  </a:lnTo>
                  <a:lnTo>
                    <a:pt x="1552575" y="85852"/>
                  </a:lnTo>
                  <a:lnTo>
                    <a:pt x="1552956" y="83566"/>
                  </a:lnTo>
                  <a:lnTo>
                    <a:pt x="1552956" y="8115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11846" y="2417826"/>
              <a:ext cx="7791450" cy="5620385"/>
            </a:xfrm>
            <a:custGeom>
              <a:avLst/>
              <a:gdLst/>
              <a:ahLst/>
              <a:cxnLst/>
              <a:rect l="l" t="t" r="r" b="b"/>
              <a:pathLst>
                <a:path w="7791450" h="5620384">
                  <a:moveTo>
                    <a:pt x="7720584" y="0"/>
                  </a:moveTo>
                  <a:lnTo>
                    <a:pt x="70357" y="0"/>
                  </a:lnTo>
                  <a:lnTo>
                    <a:pt x="43183" y="5599"/>
                  </a:lnTo>
                  <a:lnTo>
                    <a:pt x="20796" y="20796"/>
                  </a:lnTo>
                  <a:lnTo>
                    <a:pt x="5599" y="43183"/>
                  </a:lnTo>
                  <a:lnTo>
                    <a:pt x="0" y="70357"/>
                  </a:lnTo>
                  <a:lnTo>
                    <a:pt x="0" y="5549900"/>
                  </a:lnTo>
                  <a:lnTo>
                    <a:pt x="5599" y="5577127"/>
                  </a:lnTo>
                  <a:lnTo>
                    <a:pt x="20796" y="5599509"/>
                  </a:lnTo>
                  <a:lnTo>
                    <a:pt x="43183" y="5614675"/>
                  </a:lnTo>
                  <a:lnTo>
                    <a:pt x="70357" y="5620258"/>
                  </a:lnTo>
                  <a:lnTo>
                    <a:pt x="7720584" y="5620258"/>
                  </a:lnTo>
                  <a:lnTo>
                    <a:pt x="7748025" y="5614675"/>
                  </a:lnTo>
                  <a:lnTo>
                    <a:pt x="7770383" y="5599509"/>
                  </a:lnTo>
                  <a:lnTo>
                    <a:pt x="7785431" y="5577127"/>
                  </a:lnTo>
                  <a:lnTo>
                    <a:pt x="7790942" y="5549900"/>
                  </a:lnTo>
                  <a:lnTo>
                    <a:pt x="7790942" y="70357"/>
                  </a:lnTo>
                  <a:lnTo>
                    <a:pt x="7785431" y="43183"/>
                  </a:lnTo>
                  <a:lnTo>
                    <a:pt x="7770383" y="20796"/>
                  </a:lnTo>
                  <a:lnTo>
                    <a:pt x="7748025" y="5599"/>
                  </a:lnTo>
                  <a:lnTo>
                    <a:pt x="7720584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287385" y="2640711"/>
              <a:ext cx="2464435" cy="798195"/>
            </a:xfrm>
            <a:custGeom>
              <a:avLst/>
              <a:gdLst/>
              <a:ahLst/>
              <a:cxnLst/>
              <a:rect l="l" t="t" r="r" b="b"/>
              <a:pathLst>
                <a:path w="2464434" h="798195">
                  <a:moveTo>
                    <a:pt x="2065020" y="0"/>
                  </a:moveTo>
                  <a:lnTo>
                    <a:pt x="398907" y="0"/>
                  </a:lnTo>
                  <a:lnTo>
                    <a:pt x="352332" y="2681"/>
                  </a:lnTo>
                  <a:lnTo>
                    <a:pt x="307350" y="10527"/>
                  </a:lnTo>
                  <a:lnTo>
                    <a:pt x="264257" y="23239"/>
                  </a:lnTo>
                  <a:lnTo>
                    <a:pt x="223351" y="40520"/>
                  </a:lnTo>
                  <a:lnTo>
                    <a:pt x="184929" y="62071"/>
                  </a:lnTo>
                  <a:lnTo>
                    <a:pt x="149289" y="87594"/>
                  </a:lnTo>
                  <a:lnTo>
                    <a:pt x="116728" y="116792"/>
                  </a:lnTo>
                  <a:lnTo>
                    <a:pt x="87544" y="149366"/>
                  </a:lnTo>
                  <a:lnTo>
                    <a:pt x="62033" y="185019"/>
                  </a:lnTo>
                  <a:lnTo>
                    <a:pt x="40494" y="223453"/>
                  </a:lnTo>
                  <a:lnTo>
                    <a:pt x="23224" y="264369"/>
                  </a:lnTo>
                  <a:lnTo>
                    <a:pt x="10520" y="307470"/>
                  </a:lnTo>
                  <a:lnTo>
                    <a:pt x="2679" y="352457"/>
                  </a:lnTo>
                  <a:lnTo>
                    <a:pt x="0" y="399034"/>
                  </a:lnTo>
                  <a:lnTo>
                    <a:pt x="2679" y="445608"/>
                  </a:lnTo>
                  <a:lnTo>
                    <a:pt x="10520" y="490590"/>
                  </a:lnTo>
                  <a:lnTo>
                    <a:pt x="23224" y="533683"/>
                  </a:lnTo>
                  <a:lnTo>
                    <a:pt x="40494" y="574589"/>
                  </a:lnTo>
                  <a:lnTo>
                    <a:pt x="62033" y="613011"/>
                  </a:lnTo>
                  <a:lnTo>
                    <a:pt x="87544" y="648651"/>
                  </a:lnTo>
                  <a:lnTo>
                    <a:pt x="116728" y="681212"/>
                  </a:lnTo>
                  <a:lnTo>
                    <a:pt x="149289" y="710396"/>
                  </a:lnTo>
                  <a:lnTo>
                    <a:pt x="184929" y="735907"/>
                  </a:lnTo>
                  <a:lnTo>
                    <a:pt x="223351" y="757446"/>
                  </a:lnTo>
                  <a:lnTo>
                    <a:pt x="264257" y="774716"/>
                  </a:lnTo>
                  <a:lnTo>
                    <a:pt x="307350" y="787420"/>
                  </a:lnTo>
                  <a:lnTo>
                    <a:pt x="352332" y="795261"/>
                  </a:lnTo>
                  <a:lnTo>
                    <a:pt x="398907" y="797941"/>
                  </a:lnTo>
                  <a:lnTo>
                    <a:pt x="2065020" y="797941"/>
                  </a:lnTo>
                  <a:lnTo>
                    <a:pt x="2111594" y="795261"/>
                  </a:lnTo>
                  <a:lnTo>
                    <a:pt x="2156576" y="787420"/>
                  </a:lnTo>
                  <a:lnTo>
                    <a:pt x="2199669" y="774716"/>
                  </a:lnTo>
                  <a:lnTo>
                    <a:pt x="2240575" y="757446"/>
                  </a:lnTo>
                  <a:lnTo>
                    <a:pt x="2278997" y="735907"/>
                  </a:lnTo>
                  <a:lnTo>
                    <a:pt x="2314637" y="710396"/>
                  </a:lnTo>
                  <a:lnTo>
                    <a:pt x="2347198" y="681212"/>
                  </a:lnTo>
                  <a:lnTo>
                    <a:pt x="2376382" y="648651"/>
                  </a:lnTo>
                  <a:lnTo>
                    <a:pt x="2401893" y="613011"/>
                  </a:lnTo>
                  <a:lnTo>
                    <a:pt x="2423432" y="574589"/>
                  </a:lnTo>
                  <a:lnTo>
                    <a:pt x="2440702" y="533683"/>
                  </a:lnTo>
                  <a:lnTo>
                    <a:pt x="2453406" y="490590"/>
                  </a:lnTo>
                  <a:lnTo>
                    <a:pt x="2461247" y="445608"/>
                  </a:lnTo>
                  <a:lnTo>
                    <a:pt x="2463927" y="399034"/>
                  </a:lnTo>
                  <a:lnTo>
                    <a:pt x="2461247" y="352457"/>
                  </a:lnTo>
                  <a:lnTo>
                    <a:pt x="2453406" y="307470"/>
                  </a:lnTo>
                  <a:lnTo>
                    <a:pt x="2440702" y="264369"/>
                  </a:lnTo>
                  <a:lnTo>
                    <a:pt x="2423432" y="223453"/>
                  </a:lnTo>
                  <a:lnTo>
                    <a:pt x="2401893" y="185019"/>
                  </a:lnTo>
                  <a:lnTo>
                    <a:pt x="2376382" y="149366"/>
                  </a:lnTo>
                  <a:lnTo>
                    <a:pt x="2347198" y="116792"/>
                  </a:lnTo>
                  <a:lnTo>
                    <a:pt x="2314637" y="87594"/>
                  </a:lnTo>
                  <a:lnTo>
                    <a:pt x="2278997" y="62071"/>
                  </a:lnTo>
                  <a:lnTo>
                    <a:pt x="2240575" y="40520"/>
                  </a:lnTo>
                  <a:lnTo>
                    <a:pt x="2199669" y="23239"/>
                  </a:lnTo>
                  <a:lnTo>
                    <a:pt x="2156576" y="10527"/>
                  </a:lnTo>
                  <a:lnTo>
                    <a:pt x="2111594" y="2681"/>
                  </a:lnTo>
                  <a:lnTo>
                    <a:pt x="2065020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149080" y="2851912"/>
              <a:ext cx="1358265" cy="419734"/>
            </a:xfrm>
            <a:custGeom>
              <a:avLst/>
              <a:gdLst/>
              <a:ahLst/>
              <a:cxnLst/>
              <a:rect l="l" t="t" r="r" b="b"/>
              <a:pathLst>
                <a:path w="1358265" h="419735">
                  <a:moveTo>
                    <a:pt x="661670" y="3810"/>
                  </a:moveTo>
                  <a:lnTo>
                    <a:pt x="635380" y="3810"/>
                  </a:lnTo>
                  <a:lnTo>
                    <a:pt x="583819" y="135255"/>
                  </a:lnTo>
                  <a:lnTo>
                    <a:pt x="606298" y="135255"/>
                  </a:lnTo>
                  <a:lnTo>
                    <a:pt x="618998" y="101473"/>
                  </a:lnTo>
                  <a:lnTo>
                    <a:pt x="701112" y="101473"/>
                  </a:lnTo>
                  <a:lnTo>
                    <a:pt x="693111" y="81661"/>
                  </a:lnTo>
                  <a:lnTo>
                    <a:pt x="626110" y="81661"/>
                  </a:lnTo>
                  <a:lnTo>
                    <a:pt x="648589" y="24384"/>
                  </a:lnTo>
                  <a:lnTo>
                    <a:pt x="669979" y="24384"/>
                  </a:lnTo>
                  <a:lnTo>
                    <a:pt x="661670" y="3810"/>
                  </a:lnTo>
                  <a:close/>
                </a:path>
                <a:path w="1358265" h="419735">
                  <a:moveTo>
                    <a:pt x="701112" y="101473"/>
                  </a:moveTo>
                  <a:lnTo>
                    <a:pt x="679069" y="101473"/>
                  </a:lnTo>
                  <a:lnTo>
                    <a:pt x="691769" y="135255"/>
                  </a:lnTo>
                  <a:lnTo>
                    <a:pt x="714755" y="135255"/>
                  </a:lnTo>
                  <a:lnTo>
                    <a:pt x="701112" y="101473"/>
                  </a:lnTo>
                  <a:close/>
                </a:path>
                <a:path w="1358265" h="419735">
                  <a:moveTo>
                    <a:pt x="669979" y="24384"/>
                  </a:moveTo>
                  <a:lnTo>
                    <a:pt x="648589" y="24384"/>
                  </a:lnTo>
                  <a:lnTo>
                    <a:pt x="670178" y="81661"/>
                  </a:lnTo>
                  <a:lnTo>
                    <a:pt x="693111" y="81661"/>
                  </a:lnTo>
                  <a:lnTo>
                    <a:pt x="669979" y="24384"/>
                  </a:lnTo>
                  <a:close/>
                </a:path>
                <a:path w="1358265" h="419735">
                  <a:moveTo>
                    <a:pt x="245872" y="42799"/>
                  </a:moveTo>
                  <a:lnTo>
                    <a:pt x="226651" y="46440"/>
                  </a:lnTo>
                  <a:lnTo>
                    <a:pt x="211359" y="56499"/>
                  </a:lnTo>
                  <a:lnTo>
                    <a:pt x="201259" y="71677"/>
                  </a:lnTo>
                  <a:lnTo>
                    <a:pt x="197612" y="90678"/>
                  </a:lnTo>
                  <a:lnTo>
                    <a:pt x="201259" y="109331"/>
                  </a:lnTo>
                  <a:lnTo>
                    <a:pt x="211359" y="124364"/>
                  </a:lnTo>
                  <a:lnTo>
                    <a:pt x="226651" y="134397"/>
                  </a:lnTo>
                  <a:lnTo>
                    <a:pt x="245872" y="138049"/>
                  </a:lnTo>
                  <a:lnTo>
                    <a:pt x="265191" y="134397"/>
                  </a:lnTo>
                  <a:lnTo>
                    <a:pt x="280701" y="124364"/>
                  </a:lnTo>
                  <a:lnTo>
                    <a:pt x="284559" y="118745"/>
                  </a:lnTo>
                  <a:lnTo>
                    <a:pt x="245872" y="118745"/>
                  </a:lnTo>
                  <a:lnTo>
                    <a:pt x="234715" y="116647"/>
                  </a:lnTo>
                  <a:lnTo>
                    <a:pt x="225774" y="110728"/>
                  </a:lnTo>
                  <a:lnTo>
                    <a:pt x="219833" y="101546"/>
                  </a:lnTo>
                  <a:lnTo>
                    <a:pt x="217677" y="89662"/>
                  </a:lnTo>
                  <a:lnTo>
                    <a:pt x="219833" y="78071"/>
                  </a:lnTo>
                  <a:lnTo>
                    <a:pt x="225774" y="69040"/>
                  </a:lnTo>
                  <a:lnTo>
                    <a:pt x="234715" y="63176"/>
                  </a:lnTo>
                  <a:lnTo>
                    <a:pt x="245872" y="61087"/>
                  </a:lnTo>
                  <a:lnTo>
                    <a:pt x="283975" y="61087"/>
                  </a:lnTo>
                  <a:lnTo>
                    <a:pt x="280892" y="56499"/>
                  </a:lnTo>
                  <a:lnTo>
                    <a:pt x="265406" y="46440"/>
                  </a:lnTo>
                  <a:lnTo>
                    <a:pt x="245872" y="42799"/>
                  </a:lnTo>
                  <a:close/>
                </a:path>
                <a:path w="1358265" h="419735">
                  <a:moveTo>
                    <a:pt x="283975" y="61087"/>
                  </a:moveTo>
                  <a:lnTo>
                    <a:pt x="245872" y="61087"/>
                  </a:lnTo>
                  <a:lnTo>
                    <a:pt x="257028" y="63176"/>
                  </a:lnTo>
                  <a:lnTo>
                    <a:pt x="265969" y="69040"/>
                  </a:lnTo>
                  <a:lnTo>
                    <a:pt x="271910" y="78071"/>
                  </a:lnTo>
                  <a:lnTo>
                    <a:pt x="274066" y="89662"/>
                  </a:lnTo>
                  <a:lnTo>
                    <a:pt x="271910" y="101546"/>
                  </a:lnTo>
                  <a:lnTo>
                    <a:pt x="265969" y="110728"/>
                  </a:lnTo>
                  <a:lnTo>
                    <a:pt x="257028" y="116647"/>
                  </a:lnTo>
                  <a:lnTo>
                    <a:pt x="245872" y="118745"/>
                  </a:lnTo>
                  <a:lnTo>
                    <a:pt x="284559" y="118745"/>
                  </a:lnTo>
                  <a:lnTo>
                    <a:pt x="291020" y="109331"/>
                  </a:lnTo>
                  <a:lnTo>
                    <a:pt x="294767" y="90678"/>
                  </a:lnTo>
                  <a:lnTo>
                    <a:pt x="291091" y="71677"/>
                  </a:lnTo>
                  <a:lnTo>
                    <a:pt x="283975" y="61087"/>
                  </a:lnTo>
                  <a:close/>
                </a:path>
                <a:path w="1358265" h="419735">
                  <a:moveTo>
                    <a:pt x="469265" y="42799"/>
                  </a:moveTo>
                  <a:lnTo>
                    <a:pt x="451719" y="46386"/>
                  </a:lnTo>
                  <a:lnTo>
                    <a:pt x="437388" y="56356"/>
                  </a:lnTo>
                  <a:lnTo>
                    <a:pt x="427724" y="71516"/>
                  </a:lnTo>
                  <a:lnTo>
                    <a:pt x="424179" y="90678"/>
                  </a:lnTo>
                  <a:lnTo>
                    <a:pt x="427724" y="109545"/>
                  </a:lnTo>
                  <a:lnTo>
                    <a:pt x="437388" y="124555"/>
                  </a:lnTo>
                  <a:lnTo>
                    <a:pt x="451719" y="134469"/>
                  </a:lnTo>
                  <a:lnTo>
                    <a:pt x="469265" y="138049"/>
                  </a:lnTo>
                  <a:lnTo>
                    <a:pt x="478438" y="137110"/>
                  </a:lnTo>
                  <a:lnTo>
                    <a:pt x="486102" y="134469"/>
                  </a:lnTo>
                  <a:lnTo>
                    <a:pt x="492500" y="130280"/>
                  </a:lnTo>
                  <a:lnTo>
                    <a:pt x="497459" y="124841"/>
                  </a:lnTo>
                  <a:lnTo>
                    <a:pt x="517144" y="124841"/>
                  </a:lnTo>
                  <a:lnTo>
                    <a:pt x="517144" y="118745"/>
                  </a:lnTo>
                  <a:lnTo>
                    <a:pt x="471677" y="118745"/>
                  </a:lnTo>
                  <a:lnTo>
                    <a:pt x="460717" y="116522"/>
                  </a:lnTo>
                  <a:lnTo>
                    <a:pt x="460461" y="116522"/>
                  </a:lnTo>
                  <a:lnTo>
                    <a:pt x="451945" y="110204"/>
                  </a:lnTo>
                  <a:lnTo>
                    <a:pt x="446814" y="101171"/>
                  </a:lnTo>
                  <a:lnTo>
                    <a:pt x="446692" y="100957"/>
                  </a:lnTo>
                  <a:lnTo>
                    <a:pt x="444880" y="89662"/>
                  </a:lnTo>
                  <a:lnTo>
                    <a:pt x="446692" y="78660"/>
                  </a:lnTo>
                  <a:lnTo>
                    <a:pt x="451945" y="69564"/>
                  </a:lnTo>
                  <a:lnTo>
                    <a:pt x="460365" y="63373"/>
                  </a:lnTo>
                  <a:lnTo>
                    <a:pt x="471677" y="61087"/>
                  </a:lnTo>
                  <a:lnTo>
                    <a:pt x="517144" y="61087"/>
                  </a:lnTo>
                  <a:lnTo>
                    <a:pt x="517144" y="56769"/>
                  </a:lnTo>
                  <a:lnTo>
                    <a:pt x="497459" y="56769"/>
                  </a:lnTo>
                  <a:lnTo>
                    <a:pt x="492500" y="51050"/>
                  </a:lnTo>
                  <a:lnTo>
                    <a:pt x="486171" y="46640"/>
                  </a:lnTo>
                  <a:lnTo>
                    <a:pt x="478438" y="43803"/>
                  </a:lnTo>
                  <a:lnTo>
                    <a:pt x="469265" y="42799"/>
                  </a:lnTo>
                  <a:close/>
                </a:path>
                <a:path w="1358265" h="419735">
                  <a:moveTo>
                    <a:pt x="517144" y="124841"/>
                  </a:moveTo>
                  <a:lnTo>
                    <a:pt x="497459" y="124841"/>
                  </a:lnTo>
                  <a:lnTo>
                    <a:pt x="497459" y="135636"/>
                  </a:lnTo>
                  <a:lnTo>
                    <a:pt x="517144" y="135636"/>
                  </a:lnTo>
                  <a:lnTo>
                    <a:pt x="517144" y="124841"/>
                  </a:lnTo>
                  <a:close/>
                </a:path>
                <a:path w="1358265" h="419735">
                  <a:moveTo>
                    <a:pt x="517144" y="61087"/>
                  </a:moveTo>
                  <a:lnTo>
                    <a:pt x="471677" y="61087"/>
                  </a:lnTo>
                  <a:lnTo>
                    <a:pt x="483481" y="63373"/>
                  </a:lnTo>
                  <a:lnTo>
                    <a:pt x="483015" y="63373"/>
                  </a:lnTo>
                  <a:lnTo>
                    <a:pt x="491410" y="69230"/>
                  </a:lnTo>
                  <a:lnTo>
                    <a:pt x="496913" y="78285"/>
                  </a:lnTo>
                  <a:lnTo>
                    <a:pt x="498855" y="89662"/>
                  </a:lnTo>
                  <a:lnTo>
                    <a:pt x="496879" y="100957"/>
                  </a:lnTo>
                  <a:lnTo>
                    <a:pt x="496841" y="101171"/>
                  </a:lnTo>
                  <a:lnTo>
                    <a:pt x="491336" y="110204"/>
                  </a:lnTo>
                  <a:lnTo>
                    <a:pt x="491220" y="110394"/>
                  </a:lnTo>
                  <a:lnTo>
                    <a:pt x="482621" y="116522"/>
                  </a:lnTo>
                  <a:lnTo>
                    <a:pt x="471677" y="118745"/>
                  </a:lnTo>
                  <a:lnTo>
                    <a:pt x="517144" y="118745"/>
                  </a:lnTo>
                  <a:lnTo>
                    <a:pt x="517144" y="61087"/>
                  </a:lnTo>
                  <a:close/>
                </a:path>
                <a:path w="1358265" h="419735">
                  <a:moveTo>
                    <a:pt x="517144" y="508"/>
                  </a:moveTo>
                  <a:lnTo>
                    <a:pt x="497459" y="508"/>
                  </a:lnTo>
                  <a:lnTo>
                    <a:pt x="497459" y="56769"/>
                  </a:lnTo>
                  <a:lnTo>
                    <a:pt x="517144" y="56769"/>
                  </a:lnTo>
                  <a:lnTo>
                    <a:pt x="517144" y="508"/>
                  </a:lnTo>
                  <a:close/>
                </a:path>
                <a:path w="1358265" h="419735">
                  <a:moveTo>
                    <a:pt x="751840" y="45085"/>
                  </a:moveTo>
                  <a:lnTo>
                    <a:pt x="732154" y="45085"/>
                  </a:lnTo>
                  <a:lnTo>
                    <a:pt x="732154" y="172339"/>
                  </a:lnTo>
                  <a:lnTo>
                    <a:pt x="751840" y="172339"/>
                  </a:lnTo>
                  <a:lnTo>
                    <a:pt x="751840" y="124460"/>
                  </a:lnTo>
                  <a:lnTo>
                    <a:pt x="810734" y="124460"/>
                  </a:lnTo>
                  <a:lnTo>
                    <a:pt x="811799" y="123729"/>
                  </a:lnTo>
                  <a:lnTo>
                    <a:pt x="815009" y="118745"/>
                  </a:lnTo>
                  <a:lnTo>
                    <a:pt x="777621" y="118745"/>
                  </a:lnTo>
                  <a:lnTo>
                    <a:pt x="766462" y="116522"/>
                  </a:lnTo>
                  <a:lnTo>
                    <a:pt x="757888" y="110394"/>
                  </a:lnTo>
                  <a:lnTo>
                    <a:pt x="752385" y="101171"/>
                  </a:lnTo>
                  <a:lnTo>
                    <a:pt x="750443" y="89662"/>
                  </a:lnTo>
                  <a:lnTo>
                    <a:pt x="752252" y="78660"/>
                  </a:lnTo>
                  <a:lnTo>
                    <a:pt x="752314" y="78285"/>
                  </a:lnTo>
                  <a:lnTo>
                    <a:pt x="757697" y="69230"/>
                  </a:lnTo>
                  <a:lnTo>
                    <a:pt x="766069" y="63373"/>
                  </a:lnTo>
                  <a:lnTo>
                    <a:pt x="765590" y="63373"/>
                  </a:lnTo>
                  <a:lnTo>
                    <a:pt x="777621" y="61087"/>
                  </a:lnTo>
                  <a:lnTo>
                    <a:pt x="815083" y="61087"/>
                  </a:lnTo>
                  <a:lnTo>
                    <a:pt x="811799" y="56038"/>
                  </a:lnTo>
                  <a:lnTo>
                    <a:pt x="811566" y="55880"/>
                  </a:lnTo>
                  <a:lnTo>
                    <a:pt x="751840" y="55880"/>
                  </a:lnTo>
                  <a:lnTo>
                    <a:pt x="751840" y="45085"/>
                  </a:lnTo>
                  <a:close/>
                </a:path>
                <a:path w="1358265" h="419735">
                  <a:moveTo>
                    <a:pt x="810734" y="124460"/>
                  </a:moveTo>
                  <a:lnTo>
                    <a:pt x="751840" y="124460"/>
                  </a:lnTo>
                  <a:lnTo>
                    <a:pt x="756959" y="129585"/>
                  </a:lnTo>
                  <a:lnTo>
                    <a:pt x="763270" y="133556"/>
                  </a:lnTo>
                  <a:lnTo>
                    <a:pt x="770913" y="136122"/>
                  </a:lnTo>
                  <a:lnTo>
                    <a:pt x="780034" y="137033"/>
                  </a:lnTo>
                  <a:lnTo>
                    <a:pt x="797348" y="133556"/>
                  </a:lnTo>
                  <a:lnTo>
                    <a:pt x="803254" y="129585"/>
                  </a:lnTo>
                  <a:lnTo>
                    <a:pt x="810734" y="124460"/>
                  </a:lnTo>
                  <a:close/>
                </a:path>
                <a:path w="1358265" h="419735">
                  <a:moveTo>
                    <a:pt x="815083" y="61087"/>
                  </a:moveTo>
                  <a:lnTo>
                    <a:pt x="777621" y="61087"/>
                  </a:lnTo>
                  <a:lnTo>
                    <a:pt x="788933" y="63373"/>
                  </a:lnTo>
                  <a:lnTo>
                    <a:pt x="797353" y="69564"/>
                  </a:lnTo>
                  <a:lnTo>
                    <a:pt x="802606" y="78660"/>
                  </a:lnTo>
                  <a:lnTo>
                    <a:pt x="804418" y="89662"/>
                  </a:lnTo>
                  <a:lnTo>
                    <a:pt x="802606" y="100957"/>
                  </a:lnTo>
                  <a:lnTo>
                    <a:pt x="797353" y="110204"/>
                  </a:lnTo>
                  <a:lnTo>
                    <a:pt x="788837" y="116522"/>
                  </a:lnTo>
                  <a:lnTo>
                    <a:pt x="788581" y="116522"/>
                  </a:lnTo>
                  <a:lnTo>
                    <a:pt x="777621" y="118745"/>
                  </a:lnTo>
                  <a:lnTo>
                    <a:pt x="815009" y="118745"/>
                  </a:lnTo>
                  <a:lnTo>
                    <a:pt x="821449" y="108743"/>
                  </a:lnTo>
                  <a:lnTo>
                    <a:pt x="824992" y="89662"/>
                  </a:lnTo>
                  <a:lnTo>
                    <a:pt x="821449" y="70873"/>
                  </a:lnTo>
                  <a:lnTo>
                    <a:pt x="815083" y="61087"/>
                  </a:lnTo>
                  <a:close/>
                </a:path>
                <a:path w="1358265" h="419735">
                  <a:moveTo>
                    <a:pt x="780034" y="42799"/>
                  </a:moveTo>
                  <a:lnTo>
                    <a:pt x="770913" y="43789"/>
                  </a:lnTo>
                  <a:lnTo>
                    <a:pt x="763270" y="46529"/>
                  </a:lnTo>
                  <a:lnTo>
                    <a:pt x="756959" y="50674"/>
                  </a:lnTo>
                  <a:lnTo>
                    <a:pt x="751840" y="55880"/>
                  </a:lnTo>
                  <a:lnTo>
                    <a:pt x="811566" y="55880"/>
                  </a:lnTo>
                  <a:lnTo>
                    <a:pt x="797506" y="46299"/>
                  </a:lnTo>
                  <a:lnTo>
                    <a:pt x="780034" y="42799"/>
                  </a:lnTo>
                  <a:close/>
                </a:path>
                <a:path w="1358265" h="419735">
                  <a:moveTo>
                    <a:pt x="868299" y="45085"/>
                  </a:moveTo>
                  <a:lnTo>
                    <a:pt x="848995" y="45085"/>
                  </a:lnTo>
                  <a:lnTo>
                    <a:pt x="848995" y="172339"/>
                  </a:lnTo>
                  <a:lnTo>
                    <a:pt x="868299" y="172339"/>
                  </a:lnTo>
                  <a:lnTo>
                    <a:pt x="868299" y="124460"/>
                  </a:lnTo>
                  <a:lnTo>
                    <a:pt x="927607" y="124460"/>
                  </a:lnTo>
                  <a:lnTo>
                    <a:pt x="928687" y="123729"/>
                  </a:lnTo>
                  <a:lnTo>
                    <a:pt x="931920" y="118745"/>
                  </a:lnTo>
                  <a:lnTo>
                    <a:pt x="894079" y="118745"/>
                  </a:lnTo>
                  <a:lnTo>
                    <a:pt x="882927" y="116522"/>
                  </a:lnTo>
                  <a:lnTo>
                    <a:pt x="874490" y="110394"/>
                  </a:lnTo>
                  <a:lnTo>
                    <a:pt x="869148" y="101171"/>
                  </a:lnTo>
                  <a:lnTo>
                    <a:pt x="867283" y="89662"/>
                  </a:lnTo>
                  <a:lnTo>
                    <a:pt x="869224" y="78660"/>
                  </a:lnTo>
                  <a:lnTo>
                    <a:pt x="869291" y="78285"/>
                  </a:lnTo>
                  <a:lnTo>
                    <a:pt x="874871" y="69230"/>
                  </a:lnTo>
                  <a:lnTo>
                    <a:pt x="883179" y="63373"/>
                  </a:lnTo>
                  <a:lnTo>
                    <a:pt x="882736" y="63373"/>
                  </a:lnTo>
                  <a:lnTo>
                    <a:pt x="894079" y="61087"/>
                  </a:lnTo>
                  <a:lnTo>
                    <a:pt x="931994" y="61087"/>
                  </a:lnTo>
                  <a:lnTo>
                    <a:pt x="928687" y="56038"/>
                  </a:lnTo>
                  <a:lnTo>
                    <a:pt x="928451" y="55880"/>
                  </a:lnTo>
                  <a:lnTo>
                    <a:pt x="868299" y="55880"/>
                  </a:lnTo>
                  <a:lnTo>
                    <a:pt x="868299" y="45085"/>
                  </a:lnTo>
                  <a:close/>
                </a:path>
                <a:path w="1358265" h="419735">
                  <a:moveTo>
                    <a:pt x="927607" y="124460"/>
                  </a:moveTo>
                  <a:lnTo>
                    <a:pt x="868299" y="124460"/>
                  </a:lnTo>
                  <a:lnTo>
                    <a:pt x="873648" y="129585"/>
                  </a:lnTo>
                  <a:lnTo>
                    <a:pt x="880046" y="133556"/>
                  </a:lnTo>
                  <a:lnTo>
                    <a:pt x="887587" y="136122"/>
                  </a:lnTo>
                  <a:lnTo>
                    <a:pt x="896366" y="137033"/>
                  </a:lnTo>
                  <a:lnTo>
                    <a:pt x="914044" y="133556"/>
                  </a:lnTo>
                  <a:lnTo>
                    <a:pt x="920029" y="129585"/>
                  </a:lnTo>
                  <a:lnTo>
                    <a:pt x="927607" y="124460"/>
                  </a:lnTo>
                  <a:close/>
                </a:path>
                <a:path w="1358265" h="419735">
                  <a:moveTo>
                    <a:pt x="931994" y="61087"/>
                  </a:moveTo>
                  <a:lnTo>
                    <a:pt x="894079" y="61087"/>
                  </a:lnTo>
                  <a:lnTo>
                    <a:pt x="905613" y="63373"/>
                  </a:lnTo>
                  <a:lnTo>
                    <a:pt x="914146" y="69564"/>
                  </a:lnTo>
                  <a:lnTo>
                    <a:pt x="919440" y="78660"/>
                  </a:lnTo>
                  <a:lnTo>
                    <a:pt x="921258" y="89662"/>
                  </a:lnTo>
                  <a:lnTo>
                    <a:pt x="919386" y="100957"/>
                  </a:lnTo>
                  <a:lnTo>
                    <a:pt x="914003" y="110204"/>
                  </a:lnTo>
                  <a:lnTo>
                    <a:pt x="905354" y="116522"/>
                  </a:lnTo>
                  <a:lnTo>
                    <a:pt x="905098" y="116522"/>
                  </a:lnTo>
                  <a:lnTo>
                    <a:pt x="894079" y="118745"/>
                  </a:lnTo>
                  <a:lnTo>
                    <a:pt x="931920" y="118745"/>
                  </a:lnTo>
                  <a:lnTo>
                    <a:pt x="938406" y="108743"/>
                  </a:lnTo>
                  <a:lnTo>
                    <a:pt x="941959" y="89662"/>
                  </a:lnTo>
                  <a:lnTo>
                    <a:pt x="938406" y="70873"/>
                  </a:lnTo>
                  <a:lnTo>
                    <a:pt x="931994" y="61087"/>
                  </a:lnTo>
                  <a:close/>
                </a:path>
                <a:path w="1358265" h="419735">
                  <a:moveTo>
                    <a:pt x="896366" y="42799"/>
                  </a:moveTo>
                  <a:lnTo>
                    <a:pt x="887533" y="43789"/>
                  </a:lnTo>
                  <a:lnTo>
                    <a:pt x="879903" y="46529"/>
                  </a:lnTo>
                  <a:lnTo>
                    <a:pt x="873488" y="50674"/>
                  </a:lnTo>
                  <a:lnTo>
                    <a:pt x="868299" y="55880"/>
                  </a:lnTo>
                  <a:lnTo>
                    <a:pt x="928451" y="55880"/>
                  </a:lnTo>
                  <a:lnTo>
                    <a:pt x="914205" y="46299"/>
                  </a:lnTo>
                  <a:lnTo>
                    <a:pt x="896366" y="42799"/>
                  </a:lnTo>
                  <a:close/>
                </a:path>
                <a:path w="1358265" h="419735">
                  <a:moveTo>
                    <a:pt x="173609" y="0"/>
                  </a:moveTo>
                  <a:lnTo>
                    <a:pt x="153924" y="0"/>
                  </a:lnTo>
                  <a:lnTo>
                    <a:pt x="153924" y="135255"/>
                  </a:lnTo>
                  <a:lnTo>
                    <a:pt x="173609" y="135255"/>
                  </a:lnTo>
                  <a:lnTo>
                    <a:pt x="173609" y="0"/>
                  </a:lnTo>
                  <a:close/>
                </a:path>
                <a:path w="1358265" h="419735">
                  <a:moveTo>
                    <a:pt x="74549" y="1016"/>
                  </a:moveTo>
                  <a:lnTo>
                    <a:pt x="46815" y="6175"/>
                  </a:lnTo>
                  <a:lnTo>
                    <a:pt x="25177" y="20478"/>
                  </a:lnTo>
                  <a:lnTo>
                    <a:pt x="11112" y="42164"/>
                  </a:lnTo>
                  <a:lnTo>
                    <a:pt x="6096" y="69469"/>
                  </a:lnTo>
                  <a:lnTo>
                    <a:pt x="11183" y="96474"/>
                  </a:lnTo>
                  <a:lnTo>
                    <a:pt x="25368" y="117871"/>
                  </a:lnTo>
                  <a:lnTo>
                    <a:pt x="47029" y="131958"/>
                  </a:lnTo>
                  <a:lnTo>
                    <a:pt x="74549" y="137033"/>
                  </a:lnTo>
                  <a:lnTo>
                    <a:pt x="91090" y="135249"/>
                  </a:lnTo>
                  <a:lnTo>
                    <a:pt x="105918" y="130095"/>
                  </a:lnTo>
                  <a:lnTo>
                    <a:pt x="118554" y="121870"/>
                  </a:lnTo>
                  <a:lnTo>
                    <a:pt x="123113" y="116840"/>
                  </a:lnTo>
                  <a:lnTo>
                    <a:pt x="75056" y="116840"/>
                  </a:lnTo>
                  <a:lnTo>
                    <a:pt x="56489" y="113331"/>
                  </a:lnTo>
                  <a:lnTo>
                    <a:pt x="41767" y="103536"/>
                  </a:lnTo>
                  <a:lnTo>
                    <a:pt x="32069" y="88550"/>
                  </a:lnTo>
                  <a:lnTo>
                    <a:pt x="28575" y="69469"/>
                  </a:lnTo>
                  <a:lnTo>
                    <a:pt x="32140" y="50093"/>
                  </a:lnTo>
                  <a:lnTo>
                    <a:pt x="41957" y="34956"/>
                  </a:lnTo>
                  <a:lnTo>
                    <a:pt x="56703" y="25106"/>
                  </a:lnTo>
                  <a:lnTo>
                    <a:pt x="75056" y="21590"/>
                  </a:lnTo>
                  <a:lnTo>
                    <a:pt x="123383" y="21590"/>
                  </a:lnTo>
                  <a:lnTo>
                    <a:pt x="119626" y="17250"/>
                  </a:lnTo>
                  <a:lnTo>
                    <a:pt x="106616" y="8524"/>
                  </a:lnTo>
                  <a:lnTo>
                    <a:pt x="91320" y="2966"/>
                  </a:lnTo>
                  <a:lnTo>
                    <a:pt x="74549" y="1016"/>
                  </a:lnTo>
                  <a:close/>
                </a:path>
                <a:path w="1358265" h="419735">
                  <a:moveTo>
                    <a:pt x="111633" y="98171"/>
                  </a:moveTo>
                  <a:lnTo>
                    <a:pt x="104560" y="106017"/>
                  </a:lnTo>
                  <a:lnTo>
                    <a:pt x="96012" y="111887"/>
                  </a:lnTo>
                  <a:lnTo>
                    <a:pt x="86129" y="115566"/>
                  </a:lnTo>
                  <a:lnTo>
                    <a:pt x="75056" y="116840"/>
                  </a:lnTo>
                  <a:lnTo>
                    <a:pt x="123113" y="116840"/>
                  </a:lnTo>
                  <a:lnTo>
                    <a:pt x="128524" y="110871"/>
                  </a:lnTo>
                  <a:lnTo>
                    <a:pt x="111633" y="98171"/>
                  </a:lnTo>
                  <a:close/>
                </a:path>
                <a:path w="1358265" h="419735">
                  <a:moveTo>
                    <a:pt x="123383" y="21590"/>
                  </a:moveTo>
                  <a:lnTo>
                    <a:pt x="75056" y="21590"/>
                  </a:lnTo>
                  <a:lnTo>
                    <a:pt x="86369" y="22883"/>
                  </a:lnTo>
                  <a:lnTo>
                    <a:pt x="96408" y="26606"/>
                  </a:lnTo>
                  <a:lnTo>
                    <a:pt x="105042" y="32519"/>
                  </a:lnTo>
                  <a:lnTo>
                    <a:pt x="112141" y="40386"/>
                  </a:lnTo>
                  <a:lnTo>
                    <a:pt x="129540" y="28702"/>
                  </a:lnTo>
                  <a:lnTo>
                    <a:pt x="123383" y="21590"/>
                  </a:lnTo>
                  <a:close/>
                </a:path>
                <a:path w="1358265" h="419735">
                  <a:moveTo>
                    <a:pt x="337439" y="45085"/>
                  </a:moveTo>
                  <a:lnTo>
                    <a:pt x="317246" y="45085"/>
                  </a:lnTo>
                  <a:lnTo>
                    <a:pt x="317246" y="96774"/>
                  </a:lnTo>
                  <a:lnTo>
                    <a:pt x="320792" y="115413"/>
                  </a:lnTo>
                  <a:lnTo>
                    <a:pt x="330184" y="128063"/>
                  </a:lnTo>
                  <a:lnTo>
                    <a:pt x="343552" y="135260"/>
                  </a:lnTo>
                  <a:lnTo>
                    <a:pt x="359028" y="137541"/>
                  </a:lnTo>
                  <a:lnTo>
                    <a:pt x="374451" y="135260"/>
                  </a:lnTo>
                  <a:lnTo>
                    <a:pt x="387826" y="128063"/>
                  </a:lnTo>
                  <a:lnTo>
                    <a:pt x="394766" y="118745"/>
                  </a:lnTo>
                  <a:lnTo>
                    <a:pt x="359028" y="118745"/>
                  </a:lnTo>
                  <a:lnTo>
                    <a:pt x="350982" y="117522"/>
                  </a:lnTo>
                  <a:lnTo>
                    <a:pt x="350631" y="117522"/>
                  </a:lnTo>
                  <a:lnTo>
                    <a:pt x="343662" y="113347"/>
                  </a:lnTo>
                  <a:lnTo>
                    <a:pt x="339097" y="106100"/>
                  </a:lnTo>
                  <a:lnTo>
                    <a:pt x="337439" y="95377"/>
                  </a:lnTo>
                  <a:lnTo>
                    <a:pt x="337439" y="45085"/>
                  </a:lnTo>
                  <a:close/>
                </a:path>
                <a:path w="1358265" h="419735">
                  <a:moveTo>
                    <a:pt x="400812" y="45085"/>
                  </a:moveTo>
                  <a:lnTo>
                    <a:pt x="381508" y="45085"/>
                  </a:lnTo>
                  <a:lnTo>
                    <a:pt x="381508" y="95377"/>
                  </a:lnTo>
                  <a:lnTo>
                    <a:pt x="379867" y="106100"/>
                  </a:lnTo>
                  <a:lnTo>
                    <a:pt x="379835" y="106314"/>
                  </a:lnTo>
                  <a:lnTo>
                    <a:pt x="375296" y="113347"/>
                  </a:lnTo>
                  <a:lnTo>
                    <a:pt x="375173" y="113538"/>
                  </a:lnTo>
                  <a:lnTo>
                    <a:pt x="368059" y="117522"/>
                  </a:lnTo>
                  <a:lnTo>
                    <a:pt x="359028" y="118745"/>
                  </a:lnTo>
                  <a:lnTo>
                    <a:pt x="394766" y="118745"/>
                  </a:lnTo>
                  <a:lnTo>
                    <a:pt x="397248" y="115413"/>
                  </a:lnTo>
                  <a:lnTo>
                    <a:pt x="400812" y="96774"/>
                  </a:lnTo>
                  <a:lnTo>
                    <a:pt x="400812" y="45085"/>
                  </a:lnTo>
                  <a:close/>
                </a:path>
                <a:path w="1358265" h="419735">
                  <a:moveTo>
                    <a:pt x="967740" y="110871"/>
                  </a:moveTo>
                  <a:lnTo>
                    <a:pt x="996823" y="137541"/>
                  </a:lnTo>
                  <a:lnTo>
                    <a:pt x="1013582" y="135366"/>
                  </a:lnTo>
                  <a:lnTo>
                    <a:pt x="1013995" y="135366"/>
                  </a:lnTo>
                  <a:lnTo>
                    <a:pt x="1027128" y="129079"/>
                  </a:lnTo>
                  <a:lnTo>
                    <a:pt x="1034779" y="120269"/>
                  </a:lnTo>
                  <a:lnTo>
                    <a:pt x="997330" y="120269"/>
                  </a:lnTo>
                  <a:lnTo>
                    <a:pt x="989048" y="119699"/>
                  </a:lnTo>
                  <a:lnTo>
                    <a:pt x="987877" y="119699"/>
                  </a:lnTo>
                  <a:lnTo>
                    <a:pt x="979344" y="117665"/>
                  </a:lnTo>
                  <a:lnTo>
                    <a:pt x="972881" y="114696"/>
                  </a:lnTo>
                  <a:lnTo>
                    <a:pt x="967740" y="110871"/>
                  </a:lnTo>
                  <a:close/>
                </a:path>
                <a:path w="1358265" h="419735">
                  <a:moveTo>
                    <a:pt x="999109" y="42799"/>
                  </a:moveTo>
                  <a:lnTo>
                    <a:pt x="983690" y="44825"/>
                  </a:lnTo>
                  <a:lnTo>
                    <a:pt x="972057" y="50625"/>
                  </a:lnTo>
                  <a:lnTo>
                    <a:pt x="964711" y="59783"/>
                  </a:lnTo>
                  <a:lnTo>
                    <a:pt x="962151" y="71882"/>
                  </a:lnTo>
                  <a:lnTo>
                    <a:pt x="964146" y="81704"/>
                  </a:lnTo>
                  <a:lnTo>
                    <a:pt x="970010" y="89408"/>
                  </a:lnTo>
                  <a:lnTo>
                    <a:pt x="979564" y="94920"/>
                  </a:lnTo>
                  <a:lnTo>
                    <a:pt x="992631" y="98171"/>
                  </a:lnTo>
                  <a:lnTo>
                    <a:pt x="1002029" y="99060"/>
                  </a:lnTo>
                  <a:lnTo>
                    <a:pt x="1012825" y="100965"/>
                  </a:lnTo>
                  <a:lnTo>
                    <a:pt x="1017904" y="103759"/>
                  </a:lnTo>
                  <a:lnTo>
                    <a:pt x="1017904" y="116459"/>
                  </a:lnTo>
                  <a:lnTo>
                    <a:pt x="1010920" y="120269"/>
                  </a:lnTo>
                  <a:lnTo>
                    <a:pt x="1034779" y="120269"/>
                  </a:lnTo>
                  <a:lnTo>
                    <a:pt x="1035274" y="119699"/>
                  </a:lnTo>
                  <a:lnTo>
                    <a:pt x="1038098" y="107950"/>
                  </a:lnTo>
                  <a:lnTo>
                    <a:pt x="1036015" y="98171"/>
                  </a:lnTo>
                  <a:lnTo>
                    <a:pt x="1035964" y="97930"/>
                  </a:lnTo>
                  <a:lnTo>
                    <a:pt x="997330" y="80264"/>
                  </a:lnTo>
                  <a:lnTo>
                    <a:pt x="989329" y="79375"/>
                  </a:lnTo>
                  <a:lnTo>
                    <a:pt x="982726" y="77470"/>
                  </a:lnTo>
                  <a:lnTo>
                    <a:pt x="982726" y="64770"/>
                  </a:lnTo>
                  <a:lnTo>
                    <a:pt x="989329" y="60579"/>
                  </a:lnTo>
                  <a:lnTo>
                    <a:pt x="1031319" y="60579"/>
                  </a:lnTo>
                  <a:lnTo>
                    <a:pt x="1035812" y="52197"/>
                  </a:lnTo>
                  <a:lnTo>
                    <a:pt x="1028094" y="48317"/>
                  </a:lnTo>
                  <a:lnTo>
                    <a:pt x="1019222" y="45354"/>
                  </a:lnTo>
                  <a:lnTo>
                    <a:pt x="1009469" y="43463"/>
                  </a:lnTo>
                  <a:lnTo>
                    <a:pt x="999109" y="42799"/>
                  </a:lnTo>
                  <a:close/>
                </a:path>
                <a:path w="1358265" h="419735">
                  <a:moveTo>
                    <a:pt x="1031319" y="60579"/>
                  </a:moveTo>
                  <a:lnTo>
                    <a:pt x="999617" y="60579"/>
                  </a:lnTo>
                  <a:lnTo>
                    <a:pt x="1007997" y="61285"/>
                  </a:lnTo>
                  <a:lnTo>
                    <a:pt x="1015793" y="63087"/>
                  </a:lnTo>
                  <a:lnTo>
                    <a:pt x="1022423" y="65508"/>
                  </a:lnTo>
                  <a:lnTo>
                    <a:pt x="1027302" y="68072"/>
                  </a:lnTo>
                  <a:lnTo>
                    <a:pt x="1031319" y="60579"/>
                  </a:lnTo>
                  <a:close/>
                </a:path>
                <a:path w="1358265" h="419735">
                  <a:moveTo>
                    <a:pt x="415290" y="249682"/>
                  </a:moveTo>
                  <a:lnTo>
                    <a:pt x="364617" y="249682"/>
                  </a:lnTo>
                  <a:lnTo>
                    <a:pt x="364617" y="381635"/>
                  </a:lnTo>
                  <a:lnTo>
                    <a:pt x="385318" y="381635"/>
                  </a:lnTo>
                  <a:lnTo>
                    <a:pt x="385318" y="329946"/>
                  </a:lnTo>
                  <a:lnTo>
                    <a:pt x="415290" y="329946"/>
                  </a:lnTo>
                  <a:lnTo>
                    <a:pt x="435411" y="327138"/>
                  </a:lnTo>
                  <a:lnTo>
                    <a:pt x="449961" y="319103"/>
                  </a:lnTo>
                  <a:lnTo>
                    <a:pt x="456388" y="309880"/>
                  </a:lnTo>
                  <a:lnTo>
                    <a:pt x="385318" y="309880"/>
                  </a:lnTo>
                  <a:lnTo>
                    <a:pt x="385318" y="269875"/>
                  </a:lnTo>
                  <a:lnTo>
                    <a:pt x="456461" y="269875"/>
                  </a:lnTo>
                  <a:lnTo>
                    <a:pt x="449818" y="260492"/>
                  </a:lnTo>
                  <a:lnTo>
                    <a:pt x="435250" y="252485"/>
                  </a:lnTo>
                  <a:lnTo>
                    <a:pt x="415290" y="249682"/>
                  </a:lnTo>
                  <a:close/>
                </a:path>
                <a:path w="1358265" h="419735">
                  <a:moveTo>
                    <a:pt x="456461" y="269875"/>
                  </a:moveTo>
                  <a:lnTo>
                    <a:pt x="414781" y="269875"/>
                  </a:lnTo>
                  <a:lnTo>
                    <a:pt x="425930" y="271119"/>
                  </a:lnTo>
                  <a:lnTo>
                    <a:pt x="433863" y="274875"/>
                  </a:lnTo>
                  <a:lnTo>
                    <a:pt x="438606" y="281179"/>
                  </a:lnTo>
                  <a:lnTo>
                    <a:pt x="440114" y="289687"/>
                  </a:lnTo>
                  <a:lnTo>
                    <a:pt x="440181" y="290068"/>
                  </a:lnTo>
                  <a:lnTo>
                    <a:pt x="438659" y="298735"/>
                  </a:lnTo>
                  <a:lnTo>
                    <a:pt x="434006" y="304927"/>
                  </a:lnTo>
                  <a:lnTo>
                    <a:pt x="426090" y="308641"/>
                  </a:lnTo>
                  <a:lnTo>
                    <a:pt x="414781" y="309880"/>
                  </a:lnTo>
                  <a:lnTo>
                    <a:pt x="456388" y="309880"/>
                  </a:lnTo>
                  <a:lnTo>
                    <a:pt x="458795" y="306425"/>
                  </a:lnTo>
                  <a:lnTo>
                    <a:pt x="461704" y="290068"/>
                  </a:lnTo>
                  <a:lnTo>
                    <a:pt x="461772" y="289687"/>
                  </a:lnTo>
                  <a:lnTo>
                    <a:pt x="458741" y="273095"/>
                  </a:lnTo>
                  <a:lnTo>
                    <a:pt x="456461" y="269875"/>
                  </a:lnTo>
                  <a:close/>
                </a:path>
                <a:path w="1358265" h="419735">
                  <a:moveTo>
                    <a:pt x="975233" y="250190"/>
                  </a:moveTo>
                  <a:lnTo>
                    <a:pt x="923163" y="250190"/>
                  </a:lnTo>
                  <a:lnTo>
                    <a:pt x="923163" y="381635"/>
                  </a:lnTo>
                  <a:lnTo>
                    <a:pt x="975233" y="381635"/>
                  </a:lnTo>
                  <a:lnTo>
                    <a:pt x="1003067" y="376983"/>
                  </a:lnTo>
                  <a:lnTo>
                    <a:pt x="1024556" y="363759"/>
                  </a:lnTo>
                  <a:lnTo>
                    <a:pt x="1026106" y="361442"/>
                  </a:lnTo>
                  <a:lnTo>
                    <a:pt x="944245" y="361442"/>
                  </a:lnTo>
                  <a:lnTo>
                    <a:pt x="944245" y="269875"/>
                  </a:lnTo>
                  <a:lnTo>
                    <a:pt x="1025754" y="269875"/>
                  </a:lnTo>
                  <a:lnTo>
                    <a:pt x="1024556" y="268081"/>
                  </a:lnTo>
                  <a:lnTo>
                    <a:pt x="1003067" y="254843"/>
                  </a:lnTo>
                  <a:lnTo>
                    <a:pt x="975233" y="250190"/>
                  </a:lnTo>
                  <a:close/>
                </a:path>
                <a:path w="1358265" h="419735">
                  <a:moveTo>
                    <a:pt x="1025754" y="269875"/>
                  </a:moveTo>
                  <a:lnTo>
                    <a:pt x="975233" y="269875"/>
                  </a:lnTo>
                  <a:lnTo>
                    <a:pt x="995410" y="273238"/>
                  </a:lnTo>
                  <a:lnTo>
                    <a:pt x="1009586" y="282686"/>
                  </a:lnTo>
                  <a:lnTo>
                    <a:pt x="1017952" y="297253"/>
                  </a:lnTo>
                  <a:lnTo>
                    <a:pt x="1020699" y="315976"/>
                  </a:lnTo>
                  <a:lnTo>
                    <a:pt x="1017881" y="334117"/>
                  </a:lnTo>
                  <a:lnTo>
                    <a:pt x="1009396" y="348519"/>
                  </a:lnTo>
                  <a:lnTo>
                    <a:pt x="995195" y="358016"/>
                  </a:lnTo>
                  <a:lnTo>
                    <a:pt x="975233" y="361442"/>
                  </a:lnTo>
                  <a:lnTo>
                    <a:pt x="1026106" y="361442"/>
                  </a:lnTo>
                  <a:lnTo>
                    <a:pt x="1038401" y="343058"/>
                  </a:lnTo>
                  <a:lnTo>
                    <a:pt x="1043304" y="315976"/>
                  </a:lnTo>
                  <a:lnTo>
                    <a:pt x="1038401" y="288819"/>
                  </a:lnTo>
                  <a:lnTo>
                    <a:pt x="1025754" y="269875"/>
                  </a:lnTo>
                  <a:close/>
                </a:path>
                <a:path w="1358265" h="419735">
                  <a:moveTo>
                    <a:pt x="232791" y="289179"/>
                  </a:moveTo>
                  <a:lnTo>
                    <a:pt x="215245" y="292766"/>
                  </a:lnTo>
                  <a:lnTo>
                    <a:pt x="200914" y="302736"/>
                  </a:lnTo>
                  <a:lnTo>
                    <a:pt x="191250" y="317896"/>
                  </a:lnTo>
                  <a:lnTo>
                    <a:pt x="187705" y="337058"/>
                  </a:lnTo>
                  <a:lnTo>
                    <a:pt x="191250" y="355925"/>
                  </a:lnTo>
                  <a:lnTo>
                    <a:pt x="200914" y="370935"/>
                  </a:lnTo>
                  <a:lnTo>
                    <a:pt x="215245" y="380849"/>
                  </a:lnTo>
                  <a:lnTo>
                    <a:pt x="232791" y="384429"/>
                  </a:lnTo>
                  <a:lnTo>
                    <a:pt x="241909" y="383492"/>
                  </a:lnTo>
                  <a:lnTo>
                    <a:pt x="249611" y="380849"/>
                  </a:lnTo>
                  <a:lnTo>
                    <a:pt x="255954" y="376713"/>
                  </a:lnTo>
                  <a:lnTo>
                    <a:pt x="260858" y="371348"/>
                  </a:lnTo>
                  <a:lnTo>
                    <a:pt x="280670" y="371348"/>
                  </a:lnTo>
                  <a:lnTo>
                    <a:pt x="280670" y="365125"/>
                  </a:lnTo>
                  <a:lnTo>
                    <a:pt x="235585" y="365125"/>
                  </a:lnTo>
                  <a:lnTo>
                    <a:pt x="224339" y="362902"/>
                  </a:lnTo>
                  <a:lnTo>
                    <a:pt x="224076" y="362902"/>
                  </a:lnTo>
                  <a:lnTo>
                    <a:pt x="215407" y="356584"/>
                  </a:lnTo>
                  <a:lnTo>
                    <a:pt x="210222" y="347551"/>
                  </a:lnTo>
                  <a:lnTo>
                    <a:pt x="210099" y="347337"/>
                  </a:lnTo>
                  <a:lnTo>
                    <a:pt x="208279" y="336042"/>
                  </a:lnTo>
                  <a:lnTo>
                    <a:pt x="210099" y="325094"/>
                  </a:lnTo>
                  <a:lnTo>
                    <a:pt x="215407" y="315991"/>
                  </a:lnTo>
                  <a:lnTo>
                    <a:pt x="223978" y="309770"/>
                  </a:lnTo>
                  <a:lnTo>
                    <a:pt x="235585" y="307467"/>
                  </a:lnTo>
                  <a:lnTo>
                    <a:pt x="280670" y="307467"/>
                  </a:lnTo>
                  <a:lnTo>
                    <a:pt x="280670" y="303276"/>
                  </a:lnTo>
                  <a:lnTo>
                    <a:pt x="260858" y="303276"/>
                  </a:lnTo>
                  <a:lnTo>
                    <a:pt x="255668" y="297483"/>
                  </a:lnTo>
                  <a:lnTo>
                    <a:pt x="249253" y="293036"/>
                  </a:lnTo>
                  <a:lnTo>
                    <a:pt x="241623" y="290185"/>
                  </a:lnTo>
                  <a:lnTo>
                    <a:pt x="232791" y="289179"/>
                  </a:lnTo>
                  <a:close/>
                </a:path>
                <a:path w="1358265" h="419735">
                  <a:moveTo>
                    <a:pt x="280670" y="371348"/>
                  </a:moveTo>
                  <a:lnTo>
                    <a:pt x="260858" y="371348"/>
                  </a:lnTo>
                  <a:lnTo>
                    <a:pt x="260858" y="382143"/>
                  </a:lnTo>
                  <a:lnTo>
                    <a:pt x="280670" y="382143"/>
                  </a:lnTo>
                  <a:lnTo>
                    <a:pt x="280670" y="371348"/>
                  </a:lnTo>
                  <a:close/>
                </a:path>
                <a:path w="1358265" h="419735">
                  <a:moveTo>
                    <a:pt x="280670" y="307467"/>
                  </a:moveTo>
                  <a:lnTo>
                    <a:pt x="235585" y="307467"/>
                  </a:lnTo>
                  <a:lnTo>
                    <a:pt x="246683" y="309627"/>
                  </a:lnTo>
                  <a:lnTo>
                    <a:pt x="255127" y="315610"/>
                  </a:lnTo>
                  <a:lnTo>
                    <a:pt x="260498" y="324665"/>
                  </a:lnTo>
                  <a:lnTo>
                    <a:pt x="262381" y="336042"/>
                  </a:lnTo>
                  <a:lnTo>
                    <a:pt x="260533" y="347337"/>
                  </a:lnTo>
                  <a:lnTo>
                    <a:pt x="235585" y="365125"/>
                  </a:lnTo>
                  <a:lnTo>
                    <a:pt x="280670" y="365125"/>
                  </a:lnTo>
                  <a:lnTo>
                    <a:pt x="280670" y="307467"/>
                  </a:lnTo>
                  <a:close/>
                </a:path>
                <a:path w="1358265" h="419735">
                  <a:moveTo>
                    <a:pt x="280670" y="246888"/>
                  </a:moveTo>
                  <a:lnTo>
                    <a:pt x="260858" y="246888"/>
                  </a:lnTo>
                  <a:lnTo>
                    <a:pt x="260858" y="303276"/>
                  </a:lnTo>
                  <a:lnTo>
                    <a:pt x="280670" y="303276"/>
                  </a:lnTo>
                  <a:lnTo>
                    <a:pt x="280670" y="246888"/>
                  </a:lnTo>
                  <a:close/>
                </a:path>
                <a:path w="1358265" h="419735">
                  <a:moveTo>
                    <a:pt x="522350" y="289179"/>
                  </a:moveTo>
                  <a:lnTo>
                    <a:pt x="480738" y="317682"/>
                  </a:lnTo>
                  <a:lnTo>
                    <a:pt x="477266" y="336550"/>
                  </a:lnTo>
                  <a:lnTo>
                    <a:pt x="480738" y="355711"/>
                  </a:lnTo>
                  <a:lnTo>
                    <a:pt x="490283" y="370871"/>
                  </a:lnTo>
                  <a:lnTo>
                    <a:pt x="504590" y="380841"/>
                  </a:lnTo>
                  <a:lnTo>
                    <a:pt x="522350" y="384429"/>
                  </a:lnTo>
                  <a:lnTo>
                    <a:pt x="531256" y="383438"/>
                  </a:lnTo>
                  <a:lnTo>
                    <a:pt x="538924" y="380698"/>
                  </a:lnTo>
                  <a:lnTo>
                    <a:pt x="545353" y="376553"/>
                  </a:lnTo>
                  <a:lnTo>
                    <a:pt x="550545" y="371348"/>
                  </a:lnTo>
                  <a:lnTo>
                    <a:pt x="569722" y="371348"/>
                  </a:lnTo>
                  <a:lnTo>
                    <a:pt x="569722" y="365125"/>
                  </a:lnTo>
                  <a:lnTo>
                    <a:pt x="524637" y="365125"/>
                  </a:lnTo>
                  <a:lnTo>
                    <a:pt x="513411" y="362902"/>
                  </a:lnTo>
                  <a:lnTo>
                    <a:pt x="513147" y="362902"/>
                  </a:lnTo>
                  <a:lnTo>
                    <a:pt x="504523" y="356584"/>
                  </a:lnTo>
                  <a:lnTo>
                    <a:pt x="499380" y="347551"/>
                  </a:lnTo>
                  <a:lnTo>
                    <a:pt x="499258" y="347337"/>
                  </a:lnTo>
                  <a:lnTo>
                    <a:pt x="497539" y="336550"/>
                  </a:lnTo>
                  <a:lnTo>
                    <a:pt x="497459" y="336042"/>
                  </a:lnTo>
                  <a:lnTo>
                    <a:pt x="499330" y="325094"/>
                  </a:lnTo>
                  <a:lnTo>
                    <a:pt x="504713" y="315991"/>
                  </a:lnTo>
                  <a:lnTo>
                    <a:pt x="513264" y="309770"/>
                  </a:lnTo>
                  <a:lnTo>
                    <a:pt x="524637" y="307467"/>
                  </a:lnTo>
                  <a:lnTo>
                    <a:pt x="569722" y="307467"/>
                  </a:lnTo>
                  <a:lnTo>
                    <a:pt x="569722" y="302768"/>
                  </a:lnTo>
                  <a:lnTo>
                    <a:pt x="550545" y="302768"/>
                  </a:lnTo>
                  <a:lnTo>
                    <a:pt x="545139" y="297269"/>
                  </a:lnTo>
                  <a:lnTo>
                    <a:pt x="538734" y="292973"/>
                  </a:lnTo>
                  <a:lnTo>
                    <a:pt x="531185" y="290177"/>
                  </a:lnTo>
                  <a:lnTo>
                    <a:pt x="522350" y="289179"/>
                  </a:lnTo>
                  <a:close/>
                </a:path>
                <a:path w="1358265" h="419735">
                  <a:moveTo>
                    <a:pt x="569722" y="371348"/>
                  </a:moveTo>
                  <a:lnTo>
                    <a:pt x="550545" y="371348"/>
                  </a:lnTo>
                  <a:lnTo>
                    <a:pt x="550545" y="382143"/>
                  </a:lnTo>
                  <a:lnTo>
                    <a:pt x="569722" y="382143"/>
                  </a:lnTo>
                  <a:lnTo>
                    <a:pt x="569722" y="371348"/>
                  </a:lnTo>
                  <a:close/>
                </a:path>
                <a:path w="1358265" h="419735">
                  <a:moveTo>
                    <a:pt x="569722" y="307467"/>
                  </a:moveTo>
                  <a:lnTo>
                    <a:pt x="524637" y="307467"/>
                  </a:lnTo>
                  <a:lnTo>
                    <a:pt x="535789" y="309627"/>
                  </a:lnTo>
                  <a:lnTo>
                    <a:pt x="544226" y="315610"/>
                  </a:lnTo>
                  <a:lnTo>
                    <a:pt x="549568" y="324665"/>
                  </a:lnTo>
                  <a:lnTo>
                    <a:pt x="551434" y="336042"/>
                  </a:lnTo>
                  <a:lnTo>
                    <a:pt x="549463" y="347337"/>
                  </a:lnTo>
                  <a:lnTo>
                    <a:pt x="549425" y="347551"/>
                  </a:lnTo>
                  <a:lnTo>
                    <a:pt x="543961" y="356584"/>
                  </a:lnTo>
                  <a:lnTo>
                    <a:pt x="543845" y="356774"/>
                  </a:lnTo>
                  <a:lnTo>
                    <a:pt x="535360" y="362902"/>
                  </a:lnTo>
                  <a:lnTo>
                    <a:pt x="524637" y="365125"/>
                  </a:lnTo>
                  <a:lnTo>
                    <a:pt x="569722" y="365125"/>
                  </a:lnTo>
                  <a:lnTo>
                    <a:pt x="569722" y="307467"/>
                  </a:lnTo>
                  <a:close/>
                </a:path>
                <a:path w="1358265" h="419735">
                  <a:moveTo>
                    <a:pt x="569722" y="291465"/>
                  </a:moveTo>
                  <a:lnTo>
                    <a:pt x="550545" y="291465"/>
                  </a:lnTo>
                  <a:lnTo>
                    <a:pt x="550545" y="302768"/>
                  </a:lnTo>
                  <a:lnTo>
                    <a:pt x="569722" y="302768"/>
                  </a:lnTo>
                  <a:lnTo>
                    <a:pt x="569722" y="291465"/>
                  </a:lnTo>
                  <a:close/>
                </a:path>
                <a:path w="1358265" h="419735">
                  <a:moveTo>
                    <a:pt x="1108583" y="289179"/>
                  </a:moveTo>
                  <a:lnTo>
                    <a:pt x="1066542" y="317682"/>
                  </a:lnTo>
                  <a:lnTo>
                    <a:pt x="1062990" y="336550"/>
                  </a:lnTo>
                  <a:lnTo>
                    <a:pt x="1066542" y="355711"/>
                  </a:lnTo>
                  <a:lnTo>
                    <a:pt x="1076261" y="370871"/>
                  </a:lnTo>
                  <a:lnTo>
                    <a:pt x="1090743" y="380841"/>
                  </a:lnTo>
                  <a:lnTo>
                    <a:pt x="1108583" y="384429"/>
                  </a:lnTo>
                  <a:lnTo>
                    <a:pt x="1117415" y="383438"/>
                  </a:lnTo>
                  <a:lnTo>
                    <a:pt x="1125045" y="380698"/>
                  </a:lnTo>
                  <a:lnTo>
                    <a:pt x="1131460" y="376553"/>
                  </a:lnTo>
                  <a:lnTo>
                    <a:pt x="1136650" y="371348"/>
                  </a:lnTo>
                  <a:lnTo>
                    <a:pt x="1155953" y="371348"/>
                  </a:lnTo>
                  <a:lnTo>
                    <a:pt x="1155953" y="365125"/>
                  </a:lnTo>
                  <a:lnTo>
                    <a:pt x="1109979" y="365125"/>
                  </a:lnTo>
                  <a:lnTo>
                    <a:pt x="1099019" y="362902"/>
                  </a:lnTo>
                  <a:lnTo>
                    <a:pt x="1098763" y="362902"/>
                  </a:lnTo>
                  <a:lnTo>
                    <a:pt x="1090247" y="356584"/>
                  </a:lnTo>
                  <a:lnTo>
                    <a:pt x="1085116" y="347551"/>
                  </a:lnTo>
                  <a:lnTo>
                    <a:pt x="1084994" y="347337"/>
                  </a:lnTo>
                  <a:lnTo>
                    <a:pt x="1083264" y="336550"/>
                  </a:lnTo>
                  <a:lnTo>
                    <a:pt x="1083183" y="336042"/>
                  </a:lnTo>
                  <a:lnTo>
                    <a:pt x="1084994" y="325094"/>
                  </a:lnTo>
                  <a:lnTo>
                    <a:pt x="1090247" y="315991"/>
                  </a:lnTo>
                  <a:lnTo>
                    <a:pt x="1098667" y="309770"/>
                  </a:lnTo>
                  <a:lnTo>
                    <a:pt x="1109979" y="307467"/>
                  </a:lnTo>
                  <a:lnTo>
                    <a:pt x="1155953" y="307467"/>
                  </a:lnTo>
                  <a:lnTo>
                    <a:pt x="1155953" y="302768"/>
                  </a:lnTo>
                  <a:lnTo>
                    <a:pt x="1136650" y="302768"/>
                  </a:lnTo>
                  <a:lnTo>
                    <a:pt x="1131300" y="297269"/>
                  </a:lnTo>
                  <a:lnTo>
                    <a:pt x="1124902" y="292973"/>
                  </a:lnTo>
                  <a:lnTo>
                    <a:pt x="1117361" y="290177"/>
                  </a:lnTo>
                  <a:lnTo>
                    <a:pt x="1108583" y="289179"/>
                  </a:lnTo>
                  <a:close/>
                </a:path>
                <a:path w="1358265" h="419735">
                  <a:moveTo>
                    <a:pt x="1155953" y="371348"/>
                  </a:moveTo>
                  <a:lnTo>
                    <a:pt x="1136650" y="371348"/>
                  </a:lnTo>
                  <a:lnTo>
                    <a:pt x="1136650" y="382143"/>
                  </a:lnTo>
                  <a:lnTo>
                    <a:pt x="1155953" y="382143"/>
                  </a:lnTo>
                  <a:lnTo>
                    <a:pt x="1155953" y="371348"/>
                  </a:lnTo>
                  <a:close/>
                </a:path>
                <a:path w="1358265" h="419735">
                  <a:moveTo>
                    <a:pt x="1155953" y="307467"/>
                  </a:moveTo>
                  <a:lnTo>
                    <a:pt x="1109979" y="307467"/>
                  </a:lnTo>
                  <a:lnTo>
                    <a:pt x="1121138" y="309627"/>
                  </a:lnTo>
                  <a:lnTo>
                    <a:pt x="1129712" y="315610"/>
                  </a:lnTo>
                  <a:lnTo>
                    <a:pt x="1135215" y="324665"/>
                  </a:lnTo>
                  <a:lnTo>
                    <a:pt x="1137158" y="336042"/>
                  </a:lnTo>
                  <a:lnTo>
                    <a:pt x="1135181" y="347337"/>
                  </a:lnTo>
                  <a:lnTo>
                    <a:pt x="1135143" y="347551"/>
                  </a:lnTo>
                  <a:lnTo>
                    <a:pt x="1129638" y="356584"/>
                  </a:lnTo>
                  <a:lnTo>
                    <a:pt x="1129522" y="356774"/>
                  </a:lnTo>
                  <a:lnTo>
                    <a:pt x="1120923" y="362902"/>
                  </a:lnTo>
                  <a:lnTo>
                    <a:pt x="1109979" y="365125"/>
                  </a:lnTo>
                  <a:lnTo>
                    <a:pt x="1155953" y="365125"/>
                  </a:lnTo>
                  <a:lnTo>
                    <a:pt x="1155953" y="307467"/>
                  </a:lnTo>
                  <a:close/>
                </a:path>
                <a:path w="1358265" h="419735">
                  <a:moveTo>
                    <a:pt x="1155953" y="291465"/>
                  </a:moveTo>
                  <a:lnTo>
                    <a:pt x="1136650" y="291465"/>
                  </a:lnTo>
                  <a:lnTo>
                    <a:pt x="1136650" y="302768"/>
                  </a:lnTo>
                  <a:lnTo>
                    <a:pt x="1155953" y="302768"/>
                  </a:lnTo>
                  <a:lnTo>
                    <a:pt x="1155953" y="291465"/>
                  </a:lnTo>
                  <a:close/>
                </a:path>
                <a:path w="1358265" h="419735">
                  <a:moveTo>
                    <a:pt x="1310767" y="289179"/>
                  </a:moveTo>
                  <a:lnTo>
                    <a:pt x="1269279" y="317682"/>
                  </a:lnTo>
                  <a:lnTo>
                    <a:pt x="1265809" y="336550"/>
                  </a:lnTo>
                  <a:lnTo>
                    <a:pt x="1269279" y="355711"/>
                  </a:lnTo>
                  <a:lnTo>
                    <a:pt x="1278810" y="370871"/>
                  </a:lnTo>
                  <a:lnTo>
                    <a:pt x="1293080" y="380841"/>
                  </a:lnTo>
                  <a:lnTo>
                    <a:pt x="1310767" y="384429"/>
                  </a:lnTo>
                  <a:lnTo>
                    <a:pt x="1319672" y="383438"/>
                  </a:lnTo>
                  <a:lnTo>
                    <a:pt x="1327340" y="380698"/>
                  </a:lnTo>
                  <a:lnTo>
                    <a:pt x="1333769" y="376553"/>
                  </a:lnTo>
                  <a:lnTo>
                    <a:pt x="1338961" y="371348"/>
                  </a:lnTo>
                  <a:lnTo>
                    <a:pt x="1358265" y="371348"/>
                  </a:lnTo>
                  <a:lnTo>
                    <a:pt x="1358265" y="365125"/>
                  </a:lnTo>
                  <a:lnTo>
                    <a:pt x="1312672" y="365125"/>
                  </a:lnTo>
                  <a:lnTo>
                    <a:pt x="1301446" y="362902"/>
                  </a:lnTo>
                  <a:lnTo>
                    <a:pt x="1301182" y="362902"/>
                  </a:lnTo>
                  <a:lnTo>
                    <a:pt x="1292558" y="356584"/>
                  </a:lnTo>
                  <a:lnTo>
                    <a:pt x="1287415" y="347551"/>
                  </a:lnTo>
                  <a:lnTo>
                    <a:pt x="1287293" y="347337"/>
                  </a:lnTo>
                  <a:lnTo>
                    <a:pt x="1285574" y="336550"/>
                  </a:lnTo>
                  <a:lnTo>
                    <a:pt x="1285494" y="336042"/>
                  </a:lnTo>
                  <a:lnTo>
                    <a:pt x="1287293" y="325094"/>
                  </a:lnTo>
                  <a:lnTo>
                    <a:pt x="1292558" y="315991"/>
                  </a:lnTo>
                  <a:lnTo>
                    <a:pt x="1301085" y="309770"/>
                  </a:lnTo>
                  <a:lnTo>
                    <a:pt x="1312672" y="307467"/>
                  </a:lnTo>
                  <a:lnTo>
                    <a:pt x="1358265" y="307467"/>
                  </a:lnTo>
                  <a:lnTo>
                    <a:pt x="1358265" y="302768"/>
                  </a:lnTo>
                  <a:lnTo>
                    <a:pt x="1338961" y="302768"/>
                  </a:lnTo>
                  <a:lnTo>
                    <a:pt x="1333555" y="297269"/>
                  </a:lnTo>
                  <a:lnTo>
                    <a:pt x="1327150" y="292973"/>
                  </a:lnTo>
                  <a:lnTo>
                    <a:pt x="1319601" y="290177"/>
                  </a:lnTo>
                  <a:lnTo>
                    <a:pt x="1310767" y="289179"/>
                  </a:lnTo>
                  <a:close/>
                </a:path>
                <a:path w="1358265" h="419735">
                  <a:moveTo>
                    <a:pt x="1358265" y="371348"/>
                  </a:moveTo>
                  <a:lnTo>
                    <a:pt x="1338961" y="371348"/>
                  </a:lnTo>
                  <a:lnTo>
                    <a:pt x="1338961" y="382143"/>
                  </a:lnTo>
                  <a:lnTo>
                    <a:pt x="1358265" y="382143"/>
                  </a:lnTo>
                  <a:lnTo>
                    <a:pt x="1358265" y="371348"/>
                  </a:lnTo>
                  <a:close/>
                </a:path>
                <a:path w="1358265" h="419735">
                  <a:moveTo>
                    <a:pt x="1358265" y="307467"/>
                  </a:moveTo>
                  <a:lnTo>
                    <a:pt x="1312672" y="307467"/>
                  </a:lnTo>
                  <a:lnTo>
                    <a:pt x="1323770" y="309627"/>
                  </a:lnTo>
                  <a:lnTo>
                    <a:pt x="1332214" y="315610"/>
                  </a:lnTo>
                  <a:lnTo>
                    <a:pt x="1337585" y="324665"/>
                  </a:lnTo>
                  <a:lnTo>
                    <a:pt x="1339469" y="336042"/>
                  </a:lnTo>
                  <a:lnTo>
                    <a:pt x="1337498" y="347337"/>
                  </a:lnTo>
                  <a:lnTo>
                    <a:pt x="1337460" y="347551"/>
                  </a:lnTo>
                  <a:lnTo>
                    <a:pt x="1331996" y="356584"/>
                  </a:lnTo>
                  <a:lnTo>
                    <a:pt x="1331880" y="356774"/>
                  </a:lnTo>
                  <a:lnTo>
                    <a:pt x="1323395" y="362902"/>
                  </a:lnTo>
                  <a:lnTo>
                    <a:pt x="1312672" y="365125"/>
                  </a:lnTo>
                  <a:lnTo>
                    <a:pt x="1358265" y="365125"/>
                  </a:lnTo>
                  <a:lnTo>
                    <a:pt x="1358265" y="307467"/>
                  </a:lnTo>
                  <a:close/>
                </a:path>
                <a:path w="1358265" h="419735">
                  <a:moveTo>
                    <a:pt x="1358265" y="291465"/>
                  </a:moveTo>
                  <a:lnTo>
                    <a:pt x="1338961" y="291465"/>
                  </a:lnTo>
                  <a:lnTo>
                    <a:pt x="1338961" y="302768"/>
                  </a:lnTo>
                  <a:lnTo>
                    <a:pt x="1358265" y="302768"/>
                  </a:lnTo>
                  <a:lnTo>
                    <a:pt x="1358265" y="291465"/>
                  </a:lnTo>
                  <a:close/>
                </a:path>
                <a:path w="1358265" h="419735">
                  <a:moveTo>
                    <a:pt x="136525" y="291465"/>
                  </a:moveTo>
                  <a:lnTo>
                    <a:pt x="117221" y="291465"/>
                  </a:lnTo>
                  <a:lnTo>
                    <a:pt x="117221" y="381635"/>
                  </a:lnTo>
                  <a:lnTo>
                    <a:pt x="136525" y="381635"/>
                  </a:lnTo>
                  <a:lnTo>
                    <a:pt x="136525" y="332359"/>
                  </a:lnTo>
                  <a:lnTo>
                    <a:pt x="138120" y="321992"/>
                  </a:lnTo>
                  <a:lnTo>
                    <a:pt x="142621" y="314293"/>
                  </a:lnTo>
                  <a:lnTo>
                    <a:pt x="149598" y="309499"/>
                  </a:lnTo>
                  <a:lnTo>
                    <a:pt x="158623" y="307848"/>
                  </a:lnTo>
                  <a:lnTo>
                    <a:pt x="174028" y="307848"/>
                  </a:lnTo>
                  <a:lnTo>
                    <a:pt x="175481" y="301879"/>
                  </a:lnTo>
                  <a:lnTo>
                    <a:pt x="136525" y="301879"/>
                  </a:lnTo>
                  <a:lnTo>
                    <a:pt x="136525" y="291465"/>
                  </a:lnTo>
                  <a:close/>
                </a:path>
                <a:path w="1358265" h="419735">
                  <a:moveTo>
                    <a:pt x="174028" y="307848"/>
                  </a:moveTo>
                  <a:lnTo>
                    <a:pt x="163322" y="307848"/>
                  </a:lnTo>
                  <a:lnTo>
                    <a:pt x="169375" y="309499"/>
                  </a:lnTo>
                  <a:lnTo>
                    <a:pt x="169142" y="309499"/>
                  </a:lnTo>
                  <a:lnTo>
                    <a:pt x="173100" y="311658"/>
                  </a:lnTo>
                  <a:lnTo>
                    <a:pt x="174028" y="307848"/>
                  </a:lnTo>
                  <a:close/>
                </a:path>
                <a:path w="1358265" h="419735">
                  <a:moveTo>
                    <a:pt x="168910" y="289179"/>
                  </a:moveTo>
                  <a:lnTo>
                    <a:pt x="162305" y="289179"/>
                  </a:lnTo>
                  <a:lnTo>
                    <a:pt x="153588" y="290068"/>
                  </a:lnTo>
                  <a:lnTo>
                    <a:pt x="154285" y="290068"/>
                  </a:lnTo>
                  <a:lnTo>
                    <a:pt x="147629" y="292354"/>
                  </a:lnTo>
                  <a:lnTo>
                    <a:pt x="141606" y="296304"/>
                  </a:lnTo>
                  <a:lnTo>
                    <a:pt x="136525" y="301879"/>
                  </a:lnTo>
                  <a:lnTo>
                    <a:pt x="175481" y="301879"/>
                  </a:lnTo>
                  <a:lnTo>
                    <a:pt x="177800" y="292354"/>
                  </a:lnTo>
                  <a:lnTo>
                    <a:pt x="173100" y="290068"/>
                  </a:lnTo>
                  <a:lnTo>
                    <a:pt x="168910" y="289179"/>
                  </a:lnTo>
                  <a:close/>
                </a:path>
                <a:path w="1358265" h="419735">
                  <a:moveTo>
                    <a:pt x="619505" y="291465"/>
                  </a:moveTo>
                  <a:lnTo>
                    <a:pt x="600201" y="291465"/>
                  </a:lnTo>
                  <a:lnTo>
                    <a:pt x="600201" y="381635"/>
                  </a:lnTo>
                  <a:lnTo>
                    <a:pt x="619505" y="381635"/>
                  </a:lnTo>
                  <a:lnTo>
                    <a:pt x="619505" y="332359"/>
                  </a:lnTo>
                  <a:lnTo>
                    <a:pt x="621099" y="321992"/>
                  </a:lnTo>
                  <a:lnTo>
                    <a:pt x="625586" y="314293"/>
                  </a:lnTo>
                  <a:lnTo>
                    <a:pt x="632525" y="309499"/>
                  </a:lnTo>
                  <a:lnTo>
                    <a:pt x="641476" y="307848"/>
                  </a:lnTo>
                  <a:lnTo>
                    <a:pt x="657009" y="307848"/>
                  </a:lnTo>
                  <a:lnTo>
                    <a:pt x="658462" y="301879"/>
                  </a:lnTo>
                  <a:lnTo>
                    <a:pt x="619505" y="301879"/>
                  </a:lnTo>
                  <a:lnTo>
                    <a:pt x="619505" y="291465"/>
                  </a:lnTo>
                  <a:close/>
                </a:path>
                <a:path w="1358265" h="419735">
                  <a:moveTo>
                    <a:pt x="657009" y="307848"/>
                  </a:moveTo>
                  <a:lnTo>
                    <a:pt x="646176" y="307848"/>
                  </a:lnTo>
                  <a:lnTo>
                    <a:pt x="652367" y="309499"/>
                  </a:lnTo>
                  <a:lnTo>
                    <a:pt x="652123" y="309499"/>
                  </a:lnTo>
                  <a:lnTo>
                    <a:pt x="656081" y="311658"/>
                  </a:lnTo>
                  <a:lnTo>
                    <a:pt x="657009" y="307848"/>
                  </a:lnTo>
                  <a:close/>
                </a:path>
                <a:path w="1358265" h="419735">
                  <a:moveTo>
                    <a:pt x="652399" y="289179"/>
                  </a:moveTo>
                  <a:lnTo>
                    <a:pt x="646176" y="289179"/>
                  </a:lnTo>
                  <a:lnTo>
                    <a:pt x="637200" y="290068"/>
                  </a:lnTo>
                  <a:lnTo>
                    <a:pt x="637919" y="290068"/>
                  </a:lnTo>
                  <a:lnTo>
                    <a:pt x="631101" y="292354"/>
                  </a:lnTo>
                  <a:lnTo>
                    <a:pt x="624887" y="296304"/>
                  </a:lnTo>
                  <a:lnTo>
                    <a:pt x="619505" y="301879"/>
                  </a:lnTo>
                  <a:lnTo>
                    <a:pt x="658462" y="301879"/>
                  </a:lnTo>
                  <a:lnTo>
                    <a:pt x="660780" y="292354"/>
                  </a:lnTo>
                  <a:lnTo>
                    <a:pt x="656590" y="290068"/>
                  </a:lnTo>
                  <a:lnTo>
                    <a:pt x="652399" y="289179"/>
                  </a:lnTo>
                  <a:close/>
                </a:path>
                <a:path w="1358265" h="419735">
                  <a:moveTo>
                    <a:pt x="13080" y="350139"/>
                  </a:moveTo>
                  <a:lnTo>
                    <a:pt x="0" y="363728"/>
                  </a:lnTo>
                  <a:lnTo>
                    <a:pt x="8239" y="371647"/>
                  </a:lnTo>
                  <a:lnTo>
                    <a:pt x="18764" y="377555"/>
                  </a:lnTo>
                  <a:lnTo>
                    <a:pt x="31146" y="381248"/>
                  </a:lnTo>
                  <a:lnTo>
                    <a:pt x="44958" y="382524"/>
                  </a:lnTo>
                  <a:lnTo>
                    <a:pt x="62561" y="380216"/>
                  </a:lnTo>
                  <a:lnTo>
                    <a:pt x="77390" y="373205"/>
                  </a:lnTo>
                  <a:lnTo>
                    <a:pt x="85578" y="363728"/>
                  </a:lnTo>
                  <a:lnTo>
                    <a:pt x="44576" y="363728"/>
                  </a:lnTo>
                  <a:lnTo>
                    <a:pt x="35726" y="362854"/>
                  </a:lnTo>
                  <a:lnTo>
                    <a:pt x="27209" y="360267"/>
                  </a:lnTo>
                  <a:lnTo>
                    <a:pt x="19502" y="356012"/>
                  </a:lnTo>
                  <a:lnTo>
                    <a:pt x="13080" y="350139"/>
                  </a:lnTo>
                  <a:close/>
                </a:path>
                <a:path w="1358265" h="419735">
                  <a:moveTo>
                    <a:pt x="83183" y="266192"/>
                  </a:moveTo>
                  <a:lnTo>
                    <a:pt x="43561" y="266192"/>
                  </a:lnTo>
                  <a:lnTo>
                    <a:pt x="52962" y="267481"/>
                  </a:lnTo>
                  <a:lnTo>
                    <a:pt x="60769" y="271272"/>
                  </a:lnTo>
                  <a:lnTo>
                    <a:pt x="66099" y="277443"/>
                  </a:lnTo>
                  <a:lnTo>
                    <a:pt x="68072" y="285877"/>
                  </a:lnTo>
                  <a:lnTo>
                    <a:pt x="66197" y="293747"/>
                  </a:lnTo>
                  <a:lnTo>
                    <a:pt x="66077" y="294251"/>
                  </a:lnTo>
                  <a:lnTo>
                    <a:pt x="60594" y="300291"/>
                  </a:lnTo>
                  <a:lnTo>
                    <a:pt x="52373" y="303950"/>
                  </a:lnTo>
                  <a:lnTo>
                    <a:pt x="42164" y="305181"/>
                  </a:lnTo>
                  <a:lnTo>
                    <a:pt x="26289" y="305181"/>
                  </a:lnTo>
                  <a:lnTo>
                    <a:pt x="26289" y="323850"/>
                  </a:lnTo>
                  <a:lnTo>
                    <a:pt x="42164" y="323850"/>
                  </a:lnTo>
                  <a:lnTo>
                    <a:pt x="53320" y="325165"/>
                  </a:lnTo>
                  <a:lnTo>
                    <a:pt x="62261" y="329041"/>
                  </a:lnTo>
                  <a:lnTo>
                    <a:pt x="68202" y="335369"/>
                  </a:lnTo>
                  <a:lnTo>
                    <a:pt x="70358" y="344043"/>
                  </a:lnTo>
                  <a:lnTo>
                    <a:pt x="68365" y="352690"/>
                  </a:lnTo>
                  <a:lnTo>
                    <a:pt x="62896" y="358838"/>
                  </a:lnTo>
                  <a:lnTo>
                    <a:pt x="54713" y="362509"/>
                  </a:lnTo>
                  <a:lnTo>
                    <a:pt x="44576" y="363728"/>
                  </a:lnTo>
                  <a:lnTo>
                    <a:pt x="85578" y="363728"/>
                  </a:lnTo>
                  <a:lnTo>
                    <a:pt x="87624" y="361360"/>
                  </a:lnTo>
                  <a:lnTo>
                    <a:pt x="91440" y="344551"/>
                  </a:lnTo>
                  <a:lnTo>
                    <a:pt x="89759" y="334555"/>
                  </a:lnTo>
                  <a:lnTo>
                    <a:pt x="85042" y="325929"/>
                  </a:lnTo>
                  <a:lnTo>
                    <a:pt x="77777" y="318994"/>
                  </a:lnTo>
                  <a:lnTo>
                    <a:pt x="68452" y="314071"/>
                  </a:lnTo>
                  <a:lnTo>
                    <a:pt x="76965" y="308725"/>
                  </a:lnTo>
                  <a:lnTo>
                    <a:pt x="83312" y="301974"/>
                  </a:lnTo>
                  <a:lnTo>
                    <a:pt x="87276" y="293747"/>
                  </a:lnTo>
                  <a:lnTo>
                    <a:pt x="88646" y="283972"/>
                  </a:lnTo>
                  <a:lnTo>
                    <a:pt x="85725" y="269442"/>
                  </a:lnTo>
                  <a:lnTo>
                    <a:pt x="83183" y="266192"/>
                  </a:lnTo>
                  <a:close/>
                </a:path>
                <a:path w="1358265" h="419735">
                  <a:moveTo>
                    <a:pt x="44576" y="247904"/>
                  </a:moveTo>
                  <a:lnTo>
                    <a:pt x="30432" y="249398"/>
                  </a:lnTo>
                  <a:lnTo>
                    <a:pt x="18478" y="253571"/>
                  </a:lnTo>
                  <a:lnTo>
                    <a:pt x="9001" y="259959"/>
                  </a:lnTo>
                  <a:lnTo>
                    <a:pt x="2286" y="268097"/>
                  </a:lnTo>
                  <a:lnTo>
                    <a:pt x="17272" y="280670"/>
                  </a:lnTo>
                  <a:lnTo>
                    <a:pt x="21861" y="275461"/>
                  </a:lnTo>
                  <a:lnTo>
                    <a:pt x="27797" y="270811"/>
                  </a:lnTo>
                  <a:lnTo>
                    <a:pt x="35020" y="267481"/>
                  </a:lnTo>
                  <a:lnTo>
                    <a:pt x="43561" y="266192"/>
                  </a:lnTo>
                  <a:lnTo>
                    <a:pt x="83183" y="266192"/>
                  </a:lnTo>
                  <a:lnTo>
                    <a:pt x="76803" y="258032"/>
                  </a:lnTo>
                  <a:lnTo>
                    <a:pt x="62785" y="250574"/>
                  </a:lnTo>
                  <a:lnTo>
                    <a:pt x="44576" y="247904"/>
                  </a:lnTo>
                  <a:close/>
                </a:path>
                <a:path w="1358265" h="419735">
                  <a:moveTo>
                    <a:pt x="710056" y="264287"/>
                  </a:moveTo>
                  <a:lnTo>
                    <a:pt x="689864" y="264287"/>
                  </a:lnTo>
                  <a:lnTo>
                    <a:pt x="689864" y="291084"/>
                  </a:lnTo>
                  <a:lnTo>
                    <a:pt x="671576" y="291084"/>
                  </a:lnTo>
                  <a:lnTo>
                    <a:pt x="671576" y="308864"/>
                  </a:lnTo>
                  <a:lnTo>
                    <a:pt x="689864" y="308864"/>
                  </a:lnTo>
                  <a:lnTo>
                    <a:pt x="689864" y="347853"/>
                  </a:lnTo>
                  <a:lnTo>
                    <a:pt x="692013" y="363422"/>
                  </a:lnTo>
                  <a:lnTo>
                    <a:pt x="698492" y="374523"/>
                  </a:lnTo>
                  <a:lnTo>
                    <a:pt x="708455" y="380892"/>
                  </a:lnTo>
                  <a:lnTo>
                    <a:pt x="722249" y="383032"/>
                  </a:lnTo>
                  <a:lnTo>
                    <a:pt x="730361" y="382363"/>
                  </a:lnTo>
                  <a:lnTo>
                    <a:pt x="737711" y="380539"/>
                  </a:lnTo>
                  <a:lnTo>
                    <a:pt x="744251" y="377834"/>
                  </a:lnTo>
                  <a:lnTo>
                    <a:pt x="749935" y="374523"/>
                  </a:lnTo>
                  <a:lnTo>
                    <a:pt x="744750" y="364236"/>
                  </a:lnTo>
                  <a:lnTo>
                    <a:pt x="716661" y="364236"/>
                  </a:lnTo>
                  <a:lnTo>
                    <a:pt x="710056" y="359537"/>
                  </a:lnTo>
                  <a:lnTo>
                    <a:pt x="710056" y="307848"/>
                  </a:lnTo>
                  <a:lnTo>
                    <a:pt x="744854" y="307848"/>
                  </a:lnTo>
                  <a:lnTo>
                    <a:pt x="744854" y="291465"/>
                  </a:lnTo>
                  <a:lnTo>
                    <a:pt x="710056" y="291465"/>
                  </a:lnTo>
                  <a:lnTo>
                    <a:pt x="710056" y="264287"/>
                  </a:lnTo>
                  <a:close/>
                </a:path>
                <a:path w="1358265" h="419735">
                  <a:moveTo>
                    <a:pt x="741934" y="358648"/>
                  </a:moveTo>
                  <a:lnTo>
                    <a:pt x="736853" y="361950"/>
                  </a:lnTo>
                  <a:lnTo>
                    <a:pt x="730250" y="364236"/>
                  </a:lnTo>
                  <a:lnTo>
                    <a:pt x="744750" y="364236"/>
                  </a:lnTo>
                  <a:lnTo>
                    <a:pt x="741934" y="358648"/>
                  </a:lnTo>
                  <a:close/>
                </a:path>
                <a:path w="1358265" h="419735">
                  <a:moveTo>
                    <a:pt x="1213230" y="264287"/>
                  </a:moveTo>
                  <a:lnTo>
                    <a:pt x="1193419" y="264287"/>
                  </a:lnTo>
                  <a:lnTo>
                    <a:pt x="1193419" y="291084"/>
                  </a:lnTo>
                  <a:lnTo>
                    <a:pt x="1175130" y="291084"/>
                  </a:lnTo>
                  <a:lnTo>
                    <a:pt x="1175130" y="308864"/>
                  </a:lnTo>
                  <a:lnTo>
                    <a:pt x="1193419" y="308864"/>
                  </a:lnTo>
                  <a:lnTo>
                    <a:pt x="1193419" y="347853"/>
                  </a:lnTo>
                  <a:lnTo>
                    <a:pt x="1195579" y="363422"/>
                  </a:lnTo>
                  <a:lnTo>
                    <a:pt x="1202045" y="374523"/>
                  </a:lnTo>
                  <a:lnTo>
                    <a:pt x="1211903" y="380892"/>
                  </a:lnTo>
                  <a:lnTo>
                    <a:pt x="1225423" y="383032"/>
                  </a:lnTo>
                  <a:lnTo>
                    <a:pt x="1233463" y="382363"/>
                  </a:lnTo>
                  <a:lnTo>
                    <a:pt x="1240789" y="380539"/>
                  </a:lnTo>
                  <a:lnTo>
                    <a:pt x="1247354" y="377834"/>
                  </a:lnTo>
                  <a:lnTo>
                    <a:pt x="1253109" y="374523"/>
                  </a:lnTo>
                  <a:lnTo>
                    <a:pt x="1248253" y="364236"/>
                  </a:lnTo>
                  <a:lnTo>
                    <a:pt x="1219708" y="364236"/>
                  </a:lnTo>
                  <a:lnTo>
                    <a:pt x="1213230" y="359537"/>
                  </a:lnTo>
                  <a:lnTo>
                    <a:pt x="1213230" y="307848"/>
                  </a:lnTo>
                  <a:lnTo>
                    <a:pt x="1247902" y="307848"/>
                  </a:lnTo>
                  <a:lnTo>
                    <a:pt x="1247902" y="291465"/>
                  </a:lnTo>
                  <a:lnTo>
                    <a:pt x="1213230" y="291465"/>
                  </a:lnTo>
                  <a:lnTo>
                    <a:pt x="1213230" y="264287"/>
                  </a:lnTo>
                  <a:close/>
                </a:path>
                <a:path w="1358265" h="419735">
                  <a:moveTo>
                    <a:pt x="1245616" y="358648"/>
                  </a:moveTo>
                  <a:lnTo>
                    <a:pt x="1240409" y="361950"/>
                  </a:lnTo>
                  <a:lnTo>
                    <a:pt x="1233804" y="364236"/>
                  </a:lnTo>
                  <a:lnTo>
                    <a:pt x="1248253" y="364236"/>
                  </a:lnTo>
                  <a:lnTo>
                    <a:pt x="1245616" y="358648"/>
                  </a:lnTo>
                  <a:close/>
                </a:path>
                <a:path w="1358265" h="419735">
                  <a:moveTo>
                    <a:pt x="778128" y="291465"/>
                  </a:moveTo>
                  <a:lnTo>
                    <a:pt x="755650" y="291465"/>
                  </a:lnTo>
                  <a:lnTo>
                    <a:pt x="795527" y="363347"/>
                  </a:lnTo>
                  <a:lnTo>
                    <a:pt x="763524" y="419608"/>
                  </a:lnTo>
                  <a:lnTo>
                    <a:pt x="785114" y="419608"/>
                  </a:lnTo>
                  <a:lnTo>
                    <a:pt x="827697" y="343154"/>
                  </a:lnTo>
                  <a:lnTo>
                    <a:pt x="806703" y="343154"/>
                  </a:lnTo>
                  <a:lnTo>
                    <a:pt x="778128" y="291465"/>
                  </a:lnTo>
                  <a:close/>
                </a:path>
                <a:path w="1358265" h="419735">
                  <a:moveTo>
                    <a:pt x="856488" y="291465"/>
                  </a:moveTo>
                  <a:lnTo>
                    <a:pt x="834898" y="291465"/>
                  </a:lnTo>
                  <a:lnTo>
                    <a:pt x="806703" y="343154"/>
                  </a:lnTo>
                  <a:lnTo>
                    <a:pt x="827697" y="343154"/>
                  </a:lnTo>
                  <a:lnTo>
                    <a:pt x="856488" y="2914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3765" y="3004421"/>
              <a:ext cx="246392" cy="3519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533765" y="2882392"/>
              <a:ext cx="422909" cy="316230"/>
            </a:xfrm>
            <a:custGeom>
              <a:avLst/>
              <a:gdLst/>
              <a:ahLst/>
              <a:cxnLst/>
              <a:rect l="l" t="t" r="r" b="b"/>
              <a:pathLst>
                <a:path w="422909" h="316230">
                  <a:moveTo>
                    <a:pt x="163829" y="37591"/>
                  </a:moveTo>
                  <a:lnTo>
                    <a:pt x="124364" y="45422"/>
                  </a:lnTo>
                  <a:lnTo>
                    <a:pt x="91852" y="66801"/>
                  </a:lnTo>
                  <a:lnTo>
                    <a:pt x="69389" y="98563"/>
                  </a:lnTo>
                  <a:lnTo>
                    <a:pt x="60070" y="137540"/>
                  </a:lnTo>
                  <a:lnTo>
                    <a:pt x="35843" y="150850"/>
                  </a:lnTo>
                  <a:lnTo>
                    <a:pt x="16843" y="170672"/>
                  </a:lnTo>
                  <a:lnTo>
                    <a:pt x="4439" y="195423"/>
                  </a:lnTo>
                  <a:lnTo>
                    <a:pt x="0" y="223519"/>
                  </a:lnTo>
                  <a:lnTo>
                    <a:pt x="6915" y="258415"/>
                  </a:lnTo>
                  <a:lnTo>
                    <a:pt x="25796" y="287321"/>
                  </a:lnTo>
                  <a:lnTo>
                    <a:pt x="53846" y="307441"/>
                  </a:lnTo>
                  <a:lnTo>
                    <a:pt x="88264" y="315975"/>
                  </a:lnTo>
                  <a:lnTo>
                    <a:pt x="325627" y="315975"/>
                  </a:lnTo>
                  <a:lnTo>
                    <a:pt x="363573" y="306758"/>
                  </a:lnTo>
                  <a:lnTo>
                    <a:pt x="386135" y="290575"/>
                  </a:lnTo>
                  <a:lnTo>
                    <a:pt x="89661" y="290575"/>
                  </a:lnTo>
                  <a:lnTo>
                    <a:pt x="65612" y="284718"/>
                  </a:lnTo>
                  <a:lnTo>
                    <a:pt x="64091" y="283712"/>
                  </a:lnTo>
                  <a:lnTo>
                    <a:pt x="45561" y="270414"/>
                  </a:lnTo>
                  <a:lnTo>
                    <a:pt x="32119" y="249820"/>
                  </a:lnTo>
                  <a:lnTo>
                    <a:pt x="27177" y="224916"/>
                  </a:lnTo>
                  <a:lnTo>
                    <a:pt x="30285" y="204720"/>
                  </a:lnTo>
                  <a:lnTo>
                    <a:pt x="38989" y="187071"/>
                  </a:lnTo>
                  <a:lnTo>
                    <a:pt x="52359" y="172946"/>
                  </a:lnTo>
                  <a:lnTo>
                    <a:pt x="69468" y="163322"/>
                  </a:lnTo>
                  <a:lnTo>
                    <a:pt x="85851" y="156844"/>
                  </a:lnTo>
                  <a:lnTo>
                    <a:pt x="86305" y="140842"/>
                  </a:lnTo>
                  <a:lnTo>
                    <a:pt x="110140" y="86439"/>
                  </a:lnTo>
                  <a:lnTo>
                    <a:pt x="163829" y="64897"/>
                  </a:lnTo>
                  <a:lnTo>
                    <a:pt x="206407" y="64897"/>
                  </a:lnTo>
                  <a:lnTo>
                    <a:pt x="211200" y="58800"/>
                  </a:lnTo>
                  <a:lnTo>
                    <a:pt x="224980" y="45735"/>
                  </a:lnTo>
                  <a:lnTo>
                    <a:pt x="232122" y="41401"/>
                  </a:lnTo>
                  <a:lnTo>
                    <a:pt x="191515" y="41401"/>
                  </a:lnTo>
                  <a:lnTo>
                    <a:pt x="184689" y="39788"/>
                  </a:lnTo>
                  <a:lnTo>
                    <a:pt x="177768" y="38592"/>
                  </a:lnTo>
                  <a:lnTo>
                    <a:pt x="170799" y="37847"/>
                  </a:lnTo>
                  <a:lnTo>
                    <a:pt x="163829" y="37591"/>
                  </a:lnTo>
                  <a:close/>
                </a:path>
                <a:path w="422909" h="316230">
                  <a:moveTo>
                    <a:pt x="350898" y="27304"/>
                  </a:moveTo>
                  <a:lnTo>
                    <a:pt x="279273" y="27304"/>
                  </a:lnTo>
                  <a:lnTo>
                    <a:pt x="313697" y="34149"/>
                  </a:lnTo>
                  <a:lnTo>
                    <a:pt x="341883" y="52911"/>
                  </a:lnTo>
                  <a:lnTo>
                    <a:pt x="360926" y="80936"/>
                  </a:lnTo>
                  <a:lnTo>
                    <a:pt x="367816" y="115061"/>
                  </a:lnTo>
                  <a:lnTo>
                    <a:pt x="367918" y="122554"/>
                  </a:lnTo>
                  <a:lnTo>
                    <a:pt x="366521" y="129158"/>
                  </a:lnTo>
                  <a:lnTo>
                    <a:pt x="365632" y="135762"/>
                  </a:lnTo>
                  <a:lnTo>
                    <a:pt x="361823" y="150240"/>
                  </a:lnTo>
                  <a:lnTo>
                    <a:pt x="374523" y="161925"/>
                  </a:lnTo>
                  <a:lnTo>
                    <a:pt x="383982" y="173180"/>
                  </a:lnTo>
                  <a:lnTo>
                    <a:pt x="391048" y="186150"/>
                  </a:lnTo>
                  <a:lnTo>
                    <a:pt x="395472" y="200501"/>
                  </a:lnTo>
                  <a:lnTo>
                    <a:pt x="397001" y="215900"/>
                  </a:lnTo>
                  <a:lnTo>
                    <a:pt x="391475" y="244123"/>
                  </a:lnTo>
                  <a:lnTo>
                    <a:pt x="376316" y="267477"/>
                  </a:lnTo>
                  <a:lnTo>
                    <a:pt x="353657" y="283712"/>
                  </a:lnTo>
                  <a:lnTo>
                    <a:pt x="325627" y="290575"/>
                  </a:lnTo>
                  <a:lnTo>
                    <a:pt x="386135" y="290575"/>
                  </a:lnTo>
                  <a:lnTo>
                    <a:pt x="394303" y="284718"/>
                  </a:lnTo>
                  <a:lnTo>
                    <a:pt x="414889" y="252843"/>
                  </a:lnTo>
                  <a:lnTo>
                    <a:pt x="422401" y="214122"/>
                  </a:lnTo>
                  <a:lnTo>
                    <a:pt x="420274" y="193135"/>
                  </a:lnTo>
                  <a:lnTo>
                    <a:pt x="414147" y="173577"/>
                  </a:lnTo>
                  <a:lnTo>
                    <a:pt x="404399" y="155971"/>
                  </a:lnTo>
                  <a:lnTo>
                    <a:pt x="391413" y="140842"/>
                  </a:lnTo>
                  <a:lnTo>
                    <a:pt x="392654" y="134689"/>
                  </a:lnTo>
                  <a:lnTo>
                    <a:pt x="393406" y="129158"/>
                  </a:lnTo>
                  <a:lnTo>
                    <a:pt x="393525" y="128285"/>
                  </a:lnTo>
                  <a:lnTo>
                    <a:pt x="393973" y="122554"/>
                  </a:lnTo>
                  <a:lnTo>
                    <a:pt x="394039" y="121715"/>
                  </a:lnTo>
                  <a:lnTo>
                    <a:pt x="394195" y="115569"/>
                  </a:lnTo>
                  <a:lnTo>
                    <a:pt x="394207" y="115061"/>
                  </a:lnTo>
                  <a:lnTo>
                    <a:pt x="385206" y="70661"/>
                  </a:lnTo>
                  <a:lnTo>
                    <a:pt x="385143" y="70348"/>
                  </a:lnTo>
                  <a:lnTo>
                    <a:pt x="360457" y="33766"/>
                  </a:lnTo>
                  <a:lnTo>
                    <a:pt x="350898" y="27304"/>
                  </a:lnTo>
                  <a:close/>
                </a:path>
                <a:path w="422909" h="316230">
                  <a:moveTo>
                    <a:pt x="206407" y="64897"/>
                  </a:moveTo>
                  <a:lnTo>
                    <a:pt x="170814" y="64897"/>
                  </a:lnTo>
                  <a:lnTo>
                    <a:pt x="177800" y="65785"/>
                  </a:lnTo>
                  <a:lnTo>
                    <a:pt x="184403" y="67690"/>
                  </a:lnTo>
                  <a:lnTo>
                    <a:pt x="200913" y="71881"/>
                  </a:lnTo>
                  <a:lnTo>
                    <a:pt x="206407" y="64897"/>
                  </a:lnTo>
                  <a:close/>
                </a:path>
                <a:path w="422909" h="316230">
                  <a:moveTo>
                    <a:pt x="279273" y="0"/>
                  </a:moveTo>
                  <a:lnTo>
                    <a:pt x="253630" y="2897"/>
                  </a:lnTo>
                  <a:lnTo>
                    <a:pt x="230060" y="11175"/>
                  </a:lnTo>
                  <a:lnTo>
                    <a:pt x="209157" y="24217"/>
                  </a:lnTo>
                  <a:lnTo>
                    <a:pt x="191515" y="41401"/>
                  </a:lnTo>
                  <a:lnTo>
                    <a:pt x="232122" y="41401"/>
                  </a:lnTo>
                  <a:lnTo>
                    <a:pt x="241331" y="35814"/>
                  </a:lnTo>
                  <a:lnTo>
                    <a:pt x="259635" y="29511"/>
                  </a:lnTo>
                  <a:lnTo>
                    <a:pt x="279273" y="27304"/>
                  </a:lnTo>
                  <a:lnTo>
                    <a:pt x="350898" y="27304"/>
                  </a:lnTo>
                  <a:lnTo>
                    <a:pt x="323913" y="9066"/>
                  </a:lnTo>
                  <a:lnTo>
                    <a:pt x="279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1579" y="2975864"/>
              <a:ext cx="4306697" cy="208800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32086" y="5169408"/>
              <a:ext cx="3122930" cy="200634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1203305" y="3374313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341" y="0"/>
                  </a:moveTo>
                  <a:lnTo>
                    <a:pt x="0" y="0"/>
                  </a:lnTo>
                  <a:lnTo>
                    <a:pt x="0" y="469341"/>
                  </a:lnTo>
                  <a:lnTo>
                    <a:pt x="469341" y="469341"/>
                  </a:lnTo>
                  <a:lnTo>
                    <a:pt x="469341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208004" y="3432936"/>
              <a:ext cx="459740" cy="352425"/>
            </a:xfrm>
            <a:custGeom>
              <a:avLst/>
              <a:gdLst/>
              <a:ahLst/>
              <a:cxnLst/>
              <a:rect l="l" t="t" r="r" b="b"/>
              <a:pathLst>
                <a:path w="459740" h="352425">
                  <a:moveTo>
                    <a:pt x="265684" y="275082"/>
                  </a:moveTo>
                  <a:lnTo>
                    <a:pt x="263779" y="265684"/>
                  </a:lnTo>
                  <a:lnTo>
                    <a:pt x="256794" y="261493"/>
                  </a:lnTo>
                  <a:lnTo>
                    <a:pt x="250190" y="257175"/>
                  </a:lnTo>
                  <a:lnTo>
                    <a:pt x="240792" y="259092"/>
                  </a:lnTo>
                  <a:lnTo>
                    <a:pt x="236982" y="266192"/>
                  </a:lnTo>
                  <a:lnTo>
                    <a:pt x="202311" y="322465"/>
                  </a:lnTo>
                  <a:lnTo>
                    <a:pt x="115951" y="322465"/>
                  </a:lnTo>
                  <a:lnTo>
                    <a:pt x="31877" y="185420"/>
                  </a:lnTo>
                  <a:lnTo>
                    <a:pt x="125730" y="29083"/>
                  </a:lnTo>
                  <a:lnTo>
                    <a:pt x="204089" y="29083"/>
                  </a:lnTo>
                  <a:lnTo>
                    <a:pt x="210312" y="22479"/>
                  </a:lnTo>
                  <a:lnTo>
                    <a:pt x="210312" y="6096"/>
                  </a:lnTo>
                  <a:lnTo>
                    <a:pt x="204089" y="0"/>
                  </a:lnTo>
                  <a:lnTo>
                    <a:pt x="113157" y="0"/>
                  </a:lnTo>
                  <a:lnTo>
                    <a:pt x="108458" y="1905"/>
                  </a:lnTo>
                  <a:lnTo>
                    <a:pt x="105537" y="7112"/>
                  </a:lnTo>
                  <a:lnTo>
                    <a:pt x="0" y="182118"/>
                  </a:lnTo>
                  <a:lnTo>
                    <a:pt x="0" y="188214"/>
                  </a:lnTo>
                  <a:lnTo>
                    <a:pt x="97663" y="348742"/>
                  </a:lnTo>
                  <a:lnTo>
                    <a:pt x="102362" y="352044"/>
                  </a:lnTo>
                  <a:lnTo>
                    <a:pt x="215011" y="352044"/>
                  </a:lnTo>
                  <a:lnTo>
                    <a:pt x="219583" y="348742"/>
                  </a:lnTo>
                  <a:lnTo>
                    <a:pt x="222885" y="344932"/>
                  </a:lnTo>
                  <a:lnTo>
                    <a:pt x="261366" y="281190"/>
                  </a:lnTo>
                  <a:lnTo>
                    <a:pt x="265684" y="275082"/>
                  </a:lnTo>
                  <a:close/>
                </a:path>
                <a:path w="459740" h="352425">
                  <a:moveTo>
                    <a:pt x="459486" y="163322"/>
                  </a:moveTo>
                  <a:lnTo>
                    <a:pt x="364236" y="7112"/>
                  </a:lnTo>
                  <a:lnTo>
                    <a:pt x="361823" y="2794"/>
                  </a:lnTo>
                  <a:lnTo>
                    <a:pt x="357124" y="0"/>
                  </a:lnTo>
                  <a:lnTo>
                    <a:pt x="244475" y="0"/>
                  </a:lnTo>
                  <a:lnTo>
                    <a:pt x="239776" y="2794"/>
                  </a:lnTo>
                  <a:lnTo>
                    <a:pt x="236982" y="7112"/>
                  </a:lnTo>
                  <a:lnTo>
                    <a:pt x="197993" y="70358"/>
                  </a:lnTo>
                  <a:lnTo>
                    <a:pt x="193802" y="76581"/>
                  </a:lnTo>
                  <a:lnTo>
                    <a:pt x="195707" y="85852"/>
                  </a:lnTo>
                  <a:lnTo>
                    <a:pt x="202692" y="90043"/>
                  </a:lnTo>
                  <a:lnTo>
                    <a:pt x="209296" y="94361"/>
                  </a:lnTo>
                  <a:lnTo>
                    <a:pt x="218694" y="92456"/>
                  </a:lnTo>
                  <a:lnTo>
                    <a:pt x="257175" y="29083"/>
                  </a:lnTo>
                  <a:lnTo>
                    <a:pt x="343535" y="29083"/>
                  </a:lnTo>
                  <a:lnTo>
                    <a:pt x="427609" y="166116"/>
                  </a:lnTo>
                  <a:lnTo>
                    <a:pt x="333756" y="322465"/>
                  </a:lnTo>
                  <a:lnTo>
                    <a:pt x="255778" y="322465"/>
                  </a:lnTo>
                  <a:lnTo>
                    <a:pt x="249174" y="329057"/>
                  </a:lnTo>
                  <a:lnTo>
                    <a:pt x="249174" y="345440"/>
                  </a:lnTo>
                  <a:lnTo>
                    <a:pt x="255778" y="352044"/>
                  </a:lnTo>
                  <a:lnTo>
                    <a:pt x="346329" y="352044"/>
                  </a:lnTo>
                  <a:lnTo>
                    <a:pt x="351028" y="349643"/>
                  </a:lnTo>
                  <a:lnTo>
                    <a:pt x="459486" y="169418"/>
                  </a:lnTo>
                  <a:lnTo>
                    <a:pt x="459486" y="16332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98631" y="3569516"/>
              <a:ext cx="77878" cy="7792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1096752" y="2952369"/>
              <a:ext cx="702945" cy="324485"/>
            </a:xfrm>
            <a:custGeom>
              <a:avLst/>
              <a:gdLst/>
              <a:ahLst/>
              <a:cxnLst/>
              <a:rect l="l" t="t" r="r" b="b"/>
              <a:pathLst>
                <a:path w="702945" h="324485">
                  <a:moveTo>
                    <a:pt x="535940" y="1904"/>
                  </a:moveTo>
                  <a:lnTo>
                    <a:pt x="520953" y="1904"/>
                  </a:lnTo>
                  <a:lnTo>
                    <a:pt x="515366" y="7492"/>
                  </a:lnTo>
                  <a:lnTo>
                    <a:pt x="515366" y="21589"/>
                  </a:lnTo>
                  <a:lnTo>
                    <a:pt x="520446" y="27685"/>
                  </a:lnTo>
                  <a:lnTo>
                    <a:pt x="535051" y="27685"/>
                  </a:lnTo>
                  <a:lnTo>
                    <a:pt x="541147" y="22098"/>
                  </a:lnTo>
                  <a:lnTo>
                    <a:pt x="541147" y="14604"/>
                  </a:lnTo>
                  <a:lnTo>
                    <a:pt x="541654" y="7492"/>
                  </a:lnTo>
                  <a:lnTo>
                    <a:pt x="535940" y="1904"/>
                  </a:lnTo>
                  <a:close/>
                </a:path>
                <a:path w="702945" h="324485">
                  <a:moveTo>
                    <a:pt x="51180" y="5206"/>
                  </a:moveTo>
                  <a:lnTo>
                    <a:pt x="0" y="5206"/>
                  </a:lnTo>
                  <a:lnTo>
                    <a:pt x="0" y="128650"/>
                  </a:lnTo>
                  <a:lnTo>
                    <a:pt x="20193" y="128650"/>
                  </a:lnTo>
                  <a:lnTo>
                    <a:pt x="20193" y="76961"/>
                  </a:lnTo>
                  <a:lnTo>
                    <a:pt x="53467" y="76961"/>
                  </a:lnTo>
                  <a:lnTo>
                    <a:pt x="70651" y="73915"/>
                  </a:lnTo>
                  <a:lnTo>
                    <a:pt x="83693" y="66500"/>
                  </a:lnTo>
                  <a:lnTo>
                    <a:pt x="89477" y="58674"/>
                  </a:lnTo>
                  <a:lnTo>
                    <a:pt x="19812" y="58674"/>
                  </a:lnTo>
                  <a:lnTo>
                    <a:pt x="19812" y="24002"/>
                  </a:lnTo>
                  <a:lnTo>
                    <a:pt x="90673" y="24002"/>
                  </a:lnTo>
                  <a:lnTo>
                    <a:pt x="83597" y="14573"/>
                  </a:lnTo>
                  <a:lnTo>
                    <a:pt x="69901" y="7604"/>
                  </a:lnTo>
                  <a:lnTo>
                    <a:pt x="51180" y="5206"/>
                  </a:lnTo>
                  <a:close/>
                </a:path>
                <a:path w="702945" h="324485">
                  <a:moveTo>
                    <a:pt x="53467" y="76961"/>
                  </a:moveTo>
                  <a:lnTo>
                    <a:pt x="30099" y="76961"/>
                  </a:lnTo>
                  <a:lnTo>
                    <a:pt x="69469" y="128650"/>
                  </a:lnTo>
                  <a:lnTo>
                    <a:pt x="93852" y="128650"/>
                  </a:lnTo>
                  <a:lnTo>
                    <a:pt x="53467" y="76961"/>
                  </a:lnTo>
                  <a:close/>
                </a:path>
                <a:path w="702945" h="324485">
                  <a:moveTo>
                    <a:pt x="90673" y="24002"/>
                  </a:moveTo>
                  <a:lnTo>
                    <a:pt x="50292" y="24002"/>
                  </a:lnTo>
                  <a:lnTo>
                    <a:pt x="60479" y="24981"/>
                  </a:lnTo>
                  <a:lnTo>
                    <a:pt x="67786" y="28019"/>
                  </a:lnTo>
                  <a:lnTo>
                    <a:pt x="72187" y="33272"/>
                  </a:lnTo>
                  <a:lnTo>
                    <a:pt x="73659" y="40894"/>
                  </a:lnTo>
                  <a:lnTo>
                    <a:pt x="72187" y="48601"/>
                  </a:lnTo>
                  <a:lnTo>
                    <a:pt x="67786" y="54165"/>
                  </a:lnTo>
                  <a:lnTo>
                    <a:pt x="60479" y="57538"/>
                  </a:lnTo>
                  <a:lnTo>
                    <a:pt x="50292" y="58674"/>
                  </a:lnTo>
                  <a:lnTo>
                    <a:pt x="89477" y="58674"/>
                  </a:lnTo>
                  <a:lnTo>
                    <a:pt x="91971" y="55298"/>
                  </a:lnTo>
                  <a:lnTo>
                    <a:pt x="94869" y="40894"/>
                  </a:lnTo>
                  <a:lnTo>
                    <a:pt x="92007" y="25780"/>
                  </a:lnTo>
                  <a:lnTo>
                    <a:pt x="90673" y="24002"/>
                  </a:lnTo>
                  <a:close/>
                </a:path>
                <a:path w="702945" h="324485">
                  <a:moveTo>
                    <a:pt x="151638" y="42290"/>
                  </a:moveTo>
                  <a:lnTo>
                    <a:pt x="134528" y="45559"/>
                  </a:lnTo>
                  <a:lnTo>
                    <a:pt x="121158" y="54721"/>
                  </a:lnTo>
                  <a:lnTo>
                    <a:pt x="112454" y="68812"/>
                  </a:lnTo>
                  <a:lnTo>
                    <a:pt x="109347" y="86867"/>
                  </a:lnTo>
                  <a:lnTo>
                    <a:pt x="112605" y="105084"/>
                  </a:lnTo>
                  <a:lnTo>
                    <a:pt x="121602" y="119157"/>
                  </a:lnTo>
                  <a:lnTo>
                    <a:pt x="135171" y="128230"/>
                  </a:lnTo>
                  <a:lnTo>
                    <a:pt x="152146" y="131445"/>
                  </a:lnTo>
                  <a:lnTo>
                    <a:pt x="161688" y="130867"/>
                  </a:lnTo>
                  <a:lnTo>
                    <a:pt x="170672" y="128920"/>
                  </a:lnTo>
                  <a:lnTo>
                    <a:pt x="179060" y="125283"/>
                  </a:lnTo>
                  <a:lnTo>
                    <a:pt x="186817" y="119633"/>
                  </a:lnTo>
                  <a:lnTo>
                    <a:pt x="183805" y="115442"/>
                  </a:lnTo>
                  <a:lnTo>
                    <a:pt x="153543" y="115442"/>
                  </a:lnTo>
                  <a:lnTo>
                    <a:pt x="144912" y="114176"/>
                  </a:lnTo>
                  <a:lnTo>
                    <a:pt x="137437" y="110353"/>
                  </a:lnTo>
                  <a:lnTo>
                    <a:pt x="134033" y="106552"/>
                  </a:lnTo>
                  <a:lnTo>
                    <a:pt x="131415" y="103548"/>
                  </a:lnTo>
                  <a:lnTo>
                    <a:pt x="128143" y="93852"/>
                  </a:lnTo>
                  <a:lnTo>
                    <a:pt x="190119" y="93852"/>
                  </a:lnTo>
                  <a:lnTo>
                    <a:pt x="190119" y="91566"/>
                  </a:lnTo>
                  <a:lnTo>
                    <a:pt x="191007" y="89153"/>
                  </a:lnTo>
                  <a:lnTo>
                    <a:pt x="191007" y="86867"/>
                  </a:lnTo>
                  <a:lnTo>
                    <a:pt x="189693" y="78358"/>
                  </a:lnTo>
                  <a:lnTo>
                    <a:pt x="128650" y="78358"/>
                  </a:lnTo>
                  <a:lnTo>
                    <a:pt x="131073" y="70274"/>
                  </a:lnTo>
                  <a:lnTo>
                    <a:pt x="135651" y="63880"/>
                  </a:lnTo>
                  <a:lnTo>
                    <a:pt x="142349" y="59678"/>
                  </a:lnTo>
                  <a:lnTo>
                    <a:pt x="151129" y="58165"/>
                  </a:lnTo>
                  <a:lnTo>
                    <a:pt x="182292" y="58165"/>
                  </a:lnTo>
                  <a:lnTo>
                    <a:pt x="180133" y="54387"/>
                  </a:lnTo>
                  <a:lnTo>
                    <a:pt x="167875" y="45559"/>
                  </a:lnTo>
                  <a:lnTo>
                    <a:pt x="168340" y="45559"/>
                  </a:lnTo>
                  <a:lnTo>
                    <a:pt x="151638" y="42290"/>
                  </a:lnTo>
                  <a:close/>
                </a:path>
                <a:path w="702945" h="324485">
                  <a:moveTo>
                    <a:pt x="177419" y="106552"/>
                  </a:moveTo>
                  <a:lnTo>
                    <a:pt x="171848" y="110353"/>
                  </a:lnTo>
                  <a:lnTo>
                    <a:pt x="165814" y="113141"/>
                  </a:lnTo>
                  <a:lnTo>
                    <a:pt x="159613" y="114857"/>
                  </a:lnTo>
                  <a:lnTo>
                    <a:pt x="153543" y="115442"/>
                  </a:lnTo>
                  <a:lnTo>
                    <a:pt x="183805" y="115442"/>
                  </a:lnTo>
                  <a:lnTo>
                    <a:pt x="177419" y="106552"/>
                  </a:lnTo>
                  <a:close/>
                </a:path>
                <a:path w="702945" h="324485">
                  <a:moveTo>
                    <a:pt x="182292" y="58165"/>
                  </a:moveTo>
                  <a:lnTo>
                    <a:pt x="151129" y="58165"/>
                  </a:lnTo>
                  <a:lnTo>
                    <a:pt x="159873" y="59678"/>
                  </a:lnTo>
                  <a:lnTo>
                    <a:pt x="159345" y="59678"/>
                  </a:lnTo>
                  <a:lnTo>
                    <a:pt x="165385" y="63547"/>
                  </a:lnTo>
                  <a:lnTo>
                    <a:pt x="169668" y="69899"/>
                  </a:lnTo>
                  <a:lnTo>
                    <a:pt x="171830" y="78358"/>
                  </a:lnTo>
                  <a:lnTo>
                    <a:pt x="189693" y="78358"/>
                  </a:lnTo>
                  <a:lnTo>
                    <a:pt x="188218" y="68812"/>
                  </a:lnTo>
                  <a:lnTo>
                    <a:pt x="188160" y="68437"/>
                  </a:lnTo>
                  <a:lnTo>
                    <a:pt x="182292" y="58165"/>
                  </a:lnTo>
                  <a:close/>
                </a:path>
                <a:path w="702945" h="324485">
                  <a:moveTo>
                    <a:pt x="250190" y="42290"/>
                  </a:moveTo>
                  <a:lnTo>
                    <a:pt x="233655" y="45640"/>
                  </a:lnTo>
                  <a:lnTo>
                    <a:pt x="220183" y="54990"/>
                  </a:lnTo>
                  <a:lnTo>
                    <a:pt x="211202" y="69026"/>
                  </a:lnTo>
                  <a:lnTo>
                    <a:pt x="207993" y="86359"/>
                  </a:lnTo>
                  <a:lnTo>
                    <a:pt x="207899" y="86867"/>
                  </a:lnTo>
                  <a:lnTo>
                    <a:pt x="211202" y="104709"/>
                  </a:lnTo>
                  <a:lnTo>
                    <a:pt x="220233" y="118824"/>
                  </a:lnTo>
                  <a:lnTo>
                    <a:pt x="233747" y="128158"/>
                  </a:lnTo>
                  <a:lnTo>
                    <a:pt x="233935" y="128158"/>
                  </a:lnTo>
                  <a:lnTo>
                    <a:pt x="250190" y="131445"/>
                  </a:lnTo>
                  <a:lnTo>
                    <a:pt x="258441" y="130593"/>
                  </a:lnTo>
                  <a:lnTo>
                    <a:pt x="265620" y="128158"/>
                  </a:lnTo>
                  <a:lnTo>
                    <a:pt x="271656" y="124319"/>
                  </a:lnTo>
                  <a:lnTo>
                    <a:pt x="276478" y="119252"/>
                  </a:lnTo>
                  <a:lnTo>
                    <a:pt x="294767" y="119252"/>
                  </a:lnTo>
                  <a:lnTo>
                    <a:pt x="294767" y="113156"/>
                  </a:lnTo>
                  <a:lnTo>
                    <a:pt x="252475" y="113156"/>
                  </a:lnTo>
                  <a:lnTo>
                    <a:pt x="242186" y="111095"/>
                  </a:lnTo>
                  <a:lnTo>
                    <a:pt x="241927" y="111095"/>
                  </a:lnTo>
                  <a:lnTo>
                    <a:pt x="233886" y="105235"/>
                  </a:lnTo>
                  <a:lnTo>
                    <a:pt x="229044" y="96922"/>
                  </a:lnTo>
                  <a:lnTo>
                    <a:pt x="228919" y="96708"/>
                  </a:lnTo>
                  <a:lnTo>
                    <a:pt x="227287" y="86867"/>
                  </a:lnTo>
                  <a:lnTo>
                    <a:pt x="227202" y="86359"/>
                  </a:lnTo>
                  <a:lnTo>
                    <a:pt x="228919" y="75791"/>
                  </a:lnTo>
                  <a:lnTo>
                    <a:pt x="233886" y="67151"/>
                  </a:lnTo>
                  <a:lnTo>
                    <a:pt x="241829" y="61321"/>
                  </a:lnTo>
                  <a:lnTo>
                    <a:pt x="252475" y="59181"/>
                  </a:lnTo>
                  <a:lnTo>
                    <a:pt x="294767" y="59181"/>
                  </a:lnTo>
                  <a:lnTo>
                    <a:pt x="294767" y="54990"/>
                  </a:lnTo>
                  <a:lnTo>
                    <a:pt x="276478" y="54990"/>
                  </a:lnTo>
                  <a:lnTo>
                    <a:pt x="271656" y="49631"/>
                  </a:lnTo>
                  <a:lnTo>
                    <a:pt x="265620" y="45640"/>
                  </a:lnTo>
                  <a:lnTo>
                    <a:pt x="258441" y="43150"/>
                  </a:lnTo>
                  <a:lnTo>
                    <a:pt x="250190" y="42290"/>
                  </a:lnTo>
                  <a:close/>
                </a:path>
                <a:path w="702945" h="324485">
                  <a:moveTo>
                    <a:pt x="294767" y="119252"/>
                  </a:moveTo>
                  <a:lnTo>
                    <a:pt x="276478" y="119252"/>
                  </a:lnTo>
                  <a:lnTo>
                    <a:pt x="276478" y="129031"/>
                  </a:lnTo>
                  <a:lnTo>
                    <a:pt x="294767" y="129031"/>
                  </a:lnTo>
                  <a:lnTo>
                    <a:pt x="294767" y="119252"/>
                  </a:lnTo>
                  <a:close/>
                </a:path>
                <a:path w="702945" h="324485">
                  <a:moveTo>
                    <a:pt x="294767" y="59181"/>
                  </a:moveTo>
                  <a:lnTo>
                    <a:pt x="252475" y="59181"/>
                  </a:lnTo>
                  <a:lnTo>
                    <a:pt x="263177" y="61321"/>
                  </a:lnTo>
                  <a:lnTo>
                    <a:pt x="262920" y="61321"/>
                  </a:lnTo>
                  <a:lnTo>
                    <a:pt x="270843" y="66960"/>
                  </a:lnTo>
                  <a:lnTo>
                    <a:pt x="276032" y="75576"/>
                  </a:lnTo>
                  <a:lnTo>
                    <a:pt x="277875" y="86359"/>
                  </a:lnTo>
                  <a:lnTo>
                    <a:pt x="276069" y="96708"/>
                  </a:lnTo>
                  <a:lnTo>
                    <a:pt x="276032" y="96922"/>
                  </a:lnTo>
                  <a:lnTo>
                    <a:pt x="270959" y="105235"/>
                  </a:lnTo>
                  <a:lnTo>
                    <a:pt x="270843" y="105425"/>
                  </a:lnTo>
                  <a:lnTo>
                    <a:pt x="262820" y="111095"/>
                  </a:lnTo>
                  <a:lnTo>
                    <a:pt x="252475" y="113156"/>
                  </a:lnTo>
                  <a:lnTo>
                    <a:pt x="294767" y="113156"/>
                  </a:lnTo>
                  <a:lnTo>
                    <a:pt x="294767" y="59181"/>
                  </a:lnTo>
                  <a:close/>
                </a:path>
                <a:path w="702945" h="324485">
                  <a:moveTo>
                    <a:pt x="294767" y="2412"/>
                  </a:moveTo>
                  <a:lnTo>
                    <a:pt x="276478" y="2412"/>
                  </a:lnTo>
                  <a:lnTo>
                    <a:pt x="276478" y="54990"/>
                  </a:lnTo>
                  <a:lnTo>
                    <a:pt x="294767" y="54990"/>
                  </a:lnTo>
                  <a:lnTo>
                    <a:pt x="294767" y="2412"/>
                  </a:lnTo>
                  <a:close/>
                </a:path>
                <a:path w="702945" h="324485">
                  <a:moveTo>
                    <a:pt x="431292" y="1904"/>
                  </a:moveTo>
                  <a:lnTo>
                    <a:pt x="412496" y="1904"/>
                  </a:lnTo>
                  <a:lnTo>
                    <a:pt x="412496" y="128650"/>
                  </a:lnTo>
                  <a:lnTo>
                    <a:pt x="431292" y="128650"/>
                  </a:lnTo>
                  <a:lnTo>
                    <a:pt x="431292" y="81660"/>
                  </a:lnTo>
                  <a:lnTo>
                    <a:pt x="433022" y="71826"/>
                  </a:lnTo>
                  <a:lnTo>
                    <a:pt x="437705" y="64801"/>
                  </a:lnTo>
                  <a:lnTo>
                    <a:pt x="444579" y="60586"/>
                  </a:lnTo>
                  <a:lnTo>
                    <a:pt x="452881" y="59181"/>
                  </a:lnTo>
                  <a:lnTo>
                    <a:pt x="487040" y="59181"/>
                  </a:lnTo>
                  <a:lnTo>
                    <a:pt x="483887" y="54482"/>
                  </a:lnTo>
                  <a:lnTo>
                    <a:pt x="431292" y="54482"/>
                  </a:lnTo>
                  <a:lnTo>
                    <a:pt x="431292" y="1904"/>
                  </a:lnTo>
                  <a:close/>
                </a:path>
                <a:path w="702945" h="324485">
                  <a:moveTo>
                    <a:pt x="487040" y="59181"/>
                  </a:moveTo>
                  <a:lnTo>
                    <a:pt x="452881" y="59181"/>
                  </a:lnTo>
                  <a:lnTo>
                    <a:pt x="461335" y="60586"/>
                  </a:lnTo>
                  <a:lnTo>
                    <a:pt x="467550" y="64801"/>
                  </a:lnTo>
                  <a:lnTo>
                    <a:pt x="471384" y="71826"/>
                  </a:lnTo>
                  <a:lnTo>
                    <a:pt x="472694" y="81660"/>
                  </a:lnTo>
                  <a:lnTo>
                    <a:pt x="472694" y="128650"/>
                  </a:lnTo>
                  <a:lnTo>
                    <a:pt x="491490" y="128650"/>
                  </a:lnTo>
                  <a:lnTo>
                    <a:pt x="491490" y="75564"/>
                  </a:lnTo>
                  <a:lnTo>
                    <a:pt x="488971" y="62061"/>
                  </a:lnTo>
                  <a:lnTo>
                    <a:pt x="487040" y="59181"/>
                  </a:lnTo>
                  <a:close/>
                </a:path>
                <a:path w="702945" h="324485">
                  <a:moveTo>
                    <a:pt x="457200" y="42290"/>
                  </a:moveTo>
                  <a:lnTo>
                    <a:pt x="450776" y="42802"/>
                  </a:lnTo>
                  <a:lnTo>
                    <a:pt x="443823" y="44721"/>
                  </a:lnTo>
                  <a:lnTo>
                    <a:pt x="437215" y="48398"/>
                  </a:lnTo>
                  <a:lnTo>
                    <a:pt x="431292" y="54482"/>
                  </a:lnTo>
                  <a:lnTo>
                    <a:pt x="483887" y="54482"/>
                  </a:lnTo>
                  <a:lnTo>
                    <a:pt x="481917" y="51546"/>
                  </a:lnTo>
                  <a:lnTo>
                    <a:pt x="471076" y="44721"/>
                  </a:lnTo>
                  <a:lnTo>
                    <a:pt x="457200" y="42290"/>
                  </a:lnTo>
                  <a:close/>
                </a:path>
                <a:path w="702945" h="324485">
                  <a:moveTo>
                    <a:pt x="537464" y="44196"/>
                  </a:moveTo>
                  <a:lnTo>
                    <a:pt x="518668" y="44196"/>
                  </a:lnTo>
                  <a:lnTo>
                    <a:pt x="518668" y="128650"/>
                  </a:lnTo>
                  <a:lnTo>
                    <a:pt x="537464" y="128650"/>
                  </a:lnTo>
                  <a:lnTo>
                    <a:pt x="537464" y="44196"/>
                  </a:lnTo>
                  <a:close/>
                </a:path>
                <a:path w="702945" h="324485">
                  <a:moveTo>
                    <a:pt x="592836" y="61086"/>
                  </a:moveTo>
                  <a:lnTo>
                    <a:pt x="574040" y="61086"/>
                  </a:lnTo>
                  <a:lnTo>
                    <a:pt x="574040" y="128650"/>
                  </a:lnTo>
                  <a:lnTo>
                    <a:pt x="592836" y="128650"/>
                  </a:lnTo>
                  <a:lnTo>
                    <a:pt x="592836" y="61086"/>
                  </a:lnTo>
                  <a:close/>
                </a:path>
                <a:path w="702945" h="324485">
                  <a:moveTo>
                    <a:pt x="612013" y="0"/>
                  </a:moveTo>
                  <a:lnTo>
                    <a:pt x="602106" y="0"/>
                  </a:lnTo>
                  <a:lnTo>
                    <a:pt x="589256" y="2387"/>
                  </a:lnTo>
                  <a:lnTo>
                    <a:pt x="580548" y="8905"/>
                  </a:lnTo>
                  <a:lnTo>
                    <a:pt x="575603" y="18591"/>
                  </a:lnTo>
                  <a:lnTo>
                    <a:pt x="574040" y="30479"/>
                  </a:lnTo>
                  <a:lnTo>
                    <a:pt x="574040" y="44576"/>
                  </a:lnTo>
                  <a:lnTo>
                    <a:pt x="557149" y="44576"/>
                  </a:lnTo>
                  <a:lnTo>
                    <a:pt x="557149" y="61086"/>
                  </a:lnTo>
                  <a:lnTo>
                    <a:pt x="621411" y="61086"/>
                  </a:lnTo>
                  <a:lnTo>
                    <a:pt x="621411" y="44196"/>
                  </a:lnTo>
                  <a:lnTo>
                    <a:pt x="592327" y="44196"/>
                  </a:lnTo>
                  <a:lnTo>
                    <a:pt x="592327" y="21589"/>
                  </a:lnTo>
                  <a:lnTo>
                    <a:pt x="596138" y="16890"/>
                  </a:lnTo>
                  <a:lnTo>
                    <a:pt x="621155" y="16890"/>
                  </a:lnTo>
                  <a:lnTo>
                    <a:pt x="625601" y="6603"/>
                  </a:lnTo>
                  <a:lnTo>
                    <a:pt x="619125" y="2794"/>
                  </a:lnTo>
                  <a:lnTo>
                    <a:pt x="612013" y="0"/>
                  </a:lnTo>
                  <a:close/>
                </a:path>
                <a:path w="702945" h="324485">
                  <a:moveTo>
                    <a:pt x="621155" y="16890"/>
                  </a:moveTo>
                  <a:lnTo>
                    <a:pt x="609219" y="16890"/>
                  </a:lnTo>
                  <a:lnTo>
                    <a:pt x="614933" y="18796"/>
                  </a:lnTo>
                  <a:lnTo>
                    <a:pt x="619125" y="21589"/>
                  </a:lnTo>
                  <a:lnTo>
                    <a:pt x="621155" y="16890"/>
                  </a:lnTo>
                  <a:close/>
                </a:path>
                <a:path w="702945" h="324485">
                  <a:moveTo>
                    <a:pt x="665099" y="60578"/>
                  </a:moveTo>
                  <a:lnTo>
                    <a:pt x="646302" y="60578"/>
                  </a:lnTo>
                  <a:lnTo>
                    <a:pt x="646302" y="97154"/>
                  </a:lnTo>
                  <a:lnTo>
                    <a:pt x="648297" y="111777"/>
                  </a:lnTo>
                  <a:lnTo>
                    <a:pt x="654186" y="122047"/>
                  </a:lnTo>
                  <a:lnTo>
                    <a:pt x="663715" y="128069"/>
                  </a:lnTo>
                  <a:lnTo>
                    <a:pt x="676782" y="130048"/>
                  </a:lnTo>
                  <a:lnTo>
                    <a:pt x="684224" y="129458"/>
                  </a:lnTo>
                  <a:lnTo>
                    <a:pt x="690975" y="127809"/>
                  </a:lnTo>
                  <a:lnTo>
                    <a:pt x="697106" y="125279"/>
                  </a:lnTo>
                  <a:lnTo>
                    <a:pt x="702691" y="122047"/>
                  </a:lnTo>
                  <a:lnTo>
                    <a:pt x="698323" y="113156"/>
                  </a:lnTo>
                  <a:lnTo>
                    <a:pt x="670687" y="113156"/>
                  </a:lnTo>
                  <a:lnTo>
                    <a:pt x="665099" y="108457"/>
                  </a:lnTo>
                  <a:lnTo>
                    <a:pt x="665099" y="60578"/>
                  </a:lnTo>
                  <a:close/>
                </a:path>
                <a:path w="702945" h="324485">
                  <a:moveTo>
                    <a:pt x="695578" y="107569"/>
                  </a:moveTo>
                  <a:lnTo>
                    <a:pt x="690879" y="110362"/>
                  </a:lnTo>
                  <a:lnTo>
                    <a:pt x="684276" y="113156"/>
                  </a:lnTo>
                  <a:lnTo>
                    <a:pt x="698323" y="113156"/>
                  </a:lnTo>
                  <a:lnTo>
                    <a:pt x="695578" y="107569"/>
                  </a:lnTo>
                  <a:close/>
                </a:path>
                <a:path w="702945" h="324485">
                  <a:moveTo>
                    <a:pt x="696976" y="44196"/>
                  </a:moveTo>
                  <a:lnTo>
                    <a:pt x="628903" y="44196"/>
                  </a:lnTo>
                  <a:lnTo>
                    <a:pt x="628903" y="60578"/>
                  </a:lnTo>
                  <a:lnTo>
                    <a:pt x="696976" y="60578"/>
                  </a:lnTo>
                  <a:lnTo>
                    <a:pt x="696976" y="44196"/>
                  </a:lnTo>
                  <a:close/>
                </a:path>
                <a:path w="702945" h="324485">
                  <a:moveTo>
                    <a:pt x="664082" y="18287"/>
                  </a:moveTo>
                  <a:lnTo>
                    <a:pt x="646302" y="18287"/>
                  </a:lnTo>
                  <a:lnTo>
                    <a:pt x="646302" y="44196"/>
                  </a:lnTo>
                  <a:lnTo>
                    <a:pt x="664082" y="44196"/>
                  </a:lnTo>
                  <a:lnTo>
                    <a:pt x="664082" y="18287"/>
                  </a:lnTo>
                  <a:close/>
                </a:path>
                <a:path w="702945" h="324485">
                  <a:moveTo>
                    <a:pt x="325754" y="106045"/>
                  </a:moveTo>
                  <a:lnTo>
                    <a:pt x="353441" y="130936"/>
                  </a:lnTo>
                  <a:lnTo>
                    <a:pt x="369446" y="128914"/>
                  </a:lnTo>
                  <a:lnTo>
                    <a:pt x="381381" y="123237"/>
                  </a:lnTo>
                  <a:lnTo>
                    <a:pt x="388457" y="114934"/>
                  </a:lnTo>
                  <a:lnTo>
                    <a:pt x="353441" y="114934"/>
                  </a:lnTo>
                  <a:lnTo>
                    <a:pt x="344239" y="114206"/>
                  </a:lnTo>
                  <a:lnTo>
                    <a:pt x="336788" y="112252"/>
                  </a:lnTo>
                  <a:lnTo>
                    <a:pt x="330741" y="109416"/>
                  </a:lnTo>
                  <a:lnTo>
                    <a:pt x="325754" y="106045"/>
                  </a:lnTo>
                  <a:close/>
                </a:path>
                <a:path w="702945" h="324485">
                  <a:moveTo>
                    <a:pt x="355346" y="42290"/>
                  </a:moveTo>
                  <a:lnTo>
                    <a:pt x="340586" y="44154"/>
                  </a:lnTo>
                  <a:lnTo>
                    <a:pt x="329660" y="49482"/>
                  </a:lnTo>
                  <a:lnTo>
                    <a:pt x="322877" y="57882"/>
                  </a:lnTo>
                  <a:lnTo>
                    <a:pt x="320548" y="68960"/>
                  </a:lnTo>
                  <a:lnTo>
                    <a:pt x="322223" y="77470"/>
                  </a:lnTo>
                  <a:lnTo>
                    <a:pt x="358140" y="94869"/>
                  </a:lnTo>
                  <a:lnTo>
                    <a:pt x="368046" y="96265"/>
                  </a:lnTo>
                  <a:lnTo>
                    <a:pt x="372618" y="99440"/>
                  </a:lnTo>
                  <a:lnTo>
                    <a:pt x="372618" y="110744"/>
                  </a:lnTo>
                  <a:lnTo>
                    <a:pt x="366141" y="114934"/>
                  </a:lnTo>
                  <a:lnTo>
                    <a:pt x="388457" y="114934"/>
                  </a:lnTo>
                  <a:lnTo>
                    <a:pt x="388838" y="114488"/>
                  </a:lnTo>
                  <a:lnTo>
                    <a:pt x="391414" y="103250"/>
                  </a:lnTo>
                  <a:lnTo>
                    <a:pt x="389453" y="93852"/>
                  </a:lnTo>
                  <a:lnTo>
                    <a:pt x="389387" y="93539"/>
                  </a:lnTo>
                  <a:lnTo>
                    <a:pt x="383587" y="86232"/>
                  </a:lnTo>
                  <a:lnTo>
                    <a:pt x="374429" y="81212"/>
                  </a:lnTo>
                  <a:lnTo>
                    <a:pt x="362330" y="78358"/>
                  </a:lnTo>
                  <a:lnTo>
                    <a:pt x="353441" y="77470"/>
                  </a:lnTo>
                  <a:lnTo>
                    <a:pt x="345948" y="76073"/>
                  </a:lnTo>
                  <a:lnTo>
                    <a:pt x="339344" y="74675"/>
                  </a:lnTo>
                  <a:lnTo>
                    <a:pt x="339344" y="62864"/>
                  </a:lnTo>
                  <a:lnTo>
                    <a:pt x="344931" y="58674"/>
                  </a:lnTo>
                  <a:lnTo>
                    <a:pt x="385023" y="58674"/>
                  </a:lnTo>
                  <a:lnTo>
                    <a:pt x="389127" y="51180"/>
                  </a:lnTo>
                  <a:lnTo>
                    <a:pt x="381885" y="47220"/>
                  </a:lnTo>
                  <a:lnTo>
                    <a:pt x="373665" y="44450"/>
                  </a:lnTo>
                  <a:lnTo>
                    <a:pt x="364732" y="42822"/>
                  </a:lnTo>
                  <a:lnTo>
                    <a:pt x="355346" y="42290"/>
                  </a:lnTo>
                  <a:close/>
                </a:path>
                <a:path w="702945" h="324485">
                  <a:moveTo>
                    <a:pt x="385023" y="58674"/>
                  </a:moveTo>
                  <a:lnTo>
                    <a:pt x="355346" y="58674"/>
                  </a:lnTo>
                  <a:lnTo>
                    <a:pt x="363053" y="59374"/>
                  </a:lnTo>
                  <a:lnTo>
                    <a:pt x="370331" y="61134"/>
                  </a:lnTo>
                  <a:lnTo>
                    <a:pt x="376562" y="63442"/>
                  </a:lnTo>
                  <a:lnTo>
                    <a:pt x="381126" y="65785"/>
                  </a:lnTo>
                  <a:lnTo>
                    <a:pt x="385023" y="58674"/>
                  </a:lnTo>
                  <a:close/>
                </a:path>
                <a:path w="702945" h="324485">
                  <a:moveTo>
                    <a:pt x="294767" y="195325"/>
                  </a:moveTo>
                  <a:lnTo>
                    <a:pt x="280670" y="195325"/>
                  </a:lnTo>
                  <a:lnTo>
                    <a:pt x="274574" y="201295"/>
                  </a:lnTo>
                  <a:lnTo>
                    <a:pt x="274574" y="215391"/>
                  </a:lnTo>
                  <a:lnTo>
                    <a:pt x="280162" y="221106"/>
                  </a:lnTo>
                  <a:lnTo>
                    <a:pt x="294767" y="221106"/>
                  </a:lnTo>
                  <a:lnTo>
                    <a:pt x="300354" y="215900"/>
                  </a:lnTo>
                  <a:lnTo>
                    <a:pt x="300354" y="201295"/>
                  </a:lnTo>
                  <a:lnTo>
                    <a:pt x="294767" y="195325"/>
                  </a:lnTo>
                  <a:close/>
                </a:path>
                <a:path w="702945" h="324485">
                  <a:moveTo>
                    <a:pt x="297179" y="237489"/>
                  </a:moveTo>
                  <a:lnTo>
                    <a:pt x="278765" y="237489"/>
                  </a:lnTo>
                  <a:lnTo>
                    <a:pt x="278765" y="321945"/>
                  </a:lnTo>
                  <a:lnTo>
                    <a:pt x="297179" y="321945"/>
                  </a:lnTo>
                  <a:lnTo>
                    <a:pt x="297179" y="237489"/>
                  </a:lnTo>
                  <a:close/>
                </a:path>
                <a:path w="702945" h="324485">
                  <a:moveTo>
                    <a:pt x="344043" y="237489"/>
                  </a:moveTo>
                  <a:lnTo>
                    <a:pt x="325754" y="237489"/>
                  </a:lnTo>
                  <a:lnTo>
                    <a:pt x="325754" y="321945"/>
                  </a:lnTo>
                  <a:lnTo>
                    <a:pt x="344550" y="321945"/>
                  </a:lnTo>
                  <a:lnTo>
                    <a:pt x="344550" y="275081"/>
                  </a:lnTo>
                  <a:lnTo>
                    <a:pt x="346263" y="265467"/>
                  </a:lnTo>
                  <a:lnTo>
                    <a:pt x="350916" y="258556"/>
                  </a:lnTo>
                  <a:lnTo>
                    <a:pt x="357784" y="254382"/>
                  </a:lnTo>
                  <a:lnTo>
                    <a:pt x="366141" y="252983"/>
                  </a:lnTo>
                  <a:lnTo>
                    <a:pt x="399779" y="252983"/>
                  </a:lnTo>
                  <a:lnTo>
                    <a:pt x="396576" y="248284"/>
                  </a:lnTo>
                  <a:lnTo>
                    <a:pt x="344043" y="248284"/>
                  </a:lnTo>
                  <a:lnTo>
                    <a:pt x="344043" y="237489"/>
                  </a:lnTo>
                  <a:close/>
                </a:path>
                <a:path w="702945" h="324485">
                  <a:moveTo>
                    <a:pt x="399779" y="252983"/>
                  </a:moveTo>
                  <a:lnTo>
                    <a:pt x="366141" y="252983"/>
                  </a:lnTo>
                  <a:lnTo>
                    <a:pt x="374574" y="254382"/>
                  </a:lnTo>
                  <a:lnTo>
                    <a:pt x="380746" y="258556"/>
                  </a:lnTo>
                  <a:lnTo>
                    <a:pt x="384536" y="265467"/>
                  </a:lnTo>
                  <a:lnTo>
                    <a:pt x="385825" y="275081"/>
                  </a:lnTo>
                  <a:lnTo>
                    <a:pt x="385825" y="321945"/>
                  </a:lnTo>
                  <a:lnTo>
                    <a:pt x="404622" y="321945"/>
                  </a:lnTo>
                  <a:lnTo>
                    <a:pt x="404622" y="269366"/>
                  </a:lnTo>
                  <a:lnTo>
                    <a:pt x="401542" y="255569"/>
                  </a:lnTo>
                  <a:lnTo>
                    <a:pt x="399779" y="252983"/>
                  </a:lnTo>
                  <a:close/>
                </a:path>
                <a:path w="702945" h="324485">
                  <a:moveTo>
                    <a:pt x="369824" y="235584"/>
                  </a:moveTo>
                  <a:lnTo>
                    <a:pt x="363027" y="236122"/>
                  </a:lnTo>
                  <a:lnTo>
                    <a:pt x="356219" y="238077"/>
                  </a:lnTo>
                  <a:lnTo>
                    <a:pt x="349767" y="241960"/>
                  </a:lnTo>
                  <a:lnTo>
                    <a:pt x="344043" y="248284"/>
                  </a:lnTo>
                  <a:lnTo>
                    <a:pt x="396576" y="248284"/>
                  </a:lnTo>
                  <a:lnTo>
                    <a:pt x="394271" y="244903"/>
                  </a:lnTo>
                  <a:lnTo>
                    <a:pt x="383560" y="238077"/>
                  </a:lnTo>
                  <a:lnTo>
                    <a:pt x="383776" y="238077"/>
                  </a:lnTo>
                  <a:lnTo>
                    <a:pt x="369824" y="235584"/>
                  </a:lnTo>
                  <a:close/>
                </a:path>
                <a:path w="702945" h="324485">
                  <a:moveTo>
                    <a:pt x="450596" y="195325"/>
                  </a:moveTo>
                  <a:lnTo>
                    <a:pt x="431800" y="195325"/>
                  </a:lnTo>
                  <a:lnTo>
                    <a:pt x="431800" y="321945"/>
                  </a:lnTo>
                  <a:lnTo>
                    <a:pt x="450596" y="321945"/>
                  </a:lnTo>
                  <a:lnTo>
                    <a:pt x="450596" y="286384"/>
                  </a:lnTo>
                  <a:lnTo>
                    <a:pt x="483189" y="286384"/>
                  </a:lnTo>
                  <a:lnTo>
                    <a:pt x="475996" y="277367"/>
                  </a:lnTo>
                  <a:lnTo>
                    <a:pt x="482606" y="269875"/>
                  </a:lnTo>
                  <a:lnTo>
                    <a:pt x="450596" y="269875"/>
                  </a:lnTo>
                  <a:lnTo>
                    <a:pt x="450596" y="195325"/>
                  </a:lnTo>
                  <a:close/>
                </a:path>
                <a:path w="702945" h="324485">
                  <a:moveTo>
                    <a:pt x="483189" y="286384"/>
                  </a:moveTo>
                  <a:lnTo>
                    <a:pt x="459994" y="286384"/>
                  </a:lnTo>
                  <a:lnTo>
                    <a:pt x="488188" y="321945"/>
                  </a:lnTo>
                  <a:lnTo>
                    <a:pt x="511555" y="321945"/>
                  </a:lnTo>
                  <a:lnTo>
                    <a:pt x="483189" y="286384"/>
                  </a:lnTo>
                  <a:close/>
                </a:path>
                <a:path w="702945" h="324485">
                  <a:moveTo>
                    <a:pt x="511175" y="237489"/>
                  </a:moveTo>
                  <a:lnTo>
                    <a:pt x="487679" y="237489"/>
                  </a:lnTo>
                  <a:lnTo>
                    <a:pt x="459994" y="269875"/>
                  </a:lnTo>
                  <a:lnTo>
                    <a:pt x="482606" y="269875"/>
                  </a:lnTo>
                  <a:lnTo>
                    <a:pt x="511175" y="237489"/>
                  </a:lnTo>
                  <a:close/>
                </a:path>
                <a:path w="702945" h="324485">
                  <a:moveTo>
                    <a:pt x="191516" y="299847"/>
                  </a:moveTo>
                  <a:lnTo>
                    <a:pt x="219201" y="324357"/>
                  </a:lnTo>
                  <a:lnTo>
                    <a:pt x="235207" y="322335"/>
                  </a:lnTo>
                  <a:lnTo>
                    <a:pt x="247142" y="316658"/>
                  </a:lnTo>
                  <a:lnTo>
                    <a:pt x="254218" y="308355"/>
                  </a:lnTo>
                  <a:lnTo>
                    <a:pt x="219201" y="308355"/>
                  </a:lnTo>
                  <a:lnTo>
                    <a:pt x="209929" y="307687"/>
                  </a:lnTo>
                  <a:lnTo>
                    <a:pt x="202358" y="305863"/>
                  </a:lnTo>
                  <a:lnTo>
                    <a:pt x="196288" y="303158"/>
                  </a:lnTo>
                  <a:lnTo>
                    <a:pt x="191516" y="299847"/>
                  </a:lnTo>
                  <a:close/>
                </a:path>
                <a:path w="702945" h="324485">
                  <a:moveTo>
                    <a:pt x="220599" y="235584"/>
                  </a:moveTo>
                  <a:lnTo>
                    <a:pt x="206132" y="237529"/>
                  </a:lnTo>
                  <a:lnTo>
                    <a:pt x="195357" y="243046"/>
                  </a:lnTo>
                  <a:lnTo>
                    <a:pt x="188630" y="251658"/>
                  </a:lnTo>
                  <a:lnTo>
                    <a:pt x="186308" y="262889"/>
                  </a:lnTo>
                  <a:lnTo>
                    <a:pt x="188150" y="272093"/>
                  </a:lnTo>
                  <a:lnTo>
                    <a:pt x="223900" y="288671"/>
                  </a:lnTo>
                  <a:lnTo>
                    <a:pt x="233806" y="289559"/>
                  </a:lnTo>
                  <a:lnTo>
                    <a:pt x="238378" y="293370"/>
                  </a:lnTo>
                  <a:lnTo>
                    <a:pt x="238378" y="304164"/>
                  </a:lnTo>
                  <a:lnTo>
                    <a:pt x="231901" y="308355"/>
                  </a:lnTo>
                  <a:lnTo>
                    <a:pt x="254218" y="308355"/>
                  </a:lnTo>
                  <a:lnTo>
                    <a:pt x="254599" y="307909"/>
                  </a:lnTo>
                  <a:lnTo>
                    <a:pt x="257175" y="296672"/>
                  </a:lnTo>
                  <a:lnTo>
                    <a:pt x="255194" y="287274"/>
                  </a:lnTo>
                  <a:lnTo>
                    <a:pt x="255141" y="287021"/>
                  </a:lnTo>
                  <a:lnTo>
                    <a:pt x="219201" y="270890"/>
                  </a:lnTo>
                  <a:lnTo>
                    <a:pt x="211200" y="269875"/>
                  </a:lnTo>
                  <a:lnTo>
                    <a:pt x="205104" y="267970"/>
                  </a:lnTo>
                  <a:lnTo>
                    <a:pt x="205104" y="256285"/>
                  </a:lnTo>
                  <a:lnTo>
                    <a:pt x="210820" y="252095"/>
                  </a:lnTo>
                  <a:lnTo>
                    <a:pt x="250485" y="252095"/>
                  </a:lnTo>
                  <a:lnTo>
                    <a:pt x="254889" y="244601"/>
                  </a:lnTo>
                  <a:lnTo>
                    <a:pt x="247638" y="240782"/>
                  </a:lnTo>
                  <a:lnTo>
                    <a:pt x="239363" y="237950"/>
                  </a:lnTo>
                  <a:lnTo>
                    <a:pt x="230278" y="236190"/>
                  </a:lnTo>
                  <a:lnTo>
                    <a:pt x="220599" y="235584"/>
                  </a:lnTo>
                  <a:close/>
                </a:path>
                <a:path w="702945" h="324485">
                  <a:moveTo>
                    <a:pt x="250485" y="252095"/>
                  </a:moveTo>
                  <a:lnTo>
                    <a:pt x="220599" y="252095"/>
                  </a:lnTo>
                  <a:lnTo>
                    <a:pt x="228520" y="252793"/>
                  </a:lnTo>
                  <a:lnTo>
                    <a:pt x="235775" y="254539"/>
                  </a:lnTo>
                  <a:lnTo>
                    <a:pt x="241887" y="256809"/>
                  </a:lnTo>
                  <a:lnTo>
                    <a:pt x="246379" y="259079"/>
                  </a:lnTo>
                  <a:lnTo>
                    <a:pt x="250485" y="25209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209020" y="4529759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341" y="0"/>
                  </a:moveTo>
                  <a:lnTo>
                    <a:pt x="0" y="0"/>
                  </a:lnTo>
                  <a:lnTo>
                    <a:pt x="0" y="469341"/>
                  </a:lnTo>
                  <a:lnTo>
                    <a:pt x="469341" y="469341"/>
                  </a:lnTo>
                  <a:lnTo>
                    <a:pt x="469341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213719" y="4588382"/>
              <a:ext cx="460375" cy="352425"/>
            </a:xfrm>
            <a:custGeom>
              <a:avLst/>
              <a:gdLst/>
              <a:ahLst/>
              <a:cxnLst/>
              <a:rect l="l" t="t" r="r" b="b"/>
              <a:pathLst>
                <a:path w="460375" h="352425">
                  <a:moveTo>
                    <a:pt x="265557" y="275082"/>
                  </a:moveTo>
                  <a:lnTo>
                    <a:pt x="264160" y="265684"/>
                  </a:lnTo>
                  <a:lnTo>
                    <a:pt x="257175" y="261366"/>
                  </a:lnTo>
                  <a:lnTo>
                    <a:pt x="250571" y="257683"/>
                  </a:lnTo>
                  <a:lnTo>
                    <a:pt x="241173" y="259080"/>
                  </a:lnTo>
                  <a:lnTo>
                    <a:pt x="202184" y="322453"/>
                  </a:lnTo>
                  <a:lnTo>
                    <a:pt x="116332" y="322453"/>
                  </a:lnTo>
                  <a:lnTo>
                    <a:pt x="32258" y="185420"/>
                  </a:lnTo>
                  <a:lnTo>
                    <a:pt x="126111" y="29083"/>
                  </a:lnTo>
                  <a:lnTo>
                    <a:pt x="204089" y="29083"/>
                  </a:lnTo>
                  <a:lnTo>
                    <a:pt x="210693" y="22987"/>
                  </a:lnTo>
                  <a:lnTo>
                    <a:pt x="210693" y="6604"/>
                  </a:lnTo>
                  <a:lnTo>
                    <a:pt x="204089" y="0"/>
                  </a:lnTo>
                  <a:lnTo>
                    <a:pt x="113030" y="0"/>
                  </a:lnTo>
                  <a:lnTo>
                    <a:pt x="108331" y="2413"/>
                  </a:lnTo>
                  <a:lnTo>
                    <a:pt x="2667" y="177927"/>
                  </a:lnTo>
                  <a:lnTo>
                    <a:pt x="0" y="182626"/>
                  </a:lnTo>
                  <a:lnTo>
                    <a:pt x="0" y="188214"/>
                  </a:lnTo>
                  <a:lnTo>
                    <a:pt x="2667" y="192913"/>
                  </a:lnTo>
                  <a:lnTo>
                    <a:pt x="98044" y="349123"/>
                  </a:lnTo>
                  <a:lnTo>
                    <a:pt x="102743" y="352044"/>
                  </a:lnTo>
                  <a:lnTo>
                    <a:pt x="215392" y="352044"/>
                  </a:lnTo>
                  <a:lnTo>
                    <a:pt x="220091" y="349123"/>
                  </a:lnTo>
                  <a:lnTo>
                    <a:pt x="222885" y="344932"/>
                  </a:lnTo>
                  <a:lnTo>
                    <a:pt x="261874" y="281559"/>
                  </a:lnTo>
                  <a:lnTo>
                    <a:pt x="265557" y="275082"/>
                  </a:lnTo>
                  <a:close/>
                </a:path>
                <a:path w="460375" h="352425">
                  <a:moveTo>
                    <a:pt x="459867" y="163830"/>
                  </a:moveTo>
                  <a:lnTo>
                    <a:pt x="364109" y="7112"/>
                  </a:lnTo>
                  <a:lnTo>
                    <a:pt x="361823" y="2794"/>
                  </a:lnTo>
                  <a:lnTo>
                    <a:pt x="357124" y="0"/>
                  </a:lnTo>
                  <a:lnTo>
                    <a:pt x="244475" y="0"/>
                  </a:lnTo>
                  <a:lnTo>
                    <a:pt x="239776" y="2794"/>
                  </a:lnTo>
                  <a:lnTo>
                    <a:pt x="236982" y="7112"/>
                  </a:lnTo>
                  <a:lnTo>
                    <a:pt x="194183" y="76962"/>
                  </a:lnTo>
                  <a:lnTo>
                    <a:pt x="195707" y="86360"/>
                  </a:lnTo>
                  <a:lnTo>
                    <a:pt x="209296" y="94361"/>
                  </a:lnTo>
                  <a:lnTo>
                    <a:pt x="218567" y="92964"/>
                  </a:lnTo>
                  <a:lnTo>
                    <a:pt x="257556" y="29591"/>
                  </a:lnTo>
                  <a:lnTo>
                    <a:pt x="343916" y="29591"/>
                  </a:lnTo>
                  <a:lnTo>
                    <a:pt x="427482" y="166624"/>
                  </a:lnTo>
                  <a:lnTo>
                    <a:pt x="333629" y="322834"/>
                  </a:lnTo>
                  <a:lnTo>
                    <a:pt x="255651" y="322834"/>
                  </a:lnTo>
                  <a:lnTo>
                    <a:pt x="249174" y="328930"/>
                  </a:lnTo>
                  <a:lnTo>
                    <a:pt x="249174" y="345440"/>
                  </a:lnTo>
                  <a:lnTo>
                    <a:pt x="255651" y="352044"/>
                  </a:lnTo>
                  <a:lnTo>
                    <a:pt x="346710" y="352044"/>
                  </a:lnTo>
                  <a:lnTo>
                    <a:pt x="351409" y="349631"/>
                  </a:lnTo>
                  <a:lnTo>
                    <a:pt x="459867" y="169418"/>
                  </a:lnTo>
                  <a:lnTo>
                    <a:pt x="459867" y="16383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04219" y="4725011"/>
              <a:ext cx="78357" cy="7787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1150727" y="4303522"/>
              <a:ext cx="593725" cy="129539"/>
            </a:xfrm>
            <a:custGeom>
              <a:avLst/>
              <a:gdLst/>
              <a:ahLst/>
              <a:cxnLst/>
              <a:rect l="l" t="t" r="r" b="b"/>
              <a:pathLst>
                <a:path w="593725" h="129539">
                  <a:moveTo>
                    <a:pt x="376936" y="0"/>
                  </a:moveTo>
                  <a:lnTo>
                    <a:pt x="362839" y="0"/>
                  </a:lnTo>
                  <a:lnTo>
                    <a:pt x="356743" y="5714"/>
                  </a:lnTo>
                  <a:lnTo>
                    <a:pt x="356743" y="19685"/>
                  </a:lnTo>
                  <a:lnTo>
                    <a:pt x="362330" y="25400"/>
                  </a:lnTo>
                  <a:lnTo>
                    <a:pt x="376936" y="25400"/>
                  </a:lnTo>
                  <a:lnTo>
                    <a:pt x="382524" y="20192"/>
                  </a:lnTo>
                  <a:lnTo>
                    <a:pt x="382524" y="5206"/>
                  </a:lnTo>
                  <a:lnTo>
                    <a:pt x="376936" y="0"/>
                  </a:lnTo>
                  <a:close/>
                </a:path>
                <a:path w="593725" h="129539">
                  <a:moveTo>
                    <a:pt x="379222" y="42290"/>
                  </a:moveTo>
                  <a:lnTo>
                    <a:pt x="360933" y="42290"/>
                  </a:lnTo>
                  <a:lnTo>
                    <a:pt x="360933" y="126745"/>
                  </a:lnTo>
                  <a:lnTo>
                    <a:pt x="379222" y="126745"/>
                  </a:lnTo>
                  <a:lnTo>
                    <a:pt x="379222" y="42290"/>
                  </a:lnTo>
                  <a:close/>
                </a:path>
                <a:path w="593725" h="129539">
                  <a:moveTo>
                    <a:pt x="426212" y="42290"/>
                  </a:moveTo>
                  <a:lnTo>
                    <a:pt x="407924" y="42290"/>
                  </a:lnTo>
                  <a:lnTo>
                    <a:pt x="407924" y="126745"/>
                  </a:lnTo>
                  <a:lnTo>
                    <a:pt x="426593" y="126745"/>
                  </a:lnTo>
                  <a:lnTo>
                    <a:pt x="426593" y="79755"/>
                  </a:lnTo>
                  <a:lnTo>
                    <a:pt x="428259" y="70296"/>
                  </a:lnTo>
                  <a:lnTo>
                    <a:pt x="428325" y="69921"/>
                  </a:lnTo>
                  <a:lnTo>
                    <a:pt x="433022" y="62896"/>
                  </a:lnTo>
                  <a:lnTo>
                    <a:pt x="439728" y="58806"/>
                  </a:lnTo>
                  <a:lnTo>
                    <a:pt x="439188" y="58806"/>
                  </a:lnTo>
                  <a:lnTo>
                    <a:pt x="448309" y="57276"/>
                  </a:lnTo>
                  <a:lnTo>
                    <a:pt x="481920" y="57276"/>
                  </a:lnTo>
                  <a:lnTo>
                    <a:pt x="478880" y="52577"/>
                  </a:lnTo>
                  <a:lnTo>
                    <a:pt x="426212" y="52577"/>
                  </a:lnTo>
                  <a:lnTo>
                    <a:pt x="426212" y="42290"/>
                  </a:lnTo>
                  <a:close/>
                </a:path>
                <a:path w="593725" h="129539">
                  <a:moveTo>
                    <a:pt x="481920" y="57276"/>
                  </a:moveTo>
                  <a:lnTo>
                    <a:pt x="448309" y="57276"/>
                  </a:lnTo>
                  <a:lnTo>
                    <a:pt x="456690" y="58806"/>
                  </a:lnTo>
                  <a:lnTo>
                    <a:pt x="462867" y="63230"/>
                  </a:lnTo>
                  <a:lnTo>
                    <a:pt x="466687" y="70296"/>
                  </a:lnTo>
                  <a:lnTo>
                    <a:pt x="467995" y="79755"/>
                  </a:lnTo>
                  <a:lnTo>
                    <a:pt x="467995" y="126745"/>
                  </a:lnTo>
                  <a:lnTo>
                    <a:pt x="485775" y="126745"/>
                  </a:lnTo>
                  <a:lnTo>
                    <a:pt x="485775" y="73660"/>
                  </a:lnTo>
                  <a:lnTo>
                    <a:pt x="483782" y="60156"/>
                  </a:lnTo>
                  <a:lnTo>
                    <a:pt x="481920" y="57276"/>
                  </a:lnTo>
                  <a:close/>
                </a:path>
                <a:path w="593725" h="129539">
                  <a:moveTo>
                    <a:pt x="451993" y="40386"/>
                  </a:moveTo>
                  <a:lnTo>
                    <a:pt x="426212" y="52577"/>
                  </a:lnTo>
                  <a:lnTo>
                    <a:pt x="478880" y="52577"/>
                  </a:lnTo>
                  <a:lnTo>
                    <a:pt x="476980" y="49641"/>
                  </a:lnTo>
                  <a:lnTo>
                    <a:pt x="466129" y="42816"/>
                  </a:lnTo>
                  <a:lnTo>
                    <a:pt x="451993" y="40386"/>
                  </a:lnTo>
                  <a:close/>
                </a:path>
                <a:path w="593725" h="129539">
                  <a:moveTo>
                    <a:pt x="533653" y="0"/>
                  </a:moveTo>
                  <a:lnTo>
                    <a:pt x="513969" y="0"/>
                  </a:lnTo>
                  <a:lnTo>
                    <a:pt x="513969" y="126745"/>
                  </a:lnTo>
                  <a:lnTo>
                    <a:pt x="532765" y="126745"/>
                  </a:lnTo>
                  <a:lnTo>
                    <a:pt x="532765" y="90550"/>
                  </a:lnTo>
                  <a:lnTo>
                    <a:pt x="564748" y="90550"/>
                  </a:lnTo>
                  <a:lnTo>
                    <a:pt x="558038" y="82168"/>
                  </a:lnTo>
                  <a:lnTo>
                    <a:pt x="565096" y="74167"/>
                  </a:lnTo>
                  <a:lnTo>
                    <a:pt x="533653" y="74167"/>
                  </a:lnTo>
                  <a:lnTo>
                    <a:pt x="533653" y="0"/>
                  </a:lnTo>
                  <a:close/>
                </a:path>
                <a:path w="593725" h="129539">
                  <a:moveTo>
                    <a:pt x="564748" y="90550"/>
                  </a:moveTo>
                  <a:lnTo>
                    <a:pt x="542163" y="90550"/>
                  </a:lnTo>
                  <a:lnTo>
                    <a:pt x="570229" y="126745"/>
                  </a:lnTo>
                  <a:lnTo>
                    <a:pt x="593725" y="126745"/>
                  </a:lnTo>
                  <a:lnTo>
                    <a:pt x="564748" y="90550"/>
                  </a:lnTo>
                  <a:close/>
                </a:path>
                <a:path w="593725" h="129539">
                  <a:moveTo>
                    <a:pt x="593217" y="42290"/>
                  </a:moveTo>
                  <a:lnTo>
                    <a:pt x="570229" y="42290"/>
                  </a:lnTo>
                  <a:lnTo>
                    <a:pt x="543051" y="74167"/>
                  </a:lnTo>
                  <a:lnTo>
                    <a:pt x="565096" y="74167"/>
                  </a:lnTo>
                  <a:lnTo>
                    <a:pt x="593217" y="42290"/>
                  </a:lnTo>
                  <a:close/>
                </a:path>
                <a:path w="593725" h="129539">
                  <a:moveTo>
                    <a:pt x="10795" y="96138"/>
                  </a:moveTo>
                  <a:lnTo>
                    <a:pt x="36522" y="127152"/>
                  </a:lnTo>
                  <a:lnTo>
                    <a:pt x="49275" y="128142"/>
                  </a:lnTo>
                  <a:lnTo>
                    <a:pt x="68441" y="125684"/>
                  </a:lnTo>
                  <a:lnTo>
                    <a:pt x="84105" y="118379"/>
                  </a:lnTo>
                  <a:lnTo>
                    <a:pt x="92032" y="109347"/>
                  </a:lnTo>
                  <a:lnTo>
                    <a:pt x="49275" y="109347"/>
                  </a:lnTo>
                  <a:lnTo>
                    <a:pt x="38566" y="108354"/>
                  </a:lnTo>
                  <a:lnTo>
                    <a:pt x="28082" y="105600"/>
                  </a:lnTo>
                  <a:lnTo>
                    <a:pt x="18575" y="101417"/>
                  </a:lnTo>
                  <a:lnTo>
                    <a:pt x="10795" y="96138"/>
                  </a:lnTo>
                  <a:close/>
                </a:path>
                <a:path w="593725" h="129539">
                  <a:moveTo>
                    <a:pt x="53594" y="1015"/>
                  </a:moveTo>
                  <a:lnTo>
                    <a:pt x="34649" y="3534"/>
                  </a:lnTo>
                  <a:lnTo>
                    <a:pt x="19097" y="10969"/>
                  </a:lnTo>
                  <a:lnTo>
                    <a:pt x="8570" y="23143"/>
                  </a:lnTo>
                  <a:lnTo>
                    <a:pt x="4699" y="39877"/>
                  </a:lnTo>
                  <a:lnTo>
                    <a:pt x="7388" y="52278"/>
                  </a:lnTo>
                  <a:lnTo>
                    <a:pt x="41275" y="73660"/>
                  </a:lnTo>
                  <a:lnTo>
                    <a:pt x="50746" y="75070"/>
                  </a:lnTo>
                  <a:lnTo>
                    <a:pt x="62787" y="77333"/>
                  </a:lnTo>
                  <a:lnTo>
                    <a:pt x="71485" y="80692"/>
                  </a:lnTo>
                  <a:lnTo>
                    <a:pt x="76729" y="85361"/>
                  </a:lnTo>
                  <a:lnTo>
                    <a:pt x="78486" y="91566"/>
                  </a:lnTo>
                  <a:lnTo>
                    <a:pt x="76172" y="98899"/>
                  </a:lnTo>
                  <a:lnTo>
                    <a:pt x="69881" y="104505"/>
                  </a:lnTo>
                  <a:lnTo>
                    <a:pt x="60590" y="108086"/>
                  </a:lnTo>
                  <a:lnTo>
                    <a:pt x="49275" y="109347"/>
                  </a:lnTo>
                  <a:lnTo>
                    <a:pt x="92032" y="109347"/>
                  </a:lnTo>
                  <a:lnTo>
                    <a:pt x="94674" y="106336"/>
                  </a:lnTo>
                  <a:lnTo>
                    <a:pt x="98551" y="89662"/>
                  </a:lnTo>
                  <a:lnTo>
                    <a:pt x="95160" y="75070"/>
                  </a:lnTo>
                  <a:lnTo>
                    <a:pt x="86185" y="65135"/>
                  </a:lnTo>
                  <a:lnTo>
                    <a:pt x="73423" y="58890"/>
                  </a:lnTo>
                  <a:lnTo>
                    <a:pt x="58674" y="55372"/>
                  </a:lnTo>
                  <a:lnTo>
                    <a:pt x="50673" y="54482"/>
                  </a:lnTo>
                  <a:lnTo>
                    <a:pt x="39947" y="52278"/>
                  </a:lnTo>
                  <a:lnTo>
                    <a:pt x="31829" y="49037"/>
                  </a:lnTo>
                  <a:lnTo>
                    <a:pt x="26687" y="44392"/>
                  </a:lnTo>
                  <a:lnTo>
                    <a:pt x="24892" y="37973"/>
                  </a:lnTo>
                  <a:lnTo>
                    <a:pt x="26892" y="30479"/>
                  </a:lnTo>
                  <a:lnTo>
                    <a:pt x="32591" y="24637"/>
                  </a:lnTo>
                  <a:lnTo>
                    <a:pt x="41340" y="20970"/>
                  </a:lnTo>
                  <a:lnTo>
                    <a:pt x="52577" y="19685"/>
                  </a:lnTo>
                  <a:lnTo>
                    <a:pt x="94554" y="19685"/>
                  </a:lnTo>
                  <a:lnTo>
                    <a:pt x="98171" y="14604"/>
                  </a:lnTo>
                  <a:lnTo>
                    <a:pt x="88580" y="8891"/>
                  </a:lnTo>
                  <a:lnTo>
                    <a:pt x="78120" y="4619"/>
                  </a:lnTo>
                  <a:lnTo>
                    <a:pt x="66542" y="1942"/>
                  </a:lnTo>
                  <a:lnTo>
                    <a:pt x="53594" y="1015"/>
                  </a:lnTo>
                  <a:close/>
                </a:path>
                <a:path w="593725" h="129539">
                  <a:moveTo>
                    <a:pt x="94554" y="19685"/>
                  </a:moveTo>
                  <a:lnTo>
                    <a:pt x="52577" y="19685"/>
                  </a:lnTo>
                  <a:lnTo>
                    <a:pt x="61614" y="20443"/>
                  </a:lnTo>
                  <a:lnTo>
                    <a:pt x="70389" y="22605"/>
                  </a:lnTo>
                  <a:lnTo>
                    <a:pt x="78831" y="26007"/>
                  </a:lnTo>
                  <a:lnTo>
                    <a:pt x="86868" y="30479"/>
                  </a:lnTo>
                  <a:lnTo>
                    <a:pt x="94554" y="19685"/>
                  </a:lnTo>
                  <a:close/>
                </a:path>
                <a:path w="593725" h="129539">
                  <a:moveTo>
                    <a:pt x="126746" y="97662"/>
                  </a:moveTo>
                  <a:lnTo>
                    <a:pt x="114553" y="110743"/>
                  </a:lnTo>
                  <a:lnTo>
                    <a:pt x="122322" y="118231"/>
                  </a:lnTo>
                  <a:lnTo>
                    <a:pt x="132127" y="123682"/>
                  </a:lnTo>
                  <a:lnTo>
                    <a:pt x="143718" y="127013"/>
                  </a:lnTo>
                  <a:lnTo>
                    <a:pt x="156845" y="128142"/>
                  </a:lnTo>
                  <a:lnTo>
                    <a:pt x="173134" y="125924"/>
                  </a:lnTo>
                  <a:lnTo>
                    <a:pt x="187055" y="119252"/>
                  </a:lnTo>
                  <a:lnTo>
                    <a:pt x="194905" y="110236"/>
                  </a:lnTo>
                  <a:lnTo>
                    <a:pt x="156845" y="110236"/>
                  </a:lnTo>
                  <a:lnTo>
                    <a:pt x="148498" y="109378"/>
                  </a:lnTo>
                  <a:lnTo>
                    <a:pt x="140557" y="106902"/>
                  </a:lnTo>
                  <a:lnTo>
                    <a:pt x="133234" y="102949"/>
                  </a:lnTo>
                  <a:lnTo>
                    <a:pt x="126746" y="97662"/>
                  </a:lnTo>
                  <a:close/>
                </a:path>
                <a:path w="593725" h="129539">
                  <a:moveTo>
                    <a:pt x="192502" y="18795"/>
                  </a:moveTo>
                  <a:lnTo>
                    <a:pt x="154431" y="18795"/>
                  </a:lnTo>
                  <a:lnTo>
                    <a:pt x="163621" y="19931"/>
                  </a:lnTo>
                  <a:lnTo>
                    <a:pt x="171084" y="23304"/>
                  </a:lnTo>
                  <a:lnTo>
                    <a:pt x="176095" y="28868"/>
                  </a:lnTo>
                  <a:lnTo>
                    <a:pt x="177926" y="36575"/>
                  </a:lnTo>
                  <a:lnTo>
                    <a:pt x="176087" y="44791"/>
                  </a:lnTo>
                  <a:lnTo>
                    <a:pt x="171021" y="50482"/>
                  </a:lnTo>
                  <a:lnTo>
                    <a:pt x="163407" y="53792"/>
                  </a:lnTo>
                  <a:lnTo>
                    <a:pt x="153924" y="54863"/>
                  </a:lnTo>
                  <a:lnTo>
                    <a:pt x="139446" y="54863"/>
                  </a:lnTo>
                  <a:lnTo>
                    <a:pt x="139446" y="72770"/>
                  </a:lnTo>
                  <a:lnTo>
                    <a:pt x="153924" y="72770"/>
                  </a:lnTo>
                  <a:lnTo>
                    <a:pt x="164272" y="73921"/>
                  </a:lnTo>
                  <a:lnTo>
                    <a:pt x="172799" y="77406"/>
                  </a:lnTo>
                  <a:lnTo>
                    <a:pt x="178587" y="83272"/>
                  </a:lnTo>
                  <a:lnTo>
                    <a:pt x="180721" y="91566"/>
                  </a:lnTo>
                  <a:lnTo>
                    <a:pt x="178901" y="99788"/>
                  </a:lnTo>
                  <a:lnTo>
                    <a:pt x="173878" y="105616"/>
                  </a:lnTo>
                  <a:lnTo>
                    <a:pt x="166308" y="109087"/>
                  </a:lnTo>
                  <a:lnTo>
                    <a:pt x="156845" y="110236"/>
                  </a:lnTo>
                  <a:lnTo>
                    <a:pt x="194905" y="110236"/>
                  </a:lnTo>
                  <a:lnTo>
                    <a:pt x="196760" y="108104"/>
                  </a:lnTo>
                  <a:lnTo>
                    <a:pt x="200405" y="92455"/>
                  </a:lnTo>
                  <a:lnTo>
                    <a:pt x="198860" y="83272"/>
                  </a:lnTo>
                  <a:lnTo>
                    <a:pt x="198810" y="82972"/>
                  </a:lnTo>
                  <a:lnTo>
                    <a:pt x="194309" y="74977"/>
                  </a:lnTo>
                  <a:lnTo>
                    <a:pt x="187332" y="68578"/>
                  </a:lnTo>
                  <a:lnTo>
                    <a:pt x="178307" y="63880"/>
                  </a:lnTo>
                  <a:lnTo>
                    <a:pt x="186013" y="59189"/>
                  </a:lnTo>
                  <a:lnTo>
                    <a:pt x="191944" y="52927"/>
                  </a:lnTo>
                  <a:lnTo>
                    <a:pt x="195756" y="45092"/>
                  </a:lnTo>
                  <a:lnTo>
                    <a:pt x="197103" y="35687"/>
                  </a:lnTo>
                  <a:lnTo>
                    <a:pt x="194591" y="21536"/>
                  </a:lnTo>
                  <a:lnTo>
                    <a:pt x="192502" y="18795"/>
                  </a:lnTo>
                  <a:close/>
                </a:path>
                <a:path w="593725" h="129539">
                  <a:moveTo>
                    <a:pt x="156337" y="1015"/>
                  </a:moveTo>
                  <a:lnTo>
                    <a:pt x="142944" y="2494"/>
                  </a:lnTo>
                  <a:lnTo>
                    <a:pt x="131778" y="6556"/>
                  </a:lnTo>
                  <a:lnTo>
                    <a:pt x="122922" y="12642"/>
                  </a:lnTo>
                  <a:lnTo>
                    <a:pt x="116458" y="20192"/>
                  </a:lnTo>
                  <a:lnTo>
                    <a:pt x="130048" y="31876"/>
                  </a:lnTo>
                  <a:lnTo>
                    <a:pt x="134250" y="26886"/>
                  </a:lnTo>
                  <a:lnTo>
                    <a:pt x="139763" y="22717"/>
                  </a:lnTo>
                  <a:lnTo>
                    <a:pt x="146341" y="19931"/>
                  </a:lnTo>
                  <a:lnTo>
                    <a:pt x="145966" y="19931"/>
                  </a:lnTo>
                  <a:lnTo>
                    <a:pt x="154431" y="18795"/>
                  </a:lnTo>
                  <a:lnTo>
                    <a:pt x="192502" y="18795"/>
                  </a:lnTo>
                  <a:lnTo>
                    <a:pt x="186245" y="10588"/>
                  </a:lnTo>
                  <a:lnTo>
                    <a:pt x="173136" y="3522"/>
                  </a:lnTo>
                  <a:lnTo>
                    <a:pt x="156337" y="1015"/>
                  </a:lnTo>
                  <a:close/>
                </a:path>
                <a:path w="593725" h="129539">
                  <a:moveTo>
                    <a:pt x="273684" y="104139"/>
                  </a:moveTo>
                  <a:lnTo>
                    <a:pt x="301751" y="129031"/>
                  </a:lnTo>
                  <a:lnTo>
                    <a:pt x="317831" y="127027"/>
                  </a:lnTo>
                  <a:lnTo>
                    <a:pt x="329803" y="121380"/>
                  </a:lnTo>
                  <a:lnTo>
                    <a:pt x="336830" y="113156"/>
                  </a:lnTo>
                  <a:lnTo>
                    <a:pt x="301371" y="113156"/>
                  </a:lnTo>
                  <a:lnTo>
                    <a:pt x="292098" y="112408"/>
                  </a:lnTo>
                  <a:lnTo>
                    <a:pt x="284527" y="110410"/>
                  </a:lnTo>
                  <a:lnTo>
                    <a:pt x="278457" y="107531"/>
                  </a:lnTo>
                  <a:lnTo>
                    <a:pt x="273684" y="104139"/>
                  </a:lnTo>
                  <a:close/>
                </a:path>
                <a:path w="593725" h="129539">
                  <a:moveTo>
                    <a:pt x="302768" y="40386"/>
                  </a:moveTo>
                  <a:lnTo>
                    <a:pt x="288301" y="42251"/>
                  </a:lnTo>
                  <a:lnTo>
                    <a:pt x="277526" y="47593"/>
                  </a:lnTo>
                  <a:lnTo>
                    <a:pt x="270799" y="56030"/>
                  </a:lnTo>
                  <a:lnTo>
                    <a:pt x="268477" y="67182"/>
                  </a:lnTo>
                  <a:lnTo>
                    <a:pt x="270148" y="75564"/>
                  </a:lnTo>
                  <a:lnTo>
                    <a:pt x="306070" y="92963"/>
                  </a:lnTo>
                  <a:lnTo>
                    <a:pt x="315849" y="94361"/>
                  </a:lnTo>
                  <a:lnTo>
                    <a:pt x="320548" y="97662"/>
                  </a:lnTo>
                  <a:lnTo>
                    <a:pt x="320548" y="108838"/>
                  </a:lnTo>
                  <a:lnTo>
                    <a:pt x="314071" y="113156"/>
                  </a:lnTo>
                  <a:lnTo>
                    <a:pt x="336830" y="113156"/>
                  </a:lnTo>
                  <a:lnTo>
                    <a:pt x="337274" y="112637"/>
                  </a:lnTo>
                  <a:lnTo>
                    <a:pt x="339851" y="101345"/>
                  </a:lnTo>
                  <a:lnTo>
                    <a:pt x="337863" y="91948"/>
                  </a:lnTo>
                  <a:lnTo>
                    <a:pt x="301751" y="75564"/>
                  </a:lnTo>
                  <a:lnTo>
                    <a:pt x="294258" y="74167"/>
                  </a:lnTo>
                  <a:lnTo>
                    <a:pt x="287781" y="72770"/>
                  </a:lnTo>
                  <a:lnTo>
                    <a:pt x="287781" y="60960"/>
                  </a:lnTo>
                  <a:lnTo>
                    <a:pt x="293370" y="56768"/>
                  </a:lnTo>
                  <a:lnTo>
                    <a:pt x="333213" y="56768"/>
                  </a:lnTo>
                  <a:lnTo>
                    <a:pt x="337057" y="49275"/>
                  </a:lnTo>
                  <a:lnTo>
                    <a:pt x="329735" y="45315"/>
                  </a:lnTo>
                  <a:lnTo>
                    <a:pt x="321437" y="42545"/>
                  </a:lnTo>
                  <a:lnTo>
                    <a:pt x="312376" y="40917"/>
                  </a:lnTo>
                  <a:lnTo>
                    <a:pt x="302768" y="40386"/>
                  </a:lnTo>
                  <a:close/>
                </a:path>
                <a:path w="593725" h="129539">
                  <a:moveTo>
                    <a:pt x="333213" y="56768"/>
                  </a:moveTo>
                  <a:lnTo>
                    <a:pt x="303656" y="56768"/>
                  </a:lnTo>
                  <a:lnTo>
                    <a:pt x="311437" y="57469"/>
                  </a:lnTo>
                  <a:lnTo>
                    <a:pt x="318754" y="59229"/>
                  </a:lnTo>
                  <a:lnTo>
                    <a:pt x="324998" y="61537"/>
                  </a:lnTo>
                  <a:lnTo>
                    <a:pt x="329565" y="63880"/>
                  </a:lnTo>
                  <a:lnTo>
                    <a:pt x="333213" y="5676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1209020" y="5427522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341" y="0"/>
                  </a:moveTo>
                  <a:lnTo>
                    <a:pt x="0" y="0"/>
                  </a:lnTo>
                  <a:lnTo>
                    <a:pt x="0" y="469341"/>
                  </a:lnTo>
                  <a:lnTo>
                    <a:pt x="469341" y="469341"/>
                  </a:lnTo>
                  <a:lnTo>
                    <a:pt x="469341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213719" y="5485637"/>
              <a:ext cx="460375" cy="353060"/>
            </a:xfrm>
            <a:custGeom>
              <a:avLst/>
              <a:gdLst/>
              <a:ahLst/>
              <a:cxnLst/>
              <a:rect l="l" t="t" r="r" b="b"/>
              <a:pathLst>
                <a:path w="460375" h="353060">
                  <a:moveTo>
                    <a:pt x="265557" y="275590"/>
                  </a:moveTo>
                  <a:lnTo>
                    <a:pt x="264160" y="266192"/>
                  </a:lnTo>
                  <a:lnTo>
                    <a:pt x="250571" y="257683"/>
                  </a:lnTo>
                  <a:lnTo>
                    <a:pt x="241173" y="259588"/>
                  </a:lnTo>
                  <a:lnTo>
                    <a:pt x="202184" y="322961"/>
                  </a:lnTo>
                  <a:lnTo>
                    <a:pt x="116332" y="322961"/>
                  </a:lnTo>
                  <a:lnTo>
                    <a:pt x="32258" y="185420"/>
                  </a:lnTo>
                  <a:lnTo>
                    <a:pt x="126111" y="29591"/>
                  </a:lnTo>
                  <a:lnTo>
                    <a:pt x="204089" y="29591"/>
                  </a:lnTo>
                  <a:lnTo>
                    <a:pt x="210693" y="23114"/>
                  </a:lnTo>
                  <a:lnTo>
                    <a:pt x="210693" y="6604"/>
                  </a:lnTo>
                  <a:lnTo>
                    <a:pt x="204089" y="0"/>
                  </a:lnTo>
                  <a:lnTo>
                    <a:pt x="113030" y="0"/>
                  </a:lnTo>
                  <a:lnTo>
                    <a:pt x="108331" y="2921"/>
                  </a:lnTo>
                  <a:lnTo>
                    <a:pt x="105537" y="7112"/>
                  </a:lnTo>
                  <a:lnTo>
                    <a:pt x="2667" y="177927"/>
                  </a:lnTo>
                  <a:lnTo>
                    <a:pt x="0" y="182626"/>
                  </a:lnTo>
                  <a:lnTo>
                    <a:pt x="0" y="188722"/>
                  </a:lnTo>
                  <a:lnTo>
                    <a:pt x="2667" y="193421"/>
                  </a:lnTo>
                  <a:lnTo>
                    <a:pt x="98044" y="349250"/>
                  </a:lnTo>
                  <a:lnTo>
                    <a:pt x="102743" y="352552"/>
                  </a:lnTo>
                  <a:lnTo>
                    <a:pt x="215392" y="352552"/>
                  </a:lnTo>
                  <a:lnTo>
                    <a:pt x="220091" y="349250"/>
                  </a:lnTo>
                  <a:lnTo>
                    <a:pt x="222885" y="345440"/>
                  </a:lnTo>
                  <a:lnTo>
                    <a:pt x="265557" y="275590"/>
                  </a:lnTo>
                  <a:close/>
                </a:path>
                <a:path w="460375" h="353060">
                  <a:moveTo>
                    <a:pt x="459867" y="163830"/>
                  </a:moveTo>
                  <a:lnTo>
                    <a:pt x="364109" y="7620"/>
                  </a:lnTo>
                  <a:lnTo>
                    <a:pt x="361823" y="3302"/>
                  </a:lnTo>
                  <a:lnTo>
                    <a:pt x="357124" y="508"/>
                  </a:lnTo>
                  <a:lnTo>
                    <a:pt x="244475" y="508"/>
                  </a:lnTo>
                  <a:lnTo>
                    <a:pt x="239776" y="3302"/>
                  </a:lnTo>
                  <a:lnTo>
                    <a:pt x="236982" y="7620"/>
                  </a:lnTo>
                  <a:lnTo>
                    <a:pt x="198374" y="70866"/>
                  </a:lnTo>
                  <a:lnTo>
                    <a:pt x="194183" y="76962"/>
                  </a:lnTo>
                  <a:lnTo>
                    <a:pt x="195707" y="86360"/>
                  </a:lnTo>
                  <a:lnTo>
                    <a:pt x="203073" y="90678"/>
                  </a:lnTo>
                  <a:lnTo>
                    <a:pt x="209296" y="94869"/>
                  </a:lnTo>
                  <a:lnTo>
                    <a:pt x="218567" y="92964"/>
                  </a:lnTo>
                  <a:lnTo>
                    <a:pt x="257556" y="29591"/>
                  </a:lnTo>
                  <a:lnTo>
                    <a:pt x="343916" y="29591"/>
                  </a:lnTo>
                  <a:lnTo>
                    <a:pt x="427482" y="167132"/>
                  </a:lnTo>
                  <a:lnTo>
                    <a:pt x="333629" y="322961"/>
                  </a:lnTo>
                  <a:lnTo>
                    <a:pt x="255651" y="322961"/>
                  </a:lnTo>
                  <a:lnTo>
                    <a:pt x="249174" y="329565"/>
                  </a:lnTo>
                  <a:lnTo>
                    <a:pt x="249174" y="345948"/>
                  </a:lnTo>
                  <a:lnTo>
                    <a:pt x="255651" y="352552"/>
                  </a:lnTo>
                  <a:lnTo>
                    <a:pt x="346710" y="352552"/>
                  </a:lnTo>
                  <a:lnTo>
                    <a:pt x="351409" y="350139"/>
                  </a:lnTo>
                  <a:lnTo>
                    <a:pt x="459867" y="169926"/>
                  </a:lnTo>
                  <a:lnTo>
                    <a:pt x="459867" y="16383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04219" y="5622725"/>
              <a:ext cx="78357" cy="7792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1103356" y="5981700"/>
              <a:ext cx="683260" cy="322580"/>
            </a:xfrm>
            <a:custGeom>
              <a:avLst/>
              <a:gdLst/>
              <a:ahLst/>
              <a:cxnLst/>
              <a:rect l="l" t="t" r="r" b="b"/>
              <a:pathLst>
                <a:path w="683259" h="322579">
                  <a:moveTo>
                    <a:pt x="142621" y="39497"/>
                  </a:moveTo>
                  <a:lnTo>
                    <a:pt x="126174" y="42836"/>
                  </a:lnTo>
                  <a:lnTo>
                    <a:pt x="112776" y="52117"/>
                  </a:lnTo>
                  <a:lnTo>
                    <a:pt x="103759" y="66232"/>
                  </a:lnTo>
                  <a:lnTo>
                    <a:pt x="100457" y="84074"/>
                  </a:lnTo>
                  <a:lnTo>
                    <a:pt x="103759" y="101915"/>
                  </a:lnTo>
                  <a:lnTo>
                    <a:pt x="112775" y="116030"/>
                  </a:lnTo>
                  <a:lnTo>
                    <a:pt x="126174" y="125311"/>
                  </a:lnTo>
                  <a:lnTo>
                    <a:pt x="142621" y="128650"/>
                  </a:lnTo>
                  <a:lnTo>
                    <a:pt x="150925" y="127791"/>
                  </a:lnTo>
                  <a:lnTo>
                    <a:pt x="158070" y="125311"/>
                  </a:lnTo>
                  <a:lnTo>
                    <a:pt x="164105" y="121310"/>
                  </a:lnTo>
                  <a:lnTo>
                    <a:pt x="168838" y="116030"/>
                  </a:lnTo>
                  <a:lnTo>
                    <a:pt x="187325" y="116030"/>
                  </a:lnTo>
                  <a:lnTo>
                    <a:pt x="187325" y="110871"/>
                  </a:lnTo>
                  <a:lnTo>
                    <a:pt x="144525" y="110871"/>
                  </a:lnTo>
                  <a:lnTo>
                    <a:pt x="134181" y="108791"/>
                  </a:lnTo>
                  <a:lnTo>
                    <a:pt x="133923" y="108791"/>
                  </a:lnTo>
                  <a:lnTo>
                    <a:pt x="125888" y="102901"/>
                  </a:lnTo>
                  <a:lnTo>
                    <a:pt x="121075" y="94583"/>
                  </a:lnTo>
                  <a:lnTo>
                    <a:pt x="120951" y="94368"/>
                  </a:lnTo>
                  <a:lnTo>
                    <a:pt x="119252" y="84074"/>
                  </a:lnTo>
                  <a:lnTo>
                    <a:pt x="120951" y="73505"/>
                  </a:lnTo>
                  <a:lnTo>
                    <a:pt x="125888" y="64865"/>
                  </a:lnTo>
                  <a:lnTo>
                    <a:pt x="133826" y="59035"/>
                  </a:lnTo>
                  <a:lnTo>
                    <a:pt x="144525" y="56896"/>
                  </a:lnTo>
                  <a:lnTo>
                    <a:pt x="187325" y="56896"/>
                  </a:lnTo>
                  <a:lnTo>
                    <a:pt x="187325" y="51688"/>
                  </a:lnTo>
                  <a:lnTo>
                    <a:pt x="168910" y="51688"/>
                  </a:lnTo>
                  <a:lnTo>
                    <a:pt x="164105" y="46622"/>
                  </a:lnTo>
                  <a:lnTo>
                    <a:pt x="158182" y="42836"/>
                  </a:lnTo>
                  <a:lnTo>
                    <a:pt x="150925" y="40348"/>
                  </a:lnTo>
                  <a:lnTo>
                    <a:pt x="142621" y="39497"/>
                  </a:lnTo>
                  <a:close/>
                </a:path>
                <a:path w="683259" h="322579">
                  <a:moveTo>
                    <a:pt x="187325" y="116030"/>
                  </a:moveTo>
                  <a:lnTo>
                    <a:pt x="168910" y="116030"/>
                  </a:lnTo>
                  <a:lnTo>
                    <a:pt x="168910" y="126364"/>
                  </a:lnTo>
                  <a:lnTo>
                    <a:pt x="187325" y="126364"/>
                  </a:lnTo>
                  <a:lnTo>
                    <a:pt x="187325" y="116030"/>
                  </a:lnTo>
                  <a:close/>
                </a:path>
                <a:path w="683259" h="322579">
                  <a:moveTo>
                    <a:pt x="187325" y="56896"/>
                  </a:moveTo>
                  <a:lnTo>
                    <a:pt x="144525" y="56896"/>
                  </a:lnTo>
                  <a:lnTo>
                    <a:pt x="155090" y="59035"/>
                  </a:lnTo>
                  <a:lnTo>
                    <a:pt x="154835" y="59035"/>
                  </a:lnTo>
                  <a:lnTo>
                    <a:pt x="162591" y="64674"/>
                  </a:lnTo>
                  <a:lnTo>
                    <a:pt x="167636" y="73290"/>
                  </a:lnTo>
                  <a:lnTo>
                    <a:pt x="169418" y="84074"/>
                  </a:lnTo>
                  <a:lnTo>
                    <a:pt x="167672" y="94368"/>
                  </a:lnTo>
                  <a:lnTo>
                    <a:pt x="167636" y="94583"/>
                  </a:lnTo>
                  <a:lnTo>
                    <a:pt x="162704" y="102901"/>
                  </a:lnTo>
                  <a:lnTo>
                    <a:pt x="162591" y="103092"/>
                  </a:lnTo>
                  <a:lnTo>
                    <a:pt x="154737" y="108791"/>
                  </a:lnTo>
                  <a:lnTo>
                    <a:pt x="144525" y="110871"/>
                  </a:lnTo>
                  <a:lnTo>
                    <a:pt x="187325" y="110871"/>
                  </a:lnTo>
                  <a:lnTo>
                    <a:pt x="187325" y="56896"/>
                  </a:lnTo>
                  <a:close/>
                </a:path>
                <a:path w="683259" h="322579">
                  <a:moveTo>
                    <a:pt x="187325" y="41783"/>
                  </a:moveTo>
                  <a:lnTo>
                    <a:pt x="168910" y="41783"/>
                  </a:lnTo>
                  <a:lnTo>
                    <a:pt x="168910" y="51688"/>
                  </a:lnTo>
                  <a:lnTo>
                    <a:pt x="187325" y="51688"/>
                  </a:lnTo>
                  <a:lnTo>
                    <a:pt x="187325" y="41783"/>
                  </a:lnTo>
                  <a:close/>
                </a:path>
                <a:path w="683259" h="322579">
                  <a:moveTo>
                    <a:pt x="457057" y="116030"/>
                  </a:moveTo>
                  <a:lnTo>
                    <a:pt x="400886" y="116030"/>
                  </a:lnTo>
                  <a:lnTo>
                    <a:pt x="405616" y="121096"/>
                  </a:lnTo>
                  <a:lnTo>
                    <a:pt x="411622" y="125110"/>
                  </a:lnTo>
                  <a:lnTo>
                    <a:pt x="418796" y="127720"/>
                  </a:lnTo>
                  <a:lnTo>
                    <a:pt x="427100" y="128650"/>
                  </a:lnTo>
                  <a:lnTo>
                    <a:pt x="443620" y="125311"/>
                  </a:lnTo>
                  <a:lnTo>
                    <a:pt x="457057" y="116030"/>
                  </a:lnTo>
                  <a:close/>
                </a:path>
                <a:path w="683259" h="322579">
                  <a:moveTo>
                    <a:pt x="400812" y="0"/>
                  </a:moveTo>
                  <a:lnTo>
                    <a:pt x="382524" y="0"/>
                  </a:lnTo>
                  <a:lnTo>
                    <a:pt x="382524" y="126364"/>
                  </a:lnTo>
                  <a:lnTo>
                    <a:pt x="400812" y="126364"/>
                  </a:lnTo>
                  <a:lnTo>
                    <a:pt x="400812" y="116030"/>
                  </a:lnTo>
                  <a:lnTo>
                    <a:pt x="457057" y="116030"/>
                  </a:lnTo>
                  <a:lnTo>
                    <a:pt x="460358" y="110871"/>
                  </a:lnTo>
                  <a:lnTo>
                    <a:pt x="424688" y="110871"/>
                  </a:lnTo>
                  <a:lnTo>
                    <a:pt x="414416" y="108791"/>
                  </a:lnTo>
                  <a:lnTo>
                    <a:pt x="406431" y="103092"/>
                  </a:lnTo>
                  <a:lnTo>
                    <a:pt x="401256" y="94583"/>
                  </a:lnTo>
                  <a:lnTo>
                    <a:pt x="399415" y="84074"/>
                  </a:lnTo>
                  <a:lnTo>
                    <a:pt x="401219" y="73505"/>
                  </a:lnTo>
                  <a:lnTo>
                    <a:pt x="401256" y="73290"/>
                  </a:lnTo>
                  <a:lnTo>
                    <a:pt x="406317" y="64865"/>
                  </a:lnTo>
                  <a:lnTo>
                    <a:pt x="406431" y="64674"/>
                  </a:lnTo>
                  <a:lnTo>
                    <a:pt x="414316" y="59035"/>
                  </a:lnTo>
                  <a:lnTo>
                    <a:pt x="414062" y="59035"/>
                  </a:lnTo>
                  <a:lnTo>
                    <a:pt x="424688" y="56896"/>
                  </a:lnTo>
                  <a:lnTo>
                    <a:pt x="459988" y="56896"/>
                  </a:lnTo>
                  <a:lnTo>
                    <a:pt x="457057" y="52371"/>
                  </a:lnTo>
                  <a:lnTo>
                    <a:pt x="456799" y="52197"/>
                  </a:lnTo>
                  <a:lnTo>
                    <a:pt x="400812" y="52197"/>
                  </a:lnTo>
                  <a:lnTo>
                    <a:pt x="400812" y="0"/>
                  </a:lnTo>
                  <a:close/>
                </a:path>
                <a:path w="683259" h="322579">
                  <a:moveTo>
                    <a:pt x="459988" y="56896"/>
                  </a:moveTo>
                  <a:lnTo>
                    <a:pt x="424688" y="56896"/>
                  </a:lnTo>
                  <a:lnTo>
                    <a:pt x="435407" y="59035"/>
                  </a:lnTo>
                  <a:lnTo>
                    <a:pt x="443388" y="64865"/>
                  </a:lnTo>
                  <a:lnTo>
                    <a:pt x="448245" y="73290"/>
                  </a:lnTo>
                  <a:lnTo>
                    <a:pt x="448369" y="73505"/>
                  </a:lnTo>
                  <a:lnTo>
                    <a:pt x="450088" y="84074"/>
                  </a:lnTo>
                  <a:lnTo>
                    <a:pt x="448369" y="94368"/>
                  </a:lnTo>
                  <a:lnTo>
                    <a:pt x="443388" y="102901"/>
                  </a:lnTo>
                  <a:lnTo>
                    <a:pt x="435309" y="108791"/>
                  </a:lnTo>
                  <a:lnTo>
                    <a:pt x="435051" y="108791"/>
                  </a:lnTo>
                  <a:lnTo>
                    <a:pt x="424688" y="110871"/>
                  </a:lnTo>
                  <a:lnTo>
                    <a:pt x="460358" y="110871"/>
                  </a:lnTo>
                  <a:lnTo>
                    <a:pt x="466088" y="101915"/>
                  </a:lnTo>
                  <a:lnTo>
                    <a:pt x="469392" y="84074"/>
                  </a:lnTo>
                  <a:lnTo>
                    <a:pt x="466088" y="66311"/>
                  </a:lnTo>
                  <a:lnTo>
                    <a:pt x="459988" y="56896"/>
                  </a:lnTo>
                  <a:close/>
                </a:path>
                <a:path w="683259" h="322579">
                  <a:moveTo>
                    <a:pt x="427100" y="40004"/>
                  </a:moveTo>
                  <a:lnTo>
                    <a:pt x="418796" y="40856"/>
                  </a:lnTo>
                  <a:lnTo>
                    <a:pt x="411622" y="43291"/>
                  </a:lnTo>
                  <a:lnTo>
                    <a:pt x="405616" y="47130"/>
                  </a:lnTo>
                  <a:lnTo>
                    <a:pt x="400812" y="52197"/>
                  </a:lnTo>
                  <a:lnTo>
                    <a:pt x="456799" y="52197"/>
                  </a:lnTo>
                  <a:lnTo>
                    <a:pt x="443658" y="43291"/>
                  </a:lnTo>
                  <a:lnTo>
                    <a:pt x="427100" y="40004"/>
                  </a:lnTo>
                  <a:close/>
                </a:path>
                <a:path w="683259" h="322579">
                  <a:moveTo>
                    <a:pt x="527939" y="40004"/>
                  </a:moveTo>
                  <a:lnTo>
                    <a:pt x="489076" y="66740"/>
                  </a:lnTo>
                  <a:lnTo>
                    <a:pt x="485775" y="84582"/>
                  </a:lnTo>
                  <a:lnTo>
                    <a:pt x="489076" y="102423"/>
                  </a:lnTo>
                  <a:lnTo>
                    <a:pt x="498094" y="116538"/>
                  </a:lnTo>
                  <a:lnTo>
                    <a:pt x="511569" y="125872"/>
                  </a:lnTo>
                  <a:lnTo>
                    <a:pt x="511756" y="125872"/>
                  </a:lnTo>
                  <a:lnTo>
                    <a:pt x="527939" y="129159"/>
                  </a:lnTo>
                  <a:lnTo>
                    <a:pt x="536243" y="128307"/>
                  </a:lnTo>
                  <a:lnTo>
                    <a:pt x="543417" y="125872"/>
                  </a:lnTo>
                  <a:lnTo>
                    <a:pt x="549423" y="122033"/>
                  </a:lnTo>
                  <a:lnTo>
                    <a:pt x="554227" y="116966"/>
                  </a:lnTo>
                  <a:lnTo>
                    <a:pt x="572643" y="116966"/>
                  </a:lnTo>
                  <a:lnTo>
                    <a:pt x="572643" y="110871"/>
                  </a:lnTo>
                  <a:lnTo>
                    <a:pt x="530351" y="110871"/>
                  </a:lnTo>
                  <a:lnTo>
                    <a:pt x="519988" y="108791"/>
                  </a:lnTo>
                  <a:lnTo>
                    <a:pt x="519730" y="108791"/>
                  </a:lnTo>
                  <a:lnTo>
                    <a:pt x="511651" y="102901"/>
                  </a:lnTo>
                  <a:lnTo>
                    <a:pt x="506795" y="94583"/>
                  </a:lnTo>
                  <a:lnTo>
                    <a:pt x="506670" y="94368"/>
                  </a:lnTo>
                  <a:lnTo>
                    <a:pt x="505036" y="84582"/>
                  </a:lnTo>
                  <a:lnTo>
                    <a:pt x="504951" y="84074"/>
                  </a:lnTo>
                  <a:lnTo>
                    <a:pt x="506670" y="73505"/>
                  </a:lnTo>
                  <a:lnTo>
                    <a:pt x="511651" y="64865"/>
                  </a:lnTo>
                  <a:lnTo>
                    <a:pt x="519632" y="59035"/>
                  </a:lnTo>
                  <a:lnTo>
                    <a:pt x="530351" y="56896"/>
                  </a:lnTo>
                  <a:lnTo>
                    <a:pt x="572643" y="56896"/>
                  </a:lnTo>
                  <a:lnTo>
                    <a:pt x="572643" y="52625"/>
                  </a:lnTo>
                  <a:lnTo>
                    <a:pt x="554271" y="52625"/>
                  </a:lnTo>
                  <a:lnTo>
                    <a:pt x="549423" y="47291"/>
                  </a:lnTo>
                  <a:lnTo>
                    <a:pt x="543426" y="43344"/>
                  </a:lnTo>
                  <a:lnTo>
                    <a:pt x="536243" y="40862"/>
                  </a:lnTo>
                  <a:lnTo>
                    <a:pt x="527939" y="40004"/>
                  </a:lnTo>
                  <a:close/>
                </a:path>
                <a:path w="683259" h="322579">
                  <a:moveTo>
                    <a:pt x="572643" y="116966"/>
                  </a:moveTo>
                  <a:lnTo>
                    <a:pt x="554227" y="116966"/>
                  </a:lnTo>
                  <a:lnTo>
                    <a:pt x="554227" y="126746"/>
                  </a:lnTo>
                  <a:lnTo>
                    <a:pt x="572643" y="126746"/>
                  </a:lnTo>
                  <a:lnTo>
                    <a:pt x="572643" y="116966"/>
                  </a:lnTo>
                  <a:close/>
                </a:path>
                <a:path w="683259" h="322579">
                  <a:moveTo>
                    <a:pt x="572643" y="56896"/>
                  </a:moveTo>
                  <a:lnTo>
                    <a:pt x="530351" y="56896"/>
                  </a:lnTo>
                  <a:lnTo>
                    <a:pt x="541199" y="59035"/>
                  </a:lnTo>
                  <a:lnTo>
                    <a:pt x="540937" y="59035"/>
                  </a:lnTo>
                  <a:lnTo>
                    <a:pt x="548798" y="64674"/>
                  </a:lnTo>
                  <a:lnTo>
                    <a:pt x="553854" y="73290"/>
                  </a:lnTo>
                  <a:lnTo>
                    <a:pt x="555625" y="84074"/>
                  </a:lnTo>
                  <a:lnTo>
                    <a:pt x="553891" y="94368"/>
                  </a:lnTo>
                  <a:lnTo>
                    <a:pt x="553854" y="94583"/>
                  </a:lnTo>
                  <a:lnTo>
                    <a:pt x="548911" y="102901"/>
                  </a:lnTo>
                  <a:lnTo>
                    <a:pt x="548798" y="103092"/>
                  </a:lnTo>
                  <a:lnTo>
                    <a:pt x="540837" y="108791"/>
                  </a:lnTo>
                  <a:lnTo>
                    <a:pt x="530351" y="110871"/>
                  </a:lnTo>
                  <a:lnTo>
                    <a:pt x="572643" y="110871"/>
                  </a:lnTo>
                  <a:lnTo>
                    <a:pt x="572643" y="56896"/>
                  </a:lnTo>
                  <a:close/>
                </a:path>
                <a:path w="683259" h="322579">
                  <a:moveTo>
                    <a:pt x="572643" y="0"/>
                  </a:moveTo>
                  <a:lnTo>
                    <a:pt x="554227" y="0"/>
                  </a:lnTo>
                  <a:lnTo>
                    <a:pt x="554227" y="52625"/>
                  </a:lnTo>
                  <a:lnTo>
                    <a:pt x="572643" y="52625"/>
                  </a:lnTo>
                  <a:lnTo>
                    <a:pt x="572643" y="0"/>
                  </a:lnTo>
                  <a:close/>
                </a:path>
                <a:path w="683259" h="322579">
                  <a:moveTo>
                    <a:pt x="638301" y="39497"/>
                  </a:moveTo>
                  <a:lnTo>
                    <a:pt x="621782" y="42836"/>
                  </a:lnTo>
                  <a:lnTo>
                    <a:pt x="608345" y="52117"/>
                  </a:lnTo>
                  <a:lnTo>
                    <a:pt x="599314" y="66232"/>
                  </a:lnTo>
                  <a:lnTo>
                    <a:pt x="596011" y="84074"/>
                  </a:lnTo>
                  <a:lnTo>
                    <a:pt x="599314" y="101915"/>
                  </a:lnTo>
                  <a:lnTo>
                    <a:pt x="608345" y="116030"/>
                  </a:lnTo>
                  <a:lnTo>
                    <a:pt x="621782" y="125311"/>
                  </a:lnTo>
                  <a:lnTo>
                    <a:pt x="638301" y="128650"/>
                  </a:lnTo>
                  <a:lnTo>
                    <a:pt x="646553" y="127791"/>
                  </a:lnTo>
                  <a:lnTo>
                    <a:pt x="653703" y="125311"/>
                  </a:lnTo>
                  <a:lnTo>
                    <a:pt x="659768" y="121310"/>
                  </a:lnTo>
                  <a:lnTo>
                    <a:pt x="664519" y="116030"/>
                  </a:lnTo>
                  <a:lnTo>
                    <a:pt x="682878" y="116030"/>
                  </a:lnTo>
                  <a:lnTo>
                    <a:pt x="682878" y="110871"/>
                  </a:lnTo>
                  <a:lnTo>
                    <a:pt x="640207" y="110871"/>
                  </a:lnTo>
                  <a:lnTo>
                    <a:pt x="629843" y="108791"/>
                  </a:lnTo>
                  <a:lnTo>
                    <a:pt x="629585" y="108791"/>
                  </a:lnTo>
                  <a:lnTo>
                    <a:pt x="621506" y="102901"/>
                  </a:lnTo>
                  <a:lnTo>
                    <a:pt x="616650" y="94583"/>
                  </a:lnTo>
                  <a:lnTo>
                    <a:pt x="616525" y="94368"/>
                  </a:lnTo>
                  <a:lnTo>
                    <a:pt x="614807" y="84074"/>
                  </a:lnTo>
                  <a:lnTo>
                    <a:pt x="616525" y="73505"/>
                  </a:lnTo>
                  <a:lnTo>
                    <a:pt x="621506" y="64865"/>
                  </a:lnTo>
                  <a:lnTo>
                    <a:pt x="629487" y="59035"/>
                  </a:lnTo>
                  <a:lnTo>
                    <a:pt x="640207" y="56896"/>
                  </a:lnTo>
                  <a:lnTo>
                    <a:pt x="682878" y="56896"/>
                  </a:lnTo>
                  <a:lnTo>
                    <a:pt x="682878" y="51688"/>
                  </a:lnTo>
                  <a:lnTo>
                    <a:pt x="664591" y="51688"/>
                  </a:lnTo>
                  <a:lnTo>
                    <a:pt x="659768" y="46622"/>
                  </a:lnTo>
                  <a:lnTo>
                    <a:pt x="653816" y="42836"/>
                  </a:lnTo>
                  <a:lnTo>
                    <a:pt x="646553" y="40348"/>
                  </a:lnTo>
                  <a:lnTo>
                    <a:pt x="638301" y="39497"/>
                  </a:lnTo>
                  <a:close/>
                </a:path>
                <a:path w="683259" h="322579">
                  <a:moveTo>
                    <a:pt x="682878" y="116030"/>
                  </a:moveTo>
                  <a:lnTo>
                    <a:pt x="664591" y="116030"/>
                  </a:lnTo>
                  <a:lnTo>
                    <a:pt x="664591" y="126364"/>
                  </a:lnTo>
                  <a:lnTo>
                    <a:pt x="682878" y="126364"/>
                  </a:lnTo>
                  <a:lnTo>
                    <a:pt x="682878" y="116030"/>
                  </a:lnTo>
                  <a:close/>
                </a:path>
                <a:path w="683259" h="322579">
                  <a:moveTo>
                    <a:pt x="682878" y="56896"/>
                  </a:moveTo>
                  <a:lnTo>
                    <a:pt x="640207" y="56896"/>
                  </a:lnTo>
                  <a:lnTo>
                    <a:pt x="650832" y="59035"/>
                  </a:lnTo>
                  <a:lnTo>
                    <a:pt x="650578" y="59035"/>
                  </a:lnTo>
                  <a:lnTo>
                    <a:pt x="658463" y="64674"/>
                  </a:lnTo>
                  <a:lnTo>
                    <a:pt x="663638" y="73290"/>
                  </a:lnTo>
                  <a:lnTo>
                    <a:pt x="665479" y="84074"/>
                  </a:lnTo>
                  <a:lnTo>
                    <a:pt x="663676" y="94368"/>
                  </a:lnTo>
                  <a:lnTo>
                    <a:pt x="663638" y="94583"/>
                  </a:lnTo>
                  <a:lnTo>
                    <a:pt x="658579" y="102901"/>
                  </a:lnTo>
                  <a:lnTo>
                    <a:pt x="658463" y="103092"/>
                  </a:lnTo>
                  <a:lnTo>
                    <a:pt x="650478" y="108791"/>
                  </a:lnTo>
                  <a:lnTo>
                    <a:pt x="640207" y="110871"/>
                  </a:lnTo>
                  <a:lnTo>
                    <a:pt x="682878" y="110871"/>
                  </a:lnTo>
                  <a:lnTo>
                    <a:pt x="682878" y="56896"/>
                  </a:lnTo>
                  <a:close/>
                </a:path>
                <a:path w="683259" h="322579">
                  <a:moveTo>
                    <a:pt x="682878" y="41783"/>
                  </a:moveTo>
                  <a:lnTo>
                    <a:pt x="664591" y="41783"/>
                  </a:lnTo>
                  <a:lnTo>
                    <a:pt x="664591" y="51688"/>
                  </a:lnTo>
                  <a:lnTo>
                    <a:pt x="682878" y="51688"/>
                  </a:lnTo>
                  <a:lnTo>
                    <a:pt x="682878" y="41783"/>
                  </a:lnTo>
                  <a:close/>
                </a:path>
                <a:path w="683259" h="322579">
                  <a:moveTo>
                    <a:pt x="20193" y="2921"/>
                  </a:moveTo>
                  <a:lnTo>
                    <a:pt x="0" y="2921"/>
                  </a:lnTo>
                  <a:lnTo>
                    <a:pt x="0" y="126364"/>
                  </a:lnTo>
                  <a:lnTo>
                    <a:pt x="88265" y="126364"/>
                  </a:lnTo>
                  <a:lnTo>
                    <a:pt x="88265" y="107569"/>
                  </a:lnTo>
                  <a:lnTo>
                    <a:pt x="20193" y="107569"/>
                  </a:lnTo>
                  <a:lnTo>
                    <a:pt x="20193" y="2921"/>
                  </a:lnTo>
                  <a:close/>
                </a:path>
                <a:path w="683259" h="322579">
                  <a:moveTo>
                    <a:pt x="234188" y="41783"/>
                  </a:moveTo>
                  <a:lnTo>
                    <a:pt x="215900" y="41783"/>
                  </a:lnTo>
                  <a:lnTo>
                    <a:pt x="215900" y="126364"/>
                  </a:lnTo>
                  <a:lnTo>
                    <a:pt x="234188" y="126364"/>
                  </a:lnTo>
                  <a:lnTo>
                    <a:pt x="234188" y="79375"/>
                  </a:lnTo>
                  <a:lnTo>
                    <a:pt x="235852" y="69915"/>
                  </a:lnTo>
                  <a:lnTo>
                    <a:pt x="235918" y="69540"/>
                  </a:lnTo>
                  <a:lnTo>
                    <a:pt x="240601" y="62515"/>
                  </a:lnTo>
                  <a:lnTo>
                    <a:pt x="247271" y="58425"/>
                  </a:lnTo>
                  <a:lnTo>
                    <a:pt x="246736" y="58425"/>
                  </a:lnTo>
                  <a:lnTo>
                    <a:pt x="255777" y="56896"/>
                  </a:lnTo>
                  <a:lnTo>
                    <a:pt x="349585" y="56896"/>
                  </a:lnTo>
                  <a:lnTo>
                    <a:pt x="348305" y="54990"/>
                  </a:lnTo>
                  <a:lnTo>
                    <a:pt x="289051" y="54990"/>
                  </a:lnTo>
                  <a:lnTo>
                    <a:pt x="286785" y="52197"/>
                  </a:lnTo>
                  <a:lnTo>
                    <a:pt x="234188" y="52197"/>
                  </a:lnTo>
                  <a:lnTo>
                    <a:pt x="234188" y="41783"/>
                  </a:lnTo>
                  <a:close/>
                </a:path>
                <a:path w="683259" h="322579">
                  <a:moveTo>
                    <a:pt x="315849" y="56896"/>
                  </a:moveTo>
                  <a:lnTo>
                    <a:pt x="255777" y="56896"/>
                  </a:lnTo>
                  <a:lnTo>
                    <a:pt x="263937" y="58425"/>
                  </a:lnTo>
                  <a:lnTo>
                    <a:pt x="270002" y="62849"/>
                  </a:lnTo>
                  <a:lnTo>
                    <a:pt x="273780" y="69915"/>
                  </a:lnTo>
                  <a:lnTo>
                    <a:pt x="275082" y="79375"/>
                  </a:lnTo>
                  <a:lnTo>
                    <a:pt x="275082" y="126364"/>
                  </a:lnTo>
                  <a:lnTo>
                    <a:pt x="293750" y="126364"/>
                  </a:lnTo>
                  <a:lnTo>
                    <a:pt x="293750" y="79375"/>
                  </a:lnTo>
                  <a:lnTo>
                    <a:pt x="295491" y="69915"/>
                  </a:lnTo>
                  <a:lnTo>
                    <a:pt x="295560" y="69540"/>
                  </a:lnTo>
                  <a:lnTo>
                    <a:pt x="300418" y="62515"/>
                  </a:lnTo>
                  <a:lnTo>
                    <a:pt x="307257" y="58425"/>
                  </a:lnTo>
                  <a:lnTo>
                    <a:pt x="306721" y="58425"/>
                  </a:lnTo>
                  <a:lnTo>
                    <a:pt x="315849" y="56896"/>
                  </a:lnTo>
                  <a:close/>
                </a:path>
                <a:path w="683259" h="322579">
                  <a:moveTo>
                    <a:pt x="349585" y="56896"/>
                  </a:moveTo>
                  <a:lnTo>
                    <a:pt x="315849" y="56896"/>
                  </a:lnTo>
                  <a:lnTo>
                    <a:pt x="324008" y="58425"/>
                  </a:lnTo>
                  <a:lnTo>
                    <a:pt x="330073" y="62849"/>
                  </a:lnTo>
                  <a:lnTo>
                    <a:pt x="333851" y="69915"/>
                  </a:lnTo>
                  <a:lnTo>
                    <a:pt x="335152" y="79375"/>
                  </a:lnTo>
                  <a:lnTo>
                    <a:pt x="335152" y="126364"/>
                  </a:lnTo>
                  <a:lnTo>
                    <a:pt x="353822" y="126364"/>
                  </a:lnTo>
                  <a:lnTo>
                    <a:pt x="353822" y="73278"/>
                  </a:lnTo>
                  <a:lnTo>
                    <a:pt x="351520" y="59775"/>
                  </a:lnTo>
                  <a:lnTo>
                    <a:pt x="349585" y="56896"/>
                  </a:lnTo>
                  <a:close/>
                </a:path>
                <a:path w="683259" h="322579">
                  <a:moveTo>
                    <a:pt x="319659" y="40004"/>
                  </a:moveTo>
                  <a:lnTo>
                    <a:pt x="311483" y="40632"/>
                  </a:lnTo>
                  <a:lnTo>
                    <a:pt x="303117" y="42925"/>
                  </a:lnTo>
                  <a:lnTo>
                    <a:pt x="295370" y="47505"/>
                  </a:lnTo>
                  <a:lnTo>
                    <a:pt x="289051" y="54990"/>
                  </a:lnTo>
                  <a:lnTo>
                    <a:pt x="348305" y="54990"/>
                  </a:lnTo>
                  <a:lnTo>
                    <a:pt x="344455" y="49260"/>
                  </a:lnTo>
                  <a:lnTo>
                    <a:pt x="333533" y="42435"/>
                  </a:lnTo>
                  <a:lnTo>
                    <a:pt x="319659" y="40004"/>
                  </a:lnTo>
                  <a:close/>
                </a:path>
                <a:path w="683259" h="322579">
                  <a:moveTo>
                    <a:pt x="259969" y="40004"/>
                  </a:moveTo>
                  <a:lnTo>
                    <a:pt x="251579" y="40632"/>
                  </a:lnTo>
                  <a:lnTo>
                    <a:pt x="252694" y="40632"/>
                  </a:lnTo>
                  <a:lnTo>
                    <a:pt x="248447" y="41783"/>
                  </a:lnTo>
                  <a:lnTo>
                    <a:pt x="246135" y="42435"/>
                  </a:lnTo>
                  <a:lnTo>
                    <a:pt x="239752" y="46112"/>
                  </a:lnTo>
                  <a:lnTo>
                    <a:pt x="234188" y="52197"/>
                  </a:lnTo>
                  <a:lnTo>
                    <a:pt x="286785" y="52197"/>
                  </a:lnTo>
                  <a:lnTo>
                    <a:pt x="283936" y="48684"/>
                  </a:lnTo>
                  <a:lnTo>
                    <a:pt x="277177" y="43973"/>
                  </a:lnTo>
                  <a:lnTo>
                    <a:pt x="269085" y="41024"/>
                  </a:lnTo>
                  <a:lnTo>
                    <a:pt x="259969" y="40004"/>
                  </a:lnTo>
                  <a:close/>
                </a:path>
                <a:path w="683259" h="322579">
                  <a:moveTo>
                    <a:pt x="290957" y="193039"/>
                  </a:moveTo>
                  <a:lnTo>
                    <a:pt x="276860" y="193039"/>
                  </a:lnTo>
                  <a:lnTo>
                    <a:pt x="271272" y="199009"/>
                  </a:lnTo>
                  <a:lnTo>
                    <a:pt x="271272" y="213105"/>
                  </a:lnTo>
                  <a:lnTo>
                    <a:pt x="276478" y="218821"/>
                  </a:lnTo>
                  <a:lnTo>
                    <a:pt x="290957" y="218821"/>
                  </a:lnTo>
                  <a:lnTo>
                    <a:pt x="297052" y="213613"/>
                  </a:lnTo>
                  <a:lnTo>
                    <a:pt x="297052" y="198120"/>
                  </a:lnTo>
                  <a:lnTo>
                    <a:pt x="290957" y="193039"/>
                  </a:lnTo>
                  <a:close/>
                </a:path>
                <a:path w="683259" h="322579">
                  <a:moveTo>
                    <a:pt x="293243" y="235203"/>
                  </a:moveTo>
                  <a:lnTo>
                    <a:pt x="275082" y="235203"/>
                  </a:lnTo>
                  <a:lnTo>
                    <a:pt x="275082" y="319659"/>
                  </a:lnTo>
                  <a:lnTo>
                    <a:pt x="293243" y="319659"/>
                  </a:lnTo>
                  <a:lnTo>
                    <a:pt x="293243" y="235203"/>
                  </a:lnTo>
                  <a:close/>
                </a:path>
                <a:path w="683259" h="322579">
                  <a:moveTo>
                    <a:pt x="340233" y="235203"/>
                  </a:moveTo>
                  <a:lnTo>
                    <a:pt x="321945" y="235203"/>
                  </a:lnTo>
                  <a:lnTo>
                    <a:pt x="321945" y="319659"/>
                  </a:lnTo>
                  <a:lnTo>
                    <a:pt x="340741" y="319659"/>
                  </a:lnTo>
                  <a:lnTo>
                    <a:pt x="340741" y="272669"/>
                  </a:lnTo>
                  <a:lnTo>
                    <a:pt x="342492" y="263342"/>
                  </a:lnTo>
                  <a:lnTo>
                    <a:pt x="342532" y="263128"/>
                  </a:lnTo>
                  <a:lnTo>
                    <a:pt x="347360" y="256254"/>
                  </a:lnTo>
                  <a:lnTo>
                    <a:pt x="354282" y="252166"/>
                  </a:lnTo>
                  <a:lnTo>
                    <a:pt x="353972" y="252166"/>
                  </a:lnTo>
                  <a:lnTo>
                    <a:pt x="362839" y="250698"/>
                  </a:lnTo>
                  <a:lnTo>
                    <a:pt x="396253" y="250698"/>
                  </a:lnTo>
                  <a:lnTo>
                    <a:pt x="393079" y="245999"/>
                  </a:lnTo>
                  <a:lnTo>
                    <a:pt x="340233" y="245999"/>
                  </a:lnTo>
                  <a:lnTo>
                    <a:pt x="340233" y="235203"/>
                  </a:lnTo>
                  <a:close/>
                </a:path>
                <a:path w="683259" h="322579">
                  <a:moveTo>
                    <a:pt x="396253" y="250698"/>
                  </a:moveTo>
                  <a:lnTo>
                    <a:pt x="362839" y="250698"/>
                  </a:lnTo>
                  <a:lnTo>
                    <a:pt x="370978" y="252166"/>
                  </a:lnTo>
                  <a:lnTo>
                    <a:pt x="376999" y="256444"/>
                  </a:lnTo>
                  <a:lnTo>
                    <a:pt x="380618" y="263128"/>
                  </a:lnTo>
                  <a:lnTo>
                    <a:pt x="380734" y="263342"/>
                  </a:lnTo>
                  <a:lnTo>
                    <a:pt x="382016" y="272669"/>
                  </a:lnTo>
                  <a:lnTo>
                    <a:pt x="382016" y="319659"/>
                  </a:lnTo>
                  <a:lnTo>
                    <a:pt x="400812" y="319659"/>
                  </a:lnTo>
                  <a:lnTo>
                    <a:pt x="400812" y="267080"/>
                  </a:lnTo>
                  <a:lnTo>
                    <a:pt x="398000" y="253283"/>
                  </a:lnTo>
                  <a:lnTo>
                    <a:pt x="396253" y="250698"/>
                  </a:lnTo>
                  <a:close/>
                </a:path>
                <a:path w="683259" h="322579">
                  <a:moveTo>
                    <a:pt x="366014" y="233299"/>
                  </a:moveTo>
                  <a:lnTo>
                    <a:pt x="359235" y="233836"/>
                  </a:lnTo>
                  <a:lnTo>
                    <a:pt x="352456" y="235791"/>
                  </a:lnTo>
                  <a:lnTo>
                    <a:pt x="346011" y="239674"/>
                  </a:lnTo>
                  <a:lnTo>
                    <a:pt x="340233" y="245999"/>
                  </a:lnTo>
                  <a:lnTo>
                    <a:pt x="393079" y="245999"/>
                  </a:lnTo>
                  <a:lnTo>
                    <a:pt x="390794" y="242617"/>
                  </a:lnTo>
                  <a:lnTo>
                    <a:pt x="379983" y="235791"/>
                  </a:lnTo>
                  <a:lnTo>
                    <a:pt x="380203" y="235791"/>
                  </a:lnTo>
                  <a:lnTo>
                    <a:pt x="366014" y="233299"/>
                  </a:lnTo>
                  <a:close/>
                </a:path>
                <a:path w="683259" h="322579">
                  <a:moveTo>
                    <a:pt x="447294" y="193039"/>
                  </a:moveTo>
                  <a:lnTo>
                    <a:pt x="428498" y="193039"/>
                  </a:lnTo>
                  <a:lnTo>
                    <a:pt x="428498" y="319659"/>
                  </a:lnTo>
                  <a:lnTo>
                    <a:pt x="447294" y="319659"/>
                  </a:lnTo>
                  <a:lnTo>
                    <a:pt x="447294" y="283972"/>
                  </a:lnTo>
                  <a:lnTo>
                    <a:pt x="479379" y="283972"/>
                  </a:lnTo>
                  <a:lnTo>
                    <a:pt x="472186" y="275082"/>
                  </a:lnTo>
                  <a:lnTo>
                    <a:pt x="478796" y="267588"/>
                  </a:lnTo>
                  <a:lnTo>
                    <a:pt x="447294" y="267588"/>
                  </a:lnTo>
                  <a:lnTo>
                    <a:pt x="447294" y="193039"/>
                  </a:lnTo>
                  <a:close/>
                </a:path>
                <a:path w="683259" h="322579">
                  <a:moveTo>
                    <a:pt x="479379" y="283972"/>
                  </a:moveTo>
                  <a:lnTo>
                    <a:pt x="456692" y="283972"/>
                  </a:lnTo>
                  <a:lnTo>
                    <a:pt x="484886" y="319659"/>
                  </a:lnTo>
                  <a:lnTo>
                    <a:pt x="508253" y="319659"/>
                  </a:lnTo>
                  <a:lnTo>
                    <a:pt x="479379" y="283972"/>
                  </a:lnTo>
                  <a:close/>
                </a:path>
                <a:path w="683259" h="322579">
                  <a:moveTo>
                    <a:pt x="507365" y="235203"/>
                  </a:moveTo>
                  <a:lnTo>
                    <a:pt x="483870" y="235203"/>
                  </a:lnTo>
                  <a:lnTo>
                    <a:pt x="456692" y="267588"/>
                  </a:lnTo>
                  <a:lnTo>
                    <a:pt x="478796" y="267588"/>
                  </a:lnTo>
                  <a:lnTo>
                    <a:pt x="507365" y="235203"/>
                  </a:lnTo>
                  <a:close/>
                </a:path>
                <a:path w="683259" h="322579">
                  <a:moveTo>
                    <a:pt x="187705" y="297561"/>
                  </a:moveTo>
                  <a:lnTo>
                    <a:pt x="215392" y="322072"/>
                  </a:lnTo>
                  <a:lnTo>
                    <a:pt x="231471" y="320049"/>
                  </a:lnTo>
                  <a:lnTo>
                    <a:pt x="243443" y="314372"/>
                  </a:lnTo>
                  <a:lnTo>
                    <a:pt x="250533" y="306070"/>
                  </a:lnTo>
                  <a:lnTo>
                    <a:pt x="215392" y="306070"/>
                  </a:lnTo>
                  <a:lnTo>
                    <a:pt x="206190" y="305401"/>
                  </a:lnTo>
                  <a:lnTo>
                    <a:pt x="198739" y="303577"/>
                  </a:lnTo>
                  <a:lnTo>
                    <a:pt x="192692" y="300872"/>
                  </a:lnTo>
                  <a:lnTo>
                    <a:pt x="187705" y="297561"/>
                  </a:lnTo>
                  <a:close/>
                </a:path>
                <a:path w="683259" h="322579">
                  <a:moveTo>
                    <a:pt x="217297" y="233299"/>
                  </a:moveTo>
                  <a:lnTo>
                    <a:pt x="202557" y="235243"/>
                  </a:lnTo>
                  <a:lnTo>
                    <a:pt x="191674" y="240760"/>
                  </a:lnTo>
                  <a:lnTo>
                    <a:pt x="184935" y="249372"/>
                  </a:lnTo>
                  <a:lnTo>
                    <a:pt x="182625" y="260603"/>
                  </a:lnTo>
                  <a:lnTo>
                    <a:pt x="184447" y="269807"/>
                  </a:lnTo>
                  <a:lnTo>
                    <a:pt x="220091" y="286385"/>
                  </a:lnTo>
                  <a:lnTo>
                    <a:pt x="229997" y="287274"/>
                  </a:lnTo>
                  <a:lnTo>
                    <a:pt x="234696" y="291084"/>
                  </a:lnTo>
                  <a:lnTo>
                    <a:pt x="234696" y="302260"/>
                  </a:lnTo>
                  <a:lnTo>
                    <a:pt x="228092" y="306070"/>
                  </a:lnTo>
                  <a:lnTo>
                    <a:pt x="250533" y="306070"/>
                  </a:lnTo>
                  <a:lnTo>
                    <a:pt x="250914" y="305623"/>
                  </a:lnTo>
                  <a:lnTo>
                    <a:pt x="253492" y="294386"/>
                  </a:lnTo>
                  <a:lnTo>
                    <a:pt x="251499" y="284988"/>
                  </a:lnTo>
                  <a:lnTo>
                    <a:pt x="251446" y="284735"/>
                  </a:lnTo>
                  <a:lnTo>
                    <a:pt x="215392" y="268477"/>
                  </a:lnTo>
                  <a:lnTo>
                    <a:pt x="207899" y="267588"/>
                  </a:lnTo>
                  <a:lnTo>
                    <a:pt x="201295" y="265684"/>
                  </a:lnTo>
                  <a:lnTo>
                    <a:pt x="201295" y="254000"/>
                  </a:lnTo>
                  <a:lnTo>
                    <a:pt x="207010" y="249809"/>
                  </a:lnTo>
                  <a:lnTo>
                    <a:pt x="246904" y="249809"/>
                  </a:lnTo>
                  <a:lnTo>
                    <a:pt x="251078" y="242188"/>
                  </a:lnTo>
                  <a:lnTo>
                    <a:pt x="243836" y="238442"/>
                  </a:lnTo>
                  <a:lnTo>
                    <a:pt x="235616" y="235648"/>
                  </a:lnTo>
                  <a:lnTo>
                    <a:pt x="226683" y="233902"/>
                  </a:lnTo>
                  <a:lnTo>
                    <a:pt x="217297" y="233299"/>
                  </a:lnTo>
                  <a:close/>
                </a:path>
                <a:path w="683259" h="322579">
                  <a:moveTo>
                    <a:pt x="246904" y="249809"/>
                  </a:moveTo>
                  <a:lnTo>
                    <a:pt x="217297" y="249809"/>
                  </a:lnTo>
                  <a:lnTo>
                    <a:pt x="225004" y="250507"/>
                  </a:lnTo>
                  <a:lnTo>
                    <a:pt x="232283" y="252253"/>
                  </a:lnTo>
                  <a:lnTo>
                    <a:pt x="238513" y="254523"/>
                  </a:lnTo>
                  <a:lnTo>
                    <a:pt x="243077" y="256794"/>
                  </a:lnTo>
                  <a:lnTo>
                    <a:pt x="246904" y="24980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1209020" y="6582968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341" y="0"/>
                  </a:moveTo>
                  <a:lnTo>
                    <a:pt x="0" y="0"/>
                  </a:lnTo>
                  <a:lnTo>
                    <a:pt x="0" y="469341"/>
                  </a:lnTo>
                  <a:lnTo>
                    <a:pt x="469341" y="469341"/>
                  </a:lnTo>
                  <a:lnTo>
                    <a:pt x="469341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213719" y="6641591"/>
              <a:ext cx="460375" cy="352425"/>
            </a:xfrm>
            <a:custGeom>
              <a:avLst/>
              <a:gdLst/>
              <a:ahLst/>
              <a:cxnLst/>
              <a:rect l="l" t="t" r="r" b="b"/>
              <a:pathLst>
                <a:path w="460375" h="352425">
                  <a:moveTo>
                    <a:pt x="265557" y="275082"/>
                  </a:moveTo>
                  <a:lnTo>
                    <a:pt x="264160" y="265684"/>
                  </a:lnTo>
                  <a:lnTo>
                    <a:pt x="257175" y="261366"/>
                  </a:lnTo>
                  <a:lnTo>
                    <a:pt x="250571" y="257683"/>
                  </a:lnTo>
                  <a:lnTo>
                    <a:pt x="241173" y="259080"/>
                  </a:lnTo>
                  <a:lnTo>
                    <a:pt x="236982" y="266192"/>
                  </a:lnTo>
                  <a:lnTo>
                    <a:pt x="202184" y="322465"/>
                  </a:lnTo>
                  <a:lnTo>
                    <a:pt x="116332" y="322465"/>
                  </a:lnTo>
                  <a:lnTo>
                    <a:pt x="32258" y="185420"/>
                  </a:lnTo>
                  <a:lnTo>
                    <a:pt x="126111" y="29083"/>
                  </a:lnTo>
                  <a:lnTo>
                    <a:pt x="204089" y="29083"/>
                  </a:lnTo>
                  <a:lnTo>
                    <a:pt x="210693" y="22987"/>
                  </a:lnTo>
                  <a:lnTo>
                    <a:pt x="210693" y="6604"/>
                  </a:lnTo>
                  <a:lnTo>
                    <a:pt x="204089" y="0"/>
                  </a:lnTo>
                  <a:lnTo>
                    <a:pt x="113030" y="0"/>
                  </a:lnTo>
                  <a:lnTo>
                    <a:pt x="108331" y="2413"/>
                  </a:lnTo>
                  <a:lnTo>
                    <a:pt x="2667" y="177927"/>
                  </a:lnTo>
                  <a:lnTo>
                    <a:pt x="0" y="182626"/>
                  </a:lnTo>
                  <a:lnTo>
                    <a:pt x="0" y="188214"/>
                  </a:lnTo>
                  <a:lnTo>
                    <a:pt x="2667" y="192913"/>
                  </a:lnTo>
                  <a:lnTo>
                    <a:pt x="98044" y="349123"/>
                  </a:lnTo>
                  <a:lnTo>
                    <a:pt x="102743" y="352044"/>
                  </a:lnTo>
                  <a:lnTo>
                    <a:pt x="215392" y="352044"/>
                  </a:lnTo>
                  <a:lnTo>
                    <a:pt x="220091" y="349123"/>
                  </a:lnTo>
                  <a:lnTo>
                    <a:pt x="222885" y="344932"/>
                  </a:lnTo>
                  <a:lnTo>
                    <a:pt x="261874" y="281559"/>
                  </a:lnTo>
                  <a:lnTo>
                    <a:pt x="265557" y="275082"/>
                  </a:lnTo>
                  <a:close/>
                </a:path>
                <a:path w="460375" h="352425">
                  <a:moveTo>
                    <a:pt x="459867" y="163830"/>
                  </a:moveTo>
                  <a:lnTo>
                    <a:pt x="364109" y="6985"/>
                  </a:lnTo>
                  <a:lnTo>
                    <a:pt x="361823" y="2794"/>
                  </a:lnTo>
                  <a:lnTo>
                    <a:pt x="357124" y="0"/>
                  </a:lnTo>
                  <a:lnTo>
                    <a:pt x="244475" y="0"/>
                  </a:lnTo>
                  <a:lnTo>
                    <a:pt x="239776" y="2794"/>
                  </a:lnTo>
                  <a:lnTo>
                    <a:pt x="236982" y="6985"/>
                  </a:lnTo>
                  <a:lnTo>
                    <a:pt x="198374" y="70485"/>
                  </a:lnTo>
                  <a:lnTo>
                    <a:pt x="194183" y="76962"/>
                  </a:lnTo>
                  <a:lnTo>
                    <a:pt x="195707" y="86360"/>
                  </a:lnTo>
                  <a:lnTo>
                    <a:pt x="209296" y="94361"/>
                  </a:lnTo>
                  <a:lnTo>
                    <a:pt x="218567" y="92964"/>
                  </a:lnTo>
                  <a:lnTo>
                    <a:pt x="257556" y="29591"/>
                  </a:lnTo>
                  <a:lnTo>
                    <a:pt x="343916" y="29591"/>
                  </a:lnTo>
                  <a:lnTo>
                    <a:pt x="427482" y="166624"/>
                  </a:lnTo>
                  <a:lnTo>
                    <a:pt x="333629" y="322961"/>
                  </a:lnTo>
                  <a:lnTo>
                    <a:pt x="255651" y="322961"/>
                  </a:lnTo>
                  <a:lnTo>
                    <a:pt x="249174" y="329057"/>
                  </a:lnTo>
                  <a:lnTo>
                    <a:pt x="249174" y="345452"/>
                  </a:lnTo>
                  <a:lnTo>
                    <a:pt x="255651" y="352044"/>
                  </a:lnTo>
                  <a:lnTo>
                    <a:pt x="346710" y="352044"/>
                  </a:lnTo>
                  <a:lnTo>
                    <a:pt x="351409" y="349631"/>
                  </a:lnTo>
                  <a:lnTo>
                    <a:pt x="459867" y="169418"/>
                  </a:lnTo>
                  <a:lnTo>
                    <a:pt x="459867" y="16383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04219" y="6778219"/>
              <a:ext cx="78357" cy="77875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760585" y="6002400"/>
              <a:ext cx="1936750" cy="1457325"/>
            </a:xfrm>
            <a:custGeom>
              <a:avLst/>
              <a:gdLst/>
              <a:ahLst/>
              <a:cxnLst/>
              <a:rect l="l" t="t" r="r" b="b"/>
              <a:pathLst>
                <a:path w="1936750" h="1457325">
                  <a:moveTo>
                    <a:pt x="168910" y="211709"/>
                  </a:moveTo>
                  <a:lnTo>
                    <a:pt x="166624" y="204597"/>
                  </a:lnTo>
                  <a:lnTo>
                    <a:pt x="160528" y="201803"/>
                  </a:lnTo>
                  <a:lnTo>
                    <a:pt x="132372" y="187325"/>
                  </a:lnTo>
                  <a:lnTo>
                    <a:pt x="66675" y="153543"/>
                  </a:lnTo>
                  <a:lnTo>
                    <a:pt x="65024" y="152654"/>
                  </a:lnTo>
                  <a:lnTo>
                    <a:pt x="63246" y="152273"/>
                  </a:lnTo>
                  <a:lnTo>
                    <a:pt x="57277" y="152273"/>
                  </a:lnTo>
                  <a:lnTo>
                    <a:pt x="53213" y="154686"/>
                  </a:lnTo>
                  <a:lnTo>
                    <a:pt x="2794" y="252476"/>
                  </a:lnTo>
                  <a:lnTo>
                    <a:pt x="0" y="258572"/>
                  </a:lnTo>
                  <a:lnTo>
                    <a:pt x="2286" y="265684"/>
                  </a:lnTo>
                  <a:lnTo>
                    <a:pt x="8001" y="268478"/>
                  </a:lnTo>
                  <a:lnTo>
                    <a:pt x="9779" y="269240"/>
                  </a:lnTo>
                  <a:lnTo>
                    <a:pt x="11557" y="269621"/>
                  </a:lnTo>
                  <a:lnTo>
                    <a:pt x="17780" y="269621"/>
                  </a:lnTo>
                  <a:lnTo>
                    <a:pt x="21971" y="267335"/>
                  </a:lnTo>
                  <a:lnTo>
                    <a:pt x="23876" y="263271"/>
                  </a:lnTo>
                  <a:lnTo>
                    <a:pt x="58928" y="194818"/>
                  </a:lnTo>
                  <a:lnTo>
                    <a:pt x="96139" y="310261"/>
                  </a:lnTo>
                  <a:lnTo>
                    <a:pt x="118237" y="303149"/>
                  </a:lnTo>
                  <a:lnTo>
                    <a:pt x="83667" y="194818"/>
                  </a:lnTo>
                  <a:lnTo>
                    <a:pt x="81280" y="187325"/>
                  </a:lnTo>
                  <a:lnTo>
                    <a:pt x="150241" y="223012"/>
                  </a:lnTo>
                  <a:lnTo>
                    <a:pt x="151765" y="223774"/>
                  </a:lnTo>
                  <a:lnTo>
                    <a:pt x="153543" y="224155"/>
                  </a:lnTo>
                  <a:lnTo>
                    <a:pt x="159512" y="224155"/>
                  </a:lnTo>
                  <a:lnTo>
                    <a:pt x="163830" y="221615"/>
                  </a:lnTo>
                  <a:lnTo>
                    <a:pt x="166116" y="217297"/>
                  </a:lnTo>
                  <a:lnTo>
                    <a:pt x="168910" y="211709"/>
                  </a:lnTo>
                  <a:close/>
                </a:path>
                <a:path w="1936750" h="1457325">
                  <a:moveTo>
                    <a:pt x="191897" y="903859"/>
                  </a:moveTo>
                  <a:lnTo>
                    <a:pt x="163118" y="868299"/>
                  </a:lnTo>
                  <a:lnTo>
                    <a:pt x="155829" y="859282"/>
                  </a:lnTo>
                  <a:lnTo>
                    <a:pt x="162433" y="851789"/>
                  </a:lnTo>
                  <a:lnTo>
                    <a:pt x="191008" y="819404"/>
                  </a:lnTo>
                  <a:lnTo>
                    <a:pt x="168529" y="819404"/>
                  </a:lnTo>
                  <a:lnTo>
                    <a:pt x="140843" y="851789"/>
                  </a:lnTo>
                  <a:lnTo>
                    <a:pt x="131445" y="851789"/>
                  </a:lnTo>
                  <a:lnTo>
                    <a:pt x="131445" y="777240"/>
                  </a:lnTo>
                  <a:lnTo>
                    <a:pt x="112141" y="777240"/>
                  </a:lnTo>
                  <a:lnTo>
                    <a:pt x="112141" y="903859"/>
                  </a:lnTo>
                  <a:lnTo>
                    <a:pt x="130937" y="903859"/>
                  </a:lnTo>
                  <a:lnTo>
                    <a:pt x="130937" y="868299"/>
                  </a:lnTo>
                  <a:lnTo>
                    <a:pt x="140335" y="868299"/>
                  </a:lnTo>
                  <a:lnTo>
                    <a:pt x="168529" y="903859"/>
                  </a:lnTo>
                  <a:lnTo>
                    <a:pt x="191897" y="903859"/>
                  </a:lnTo>
                  <a:close/>
                </a:path>
                <a:path w="1936750" h="1457325">
                  <a:moveTo>
                    <a:pt x="274955" y="878586"/>
                  </a:moveTo>
                  <a:lnTo>
                    <a:pt x="272973" y="869188"/>
                  </a:lnTo>
                  <a:lnTo>
                    <a:pt x="272923" y="868934"/>
                  </a:lnTo>
                  <a:lnTo>
                    <a:pt x="267119" y="861720"/>
                  </a:lnTo>
                  <a:lnTo>
                    <a:pt x="257962" y="856716"/>
                  </a:lnTo>
                  <a:lnTo>
                    <a:pt x="246265" y="853795"/>
                  </a:lnTo>
                  <a:lnTo>
                    <a:pt x="246862" y="853795"/>
                  </a:lnTo>
                  <a:lnTo>
                    <a:pt x="236982" y="852805"/>
                  </a:lnTo>
                  <a:lnTo>
                    <a:pt x="222885" y="849884"/>
                  </a:lnTo>
                  <a:lnTo>
                    <a:pt x="222885" y="838200"/>
                  </a:lnTo>
                  <a:lnTo>
                    <a:pt x="228600" y="834009"/>
                  </a:lnTo>
                  <a:lnTo>
                    <a:pt x="238887" y="834009"/>
                  </a:lnTo>
                  <a:lnTo>
                    <a:pt x="246583" y="834707"/>
                  </a:lnTo>
                  <a:lnTo>
                    <a:pt x="253873" y="836460"/>
                  </a:lnTo>
                  <a:lnTo>
                    <a:pt x="260096" y="838733"/>
                  </a:lnTo>
                  <a:lnTo>
                    <a:pt x="264668" y="840994"/>
                  </a:lnTo>
                  <a:lnTo>
                    <a:pt x="268516" y="834009"/>
                  </a:lnTo>
                  <a:lnTo>
                    <a:pt x="238887" y="817626"/>
                  </a:lnTo>
                  <a:lnTo>
                    <a:pt x="224116" y="819569"/>
                  </a:lnTo>
                  <a:lnTo>
                    <a:pt x="213194" y="825080"/>
                  </a:lnTo>
                  <a:lnTo>
                    <a:pt x="206413" y="833653"/>
                  </a:lnTo>
                  <a:lnTo>
                    <a:pt x="204089" y="844804"/>
                  </a:lnTo>
                  <a:lnTo>
                    <a:pt x="205930" y="853795"/>
                  </a:lnTo>
                  <a:lnTo>
                    <a:pt x="241681" y="870585"/>
                  </a:lnTo>
                  <a:lnTo>
                    <a:pt x="251587" y="871474"/>
                  </a:lnTo>
                  <a:lnTo>
                    <a:pt x="256286" y="875284"/>
                  </a:lnTo>
                  <a:lnTo>
                    <a:pt x="256286" y="886079"/>
                  </a:lnTo>
                  <a:lnTo>
                    <a:pt x="249682" y="890270"/>
                  </a:lnTo>
                  <a:lnTo>
                    <a:pt x="236982" y="890270"/>
                  </a:lnTo>
                  <a:lnTo>
                    <a:pt x="227774" y="889546"/>
                  </a:lnTo>
                  <a:lnTo>
                    <a:pt x="220319" y="887590"/>
                  </a:lnTo>
                  <a:lnTo>
                    <a:pt x="214274" y="884758"/>
                  </a:lnTo>
                  <a:lnTo>
                    <a:pt x="209296" y="881380"/>
                  </a:lnTo>
                  <a:lnTo>
                    <a:pt x="200406" y="895477"/>
                  </a:lnTo>
                  <a:lnTo>
                    <a:pt x="210223" y="901128"/>
                  </a:lnTo>
                  <a:lnTo>
                    <a:pt x="220116" y="904405"/>
                  </a:lnTo>
                  <a:lnTo>
                    <a:pt x="229298" y="905916"/>
                  </a:lnTo>
                  <a:lnTo>
                    <a:pt x="236982" y="906272"/>
                  </a:lnTo>
                  <a:lnTo>
                    <a:pt x="253034" y="904252"/>
                  </a:lnTo>
                  <a:lnTo>
                    <a:pt x="264960" y="898575"/>
                  </a:lnTo>
                  <a:lnTo>
                    <a:pt x="272008" y="890270"/>
                  </a:lnTo>
                  <a:lnTo>
                    <a:pt x="272389" y="889825"/>
                  </a:lnTo>
                  <a:lnTo>
                    <a:pt x="274955" y="878586"/>
                  </a:lnTo>
                  <a:close/>
                </a:path>
                <a:path w="1936750" h="1457325">
                  <a:moveTo>
                    <a:pt x="377317" y="819404"/>
                  </a:moveTo>
                  <a:lnTo>
                    <a:pt x="360045" y="819404"/>
                  </a:lnTo>
                  <a:lnTo>
                    <a:pt x="360045" y="861695"/>
                  </a:lnTo>
                  <a:lnTo>
                    <a:pt x="358292" y="871982"/>
                  </a:lnTo>
                  <a:lnTo>
                    <a:pt x="335153" y="888365"/>
                  </a:lnTo>
                  <a:lnTo>
                    <a:pt x="324789" y="886307"/>
                  </a:lnTo>
                  <a:lnTo>
                    <a:pt x="324523" y="886307"/>
                  </a:lnTo>
                  <a:lnTo>
                    <a:pt x="316445" y="880465"/>
                  </a:lnTo>
                  <a:lnTo>
                    <a:pt x="311594" y="872185"/>
                  </a:lnTo>
                  <a:lnTo>
                    <a:pt x="311467" y="871982"/>
                  </a:lnTo>
                  <a:lnTo>
                    <a:pt x="309753" y="861695"/>
                  </a:lnTo>
                  <a:lnTo>
                    <a:pt x="311467" y="851268"/>
                  </a:lnTo>
                  <a:lnTo>
                    <a:pt x="316445" y="842568"/>
                  </a:lnTo>
                  <a:lnTo>
                    <a:pt x="324421" y="836612"/>
                  </a:lnTo>
                  <a:lnTo>
                    <a:pt x="335153" y="834390"/>
                  </a:lnTo>
                  <a:lnTo>
                    <a:pt x="345973" y="836612"/>
                  </a:lnTo>
                  <a:lnTo>
                    <a:pt x="345528" y="836612"/>
                  </a:lnTo>
                  <a:lnTo>
                    <a:pt x="353212" y="842238"/>
                  </a:lnTo>
                  <a:lnTo>
                    <a:pt x="358254" y="850900"/>
                  </a:lnTo>
                  <a:lnTo>
                    <a:pt x="360045" y="861695"/>
                  </a:lnTo>
                  <a:lnTo>
                    <a:pt x="360045" y="819404"/>
                  </a:lnTo>
                  <a:lnTo>
                    <a:pt x="359029" y="819404"/>
                  </a:lnTo>
                  <a:lnTo>
                    <a:pt x="359029" y="829310"/>
                  </a:lnTo>
                  <a:lnTo>
                    <a:pt x="354431" y="824407"/>
                  </a:lnTo>
                  <a:lnTo>
                    <a:pt x="348500" y="820547"/>
                  </a:lnTo>
                  <a:lnTo>
                    <a:pt x="341249" y="818032"/>
                  </a:lnTo>
                  <a:lnTo>
                    <a:pt x="332740" y="817118"/>
                  </a:lnTo>
                  <a:lnTo>
                    <a:pt x="315683" y="820547"/>
                  </a:lnTo>
                  <a:lnTo>
                    <a:pt x="316052" y="820547"/>
                  </a:lnTo>
                  <a:lnTo>
                    <a:pt x="302780" y="829691"/>
                  </a:lnTo>
                  <a:lnTo>
                    <a:pt x="293751" y="843800"/>
                  </a:lnTo>
                  <a:lnTo>
                    <a:pt x="290449" y="861695"/>
                  </a:lnTo>
                  <a:lnTo>
                    <a:pt x="293751" y="879538"/>
                  </a:lnTo>
                  <a:lnTo>
                    <a:pt x="302780" y="893660"/>
                  </a:lnTo>
                  <a:lnTo>
                    <a:pt x="316293" y="902995"/>
                  </a:lnTo>
                  <a:lnTo>
                    <a:pt x="316484" y="902995"/>
                  </a:lnTo>
                  <a:lnTo>
                    <a:pt x="332740" y="906272"/>
                  </a:lnTo>
                  <a:lnTo>
                    <a:pt x="340969" y="905421"/>
                  </a:lnTo>
                  <a:lnTo>
                    <a:pt x="348018" y="902995"/>
                  </a:lnTo>
                  <a:lnTo>
                    <a:pt x="353999" y="899147"/>
                  </a:lnTo>
                  <a:lnTo>
                    <a:pt x="359029" y="894080"/>
                  </a:lnTo>
                  <a:lnTo>
                    <a:pt x="359029" y="939038"/>
                  </a:lnTo>
                  <a:lnTo>
                    <a:pt x="377317" y="939038"/>
                  </a:lnTo>
                  <a:lnTo>
                    <a:pt x="377317" y="894080"/>
                  </a:lnTo>
                  <a:lnTo>
                    <a:pt x="377317" y="888365"/>
                  </a:lnTo>
                  <a:lnTo>
                    <a:pt x="377317" y="834390"/>
                  </a:lnTo>
                  <a:lnTo>
                    <a:pt x="377317" y="829310"/>
                  </a:lnTo>
                  <a:lnTo>
                    <a:pt x="377317" y="819404"/>
                  </a:lnTo>
                  <a:close/>
                </a:path>
                <a:path w="1936750" h="1457325">
                  <a:moveTo>
                    <a:pt x="425196" y="777240"/>
                  </a:moveTo>
                  <a:lnTo>
                    <a:pt x="406400" y="777240"/>
                  </a:lnTo>
                  <a:lnTo>
                    <a:pt x="406400" y="903859"/>
                  </a:lnTo>
                  <a:lnTo>
                    <a:pt x="425196" y="903859"/>
                  </a:lnTo>
                  <a:lnTo>
                    <a:pt x="425196" y="777240"/>
                  </a:lnTo>
                  <a:close/>
                </a:path>
                <a:path w="1936750" h="1457325">
                  <a:moveTo>
                    <a:pt x="439293" y="486283"/>
                  </a:moveTo>
                  <a:lnTo>
                    <a:pt x="436067" y="475869"/>
                  </a:lnTo>
                  <a:lnTo>
                    <a:pt x="432308" y="463677"/>
                  </a:lnTo>
                  <a:lnTo>
                    <a:pt x="413118" y="469074"/>
                  </a:lnTo>
                  <a:lnTo>
                    <a:pt x="393903" y="472871"/>
                  </a:lnTo>
                  <a:lnTo>
                    <a:pt x="374700" y="475132"/>
                  </a:lnTo>
                  <a:lnTo>
                    <a:pt x="355600" y="475869"/>
                  </a:lnTo>
                  <a:lnTo>
                    <a:pt x="311086" y="471843"/>
                  </a:lnTo>
                  <a:lnTo>
                    <a:pt x="268452" y="460095"/>
                  </a:lnTo>
                  <a:lnTo>
                    <a:pt x="228688" y="441121"/>
                  </a:lnTo>
                  <a:lnTo>
                    <a:pt x="192786" y="415442"/>
                  </a:lnTo>
                  <a:lnTo>
                    <a:pt x="161759" y="383552"/>
                  </a:lnTo>
                  <a:lnTo>
                    <a:pt x="136575" y="345948"/>
                  </a:lnTo>
                  <a:lnTo>
                    <a:pt x="118237" y="303149"/>
                  </a:lnTo>
                  <a:lnTo>
                    <a:pt x="95758" y="310769"/>
                  </a:lnTo>
                  <a:lnTo>
                    <a:pt x="115760" y="357505"/>
                  </a:lnTo>
                  <a:lnTo>
                    <a:pt x="143281" y="398589"/>
                  </a:lnTo>
                  <a:lnTo>
                    <a:pt x="177215" y="433463"/>
                  </a:lnTo>
                  <a:lnTo>
                    <a:pt x="216484" y="461568"/>
                  </a:lnTo>
                  <a:lnTo>
                    <a:pt x="259994" y="482333"/>
                  </a:lnTo>
                  <a:lnTo>
                    <a:pt x="306641" y="495211"/>
                  </a:lnTo>
                  <a:lnTo>
                    <a:pt x="355346" y="499618"/>
                  </a:lnTo>
                  <a:lnTo>
                    <a:pt x="376275" y="498805"/>
                  </a:lnTo>
                  <a:lnTo>
                    <a:pt x="397319" y="496341"/>
                  </a:lnTo>
                  <a:lnTo>
                    <a:pt x="418350" y="492175"/>
                  </a:lnTo>
                  <a:lnTo>
                    <a:pt x="439293" y="486283"/>
                  </a:lnTo>
                  <a:close/>
                </a:path>
                <a:path w="1936750" h="1457325">
                  <a:moveTo>
                    <a:pt x="568833" y="842391"/>
                  </a:moveTo>
                  <a:lnTo>
                    <a:pt x="564324" y="817067"/>
                  </a:lnTo>
                  <a:lnTo>
                    <a:pt x="552627" y="799211"/>
                  </a:lnTo>
                  <a:lnTo>
                    <a:pt x="551510" y="797496"/>
                  </a:lnTo>
                  <a:lnTo>
                    <a:pt x="548640" y="795705"/>
                  </a:lnTo>
                  <a:lnTo>
                    <a:pt x="548640" y="842010"/>
                  </a:lnTo>
                  <a:lnTo>
                    <a:pt x="545973" y="859205"/>
                  </a:lnTo>
                  <a:lnTo>
                    <a:pt x="537883" y="872896"/>
                  </a:lnTo>
                  <a:lnTo>
                    <a:pt x="524256" y="881926"/>
                  </a:lnTo>
                  <a:lnTo>
                    <a:pt x="504952" y="885190"/>
                  </a:lnTo>
                  <a:lnTo>
                    <a:pt x="476377" y="885190"/>
                  </a:lnTo>
                  <a:lnTo>
                    <a:pt x="476377" y="799211"/>
                  </a:lnTo>
                  <a:lnTo>
                    <a:pt x="504952" y="799211"/>
                  </a:lnTo>
                  <a:lnTo>
                    <a:pt x="523875" y="802398"/>
                  </a:lnTo>
                  <a:lnTo>
                    <a:pt x="537552" y="811288"/>
                  </a:lnTo>
                  <a:lnTo>
                    <a:pt x="545846" y="824826"/>
                  </a:lnTo>
                  <a:lnTo>
                    <a:pt x="548640" y="842010"/>
                  </a:lnTo>
                  <a:lnTo>
                    <a:pt x="548640" y="795705"/>
                  </a:lnTo>
                  <a:lnTo>
                    <a:pt x="531380" y="784885"/>
                  </a:lnTo>
                  <a:lnTo>
                    <a:pt x="504952" y="780415"/>
                  </a:lnTo>
                  <a:lnTo>
                    <a:pt x="456184" y="780415"/>
                  </a:lnTo>
                  <a:lnTo>
                    <a:pt x="456184" y="903859"/>
                  </a:lnTo>
                  <a:lnTo>
                    <a:pt x="504952" y="903859"/>
                  </a:lnTo>
                  <a:lnTo>
                    <a:pt x="531380" y="899426"/>
                  </a:lnTo>
                  <a:lnTo>
                    <a:pt x="551510" y="886891"/>
                  </a:lnTo>
                  <a:lnTo>
                    <a:pt x="552627" y="885190"/>
                  </a:lnTo>
                  <a:lnTo>
                    <a:pt x="564324" y="867486"/>
                  </a:lnTo>
                  <a:lnTo>
                    <a:pt x="568833" y="842391"/>
                  </a:lnTo>
                  <a:close/>
                </a:path>
                <a:path w="1936750" h="1457325">
                  <a:moveTo>
                    <a:pt x="614807" y="142240"/>
                  </a:moveTo>
                  <a:lnTo>
                    <a:pt x="568833" y="0"/>
                  </a:lnTo>
                  <a:lnTo>
                    <a:pt x="546735" y="7112"/>
                  </a:lnTo>
                  <a:lnTo>
                    <a:pt x="593217" y="149225"/>
                  </a:lnTo>
                  <a:lnTo>
                    <a:pt x="614807" y="142240"/>
                  </a:lnTo>
                  <a:close/>
                </a:path>
                <a:path w="1936750" h="1457325">
                  <a:moveTo>
                    <a:pt x="628396" y="238036"/>
                  </a:moveTo>
                  <a:lnTo>
                    <a:pt x="626249" y="190207"/>
                  </a:lnTo>
                  <a:lnTo>
                    <a:pt x="615315" y="142240"/>
                  </a:lnTo>
                  <a:lnTo>
                    <a:pt x="593217" y="149225"/>
                  </a:lnTo>
                  <a:lnTo>
                    <a:pt x="603135" y="193128"/>
                  </a:lnTo>
                  <a:lnTo>
                    <a:pt x="605028" y="236855"/>
                  </a:lnTo>
                  <a:lnTo>
                    <a:pt x="599363" y="279501"/>
                  </a:lnTo>
                  <a:lnTo>
                    <a:pt x="586574" y="320205"/>
                  </a:lnTo>
                  <a:lnTo>
                    <a:pt x="567156" y="358051"/>
                  </a:lnTo>
                  <a:lnTo>
                    <a:pt x="541553" y="392163"/>
                  </a:lnTo>
                  <a:lnTo>
                    <a:pt x="510235" y="421652"/>
                  </a:lnTo>
                  <a:lnTo>
                    <a:pt x="473659" y="445617"/>
                  </a:lnTo>
                  <a:lnTo>
                    <a:pt x="432308" y="463169"/>
                  </a:lnTo>
                  <a:lnTo>
                    <a:pt x="439801" y="486283"/>
                  </a:lnTo>
                  <a:lnTo>
                    <a:pt x="485038" y="466966"/>
                  </a:lnTo>
                  <a:lnTo>
                    <a:pt x="525018" y="440613"/>
                  </a:lnTo>
                  <a:lnTo>
                    <a:pt x="559244" y="408241"/>
                  </a:lnTo>
                  <a:lnTo>
                    <a:pt x="587184" y="370814"/>
                  </a:lnTo>
                  <a:lnTo>
                    <a:pt x="608368" y="329311"/>
                  </a:lnTo>
                  <a:lnTo>
                    <a:pt x="622274" y="284721"/>
                  </a:lnTo>
                  <a:lnTo>
                    <a:pt x="628396" y="238036"/>
                  </a:lnTo>
                  <a:close/>
                </a:path>
                <a:path w="1936750" h="1457325">
                  <a:moveTo>
                    <a:pt x="692785" y="868680"/>
                  </a:moveTo>
                  <a:lnTo>
                    <a:pt x="671576" y="840727"/>
                  </a:lnTo>
                  <a:lnTo>
                    <a:pt x="671576" y="868299"/>
                  </a:lnTo>
                  <a:lnTo>
                    <a:pt x="669721" y="876833"/>
                  </a:lnTo>
                  <a:lnTo>
                    <a:pt x="664489" y="881989"/>
                  </a:lnTo>
                  <a:lnTo>
                    <a:pt x="656348" y="884516"/>
                  </a:lnTo>
                  <a:lnTo>
                    <a:pt x="645795" y="885190"/>
                  </a:lnTo>
                  <a:lnTo>
                    <a:pt x="615823" y="885190"/>
                  </a:lnTo>
                  <a:lnTo>
                    <a:pt x="615823" y="850900"/>
                  </a:lnTo>
                  <a:lnTo>
                    <a:pt x="645795" y="850900"/>
                  </a:lnTo>
                  <a:lnTo>
                    <a:pt x="656564" y="851636"/>
                  </a:lnTo>
                  <a:lnTo>
                    <a:pt x="664679" y="854316"/>
                  </a:lnTo>
                  <a:lnTo>
                    <a:pt x="669798" y="859637"/>
                  </a:lnTo>
                  <a:lnTo>
                    <a:pt x="671576" y="868299"/>
                  </a:lnTo>
                  <a:lnTo>
                    <a:pt x="671576" y="840727"/>
                  </a:lnTo>
                  <a:lnTo>
                    <a:pt x="671068" y="840486"/>
                  </a:lnTo>
                  <a:lnTo>
                    <a:pt x="678395" y="836993"/>
                  </a:lnTo>
                  <a:lnTo>
                    <a:pt x="682802" y="832612"/>
                  </a:lnTo>
                  <a:lnTo>
                    <a:pt x="684364" y="831062"/>
                  </a:lnTo>
                  <a:lnTo>
                    <a:pt x="688390" y="823277"/>
                  </a:lnTo>
                  <a:lnTo>
                    <a:pt x="689864" y="814197"/>
                  </a:lnTo>
                  <a:lnTo>
                    <a:pt x="686460" y="799211"/>
                  </a:lnTo>
                  <a:lnTo>
                    <a:pt x="686295" y="798474"/>
                  </a:lnTo>
                  <a:lnTo>
                    <a:pt x="676490" y="788022"/>
                  </a:lnTo>
                  <a:lnTo>
                    <a:pt x="668782" y="784987"/>
                  </a:lnTo>
                  <a:lnTo>
                    <a:pt x="668782" y="815594"/>
                  </a:lnTo>
                  <a:lnTo>
                    <a:pt x="666661" y="824420"/>
                  </a:lnTo>
                  <a:lnTo>
                    <a:pt x="660984" y="829589"/>
                  </a:lnTo>
                  <a:lnTo>
                    <a:pt x="652754" y="832015"/>
                  </a:lnTo>
                  <a:lnTo>
                    <a:pt x="643001" y="832612"/>
                  </a:lnTo>
                  <a:lnTo>
                    <a:pt x="615823" y="832612"/>
                  </a:lnTo>
                  <a:lnTo>
                    <a:pt x="615823" y="799211"/>
                  </a:lnTo>
                  <a:lnTo>
                    <a:pt x="643001" y="799211"/>
                  </a:lnTo>
                  <a:lnTo>
                    <a:pt x="652970" y="799807"/>
                  </a:lnTo>
                  <a:lnTo>
                    <a:pt x="661174" y="802170"/>
                  </a:lnTo>
                  <a:lnTo>
                    <a:pt x="666724" y="807148"/>
                  </a:lnTo>
                  <a:lnTo>
                    <a:pt x="668782" y="815594"/>
                  </a:lnTo>
                  <a:lnTo>
                    <a:pt x="668782" y="784987"/>
                  </a:lnTo>
                  <a:lnTo>
                    <a:pt x="661784" y="782218"/>
                  </a:lnTo>
                  <a:lnTo>
                    <a:pt x="643509" y="780415"/>
                  </a:lnTo>
                  <a:lnTo>
                    <a:pt x="596011" y="780415"/>
                  </a:lnTo>
                  <a:lnTo>
                    <a:pt x="596011" y="903859"/>
                  </a:lnTo>
                  <a:lnTo>
                    <a:pt x="646303" y="903859"/>
                  </a:lnTo>
                  <a:lnTo>
                    <a:pt x="665403" y="901801"/>
                  </a:lnTo>
                  <a:lnTo>
                    <a:pt x="680059" y="895413"/>
                  </a:lnTo>
                  <a:lnTo>
                    <a:pt x="688835" y="885190"/>
                  </a:lnTo>
                  <a:lnTo>
                    <a:pt x="689419" y="884516"/>
                  </a:lnTo>
                  <a:lnTo>
                    <a:pt x="689978" y="881989"/>
                  </a:lnTo>
                  <a:lnTo>
                    <a:pt x="692785" y="868680"/>
                  </a:lnTo>
                  <a:close/>
                </a:path>
                <a:path w="1936750" h="1457325">
                  <a:moveTo>
                    <a:pt x="1554480" y="1429512"/>
                  </a:moveTo>
                  <a:lnTo>
                    <a:pt x="1552536" y="1420114"/>
                  </a:lnTo>
                  <a:lnTo>
                    <a:pt x="1552486" y="1419860"/>
                  </a:lnTo>
                  <a:lnTo>
                    <a:pt x="1546745" y="1412544"/>
                  </a:lnTo>
                  <a:lnTo>
                    <a:pt x="1537601" y="1407502"/>
                  </a:lnTo>
                  <a:lnTo>
                    <a:pt x="1525397" y="1404620"/>
                  </a:lnTo>
                  <a:lnTo>
                    <a:pt x="1516380" y="1403731"/>
                  </a:lnTo>
                  <a:lnTo>
                    <a:pt x="1508887" y="1402334"/>
                  </a:lnTo>
                  <a:lnTo>
                    <a:pt x="1502283" y="1400429"/>
                  </a:lnTo>
                  <a:lnTo>
                    <a:pt x="1502283" y="1388745"/>
                  </a:lnTo>
                  <a:lnTo>
                    <a:pt x="1508379" y="1384935"/>
                  </a:lnTo>
                  <a:lnTo>
                    <a:pt x="1518285" y="1384935"/>
                  </a:lnTo>
                  <a:lnTo>
                    <a:pt x="1525981" y="1385582"/>
                  </a:lnTo>
                  <a:lnTo>
                    <a:pt x="1533271" y="1387259"/>
                  </a:lnTo>
                  <a:lnTo>
                    <a:pt x="1539494" y="1389545"/>
                  </a:lnTo>
                  <a:lnTo>
                    <a:pt x="1544066" y="1392047"/>
                  </a:lnTo>
                  <a:lnTo>
                    <a:pt x="1547952" y="1384935"/>
                  </a:lnTo>
                  <a:lnTo>
                    <a:pt x="1518285" y="1368552"/>
                  </a:lnTo>
                  <a:lnTo>
                    <a:pt x="1503756" y="1370418"/>
                  </a:lnTo>
                  <a:lnTo>
                    <a:pt x="1492846" y="1375752"/>
                  </a:lnTo>
                  <a:lnTo>
                    <a:pt x="1485988" y="1384147"/>
                  </a:lnTo>
                  <a:lnTo>
                    <a:pt x="1483614" y="1395222"/>
                  </a:lnTo>
                  <a:lnTo>
                    <a:pt x="1485265" y="1403731"/>
                  </a:lnTo>
                  <a:lnTo>
                    <a:pt x="1521079" y="1421130"/>
                  </a:lnTo>
                  <a:lnTo>
                    <a:pt x="1530985" y="1422527"/>
                  </a:lnTo>
                  <a:lnTo>
                    <a:pt x="1535684" y="1425702"/>
                  </a:lnTo>
                  <a:lnTo>
                    <a:pt x="1535684" y="1437005"/>
                  </a:lnTo>
                  <a:lnTo>
                    <a:pt x="1529588" y="1441196"/>
                  </a:lnTo>
                  <a:lnTo>
                    <a:pt x="1516380" y="1441196"/>
                  </a:lnTo>
                  <a:lnTo>
                    <a:pt x="1507172" y="1440472"/>
                  </a:lnTo>
                  <a:lnTo>
                    <a:pt x="1499717" y="1438516"/>
                  </a:lnTo>
                  <a:lnTo>
                    <a:pt x="1493672" y="1435684"/>
                  </a:lnTo>
                  <a:lnTo>
                    <a:pt x="1488694" y="1432306"/>
                  </a:lnTo>
                  <a:lnTo>
                    <a:pt x="1480312" y="1446403"/>
                  </a:lnTo>
                  <a:lnTo>
                    <a:pt x="1489837" y="1452054"/>
                  </a:lnTo>
                  <a:lnTo>
                    <a:pt x="1499577" y="1455331"/>
                  </a:lnTo>
                  <a:lnTo>
                    <a:pt x="1508696" y="1456842"/>
                  </a:lnTo>
                  <a:lnTo>
                    <a:pt x="1516380" y="1457198"/>
                  </a:lnTo>
                  <a:lnTo>
                    <a:pt x="1532458" y="1455178"/>
                  </a:lnTo>
                  <a:lnTo>
                    <a:pt x="1544421" y="1449501"/>
                  </a:lnTo>
                  <a:lnTo>
                    <a:pt x="1551520" y="1441196"/>
                  </a:lnTo>
                  <a:lnTo>
                    <a:pt x="1551901" y="1440751"/>
                  </a:lnTo>
                  <a:lnTo>
                    <a:pt x="1554480" y="1429512"/>
                  </a:lnTo>
                  <a:close/>
                </a:path>
                <a:path w="1936750" h="1457325">
                  <a:moveTo>
                    <a:pt x="1570355" y="1199515"/>
                  </a:moveTo>
                  <a:lnTo>
                    <a:pt x="1565579" y="1173911"/>
                  </a:lnTo>
                  <a:lnTo>
                    <a:pt x="1553057" y="1154938"/>
                  </a:lnTo>
                  <a:lnTo>
                    <a:pt x="1552270" y="1153731"/>
                  </a:lnTo>
                  <a:lnTo>
                    <a:pt x="1549273" y="1151788"/>
                  </a:lnTo>
                  <a:lnTo>
                    <a:pt x="1549273" y="1199515"/>
                  </a:lnTo>
                  <a:lnTo>
                    <a:pt x="1545945" y="1217599"/>
                  </a:lnTo>
                  <a:lnTo>
                    <a:pt x="1536827" y="1231734"/>
                  </a:lnTo>
                  <a:lnTo>
                    <a:pt x="1523123" y="1240942"/>
                  </a:lnTo>
                  <a:lnTo>
                    <a:pt x="1506093" y="1244219"/>
                  </a:lnTo>
                  <a:lnTo>
                    <a:pt x="1488541" y="1240942"/>
                  </a:lnTo>
                  <a:lnTo>
                    <a:pt x="1474724" y="1231734"/>
                  </a:lnTo>
                  <a:lnTo>
                    <a:pt x="1465656" y="1217599"/>
                  </a:lnTo>
                  <a:lnTo>
                    <a:pt x="1462405" y="1199515"/>
                  </a:lnTo>
                  <a:lnTo>
                    <a:pt x="1465656" y="1181468"/>
                  </a:lnTo>
                  <a:lnTo>
                    <a:pt x="1474724" y="1167371"/>
                  </a:lnTo>
                  <a:lnTo>
                    <a:pt x="1488541" y="1158214"/>
                  </a:lnTo>
                  <a:lnTo>
                    <a:pt x="1506093" y="1154938"/>
                  </a:lnTo>
                  <a:lnTo>
                    <a:pt x="1523339" y="1158214"/>
                  </a:lnTo>
                  <a:lnTo>
                    <a:pt x="1537004" y="1167371"/>
                  </a:lnTo>
                  <a:lnTo>
                    <a:pt x="1546021" y="1181468"/>
                  </a:lnTo>
                  <a:lnTo>
                    <a:pt x="1549273" y="1199515"/>
                  </a:lnTo>
                  <a:lnTo>
                    <a:pt x="1549273" y="1151788"/>
                  </a:lnTo>
                  <a:lnTo>
                    <a:pt x="1531937" y="1140510"/>
                  </a:lnTo>
                  <a:lnTo>
                    <a:pt x="1506093" y="1135761"/>
                  </a:lnTo>
                  <a:lnTo>
                    <a:pt x="1479727" y="1140510"/>
                  </a:lnTo>
                  <a:lnTo>
                    <a:pt x="1459268" y="1153731"/>
                  </a:lnTo>
                  <a:lnTo>
                    <a:pt x="1446022" y="1173911"/>
                  </a:lnTo>
                  <a:lnTo>
                    <a:pt x="1441323" y="1199515"/>
                  </a:lnTo>
                  <a:lnTo>
                    <a:pt x="1446022" y="1225143"/>
                  </a:lnTo>
                  <a:lnTo>
                    <a:pt x="1459268" y="1245362"/>
                  </a:lnTo>
                  <a:lnTo>
                    <a:pt x="1479727" y="1258633"/>
                  </a:lnTo>
                  <a:lnTo>
                    <a:pt x="1506093" y="1263396"/>
                  </a:lnTo>
                  <a:lnTo>
                    <a:pt x="1531937" y="1258633"/>
                  </a:lnTo>
                  <a:lnTo>
                    <a:pt x="1552270" y="1245362"/>
                  </a:lnTo>
                  <a:lnTo>
                    <a:pt x="1553019" y="1244219"/>
                  </a:lnTo>
                  <a:lnTo>
                    <a:pt x="1565579" y="1225143"/>
                  </a:lnTo>
                  <a:lnTo>
                    <a:pt x="1570355" y="1199515"/>
                  </a:lnTo>
                  <a:close/>
                </a:path>
                <a:path w="1936750" h="1457325">
                  <a:moveTo>
                    <a:pt x="1594358" y="1370457"/>
                  </a:moveTo>
                  <a:lnTo>
                    <a:pt x="1575562" y="1370457"/>
                  </a:lnTo>
                  <a:lnTo>
                    <a:pt x="1575562" y="1454912"/>
                  </a:lnTo>
                  <a:lnTo>
                    <a:pt x="1594358" y="1454912"/>
                  </a:lnTo>
                  <a:lnTo>
                    <a:pt x="1594358" y="1370457"/>
                  </a:lnTo>
                  <a:close/>
                </a:path>
                <a:path w="1936750" h="1457325">
                  <a:moveTo>
                    <a:pt x="1598041" y="1333246"/>
                  </a:moveTo>
                  <a:lnTo>
                    <a:pt x="1591945" y="1328166"/>
                  </a:lnTo>
                  <a:lnTo>
                    <a:pt x="1577848" y="1328166"/>
                  </a:lnTo>
                  <a:lnTo>
                    <a:pt x="1572260" y="1333754"/>
                  </a:lnTo>
                  <a:lnTo>
                    <a:pt x="1572260" y="1347851"/>
                  </a:lnTo>
                  <a:lnTo>
                    <a:pt x="1577467" y="1353947"/>
                  </a:lnTo>
                  <a:lnTo>
                    <a:pt x="1591945" y="1353947"/>
                  </a:lnTo>
                  <a:lnTo>
                    <a:pt x="1598041" y="1348359"/>
                  </a:lnTo>
                  <a:lnTo>
                    <a:pt x="1598041" y="1333246"/>
                  </a:lnTo>
                  <a:close/>
                </a:path>
                <a:path w="1936750" h="1457325">
                  <a:moveTo>
                    <a:pt x="1657223" y="1254506"/>
                  </a:moveTo>
                  <a:lnTo>
                    <a:pt x="1653070" y="1245997"/>
                  </a:lnTo>
                  <a:lnTo>
                    <a:pt x="1650111" y="1239901"/>
                  </a:lnTo>
                  <a:lnTo>
                    <a:pt x="1645031" y="1242822"/>
                  </a:lnTo>
                  <a:lnTo>
                    <a:pt x="1638935" y="1245997"/>
                  </a:lnTo>
                  <a:lnTo>
                    <a:pt x="1625727" y="1245997"/>
                  </a:lnTo>
                  <a:lnTo>
                    <a:pt x="1619631" y="1241298"/>
                  </a:lnTo>
                  <a:lnTo>
                    <a:pt x="1619631" y="1193038"/>
                  </a:lnTo>
                  <a:lnTo>
                    <a:pt x="1652016" y="1193038"/>
                  </a:lnTo>
                  <a:lnTo>
                    <a:pt x="1652016" y="1176528"/>
                  </a:lnTo>
                  <a:lnTo>
                    <a:pt x="1619631" y="1176528"/>
                  </a:lnTo>
                  <a:lnTo>
                    <a:pt x="1619631" y="1151255"/>
                  </a:lnTo>
                  <a:lnTo>
                    <a:pt x="1600835" y="1151255"/>
                  </a:lnTo>
                  <a:lnTo>
                    <a:pt x="1600835" y="1176528"/>
                  </a:lnTo>
                  <a:lnTo>
                    <a:pt x="1583944" y="1176528"/>
                  </a:lnTo>
                  <a:lnTo>
                    <a:pt x="1583944" y="1193038"/>
                  </a:lnTo>
                  <a:lnTo>
                    <a:pt x="1600835" y="1193038"/>
                  </a:lnTo>
                  <a:lnTo>
                    <a:pt x="1600835" y="1230122"/>
                  </a:lnTo>
                  <a:lnTo>
                    <a:pt x="1602892" y="1244511"/>
                  </a:lnTo>
                  <a:lnTo>
                    <a:pt x="1608899" y="1254747"/>
                  </a:lnTo>
                  <a:lnTo>
                    <a:pt x="1618513" y="1260868"/>
                  </a:lnTo>
                  <a:lnTo>
                    <a:pt x="1631442" y="1262888"/>
                  </a:lnTo>
                  <a:lnTo>
                    <a:pt x="1639087" y="1262240"/>
                  </a:lnTo>
                  <a:lnTo>
                    <a:pt x="1645894" y="1260462"/>
                  </a:lnTo>
                  <a:lnTo>
                    <a:pt x="1651914" y="1257808"/>
                  </a:lnTo>
                  <a:lnTo>
                    <a:pt x="1657223" y="1254506"/>
                  </a:lnTo>
                  <a:close/>
                </a:path>
                <a:path w="1936750" h="1457325">
                  <a:moveTo>
                    <a:pt x="1701800" y="1401826"/>
                  </a:moveTo>
                  <a:lnTo>
                    <a:pt x="1698980" y="1388325"/>
                  </a:lnTo>
                  <a:lnTo>
                    <a:pt x="1697012" y="1385443"/>
                  </a:lnTo>
                  <a:lnTo>
                    <a:pt x="1693786" y="1380744"/>
                  </a:lnTo>
                  <a:lnTo>
                    <a:pt x="1691779" y="1377810"/>
                  </a:lnTo>
                  <a:lnTo>
                    <a:pt x="1680883" y="1370990"/>
                  </a:lnTo>
                  <a:lnTo>
                    <a:pt x="1667002" y="1368552"/>
                  </a:lnTo>
                  <a:lnTo>
                    <a:pt x="1660359" y="1369072"/>
                  </a:lnTo>
                  <a:lnTo>
                    <a:pt x="1655203" y="1370457"/>
                  </a:lnTo>
                  <a:lnTo>
                    <a:pt x="1653349" y="1370990"/>
                  </a:lnTo>
                  <a:lnTo>
                    <a:pt x="1646847" y="1374660"/>
                  </a:lnTo>
                  <a:lnTo>
                    <a:pt x="1641221" y="1380744"/>
                  </a:lnTo>
                  <a:lnTo>
                    <a:pt x="1641221" y="1370457"/>
                  </a:lnTo>
                  <a:lnTo>
                    <a:pt x="1623441" y="1370457"/>
                  </a:lnTo>
                  <a:lnTo>
                    <a:pt x="1623441" y="1454912"/>
                  </a:lnTo>
                  <a:lnTo>
                    <a:pt x="1642237" y="1454912"/>
                  </a:lnTo>
                  <a:lnTo>
                    <a:pt x="1642237" y="1407922"/>
                  </a:lnTo>
                  <a:lnTo>
                    <a:pt x="1643875" y="1398473"/>
                  </a:lnTo>
                  <a:lnTo>
                    <a:pt x="1643938" y="1398092"/>
                  </a:lnTo>
                  <a:lnTo>
                    <a:pt x="1648599" y="1391069"/>
                  </a:lnTo>
                  <a:lnTo>
                    <a:pt x="1655254" y="1386979"/>
                  </a:lnTo>
                  <a:lnTo>
                    <a:pt x="1654721" y="1386979"/>
                  </a:lnTo>
                  <a:lnTo>
                    <a:pt x="1663827" y="1385443"/>
                  </a:lnTo>
                  <a:lnTo>
                    <a:pt x="1671955" y="1386979"/>
                  </a:lnTo>
                  <a:lnTo>
                    <a:pt x="1677987" y="1391399"/>
                  </a:lnTo>
                  <a:lnTo>
                    <a:pt x="1681721" y="1398473"/>
                  </a:lnTo>
                  <a:lnTo>
                    <a:pt x="1683004" y="1407922"/>
                  </a:lnTo>
                  <a:lnTo>
                    <a:pt x="1683004" y="1454912"/>
                  </a:lnTo>
                  <a:lnTo>
                    <a:pt x="1701800" y="1454912"/>
                  </a:lnTo>
                  <a:lnTo>
                    <a:pt x="1701800" y="1401826"/>
                  </a:lnTo>
                  <a:close/>
                </a:path>
                <a:path w="1936750" h="1457325">
                  <a:moveTo>
                    <a:pt x="1752981" y="1208532"/>
                  </a:moveTo>
                  <a:lnTo>
                    <a:pt x="1750453" y="1194727"/>
                  </a:lnTo>
                  <a:lnTo>
                    <a:pt x="1748688" y="1192022"/>
                  </a:lnTo>
                  <a:lnTo>
                    <a:pt x="1745589" y="1187323"/>
                  </a:lnTo>
                  <a:lnTo>
                    <a:pt x="1743405" y="1184008"/>
                  </a:lnTo>
                  <a:lnTo>
                    <a:pt x="1732610" y="1177124"/>
                  </a:lnTo>
                  <a:lnTo>
                    <a:pt x="1732749" y="1177124"/>
                  </a:lnTo>
                  <a:lnTo>
                    <a:pt x="1718691" y="1174623"/>
                  </a:lnTo>
                  <a:lnTo>
                    <a:pt x="1712099" y="1175169"/>
                  </a:lnTo>
                  <a:lnTo>
                    <a:pt x="1705267" y="1177124"/>
                  </a:lnTo>
                  <a:lnTo>
                    <a:pt x="1698701" y="1181011"/>
                  </a:lnTo>
                  <a:lnTo>
                    <a:pt x="1692910" y="1187323"/>
                  </a:lnTo>
                  <a:lnTo>
                    <a:pt x="1692910" y="1134364"/>
                  </a:lnTo>
                  <a:lnTo>
                    <a:pt x="1674114" y="1134364"/>
                  </a:lnTo>
                  <a:lnTo>
                    <a:pt x="1674114" y="1260983"/>
                  </a:lnTo>
                  <a:lnTo>
                    <a:pt x="1692910" y="1260983"/>
                  </a:lnTo>
                  <a:lnTo>
                    <a:pt x="1692910" y="1214120"/>
                  </a:lnTo>
                  <a:lnTo>
                    <a:pt x="1694649" y="1204722"/>
                  </a:lnTo>
                  <a:lnTo>
                    <a:pt x="1694700" y="1204506"/>
                  </a:lnTo>
                  <a:lnTo>
                    <a:pt x="1699526" y="1197597"/>
                  </a:lnTo>
                  <a:lnTo>
                    <a:pt x="1706448" y="1193495"/>
                  </a:lnTo>
                  <a:lnTo>
                    <a:pt x="1706130" y="1193495"/>
                  </a:lnTo>
                  <a:lnTo>
                    <a:pt x="1715008" y="1192022"/>
                  </a:lnTo>
                  <a:lnTo>
                    <a:pt x="1723136" y="1193495"/>
                  </a:lnTo>
                  <a:lnTo>
                    <a:pt x="1729155" y="1197787"/>
                  </a:lnTo>
                  <a:lnTo>
                    <a:pt x="1732775" y="1204506"/>
                  </a:lnTo>
                  <a:lnTo>
                    <a:pt x="1732902" y="1204722"/>
                  </a:lnTo>
                  <a:lnTo>
                    <a:pt x="1734185" y="1214120"/>
                  </a:lnTo>
                  <a:lnTo>
                    <a:pt x="1734185" y="1260983"/>
                  </a:lnTo>
                  <a:lnTo>
                    <a:pt x="1752981" y="1260983"/>
                  </a:lnTo>
                  <a:lnTo>
                    <a:pt x="1752981" y="1208532"/>
                  </a:lnTo>
                  <a:close/>
                </a:path>
                <a:path w="1936750" h="1457325">
                  <a:moveTo>
                    <a:pt x="1809242" y="1454912"/>
                  </a:moveTo>
                  <a:lnTo>
                    <a:pt x="1780260" y="1418717"/>
                  </a:lnTo>
                  <a:lnTo>
                    <a:pt x="1773555" y="1410335"/>
                  </a:lnTo>
                  <a:lnTo>
                    <a:pt x="1780628" y="1402334"/>
                  </a:lnTo>
                  <a:lnTo>
                    <a:pt x="1808861" y="1370457"/>
                  </a:lnTo>
                  <a:lnTo>
                    <a:pt x="1785874" y="1370457"/>
                  </a:lnTo>
                  <a:lnTo>
                    <a:pt x="1758061" y="1402334"/>
                  </a:lnTo>
                  <a:lnTo>
                    <a:pt x="1748663" y="1402334"/>
                  </a:lnTo>
                  <a:lnTo>
                    <a:pt x="1748663" y="1328166"/>
                  </a:lnTo>
                  <a:lnTo>
                    <a:pt x="1729486" y="1328166"/>
                  </a:lnTo>
                  <a:lnTo>
                    <a:pt x="1729486" y="1454912"/>
                  </a:lnTo>
                  <a:lnTo>
                    <a:pt x="1748282" y="1454912"/>
                  </a:lnTo>
                  <a:lnTo>
                    <a:pt x="1748282" y="1418717"/>
                  </a:lnTo>
                  <a:lnTo>
                    <a:pt x="1757680" y="1418717"/>
                  </a:lnTo>
                  <a:lnTo>
                    <a:pt x="1785874" y="1454912"/>
                  </a:lnTo>
                  <a:lnTo>
                    <a:pt x="1809242" y="1454912"/>
                  </a:lnTo>
                  <a:close/>
                </a:path>
                <a:path w="1936750" h="1457325">
                  <a:moveTo>
                    <a:pt x="1856232" y="1219327"/>
                  </a:moveTo>
                  <a:lnTo>
                    <a:pt x="1855038" y="1211326"/>
                  </a:lnTo>
                  <a:lnTo>
                    <a:pt x="1853552" y="1201254"/>
                  </a:lnTo>
                  <a:lnTo>
                    <a:pt x="1853514" y="1201039"/>
                  </a:lnTo>
                  <a:lnTo>
                    <a:pt x="1847545" y="1190625"/>
                  </a:lnTo>
                  <a:lnTo>
                    <a:pt x="1845538" y="1187119"/>
                  </a:lnTo>
                  <a:lnTo>
                    <a:pt x="1845437" y="1186929"/>
                  </a:lnTo>
                  <a:lnTo>
                    <a:pt x="1838452" y="1181887"/>
                  </a:lnTo>
                  <a:lnTo>
                    <a:pt x="1838452" y="1211326"/>
                  </a:lnTo>
                  <a:lnTo>
                    <a:pt x="1794764" y="1211326"/>
                  </a:lnTo>
                  <a:lnTo>
                    <a:pt x="1831111" y="1196022"/>
                  </a:lnTo>
                  <a:lnTo>
                    <a:pt x="1838452" y="1211326"/>
                  </a:lnTo>
                  <a:lnTo>
                    <a:pt x="1838452" y="1181887"/>
                  </a:lnTo>
                  <a:lnTo>
                    <a:pt x="1832965" y="1177912"/>
                  </a:lnTo>
                  <a:lnTo>
                    <a:pt x="1833219" y="1177912"/>
                  </a:lnTo>
                  <a:lnTo>
                    <a:pt x="1816735" y="1174623"/>
                  </a:lnTo>
                  <a:lnTo>
                    <a:pt x="1799907" y="1177912"/>
                  </a:lnTo>
                  <a:lnTo>
                    <a:pt x="1786686" y="1187119"/>
                  </a:lnTo>
                  <a:lnTo>
                    <a:pt x="1778050" y="1201254"/>
                  </a:lnTo>
                  <a:lnTo>
                    <a:pt x="1774952" y="1219327"/>
                  </a:lnTo>
                  <a:lnTo>
                    <a:pt x="1778139" y="1237767"/>
                  </a:lnTo>
                  <a:lnTo>
                    <a:pt x="1787080" y="1251813"/>
                  </a:lnTo>
                  <a:lnTo>
                    <a:pt x="1800771" y="1260767"/>
                  </a:lnTo>
                  <a:lnTo>
                    <a:pt x="1818259" y="1263904"/>
                  </a:lnTo>
                  <a:lnTo>
                    <a:pt x="1827517" y="1263319"/>
                  </a:lnTo>
                  <a:lnTo>
                    <a:pt x="1836381" y="1261338"/>
                  </a:lnTo>
                  <a:lnTo>
                    <a:pt x="1844725" y="1257693"/>
                  </a:lnTo>
                  <a:lnTo>
                    <a:pt x="1852422" y="1252093"/>
                  </a:lnTo>
                  <a:lnTo>
                    <a:pt x="1849704" y="1248410"/>
                  </a:lnTo>
                  <a:lnTo>
                    <a:pt x="1843151" y="1239520"/>
                  </a:lnTo>
                  <a:lnTo>
                    <a:pt x="1837334" y="1243177"/>
                  </a:lnTo>
                  <a:lnTo>
                    <a:pt x="1831606" y="1245882"/>
                  </a:lnTo>
                  <a:lnTo>
                    <a:pt x="1825269" y="1247736"/>
                  </a:lnTo>
                  <a:lnTo>
                    <a:pt x="1818640" y="1248410"/>
                  </a:lnTo>
                  <a:lnTo>
                    <a:pt x="1810143" y="1247140"/>
                  </a:lnTo>
                  <a:lnTo>
                    <a:pt x="1802663" y="1243177"/>
                  </a:lnTo>
                  <a:lnTo>
                    <a:pt x="1796846" y="1236306"/>
                  </a:lnTo>
                  <a:lnTo>
                    <a:pt x="1793367" y="1226312"/>
                  </a:lnTo>
                  <a:lnTo>
                    <a:pt x="1855724" y="1226312"/>
                  </a:lnTo>
                  <a:lnTo>
                    <a:pt x="1855724" y="1224026"/>
                  </a:lnTo>
                  <a:lnTo>
                    <a:pt x="1856232" y="1221613"/>
                  </a:lnTo>
                  <a:lnTo>
                    <a:pt x="1856232" y="1219327"/>
                  </a:lnTo>
                  <a:close/>
                </a:path>
                <a:path w="1936750" h="1457325">
                  <a:moveTo>
                    <a:pt x="1892300" y="1429512"/>
                  </a:moveTo>
                  <a:lnTo>
                    <a:pt x="1890369" y="1420114"/>
                  </a:lnTo>
                  <a:lnTo>
                    <a:pt x="1890318" y="1419860"/>
                  </a:lnTo>
                  <a:lnTo>
                    <a:pt x="1884603" y="1412544"/>
                  </a:lnTo>
                  <a:lnTo>
                    <a:pt x="1875472" y="1407502"/>
                  </a:lnTo>
                  <a:lnTo>
                    <a:pt x="1863217" y="1404620"/>
                  </a:lnTo>
                  <a:lnTo>
                    <a:pt x="1854327" y="1403731"/>
                  </a:lnTo>
                  <a:lnTo>
                    <a:pt x="1846834" y="1402334"/>
                  </a:lnTo>
                  <a:lnTo>
                    <a:pt x="1840230" y="1400429"/>
                  </a:lnTo>
                  <a:lnTo>
                    <a:pt x="1840230" y="1388745"/>
                  </a:lnTo>
                  <a:lnTo>
                    <a:pt x="1846326" y="1384935"/>
                  </a:lnTo>
                  <a:lnTo>
                    <a:pt x="1856232" y="1384935"/>
                  </a:lnTo>
                  <a:lnTo>
                    <a:pt x="1863928" y="1385582"/>
                  </a:lnTo>
                  <a:lnTo>
                    <a:pt x="1871218" y="1387259"/>
                  </a:lnTo>
                  <a:lnTo>
                    <a:pt x="1877441" y="1389545"/>
                  </a:lnTo>
                  <a:lnTo>
                    <a:pt x="1882013" y="1392047"/>
                  </a:lnTo>
                  <a:lnTo>
                    <a:pt x="1885899" y="1384935"/>
                  </a:lnTo>
                  <a:lnTo>
                    <a:pt x="1856232" y="1368552"/>
                  </a:lnTo>
                  <a:lnTo>
                    <a:pt x="1841677" y="1370418"/>
                  </a:lnTo>
                  <a:lnTo>
                    <a:pt x="1830730" y="1375752"/>
                  </a:lnTo>
                  <a:lnTo>
                    <a:pt x="1823834" y="1384147"/>
                  </a:lnTo>
                  <a:lnTo>
                    <a:pt x="1821434" y="1395222"/>
                  </a:lnTo>
                  <a:lnTo>
                    <a:pt x="1823097" y="1403731"/>
                  </a:lnTo>
                  <a:lnTo>
                    <a:pt x="1859026" y="1421130"/>
                  </a:lnTo>
                  <a:lnTo>
                    <a:pt x="1868932" y="1422527"/>
                  </a:lnTo>
                  <a:lnTo>
                    <a:pt x="1873631" y="1425702"/>
                  </a:lnTo>
                  <a:lnTo>
                    <a:pt x="1873631" y="1437005"/>
                  </a:lnTo>
                  <a:lnTo>
                    <a:pt x="1867408" y="1441196"/>
                  </a:lnTo>
                  <a:lnTo>
                    <a:pt x="1854327" y="1441196"/>
                  </a:lnTo>
                  <a:lnTo>
                    <a:pt x="1845119" y="1440472"/>
                  </a:lnTo>
                  <a:lnTo>
                    <a:pt x="1837664" y="1438516"/>
                  </a:lnTo>
                  <a:lnTo>
                    <a:pt x="1831619" y="1435684"/>
                  </a:lnTo>
                  <a:lnTo>
                    <a:pt x="1826641" y="1432306"/>
                  </a:lnTo>
                  <a:lnTo>
                    <a:pt x="1818259" y="1446403"/>
                  </a:lnTo>
                  <a:lnTo>
                    <a:pt x="1827733" y="1452054"/>
                  </a:lnTo>
                  <a:lnTo>
                    <a:pt x="1837474" y="1455331"/>
                  </a:lnTo>
                  <a:lnTo>
                    <a:pt x="1846630" y="1456842"/>
                  </a:lnTo>
                  <a:lnTo>
                    <a:pt x="1854327" y="1457198"/>
                  </a:lnTo>
                  <a:lnTo>
                    <a:pt x="1870379" y="1455178"/>
                  </a:lnTo>
                  <a:lnTo>
                    <a:pt x="1882305" y="1449501"/>
                  </a:lnTo>
                  <a:lnTo>
                    <a:pt x="1889353" y="1441196"/>
                  </a:lnTo>
                  <a:lnTo>
                    <a:pt x="1889734" y="1440751"/>
                  </a:lnTo>
                  <a:lnTo>
                    <a:pt x="1892300" y="1429512"/>
                  </a:lnTo>
                  <a:close/>
                </a:path>
                <a:path w="1936750" h="1457325">
                  <a:moveTo>
                    <a:pt x="1936496" y="1176528"/>
                  </a:moveTo>
                  <a:lnTo>
                    <a:pt x="1927606" y="1174623"/>
                  </a:lnTo>
                  <a:lnTo>
                    <a:pt x="1922399" y="1174623"/>
                  </a:lnTo>
                  <a:lnTo>
                    <a:pt x="1915033" y="1175346"/>
                  </a:lnTo>
                  <a:lnTo>
                    <a:pt x="1908441" y="1177531"/>
                  </a:lnTo>
                  <a:lnTo>
                    <a:pt x="1902726" y="1181214"/>
                  </a:lnTo>
                  <a:lnTo>
                    <a:pt x="1898015" y="1186434"/>
                  </a:lnTo>
                  <a:lnTo>
                    <a:pt x="1898015" y="1177036"/>
                  </a:lnTo>
                  <a:lnTo>
                    <a:pt x="1879727" y="1177036"/>
                  </a:lnTo>
                  <a:lnTo>
                    <a:pt x="1879727" y="1260983"/>
                  </a:lnTo>
                  <a:lnTo>
                    <a:pt x="1898015" y="1260983"/>
                  </a:lnTo>
                  <a:lnTo>
                    <a:pt x="1898015" y="1214628"/>
                  </a:lnTo>
                  <a:lnTo>
                    <a:pt x="1899437" y="1205153"/>
                  </a:lnTo>
                  <a:lnTo>
                    <a:pt x="1903476" y="1198041"/>
                  </a:lnTo>
                  <a:lnTo>
                    <a:pt x="1909686" y="1193584"/>
                  </a:lnTo>
                  <a:lnTo>
                    <a:pt x="1917700" y="1192022"/>
                  </a:lnTo>
                  <a:lnTo>
                    <a:pt x="1922399" y="1192022"/>
                  </a:lnTo>
                  <a:lnTo>
                    <a:pt x="1927606" y="1193038"/>
                  </a:lnTo>
                  <a:lnTo>
                    <a:pt x="1931797" y="1194816"/>
                  </a:lnTo>
                  <a:lnTo>
                    <a:pt x="1932508" y="1192022"/>
                  </a:lnTo>
                  <a:lnTo>
                    <a:pt x="1933943" y="1186434"/>
                  </a:lnTo>
                  <a:lnTo>
                    <a:pt x="1936496" y="117652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979659" y="6272669"/>
              <a:ext cx="367665" cy="422909"/>
            </a:xfrm>
            <a:custGeom>
              <a:avLst/>
              <a:gdLst/>
              <a:ahLst/>
              <a:cxnLst/>
              <a:rect l="l" t="t" r="r" b="b"/>
              <a:pathLst>
                <a:path w="367665" h="422909">
                  <a:moveTo>
                    <a:pt x="367563" y="0"/>
                  </a:moveTo>
                  <a:lnTo>
                    <a:pt x="0" y="0"/>
                  </a:lnTo>
                  <a:lnTo>
                    <a:pt x="0" y="422389"/>
                  </a:lnTo>
                  <a:lnTo>
                    <a:pt x="367563" y="422389"/>
                  </a:lnTo>
                  <a:lnTo>
                    <a:pt x="367563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024364" y="6299073"/>
              <a:ext cx="276225" cy="368300"/>
            </a:xfrm>
            <a:custGeom>
              <a:avLst/>
              <a:gdLst/>
              <a:ahLst/>
              <a:cxnLst/>
              <a:rect l="l" t="t" r="r" b="b"/>
              <a:pathLst>
                <a:path w="276225" h="368300">
                  <a:moveTo>
                    <a:pt x="138429" y="0"/>
                  </a:moveTo>
                  <a:lnTo>
                    <a:pt x="86868" y="3540"/>
                  </a:lnTo>
                  <a:lnTo>
                    <a:pt x="44068" y="13080"/>
                  </a:lnTo>
                  <a:lnTo>
                    <a:pt x="8203" y="32373"/>
                  </a:lnTo>
                  <a:lnTo>
                    <a:pt x="0" y="51053"/>
                  </a:lnTo>
                  <a:lnTo>
                    <a:pt x="0" y="340613"/>
                  </a:lnTo>
                  <a:lnTo>
                    <a:pt x="37556" y="359443"/>
                  </a:lnTo>
                  <a:lnTo>
                    <a:pt x="86469" y="366025"/>
                  </a:lnTo>
                  <a:lnTo>
                    <a:pt x="119633" y="367918"/>
                  </a:lnTo>
                  <a:lnTo>
                    <a:pt x="126237" y="368300"/>
                  </a:lnTo>
                  <a:lnTo>
                    <a:pt x="140334" y="368300"/>
                  </a:lnTo>
                  <a:lnTo>
                    <a:pt x="140334" y="359443"/>
                  </a:lnTo>
                  <a:lnTo>
                    <a:pt x="239744" y="359443"/>
                  </a:lnTo>
                  <a:lnTo>
                    <a:pt x="250189" y="356615"/>
                  </a:lnTo>
                  <a:lnTo>
                    <a:pt x="256666" y="354711"/>
                  </a:lnTo>
                  <a:lnTo>
                    <a:pt x="262381" y="352425"/>
                  </a:lnTo>
                  <a:lnTo>
                    <a:pt x="263647" y="351536"/>
                  </a:lnTo>
                  <a:lnTo>
                    <a:pt x="126237" y="351536"/>
                  </a:lnTo>
                  <a:lnTo>
                    <a:pt x="120141" y="350519"/>
                  </a:lnTo>
                  <a:lnTo>
                    <a:pt x="75564" y="347725"/>
                  </a:lnTo>
                  <a:lnTo>
                    <a:pt x="31876" y="340232"/>
                  </a:lnTo>
                  <a:lnTo>
                    <a:pt x="18287" y="333628"/>
                  </a:lnTo>
                  <a:lnTo>
                    <a:pt x="17779" y="333628"/>
                  </a:lnTo>
                  <a:lnTo>
                    <a:pt x="17779" y="51053"/>
                  </a:lnTo>
                  <a:lnTo>
                    <a:pt x="17271" y="51053"/>
                  </a:lnTo>
                  <a:lnTo>
                    <a:pt x="17271" y="49275"/>
                  </a:lnTo>
                  <a:lnTo>
                    <a:pt x="67014" y="25199"/>
                  </a:lnTo>
                  <a:lnTo>
                    <a:pt x="111936" y="19131"/>
                  </a:lnTo>
                  <a:lnTo>
                    <a:pt x="137540" y="18287"/>
                  </a:lnTo>
                  <a:lnTo>
                    <a:pt x="246536" y="18287"/>
                  </a:lnTo>
                  <a:lnTo>
                    <a:pt x="241135" y="16041"/>
                  </a:lnTo>
                  <a:lnTo>
                    <a:pt x="232282" y="13080"/>
                  </a:lnTo>
                  <a:lnTo>
                    <a:pt x="212689" y="7500"/>
                  </a:lnTo>
                  <a:lnTo>
                    <a:pt x="190118" y="3397"/>
                  </a:lnTo>
                  <a:lnTo>
                    <a:pt x="165695" y="918"/>
                  </a:lnTo>
                  <a:lnTo>
                    <a:pt x="166823" y="918"/>
                  </a:lnTo>
                  <a:lnTo>
                    <a:pt x="138429" y="0"/>
                  </a:lnTo>
                  <a:close/>
                </a:path>
                <a:path w="276225" h="368300">
                  <a:moveTo>
                    <a:pt x="140715" y="359443"/>
                  </a:moveTo>
                  <a:lnTo>
                    <a:pt x="140334" y="359443"/>
                  </a:lnTo>
                  <a:lnTo>
                    <a:pt x="140334" y="368300"/>
                  </a:lnTo>
                  <a:lnTo>
                    <a:pt x="140715" y="368300"/>
                  </a:lnTo>
                  <a:lnTo>
                    <a:pt x="140715" y="359443"/>
                  </a:lnTo>
                  <a:close/>
                </a:path>
                <a:path w="276225" h="368300">
                  <a:moveTo>
                    <a:pt x="239744" y="359443"/>
                  </a:moveTo>
                  <a:lnTo>
                    <a:pt x="140715" y="359443"/>
                  </a:lnTo>
                  <a:lnTo>
                    <a:pt x="140715" y="368300"/>
                  </a:lnTo>
                  <a:lnTo>
                    <a:pt x="149732" y="368300"/>
                  </a:lnTo>
                  <a:lnTo>
                    <a:pt x="154812" y="367918"/>
                  </a:lnTo>
                  <a:lnTo>
                    <a:pt x="160908" y="367918"/>
                  </a:lnTo>
                  <a:lnTo>
                    <a:pt x="204596" y="364998"/>
                  </a:lnTo>
                  <a:lnTo>
                    <a:pt x="228441" y="361711"/>
                  </a:lnTo>
                  <a:lnTo>
                    <a:pt x="239744" y="359443"/>
                  </a:lnTo>
                  <a:close/>
                </a:path>
                <a:path w="276225" h="368300">
                  <a:moveTo>
                    <a:pt x="246536" y="18287"/>
                  </a:moveTo>
                  <a:lnTo>
                    <a:pt x="137540" y="18287"/>
                  </a:lnTo>
                  <a:lnTo>
                    <a:pt x="163064" y="19131"/>
                  </a:lnTo>
                  <a:lnTo>
                    <a:pt x="186562" y="21510"/>
                  </a:lnTo>
                  <a:lnTo>
                    <a:pt x="225678" y="29972"/>
                  </a:lnTo>
                  <a:lnTo>
                    <a:pt x="257682" y="49275"/>
                  </a:lnTo>
                  <a:lnTo>
                    <a:pt x="257682" y="333121"/>
                  </a:lnTo>
                  <a:lnTo>
                    <a:pt x="213786" y="346269"/>
                  </a:lnTo>
                  <a:lnTo>
                    <a:pt x="159511" y="350519"/>
                  </a:lnTo>
                  <a:lnTo>
                    <a:pt x="153924" y="350519"/>
                  </a:lnTo>
                  <a:lnTo>
                    <a:pt x="149225" y="351536"/>
                  </a:lnTo>
                  <a:lnTo>
                    <a:pt x="263647" y="351536"/>
                  </a:lnTo>
                  <a:lnTo>
                    <a:pt x="267080" y="349123"/>
                  </a:lnTo>
                  <a:lnTo>
                    <a:pt x="271271" y="345313"/>
                  </a:lnTo>
                  <a:lnTo>
                    <a:pt x="275970" y="340232"/>
                  </a:lnTo>
                  <a:lnTo>
                    <a:pt x="275970" y="51053"/>
                  </a:lnTo>
                  <a:lnTo>
                    <a:pt x="249285" y="19431"/>
                  </a:lnTo>
                  <a:lnTo>
                    <a:pt x="246536" y="1828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024364" y="6299073"/>
              <a:ext cx="276225" cy="368300"/>
            </a:xfrm>
            <a:custGeom>
              <a:avLst/>
              <a:gdLst/>
              <a:ahLst/>
              <a:cxnLst/>
              <a:rect l="l" t="t" r="r" b="b"/>
              <a:pathLst>
                <a:path w="276225" h="368300">
                  <a:moveTo>
                    <a:pt x="17271" y="51053"/>
                  </a:moveTo>
                  <a:lnTo>
                    <a:pt x="17271" y="49275"/>
                  </a:lnTo>
                  <a:lnTo>
                    <a:pt x="18287" y="46354"/>
                  </a:lnTo>
                  <a:lnTo>
                    <a:pt x="67014" y="25199"/>
                  </a:lnTo>
                  <a:lnTo>
                    <a:pt x="111936" y="19131"/>
                  </a:lnTo>
                  <a:lnTo>
                    <a:pt x="137540" y="18287"/>
                  </a:lnTo>
                  <a:lnTo>
                    <a:pt x="163064" y="19131"/>
                  </a:lnTo>
                  <a:lnTo>
                    <a:pt x="207585" y="25199"/>
                  </a:lnTo>
                  <a:lnTo>
                    <a:pt x="246342" y="38526"/>
                  </a:lnTo>
                  <a:lnTo>
                    <a:pt x="257682" y="49275"/>
                  </a:lnTo>
                  <a:lnTo>
                    <a:pt x="257682" y="51053"/>
                  </a:lnTo>
                  <a:lnTo>
                    <a:pt x="257682" y="333121"/>
                  </a:lnTo>
                  <a:lnTo>
                    <a:pt x="213786" y="346269"/>
                  </a:lnTo>
                  <a:lnTo>
                    <a:pt x="169003" y="350119"/>
                  </a:lnTo>
                  <a:lnTo>
                    <a:pt x="159511" y="350519"/>
                  </a:lnTo>
                  <a:lnTo>
                    <a:pt x="153924" y="350519"/>
                  </a:lnTo>
                  <a:lnTo>
                    <a:pt x="149225" y="351536"/>
                  </a:lnTo>
                  <a:lnTo>
                    <a:pt x="126237" y="351536"/>
                  </a:lnTo>
                  <a:lnTo>
                    <a:pt x="120141" y="350519"/>
                  </a:lnTo>
                  <a:lnTo>
                    <a:pt x="75564" y="347725"/>
                  </a:lnTo>
                  <a:lnTo>
                    <a:pt x="31876" y="340232"/>
                  </a:lnTo>
                  <a:lnTo>
                    <a:pt x="18287" y="333628"/>
                  </a:lnTo>
                  <a:lnTo>
                    <a:pt x="17779" y="333628"/>
                  </a:lnTo>
                  <a:lnTo>
                    <a:pt x="17779" y="333121"/>
                  </a:lnTo>
                  <a:lnTo>
                    <a:pt x="17779" y="51053"/>
                  </a:lnTo>
                  <a:lnTo>
                    <a:pt x="17271" y="51053"/>
                  </a:lnTo>
                  <a:close/>
                </a:path>
                <a:path w="276225" h="368300">
                  <a:moveTo>
                    <a:pt x="275970" y="51053"/>
                  </a:moveTo>
                  <a:lnTo>
                    <a:pt x="275970" y="333121"/>
                  </a:lnTo>
                  <a:lnTo>
                    <a:pt x="275970" y="340232"/>
                  </a:lnTo>
                  <a:lnTo>
                    <a:pt x="271271" y="345313"/>
                  </a:lnTo>
                  <a:lnTo>
                    <a:pt x="228441" y="361711"/>
                  </a:lnTo>
                  <a:lnTo>
                    <a:pt x="181038" y="366839"/>
                  </a:lnTo>
                  <a:lnTo>
                    <a:pt x="160908" y="367918"/>
                  </a:lnTo>
                  <a:lnTo>
                    <a:pt x="154812" y="367918"/>
                  </a:lnTo>
                  <a:lnTo>
                    <a:pt x="149732" y="368300"/>
                  </a:lnTo>
                  <a:lnTo>
                    <a:pt x="145922" y="368300"/>
                  </a:lnTo>
                  <a:lnTo>
                    <a:pt x="142239" y="368300"/>
                  </a:lnTo>
                  <a:lnTo>
                    <a:pt x="140715" y="368300"/>
                  </a:lnTo>
                  <a:lnTo>
                    <a:pt x="140715" y="359410"/>
                  </a:lnTo>
                  <a:lnTo>
                    <a:pt x="140715" y="368300"/>
                  </a:lnTo>
                  <a:lnTo>
                    <a:pt x="140334" y="368300"/>
                  </a:lnTo>
                  <a:lnTo>
                    <a:pt x="138937" y="368300"/>
                  </a:lnTo>
                  <a:lnTo>
                    <a:pt x="135127" y="368300"/>
                  </a:lnTo>
                  <a:lnTo>
                    <a:pt x="131444" y="368300"/>
                  </a:lnTo>
                  <a:lnTo>
                    <a:pt x="126237" y="368300"/>
                  </a:lnTo>
                  <a:lnTo>
                    <a:pt x="119633" y="367918"/>
                  </a:lnTo>
                  <a:lnTo>
                    <a:pt x="74167" y="364998"/>
                  </a:lnTo>
                  <a:lnTo>
                    <a:pt x="27177" y="356615"/>
                  </a:lnTo>
                  <a:lnTo>
                    <a:pt x="0" y="340613"/>
                  </a:lnTo>
                  <a:lnTo>
                    <a:pt x="0" y="333121"/>
                  </a:lnTo>
                  <a:lnTo>
                    <a:pt x="0" y="51053"/>
                  </a:lnTo>
                  <a:lnTo>
                    <a:pt x="27066" y="19431"/>
                  </a:lnTo>
                  <a:lnTo>
                    <a:pt x="64170" y="7661"/>
                  </a:lnTo>
                  <a:lnTo>
                    <a:pt x="111756" y="918"/>
                  </a:lnTo>
                  <a:lnTo>
                    <a:pt x="138429" y="0"/>
                  </a:lnTo>
                  <a:lnTo>
                    <a:pt x="165167" y="865"/>
                  </a:lnTo>
                  <a:lnTo>
                    <a:pt x="212689" y="7500"/>
                  </a:lnTo>
                  <a:lnTo>
                    <a:pt x="249285" y="19431"/>
                  </a:lnTo>
                  <a:lnTo>
                    <a:pt x="274907" y="44223"/>
                  </a:lnTo>
                  <a:lnTo>
                    <a:pt x="275970" y="51053"/>
                  </a:lnTo>
                  <a:close/>
                </a:path>
                <a:path w="276225" h="368300">
                  <a:moveTo>
                    <a:pt x="140334" y="359410"/>
                  </a:moveTo>
                  <a:lnTo>
                    <a:pt x="140334" y="368300"/>
                  </a:lnTo>
                  <a:lnTo>
                    <a:pt x="140334" y="35941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036874" y="6627431"/>
              <a:ext cx="250825" cy="9525"/>
            </a:xfrm>
            <a:custGeom>
              <a:avLst/>
              <a:gdLst/>
              <a:ahLst/>
              <a:cxnLst/>
              <a:rect l="l" t="t" r="r" b="b"/>
              <a:pathLst>
                <a:path w="250825" h="9525">
                  <a:moveTo>
                    <a:pt x="9525" y="4762"/>
                  </a:moveTo>
                  <a:lnTo>
                    <a:pt x="8128" y="1397"/>
                  </a:lnTo>
                  <a:lnTo>
                    <a:pt x="4762" y="0"/>
                  </a:lnTo>
                  <a:lnTo>
                    <a:pt x="1384" y="1397"/>
                  </a:lnTo>
                  <a:lnTo>
                    <a:pt x="0" y="4762"/>
                  </a:lnTo>
                  <a:lnTo>
                    <a:pt x="1384" y="8140"/>
                  </a:lnTo>
                  <a:lnTo>
                    <a:pt x="4762" y="9525"/>
                  </a:lnTo>
                  <a:lnTo>
                    <a:pt x="8128" y="8140"/>
                  </a:lnTo>
                  <a:lnTo>
                    <a:pt x="9525" y="4762"/>
                  </a:lnTo>
                  <a:close/>
                </a:path>
                <a:path w="250825" h="9525">
                  <a:moveTo>
                    <a:pt x="250317" y="4762"/>
                  </a:moveTo>
                  <a:lnTo>
                    <a:pt x="248920" y="1397"/>
                  </a:lnTo>
                  <a:lnTo>
                    <a:pt x="245554" y="0"/>
                  </a:lnTo>
                  <a:lnTo>
                    <a:pt x="242176" y="1397"/>
                  </a:lnTo>
                  <a:lnTo>
                    <a:pt x="240792" y="4762"/>
                  </a:lnTo>
                  <a:lnTo>
                    <a:pt x="242176" y="8140"/>
                  </a:lnTo>
                  <a:lnTo>
                    <a:pt x="245554" y="9525"/>
                  </a:lnTo>
                  <a:lnTo>
                    <a:pt x="248920" y="8140"/>
                  </a:lnTo>
                  <a:lnTo>
                    <a:pt x="250317" y="476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080625" y="6410832"/>
              <a:ext cx="164465" cy="236854"/>
            </a:xfrm>
            <a:custGeom>
              <a:avLst/>
              <a:gdLst/>
              <a:ahLst/>
              <a:cxnLst/>
              <a:rect l="l" t="t" r="r" b="b"/>
              <a:pathLst>
                <a:path w="164465" h="236854">
                  <a:moveTo>
                    <a:pt x="82375" y="0"/>
                  </a:moveTo>
                  <a:lnTo>
                    <a:pt x="28985" y="54486"/>
                  </a:lnTo>
                  <a:lnTo>
                    <a:pt x="13065" y="93186"/>
                  </a:lnTo>
                  <a:lnTo>
                    <a:pt x="3311" y="133933"/>
                  </a:lnTo>
                  <a:lnTo>
                    <a:pt x="0" y="175894"/>
                  </a:lnTo>
                  <a:lnTo>
                    <a:pt x="0" y="236854"/>
                  </a:lnTo>
                  <a:lnTo>
                    <a:pt x="23495" y="236854"/>
                  </a:lnTo>
                  <a:lnTo>
                    <a:pt x="23495" y="175894"/>
                  </a:lnTo>
                  <a:lnTo>
                    <a:pt x="26463" y="137743"/>
                  </a:lnTo>
                  <a:lnTo>
                    <a:pt x="35242" y="100615"/>
                  </a:lnTo>
                  <a:lnTo>
                    <a:pt x="49641" y="65345"/>
                  </a:lnTo>
                  <a:lnTo>
                    <a:pt x="69469" y="32765"/>
                  </a:lnTo>
                  <a:lnTo>
                    <a:pt x="76580" y="21970"/>
                  </a:lnTo>
                  <a:lnTo>
                    <a:pt x="86359" y="21970"/>
                  </a:lnTo>
                  <a:lnTo>
                    <a:pt x="91058" y="28447"/>
                  </a:lnTo>
                  <a:lnTo>
                    <a:pt x="94360" y="32765"/>
                  </a:lnTo>
                  <a:lnTo>
                    <a:pt x="103250" y="26161"/>
                  </a:lnTo>
                  <a:lnTo>
                    <a:pt x="94360" y="32765"/>
                  </a:lnTo>
                  <a:lnTo>
                    <a:pt x="114321" y="65274"/>
                  </a:lnTo>
                  <a:lnTo>
                    <a:pt x="128889" y="100425"/>
                  </a:lnTo>
                  <a:lnTo>
                    <a:pt x="137812" y="137529"/>
                  </a:lnTo>
                  <a:lnTo>
                    <a:pt x="140843" y="175894"/>
                  </a:lnTo>
                  <a:lnTo>
                    <a:pt x="140843" y="236854"/>
                  </a:lnTo>
                  <a:lnTo>
                    <a:pt x="164338" y="236854"/>
                  </a:lnTo>
                  <a:lnTo>
                    <a:pt x="164338" y="175894"/>
                  </a:lnTo>
                  <a:lnTo>
                    <a:pt x="161105" y="133933"/>
                  </a:lnTo>
                  <a:lnTo>
                    <a:pt x="151526" y="93186"/>
                  </a:lnTo>
                  <a:lnTo>
                    <a:pt x="135780" y="54486"/>
                  </a:lnTo>
                  <a:lnTo>
                    <a:pt x="114046" y="18668"/>
                  </a:lnTo>
                  <a:lnTo>
                    <a:pt x="98260" y="3619"/>
                  </a:lnTo>
                  <a:lnTo>
                    <a:pt x="8237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30408" y="6538291"/>
              <a:ext cx="62917" cy="6291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8596059" y="4239133"/>
              <a:ext cx="570865" cy="574675"/>
            </a:xfrm>
            <a:custGeom>
              <a:avLst/>
              <a:gdLst/>
              <a:ahLst/>
              <a:cxnLst/>
              <a:rect l="l" t="t" r="r" b="b"/>
              <a:pathLst>
                <a:path w="570865" h="574675">
                  <a:moveTo>
                    <a:pt x="112101" y="465963"/>
                  </a:moveTo>
                  <a:lnTo>
                    <a:pt x="79183" y="465963"/>
                  </a:lnTo>
                  <a:lnTo>
                    <a:pt x="164400" y="551052"/>
                  </a:lnTo>
                  <a:lnTo>
                    <a:pt x="80834" y="551052"/>
                  </a:lnTo>
                  <a:lnTo>
                    <a:pt x="75627" y="556259"/>
                  </a:lnTo>
                  <a:lnTo>
                    <a:pt x="75627" y="569340"/>
                  </a:lnTo>
                  <a:lnTo>
                    <a:pt x="80834" y="574547"/>
                  </a:lnTo>
                  <a:lnTo>
                    <a:pt x="199071" y="574547"/>
                  </a:lnTo>
                  <a:lnTo>
                    <a:pt x="204786" y="569340"/>
                  </a:lnTo>
                  <a:lnTo>
                    <a:pt x="204786" y="535051"/>
                  </a:lnTo>
                  <a:lnTo>
                    <a:pt x="181291" y="535051"/>
                  </a:lnTo>
                  <a:lnTo>
                    <a:pt x="112101" y="465963"/>
                  </a:lnTo>
                  <a:close/>
                </a:path>
                <a:path w="570865" h="574675">
                  <a:moveTo>
                    <a:pt x="199071" y="445515"/>
                  </a:moveTo>
                  <a:lnTo>
                    <a:pt x="186371" y="445515"/>
                  </a:lnTo>
                  <a:lnTo>
                    <a:pt x="181291" y="450722"/>
                  </a:lnTo>
                  <a:lnTo>
                    <a:pt x="181291" y="535051"/>
                  </a:lnTo>
                  <a:lnTo>
                    <a:pt x="204786" y="535051"/>
                  </a:lnTo>
                  <a:lnTo>
                    <a:pt x="204786" y="450722"/>
                  </a:lnTo>
                  <a:lnTo>
                    <a:pt x="199071" y="445515"/>
                  </a:lnTo>
                  <a:close/>
                </a:path>
                <a:path w="570865" h="574675">
                  <a:moveTo>
                    <a:pt x="271588" y="0"/>
                  </a:moveTo>
                  <a:lnTo>
                    <a:pt x="219528" y="4980"/>
                  </a:lnTo>
                  <a:lnTo>
                    <a:pt x="168957" y="19938"/>
                  </a:lnTo>
                  <a:lnTo>
                    <a:pt x="121409" y="44898"/>
                  </a:lnTo>
                  <a:lnTo>
                    <a:pt x="78421" y="79882"/>
                  </a:lnTo>
                  <a:lnTo>
                    <a:pt x="78675" y="80137"/>
                  </a:lnTo>
                  <a:lnTo>
                    <a:pt x="47184" y="118049"/>
                  </a:lnTo>
                  <a:lnTo>
                    <a:pt x="23575" y="159701"/>
                  </a:lnTo>
                  <a:lnTo>
                    <a:pt x="7847" y="204023"/>
                  </a:lnTo>
                  <a:lnTo>
                    <a:pt x="0" y="249947"/>
                  </a:lnTo>
                  <a:lnTo>
                    <a:pt x="31" y="296406"/>
                  </a:lnTo>
                  <a:lnTo>
                    <a:pt x="7941" y="342330"/>
                  </a:lnTo>
                  <a:lnTo>
                    <a:pt x="23728" y="386652"/>
                  </a:lnTo>
                  <a:lnTo>
                    <a:pt x="47391" y="428304"/>
                  </a:lnTo>
                  <a:lnTo>
                    <a:pt x="78929" y="466216"/>
                  </a:lnTo>
                  <a:lnTo>
                    <a:pt x="79183" y="465963"/>
                  </a:lnTo>
                  <a:lnTo>
                    <a:pt x="112101" y="465963"/>
                  </a:lnTo>
                  <a:lnTo>
                    <a:pt x="66563" y="414622"/>
                  </a:lnTo>
                  <a:lnTo>
                    <a:pt x="45002" y="376576"/>
                  </a:lnTo>
                  <a:lnTo>
                    <a:pt x="30627" y="336051"/>
                  </a:lnTo>
                  <a:lnTo>
                    <a:pt x="23440" y="294036"/>
                  </a:lnTo>
                  <a:lnTo>
                    <a:pt x="23440" y="251522"/>
                  </a:lnTo>
                  <a:lnTo>
                    <a:pt x="30627" y="209498"/>
                  </a:lnTo>
                  <a:lnTo>
                    <a:pt x="45002" y="168954"/>
                  </a:lnTo>
                  <a:lnTo>
                    <a:pt x="66563" y="130880"/>
                  </a:lnTo>
                  <a:lnTo>
                    <a:pt x="95312" y="96265"/>
                  </a:lnTo>
                  <a:lnTo>
                    <a:pt x="134540" y="64428"/>
                  </a:lnTo>
                  <a:lnTo>
                    <a:pt x="177958" y="41687"/>
                  </a:lnTo>
                  <a:lnTo>
                    <a:pt x="224186" y="28043"/>
                  </a:lnTo>
                  <a:lnTo>
                    <a:pt x="271842" y="23494"/>
                  </a:lnTo>
                  <a:lnTo>
                    <a:pt x="381086" y="23494"/>
                  </a:lnTo>
                  <a:lnTo>
                    <a:pt x="374316" y="19938"/>
                  </a:lnTo>
                  <a:lnTo>
                    <a:pt x="323720" y="4980"/>
                  </a:lnTo>
                  <a:lnTo>
                    <a:pt x="271588" y="0"/>
                  </a:lnTo>
                  <a:close/>
                </a:path>
                <a:path w="570865" h="574675">
                  <a:moveTo>
                    <a:pt x="381086" y="23494"/>
                  </a:moveTo>
                  <a:lnTo>
                    <a:pt x="271842" y="23494"/>
                  </a:lnTo>
                  <a:lnTo>
                    <a:pt x="319499" y="28043"/>
                  </a:lnTo>
                  <a:lnTo>
                    <a:pt x="365727" y="41687"/>
                  </a:lnTo>
                  <a:lnTo>
                    <a:pt x="409145" y="64428"/>
                  </a:lnTo>
                  <a:lnTo>
                    <a:pt x="448372" y="96265"/>
                  </a:lnTo>
                  <a:lnTo>
                    <a:pt x="553909" y="201929"/>
                  </a:lnTo>
                  <a:lnTo>
                    <a:pt x="570419" y="185419"/>
                  </a:lnTo>
                  <a:lnTo>
                    <a:pt x="464755" y="79882"/>
                  </a:lnTo>
                  <a:lnTo>
                    <a:pt x="421839" y="44898"/>
                  </a:lnTo>
                  <a:lnTo>
                    <a:pt x="381086" y="2349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88833" y="3694430"/>
              <a:ext cx="1008126" cy="32194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8481186" y="4116209"/>
              <a:ext cx="422909" cy="422909"/>
            </a:xfrm>
            <a:custGeom>
              <a:avLst/>
              <a:gdLst/>
              <a:ahLst/>
              <a:cxnLst/>
              <a:rect l="l" t="t" r="r" b="b"/>
              <a:pathLst>
                <a:path w="422909" h="422910">
                  <a:moveTo>
                    <a:pt x="422389" y="0"/>
                  </a:moveTo>
                  <a:lnTo>
                    <a:pt x="0" y="0"/>
                  </a:lnTo>
                  <a:lnTo>
                    <a:pt x="0" y="422389"/>
                  </a:lnTo>
                  <a:lnTo>
                    <a:pt x="422389" y="422389"/>
                  </a:lnTo>
                  <a:lnTo>
                    <a:pt x="422389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60892" y="4280505"/>
              <a:ext cx="62917" cy="6238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8528177" y="4163186"/>
              <a:ext cx="327660" cy="335280"/>
            </a:xfrm>
            <a:custGeom>
              <a:avLst/>
              <a:gdLst/>
              <a:ahLst/>
              <a:cxnLst/>
              <a:rect l="l" t="t" r="r" b="b"/>
              <a:pathLst>
                <a:path w="327659" h="335279">
                  <a:moveTo>
                    <a:pt x="320548" y="0"/>
                  </a:moveTo>
                  <a:lnTo>
                    <a:pt x="6984" y="0"/>
                  </a:lnTo>
                  <a:lnTo>
                    <a:pt x="0" y="7112"/>
                  </a:lnTo>
                  <a:lnTo>
                    <a:pt x="0" y="234696"/>
                  </a:lnTo>
                  <a:lnTo>
                    <a:pt x="2794" y="239775"/>
                  </a:lnTo>
                  <a:lnTo>
                    <a:pt x="7493" y="242697"/>
                  </a:lnTo>
                  <a:lnTo>
                    <a:pt x="155701" y="331850"/>
                  </a:lnTo>
                  <a:lnTo>
                    <a:pt x="160400" y="335152"/>
                  </a:lnTo>
                  <a:lnTo>
                    <a:pt x="167004" y="335152"/>
                  </a:lnTo>
                  <a:lnTo>
                    <a:pt x="171703" y="331850"/>
                  </a:lnTo>
                  <a:lnTo>
                    <a:pt x="209316" y="309245"/>
                  </a:lnTo>
                  <a:lnTo>
                    <a:pt x="164211" y="309245"/>
                  </a:lnTo>
                  <a:lnTo>
                    <a:pt x="23368" y="224789"/>
                  </a:lnTo>
                  <a:lnTo>
                    <a:pt x="23368" y="23495"/>
                  </a:lnTo>
                  <a:lnTo>
                    <a:pt x="327532" y="23495"/>
                  </a:lnTo>
                  <a:lnTo>
                    <a:pt x="327532" y="7112"/>
                  </a:lnTo>
                  <a:lnTo>
                    <a:pt x="320548" y="0"/>
                  </a:lnTo>
                  <a:close/>
                </a:path>
                <a:path w="327659" h="335279">
                  <a:moveTo>
                    <a:pt x="327532" y="23495"/>
                  </a:moveTo>
                  <a:lnTo>
                    <a:pt x="305053" y="23495"/>
                  </a:lnTo>
                  <a:lnTo>
                    <a:pt x="305053" y="224789"/>
                  </a:lnTo>
                  <a:lnTo>
                    <a:pt x="164211" y="309245"/>
                  </a:lnTo>
                  <a:lnTo>
                    <a:pt x="209316" y="309245"/>
                  </a:lnTo>
                  <a:lnTo>
                    <a:pt x="320040" y="242697"/>
                  </a:lnTo>
                  <a:lnTo>
                    <a:pt x="324739" y="239775"/>
                  </a:lnTo>
                  <a:lnTo>
                    <a:pt x="327532" y="234696"/>
                  </a:lnTo>
                  <a:lnTo>
                    <a:pt x="327532" y="2349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90534" y="4210177"/>
              <a:ext cx="262890" cy="278764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2370561" y="2652522"/>
              <a:ext cx="704215" cy="704215"/>
            </a:xfrm>
            <a:custGeom>
              <a:avLst/>
              <a:gdLst/>
              <a:ahLst/>
              <a:cxnLst/>
              <a:rect l="l" t="t" r="r" b="b"/>
              <a:pathLst>
                <a:path w="704215" h="704214">
                  <a:moveTo>
                    <a:pt x="657098" y="0"/>
                  </a:moveTo>
                  <a:lnTo>
                    <a:pt x="46863" y="0"/>
                  </a:lnTo>
                  <a:lnTo>
                    <a:pt x="28664" y="3696"/>
                  </a:lnTo>
                  <a:lnTo>
                    <a:pt x="13763" y="13763"/>
                  </a:lnTo>
                  <a:lnTo>
                    <a:pt x="3696" y="28664"/>
                  </a:lnTo>
                  <a:lnTo>
                    <a:pt x="0" y="46862"/>
                  </a:lnTo>
                  <a:lnTo>
                    <a:pt x="0" y="656971"/>
                  </a:lnTo>
                  <a:lnTo>
                    <a:pt x="3696" y="675243"/>
                  </a:lnTo>
                  <a:lnTo>
                    <a:pt x="13763" y="690181"/>
                  </a:lnTo>
                  <a:lnTo>
                    <a:pt x="28664" y="700262"/>
                  </a:lnTo>
                  <a:lnTo>
                    <a:pt x="46863" y="703960"/>
                  </a:lnTo>
                  <a:lnTo>
                    <a:pt x="657098" y="703960"/>
                  </a:lnTo>
                  <a:lnTo>
                    <a:pt x="675296" y="700262"/>
                  </a:lnTo>
                  <a:lnTo>
                    <a:pt x="690197" y="690181"/>
                  </a:lnTo>
                  <a:lnTo>
                    <a:pt x="700264" y="675243"/>
                  </a:lnTo>
                  <a:lnTo>
                    <a:pt x="703961" y="656971"/>
                  </a:lnTo>
                  <a:lnTo>
                    <a:pt x="703961" y="46862"/>
                  </a:lnTo>
                  <a:lnTo>
                    <a:pt x="700264" y="28664"/>
                  </a:lnTo>
                  <a:lnTo>
                    <a:pt x="690197" y="13763"/>
                  </a:lnTo>
                  <a:lnTo>
                    <a:pt x="675296" y="3696"/>
                  </a:lnTo>
                  <a:lnTo>
                    <a:pt x="657098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2536678" y="2731769"/>
              <a:ext cx="370840" cy="549275"/>
            </a:xfrm>
            <a:custGeom>
              <a:avLst/>
              <a:gdLst/>
              <a:ahLst/>
              <a:cxnLst/>
              <a:rect l="l" t="t" r="r" b="b"/>
              <a:pathLst>
                <a:path w="370840" h="549275">
                  <a:moveTo>
                    <a:pt x="370840" y="70485"/>
                  </a:moveTo>
                  <a:lnTo>
                    <a:pt x="352044" y="41173"/>
                  </a:lnTo>
                  <a:lnTo>
                    <a:pt x="352044" y="67564"/>
                  </a:lnTo>
                  <a:lnTo>
                    <a:pt x="352044" y="73660"/>
                  </a:lnTo>
                  <a:lnTo>
                    <a:pt x="352044" y="100914"/>
                  </a:lnTo>
                  <a:lnTo>
                    <a:pt x="352044" y="475996"/>
                  </a:lnTo>
                  <a:lnTo>
                    <a:pt x="349631" y="481584"/>
                  </a:lnTo>
                  <a:lnTo>
                    <a:pt x="317042" y="504253"/>
                  </a:lnTo>
                  <a:lnTo>
                    <a:pt x="280962" y="518083"/>
                  </a:lnTo>
                  <a:lnTo>
                    <a:pt x="219951" y="529704"/>
                  </a:lnTo>
                  <a:lnTo>
                    <a:pt x="185420" y="531368"/>
                  </a:lnTo>
                  <a:lnTo>
                    <a:pt x="150749" y="529704"/>
                  </a:lnTo>
                  <a:lnTo>
                    <a:pt x="89420" y="518083"/>
                  </a:lnTo>
                  <a:lnTo>
                    <a:pt x="53632" y="504253"/>
                  </a:lnTo>
                  <a:lnTo>
                    <a:pt x="21082" y="481076"/>
                  </a:lnTo>
                  <a:lnTo>
                    <a:pt x="18796" y="475996"/>
                  </a:lnTo>
                  <a:lnTo>
                    <a:pt x="18796" y="99987"/>
                  </a:lnTo>
                  <a:lnTo>
                    <a:pt x="26174" y="105994"/>
                  </a:lnTo>
                  <a:lnTo>
                    <a:pt x="35623" y="111988"/>
                  </a:lnTo>
                  <a:lnTo>
                    <a:pt x="85267" y="132448"/>
                  </a:lnTo>
                  <a:lnTo>
                    <a:pt x="149656" y="144691"/>
                  </a:lnTo>
                  <a:lnTo>
                    <a:pt x="185928" y="146431"/>
                  </a:lnTo>
                  <a:lnTo>
                    <a:pt x="222262" y="144691"/>
                  </a:lnTo>
                  <a:lnTo>
                    <a:pt x="256260" y="139852"/>
                  </a:lnTo>
                  <a:lnTo>
                    <a:pt x="287096" y="132448"/>
                  </a:lnTo>
                  <a:lnTo>
                    <a:pt x="295414" y="129540"/>
                  </a:lnTo>
                  <a:lnTo>
                    <a:pt x="313944" y="123063"/>
                  </a:lnTo>
                  <a:lnTo>
                    <a:pt x="325539" y="117652"/>
                  </a:lnTo>
                  <a:lnTo>
                    <a:pt x="336207" y="111798"/>
                  </a:lnTo>
                  <a:lnTo>
                    <a:pt x="345567" y="105778"/>
                  </a:lnTo>
                  <a:lnTo>
                    <a:pt x="352044" y="100914"/>
                  </a:lnTo>
                  <a:lnTo>
                    <a:pt x="352044" y="73660"/>
                  </a:lnTo>
                  <a:lnTo>
                    <a:pt x="349631" y="79883"/>
                  </a:lnTo>
                  <a:lnTo>
                    <a:pt x="341249" y="86868"/>
                  </a:lnTo>
                  <a:lnTo>
                    <a:pt x="306070" y="107569"/>
                  </a:lnTo>
                  <a:lnTo>
                    <a:pt x="252031" y="123278"/>
                  </a:lnTo>
                  <a:lnTo>
                    <a:pt x="185420" y="129540"/>
                  </a:lnTo>
                  <a:lnTo>
                    <a:pt x="150749" y="127876"/>
                  </a:lnTo>
                  <a:lnTo>
                    <a:pt x="89420" y="116306"/>
                  </a:lnTo>
                  <a:lnTo>
                    <a:pt x="53632" y="102539"/>
                  </a:lnTo>
                  <a:lnTo>
                    <a:pt x="21082" y="79375"/>
                  </a:lnTo>
                  <a:lnTo>
                    <a:pt x="18796" y="73660"/>
                  </a:lnTo>
                  <a:lnTo>
                    <a:pt x="18796" y="66675"/>
                  </a:lnTo>
                  <a:lnTo>
                    <a:pt x="53771" y="41440"/>
                  </a:lnTo>
                  <a:lnTo>
                    <a:pt x="118465" y="23063"/>
                  </a:lnTo>
                  <a:lnTo>
                    <a:pt x="184023" y="17399"/>
                  </a:lnTo>
                  <a:lnTo>
                    <a:pt x="217830" y="18910"/>
                  </a:lnTo>
                  <a:lnTo>
                    <a:pt x="278777" y="29298"/>
                  </a:lnTo>
                  <a:lnTo>
                    <a:pt x="315429" y="41224"/>
                  </a:lnTo>
                  <a:lnTo>
                    <a:pt x="349135" y="61595"/>
                  </a:lnTo>
                  <a:lnTo>
                    <a:pt x="352044" y="67564"/>
                  </a:lnTo>
                  <a:lnTo>
                    <a:pt x="352044" y="41173"/>
                  </a:lnTo>
                  <a:lnTo>
                    <a:pt x="312166" y="20701"/>
                  </a:lnTo>
                  <a:lnTo>
                    <a:pt x="254609" y="5600"/>
                  </a:lnTo>
                  <a:lnTo>
                    <a:pt x="185928" y="0"/>
                  </a:lnTo>
                  <a:lnTo>
                    <a:pt x="150698" y="1460"/>
                  </a:lnTo>
                  <a:lnTo>
                    <a:pt x="86855" y="12115"/>
                  </a:lnTo>
                  <a:lnTo>
                    <a:pt x="47548" y="25234"/>
                  </a:lnTo>
                  <a:lnTo>
                    <a:pt x="11772" y="47840"/>
                  </a:lnTo>
                  <a:lnTo>
                    <a:pt x="1943" y="64833"/>
                  </a:lnTo>
                  <a:lnTo>
                    <a:pt x="1016" y="65786"/>
                  </a:lnTo>
                  <a:lnTo>
                    <a:pt x="0" y="70485"/>
                  </a:lnTo>
                  <a:lnTo>
                    <a:pt x="0" y="472186"/>
                  </a:lnTo>
                  <a:lnTo>
                    <a:pt x="24777" y="507987"/>
                  </a:lnTo>
                  <a:lnTo>
                    <a:pt x="83820" y="534416"/>
                  </a:lnTo>
                  <a:lnTo>
                    <a:pt x="148209" y="546938"/>
                  </a:lnTo>
                  <a:lnTo>
                    <a:pt x="184404" y="548767"/>
                  </a:lnTo>
                  <a:lnTo>
                    <a:pt x="221030" y="546938"/>
                  </a:lnTo>
                  <a:lnTo>
                    <a:pt x="285762" y="534416"/>
                  </a:lnTo>
                  <a:lnTo>
                    <a:pt x="324358" y="519684"/>
                  </a:lnTo>
                  <a:lnTo>
                    <a:pt x="359029" y="495160"/>
                  </a:lnTo>
                  <a:lnTo>
                    <a:pt x="369316" y="472186"/>
                  </a:lnTo>
                  <a:lnTo>
                    <a:pt x="369316" y="79006"/>
                  </a:lnTo>
                  <a:lnTo>
                    <a:pt x="369493" y="78625"/>
                  </a:lnTo>
                  <a:lnTo>
                    <a:pt x="370840" y="70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76175" y="2901696"/>
              <a:ext cx="287147" cy="275971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2364974" y="3468115"/>
              <a:ext cx="709930" cy="1331595"/>
            </a:xfrm>
            <a:custGeom>
              <a:avLst/>
              <a:gdLst/>
              <a:ahLst/>
              <a:cxnLst/>
              <a:rect l="l" t="t" r="r" b="b"/>
              <a:pathLst>
                <a:path w="709930" h="1331595">
                  <a:moveTo>
                    <a:pt x="106045" y="228092"/>
                  </a:moveTo>
                  <a:lnTo>
                    <a:pt x="103200" y="213156"/>
                  </a:lnTo>
                  <a:lnTo>
                    <a:pt x="99263" y="207911"/>
                  </a:lnTo>
                  <a:lnTo>
                    <a:pt x="94881" y="202082"/>
                  </a:lnTo>
                  <a:lnTo>
                    <a:pt x="90043" y="199631"/>
                  </a:lnTo>
                  <a:lnTo>
                    <a:pt x="90043" y="228612"/>
                  </a:lnTo>
                  <a:lnTo>
                    <a:pt x="88277" y="237845"/>
                  </a:lnTo>
                  <a:lnTo>
                    <a:pt x="83058" y="244436"/>
                  </a:lnTo>
                  <a:lnTo>
                    <a:pt x="74396" y="248373"/>
                  </a:lnTo>
                  <a:lnTo>
                    <a:pt x="62357" y="249682"/>
                  </a:lnTo>
                  <a:lnTo>
                    <a:pt x="29591" y="249682"/>
                  </a:lnTo>
                  <a:lnTo>
                    <a:pt x="29591" y="207911"/>
                  </a:lnTo>
                  <a:lnTo>
                    <a:pt x="62357" y="207911"/>
                  </a:lnTo>
                  <a:lnTo>
                    <a:pt x="74231" y="209232"/>
                  </a:lnTo>
                  <a:lnTo>
                    <a:pt x="82905" y="213156"/>
                  </a:lnTo>
                  <a:lnTo>
                    <a:pt x="88226" y="219633"/>
                  </a:lnTo>
                  <a:lnTo>
                    <a:pt x="89928" y="228092"/>
                  </a:lnTo>
                  <a:lnTo>
                    <a:pt x="90043" y="228612"/>
                  </a:lnTo>
                  <a:lnTo>
                    <a:pt x="90043" y="199631"/>
                  </a:lnTo>
                  <a:lnTo>
                    <a:pt x="81445" y="195249"/>
                  </a:lnTo>
                  <a:lnTo>
                    <a:pt x="63246" y="192913"/>
                  </a:lnTo>
                  <a:lnTo>
                    <a:pt x="14097" y="192913"/>
                  </a:lnTo>
                  <a:lnTo>
                    <a:pt x="14097" y="316865"/>
                  </a:lnTo>
                  <a:lnTo>
                    <a:pt x="29083" y="316865"/>
                  </a:lnTo>
                  <a:lnTo>
                    <a:pt x="29083" y="263410"/>
                  </a:lnTo>
                  <a:lnTo>
                    <a:pt x="43561" y="263410"/>
                  </a:lnTo>
                  <a:lnTo>
                    <a:pt x="85852" y="316865"/>
                  </a:lnTo>
                  <a:lnTo>
                    <a:pt x="105537" y="316865"/>
                  </a:lnTo>
                  <a:lnTo>
                    <a:pt x="61849" y="263410"/>
                  </a:lnTo>
                  <a:lnTo>
                    <a:pt x="63246" y="263410"/>
                  </a:lnTo>
                  <a:lnTo>
                    <a:pt x="81013" y="260921"/>
                  </a:lnTo>
                  <a:lnTo>
                    <a:pt x="94500" y="253847"/>
                  </a:lnTo>
                  <a:lnTo>
                    <a:pt x="97688" y="249682"/>
                  </a:lnTo>
                  <a:lnTo>
                    <a:pt x="103047" y="242722"/>
                  </a:lnTo>
                  <a:lnTo>
                    <a:pt x="105930" y="228612"/>
                  </a:lnTo>
                  <a:lnTo>
                    <a:pt x="106045" y="228092"/>
                  </a:lnTo>
                  <a:close/>
                </a:path>
                <a:path w="709930" h="1331595">
                  <a:moveTo>
                    <a:pt x="123317" y="123063"/>
                  </a:moveTo>
                  <a:lnTo>
                    <a:pt x="109829" y="89662"/>
                  </a:lnTo>
                  <a:lnTo>
                    <a:pt x="103936" y="75057"/>
                  </a:lnTo>
                  <a:lnTo>
                    <a:pt x="88138" y="35902"/>
                  </a:lnTo>
                  <a:lnTo>
                    <a:pt x="88138" y="75057"/>
                  </a:lnTo>
                  <a:lnTo>
                    <a:pt x="40259" y="75057"/>
                  </a:lnTo>
                  <a:lnTo>
                    <a:pt x="64262" y="15113"/>
                  </a:lnTo>
                  <a:lnTo>
                    <a:pt x="88138" y="75057"/>
                  </a:lnTo>
                  <a:lnTo>
                    <a:pt x="88138" y="35902"/>
                  </a:lnTo>
                  <a:lnTo>
                    <a:pt x="79756" y="15113"/>
                  </a:lnTo>
                  <a:lnTo>
                    <a:pt x="73660" y="0"/>
                  </a:lnTo>
                  <a:lnTo>
                    <a:pt x="54356" y="0"/>
                  </a:lnTo>
                  <a:lnTo>
                    <a:pt x="4699" y="123063"/>
                  </a:lnTo>
                  <a:lnTo>
                    <a:pt x="20193" y="123063"/>
                  </a:lnTo>
                  <a:lnTo>
                    <a:pt x="33782" y="89662"/>
                  </a:lnTo>
                  <a:lnTo>
                    <a:pt x="93853" y="89662"/>
                  </a:lnTo>
                  <a:lnTo>
                    <a:pt x="106934" y="123063"/>
                  </a:lnTo>
                  <a:lnTo>
                    <a:pt x="123317" y="123063"/>
                  </a:lnTo>
                  <a:close/>
                </a:path>
                <a:path w="709930" h="1331595">
                  <a:moveTo>
                    <a:pt x="202184" y="274586"/>
                  </a:moveTo>
                  <a:lnTo>
                    <a:pt x="201206" y="268109"/>
                  </a:lnTo>
                  <a:lnTo>
                    <a:pt x="199732" y="258406"/>
                  </a:lnTo>
                  <a:lnTo>
                    <a:pt x="199707" y="258191"/>
                  </a:lnTo>
                  <a:lnTo>
                    <a:pt x="199580" y="257390"/>
                  </a:lnTo>
                  <a:lnTo>
                    <a:pt x="199555" y="257175"/>
                  </a:lnTo>
                  <a:lnTo>
                    <a:pt x="191897" y="244094"/>
                  </a:lnTo>
                  <a:lnTo>
                    <a:pt x="191592" y="243573"/>
                  </a:lnTo>
                  <a:lnTo>
                    <a:pt x="187706" y="240779"/>
                  </a:lnTo>
                  <a:lnTo>
                    <a:pt x="187706" y="268109"/>
                  </a:lnTo>
                  <a:lnTo>
                    <a:pt x="136525" y="268109"/>
                  </a:lnTo>
                  <a:lnTo>
                    <a:pt x="139750" y="258406"/>
                  </a:lnTo>
                  <a:lnTo>
                    <a:pt x="145237" y="250812"/>
                  </a:lnTo>
                  <a:lnTo>
                    <a:pt x="152933" y="245872"/>
                  </a:lnTo>
                  <a:lnTo>
                    <a:pt x="162814" y="244094"/>
                  </a:lnTo>
                  <a:lnTo>
                    <a:pt x="172631" y="245872"/>
                  </a:lnTo>
                  <a:lnTo>
                    <a:pt x="172351" y="245872"/>
                  </a:lnTo>
                  <a:lnTo>
                    <a:pt x="179832" y="250621"/>
                  </a:lnTo>
                  <a:lnTo>
                    <a:pt x="185127" y="258191"/>
                  </a:lnTo>
                  <a:lnTo>
                    <a:pt x="187706" y="268109"/>
                  </a:lnTo>
                  <a:lnTo>
                    <a:pt x="187706" y="240779"/>
                  </a:lnTo>
                  <a:lnTo>
                    <a:pt x="179171" y="234607"/>
                  </a:lnTo>
                  <a:lnTo>
                    <a:pt x="163322" y="231394"/>
                  </a:lnTo>
                  <a:lnTo>
                    <a:pt x="146735" y="234607"/>
                  </a:lnTo>
                  <a:lnTo>
                    <a:pt x="133680" y="243573"/>
                  </a:lnTo>
                  <a:lnTo>
                    <a:pt x="125120" y="257390"/>
                  </a:lnTo>
                  <a:lnTo>
                    <a:pt x="122123" y="274586"/>
                  </a:lnTo>
                  <a:lnTo>
                    <a:pt x="122047" y="275082"/>
                  </a:lnTo>
                  <a:lnTo>
                    <a:pt x="125133" y="292709"/>
                  </a:lnTo>
                  <a:lnTo>
                    <a:pt x="133794" y="306349"/>
                  </a:lnTo>
                  <a:lnTo>
                    <a:pt x="147116" y="315150"/>
                  </a:lnTo>
                  <a:lnTo>
                    <a:pt x="164211" y="318262"/>
                  </a:lnTo>
                  <a:lnTo>
                    <a:pt x="173253" y="317677"/>
                  </a:lnTo>
                  <a:lnTo>
                    <a:pt x="182003" y="315633"/>
                  </a:lnTo>
                  <a:lnTo>
                    <a:pt x="190296" y="311734"/>
                  </a:lnTo>
                  <a:lnTo>
                    <a:pt x="197993" y="305562"/>
                  </a:lnTo>
                  <a:lnTo>
                    <a:pt x="190500" y="295287"/>
                  </a:lnTo>
                  <a:lnTo>
                    <a:pt x="184899" y="299618"/>
                  </a:lnTo>
                  <a:lnTo>
                    <a:pt x="178650" y="302856"/>
                  </a:lnTo>
                  <a:lnTo>
                    <a:pt x="171881" y="304876"/>
                  </a:lnTo>
                  <a:lnTo>
                    <a:pt x="164719" y="305562"/>
                  </a:lnTo>
                  <a:lnTo>
                    <a:pt x="154622" y="303911"/>
                  </a:lnTo>
                  <a:lnTo>
                    <a:pt x="146050" y="299008"/>
                  </a:lnTo>
                  <a:lnTo>
                    <a:pt x="139750" y="290944"/>
                  </a:lnTo>
                  <a:lnTo>
                    <a:pt x="136525" y="279781"/>
                  </a:lnTo>
                  <a:lnTo>
                    <a:pt x="202184" y="279781"/>
                  </a:lnTo>
                  <a:lnTo>
                    <a:pt x="202184" y="274586"/>
                  </a:lnTo>
                  <a:close/>
                </a:path>
                <a:path w="709930" h="1331595">
                  <a:moveTo>
                    <a:pt x="280670" y="71882"/>
                  </a:moveTo>
                  <a:lnTo>
                    <a:pt x="278333" y="58724"/>
                  </a:lnTo>
                  <a:lnTo>
                    <a:pt x="278307" y="58585"/>
                  </a:lnTo>
                  <a:lnTo>
                    <a:pt x="278180" y="57886"/>
                  </a:lnTo>
                  <a:lnTo>
                    <a:pt x="246380" y="38100"/>
                  </a:lnTo>
                  <a:lnTo>
                    <a:pt x="237667" y="38963"/>
                  </a:lnTo>
                  <a:lnTo>
                    <a:pt x="229006" y="41783"/>
                  </a:lnTo>
                  <a:lnTo>
                    <a:pt x="221119" y="47040"/>
                  </a:lnTo>
                  <a:lnTo>
                    <a:pt x="214884" y="54991"/>
                  </a:lnTo>
                  <a:lnTo>
                    <a:pt x="212483" y="51689"/>
                  </a:lnTo>
                  <a:lnTo>
                    <a:pt x="183896" y="38100"/>
                  </a:lnTo>
                  <a:lnTo>
                    <a:pt x="176441" y="38773"/>
                  </a:lnTo>
                  <a:lnTo>
                    <a:pt x="169049" y="40919"/>
                  </a:lnTo>
                  <a:lnTo>
                    <a:pt x="162153" y="44805"/>
                  </a:lnTo>
                  <a:lnTo>
                    <a:pt x="156210" y="50673"/>
                  </a:lnTo>
                  <a:lnTo>
                    <a:pt x="156210" y="39878"/>
                  </a:lnTo>
                  <a:lnTo>
                    <a:pt x="142113" y="39878"/>
                  </a:lnTo>
                  <a:lnTo>
                    <a:pt x="142113" y="123063"/>
                  </a:lnTo>
                  <a:lnTo>
                    <a:pt x="156210" y="123063"/>
                  </a:lnTo>
                  <a:lnTo>
                    <a:pt x="156210" y="76073"/>
                  </a:lnTo>
                  <a:lnTo>
                    <a:pt x="158178" y="65519"/>
                  </a:lnTo>
                  <a:lnTo>
                    <a:pt x="163550" y="57886"/>
                  </a:lnTo>
                  <a:lnTo>
                    <a:pt x="171475" y="53251"/>
                  </a:lnTo>
                  <a:lnTo>
                    <a:pt x="181102" y="51689"/>
                  </a:lnTo>
                  <a:lnTo>
                    <a:pt x="190842" y="53251"/>
                  </a:lnTo>
                  <a:lnTo>
                    <a:pt x="198069" y="57886"/>
                  </a:lnTo>
                  <a:lnTo>
                    <a:pt x="202539" y="65519"/>
                  </a:lnTo>
                  <a:lnTo>
                    <a:pt x="204089" y="76073"/>
                  </a:lnTo>
                  <a:lnTo>
                    <a:pt x="204089" y="123444"/>
                  </a:lnTo>
                  <a:lnTo>
                    <a:pt x="218694" y="123444"/>
                  </a:lnTo>
                  <a:lnTo>
                    <a:pt x="218782" y="76073"/>
                  </a:lnTo>
                  <a:lnTo>
                    <a:pt x="243078" y="52197"/>
                  </a:lnTo>
                  <a:lnTo>
                    <a:pt x="253314" y="53886"/>
                  </a:lnTo>
                  <a:lnTo>
                    <a:pt x="253072" y="53886"/>
                  </a:lnTo>
                  <a:lnTo>
                    <a:pt x="260184" y="58585"/>
                  </a:lnTo>
                  <a:lnTo>
                    <a:pt x="264579" y="66243"/>
                  </a:lnTo>
                  <a:lnTo>
                    <a:pt x="265988" y="76073"/>
                  </a:lnTo>
                  <a:lnTo>
                    <a:pt x="266065" y="124460"/>
                  </a:lnTo>
                  <a:lnTo>
                    <a:pt x="280670" y="124460"/>
                  </a:lnTo>
                  <a:lnTo>
                    <a:pt x="280670" y="71882"/>
                  </a:lnTo>
                  <a:close/>
                </a:path>
                <a:path w="709930" h="1331595">
                  <a:moveTo>
                    <a:pt x="306451" y="189611"/>
                  </a:moveTo>
                  <a:lnTo>
                    <a:pt x="292354" y="189611"/>
                  </a:lnTo>
                  <a:lnTo>
                    <a:pt x="292354" y="275082"/>
                  </a:lnTo>
                  <a:lnTo>
                    <a:pt x="290296" y="286677"/>
                  </a:lnTo>
                  <a:lnTo>
                    <a:pt x="290258" y="286893"/>
                  </a:lnTo>
                  <a:lnTo>
                    <a:pt x="284492" y="296214"/>
                  </a:lnTo>
                  <a:lnTo>
                    <a:pt x="284378" y="296405"/>
                  </a:lnTo>
                  <a:lnTo>
                    <a:pt x="275310" y="302755"/>
                  </a:lnTo>
                  <a:lnTo>
                    <a:pt x="263652" y="305054"/>
                  </a:lnTo>
                  <a:lnTo>
                    <a:pt x="252399" y="302755"/>
                  </a:lnTo>
                  <a:lnTo>
                    <a:pt x="252158" y="302755"/>
                  </a:lnTo>
                  <a:lnTo>
                    <a:pt x="243027" y="296214"/>
                  </a:lnTo>
                  <a:lnTo>
                    <a:pt x="237159" y="286677"/>
                  </a:lnTo>
                  <a:lnTo>
                    <a:pt x="235077" y="275082"/>
                  </a:lnTo>
                  <a:lnTo>
                    <a:pt x="237159" y="263474"/>
                  </a:lnTo>
                  <a:lnTo>
                    <a:pt x="243027" y="253898"/>
                  </a:lnTo>
                  <a:lnTo>
                    <a:pt x="252056" y="247383"/>
                  </a:lnTo>
                  <a:lnTo>
                    <a:pt x="263652" y="244983"/>
                  </a:lnTo>
                  <a:lnTo>
                    <a:pt x="275666" y="247383"/>
                  </a:lnTo>
                  <a:lnTo>
                    <a:pt x="275412" y="247383"/>
                  </a:lnTo>
                  <a:lnTo>
                    <a:pt x="284378" y="253707"/>
                  </a:lnTo>
                  <a:lnTo>
                    <a:pt x="290258" y="263258"/>
                  </a:lnTo>
                  <a:lnTo>
                    <a:pt x="292354" y="275082"/>
                  </a:lnTo>
                  <a:lnTo>
                    <a:pt x="292354" y="189611"/>
                  </a:lnTo>
                  <a:lnTo>
                    <a:pt x="291846" y="189611"/>
                  </a:lnTo>
                  <a:lnTo>
                    <a:pt x="291846" y="244614"/>
                  </a:lnTo>
                  <a:lnTo>
                    <a:pt x="286296" y="238950"/>
                  </a:lnTo>
                  <a:lnTo>
                    <a:pt x="279590" y="234810"/>
                  </a:lnTo>
                  <a:lnTo>
                    <a:pt x="271729" y="232270"/>
                  </a:lnTo>
                  <a:lnTo>
                    <a:pt x="262763" y="231394"/>
                  </a:lnTo>
                  <a:lnTo>
                    <a:pt x="246316" y="234657"/>
                  </a:lnTo>
                  <a:lnTo>
                    <a:pt x="233057" y="243713"/>
                  </a:lnTo>
                  <a:lnTo>
                    <a:pt x="224193" y="257543"/>
                  </a:lnTo>
                  <a:lnTo>
                    <a:pt x="220980" y="275082"/>
                  </a:lnTo>
                  <a:lnTo>
                    <a:pt x="224193" y="292341"/>
                  </a:lnTo>
                  <a:lnTo>
                    <a:pt x="233057" y="306006"/>
                  </a:lnTo>
                  <a:lnTo>
                    <a:pt x="246316" y="315023"/>
                  </a:lnTo>
                  <a:lnTo>
                    <a:pt x="262763" y="318262"/>
                  </a:lnTo>
                  <a:lnTo>
                    <a:pt x="271729" y="317334"/>
                  </a:lnTo>
                  <a:lnTo>
                    <a:pt x="279590" y="314731"/>
                  </a:lnTo>
                  <a:lnTo>
                    <a:pt x="286296" y="310718"/>
                  </a:lnTo>
                  <a:lnTo>
                    <a:pt x="291846" y="305562"/>
                  </a:lnTo>
                  <a:lnTo>
                    <a:pt x="291846" y="316357"/>
                  </a:lnTo>
                  <a:lnTo>
                    <a:pt x="306451" y="316357"/>
                  </a:lnTo>
                  <a:lnTo>
                    <a:pt x="306451" y="305562"/>
                  </a:lnTo>
                  <a:lnTo>
                    <a:pt x="306451" y="305054"/>
                  </a:lnTo>
                  <a:lnTo>
                    <a:pt x="306451" y="244983"/>
                  </a:lnTo>
                  <a:lnTo>
                    <a:pt x="306451" y="244614"/>
                  </a:lnTo>
                  <a:lnTo>
                    <a:pt x="306451" y="189611"/>
                  </a:lnTo>
                  <a:close/>
                </a:path>
                <a:path w="709930" h="1331595">
                  <a:moveTo>
                    <a:pt x="390017" y="39878"/>
                  </a:moveTo>
                  <a:lnTo>
                    <a:pt x="376301" y="39878"/>
                  </a:lnTo>
                  <a:lnTo>
                    <a:pt x="376301" y="81280"/>
                  </a:lnTo>
                  <a:lnTo>
                    <a:pt x="374281" y="92875"/>
                  </a:lnTo>
                  <a:lnTo>
                    <a:pt x="374205" y="93306"/>
                  </a:lnTo>
                  <a:lnTo>
                    <a:pt x="368338" y="102793"/>
                  </a:lnTo>
                  <a:lnTo>
                    <a:pt x="359308" y="109016"/>
                  </a:lnTo>
                  <a:lnTo>
                    <a:pt x="347726" y="111252"/>
                  </a:lnTo>
                  <a:lnTo>
                    <a:pt x="336105" y="108877"/>
                  </a:lnTo>
                  <a:lnTo>
                    <a:pt x="327037" y="102412"/>
                  </a:lnTo>
                  <a:lnTo>
                    <a:pt x="321132" y="92875"/>
                  </a:lnTo>
                  <a:lnTo>
                    <a:pt x="319024" y="81280"/>
                  </a:lnTo>
                  <a:lnTo>
                    <a:pt x="320979" y="69697"/>
                  </a:lnTo>
                  <a:lnTo>
                    <a:pt x="326656" y="60299"/>
                  </a:lnTo>
                  <a:lnTo>
                    <a:pt x="335686" y="54000"/>
                  </a:lnTo>
                  <a:lnTo>
                    <a:pt x="347726" y="51689"/>
                  </a:lnTo>
                  <a:lnTo>
                    <a:pt x="359587" y="54000"/>
                  </a:lnTo>
                  <a:lnTo>
                    <a:pt x="359384" y="54000"/>
                  </a:lnTo>
                  <a:lnTo>
                    <a:pt x="368338" y="60159"/>
                  </a:lnTo>
                  <a:lnTo>
                    <a:pt x="374205" y="69532"/>
                  </a:lnTo>
                  <a:lnTo>
                    <a:pt x="376301" y="81280"/>
                  </a:lnTo>
                  <a:lnTo>
                    <a:pt x="376301" y="39878"/>
                  </a:lnTo>
                  <a:lnTo>
                    <a:pt x="375412" y="39878"/>
                  </a:lnTo>
                  <a:lnTo>
                    <a:pt x="375412" y="50673"/>
                  </a:lnTo>
                  <a:lnTo>
                    <a:pt x="369849" y="45389"/>
                  </a:lnTo>
                  <a:lnTo>
                    <a:pt x="363093" y="41440"/>
                  </a:lnTo>
                  <a:lnTo>
                    <a:pt x="355079" y="38963"/>
                  </a:lnTo>
                  <a:lnTo>
                    <a:pt x="345821" y="38100"/>
                  </a:lnTo>
                  <a:lnTo>
                    <a:pt x="328980" y="41440"/>
                  </a:lnTo>
                  <a:lnTo>
                    <a:pt x="329298" y="41440"/>
                  </a:lnTo>
                  <a:lnTo>
                    <a:pt x="316166" y="50368"/>
                  </a:lnTo>
                  <a:lnTo>
                    <a:pt x="307276" y="64033"/>
                  </a:lnTo>
                  <a:lnTo>
                    <a:pt x="304038" y="81280"/>
                  </a:lnTo>
                  <a:lnTo>
                    <a:pt x="307276" y="98755"/>
                  </a:lnTo>
                  <a:lnTo>
                    <a:pt x="316166" y="112547"/>
                  </a:lnTo>
                  <a:lnTo>
                    <a:pt x="329425" y="121589"/>
                  </a:lnTo>
                  <a:lnTo>
                    <a:pt x="345821" y="124841"/>
                  </a:lnTo>
                  <a:lnTo>
                    <a:pt x="355079" y="123863"/>
                  </a:lnTo>
                  <a:lnTo>
                    <a:pt x="363080" y="121119"/>
                  </a:lnTo>
                  <a:lnTo>
                    <a:pt x="369849" y="116967"/>
                  </a:lnTo>
                  <a:lnTo>
                    <a:pt x="375412" y="111760"/>
                  </a:lnTo>
                  <a:lnTo>
                    <a:pt x="375412" y="123063"/>
                  </a:lnTo>
                  <a:lnTo>
                    <a:pt x="390017" y="123063"/>
                  </a:lnTo>
                  <a:lnTo>
                    <a:pt x="390017" y="111760"/>
                  </a:lnTo>
                  <a:lnTo>
                    <a:pt x="390017" y="111252"/>
                  </a:lnTo>
                  <a:lnTo>
                    <a:pt x="390017" y="51689"/>
                  </a:lnTo>
                  <a:lnTo>
                    <a:pt x="390017" y="50673"/>
                  </a:lnTo>
                  <a:lnTo>
                    <a:pt x="390017" y="39878"/>
                  </a:lnTo>
                  <a:close/>
                </a:path>
                <a:path w="709930" h="1331595">
                  <a:moveTo>
                    <a:pt x="401193" y="292481"/>
                  </a:moveTo>
                  <a:lnTo>
                    <a:pt x="362712" y="268109"/>
                  </a:lnTo>
                  <a:lnTo>
                    <a:pt x="352933" y="266585"/>
                  </a:lnTo>
                  <a:lnTo>
                    <a:pt x="346329" y="263779"/>
                  </a:lnTo>
                  <a:lnTo>
                    <a:pt x="346329" y="249326"/>
                  </a:lnTo>
                  <a:lnTo>
                    <a:pt x="354330" y="244614"/>
                  </a:lnTo>
                  <a:lnTo>
                    <a:pt x="365125" y="244614"/>
                  </a:lnTo>
                  <a:lnTo>
                    <a:pt x="373341" y="245237"/>
                  </a:lnTo>
                  <a:lnTo>
                    <a:pt x="380949" y="246926"/>
                  </a:lnTo>
                  <a:lnTo>
                    <a:pt x="387426" y="249326"/>
                  </a:lnTo>
                  <a:lnTo>
                    <a:pt x="392303" y="252095"/>
                  </a:lnTo>
                  <a:lnTo>
                    <a:pt x="396811" y="244614"/>
                  </a:lnTo>
                  <a:lnTo>
                    <a:pt x="366014" y="231394"/>
                  </a:lnTo>
                  <a:lnTo>
                    <a:pt x="351993" y="233121"/>
                  </a:lnTo>
                  <a:lnTo>
                    <a:pt x="341350" y="238163"/>
                  </a:lnTo>
                  <a:lnTo>
                    <a:pt x="334594" y="246291"/>
                  </a:lnTo>
                  <a:lnTo>
                    <a:pt x="332232" y="257314"/>
                  </a:lnTo>
                  <a:lnTo>
                    <a:pt x="333908" y="266153"/>
                  </a:lnTo>
                  <a:lnTo>
                    <a:pt x="369316" y="282067"/>
                  </a:lnTo>
                  <a:lnTo>
                    <a:pt x="381736" y="283184"/>
                  </a:lnTo>
                  <a:lnTo>
                    <a:pt x="380746" y="283184"/>
                  </a:lnTo>
                  <a:lnTo>
                    <a:pt x="386207" y="287286"/>
                  </a:lnTo>
                  <a:lnTo>
                    <a:pt x="386207" y="293878"/>
                  </a:lnTo>
                  <a:lnTo>
                    <a:pt x="384733" y="299173"/>
                  </a:lnTo>
                  <a:lnTo>
                    <a:pt x="380441" y="303123"/>
                  </a:lnTo>
                  <a:lnTo>
                    <a:pt x="373507" y="305600"/>
                  </a:lnTo>
                  <a:lnTo>
                    <a:pt x="364109" y="306463"/>
                  </a:lnTo>
                  <a:lnTo>
                    <a:pt x="354545" y="305727"/>
                  </a:lnTo>
                  <a:lnTo>
                    <a:pt x="346748" y="303771"/>
                  </a:lnTo>
                  <a:lnTo>
                    <a:pt x="340372" y="300939"/>
                  </a:lnTo>
                  <a:lnTo>
                    <a:pt x="335026" y="297561"/>
                  </a:lnTo>
                  <a:lnTo>
                    <a:pt x="328930" y="308356"/>
                  </a:lnTo>
                  <a:lnTo>
                    <a:pt x="337667" y="313359"/>
                  </a:lnTo>
                  <a:lnTo>
                    <a:pt x="346710" y="316572"/>
                  </a:lnTo>
                  <a:lnTo>
                    <a:pt x="355638" y="318274"/>
                  </a:lnTo>
                  <a:lnTo>
                    <a:pt x="364109" y="318770"/>
                  </a:lnTo>
                  <a:lnTo>
                    <a:pt x="379590" y="316903"/>
                  </a:lnTo>
                  <a:lnTo>
                    <a:pt x="391261" y="311581"/>
                  </a:lnTo>
                  <a:lnTo>
                    <a:pt x="395820" y="306463"/>
                  </a:lnTo>
                  <a:lnTo>
                    <a:pt x="398627" y="303288"/>
                  </a:lnTo>
                  <a:lnTo>
                    <a:pt x="401193" y="292481"/>
                  </a:lnTo>
                  <a:close/>
                </a:path>
                <a:path w="709930" h="1331595">
                  <a:moveTo>
                    <a:pt x="486664" y="110363"/>
                  </a:moveTo>
                  <a:lnTo>
                    <a:pt x="434594" y="110363"/>
                  </a:lnTo>
                  <a:lnTo>
                    <a:pt x="486156" y="50292"/>
                  </a:lnTo>
                  <a:lnTo>
                    <a:pt x="486156" y="39878"/>
                  </a:lnTo>
                  <a:lnTo>
                    <a:pt x="416687" y="39878"/>
                  </a:lnTo>
                  <a:lnTo>
                    <a:pt x="416687" y="52578"/>
                  </a:lnTo>
                  <a:lnTo>
                    <a:pt x="467360" y="52578"/>
                  </a:lnTo>
                  <a:lnTo>
                    <a:pt x="415290" y="112649"/>
                  </a:lnTo>
                  <a:lnTo>
                    <a:pt x="415290" y="123063"/>
                  </a:lnTo>
                  <a:lnTo>
                    <a:pt x="486664" y="123063"/>
                  </a:lnTo>
                  <a:lnTo>
                    <a:pt x="486664" y="110363"/>
                  </a:lnTo>
                  <a:close/>
                </a:path>
                <a:path w="709930" h="1331595">
                  <a:moveTo>
                    <a:pt x="500761" y="265188"/>
                  </a:moveTo>
                  <a:lnTo>
                    <a:pt x="498246" y="251485"/>
                  </a:lnTo>
                  <a:lnTo>
                    <a:pt x="493966" y="244983"/>
                  </a:lnTo>
                  <a:lnTo>
                    <a:pt x="493369" y="244094"/>
                  </a:lnTo>
                  <a:lnTo>
                    <a:pt x="491121" y="240715"/>
                  </a:lnTo>
                  <a:lnTo>
                    <a:pt x="480123" y="233845"/>
                  </a:lnTo>
                  <a:lnTo>
                    <a:pt x="465963" y="231394"/>
                  </a:lnTo>
                  <a:lnTo>
                    <a:pt x="458571" y="232067"/>
                  </a:lnTo>
                  <a:lnTo>
                    <a:pt x="451319" y="234226"/>
                  </a:lnTo>
                  <a:lnTo>
                    <a:pt x="444601" y="238150"/>
                  </a:lnTo>
                  <a:lnTo>
                    <a:pt x="438785" y="244094"/>
                  </a:lnTo>
                  <a:lnTo>
                    <a:pt x="438785" y="189611"/>
                  </a:lnTo>
                  <a:lnTo>
                    <a:pt x="424688" y="189611"/>
                  </a:lnTo>
                  <a:lnTo>
                    <a:pt x="424688" y="316865"/>
                  </a:lnTo>
                  <a:lnTo>
                    <a:pt x="438785" y="316865"/>
                  </a:lnTo>
                  <a:lnTo>
                    <a:pt x="438785" y="269887"/>
                  </a:lnTo>
                  <a:lnTo>
                    <a:pt x="440677" y="259295"/>
                  </a:lnTo>
                  <a:lnTo>
                    <a:pt x="445871" y="251485"/>
                  </a:lnTo>
                  <a:lnTo>
                    <a:pt x="453618" y="246646"/>
                  </a:lnTo>
                  <a:lnTo>
                    <a:pt x="463169" y="244983"/>
                  </a:lnTo>
                  <a:lnTo>
                    <a:pt x="472909" y="246646"/>
                  </a:lnTo>
                  <a:lnTo>
                    <a:pt x="480136" y="251485"/>
                  </a:lnTo>
                  <a:lnTo>
                    <a:pt x="484606" y="259295"/>
                  </a:lnTo>
                  <a:lnTo>
                    <a:pt x="486156" y="269887"/>
                  </a:lnTo>
                  <a:lnTo>
                    <a:pt x="486156" y="317246"/>
                  </a:lnTo>
                  <a:lnTo>
                    <a:pt x="500761" y="317246"/>
                  </a:lnTo>
                  <a:lnTo>
                    <a:pt x="500761" y="265188"/>
                  </a:lnTo>
                  <a:close/>
                </a:path>
                <a:path w="709930" h="1331595">
                  <a:moveTo>
                    <a:pt x="544830" y="233311"/>
                  </a:moveTo>
                  <a:lnTo>
                    <a:pt x="530733" y="233311"/>
                  </a:lnTo>
                  <a:lnTo>
                    <a:pt x="530733" y="316865"/>
                  </a:lnTo>
                  <a:lnTo>
                    <a:pt x="544830" y="316865"/>
                  </a:lnTo>
                  <a:lnTo>
                    <a:pt x="544830" y="233311"/>
                  </a:lnTo>
                  <a:close/>
                </a:path>
                <a:path w="709930" h="1331595">
                  <a:moveTo>
                    <a:pt x="547624" y="198120"/>
                  </a:moveTo>
                  <a:lnTo>
                    <a:pt x="542925" y="193421"/>
                  </a:lnTo>
                  <a:lnTo>
                    <a:pt x="531241" y="193421"/>
                  </a:lnTo>
                  <a:lnTo>
                    <a:pt x="527050" y="198120"/>
                  </a:lnTo>
                  <a:lnTo>
                    <a:pt x="527050" y="209804"/>
                  </a:lnTo>
                  <a:lnTo>
                    <a:pt x="531749" y="213995"/>
                  </a:lnTo>
                  <a:lnTo>
                    <a:pt x="542925" y="213995"/>
                  </a:lnTo>
                  <a:lnTo>
                    <a:pt x="547624" y="209804"/>
                  </a:lnTo>
                  <a:lnTo>
                    <a:pt x="547624" y="198120"/>
                  </a:lnTo>
                  <a:close/>
                </a:path>
                <a:path w="709930" h="1331595">
                  <a:moveTo>
                    <a:pt x="592709" y="81280"/>
                  </a:moveTo>
                  <a:lnTo>
                    <a:pt x="589381" y="64249"/>
                  </a:lnTo>
                  <a:lnTo>
                    <a:pt x="580961" y="51689"/>
                  </a:lnTo>
                  <a:lnTo>
                    <a:pt x="580199" y="50558"/>
                  </a:lnTo>
                  <a:lnTo>
                    <a:pt x="578231" y="49263"/>
                  </a:lnTo>
                  <a:lnTo>
                    <a:pt x="578231" y="81280"/>
                  </a:lnTo>
                  <a:lnTo>
                    <a:pt x="575983" y="93472"/>
                  </a:lnTo>
                  <a:lnTo>
                    <a:pt x="569810" y="102946"/>
                  </a:lnTo>
                  <a:lnTo>
                    <a:pt x="560539" y="109080"/>
                  </a:lnTo>
                  <a:lnTo>
                    <a:pt x="549021" y="111252"/>
                  </a:lnTo>
                  <a:lnTo>
                    <a:pt x="537108" y="109080"/>
                  </a:lnTo>
                  <a:lnTo>
                    <a:pt x="527748" y="102946"/>
                  </a:lnTo>
                  <a:lnTo>
                    <a:pt x="521614" y="93472"/>
                  </a:lnTo>
                  <a:lnTo>
                    <a:pt x="519430" y="81280"/>
                  </a:lnTo>
                  <a:lnTo>
                    <a:pt x="521614" y="69316"/>
                  </a:lnTo>
                  <a:lnTo>
                    <a:pt x="527748" y="59969"/>
                  </a:lnTo>
                  <a:lnTo>
                    <a:pt x="537108" y="53873"/>
                  </a:lnTo>
                  <a:lnTo>
                    <a:pt x="549021" y="51689"/>
                  </a:lnTo>
                  <a:lnTo>
                    <a:pt x="560705" y="53873"/>
                  </a:lnTo>
                  <a:lnTo>
                    <a:pt x="569950" y="59969"/>
                  </a:lnTo>
                  <a:lnTo>
                    <a:pt x="576033" y="69316"/>
                  </a:lnTo>
                  <a:lnTo>
                    <a:pt x="578231" y="81280"/>
                  </a:lnTo>
                  <a:lnTo>
                    <a:pt x="578231" y="49263"/>
                  </a:lnTo>
                  <a:lnTo>
                    <a:pt x="566343" y="41427"/>
                  </a:lnTo>
                  <a:lnTo>
                    <a:pt x="549021" y="38100"/>
                  </a:lnTo>
                  <a:lnTo>
                    <a:pt x="531469" y="41427"/>
                  </a:lnTo>
                  <a:lnTo>
                    <a:pt x="517499" y="50558"/>
                  </a:lnTo>
                  <a:lnTo>
                    <a:pt x="508279" y="64249"/>
                  </a:lnTo>
                  <a:lnTo>
                    <a:pt x="504952" y="81280"/>
                  </a:lnTo>
                  <a:lnTo>
                    <a:pt x="508279" y="98539"/>
                  </a:lnTo>
                  <a:lnTo>
                    <a:pt x="517499" y="112356"/>
                  </a:lnTo>
                  <a:lnTo>
                    <a:pt x="531469" y="121526"/>
                  </a:lnTo>
                  <a:lnTo>
                    <a:pt x="549021" y="124841"/>
                  </a:lnTo>
                  <a:lnTo>
                    <a:pt x="566343" y="121526"/>
                  </a:lnTo>
                  <a:lnTo>
                    <a:pt x="580199" y="112356"/>
                  </a:lnTo>
                  <a:lnTo>
                    <a:pt x="580923" y="111252"/>
                  </a:lnTo>
                  <a:lnTo>
                    <a:pt x="589381" y="98539"/>
                  </a:lnTo>
                  <a:lnTo>
                    <a:pt x="592709" y="81280"/>
                  </a:lnTo>
                  <a:close/>
                </a:path>
                <a:path w="709930" h="1331595">
                  <a:moveTo>
                    <a:pt x="633476" y="194818"/>
                  </a:moveTo>
                  <a:lnTo>
                    <a:pt x="627380" y="191135"/>
                  </a:lnTo>
                  <a:lnTo>
                    <a:pt x="620014" y="188214"/>
                  </a:lnTo>
                  <a:lnTo>
                    <a:pt x="610616" y="188214"/>
                  </a:lnTo>
                  <a:lnTo>
                    <a:pt x="597750" y="190487"/>
                  </a:lnTo>
                  <a:lnTo>
                    <a:pt x="589127" y="196799"/>
                  </a:lnTo>
                  <a:lnTo>
                    <a:pt x="584301" y="206438"/>
                  </a:lnTo>
                  <a:lnTo>
                    <a:pt x="582803" y="218694"/>
                  </a:lnTo>
                  <a:lnTo>
                    <a:pt x="582803" y="232791"/>
                  </a:lnTo>
                  <a:lnTo>
                    <a:pt x="564134" y="232791"/>
                  </a:lnTo>
                  <a:lnTo>
                    <a:pt x="564134" y="245491"/>
                  </a:lnTo>
                  <a:lnTo>
                    <a:pt x="582803" y="245491"/>
                  </a:lnTo>
                  <a:lnTo>
                    <a:pt x="582803" y="315861"/>
                  </a:lnTo>
                  <a:lnTo>
                    <a:pt x="597408" y="315861"/>
                  </a:lnTo>
                  <a:lnTo>
                    <a:pt x="597408" y="245491"/>
                  </a:lnTo>
                  <a:lnTo>
                    <a:pt x="629793" y="245491"/>
                  </a:lnTo>
                  <a:lnTo>
                    <a:pt x="629793" y="233311"/>
                  </a:lnTo>
                  <a:lnTo>
                    <a:pt x="596900" y="233311"/>
                  </a:lnTo>
                  <a:lnTo>
                    <a:pt x="596900" y="208915"/>
                  </a:lnTo>
                  <a:lnTo>
                    <a:pt x="601599" y="202311"/>
                  </a:lnTo>
                  <a:lnTo>
                    <a:pt x="617601" y="202311"/>
                  </a:lnTo>
                  <a:lnTo>
                    <a:pt x="623189" y="204736"/>
                  </a:lnTo>
                  <a:lnTo>
                    <a:pt x="627888" y="207010"/>
                  </a:lnTo>
                  <a:lnTo>
                    <a:pt x="630034" y="202311"/>
                  </a:lnTo>
                  <a:lnTo>
                    <a:pt x="633476" y="194818"/>
                  </a:lnTo>
                  <a:close/>
                </a:path>
                <a:path w="709930" h="1331595">
                  <a:moveTo>
                    <a:pt x="693674" y="71374"/>
                  </a:moveTo>
                  <a:lnTo>
                    <a:pt x="691146" y="57886"/>
                  </a:lnTo>
                  <a:lnTo>
                    <a:pt x="691057" y="57442"/>
                  </a:lnTo>
                  <a:lnTo>
                    <a:pt x="687057" y="51689"/>
                  </a:lnTo>
                  <a:lnTo>
                    <a:pt x="686346" y="50673"/>
                  </a:lnTo>
                  <a:lnTo>
                    <a:pt x="683780" y="46977"/>
                  </a:lnTo>
                  <a:lnTo>
                    <a:pt x="672617" y="40398"/>
                  </a:lnTo>
                  <a:lnTo>
                    <a:pt x="658368" y="38100"/>
                  </a:lnTo>
                  <a:lnTo>
                    <a:pt x="651129" y="38773"/>
                  </a:lnTo>
                  <a:lnTo>
                    <a:pt x="643864" y="40919"/>
                  </a:lnTo>
                  <a:lnTo>
                    <a:pt x="637057" y="44805"/>
                  </a:lnTo>
                  <a:lnTo>
                    <a:pt x="631190" y="50673"/>
                  </a:lnTo>
                  <a:lnTo>
                    <a:pt x="631190" y="39878"/>
                  </a:lnTo>
                  <a:lnTo>
                    <a:pt x="616585" y="39878"/>
                  </a:lnTo>
                  <a:lnTo>
                    <a:pt x="616585" y="123063"/>
                  </a:lnTo>
                  <a:lnTo>
                    <a:pt x="631698" y="123063"/>
                  </a:lnTo>
                  <a:lnTo>
                    <a:pt x="631698" y="76073"/>
                  </a:lnTo>
                  <a:lnTo>
                    <a:pt x="633641" y="65519"/>
                  </a:lnTo>
                  <a:lnTo>
                    <a:pt x="638937" y="57886"/>
                  </a:lnTo>
                  <a:lnTo>
                    <a:pt x="646696" y="53251"/>
                  </a:lnTo>
                  <a:lnTo>
                    <a:pt x="656082" y="51689"/>
                  </a:lnTo>
                  <a:lnTo>
                    <a:pt x="665988" y="53251"/>
                  </a:lnTo>
                  <a:lnTo>
                    <a:pt x="673188" y="57886"/>
                  </a:lnTo>
                  <a:lnTo>
                    <a:pt x="677583" y="65519"/>
                  </a:lnTo>
                  <a:lnTo>
                    <a:pt x="679056" y="76073"/>
                  </a:lnTo>
                  <a:lnTo>
                    <a:pt x="679056" y="123444"/>
                  </a:lnTo>
                  <a:lnTo>
                    <a:pt x="693674" y="123444"/>
                  </a:lnTo>
                  <a:lnTo>
                    <a:pt x="693674" y="71374"/>
                  </a:lnTo>
                  <a:close/>
                </a:path>
                <a:path w="709930" h="1331595">
                  <a:moveTo>
                    <a:pt x="703961" y="674370"/>
                  </a:moveTo>
                  <a:lnTo>
                    <a:pt x="700252" y="656183"/>
                  </a:lnTo>
                  <a:lnTo>
                    <a:pt x="690168" y="641273"/>
                  </a:lnTo>
                  <a:lnTo>
                    <a:pt x="675233" y="631215"/>
                  </a:lnTo>
                  <a:lnTo>
                    <a:pt x="656958" y="627507"/>
                  </a:lnTo>
                  <a:lnTo>
                    <a:pt x="46863" y="627507"/>
                  </a:lnTo>
                  <a:lnTo>
                    <a:pt x="28663" y="631215"/>
                  </a:lnTo>
                  <a:lnTo>
                    <a:pt x="13754" y="641273"/>
                  </a:lnTo>
                  <a:lnTo>
                    <a:pt x="3695" y="656183"/>
                  </a:lnTo>
                  <a:lnTo>
                    <a:pt x="0" y="674370"/>
                  </a:lnTo>
                  <a:lnTo>
                    <a:pt x="0" y="1284605"/>
                  </a:lnTo>
                  <a:lnTo>
                    <a:pt x="3695" y="1302804"/>
                  </a:lnTo>
                  <a:lnTo>
                    <a:pt x="13754" y="1317713"/>
                  </a:lnTo>
                  <a:lnTo>
                    <a:pt x="28663" y="1327772"/>
                  </a:lnTo>
                  <a:lnTo>
                    <a:pt x="46863" y="1331468"/>
                  </a:lnTo>
                  <a:lnTo>
                    <a:pt x="656958" y="1331468"/>
                  </a:lnTo>
                  <a:lnTo>
                    <a:pt x="675233" y="1327772"/>
                  </a:lnTo>
                  <a:lnTo>
                    <a:pt x="690168" y="1317713"/>
                  </a:lnTo>
                  <a:lnTo>
                    <a:pt x="700252" y="1302804"/>
                  </a:lnTo>
                  <a:lnTo>
                    <a:pt x="703961" y="1284605"/>
                  </a:lnTo>
                  <a:lnTo>
                    <a:pt x="703961" y="674370"/>
                  </a:lnTo>
                  <a:close/>
                </a:path>
                <a:path w="709930" h="1331595">
                  <a:moveTo>
                    <a:pt x="709549" y="310261"/>
                  </a:moveTo>
                  <a:lnTo>
                    <a:pt x="706501" y="305562"/>
                  </a:lnTo>
                  <a:lnTo>
                    <a:pt x="702564" y="299466"/>
                  </a:lnTo>
                  <a:lnTo>
                    <a:pt x="697852" y="303288"/>
                  </a:lnTo>
                  <a:lnTo>
                    <a:pt x="691261" y="305562"/>
                  </a:lnTo>
                  <a:lnTo>
                    <a:pt x="676783" y="305562"/>
                  </a:lnTo>
                  <a:lnTo>
                    <a:pt x="669658" y="300355"/>
                  </a:lnTo>
                  <a:lnTo>
                    <a:pt x="669658" y="246507"/>
                  </a:lnTo>
                  <a:lnTo>
                    <a:pt x="704837" y="246507"/>
                  </a:lnTo>
                  <a:lnTo>
                    <a:pt x="704837" y="233311"/>
                  </a:lnTo>
                  <a:lnTo>
                    <a:pt x="670179" y="233311"/>
                  </a:lnTo>
                  <a:lnTo>
                    <a:pt x="670179" y="207010"/>
                  </a:lnTo>
                  <a:lnTo>
                    <a:pt x="655574" y="207010"/>
                  </a:lnTo>
                  <a:lnTo>
                    <a:pt x="655574" y="233311"/>
                  </a:lnTo>
                  <a:lnTo>
                    <a:pt x="638175" y="233311"/>
                  </a:lnTo>
                  <a:lnTo>
                    <a:pt x="638175" y="246507"/>
                  </a:lnTo>
                  <a:lnTo>
                    <a:pt x="655574" y="246507"/>
                  </a:lnTo>
                  <a:lnTo>
                    <a:pt x="655574" y="287286"/>
                  </a:lnTo>
                  <a:lnTo>
                    <a:pt x="657440" y="300355"/>
                  </a:lnTo>
                  <a:lnTo>
                    <a:pt x="657529" y="301015"/>
                  </a:lnTo>
                  <a:lnTo>
                    <a:pt x="663206" y="310680"/>
                  </a:lnTo>
                  <a:lnTo>
                    <a:pt x="672236" y="316395"/>
                  </a:lnTo>
                  <a:lnTo>
                    <a:pt x="684276" y="318262"/>
                  </a:lnTo>
                  <a:lnTo>
                    <a:pt x="691807" y="317677"/>
                  </a:lnTo>
                  <a:lnTo>
                    <a:pt x="698474" y="316026"/>
                  </a:lnTo>
                  <a:lnTo>
                    <a:pt x="704367" y="313499"/>
                  </a:lnTo>
                  <a:lnTo>
                    <a:pt x="709549" y="31026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2456414" y="4174997"/>
              <a:ext cx="525145" cy="542925"/>
            </a:xfrm>
            <a:custGeom>
              <a:avLst/>
              <a:gdLst/>
              <a:ahLst/>
              <a:cxnLst/>
              <a:rect l="l" t="t" r="r" b="b"/>
              <a:pathLst>
                <a:path w="525145" h="542925">
                  <a:moveTo>
                    <a:pt x="524764" y="303657"/>
                  </a:moveTo>
                  <a:lnTo>
                    <a:pt x="504952" y="274015"/>
                  </a:lnTo>
                  <a:lnTo>
                    <a:pt x="504952" y="302133"/>
                  </a:lnTo>
                  <a:lnTo>
                    <a:pt x="504952" y="302641"/>
                  </a:lnTo>
                  <a:lnTo>
                    <a:pt x="504571" y="303149"/>
                  </a:lnTo>
                  <a:lnTo>
                    <a:pt x="503174" y="304546"/>
                  </a:lnTo>
                  <a:lnTo>
                    <a:pt x="495554" y="305435"/>
                  </a:lnTo>
                  <a:lnTo>
                    <a:pt x="489966" y="305435"/>
                  </a:lnTo>
                  <a:lnTo>
                    <a:pt x="483870" y="304546"/>
                  </a:lnTo>
                  <a:lnTo>
                    <a:pt x="473760" y="302641"/>
                  </a:lnTo>
                  <a:lnTo>
                    <a:pt x="468007" y="301180"/>
                  </a:lnTo>
                  <a:lnTo>
                    <a:pt x="472287" y="272262"/>
                  </a:lnTo>
                  <a:lnTo>
                    <a:pt x="503174" y="298958"/>
                  </a:lnTo>
                  <a:lnTo>
                    <a:pt x="504571" y="300736"/>
                  </a:lnTo>
                  <a:lnTo>
                    <a:pt x="504952" y="302133"/>
                  </a:lnTo>
                  <a:lnTo>
                    <a:pt x="504952" y="274015"/>
                  </a:lnTo>
                  <a:lnTo>
                    <a:pt x="494525" y="265925"/>
                  </a:lnTo>
                  <a:lnTo>
                    <a:pt x="485355" y="259397"/>
                  </a:lnTo>
                  <a:lnTo>
                    <a:pt x="476999" y="253834"/>
                  </a:lnTo>
                  <a:lnTo>
                    <a:pt x="475195" y="252691"/>
                  </a:lnTo>
                  <a:lnTo>
                    <a:pt x="499376" y="89471"/>
                  </a:lnTo>
                  <a:lnTo>
                    <a:pt x="501269" y="85344"/>
                  </a:lnTo>
                  <a:lnTo>
                    <a:pt x="501269" y="73152"/>
                  </a:lnTo>
                  <a:lnTo>
                    <a:pt x="483489" y="52971"/>
                  </a:lnTo>
                  <a:lnTo>
                    <a:pt x="483489" y="77343"/>
                  </a:lnTo>
                  <a:lnTo>
                    <a:pt x="483489" y="81534"/>
                  </a:lnTo>
                  <a:lnTo>
                    <a:pt x="479780" y="86055"/>
                  </a:lnTo>
                  <a:lnTo>
                    <a:pt x="479780" y="109105"/>
                  </a:lnTo>
                  <a:lnTo>
                    <a:pt x="458419" y="252234"/>
                  </a:lnTo>
                  <a:lnTo>
                    <a:pt x="458089" y="252857"/>
                  </a:lnTo>
                  <a:lnTo>
                    <a:pt x="455803" y="257556"/>
                  </a:lnTo>
                  <a:lnTo>
                    <a:pt x="456692" y="262763"/>
                  </a:lnTo>
                  <a:lnTo>
                    <a:pt x="456844" y="262851"/>
                  </a:lnTo>
                  <a:lnTo>
                    <a:pt x="451815" y="296494"/>
                  </a:lnTo>
                  <a:lnTo>
                    <a:pt x="397167" y="276923"/>
                  </a:lnTo>
                  <a:lnTo>
                    <a:pt x="344131" y="255435"/>
                  </a:lnTo>
                  <a:lnTo>
                    <a:pt x="292671" y="233133"/>
                  </a:lnTo>
                  <a:lnTo>
                    <a:pt x="277266" y="225958"/>
                  </a:lnTo>
                  <a:lnTo>
                    <a:pt x="277876" y="222885"/>
                  </a:lnTo>
                  <a:lnTo>
                    <a:pt x="275628" y="211353"/>
                  </a:lnTo>
                  <a:lnTo>
                    <a:pt x="275526" y="211201"/>
                  </a:lnTo>
                  <a:lnTo>
                    <a:pt x="269468" y="201955"/>
                  </a:lnTo>
                  <a:lnTo>
                    <a:pt x="260477" y="195783"/>
                  </a:lnTo>
                  <a:lnTo>
                    <a:pt x="260477" y="216281"/>
                  </a:lnTo>
                  <a:lnTo>
                    <a:pt x="260477" y="218109"/>
                  </a:lnTo>
                  <a:lnTo>
                    <a:pt x="252476" y="214376"/>
                  </a:lnTo>
                  <a:lnTo>
                    <a:pt x="248793" y="212090"/>
                  </a:lnTo>
                  <a:lnTo>
                    <a:pt x="243078" y="214376"/>
                  </a:lnTo>
                  <a:lnTo>
                    <a:pt x="240792" y="218567"/>
                  </a:lnTo>
                  <a:lnTo>
                    <a:pt x="238379" y="223266"/>
                  </a:lnTo>
                  <a:lnTo>
                    <a:pt x="240284" y="228473"/>
                  </a:lnTo>
                  <a:lnTo>
                    <a:pt x="244983" y="228981"/>
                  </a:lnTo>
                  <a:lnTo>
                    <a:pt x="255612" y="233895"/>
                  </a:lnTo>
                  <a:lnTo>
                    <a:pt x="254889" y="234569"/>
                  </a:lnTo>
                  <a:lnTo>
                    <a:pt x="242189" y="234569"/>
                  </a:lnTo>
                  <a:lnTo>
                    <a:pt x="236982" y="229362"/>
                  </a:lnTo>
                  <a:lnTo>
                    <a:pt x="236982" y="216281"/>
                  </a:lnTo>
                  <a:lnTo>
                    <a:pt x="242189" y="211201"/>
                  </a:lnTo>
                  <a:lnTo>
                    <a:pt x="254889" y="211201"/>
                  </a:lnTo>
                  <a:lnTo>
                    <a:pt x="260477" y="216281"/>
                  </a:lnTo>
                  <a:lnTo>
                    <a:pt x="260477" y="195783"/>
                  </a:lnTo>
                  <a:lnTo>
                    <a:pt x="260248" y="195618"/>
                  </a:lnTo>
                  <a:lnTo>
                    <a:pt x="248793" y="193294"/>
                  </a:lnTo>
                  <a:lnTo>
                    <a:pt x="237197" y="195618"/>
                  </a:lnTo>
                  <a:lnTo>
                    <a:pt x="227799" y="201955"/>
                  </a:lnTo>
                  <a:lnTo>
                    <a:pt x="221602" y="211201"/>
                  </a:lnTo>
                  <a:lnTo>
                    <a:pt x="221500" y="211353"/>
                  </a:lnTo>
                  <a:lnTo>
                    <a:pt x="219202" y="222885"/>
                  </a:lnTo>
                  <a:lnTo>
                    <a:pt x="221500" y="234353"/>
                  </a:lnTo>
                  <a:lnTo>
                    <a:pt x="227799" y="243573"/>
                  </a:lnTo>
                  <a:lnTo>
                    <a:pt x="237197" y="249732"/>
                  </a:lnTo>
                  <a:lnTo>
                    <a:pt x="248793" y="251968"/>
                  </a:lnTo>
                  <a:lnTo>
                    <a:pt x="260248" y="249732"/>
                  </a:lnTo>
                  <a:lnTo>
                    <a:pt x="269468" y="243573"/>
                  </a:lnTo>
                  <a:lnTo>
                    <a:pt x="271132" y="241071"/>
                  </a:lnTo>
                  <a:lnTo>
                    <a:pt x="285623" y="247751"/>
                  </a:lnTo>
                  <a:lnTo>
                    <a:pt x="337654" y="270243"/>
                  </a:lnTo>
                  <a:lnTo>
                    <a:pt x="391350" y="292049"/>
                  </a:lnTo>
                  <a:lnTo>
                    <a:pt x="447217" y="312394"/>
                  </a:lnTo>
                  <a:lnTo>
                    <a:pt x="449351" y="313080"/>
                  </a:lnTo>
                  <a:lnTo>
                    <a:pt x="422910" y="490347"/>
                  </a:lnTo>
                  <a:lnTo>
                    <a:pt x="384937" y="510159"/>
                  </a:lnTo>
                  <a:lnTo>
                    <a:pt x="333095" y="520992"/>
                  </a:lnTo>
                  <a:lnTo>
                    <a:pt x="254889" y="525526"/>
                  </a:lnTo>
                  <a:lnTo>
                    <a:pt x="211975" y="524306"/>
                  </a:lnTo>
                  <a:lnTo>
                    <a:pt x="144653" y="516102"/>
                  </a:lnTo>
                  <a:lnTo>
                    <a:pt x="100088" y="503580"/>
                  </a:lnTo>
                  <a:lnTo>
                    <a:pt x="21501" y="108788"/>
                  </a:lnTo>
                  <a:lnTo>
                    <a:pt x="31826" y="115493"/>
                  </a:lnTo>
                  <a:lnTo>
                    <a:pt x="44094" y="122021"/>
                  </a:lnTo>
                  <a:lnTo>
                    <a:pt x="109943" y="145034"/>
                  </a:lnTo>
                  <a:lnTo>
                    <a:pt x="152158" y="153644"/>
                  </a:lnTo>
                  <a:lnTo>
                    <a:pt x="199720" y="159359"/>
                  </a:lnTo>
                  <a:lnTo>
                    <a:pt x="252095" y="161417"/>
                  </a:lnTo>
                  <a:lnTo>
                    <a:pt x="304317" y="159359"/>
                  </a:lnTo>
                  <a:lnTo>
                    <a:pt x="351663" y="153644"/>
                  </a:lnTo>
                  <a:lnTo>
                    <a:pt x="393573" y="145034"/>
                  </a:lnTo>
                  <a:lnTo>
                    <a:pt x="398614" y="143510"/>
                  </a:lnTo>
                  <a:lnTo>
                    <a:pt x="429514" y="134239"/>
                  </a:lnTo>
                  <a:lnTo>
                    <a:pt x="444817" y="128308"/>
                  </a:lnTo>
                  <a:lnTo>
                    <a:pt x="458368" y="122021"/>
                  </a:lnTo>
                  <a:lnTo>
                    <a:pt x="470154" y="115493"/>
                  </a:lnTo>
                  <a:lnTo>
                    <a:pt x="479780" y="109105"/>
                  </a:lnTo>
                  <a:lnTo>
                    <a:pt x="479780" y="86055"/>
                  </a:lnTo>
                  <a:lnTo>
                    <a:pt x="478790" y="87249"/>
                  </a:lnTo>
                  <a:lnTo>
                    <a:pt x="474980" y="90551"/>
                  </a:lnTo>
                  <a:lnTo>
                    <a:pt x="437388" y="111366"/>
                  </a:lnTo>
                  <a:lnTo>
                    <a:pt x="388683" y="127495"/>
                  </a:lnTo>
                  <a:lnTo>
                    <a:pt x="348335" y="135851"/>
                  </a:lnTo>
                  <a:lnTo>
                    <a:pt x="302437" y="141465"/>
                  </a:lnTo>
                  <a:lnTo>
                    <a:pt x="251587" y="143510"/>
                  </a:lnTo>
                  <a:lnTo>
                    <a:pt x="200571" y="141465"/>
                  </a:lnTo>
                  <a:lnTo>
                    <a:pt x="154317" y="135851"/>
                  </a:lnTo>
                  <a:lnTo>
                    <a:pt x="113512" y="127495"/>
                  </a:lnTo>
                  <a:lnTo>
                    <a:pt x="63944" y="111531"/>
                  </a:lnTo>
                  <a:lnTo>
                    <a:pt x="25908" y="90932"/>
                  </a:lnTo>
                  <a:lnTo>
                    <a:pt x="17399" y="78359"/>
                  </a:lnTo>
                  <a:lnTo>
                    <a:pt x="17106" y="78397"/>
                  </a:lnTo>
                  <a:lnTo>
                    <a:pt x="17399" y="77343"/>
                  </a:lnTo>
                  <a:lnTo>
                    <a:pt x="19685" y="74549"/>
                  </a:lnTo>
                  <a:lnTo>
                    <a:pt x="22098" y="71247"/>
                  </a:lnTo>
                  <a:lnTo>
                    <a:pt x="26289" y="67945"/>
                  </a:lnTo>
                  <a:lnTo>
                    <a:pt x="31496" y="65151"/>
                  </a:lnTo>
                  <a:lnTo>
                    <a:pt x="40932" y="59309"/>
                  </a:lnTo>
                  <a:lnTo>
                    <a:pt x="81280" y="42672"/>
                  </a:lnTo>
                  <a:lnTo>
                    <a:pt x="157213" y="25336"/>
                  </a:lnTo>
                  <a:lnTo>
                    <a:pt x="202323" y="20180"/>
                  </a:lnTo>
                  <a:lnTo>
                    <a:pt x="251079" y="18288"/>
                  </a:lnTo>
                  <a:lnTo>
                    <a:pt x="300951" y="20180"/>
                  </a:lnTo>
                  <a:lnTo>
                    <a:pt x="299999" y="20180"/>
                  </a:lnTo>
                  <a:lnTo>
                    <a:pt x="344271" y="25196"/>
                  </a:lnTo>
                  <a:lnTo>
                    <a:pt x="384429" y="32918"/>
                  </a:lnTo>
                  <a:lnTo>
                    <a:pt x="434594" y="47802"/>
                  </a:lnTo>
                  <a:lnTo>
                    <a:pt x="474091" y="67945"/>
                  </a:lnTo>
                  <a:lnTo>
                    <a:pt x="480187" y="74549"/>
                  </a:lnTo>
                  <a:lnTo>
                    <a:pt x="483489" y="77343"/>
                  </a:lnTo>
                  <a:lnTo>
                    <a:pt x="483489" y="52971"/>
                  </a:lnTo>
                  <a:lnTo>
                    <a:pt x="478282" y="49657"/>
                  </a:lnTo>
                  <a:lnTo>
                    <a:pt x="441020" y="31356"/>
                  </a:lnTo>
                  <a:lnTo>
                    <a:pt x="398614" y="18288"/>
                  </a:lnTo>
                  <a:lnTo>
                    <a:pt x="347383" y="7416"/>
                  </a:lnTo>
                  <a:lnTo>
                    <a:pt x="301231" y="1981"/>
                  </a:lnTo>
                  <a:lnTo>
                    <a:pt x="251587" y="0"/>
                  </a:lnTo>
                  <a:lnTo>
                    <a:pt x="201917" y="1981"/>
                  </a:lnTo>
                  <a:lnTo>
                    <a:pt x="155600" y="7416"/>
                  </a:lnTo>
                  <a:lnTo>
                    <a:pt x="113525" y="15595"/>
                  </a:lnTo>
                  <a:lnTo>
                    <a:pt x="76581" y="25781"/>
                  </a:lnTo>
                  <a:lnTo>
                    <a:pt x="33324" y="43167"/>
                  </a:lnTo>
                  <a:lnTo>
                    <a:pt x="7112" y="62865"/>
                  </a:lnTo>
                  <a:lnTo>
                    <a:pt x="2794" y="67564"/>
                  </a:lnTo>
                  <a:lnTo>
                    <a:pt x="0" y="72644"/>
                  </a:lnTo>
                  <a:lnTo>
                    <a:pt x="0" y="80645"/>
                  </a:lnTo>
                  <a:lnTo>
                    <a:pt x="0" y="85344"/>
                  </a:lnTo>
                  <a:lnTo>
                    <a:pt x="863" y="87096"/>
                  </a:lnTo>
                  <a:lnTo>
                    <a:pt x="56388" y="496951"/>
                  </a:lnTo>
                  <a:lnTo>
                    <a:pt x="61976" y="503047"/>
                  </a:lnTo>
                  <a:lnTo>
                    <a:pt x="104203" y="523024"/>
                  </a:lnTo>
                  <a:lnTo>
                    <a:pt x="141516" y="532777"/>
                  </a:lnTo>
                  <a:lnTo>
                    <a:pt x="211086" y="541197"/>
                  </a:lnTo>
                  <a:lnTo>
                    <a:pt x="254889" y="542417"/>
                  </a:lnTo>
                  <a:lnTo>
                    <a:pt x="298500" y="541197"/>
                  </a:lnTo>
                  <a:lnTo>
                    <a:pt x="365683" y="532777"/>
                  </a:lnTo>
                  <a:lnTo>
                    <a:pt x="408940" y="519430"/>
                  </a:lnTo>
                  <a:lnTo>
                    <a:pt x="439293" y="495046"/>
                  </a:lnTo>
                  <a:lnTo>
                    <a:pt x="465531" y="317893"/>
                  </a:lnTo>
                  <a:lnTo>
                    <a:pt x="470217" y="319151"/>
                  </a:lnTo>
                  <a:lnTo>
                    <a:pt x="481584" y="321437"/>
                  </a:lnTo>
                  <a:lnTo>
                    <a:pt x="496062" y="323342"/>
                  </a:lnTo>
                  <a:lnTo>
                    <a:pt x="502666" y="321818"/>
                  </a:lnTo>
                  <a:lnTo>
                    <a:pt x="509270" y="320929"/>
                  </a:lnTo>
                  <a:lnTo>
                    <a:pt x="516255" y="318135"/>
                  </a:lnTo>
                  <a:lnTo>
                    <a:pt x="520065" y="311531"/>
                  </a:lnTo>
                  <a:lnTo>
                    <a:pt x="523697" y="305435"/>
                  </a:lnTo>
                  <a:lnTo>
                    <a:pt x="524764" y="303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18339" y="4909439"/>
              <a:ext cx="197103" cy="126237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2364973" y="5345430"/>
              <a:ext cx="704215" cy="704215"/>
            </a:xfrm>
            <a:custGeom>
              <a:avLst/>
              <a:gdLst/>
              <a:ahLst/>
              <a:cxnLst/>
              <a:rect l="l" t="t" r="r" b="b"/>
              <a:pathLst>
                <a:path w="704215" h="704214">
                  <a:moveTo>
                    <a:pt x="656970" y="0"/>
                  </a:moveTo>
                  <a:lnTo>
                    <a:pt x="46862" y="0"/>
                  </a:lnTo>
                  <a:lnTo>
                    <a:pt x="28664" y="3696"/>
                  </a:lnTo>
                  <a:lnTo>
                    <a:pt x="13763" y="13763"/>
                  </a:lnTo>
                  <a:lnTo>
                    <a:pt x="3696" y="28664"/>
                  </a:lnTo>
                  <a:lnTo>
                    <a:pt x="0" y="46862"/>
                  </a:lnTo>
                  <a:lnTo>
                    <a:pt x="0" y="656971"/>
                  </a:lnTo>
                  <a:lnTo>
                    <a:pt x="3696" y="675243"/>
                  </a:lnTo>
                  <a:lnTo>
                    <a:pt x="13763" y="690181"/>
                  </a:lnTo>
                  <a:lnTo>
                    <a:pt x="28664" y="700262"/>
                  </a:lnTo>
                  <a:lnTo>
                    <a:pt x="46862" y="703961"/>
                  </a:lnTo>
                  <a:lnTo>
                    <a:pt x="656970" y="703961"/>
                  </a:lnTo>
                  <a:lnTo>
                    <a:pt x="675243" y="700262"/>
                  </a:lnTo>
                  <a:lnTo>
                    <a:pt x="690181" y="690181"/>
                  </a:lnTo>
                  <a:lnTo>
                    <a:pt x="700262" y="675243"/>
                  </a:lnTo>
                  <a:lnTo>
                    <a:pt x="703960" y="656971"/>
                  </a:lnTo>
                  <a:lnTo>
                    <a:pt x="703960" y="46862"/>
                  </a:lnTo>
                  <a:lnTo>
                    <a:pt x="700262" y="28664"/>
                  </a:lnTo>
                  <a:lnTo>
                    <a:pt x="690181" y="13763"/>
                  </a:lnTo>
                  <a:lnTo>
                    <a:pt x="675243" y="3696"/>
                  </a:lnTo>
                  <a:lnTo>
                    <a:pt x="656970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2482728" y="5453760"/>
              <a:ext cx="466725" cy="487045"/>
            </a:xfrm>
            <a:custGeom>
              <a:avLst/>
              <a:gdLst/>
              <a:ahLst/>
              <a:cxnLst/>
              <a:rect l="l" t="t" r="r" b="b"/>
              <a:pathLst>
                <a:path w="466725" h="487045">
                  <a:moveTo>
                    <a:pt x="213080" y="328549"/>
                  </a:moveTo>
                  <a:lnTo>
                    <a:pt x="193395" y="291934"/>
                  </a:lnTo>
                  <a:lnTo>
                    <a:pt x="193395" y="329057"/>
                  </a:lnTo>
                  <a:lnTo>
                    <a:pt x="131419" y="469392"/>
                  </a:lnTo>
                  <a:lnTo>
                    <a:pt x="19278" y="469392"/>
                  </a:lnTo>
                  <a:lnTo>
                    <a:pt x="138023" y="225298"/>
                  </a:lnTo>
                  <a:lnTo>
                    <a:pt x="193395" y="329057"/>
                  </a:lnTo>
                  <a:lnTo>
                    <a:pt x="193395" y="291934"/>
                  </a:lnTo>
                  <a:lnTo>
                    <a:pt x="157581" y="225298"/>
                  </a:lnTo>
                  <a:lnTo>
                    <a:pt x="136626" y="186309"/>
                  </a:lnTo>
                  <a:lnTo>
                    <a:pt x="1879" y="465582"/>
                  </a:lnTo>
                  <a:lnTo>
                    <a:pt x="0" y="473278"/>
                  </a:lnTo>
                  <a:lnTo>
                    <a:pt x="2222" y="480034"/>
                  </a:lnTo>
                  <a:lnTo>
                    <a:pt x="7442" y="484835"/>
                  </a:lnTo>
                  <a:lnTo>
                    <a:pt x="14579" y="486664"/>
                  </a:lnTo>
                  <a:lnTo>
                    <a:pt x="138912" y="486664"/>
                  </a:lnTo>
                  <a:lnTo>
                    <a:pt x="144119" y="483362"/>
                  </a:lnTo>
                  <a:lnTo>
                    <a:pt x="146405" y="478282"/>
                  </a:lnTo>
                  <a:lnTo>
                    <a:pt x="150355" y="469392"/>
                  </a:lnTo>
                  <a:lnTo>
                    <a:pt x="213080" y="328549"/>
                  </a:lnTo>
                  <a:close/>
                </a:path>
                <a:path w="466725" h="487045">
                  <a:moveTo>
                    <a:pt x="466572" y="380238"/>
                  </a:moveTo>
                  <a:lnTo>
                    <a:pt x="464921" y="372237"/>
                  </a:lnTo>
                  <a:lnTo>
                    <a:pt x="460451" y="365658"/>
                  </a:lnTo>
                  <a:lnTo>
                    <a:pt x="453872" y="361188"/>
                  </a:lnTo>
                  <a:lnTo>
                    <a:pt x="449173" y="360222"/>
                  </a:lnTo>
                  <a:lnTo>
                    <a:pt x="449173" y="378333"/>
                  </a:lnTo>
                  <a:lnTo>
                    <a:pt x="449173" y="467995"/>
                  </a:lnTo>
                  <a:lnTo>
                    <a:pt x="448157" y="469392"/>
                  </a:lnTo>
                  <a:lnTo>
                    <a:pt x="340207" y="469392"/>
                  </a:lnTo>
                  <a:lnTo>
                    <a:pt x="164312" y="109855"/>
                  </a:lnTo>
                  <a:lnTo>
                    <a:pt x="89636" y="109855"/>
                  </a:lnTo>
                  <a:lnTo>
                    <a:pt x="88620" y="108458"/>
                  </a:lnTo>
                  <a:lnTo>
                    <a:pt x="88620" y="18796"/>
                  </a:lnTo>
                  <a:lnTo>
                    <a:pt x="89636" y="17399"/>
                  </a:lnTo>
                  <a:lnTo>
                    <a:pt x="228066" y="17399"/>
                  </a:lnTo>
                  <a:lnTo>
                    <a:pt x="404088" y="377444"/>
                  </a:lnTo>
                  <a:lnTo>
                    <a:pt x="448157" y="377444"/>
                  </a:lnTo>
                  <a:lnTo>
                    <a:pt x="449173" y="378333"/>
                  </a:lnTo>
                  <a:lnTo>
                    <a:pt x="449173" y="360222"/>
                  </a:lnTo>
                  <a:lnTo>
                    <a:pt x="445871" y="359537"/>
                  </a:lnTo>
                  <a:lnTo>
                    <a:pt x="414883" y="359537"/>
                  </a:lnTo>
                  <a:lnTo>
                    <a:pt x="247269" y="17399"/>
                  </a:lnTo>
                  <a:lnTo>
                    <a:pt x="242671" y="8001"/>
                  </a:lnTo>
                  <a:lnTo>
                    <a:pt x="240258" y="2921"/>
                  </a:lnTo>
                  <a:lnTo>
                    <a:pt x="235559" y="0"/>
                  </a:lnTo>
                  <a:lnTo>
                    <a:pt x="91541" y="0"/>
                  </a:lnTo>
                  <a:lnTo>
                    <a:pt x="83527" y="1651"/>
                  </a:lnTo>
                  <a:lnTo>
                    <a:pt x="76949" y="6121"/>
                  </a:lnTo>
                  <a:lnTo>
                    <a:pt x="72478" y="12700"/>
                  </a:lnTo>
                  <a:lnTo>
                    <a:pt x="70840" y="20701"/>
                  </a:lnTo>
                  <a:lnTo>
                    <a:pt x="70459" y="20701"/>
                  </a:lnTo>
                  <a:lnTo>
                    <a:pt x="70459" y="106553"/>
                  </a:lnTo>
                  <a:lnTo>
                    <a:pt x="72072" y="114566"/>
                  </a:lnTo>
                  <a:lnTo>
                    <a:pt x="76504" y="121145"/>
                  </a:lnTo>
                  <a:lnTo>
                    <a:pt x="83045" y="125615"/>
                  </a:lnTo>
                  <a:lnTo>
                    <a:pt x="91033" y="127254"/>
                  </a:lnTo>
                  <a:lnTo>
                    <a:pt x="153009" y="127254"/>
                  </a:lnTo>
                  <a:lnTo>
                    <a:pt x="324713" y="478790"/>
                  </a:lnTo>
                  <a:lnTo>
                    <a:pt x="327126" y="483870"/>
                  </a:lnTo>
                  <a:lnTo>
                    <a:pt x="332333" y="486791"/>
                  </a:lnTo>
                  <a:lnTo>
                    <a:pt x="445871" y="486791"/>
                  </a:lnTo>
                  <a:lnTo>
                    <a:pt x="466572" y="466598"/>
                  </a:lnTo>
                  <a:lnTo>
                    <a:pt x="466572" y="380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2364974" y="6158737"/>
              <a:ext cx="704215" cy="1334135"/>
            </a:xfrm>
            <a:custGeom>
              <a:avLst/>
              <a:gdLst/>
              <a:ahLst/>
              <a:cxnLst/>
              <a:rect l="l" t="t" r="r" b="b"/>
              <a:pathLst>
                <a:path w="704215" h="1334134">
                  <a:moveTo>
                    <a:pt x="98933" y="304038"/>
                  </a:moveTo>
                  <a:lnTo>
                    <a:pt x="28067" y="304038"/>
                  </a:lnTo>
                  <a:lnTo>
                    <a:pt x="28067" y="195707"/>
                  </a:lnTo>
                  <a:lnTo>
                    <a:pt x="12573" y="195707"/>
                  </a:lnTo>
                  <a:lnTo>
                    <a:pt x="12573" y="318643"/>
                  </a:lnTo>
                  <a:lnTo>
                    <a:pt x="98933" y="318643"/>
                  </a:lnTo>
                  <a:lnTo>
                    <a:pt x="98933" y="304038"/>
                  </a:lnTo>
                  <a:close/>
                </a:path>
                <a:path w="704215" h="1334134">
                  <a:moveTo>
                    <a:pt x="196088" y="235585"/>
                  </a:moveTo>
                  <a:lnTo>
                    <a:pt x="183007" y="235585"/>
                  </a:lnTo>
                  <a:lnTo>
                    <a:pt x="183007" y="276860"/>
                  </a:lnTo>
                  <a:lnTo>
                    <a:pt x="180962" y="288455"/>
                  </a:lnTo>
                  <a:lnTo>
                    <a:pt x="180886" y="288886"/>
                  </a:lnTo>
                  <a:lnTo>
                    <a:pt x="174942" y="298373"/>
                  </a:lnTo>
                  <a:lnTo>
                    <a:pt x="165747" y="304596"/>
                  </a:lnTo>
                  <a:lnTo>
                    <a:pt x="153924" y="306832"/>
                  </a:lnTo>
                  <a:lnTo>
                    <a:pt x="142303" y="304457"/>
                  </a:lnTo>
                  <a:lnTo>
                    <a:pt x="133235" y="297992"/>
                  </a:lnTo>
                  <a:lnTo>
                    <a:pt x="127330" y="288455"/>
                  </a:lnTo>
                  <a:lnTo>
                    <a:pt x="125222" y="276860"/>
                  </a:lnTo>
                  <a:lnTo>
                    <a:pt x="127254" y="265328"/>
                  </a:lnTo>
                  <a:lnTo>
                    <a:pt x="133045" y="255930"/>
                  </a:lnTo>
                  <a:lnTo>
                    <a:pt x="142087" y="249593"/>
                  </a:lnTo>
                  <a:lnTo>
                    <a:pt x="153924" y="247269"/>
                  </a:lnTo>
                  <a:lnTo>
                    <a:pt x="166128" y="249593"/>
                  </a:lnTo>
                  <a:lnTo>
                    <a:pt x="165849" y="249593"/>
                  </a:lnTo>
                  <a:lnTo>
                    <a:pt x="174942" y="255739"/>
                  </a:lnTo>
                  <a:lnTo>
                    <a:pt x="180886" y="265112"/>
                  </a:lnTo>
                  <a:lnTo>
                    <a:pt x="183007" y="276860"/>
                  </a:lnTo>
                  <a:lnTo>
                    <a:pt x="183007" y="235585"/>
                  </a:lnTo>
                  <a:lnTo>
                    <a:pt x="181610" y="235585"/>
                  </a:lnTo>
                  <a:lnTo>
                    <a:pt x="181610" y="246380"/>
                  </a:lnTo>
                  <a:lnTo>
                    <a:pt x="176047" y="241236"/>
                  </a:lnTo>
                  <a:lnTo>
                    <a:pt x="169303" y="237223"/>
                  </a:lnTo>
                  <a:lnTo>
                    <a:pt x="161442" y="234619"/>
                  </a:lnTo>
                  <a:lnTo>
                    <a:pt x="152527" y="233680"/>
                  </a:lnTo>
                  <a:lnTo>
                    <a:pt x="136080" y="236880"/>
                  </a:lnTo>
                  <a:lnTo>
                    <a:pt x="122821" y="245795"/>
                  </a:lnTo>
                  <a:lnTo>
                    <a:pt x="113957" y="259461"/>
                  </a:lnTo>
                  <a:lnTo>
                    <a:pt x="110744" y="276860"/>
                  </a:lnTo>
                  <a:lnTo>
                    <a:pt x="113957" y="294411"/>
                  </a:lnTo>
                  <a:lnTo>
                    <a:pt x="122821" y="308241"/>
                  </a:lnTo>
                  <a:lnTo>
                    <a:pt x="136080" y="317296"/>
                  </a:lnTo>
                  <a:lnTo>
                    <a:pt x="152527" y="320548"/>
                  </a:lnTo>
                  <a:lnTo>
                    <a:pt x="161442" y="319544"/>
                  </a:lnTo>
                  <a:lnTo>
                    <a:pt x="169303" y="316763"/>
                  </a:lnTo>
                  <a:lnTo>
                    <a:pt x="176047" y="312572"/>
                  </a:lnTo>
                  <a:lnTo>
                    <a:pt x="181610" y="307340"/>
                  </a:lnTo>
                  <a:lnTo>
                    <a:pt x="181610" y="318643"/>
                  </a:lnTo>
                  <a:lnTo>
                    <a:pt x="196088" y="318643"/>
                  </a:lnTo>
                  <a:lnTo>
                    <a:pt x="196088" y="307340"/>
                  </a:lnTo>
                  <a:lnTo>
                    <a:pt x="196088" y="306832"/>
                  </a:lnTo>
                  <a:lnTo>
                    <a:pt x="196088" y="247269"/>
                  </a:lnTo>
                  <a:lnTo>
                    <a:pt x="196088" y="246380"/>
                  </a:lnTo>
                  <a:lnTo>
                    <a:pt x="196088" y="235585"/>
                  </a:lnTo>
                  <a:close/>
                </a:path>
                <a:path w="704215" h="1334134">
                  <a:moveTo>
                    <a:pt x="260858" y="125222"/>
                  </a:moveTo>
                  <a:lnTo>
                    <a:pt x="246989" y="91440"/>
                  </a:lnTo>
                  <a:lnTo>
                    <a:pt x="241046" y="76962"/>
                  </a:lnTo>
                  <a:lnTo>
                    <a:pt x="224282" y="36144"/>
                  </a:lnTo>
                  <a:lnTo>
                    <a:pt x="224282" y="76962"/>
                  </a:lnTo>
                  <a:lnTo>
                    <a:pt x="176403" y="76962"/>
                  </a:lnTo>
                  <a:lnTo>
                    <a:pt x="200406" y="17272"/>
                  </a:lnTo>
                  <a:lnTo>
                    <a:pt x="224282" y="76962"/>
                  </a:lnTo>
                  <a:lnTo>
                    <a:pt x="224282" y="36144"/>
                  </a:lnTo>
                  <a:lnTo>
                    <a:pt x="216535" y="17272"/>
                  </a:lnTo>
                  <a:lnTo>
                    <a:pt x="210185" y="1778"/>
                  </a:lnTo>
                  <a:lnTo>
                    <a:pt x="191008" y="1778"/>
                  </a:lnTo>
                  <a:lnTo>
                    <a:pt x="141224" y="125222"/>
                  </a:lnTo>
                  <a:lnTo>
                    <a:pt x="157607" y="125222"/>
                  </a:lnTo>
                  <a:lnTo>
                    <a:pt x="171196" y="91440"/>
                  </a:lnTo>
                  <a:lnTo>
                    <a:pt x="230886" y="91440"/>
                  </a:lnTo>
                  <a:lnTo>
                    <a:pt x="244475" y="125222"/>
                  </a:lnTo>
                  <a:lnTo>
                    <a:pt x="260858" y="125222"/>
                  </a:lnTo>
                  <a:close/>
                </a:path>
                <a:path w="704215" h="1334134">
                  <a:moveTo>
                    <a:pt x="364617" y="268478"/>
                  </a:moveTo>
                  <a:lnTo>
                    <a:pt x="344271" y="236016"/>
                  </a:lnTo>
                  <a:lnTo>
                    <a:pt x="329819" y="233680"/>
                  </a:lnTo>
                  <a:lnTo>
                    <a:pt x="321424" y="234543"/>
                  </a:lnTo>
                  <a:lnTo>
                    <a:pt x="312953" y="237363"/>
                  </a:lnTo>
                  <a:lnTo>
                    <a:pt x="305206" y="242582"/>
                  </a:lnTo>
                  <a:lnTo>
                    <a:pt x="298958" y="250571"/>
                  </a:lnTo>
                  <a:lnTo>
                    <a:pt x="296583" y="247269"/>
                  </a:lnTo>
                  <a:lnTo>
                    <a:pt x="267970" y="233680"/>
                  </a:lnTo>
                  <a:lnTo>
                    <a:pt x="260438" y="234353"/>
                  </a:lnTo>
                  <a:lnTo>
                    <a:pt x="253022" y="236512"/>
                  </a:lnTo>
                  <a:lnTo>
                    <a:pt x="246151" y="240436"/>
                  </a:lnTo>
                  <a:lnTo>
                    <a:pt x="240284" y="246380"/>
                  </a:lnTo>
                  <a:lnTo>
                    <a:pt x="240284" y="235585"/>
                  </a:lnTo>
                  <a:lnTo>
                    <a:pt x="226187" y="235585"/>
                  </a:lnTo>
                  <a:lnTo>
                    <a:pt x="226187" y="318643"/>
                  </a:lnTo>
                  <a:lnTo>
                    <a:pt x="240284" y="318643"/>
                  </a:lnTo>
                  <a:lnTo>
                    <a:pt x="240284" y="271653"/>
                  </a:lnTo>
                  <a:lnTo>
                    <a:pt x="242074" y="262039"/>
                  </a:lnTo>
                  <a:lnTo>
                    <a:pt x="265176" y="247269"/>
                  </a:lnTo>
                  <a:lnTo>
                    <a:pt x="274789" y="248856"/>
                  </a:lnTo>
                  <a:lnTo>
                    <a:pt x="281838" y="253517"/>
                  </a:lnTo>
                  <a:lnTo>
                    <a:pt x="286169" y="261150"/>
                  </a:lnTo>
                  <a:lnTo>
                    <a:pt x="287655" y="271653"/>
                  </a:lnTo>
                  <a:lnTo>
                    <a:pt x="287655" y="319151"/>
                  </a:lnTo>
                  <a:lnTo>
                    <a:pt x="302641" y="319151"/>
                  </a:lnTo>
                  <a:lnTo>
                    <a:pt x="302729" y="271653"/>
                  </a:lnTo>
                  <a:lnTo>
                    <a:pt x="327025" y="247777"/>
                  </a:lnTo>
                  <a:lnTo>
                    <a:pt x="337197" y="249491"/>
                  </a:lnTo>
                  <a:lnTo>
                    <a:pt x="336880" y="249491"/>
                  </a:lnTo>
                  <a:lnTo>
                    <a:pt x="343992" y="254165"/>
                  </a:lnTo>
                  <a:lnTo>
                    <a:pt x="348462" y="261823"/>
                  </a:lnTo>
                  <a:lnTo>
                    <a:pt x="349935" y="271653"/>
                  </a:lnTo>
                  <a:lnTo>
                    <a:pt x="350012" y="320040"/>
                  </a:lnTo>
                  <a:lnTo>
                    <a:pt x="364617" y="320040"/>
                  </a:lnTo>
                  <a:lnTo>
                    <a:pt x="364617" y="268478"/>
                  </a:lnTo>
                  <a:close/>
                </a:path>
                <a:path w="704215" h="1334134">
                  <a:moveTo>
                    <a:pt x="443484" y="1778"/>
                  </a:moveTo>
                  <a:lnTo>
                    <a:pt x="427482" y="1778"/>
                  </a:lnTo>
                  <a:lnTo>
                    <a:pt x="394716" y="107442"/>
                  </a:lnTo>
                  <a:lnTo>
                    <a:pt x="367131" y="22479"/>
                  </a:lnTo>
                  <a:lnTo>
                    <a:pt x="360426" y="1778"/>
                  </a:lnTo>
                  <a:lnTo>
                    <a:pt x="343027" y="1778"/>
                  </a:lnTo>
                  <a:lnTo>
                    <a:pt x="309626" y="107442"/>
                  </a:lnTo>
                  <a:lnTo>
                    <a:pt x="276860" y="1778"/>
                  </a:lnTo>
                  <a:lnTo>
                    <a:pt x="260477" y="1778"/>
                  </a:lnTo>
                  <a:lnTo>
                    <a:pt x="299339" y="125222"/>
                  </a:lnTo>
                  <a:lnTo>
                    <a:pt x="319024" y="125222"/>
                  </a:lnTo>
                  <a:lnTo>
                    <a:pt x="324713" y="107442"/>
                  </a:lnTo>
                  <a:lnTo>
                    <a:pt x="351917" y="22479"/>
                  </a:lnTo>
                  <a:lnTo>
                    <a:pt x="384810" y="125222"/>
                  </a:lnTo>
                  <a:lnTo>
                    <a:pt x="404114" y="125222"/>
                  </a:lnTo>
                  <a:lnTo>
                    <a:pt x="409778" y="107442"/>
                  </a:lnTo>
                  <a:lnTo>
                    <a:pt x="443484" y="1778"/>
                  </a:lnTo>
                  <a:close/>
                </a:path>
                <a:path w="704215" h="1334134">
                  <a:moveTo>
                    <a:pt x="480060" y="276860"/>
                  </a:moveTo>
                  <a:lnTo>
                    <a:pt x="476910" y="259613"/>
                  </a:lnTo>
                  <a:lnTo>
                    <a:pt x="469074" y="247269"/>
                  </a:lnTo>
                  <a:lnTo>
                    <a:pt x="468503" y="246380"/>
                  </a:lnTo>
                  <a:lnTo>
                    <a:pt x="468223" y="245935"/>
                  </a:lnTo>
                  <a:lnTo>
                    <a:pt x="465582" y="244119"/>
                  </a:lnTo>
                  <a:lnTo>
                    <a:pt x="465582" y="276860"/>
                  </a:lnTo>
                  <a:lnTo>
                    <a:pt x="463537" y="288455"/>
                  </a:lnTo>
                  <a:lnTo>
                    <a:pt x="457746" y="297992"/>
                  </a:lnTo>
                  <a:lnTo>
                    <a:pt x="448703" y="304457"/>
                  </a:lnTo>
                  <a:lnTo>
                    <a:pt x="436880" y="306832"/>
                  </a:lnTo>
                  <a:lnTo>
                    <a:pt x="425284" y="304596"/>
                  </a:lnTo>
                  <a:lnTo>
                    <a:pt x="416255" y="298373"/>
                  </a:lnTo>
                  <a:lnTo>
                    <a:pt x="410387" y="288886"/>
                  </a:lnTo>
                  <a:lnTo>
                    <a:pt x="408305" y="276860"/>
                  </a:lnTo>
                  <a:lnTo>
                    <a:pt x="410349" y="265328"/>
                  </a:lnTo>
                  <a:lnTo>
                    <a:pt x="410387" y="265112"/>
                  </a:lnTo>
                  <a:lnTo>
                    <a:pt x="416128" y="255930"/>
                  </a:lnTo>
                  <a:lnTo>
                    <a:pt x="416255" y="255739"/>
                  </a:lnTo>
                  <a:lnTo>
                    <a:pt x="425183" y="249593"/>
                  </a:lnTo>
                  <a:lnTo>
                    <a:pt x="424916" y="249593"/>
                  </a:lnTo>
                  <a:lnTo>
                    <a:pt x="436880" y="247269"/>
                  </a:lnTo>
                  <a:lnTo>
                    <a:pt x="448487" y="249593"/>
                  </a:lnTo>
                  <a:lnTo>
                    <a:pt x="457555" y="255930"/>
                  </a:lnTo>
                  <a:lnTo>
                    <a:pt x="463461" y="265328"/>
                  </a:lnTo>
                  <a:lnTo>
                    <a:pt x="465582" y="276860"/>
                  </a:lnTo>
                  <a:lnTo>
                    <a:pt x="465582" y="244119"/>
                  </a:lnTo>
                  <a:lnTo>
                    <a:pt x="455142" y="236931"/>
                  </a:lnTo>
                  <a:lnTo>
                    <a:pt x="438785" y="233680"/>
                  </a:lnTo>
                  <a:lnTo>
                    <a:pt x="429564" y="234619"/>
                  </a:lnTo>
                  <a:lnTo>
                    <a:pt x="421551" y="237223"/>
                  </a:lnTo>
                  <a:lnTo>
                    <a:pt x="414756" y="241236"/>
                  </a:lnTo>
                  <a:lnTo>
                    <a:pt x="409194" y="246380"/>
                  </a:lnTo>
                  <a:lnTo>
                    <a:pt x="409194" y="191897"/>
                  </a:lnTo>
                  <a:lnTo>
                    <a:pt x="395097" y="191897"/>
                  </a:lnTo>
                  <a:lnTo>
                    <a:pt x="395097" y="318643"/>
                  </a:lnTo>
                  <a:lnTo>
                    <a:pt x="409194" y="318643"/>
                  </a:lnTo>
                  <a:lnTo>
                    <a:pt x="409194" y="307340"/>
                  </a:lnTo>
                  <a:lnTo>
                    <a:pt x="414756" y="312788"/>
                  </a:lnTo>
                  <a:lnTo>
                    <a:pt x="421551" y="316953"/>
                  </a:lnTo>
                  <a:lnTo>
                    <a:pt x="429564" y="319620"/>
                  </a:lnTo>
                  <a:lnTo>
                    <a:pt x="438785" y="320548"/>
                  </a:lnTo>
                  <a:lnTo>
                    <a:pt x="455142" y="317296"/>
                  </a:lnTo>
                  <a:lnTo>
                    <a:pt x="468223" y="308229"/>
                  </a:lnTo>
                  <a:lnTo>
                    <a:pt x="468782" y="307340"/>
                  </a:lnTo>
                  <a:lnTo>
                    <a:pt x="469099" y="306832"/>
                  </a:lnTo>
                  <a:lnTo>
                    <a:pt x="476910" y="294411"/>
                  </a:lnTo>
                  <a:lnTo>
                    <a:pt x="480060" y="276860"/>
                  </a:lnTo>
                  <a:close/>
                </a:path>
                <a:path w="704215" h="1334134">
                  <a:moveTo>
                    <a:pt x="555117" y="88646"/>
                  </a:moveTo>
                  <a:lnTo>
                    <a:pt x="516636" y="55753"/>
                  </a:lnTo>
                  <a:lnTo>
                    <a:pt x="505841" y="54864"/>
                  </a:lnTo>
                  <a:lnTo>
                    <a:pt x="493572" y="52425"/>
                  </a:lnTo>
                  <a:lnTo>
                    <a:pt x="484797" y="48412"/>
                  </a:lnTo>
                  <a:lnTo>
                    <a:pt x="479526" y="42710"/>
                  </a:lnTo>
                  <a:lnTo>
                    <a:pt x="477774" y="35179"/>
                  </a:lnTo>
                  <a:lnTo>
                    <a:pt x="480098" y="26301"/>
                  </a:lnTo>
                  <a:lnTo>
                    <a:pt x="486600" y="19621"/>
                  </a:lnTo>
                  <a:lnTo>
                    <a:pt x="496519" y="15430"/>
                  </a:lnTo>
                  <a:lnTo>
                    <a:pt x="509143" y="13970"/>
                  </a:lnTo>
                  <a:lnTo>
                    <a:pt x="519341" y="14808"/>
                  </a:lnTo>
                  <a:lnTo>
                    <a:pt x="528802" y="17145"/>
                  </a:lnTo>
                  <a:lnTo>
                    <a:pt x="537476" y="20726"/>
                  </a:lnTo>
                  <a:lnTo>
                    <a:pt x="545338" y="25273"/>
                  </a:lnTo>
                  <a:lnTo>
                    <a:pt x="552577" y="13970"/>
                  </a:lnTo>
                  <a:lnTo>
                    <a:pt x="508254" y="0"/>
                  </a:lnTo>
                  <a:lnTo>
                    <a:pt x="490029" y="2501"/>
                  </a:lnTo>
                  <a:lnTo>
                    <a:pt x="475081" y="9740"/>
                  </a:lnTo>
                  <a:lnTo>
                    <a:pt x="464972" y="21386"/>
                  </a:lnTo>
                  <a:lnTo>
                    <a:pt x="461264" y="37084"/>
                  </a:lnTo>
                  <a:lnTo>
                    <a:pt x="464146" y="50787"/>
                  </a:lnTo>
                  <a:lnTo>
                    <a:pt x="472033" y="60515"/>
                  </a:lnTo>
                  <a:lnTo>
                    <a:pt x="483704" y="66738"/>
                  </a:lnTo>
                  <a:lnTo>
                    <a:pt x="497967" y="69850"/>
                  </a:lnTo>
                  <a:lnTo>
                    <a:pt x="509651" y="71247"/>
                  </a:lnTo>
                  <a:lnTo>
                    <a:pt x="522274" y="73621"/>
                  </a:lnTo>
                  <a:lnTo>
                    <a:pt x="531380" y="77381"/>
                  </a:lnTo>
                  <a:lnTo>
                    <a:pt x="536879" y="82892"/>
                  </a:lnTo>
                  <a:lnTo>
                    <a:pt x="538734" y="90551"/>
                  </a:lnTo>
                  <a:lnTo>
                    <a:pt x="536155" y="99796"/>
                  </a:lnTo>
                  <a:lnTo>
                    <a:pt x="529145" y="106387"/>
                  </a:lnTo>
                  <a:lnTo>
                    <a:pt x="518693" y="110324"/>
                  </a:lnTo>
                  <a:lnTo>
                    <a:pt x="505841" y="111633"/>
                  </a:lnTo>
                  <a:lnTo>
                    <a:pt x="494258" y="110502"/>
                  </a:lnTo>
                  <a:lnTo>
                    <a:pt x="483273" y="107467"/>
                  </a:lnTo>
                  <a:lnTo>
                    <a:pt x="473595" y="103124"/>
                  </a:lnTo>
                  <a:lnTo>
                    <a:pt x="465963" y="98044"/>
                  </a:lnTo>
                  <a:lnTo>
                    <a:pt x="457898" y="110324"/>
                  </a:lnTo>
                  <a:lnTo>
                    <a:pt x="458076" y="110324"/>
                  </a:lnTo>
                  <a:lnTo>
                    <a:pt x="468058" y="117081"/>
                  </a:lnTo>
                  <a:lnTo>
                    <a:pt x="480123" y="122097"/>
                  </a:lnTo>
                  <a:lnTo>
                    <a:pt x="493318" y="125196"/>
                  </a:lnTo>
                  <a:lnTo>
                    <a:pt x="506857" y="126238"/>
                  </a:lnTo>
                  <a:lnTo>
                    <a:pt x="525640" y="123875"/>
                  </a:lnTo>
                  <a:lnTo>
                    <a:pt x="540981" y="116776"/>
                  </a:lnTo>
                  <a:lnTo>
                    <a:pt x="545503" y="111633"/>
                  </a:lnTo>
                  <a:lnTo>
                    <a:pt x="551319" y="105029"/>
                  </a:lnTo>
                  <a:lnTo>
                    <a:pt x="555117" y="88646"/>
                  </a:lnTo>
                  <a:close/>
                </a:path>
                <a:path w="704215" h="1334134">
                  <a:moveTo>
                    <a:pt x="584327" y="191897"/>
                  </a:moveTo>
                  <a:lnTo>
                    <a:pt x="570230" y="191897"/>
                  </a:lnTo>
                  <a:lnTo>
                    <a:pt x="570230" y="276860"/>
                  </a:lnTo>
                  <a:lnTo>
                    <a:pt x="568185" y="288455"/>
                  </a:lnTo>
                  <a:lnTo>
                    <a:pt x="568109" y="288886"/>
                  </a:lnTo>
                  <a:lnTo>
                    <a:pt x="562140" y="298373"/>
                  </a:lnTo>
                  <a:lnTo>
                    <a:pt x="552919" y="304596"/>
                  </a:lnTo>
                  <a:lnTo>
                    <a:pt x="541020" y="306832"/>
                  </a:lnTo>
                  <a:lnTo>
                    <a:pt x="529424" y="304457"/>
                  </a:lnTo>
                  <a:lnTo>
                    <a:pt x="520395" y="297992"/>
                  </a:lnTo>
                  <a:lnTo>
                    <a:pt x="514527" y="288455"/>
                  </a:lnTo>
                  <a:lnTo>
                    <a:pt x="512445" y="276860"/>
                  </a:lnTo>
                  <a:lnTo>
                    <a:pt x="514527" y="265328"/>
                  </a:lnTo>
                  <a:lnTo>
                    <a:pt x="520395" y="255930"/>
                  </a:lnTo>
                  <a:lnTo>
                    <a:pt x="529424" y="249593"/>
                  </a:lnTo>
                  <a:lnTo>
                    <a:pt x="541020" y="247269"/>
                  </a:lnTo>
                  <a:lnTo>
                    <a:pt x="553300" y="249593"/>
                  </a:lnTo>
                  <a:lnTo>
                    <a:pt x="553021" y="249593"/>
                  </a:lnTo>
                  <a:lnTo>
                    <a:pt x="562140" y="255739"/>
                  </a:lnTo>
                  <a:lnTo>
                    <a:pt x="568109" y="265112"/>
                  </a:lnTo>
                  <a:lnTo>
                    <a:pt x="570230" y="276860"/>
                  </a:lnTo>
                  <a:lnTo>
                    <a:pt x="570230" y="191897"/>
                  </a:lnTo>
                  <a:lnTo>
                    <a:pt x="569214" y="191897"/>
                  </a:lnTo>
                  <a:lnTo>
                    <a:pt x="569214" y="246380"/>
                  </a:lnTo>
                  <a:lnTo>
                    <a:pt x="563880" y="241020"/>
                  </a:lnTo>
                  <a:lnTo>
                    <a:pt x="557149" y="237032"/>
                  </a:lnTo>
                  <a:lnTo>
                    <a:pt x="549173" y="234543"/>
                  </a:lnTo>
                  <a:lnTo>
                    <a:pt x="540131" y="233680"/>
                  </a:lnTo>
                  <a:lnTo>
                    <a:pt x="523163" y="237032"/>
                  </a:lnTo>
                  <a:lnTo>
                    <a:pt x="523532" y="237032"/>
                  </a:lnTo>
                  <a:lnTo>
                    <a:pt x="510425" y="245935"/>
                  </a:lnTo>
                  <a:lnTo>
                    <a:pt x="501561" y="259613"/>
                  </a:lnTo>
                  <a:lnTo>
                    <a:pt x="498348" y="276860"/>
                  </a:lnTo>
                  <a:lnTo>
                    <a:pt x="501561" y="294411"/>
                  </a:lnTo>
                  <a:lnTo>
                    <a:pt x="510425" y="308241"/>
                  </a:lnTo>
                  <a:lnTo>
                    <a:pt x="523684" y="317296"/>
                  </a:lnTo>
                  <a:lnTo>
                    <a:pt x="540131" y="320548"/>
                  </a:lnTo>
                  <a:lnTo>
                    <a:pt x="549173" y="319620"/>
                  </a:lnTo>
                  <a:lnTo>
                    <a:pt x="557149" y="316953"/>
                  </a:lnTo>
                  <a:lnTo>
                    <a:pt x="563880" y="312788"/>
                  </a:lnTo>
                  <a:lnTo>
                    <a:pt x="569214" y="307340"/>
                  </a:lnTo>
                  <a:lnTo>
                    <a:pt x="569214" y="318643"/>
                  </a:lnTo>
                  <a:lnTo>
                    <a:pt x="584327" y="318643"/>
                  </a:lnTo>
                  <a:lnTo>
                    <a:pt x="584327" y="307340"/>
                  </a:lnTo>
                  <a:lnTo>
                    <a:pt x="584327" y="306832"/>
                  </a:lnTo>
                  <a:lnTo>
                    <a:pt x="584327" y="247269"/>
                  </a:lnTo>
                  <a:lnTo>
                    <a:pt x="584327" y="246380"/>
                  </a:lnTo>
                  <a:lnTo>
                    <a:pt x="584327" y="191897"/>
                  </a:lnTo>
                  <a:close/>
                </a:path>
                <a:path w="704215" h="1334134">
                  <a:moveTo>
                    <a:pt x="693674" y="235585"/>
                  </a:moveTo>
                  <a:lnTo>
                    <a:pt x="680466" y="235585"/>
                  </a:lnTo>
                  <a:lnTo>
                    <a:pt x="680466" y="276860"/>
                  </a:lnTo>
                  <a:lnTo>
                    <a:pt x="678434" y="288455"/>
                  </a:lnTo>
                  <a:lnTo>
                    <a:pt x="678357" y="288886"/>
                  </a:lnTo>
                  <a:lnTo>
                    <a:pt x="672439" y="298373"/>
                  </a:lnTo>
                  <a:lnTo>
                    <a:pt x="663257" y="304596"/>
                  </a:lnTo>
                  <a:lnTo>
                    <a:pt x="651383" y="306832"/>
                  </a:lnTo>
                  <a:lnTo>
                    <a:pt x="639762" y="304457"/>
                  </a:lnTo>
                  <a:lnTo>
                    <a:pt x="630694" y="297992"/>
                  </a:lnTo>
                  <a:lnTo>
                    <a:pt x="624789" y="288455"/>
                  </a:lnTo>
                  <a:lnTo>
                    <a:pt x="622681" y="276860"/>
                  </a:lnTo>
                  <a:lnTo>
                    <a:pt x="624713" y="265328"/>
                  </a:lnTo>
                  <a:lnTo>
                    <a:pt x="630504" y="255930"/>
                  </a:lnTo>
                  <a:lnTo>
                    <a:pt x="639546" y="249593"/>
                  </a:lnTo>
                  <a:lnTo>
                    <a:pt x="651383" y="247269"/>
                  </a:lnTo>
                  <a:lnTo>
                    <a:pt x="663638" y="249593"/>
                  </a:lnTo>
                  <a:lnTo>
                    <a:pt x="663371" y="249593"/>
                  </a:lnTo>
                  <a:lnTo>
                    <a:pt x="672439" y="255739"/>
                  </a:lnTo>
                  <a:lnTo>
                    <a:pt x="678357" y="265112"/>
                  </a:lnTo>
                  <a:lnTo>
                    <a:pt x="680466" y="276860"/>
                  </a:lnTo>
                  <a:lnTo>
                    <a:pt x="680466" y="235585"/>
                  </a:lnTo>
                  <a:lnTo>
                    <a:pt x="679056" y="235585"/>
                  </a:lnTo>
                  <a:lnTo>
                    <a:pt x="679056" y="246380"/>
                  </a:lnTo>
                  <a:lnTo>
                    <a:pt x="673519" y="241236"/>
                  </a:lnTo>
                  <a:lnTo>
                    <a:pt x="666813" y="237223"/>
                  </a:lnTo>
                  <a:lnTo>
                    <a:pt x="658952" y="234619"/>
                  </a:lnTo>
                  <a:lnTo>
                    <a:pt x="649986" y="233680"/>
                  </a:lnTo>
                  <a:lnTo>
                    <a:pt x="633539" y="236880"/>
                  </a:lnTo>
                  <a:lnTo>
                    <a:pt x="620280" y="245795"/>
                  </a:lnTo>
                  <a:lnTo>
                    <a:pt x="611416" y="259461"/>
                  </a:lnTo>
                  <a:lnTo>
                    <a:pt x="608203" y="276860"/>
                  </a:lnTo>
                  <a:lnTo>
                    <a:pt x="611416" y="294411"/>
                  </a:lnTo>
                  <a:lnTo>
                    <a:pt x="620280" y="308241"/>
                  </a:lnTo>
                  <a:lnTo>
                    <a:pt x="633539" y="317296"/>
                  </a:lnTo>
                  <a:lnTo>
                    <a:pt x="649986" y="320548"/>
                  </a:lnTo>
                  <a:lnTo>
                    <a:pt x="658952" y="319544"/>
                  </a:lnTo>
                  <a:lnTo>
                    <a:pt x="666813" y="316763"/>
                  </a:lnTo>
                  <a:lnTo>
                    <a:pt x="673519" y="312572"/>
                  </a:lnTo>
                  <a:lnTo>
                    <a:pt x="679056" y="307340"/>
                  </a:lnTo>
                  <a:lnTo>
                    <a:pt x="679056" y="318643"/>
                  </a:lnTo>
                  <a:lnTo>
                    <a:pt x="693674" y="318643"/>
                  </a:lnTo>
                  <a:lnTo>
                    <a:pt x="693674" y="307340"/>
                  </a:lnTo>
                  <a:lnTo>
                    <a:pt x="693674" y="306832"/>
                  </a:lnTo>
                  <a:lnTo>
                    <a:pt x="693674" y="247269"/>
                  </a:lnTo>
                  <a:lnTo>
                    <a:pt x="693674" y="246380"/>
                  </a:lnTo>
                  <a:lnTo>
                    <a:pt x="693674" y="235585"/>
                  </a:lnTo>
                  <a:close/>
                </a:path>
                <a:path w="704215" h="1334134">
                  <a:moveTo>
                    <a:pt x="703961" y="676783"/>
                  </a:moveTo>
                  <a:lnTo>
                    <a:pt x="700252" y="658520"/>
                  </a:lnTo>
                  <a:lnTo>
                    <a:pt x="690168" y="643572"/>
                  </a:lnTo>
                  <a:lnTo>
                    <a:pt x="675233" y="633501"/>
                  </a:lnTo>
                  <a:lnTo>
                    <a:pt x="656958" y="629793"/>
                  </a:lnTo>
                  <a:lnTo>
                    <a:pt x="46863" y="629793"/>
                  </a:lnTo>
                  <a:lnTo>
                    <a:pt x="28663" y="633501"/>
                  </a:lnTo>
                  <a:lnTo>
                    <a:pt x="13754" y="643572"/>
                  </a:lnTo>
                  <a:lnTo>
                    <a:pt x="3695" y="658520"/>
                  </a:lnTo>
                  <a:lnTo>
                    <a:pt x="0" y="676783"/>
                  </a:lnTo>
                  <a:lnTo>
                    <a:pt x="0" y="1286891"/>
                  </a:lnTo>
                  <a:lnTo>
                    <a:pt x="3695" y="1305090"/>
                  </a:lnTo>
                  <a:lnTo>
                    <a:pt x="13754" y="1319999"/>
                  </a:lnTo>
                  <a:lnTo>
                    <a:pt x="28663" y="1330058"/>
                  </a:lnTo>
                  <a:lnTo>
                    <a:pt x="46863" y="1333754"/>
                  </a:lnTo>
                  <a:lnTo>
                    <a:pt x="656958" y="1333754"/>
                  </a:lnTo>
                  <a:lnTo>
                    <a:pt x="675233" y="1330058"/>
                  </a:lnTo>
                  <a:lnTo>
                    <a:pt x="690168" y="1319999"/>
                  </a:lnTo>
                  <a:lnTo>
                    <a:pt x="700252" y="1305090"/>
                  </a:lnTo>
                  <a:lnTo>
                    <a:pt x="703961" y="1286891"/>
                  </a:lnTo>
                  <a:lnTo>
                    <a:pt x="703961" y="67678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2536678" y="7197724"/>
              <a:ext cx="335915" cy="186055"/>
            </a:xfrm>
            <a:custGeom>
              <a:avLst/>
              <a:gdLst/>
              <a:ahLst/>
              <a:cxnLst/>
              <a:rect l="l" t="t" r="r" b="b"/>
              <a:pathLst>
                <a:path w="335915" h="186054">
                  <a:moveTo>
                    <a:pt x="335661" y="36576"/>
                  </a:moveTo>
                  <a:lnTo>
                    <a:pt x="333743" y="25704"/>
                  </a:lnTo>
                  <a:lnTo>
                    <a:pt x="328498" y="16052"/>
                  </a:lnTo>
                  <a:lnTo>
                    <a:pt x="320598" y="7531"/>
                  </a:lnTo>
                  <a:lnTo>
                    <a:pt x="310769" y="0"/>
                  </a:lnTo>
                  <a:lnTo>
                    <a:pt x="301371" y="14605"/>
                  </a:lnTo>
                  <a:lnTo>
                    <a:pt x="309232" y="20726"/>
                  </a:lnTo>
                  <a:lnTo>
                    <a:pt x="314274" y="26454"/>
                  </a:lnTo>
                  <a:lnTo>
                    <a:pt x="316953" y="31750"/>
                  </a:lnTo>
                  <a:lnTo>
                    <a:pt x="317754" y="36576"/>
                  </a:lnTo>
                  <a:lnTo>
                    <a:pt x="317754" y="39370"/>
                  </a:lnTo>
                  <a:lnTo>
                    <a:pt x="317754" y="41275"/>
                  </a:lnTo>
                  <a:lnTo>
                    <a:pt x="317754" y="67564"/>
                  </a:lnTo>
                  <a:lnTo>
                    <a:pt x="317754" y="120142"/>
                  </a:lnTo>
                  <a:lnTo>
                    <a:pt x="316357" y="124460"/>
                  </a:lnTo>
                  <a:lnTo>
                    <a:pt x="276860" y="148336"/>
                  </a:lnTo>
                  <a:lnTo>
                    <a:pt x="228307" y="162674"/>
                  </a:lnTo>
                  <a:lnTo>
                    <a:pt x="168529" y="168529"/>
                  </a:lnTo>
                  <a:lnTo>
                    <a:pt x="137172" y="166966"/>
                  </a:lnTo>
                  <a:lnTo>
                    <a:pt x="82194" y="156260"/>
                  </a:lnTo>
                  <a:lnTo>
                    <a:pt x="41211" y="139788"/>
                  </a:lnTo>
                  <a:lnTo>
                    <a:pt x="18796" y="120142"/>
                  </a:lnTo>
                  <a:lnTo>
                    <a:pt x="18796" y="67500"/>
                  </a:lnTo>
                  <a:lnTo>
                    <a:pt x="24079" y="71755"/>
                  </a:lnTo>
                  <a:lnTo>
                    <a:pt x="32854" y="77254"/>
                  </a:lnTo>
                  <a:lnTo>
                    <a:pt x="77711" y="93853"/>
                  </a:lnTo>
                  <a:lnTo>
                    <a:pt x="135902" y="102641"/>
                  </a:lnTo>
                  <a:lnTo>
                    <a:pt x="168529" y="103759"/>
                  </a:lnTo>
                  <a:lnTo>
                    <a:pt x="201066" y="102641"/>
                  </a:lnTo>
                  <a:lnTo>
                    <a:pt x="259118" y="93853"/>
                  </a:lnTo>
                  <a:lnTo>
                    <a:pt x="303949" y="76923"/>
                  </a:lnTo>
                  <a:lnTo>
                    <a:pt x="317754" y="67564"/>
                  </a:lnTo>
                  <a:lnTo>
                    <a:pt x="317754" y="41275"/>
                  </a:lnTo>
                  <a:lnTo>
                    <a:pt x="315468" y="46482"/>
                  </a:lnTo>
                  <a:lnTo>
                    <a:pt x="308356" y="52578"/>
                  </a:lnTo>
                  <a:lnTo>
                    <a:pt x="254749" y="76669"/>
                  </a:lnTo>
                  <a:lnTo>
                    <a:pt x="199847" y="85178"/>
                  </a:lnTo>
                  <a:lnTo>
                    <a:pt x="168529" y="86360"/>
                  </a:lnTo>
                  <a:lnTo>
                    <a:pt x="136906" y="85178"/>
                  </a:lnTo>
                  <a:lnTo>
                    <a:pt x="81800" y="76669"/>
                  </a:lnTo>
                  <a:lnTo>
                    <a:pt x="41160" y="61429"/>
                  </a:lnTo>
                  <a:lnTo>
                    <a:pt x="18796" y="40894"/>
                  </a:lnTo>
                  <a:lnTo>
                    <a:pt x="18796" y="39370"/>
                  </a:lnTo>
                  <a:lnTo>
                    <a:pt x="18796" y="30988"/>
                  </a:lnTo>
                  <a:lnTo>
                    <a:pt x="22098" y="24003"/>
                  </a:lnTo>
                  <a:lnTo>
                    <a:pt x="32385" y="16891"/>
                  </a:lnTo>
                  <a:lnTo>
                    <a:pt x="21590" y="2794"/>
                  </a:lnTo>
                  <a:lnTo>
                    <a:pt x="13436" y="9969"/>
                  </a:lnTo>
                  <a:lnTo>
                    <a:pt x="6921" y="17970"/>
                  </a:lnTo>
                  <a:lnTo>
                    <a:pt x="2578" y="26835"/>
                  </a:lnTo>
                  <a:lnTo>
                    <a:pt x="1016" y="36576"/>
                  </a:lnTo>
                  <a:lnTo>
                    <a:pt x="1371" y="39370"/>
                  </a:lnTo>
                  <a:lnTo>
                    <a:pt x="0" y="39370"/>
                  </a:lnTo>
                  <a:lnTo>
                    <a:pt x="0" y="118745"/>
                  </a:lnTo>
                  <a:lnTo>
                    <a:pt x="1295" y="125971"/>
                  </a:lnTo>
                  <a:lnTo>
                    <a:pt x="31686" y="155346"/>
                  </a:lnTo>
                  <a:lnTo>
                    <a:pt x="76479" y="173393"/>
                  </a:lnTo>
                  <a:lnTo>
                    <a:pt x="134734" y="184404"/>
                  </a:lnTo>
                  <a:lnTo>
                    <a:pt x="167513" y="185928"/>
                  </a:lnTo>
                  <a:lnTo>
                    <a:pt x="200647" y="184404"/>
                  </a:lnTo>
                  <a:lnTo>
                    <a:pt x="259105" y="173393"/>
                  </a:lnTo>
                  <a:lnTo>
                    <a:pt x="303885" y="155155"/>
                  </a:lnTo>
                  <a:lnTo>
                    <a:pt x="334403" y="125971"/>
                  </a:lnTo>
                  <a:lnTo>
                    <a:pt x="335661" y="118745"/>
                  </a:lnTo>
                  <a:lnTo>
                    <a:pt x="335661" y="39370"/>
                  </a:lnTo>
                  <a:lnTo>
                    <a:pt x="335267" y="39370"/>
                  </a:lnTo>
                  <a:lnTo>
                    <a:pt x="335661" y="365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37694" y="7065899"/>
              <a:ext cx="187705" cy="106552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2537694" y="6896988"/>
              <a:ext cx="334645" cy="358775"/>
            </a:xfrm>
            <a:custGeom>
              <a:avLst/>
              <a:gdLst/>
              <a:ahLst/>
              <a:cxnLst/>
              <a:rect l="l" t="t" r="r" b="b"/>
              <a:pathLst>
                <a:path w="334645" h="358775">
                  <a:moveTo>
                    <a:pt x="161798" y="344424"/>
                  </a:moveTo>
                  <a:lnTo>
                    <a:pt x="158115" y="340233"/>
                  </a:lnTo>
                  <a:lnTo>
                    <a:pt x="153416" y="340233"/>
                  </a:lnTo>
                  <a:lnTo>
                    <a:pt x="124739" y="337578"/>
                  </a:lnTo>
                  <a:lnTo>
                    <a:pt x="74358" y="326313"/>
                  </a:lnTo>
                  <a:lnTo>
                    <a:pt x="37757" y="309753"/>
                  </a:lnTo>
                  <a:lnTo>
                    <a:pt x="17780" y="291846"/>
                  </a:lnTo>
                  <a:lnTo>
                    <a:pt x="17780" y="206375"/>
                  </a:lnTo>
                  <a:lnTo>
                    <a:pt x="13589" y="202184"/>
                  </a:lnTo>
                  <a:lnTo>
                    <a:pt x="4191" y="202184"/>
                  </a:lnTo>
                  <a:lnTo>
                    <a:pt x="0" y="206375"/>
                  </a:lnTo>
                  <a:lnTo>
                    <a:pt x="0" y="290957"/>
                  </a:lnTo>
                  <a:lnTo>
                    <a:pt x="1117" y="297827"/>
                  </a:lnTo>
                  <a:lnTo>
                    <a:pt x="28651" y="325526"/>
                  </a:lnTo>
                  <a:lnTo>
                    <a:pt x="68846" y="343281"/>
                  </a:lnTo>
                  <a:lnTo>
                    <a:pt x="122097" y="355053"/>
                  </a:lnTo>
                  <a:lnTo>
                    <a:pt x="152019" y="357505"/>
                  </a:lnTo>
                  <a:lnTo>
                    <a:pt x="157099" y="358521"/>
                  </a:lnTo>
                  <a:lnTo>
                    <a:pt x="161417" y="354330"/>
                  </a:lnTo>
                  <a:lnTo>
                    <a:pt x="161417" y="349631"/>
                  </a:lnTo>
                  <a:lnTo>
                    <a:pt x="161798" y="344424"/>
                  </a:lnTo>
                  <a:close/>
                </a:path>
                <a:path w="334645" h="358775">
                  <a:moveTo>
                    <a:pt x="300355" y="28956"/>
                  </a:moveTo>
                  <a:lnTo>
                    <a:pt x="238086" y="5892"/>
                  </a:lnTo>
                  <a:lnTo>
                    <a:pt x="167005" y="0"/>
                  </a:lnTo>
                  <a:lnTo>
                    <a:pt x="134670" y="1130"/>
                  </a:lnTo>
                  <a:lnTo>
                    <a:pt x="76682" y="9867"/>
                  </a:lnTo>
                  <a:lnTo>
                    <a:pt x="31699" y="26720"/>
                  </a:lnTo>
                  <a:lnTo>
                    <a:pt x="1143" y="58648"/>
                  </a:lnTo>
                  <a:lnTo>
                    <a:pt x="0" y="67068"/>
                  </a:lnTo>
                  <a:lnTo>
                    <a:pt x="1092" y="75412"/>
                  </a:lnTo>
                  <a:lnTo>
                    <a:pt x="31838" y="107797"/>
                  </a:lnTo>
                  <a:lnTo>
                    <a:pt x="76682" y="124498"/>
                  </a:lnTo>
                  <a:lnTo>
                    <a:pt x="134670" y="133426"/>
                  </a:lnTo>
                  <a:lnTo>
                    <a:pt x="167005" y="134632"/>
                  </a:lnTo>
                  <a:lnTo>
                    <a:pt x="171704" y="134632"/>
                  </a:lnTo>
                  <a:lnTo>
                    <a:pt x="175895" y="130429"/>
                  </a:lnTo>
                  <a:lnTo>
                    <a:pt x="175895" y="121412"/>
                  </a:lnTo>
                  <a:lnTo>
                    <a:pt x="171704" y="117221"/>
                  </a:lnTo>
                  <a:lnTo>
                    <a:pt x="167005" y="117221"/>
                  </a:lnTo>
                  <a:lnTo>
                    <a:pt x="135674" y="116039"/>
                  </a:lnTo>
                  <a:lnTo>
                    <a:pt x="80772" y="107530"/>
                  </a:lnTo>
                  <a:lnTo>
                    <a:pt x="40144" y="92544"/>
                  </a:lnTo>
                  <a:lnTo>
                    <a:pt x="17780" y="72263"/>
                  </a:lnTo>
                  <a:lnTo>
                    <a:pt x="17780" y="62865"/>
                  </a:lnTo>
                  <a:lnTo>
                    <a:pt x="48298" y="37769"/>
                  </a:lnTo>
                  <a:lnTo>
                    <a:pt x="106260" y="21310"/>
                  </a:lnTo>
                  <a:lnTo>
                    <a:pt x="166497" y="16764"/>
                  </a:lnTo>
                  <a:lnTo>
                    <a:pt x="202145" y="18364"/>
                  </a:lnTo>
                  <a:lnTo>
                    <a:pt x="234518" y="22796"/>
                  </a:lnTo>
                  <a:lnTo>
                    <a:pt x="262801" y="29527"/>
                  </a:lnTo>
                  <a:lnTo>
                    <a:pt x="286258" y="37973"/>
                  </a:lnTo>
                  <a:lnTo>
                    <a:pt x="290957" y="40259"/>
                  </a:lnTo>
                  <a:lnTo>
                    <a:pt x="296037" y="38354"/>
                  </a:lnTo>
                  <a:lnTo>
                    <a:pt x="297942" y="33655"/>
                  </a:lnTo>
                  <a:lnTo>
                    <a:pt x="300355" y="28956"/>
                  </a:lnTo>
                  <a:close/>
                </a:path>
                <a:path w="334645" h="358775">
                  <a:moveTo>
                    <a:pt x="334645" y="273939"/>
                  </a:moveTo>
                  <a:lnTo>
                    <a:pt x="330327" y="269748"/>
                  </a:lnTo>
                  <a:lnTo>
                    <a:pt x="320929" y="269748"/>
                  </a:lnTo>
                  <a:lnTo>
                    <a:pt x="316738" y="273939"/>
                  </a:lnTo>
                  <a:lnTo>
                    <a:pt x="317627" y="279146"/>
                  </a:lnTo>
                  <a:lnTo>
                    <a:pt x="317627" y="291338"/>
                  </a:lnTo>
                  <a:lnTo>
                    <a:pt x="281025" y="318693"/>
                  </a:lnTo>
                  <a:lnTo>
                    <a:pt x="265049" y="324739"/>
                  </a:lnTo>
                  <a:lnTo>
                    <a:pt x="262877" y="329209"/>
                  </a:lnTo>
                  <a:lnTo>
                    <a:pt x="262763" y="329438"/>
                  </a:lnTo>
                  <a:lnTo>
                    <a:pt x="266573" y="338836"/>
                  </a:lnTo>
                  <a:lnTo>
                    <a:pt x="271145" y="341122"/>
                  </a:lnTo>
                  <a:lnTo>
                    <a:pt x="275844" y="339725"/>
                  </a:lnTo>
                  <a:lnTo>
                    <a:pt x="288010" y="334619"/>
                  </a:lnTo>
                  <a:lnTo>
                    <a:pt x="298958" y="329209"/>
                  </a:lnTo>
                  <a:lnTo>
                    <a:pt x="308559" y="323532"/>
                  </a:lnTo>
                  <a:lnTo>
                    <a:pt x="316738" y="317627"/>
                  </a:lnTo>
                  <a:lnTo>
                    <a:pt x="322326" y="314325"/>
                  </a:lnTo>
                  <a:lnTo>
                    <a:pt x="326136" y="310134"/>
                  </a:lnTo>
                  <a:lnTo>
                    <a:pt x="329438" y="305435"/>
                  </a:lnTo>
                  <a:lnTo>
                    <a:pt x="332232" y="300736"/>
                  </a:lnTo>
                  <a:lnTo>
                    <a:pt x="334645" y="295529"/>
                  </a:lnTo>
                  <a:lnTo>
                    <a:pt x="334645" y="2739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537694" y="6958457"/>
              <a:ext cx="153924" cy="154812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2572873" y="6952742"/>
              <a:ext cx="376555" cy="378460"/>
            </a:xfrm>
            <a:custGeom>
              <a:avLst/>
              <a:gdLst/>
              <a:ahLst/>
              <a:cxnLst/>
              <a:rect l="l" t="t" r="r" b="b"/>
              <a:pathLst>
                <a:path w="376554" h="378459">
                  <a:moveTo>
                    <a:pt x="35179" y="350647"/>
                  </a:moveTo>
                  <a:lnTo>
                    <a:pt x="27686" y="343154"/>
                  </a:lnTo>
                  <a:lnTo>
                    <a:pt x="8001" y="343154"/>
                  </a:lnTo>
                  <a:lnTo>
                    <a:pt x="0" y="350647"/>
                  </a:lnTo>
                  <a:lnTo>
                    <a:pt x="0" y="360426"/>
                  </a:lnTo>
                  <a:lnTo>
                    <a:pt x="0" y="370713"/>
                  </a:lnTo>
                  <a:lnTo>
                    <a:pt x="8001" y="378333"/>
                  </a:lnTo>
                  <a:lnTo>
                    <a:pt x="27686" y="378333"/>
                  </a:lnTo>
                  <a:lnTo>
                    <a:pt x="35179" y="370713"/>
                  </a:lnTo>
                  <a:lnTo>
                    <a:pt x="35179" y="350647"/>
                  </a:lnTo>
                  <a:close/>
                </a:path>
                <a:path w="376554" h="378459">
                  <a:moveTo>
                    <a:pt x="35179" y="221488"/>
                  </a:moveTo>
                  <a:lnTo>
                    <a:pt x="27686" y="213995"/>
                  </a:lnTo>
                  <a:lnTo>
                    <a:pt x="8001" y="213995"/>
                  </a:lnTo>
                  <a:lnTo>
                    <a:pt x="0" y="221488"/>
                  </a:lnTo>
                  <a:lnTo>
                    <a:pt x="0" y="231394"/>
                  </a:lnTo>
                  <a:lnTo>
                    <a:pt x="0" y="241681"/>
                  </a:lnTo>
                  <a:lnTo>
                    <a:pt x="8001" y="249174"/>
                  </a:lnTo>
                  <a:lnTo>
                    <a:pt x="27686" y="249174"/>
                  </a:lnTo>
                  <a:lnTo>
                    <a:pt x="35179" y="241681"/>
                  </a:lnTo>
                  <a:lnTo>
                    <a:pt x="35179" y="221488"/>
                  </a:lnTo>
                  <a:close/>
                </a:path>
                <a:path w="376554" h="378459">
                  <a:moveTo>
                    <a:pt x="35179" y="80772"/>
                  </a:moveTo>
                  <a:lnTo>
                    <a:pt x="27686" y="73291"/>
                  </a:lnTo>
                  <a:lnTo>
                    <a:pt x="8001" y="73291"/>
                  </a:lnTo>
                  <a:lnTo>
                    <a:pt x="0" y="80772"/>
                  </a:lnTo>
                  <a:lnTo>
                    <a:pt x="0" y="90551"/>
                  </a:lnTo>
                  <a:lnTo>
                    <a:pt x="0" y="100965"/>
                  </a:lnTo>
                  <a:lnTo>
                    <a:pt x="8001" y="108458"/>
                  </a:lnTo>
                  <a:lnTo>
                    <a:pt x="27686" y="108458"/>
                  </a:lnTo>
                  <a:lnTo>
                    <a:pt x="35179" y="100965"/>
                  </a:lnTo>
                  <a:lnTo>
                    <a:pt x="35179" y="80772"/>
                  </a:lnTo>
                  <a:close/>
                </a:path>
                <a:path w="376554" h="378459">
                  <a:moveTo>
                    <a:pt x="376428" y="93853"/>
                  </a:moveTo>
                  <a:lnTo>
                    <a:pt x="374904" y="90170"/>
                  </a:lnTo>
                  <a:lnTo>
                    <a:pt x="374015" y="87376"/>
                  </a:lnTo>
                  <a:lnTo>
                    <a:pt x="370332" y="84963"/>
                  </a:lnTo>
                  <a:lnTo>
                    <a:pt x="345821" y="84963"/>
                  </a:lnTo>
                  <a:lnTo>
                    <a:pt x="345821" y="101854"/>
                  </a:lnTo>
                  <a:lnTo>
                    <a:pt x="170815" y="279273"/>
                  </a:lnTo>
                  <a:lnTo>
                    <a:pt x="216789" y="125349"/>
                  </a:lnTo>
                  <a:lnTo>
                    <a:pt x="217678" y="122936"/>
                  </a:lnTo>
                  <a:lnTo>
                    <a:pt x="217411" y="121031"/>
                  </a:lnTo>
                  <a:lnTo>
                    <a:pt x="217297" y="120142"/>
                  </a:lnTo>
                  <a:lnTo>
                    <a:pt x="215392" y="117856"/>
                  </a:lnTo>
                  <a:lnTo>
                    <a:pt x="213487" y="115443"/>
                  </a:lnTo>
                  <a:lnTo>
                    <a:pt x="211201" y="114046"/>
                  </a:lnTo>
                  <a:lnTo>
                    <a:pt x="160528" y="114046"/>
                  </a:lnTo>
                  <a:lnTo>
                    <a:pt x="202692" y="17399"/>
                  </a:lnTo>
                  <a:lnTo>
                    <a:pt x="202692" y="16903"/>
                  </a:lnTo>
                  <a:lnTo>
                    <a:pt x="313436" y="16903"/>
                  </a:lnTo>
                  <a:lnTo>
                    <a:pt x="288163" y="90170"/>
                  </a:lnTo>
                  <a:lnTo>
                    <a:pt x="287147" y="92964"/>
                  </a:lnTo>
                  <a:lnTo>
                    <a:pt x="287655" y="96266"/>
                  </a:lnTo>
                  <a:lnTo>
                    <a:pt x="289560" y="98552"/>
                  </a:lnTo>
                  <a:lnTo>
                    <a:pt x="290957" y="100965"/>
                  </a:lnTo>
                  <a:lnTo>
                    <a:pt x="293243" y="101854"/>
                  </a:lnTo>
                  <a:lnTo>
                    <a:pt x="345821" y="101854"/>
                  </a:lnTo>
                  <a:lnTo>
                    <a:pt x="345821" y="84963"/>
                  </a:lnTo>
                  <a:lnTo>
                    <a:pt x="308737" y="84963"/>
                  </a:lnTo>
                  <a:lnTo>
                    <a:pt x="332371" y="16903"/>
                  </a:lnTo>
                  <a:lnTo>
                    <a:pt x="334137" y="11811"/>
                  </a:lnTo>
                  <a:lnTo>
                    <a:pt x="335026" y="8509"/>
                  </a:lnTo>
                  <a:lnTo>
                    <a:pt x="334645" y="5727"/>
                  </a:lnTo>
                  <a:lnTo>
                    <a:pt x="332740" y="3302"/>
                  </a:lnTo>
                  <a:lnTo>
                    <a:pt x="330835" y="1016"/>
                  </a:lnTo>
                  <a:lnTo>
                    <a:pt x="328422" y="0"/>
                  </a:lnTo>
                  <a:lnTo>
                    <a:pt x="193294" y="0"/>
                  </a:lnTo>
                  <a:lnTo>
                    <a:pt x="189611" y="2413"/>
                  </a:lnTo>
                  <a:lnTo>
                    <a:pt x="188595" y="5207"/>
                  </a:lnTo>
                  <a:lnTo>
                    <a:pt x="139319" y="118745"/>
                  </a:lnTo>
                  <a:lnTo>
                    <a:pt x="137922" y="121031"/>
                  </a:lnTo>
                  <a:lnTo>
                    <a:pt x="137922" y="124841"/>
                  </a:lnTo>
                  <a:lnTo>
                    <a:pt x="139827" y="127254"/>
                  </a:lnTo>
                  <a:lnTo>
                    <a:pt x="140716" y="129540"/>
                  </a:lnTo>
                  <a:lnTo>
                    <a:pt x="144018" y="131445"/>
                  </a:lnTo>
                  <a:lnTo>
                    <a:pt x="196596" y="131445"/>
                  </a:lnTo>
                  <a:lnTo>
                    <a:pt x="144526" y="307975"/>
                  </a:lnTo>
                  <a:lnTo>
                    <a:pt x="143129" y="311150"/>
                  </a:lnTo>
                  <a:lnTo>
                    <a:pt x="145034" y="315468"/>
                  </a:lnTo>
                  <a:lnTo>
                    <a:pt x="148717" y="317754"/>
                  </a:lnTo>
                  <a:lnTo>
                    <a:pt x="152019" y="320167"/>
                  </a:lnTo>
                  <a:lnTo>
                    <a:pt x="156210" y="319659"/>
                  </a:lnTo>
                  <a:lnTo>
                    <a:pt x="159004" y="316738"/>
                  </a:lnTo>
                  <a:lnTo>
                    <a:pt x="195935" y="279273"/>
                  </a:lnTo>
                  <a:lnTo>
                    <a:pt x="373126" y="99568"/>
                  </a:lnTo>
                  <a:lnTo>
                    <a:pt x="375412" y="97155"/>
                  </a:lnTo>
                  <a:lnTo>
                    <a:pt x="376428" y="93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2243307" y="7603236"/>
              <a:ext cx="960119" cy="160020"/>
            </a:xfrm>
            <a:custGeom>
              <a:avLst/>
              <a:gdLst/>
              <a:ahLst/>
              <a:cxnLst/>
              <a:rect l="l" t="t" r="r" b="b"/>
              <a:pathLst>
                <a:path w="960119" h="160020">
                  <a:moveTo>
                    <a:pt x="912495" y="0"/>
                  </a:moveTo>
                  <a:lnTo>
                    <a:pt x="864615" y="0"/>
                  </a:lnTo>
                  <a:lnTo>
                    <a:pt x="864615" y="123951"/>
                  </a:lnTo>
                  <a:lnTo>
                    <a:pt x="914780" y="123951"/>
                  </a:lnTo>
                  <a:lnTo>
                    <a:pt x="933291" y="121890"/>
                  </a:lnTo>
                  <a:lnTo>
                    <a:pt x="947515" y="115554"/>
                  </a:lnTo>
                  <a:lnTo>
                    <a:pt x="953171" y="108838"/>
                  </a:lnTo>
                  <a:lnTo>
                    <a:pt x="880109" y="108838"/>
                  </a:lnTo>
                  <a:lnTo>
                    <a:pt x="880109" y="68452"/>
                  </a:lnTo>
                  <a:lnTo>
                    <a:pt x="952016" y="68452"/>
                  </a:lnTo>
                  <a:lnTo>
                    <a:pt x="947382" y="63990"/>
                  </a:lnTo>
                  <a:lnTo>
                    <a:pt x="939165" y="59562"/>
                  </a:lnTo>
                  <a:lnTo>
                    <a:pt x="946517" y="55752"/>
                  </a:lnTo>
                  <a:lnTo>
                    <a:pt x="947875" y="54355"/>
                  </a:lnTo>
                  <a:lnTo>
                    <a:pt x="880109" y="54355"/>
                  </a:lnTo>
                  <a:lnTo>
                    <a:pt x="880109" y="14985"/>
                  </a:lnTo>
                  <a:lnTo>
                    <a:pt x="951135" y="14985"/>
                  </a:lnTo>
                  <a:lnTo>
                    <a:pt x="944451" y="7635"/>
                  </a:lnTo>
                  <a:lnTo>
                    <a:pt x="930336" y="1835"/>
                  </a:lnTo>
                  <a:lnTo>
                    <a:pt x="912495" y="0"/>
                  </a:lnTo>
                  <a:close/>
                </a:path>
                <a:path w="960119" h="160020">
                  <a:moveTo>
                    <a:pt x="952016" y="68452"/>
                  </a:moveTo>
                  <a:lnTo>
                    <a:pt x="913765" y="68452"/>
                  </a:lnTo>
                  <a:lnTo>
                    <a:pt x="925943" y="69447"/>
                  </a:lnTo>
                  <a:lnTo>
                    <a:pt x="935275" y="72786"/>
                  </a:lnTo>
                  <a:lnTo>
                    <a:pt x="941250" y="79007"/>
                  </a:lnTo>
                  <a:lnTo>
                    <a:pt x="943355" y="88645"/>
                  </a:lnTo>
                  <a:lnTo>
                    <a:pt x="941250" y="98337"/>
                  </a:lnTo>
                  <a:lnTo>
                    <a:pt x="935275" y="104552"/>
                  </a:lnTo>
                  <a:lnTo>
                    <a:pt x="925943" y="107862"/>
                  </a:lnTo>
                  <a:lnTo>
                    <a:pt x="913765" y="108838"/>
                  </a:lnTo>
                  <a:lnTo>
                    <a:pt x="953171" y="108838"/>
                  </a:lnTo>
                  <a:lnTo>
                    <a:pt x="956643" y="104717"/>
                  </a:lnTo>
                  <a:lnTo>
                    <a:pt x="959865" y="89153"/>
                  </a:lnTo>
                  <a:lnTo>
                    <a:pt x="958345" y="79007"/>
                  </a:lnTo>
                  <a:lnTo>
                    <a:pt x="958292" y="78654"/>
                  </a:lnTo>
                  <a:lnTo>
                    <a:pt x="953944" y="70310"/>
                  </a:lnTo>
                  <a:lnTo>
                    <a:pt x="952016" y="68452"/>
                  </a:lnTo>
                  <a:close/>
                </a:path>
                <a:path w="960119" h="160020">
                  <a:moveTo>
                    <a:pt x="951135" y="14985"/>
                  </a:moveTo>
                  <a:lnTo>
                    <a:pt x="911478" y="14985"/>
                  </a:lnTo>
                  <a:lnTo>
                    <a:pt x="923014" y="15829"/>
                  </a:lnTo>
                  <a:lnTo>
                    <a:pt x="932418" y="18875"/>
                  </a:lnTo>
                  <a:lnTo>
                    <a:pt x="938750" y="24897"/>
                  </a:lnTo>
                  <a:lnTo>
                    <a:pt x="941070" y="34670"/>
                  </a:lnTo>
                  <a:lnTo>
                    <a:pt x="938750" y="44283"/>
                  </a:lnTo>
                  <a:lnTo>
                    <a:pt x="932418" y="50323"/>
                  </a:lnTo>
                  <a:lnTo>
                    <a:pt x="923014" y="53459"/>
                  </a:lnTo>
                  <a:lnTo>
                    <a:pt x="911478" y="54355"/>
                  </a:lnTo>
                  <a:lnTo>
                    <a:pt x="947875" y="54355"/>
                  </a:lnTo>
                  <a:lnTo>
                    <a:pt x="952166" y="49942"/>
                  </a:lnTo>
                  <a:lnTo>
                    <a:pt x="955792" y="42275"/>
                  </a:lnTo>
                  <a:lnTo>
                    <a:pt x="957072" y="32892"/>
                  </a:lnTo>
                  <a:lnTo>
                    <a:pt x="953732" y="17841"/>
                  </a:lnTo>
                  <a:lnTo>
                    <a:pt x="951135" y="14985"/>
                  </a:lnTo>
                  <a:close/>
                </a:path>
                <a:path w="960119" h="160020">
                  <a:moveTo>
                    <a:pt x="46990" y="507"/>
                  </a:moveTo>
                  <a:lnTo>
                    <a:pt x="0" y="507"/>
                  </a:lnTo>
                  <a:lnTo>
                    <a:pt x="0" y="123951"/>
                  </a:lnTo>
                  <a:lnTo>
                    <a:pt x="46990" y="123951"/>
                  </a:lnTo>
                  <a:lnTo>
                    <a:pt x="74013" y="119536"/>
                  </a:lnTo>
                  <a:lnTo>
                    <a:pt x="91584" y="108838"/>
                  </a:lnTo>
                  <a:lnTo>
                    <a:pt x="15113" y="108838"/>
                  </a:lnTo>
                  <a:lnTo>
                    <a:pt x="15113" y="14985"/>
                  </a:lnTo>
                  <a:lnTo>
                    <a:pt x="90978" y="14985"/>
                  </a:lnTo>
                  <a:lnTo>
                    <a:pt x="74013" y="4825"/>
                  </a:lnTo>
                  <a:lnTo>
                    <a:pt x="46990" y="507"/>
                  </a:lnTo>
                  <a:close/>
                </a:path>
                <a:path w="960119" h="160020">
                  <a:moveTo>
                    <a:pt x="90978" y="14985"/>
                  </a:moveTo>
                  <a:lnTo>
                    <a:pt x="46990" y="14985"/>
                  </a:lnTo>
                  <a:lnTo>
                    <a:pt x="68272" y="18363"/>
                  </a:lnTo>
                  <a:lnTo>
                    <a:pt x="83518" y="27908"/>
                  </a:lnTo>
                  <a:lnTo>
                    <a:pt x="92692" y="42739"/>
                  </a:lnTo>
                  <a:lnTo>
                    <a:pt x="95758" y="61975"/>
                  </a:lnTo>
                  <a:lnTo>
                    <a:pt x="92692" y="81139"/>
                  </a:lnTo>
                  <a:lnTo>
                    <a:pt x="83518" y="95932"/>
                  </a:lnTo>
                  <a:lnTo>
                    <a:pt x="68272" y="105463"/>
                  </a:lnTo>
                  <a:lnTo>
                    <a:pt x="46990" y="108838"/>
                  </a:lnTo>
                  <a:lnTo>
                    <a:pt x="91584" y="108838"/>
                  </a:lnTo>
                  <a:lnTo>
                    <a:pt x="94583" y="107013"/>
                  </a:lnTo>
                  <a:lnTo>
                    <a:pt x="107676" y="87465"/>
                  </a:lnTo>
                  <a:lnTo>
                    <a:pt x="112268" y="61975"/>
                  </a:lnTo>
                  <a:lnTo>
                    <a:pt x="107676" y="36512"/>
                  </a:lnTo>
                  <a:lnTo>
                    <a:pt x="94583" y="17144"/>
                  </a:lnTo>
                  <a:lnTo>
                    <a:pt x="90978" y="14985"/>
                  </a:lnTo>
                  <a:close/>
                </a:path>
                <a:path w="960119" h="160020">
                  <a:moveTo>
                    <a:pt x="770636" y="507"/>
                  </a:moveTo>
                  <a:lnTo>
                    <a:pt x="723773" y="507"/>
                  </a:lnTo>
                  <a:lnTo>
                    <a:pt x="723773" y="123951"/>
                  </a:lnTo>
                  <a:lnTo>
                    <a:pt x="770636" y="123951"/>
                  </a:lnTo>
                  <a:lnTo>
                    <a:pt x="797712" y="119536"/>
                  </a:lnTo>
                  <a:lnTo>
                    <a:pt x="815279" y="108838"/>
                  </a:lnTo>
                  <a:lnTo>
                    <a:pt x="739648" y="108838"/>
                  </a:lnTo>
                  <a:lnTo>
                    <a:pt x="739648" y="14985"/>
                  </a:lnTo>
                  <a:lnTo>
                    <a:pt x="814672" y="14985"/>
                  </a:lnTo>
                  <a:lnTo>
                    <a:pt x="797712" y="4825"/>
                  </a:lnTo>
                  <a:lnTo>
                    <a:pt x="770636" y="507"/>
                  </a:lnTo>
                  <a:close/>
                </a:path>
                <a:path w="960119" h="160020">
                  <a:moveTo>
                    <a:pt x="814672" y="14985"/>
                  </a:moveTo>
                  <a:lnTo>
                    <a:pt x="771651" y="14985"/>
                  </a:lnTo>
                  <a:lnTo>
                    <a:pt x="792799" y="18363"/>
                  </a:lnTo>
                  <a:lnTo>
                    <a:pt x="808243" y="27908"/>
                  </a:lnTo>
                  <a:lnTo>
                    <a:pt x="817711" y="42739"/>
                  </a:lnTo>
                  <a:lnTo>
                    <a:pt x="820928" y="61975"/>
                  </a:lnTo>
                  <a:lnTo>
                    <a:pt x="817854" y="81139"/>
                  </a:lnTo>
                  <a:lnTo>
                    <a:pt x="808624" y="95932"/>
                  </a:lnTo>
                  <a:lnTo>
                    <a:pt x="793228" y="105463"/>
                  </a:lnTo>
                  <a:lnTo>
                    <a:pt x="771651" y="108838"/>
                  </a:lnTo>
                  <a:lnTo>
                    <a:pt x="815279" y="108838"/>
                  </a:lnTo>
                  <a:lnTo>
                    <a:pt x="818276" y="107013"/>
                  </a:lnTo>
                  <a:lnTo>
                    <a:pt x="831340" y="87465"/>
                  </a:lnTo>
                  <a:lnTo>
                    <a:pt x="835913" y="61975"/>
                  </a:lnTo>
                  <a:lnTo>
                    <a:pt x="831340" y="36512"/>
                  </a:lnTo>
                  <a:lnTo>
                    <a:pt x="818276" y="17144"/>
                  </a:lnTo>
                  <a:lnTo>
                    <a:pt x="814672" y="14985"/>
                  </a:lnTo>
                  <a:close/>
                </a:path>
                <a:path w="960119" h="160020">
                  <a:moveTo>
                    <a:pt x="373125" y="38480"/>
                  </a:moveTo>
                  <a:lnTo>
                    <a:pt x="356705" y="41735"/>
                  </a:lnTo>
                  <a:lnTo>
                    <a:pt x="343487" y="50799"/>
                  </a:lnTo>
                  <a:lnTo>
                    <a:pt x="334674" y="64627"/>
                  </a:lnTo>
                  <a:lnTo>
                    <a:pt x="331470" y="82168"/>
                  </a:lnTo>
                  <a:lnTo>
                    <a:pt x="334674" y="99363"/>
                  </a:lnTo>
                  <a:lnTo>
                    <a:pt x="343487" y="113045"/>
                  </a:lnTo>
                  <a:lnTo>
                    <a:pt x="356705" y="122084"/>
                  </a:lnTo>
                  <a:lnTo>
                    <a:pt x="373125" y="125348"/>
                  </a:lnTo>
                  <a:lnTo>
                    <a:pt x="382172" y="124418"/>
                  </a:lnTo>
                  <a:lnTo>
                    <a:pt x="390159" y="121808"/>
                  </a:lnTo>
                  <a:lnTo>
                    <a:pt x="396932" y="117794"/>
                  </a:lnTo>
                  <a:lnTo>
                    <a:pt x="402336" y="112648"/>
                  </a:lnTo>
                  <a:lnTo>
                    <a:pt x="417322" y="112648"/>
                  </a:lnTo>
                  <a:lnTo>
                    <a:pt x="417322" y="112140"/>
                  </a:lnTo>
                  <a:lnTo>
                    <a:pt x="375031" y="112140"/>
                  </a:lnTo>
                  <a:lnTo>
                    <a:pt x="363503" y="109833"/>
                  </a:lnTo>
                  <a:lnTo>
                    <a:pt x="363248" y="109833"/>
                  </a:lnTo>
                  <a:lnTo>
                    <a:pt x="353964" y="103298"/>
                  </a:lnTo>
                  <a:lnTo>
                    <a:pt x="348045" y="93763"/>
                  </a:lnTo>
                  <a:lnTo>
                    <a:pt x="345948" y="82168"/>
                  </a:lnTo>
                  <a:lnTo>
                    <a:pt x="347991" y="70500"/>
                  </a:lnTo>
                  <a:lnTo>
                    <a:pt x="353822" y="60928"/>
                  </a:lnTo>
                  <a:lnTo>
                    <a:pt x="362985" y="54451"/>
                  </a:lnTo>
                  <a:lnTo>
                    <a:pt x="375031" y="52069"/>
                  </a:lnTo>
                  <a:lnTo>
                    <a:pt x="417322" y="52069"/>
                  </a:lnTo>
                  <a:lnTo>
                    <a:pt x="417322" y="51688"/>
                  </a:lnTo>
                  <a:lnTo>
                    <a:pt x="402336" y="51688"/>
                  </a:lnTo>
                  <a:lnTo>
                    <a:pt x="396932" y="46410"/>
                  </a:lnTo>
                  <a:lnTo>
                    <a:pt x="390159" y="42227"/>
                  </a:lnTo>
                  <a:lnTo>
                    <a:pt x="382172" y="39473"/>
                  </a:lnTo>
                  <a:lnTo>
                    <a:pt x="373125" y="38480"/>
                  </a:lnTo>
                  <a:close/>
                </a:path>
                <a:path w="960119" h="160020">
                  <a:moveTo>
                    <a:pt x="417322" y="112648"/>
                  </a:moveTo>
                  <a:lnTo>
                    <a:pt x="402336" y="112648"/>
                  </a:lnTo>
                  <a:lnTo>
                    <a:pt x="402336" y="123443"/>
                  </a:lnTo>
                  <a:lnTo>
                    <a:pt x="417322" y="123443"/>
                  </a:lnTo>
                  <a:lnTo>
                    <a:pt x="417322" y="112648"/>
                  </a:lnTo>
                  <a:close/>
                </a:path>
                <a:path w="960119" h="160020">
                  <a:moveTo>
                    <a:pt x="417322" y="52069"/>
                  </a:moveTo>
                  <a:lnTo>
                    <a:pt x="375031" y="52069"/>
                  </a:lnTo>
                  <a:lnTo>
                    <a:pt x="387000" y="54451"/>
                  </a:lnTo>
                  <a:lnTo>
                    <a:pt x="386743" y="54451"/>
                  </a:lnTo>
                  <a:lnTo>
                    <a:pt x="395716" y="60737"/>
                  </a:lnTo>
                  <a:lnTo>
                    <a:pt x="401623" y="70286"/>
                  </a:lnTo>
                  <a:lnTo>
                    <a:pt x="403733" y="82168"/>
                  </a:lnTo>
                  <a:lnTo>
                    <a:pt x="401661" y="93763"/>
                  </a:lnTo>
                  <a:lnTo>
                    <a:pt x="375031" y="112140"/>
                  </a:lnTo>
                  <a:lnTo>
                    <a:pt x="417322" y="112140"/>
                  </a:lnTo>
                  <a:lnTo>
                    <a:pt x="417322" y="52069"/>
                  </a:lnTo>
                  <a:close/>
                </a:path>
                <a:path w="960119" h="160020">
                  <a:moveTo>
                    <a:pt x="417322" y="40385"/>
                  </a:moveTo>
                  <a:lnTo>
                    <a:pt x="402336" y="40385"/>
                  </a:lnTo>
                  <a:lnTo>
                    <a:pt x="402336" y="51688"/>
                  </a:lnTo>
                  <a:lnTo>
                    <a:pt x="417322" y="51688"/>
                  </a:lnTo>
                  <a:lnTo>
                    <a:pt x="417322" y="40385"/>
                  </a:lnTo>
                  <a:close/>
                </a:path>
                <a:path w="960119" h="160020">
                  <a:moveTo>
                    <a:pt x="653415" y="38480"/>
                  </a:moveTo>
                  <a:lnTo>
                    <a:pt x="636087" y="41806"/>
                  </a:lnTo>
                  <a:lnTo>
                    <a:pt x="622236" y="50990"/>
                  </a:lnTo>
                  <a:lnTo>
                    <a:pt x="613052" y="64841"/>
                  </a:lnTo>
                  <a:lnTo>
                    <a:pt x="609726" y="82168"/>
                  </a:lnTo>
                  <a:lnTo>
                    <a:pt x="613052" y="99202"/>
                  </a:lnTo>
                  <a:lnTo>
                    <a:pt x="622236" y="112902"/>
                  </a:lnTo>
                  <a:lnTo>
                    <a:pt x="636087" y="122031"/>
                  </a:lnTo>
                  <a:lnTo>
                    <a:pt x="653415" y="125348"/>
                  </a:lnTo>
                  <a:lnTo>
                    <a:pt x="670962" y="122031"/>
                  </a:lnTo>
                  <a:lnTo>
                    <a:pt x="684926" y="112902"/>
                  </a:lnTo>
                  <a:lnTo>
                    <a:pt x="685439" y="112140"/>
                  </a:lnTo>
                  <a:lnTo>
                    <a:pt x="653415" y="112140"/>
                  </a:lnTo>
                  <a:lnTo>
                    <a:pt x="641691" y="109886"/>
                  </a:lnTo>
                  <a:lnTo>
                    <a:pt x="632491" y="103631"/>
                  </a:lnTo>
                  <a:lnTo>
                    <a:pt x="626483" y="94138"/>
                  </a:lnTo>
                  <a:lnTo>
                    <a:pt x="624332" y="82168"/>
                  </a:lnTo>
                  <a:lnTo>
                    <a:pt x="626483" y="69911"/>
                  </a:lnTo>
                  <a:lnTo>
                    <a:pt x="632491" y="60404"/>
                  </a:lnTo>
                  <a:lnTo>
                    <a:pt x="641691" y="54254"/>
                  </a:lnTo>
                  <a:lnTo>
                    <a:pt x="653415" y="52069"/>
                  </a:lnTo>
                  <a:lnTo>
                    <a:pt x="685645" y="52069"/>
                  </a:lnTo>
                  <a:lnTo>
                    <a:pt x="684926" y="50990"/>
                  </a:lnTo>
                  <a:lnTo>
                    <a:pt x="670962" y="41806"/>
                  </a:lnTo>
                  <a:lnTo>
                    <a:pt x="653415" y="38480"/>
                  </a:lnTo>
                  <a:close/>
                </a:path>
                <a:path w="960119" h="160020">
                  <a:moveTo>
                    <a:pt x="685645" y="52069"/>
                  </a:moveTo>
                  <a:lnTo>
                    <a:pt x="653415" y="52069"/>
                  </a:lnTo>
                  <a:lnTo>
                    <a:pt x="665305" y="54254"/>
                  </a:lnTo>
                  <a:lnTo>
                    <a:pt x="674624" y="60404"/>
                  </a:lnTo>
                  <a:lnTo>
                    <a:pt x="680704" y="69911"/>
                  </a:lnTo>
                  <a:lnTo>
                    <a:pt x="682878" y="82168"/>
                  </a:lnTo>
                  <a:lnTo>
                    <a:pt x="680579" y="94138"/>
                  </a:lnTo>
                  <a:lnTo>
                    <a:pt x="674290" y="103631"/>
                  </a:lnTo>
                  <a:lnTo>
                    <a:pt x="664930" y="109886"/>
                  </a:lnTo>
                  <a:lnTo>
                    <a:pt x="653415" y="112140"/>
                  </a:lnTo>
                  <a:lnTo>
                    <a:pt x="685439" y="112140"/>
                  </a:lnTo>
                  <a:lnTo>
                    <a:pt x="694152" y="99202"/>
                  </a:lnTo>
                  <a:lnTo>
                    <a:pt x="697484" y="82168"/>
                  </a:lnTo>
                  <a:lnTo>
                    <a:pt x="694152" y="64841"/>
                  </a:lnTo>
                  <a:lnTo>
                    <a:pt x="685645" y="52069"/>
                  </a:lnTo>
                  <a:close/>
                </a:path>
                <a:path w="960119" h="160020">
                  <a:moveTo>
                    <a:pt x="301202" y="52069"/>
                  </a:moveTo>
                  <a:lnTo>
                    <a:pt x="270383" y="52069"/>
                  </a:lnTo>
                  <a:lnTo>
                    <a:pt x="280136" y="53709"/>
                  </a:lnTo>
                  <a:lnTo>
                    <a:pt x="287355" y="58519"/>
                  </a:lnTo>
                  <a:lnTo>
                    <a:pt x="291832" y="66321"/>
                  </a:lnTo>
                  <a:lnTo>
                    <a:pt x="293370" y="76961"/>
                  </a:lnTo>
                  <a:lnTo>
                    <a:pt x="293370" y="124332"/>
                  </a:lnTo>
                  <a:lnTo>
                    <a:pt x="307975" y="124332"/>
                  </a:lnTo>
                  <a:lnTo>
                    <a:pt x="307975" y="72770"/>
                  </a:lnTo>
                  <a:lnTo>
                    <a:pt x="305448" y="58519"/>
                  </a:lnTo>
                  <a:lnTo>
                    <a:pt x="301202" y="52069"/>
                  </a:lnTo>
                  <a:close/>
                </a:path>
                <a:path w="960119" h="160020">
                  <a:moveTo>
                    <a:pt x="245999" y="40385"/>
                  </a:moveTo>
                  <a:lnTo>
                    <a:pt x="231901" y="40385"/>
                  </a:lnTo>
                  <a:lnTo>
                    <a:pt x="231901" y="123951"/>
                  </a:lnTo>
                  <a:lnTo>
                    <a:pt x="245999" y="123951"/>
                  </a:lnTo>
                  <a:lnTo>
                    <a:pt x="245999" y="76961"/>
                  </a:lnTo>
                  <a:lnTo>
                    <a:pt x="247898" y="66321"/>
                  </a:lnTo>
                  <a:lnTo>
                    <a:pt x="253092" y="58519"/>
                  </a:lnTo>
                  <a:lnTo>
                    <a:pt x="260840" y="53709"/>
                  </a:lnTo>
                  <a:lnTo>
                    <a:pt x="270383" y="52069"/>
                  </a:lnTo>
                  <a:lnTo>
                    <a:pt x="301202" y="52069"/>
                  </a:lnTo>
                  <a:lnTo>
                    <a:pt x="300951" y="51688"/>
                  </a:lnTo>
                  <a:lnTo>
                    <a:pt x="245999" y="51688"/>
                  </a:lnTo>
                  <a:lnTo>
                    <a:pt x="245999" y="40385"/>
                  </a:lnTo>
                  <a:close/>
                </a:path>
                <a:path w="960119" h="160020">
                  <a:moveTo>
                    <a:pt x="273176" y="38480"/>
                  </a:moveTo>
                  <a:lnTo>
                    <a:pt x="265787" y="39223"/>
                  </a:lnTo>
                  <a:lnTo>
                    <a:pt x="258540" y="41560"/>
                  </a:lnTo>
                  <a:lnTo>
                    <a:pt x="251817" y="45660"/>
                  </a:lnTo>
                  <a:lnTo>
                    <a:pt x="245999" y="51688"/>
                  </a:lnTo>
                  <a:lnTo>
                    <a:pt x="300951" y="51688"/>
                  </a:lnTo>
                  <a:lnTo>
                    <a:pt x="298338" y="47720"/>
                  </a:lnTo>
                  <a:lnTo>
                    <a:pt x="287347" y="40874"/>
                  </a:lnTo>
                  <a:lnTo>
                    <a:pt x="273176" y="38480"/>
                  </a:lnTo>
                  <a:close/>
                </a:path>
                <a:path w="960119" h="160020">
                  <a:moveTo>
                    <a:pt x="579718" y="52577"/>
                  </a:moveTo>
                  <a:lnTo>
                    <a:pt x="548640" y="52577"/>
                  </a:lnTo>
                  <a:lnTo>
                    <a:pt x="558756" y="54288"/>
                  </a:lnTo>
                  <a:lnTo>
                    <a:pt x="558438" y="54288"/>
                  </a:lnTo>
                  <a:lnTo>
                    <a:pt x="565419" y="59023"/>
                  </a:lnTo>
                  <a:lnTo>
                    <a:pt x="569767" y="66829"/>
                  </a:lnTo>
                  <a:lnTo>
                    <a:pt x="571175" y="76961"/>
                  </a:lnTo>
                  <a:lnTo>
                    <a:pt x="571246" y="124840"/>
                  </a:lnTo>
                  <a:lnTo>
                    <a:pt x="586232" y="124840"/>
                  </a:lnTo>
                  <a:lnTo>
                    <a:pt x="586232" y="73278"/>
                  </a:lnTo>
                  <a:lnTo>
                    <a:pt x="583791" y="59213"/>
                  </a:lnTo>
                  <a:lnTo>
                    <a:pt x="583707" y="58733"/>
                  </a:lnTo>
                  <a:lnTo>
                    <a:pt x="579718" y="52577"/>
                  </a:lnTo>
                  <a:close/>
                </a:path>
                <a:path w="960119" h="160020">
                  <a:moveTo>
                    <a:pt x="517835" y="52069"/>
                  </a:moveTo>
                  <a:lnTo>
                    <a:pt x="486283" y="52069"/>
                  </a:lnTo>
                  <a:lnTo>
                    <a:pt x="496036" y="53709"/>
                  </a:lnTo>
                  <a:lnTo>
                    <a:pt x="503253" y="58515"/>
                  </a:lnTo>
                  <a:lnTo>
                    <a:pt x="507732" y="66321"/>
                  </a:lnTo>
                  <a:lnTo>
                    <a:pt x="509270" y="76961"/>
                  </a:lnTo>
                  <a:lnTo>
                    <a:pt x="509270" y="124332"/>
                  </a:lnTo>
                  <a:lnTo>
                    <a:pt x="523748" y="124332"/>
                  </a:lnTo>
                  <a:lnTo>
                    <a:pt x="523841" y="76961"/>
                  </a:lnTo>
                  <a:lnTo>
                    <a:pt x="525672" y="67044"/>
                  </a:lnTo>
                  <a:lnTo>
                    <a:pt x="530955" y="59213"/>
                  </a:lnTo>
                  <a:lnTo>
                    <a:pt x="536303" y="55879"/>
                  </a:lnTo>
                  <a:lnTo>
                    <a:pt x="520573" y="55879"/>
                  </a:lnTo>
                  <a:lnTo>
                    <a:pt x="517835" y="52069"/>
                  </a:lnTo>
                  <a:close/>
                </a:path>
                <a:path w="960119" h="160020">
                  <a:moveTo>
                    <a:pt x="461899" y="40385"/>
                  </a:moveTo>
                  <a:lnTo>
                    <a:pt x="447801" y="40385"/>
                  </a:lnTo>
                  <a:lnTo>
                    <a:pt x="447801" y="123951"/>
                  </a:lnTo>
                  <a:lnTo>
                    <a:pt x="461899" y="123951"/>
                  </a:lnTo>
                  <a:lnTo>
                    <a:pt x="461899" y="76961"/>
                  </a:lnTo>
                  <a:lnTo>
                    <a:pt x="463669" y="67044"/>
                  </a:lnTo>
                  <a:lnTo>
                    <a:pt x="463707" y="66829"/>
                  </a:lnTo>
                  <a:lnTo>
                    <a:pt x="463798" y="66321"/>
                  </a:lnTo>
                  <a:lnTo>
                    <a:pt x="468995" y="58515"/>
                  </a:lnTo>
                  <a:lnTo>
                    <a:pt x="476740" y="53709"/>
                  </a:lnTo>
                  <a:lnTo>
                    <a:pt x="486283" y="52069"/>
                  </a:lnTo>
                  <a:lnTo>
                    <a:pt x="517835" y="52069"/>
                  </a:lnTo>
                  <a:lnTo>
                    <a:pt x="517562" y="51688"/>
                  </a:lnTo>
                  <a:lnTo>
                    <a:pt x="461899" y="51688"/>
                  </a:lnTo>
                  <a:lnTo>
                    <a:pt x="461899" y="40385"/>
                  </a:lnTo>
                  <a:close/>
                </a:path>
                <a:path w="960119" h="160020">
                  <a:moveTo>
                    <a:pt x="551561" y="38480"/>
                  </a:moveTo>
                  <a:lnTo>
                    <a:pt x="542932" y="39342"/>
                  </a:lnTo>
                  <a:lnTo>
                    <a:pt x="534447" y="42227"/>
                  </a:lnTo>
                  <a:lnTo>
                    <a:pt x="526772" y="47589"/>
                  </a:lnTo>
                  <a:lnTo>
                    <a:pt x="520573" y="55879"/>
                  </a:lnTo>
                  <a:lnTo>
                    <a:pt x="536303" y="55879"/>
                  </a:lnTo>
                  <a:lnTo>
                    <a:pt x="538857" y="54288"/>
                  </a:lnTo>
                  <a:lnTo>
                    <a:pt x="548640" y="52577"/>
                  </a:lnTo>
                  <a:lnTo>
                    <a:pt x="579718" y="52577"/>
                  </a:lnTo>
                  <a:lnTo>
                    <a:pt x="576611" y="47783"/>
                  </a:lnTo>
                  <a:lnTo>
                    <a:pt x="565658" y="40882"/>
                  </a:lnTo>
                  <a:lnTo>
                    <a:pt x="551561" y="38480"/>
                  </a:lnTo>
                  <a:close/>
                </a:path>
                <a:path w="960119" h="160020">
                  <a:moveTo>
                    <a:pt x="489076" y="38480"/>
                  </a:moveTo>
                  <a:lnTo>
                    <a:pt x="480688" y="39342"/>
                  </a:lnTo>
                  <a:lnTo>
                    <a:pt x="481477" y="39342"/>
                  </a:lnTo>
                  <a:lnTo>
                    <a:pt x="474583" y="41560"/>
                  </a:lnTo>
                  <a:lnTo>
                    <a:pt x="467770" y="45660"/>
                  </a:lnTo>
                  <a:lnTo>
                    <a:pt x="461899" y="51688"/>
                  </a:lnTo>
                  <a:lnTo>
                    <a:pt x="517562" y="51688"/>
                  </a:lnTo>
                  <a:lnTo>
                    <a:pt x="515348" y="48607"/>
                  </a:lnTo>
                  <a:lnTo>
                    <a:pt x="508301" y="43132"/>
                  </a:lnTo>
                  <a:lnTo>
                    <a:pt x="499516" y="39681"/>
                  </a:lnTo>
                  <a:lnTo>
                    <a:pt x="489076" y="38480"/>
                  </a:lnTo>
                  <a:close/>
                </a:path>
                <a:path w="960119" h="160020">
                  <a:moveTo>
                    <a:pt x="140843" y="40385"/>
                  </a:moveTo>
                  <a:lnTo>
                    <a:pt x="124841" y="40385"/>
                  </a:lnTo>
                  <a:lnTo>
                    <a:pt x="162941" y="106044"/>
                  </a:lnTo>
                  <a:lnTo>
                    <a:pt x="131952" y="159638"/>
                  </a:lnTo>
                  <a:lnTo>
                    <a:pt x="147827" y="159638"/>
                  </a:lnTo>
                  <a:lnTo>
                    <a:pt x="186251" y="91947"/>
                  </a:lnTo>
                  <a:lnTo>
                    <a:pt x="170942" y="91947"/>
                  </a:lnTo>
                  <a:lnTo>
                    <a:pt x="140843" y="40385"/>
                  </a:lnTo>
                  <a:close/>
                </a:path>
                <a:path w="960119" h="160020">
                  <a:moveTo>
                    <a:pt x="215519" y="40385"/>
                  </a:moveTo>
                  <a:lnTo>
                    <a:pt x="199517" y="40385"/>
                  </a:lnTo>
                  <a:lnTo>
                    <a:pt x="170942" y="91947"/>
                  </a:lnTo>
                  <a:lnTo>
                    <a:pt x="186251" y="91947"/>
                  </a:lnTo>
                  <a:lnTo>
                    <a:pt x="215519" y="4038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47110" y="5586602"/>
              <a:ext cx="5768594" cy="3237484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3265424" y="8583612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469341" y="0"/>
                  </a:moveTo>
                  <a:lnTo>
                    <a:pt x="0" y="0"/>
                  </a:lnTo>
                  <a:lnTo>
                    <a:pt x="0" y="469341"/>
                  </a:lnTo>
                  <a:lnTo>
                    <a:pt x="469341" y="469341"/>
                  </a:lnTo>
                  <a:lnTo>
                    <a:pt x="4693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3295015" y="8612758"/>
              <a:ext cx="332105" cy="332105"/>
            </a:xfrm>
            <a:custGeom>
              <a:avLst/>
              <a:gdLst/>
              <a:ahLst/>
              <a:cxnLst/>
              <a:rect l="l" t="t" r="r" b="b"/>
              <a:pathLst>
                <a:path w="332104" h="332104">
                  <a:moveTo>
                    <a:pt x="312547" y="0"/>
                  </a:moveTo>
                  <a:lnTo>
                    <a:pt x="19304" y="0"/>
                  </a:lnTo>
                  <a:lnTo>
                    <a:pt x="11733" y="1549"/>
                  </a:lnTo>
                  <a:lnTo>
                    <a:pt x="5603" y="5730"/>
                  </a:lnTo>
                  <a:lnTo>
                    <a:pt x="1498" y="11840"/>
                  </a:lnTo>
                  <a:lnTo>
                    <a:pt x="0" y="19177"/>
                  </a:lnTo>
                  <a:lnTo>
                    <a:pt x="0" y="312547"/>
                  </a:lnTo>
                  <a:lnTo>
                    <a:pt x="1498" y="320097"/>
                  </a:lnTo>
                  <a:lnTo>
                    <a:pt x="5603" y="326183"/>
                  </a:lnTo>
                  <a:lnTo>
                    <a:pt x="11733" y="330245"/>
                  </a:lnTo>
                  <a:lnTo>
                    <a:pt x="19304" y="331724"/>
                  </a:lnTo>
                  <a:lnTo>
                    <a:pt x="312547" y="331724"/>
                  </a:lnTo>
                  <a:lnTo>
                    <a:pt x="319956" y="330245"/>
                  </a:lnTo>
                  <a:lnTo>
                    <a:pt x="326104" y="326183"/>
                  </a:lnTo>
                  <a:lnTo>
                    <a:pt x="330299" y="320097"/>
                  </a:lnTo>
                  <a:lnTo>
                    <a:pt x="331850" y="312547"/>
                  </a:lnTo>
                  <a:lnTo>
                    <a:pt x="331850" y="303149"/>
                  </a:lnTo>
                  <a:lnTo>
                    <a:pt x="29083" y="303149"/>
                  </a:lnTo>
                  <a:lnTo>
                    <a:pt x="29083" y="29464"/>
                  </a:lnTo>
                  <a:lnTo>
                    <a:pt x="331850" y="29464"/>
                  </a:lnTo>
                  <a:lnTo>
                    <a:pt x="331850" y="19177"/>
                  </a:lnTo>
                  <a:lnTo>
                    <a:pt x="330299" y="11840"/>
                  </a:lnTo>
                  <a:lnTo>
                    <a:pt x="326104" y="5730"/>
                  </a:lnTo>
                  <a:lnTo>
                    <a:pt x="319956" y="1549"/>
                  </a:lnTo>
                  <a:lnTo>
                    <a:pt x="312547" y="0"/>
                  </a:lnTo>
                  <a:close/>
                </a:path>
                <a:path w="332104" h="332104">
                  <a:moveTo>
                    <a:pt x="331850" y="29464"/>
                  </a:moveTo>
                  <a:lnTo>
                    <a:pt x="303149" y="29464"/>
                  </a:lnTo>
                  <a:lnTo>
                    <a:pt x="303149" y="303149"/>
                  </a:lnTo>
                  <a:lnTo>
                    <a:pt x="331850" y="303149"/>
                  </a:lnTo>
                  <a:lnTo>
                    <a:pt x="331850" y="294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80943" y="8801099"/>
              <a:ext cx="226695" cy="222250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94075" y="9160865"/>
              <a:ext cx="230377" cy="116865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4767326" y="8466327"/>
              <a:ext cx="704215" cy="704215"/>
            </a:xfrm>
            <a:custGeom>
              <a:avLst/>
              <a:gdLst/>
              <a:ahLst/>
              <a:cxnLst/>
              <a:rect l="l" t="t" r="r" b="b"/>
              <a:pathLst>
                <a:path w="704214" h="704215">
                  <a:moveTo>
                    <a:pt x="657098" y="0"/>
                  </a:moveTo>
                  <a:lnTo>
                    <a:pt x="46989" y="0"/>
                  </a:lnTo>
                  <a:lnTo>
                    <a:pt x="28717" y="3625"/>
                  </a:lnTo>
                  <a:lnTo>
                    <a:pt x="13779" y="13573"/>
                  </a:lnTo>
                  <a:lnTo>
                    <a:pt x="3698" y="28449"/>
                  </a:lnTo>
                  <a:lnTo>
                    <a:pt x="0" y="46863"/>
                  </a:lnTo>
                  <a:lnTo>
                    <a:pt x="0" y="657021"/>
                  </a:lnTo>
                  <a:lnTo>
                    <a:pt x="3698" y="675245"/>
                  </a:lnTo>
                  <a:lnTo>
                    <a:pt x="13779" y="690175"/>
                  </a:lnTo>
                  <a:lnTo>
                    <a:pt x="28717" y="700266"/>
                  </a:lnTo>
                  <a:lnTo>
                    <a:pt x="46989" y="703973"/>
                  </a:lnTo>
                  <a:lnTo>
                    <a:pt x="657098" y="703973"/>
                  </a:lnTo>
                  <a:lnTo>
                    <a:pt x="675296" y="700266"/>
                  </a:lnTo>
                  <a:lnTo>
                    <a:pt x="690197" y="690175"/>
                  </a:lnTo>
                  <a:lnTo>
                    <a:pt x="700264" y="675245"/>
                  </a:lnTo>
                  <a:lnTo>
                    <a:pt x="703961" y="657021"/>
                  </a:lnTo>
                  <a:lnTo>
                    <a:pt x="703961" y="46863"/>
                  </a:lnTo>
                  <a:lnTo>
                    <a:pt x="700264" y="28449"/>
                  </a:lnTo>
                  <a:lnTo>
                    <a:pt x="690197" y="13573"/>
                  </a:lnTo>
                  <a:lnTo>
                    <a:pt x="675296" y="3625"/>
                  </a:lnTo>
                  <a:lnTo>
                    <a:pt x="657098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4899279" y="8574658"/>
              <a:ext cx="440690" cy="496570"/>
            </a:xfrm>
            <a:custGeom>
              <a:avLst/>
              <a:gdLst/>
              <a:ahLst/>
              <a:cxnLst/>
              <a:rect l="l" t="t" r="r" b="b"/>
              <a:pathLst>
                <a:path w="440689" h="496570">
                  <a:moveTo>
                    <a:pt x="440182" y="220091"/>
                  </a:moveTo>
                  <a:lnTo>
                    <a:pt x="433260" y="164388"/>
                  </a:lnTo>
                  <a:lnTo>
                    <a:pt x="421386" y="139827"/>
                  </a:lnTo>
                  <a:lnTo>
                    <a:pt x="411988" y="143637"/>
                  </a:lnTo>
                  <a:lnTo>
                    <a:pt x="409702" y="148336"/>
                  </a:lnTo>
                  <a:lnTo>
                    <a:pt x="411607" y="153035"/>
                  </a:lnTo>
                  <a:lnTo>
                    <a:pt x="416013" y="169125"/>
                  </a:lnTo>
                  <a:lnTo>
                    <a:pt x="419430" y="185712"/>
                  </a:lnTo>
                  <a:lnTo>
                    <a:pt x="421614" y="202730"/>
                  </a:lnTo>
                  <a:lnTo>
                    <a:pt x="422402" y="220091"/>
                  </a:lnTo>
                  <a:lnTo>
                    <a:pt x="417068" y="266496"/>
                  </a:lnTo>
                  <a:lnTo>
                    <a:pt x="401904" y="309079"/>
                  </a:lnTo>
                  <a:lnTo>
                    <a:pt x="378079" y="346646"/>
                  </a:lnTo>
                  <a:lnTo>
                    <a:pt x="346786" y="377977"/>
                  </a:lnTo>
                  <a:lnTo>
                    <a:pt x="309232" y="401853"/>
                  </a:lnTo>
                  <a:lnTo>
                    <a:pt x="275678" y="413829"/>
                  </a:lnTo>
                  <a:lnTo>
                    <a:pt x="261340" y="356235"/>
                  </a:lnTo>
                  <a:lnTo>
                    <a:pt x="296672" y="341884"/>
                  </a:lnTo>
                  <a:lnTo>
                    <a:pt x="332384" y="310502"/>
                  </a:lnTo>
                  <a:lnTo>
                    <a:pt x="356044" y="268909"/>
                  </a:lnTo>
                  <a:lnTo>
                    <a:pt x="362559" y="231787"/>
                  </a:lnTo>
                  <a:lnTo>
                    <a:pt x="363728" y="230505"/>
                  </a:lnTo>
                  <a:lnTo>
                    <a:pt x="363728" y="225158"/>
                  </a:lnTo>
                  <a:lnTo>
                    <a:pt x="364617" y="220091"/>
                  </a:lnTo>
                  <a:lnTo>
                    <a:pt x="357238" y="174688"/>
                  </a:lnTo>
                  <a:lnTo>
                    <a:pt x="345655" y="152361"/>
                  </a:lnTo>
                  <a:lnTo>
                    <a:pt x="345655" y="216789"/>
                  </a:lnTo>
                  <a:lnTo>
                    <a:pt x="343776" y="216789"/>
                  </a:lnTo>
                  <a:lnTo>
                    <a:pt x="343776" y="234696"/>
                  </a:lnTo>
                  <a:lnTo>
                    <a:pt x="338836" y="263004"/>
                  </a:lnTo>
                  <a:lnTo>
                    <a:pt x="318147" y="299631"/>
                  </a:lnTo>
                  <a:lnTo>
                    <a:pt x="286905" y="327253"/>
                  </a:lnTo>
                  <a:lnTo>
                    <a:pt x="262051" y="337350"/>
                  </a:lnTo>
                  <a:lnTo>
                    <a:pt x="271322" y="323926"/>
                  </a:lnTo>
                  <a:lnTo>
                    <a:pt x="283121" y="294246"/>
                  </a:lnTo>
                  <a:lnTo>
                    <a:pt x="290614" y="259219"/>
                  </a:lnTo>
                  <a:lnTo>
                    <a:pt x="292277" y="234696"/>
                  </a:lnTo>
                  <a:lnTo>
                    <a:pt x="343776" y="234696"/>
                  </a:lnTo>
                  <a:lnTo>
                    <a:pt x="343776" y="216789"/>
                  </a:lnTo>
                  <a:lnTo>
                    <a:pt x="293052" y="216789"/>
                  </a:lnTo>
                  <a:lnTo>
                    <a:pt x="291871" y="192455"/>
                  </a:lnTo>
                  <a:lnTo>
                    <a:pt x="287972" y="166116"/>
                  </a:lnTo>
                  <a:lnTo>
                    <a:pt x="287528" y="164439"/>
                  </a:lnTo>
                  <a:lnTo>
                    <a:pt x="292430" y="163474"/>
                  </a:lnTo>
                  <a:lnTo>
                    <a:pt x="316191" y="155473"/>
                  </a:lnTo>
                  <a:lnTo>
                    <a:pt x="323469" y="151676"/>
                  </a:lnTo>
                  <a:lnTo>
                    <a:pt x="336423" y="170903"/>
                  </a:lnTo>
                  <a:lnTo>
                    <a:pt x="345655" y="216789"/>
                  </a:lnTo>
                  <a:lnTo>
                    <a:pt x="345655" y="152361"/>
                  </a:lnTo>
                  <a:lnTo>
                    <a:pt x="336740" y="135166"/>
                  </a:lnTo>
                  <a:lnTo>
                    <a:pt x="313690" y="112115"/>
                  </a:lnTo>
                  <a:lnTo>
                    <a:pt x="313690" y="137172"/>
                  </a:lnTo>
                  <a:lnTo>
                    <a:pt x="308825" y="139738"/>
                  </a:lnTo>
                  <a:lnTo>
                    <a:pt x="287604" y="146964"/>
                  </a:lnTo>
                  <a:lnTo>
                    <a:pt x="283235" y="147840"/>
                  </a:lnTo>
                  <a:lnTo>
                    <a:pt x="281774" y="142163"/>
                  </a:lnTo>
                  <a:lnTo>
                    <a:pt x="275678" y="126580"/>
                  </a:lnTo>
                  <a:lnTo>
                    <a:pt x="275678" y="216789"/>
                  </a:lnTo>
                  <a:lnTo>
                    <a:pt x="274853" y="216789"/>
                  </a:lnTo>
                  <a:lnTo>
                    <a:pt x="274853" y="234696"/>
                  </a:lnTo>
                  <a:lnTo>
                    <a:pt x="273367" y="256959"/>
                  </a:lnTo>
                  <a:lnTo>
                    <a:pt x="266509" y="289115"/>
                  </a:lnTo>
                  <a:lnTo>
                    <a:pt x="258787" y="308571"/>
                  </a:lnTo>
                  <a:lnTo>
                    <a:pt x="258787" y="417969"/>
                  </a:lnTo>
                  <a:lnTo>
                    <a:pt x="220091" y="422402"/>
                  </a:lnTo>
                  <a:lnTo>
                    <a:pt x="182537" y="418096"/>
                  </a:lnTo>
                  <a:lnTo>
                    <a:pt x="220599" y="264287"/>
                  </a:lnTo>
                  <a:lnTo>
                    <a:pt x="258787" y="417969"/>
                  </a:lnTo>
                  <a:lnTo>
                    <a:pt x="258787" y="308571"/>
                  </a:lnTo>
                  <a:lnTo>
                    <a:pt x="256120" y="315290"/>
                  </a:lnTo>
                  <a:lnTo>
                    <a:pt x="252463" y="320573"/>
                  </a:lnTo>
                  <a:lnTo>
                    <a:pt x="231089" y="234696"/>
                  </a:lnTo>
                  <a:lnTo>
                    <a:pt x="274853" y="234696"/>
                  </a:lnTo>
                  <a:lnTo>
                    <a:pt x="274853" y="216789"/>
                  </a:lnTo>
                  <a:lnTo>
                    <a:pt x="210451" y="216789"/>
                  </a:lnTo>
                  <a:lnTo>
                    <a:pt x="210451" y="234696"/>
                  </a:lnTo>
                  <a:lnTo>
                    <a:pt x="188582" y="321881"/>
                  </a:lnTo>
                  <a:lnTo>
                    <a:pt x="184023" y="315290"/>
                  </a:lnTo>
                  <a:lnTo>
                    <a:pt x="178244" y="300774"/>
                  </a:lnTo>
                  <a:lnTo>
                    <a:pt x="178244" y="337566"/>
                  </a:lnTo>
                  <a:lnTo>
                    <a:pt x="151815" y="326097"/>
                  </a:lnTo>
                  <a:lnTo>
                    <a:pt x="121348" y="298475"/>
                  </a:lnTo>
                  <a:lnTo>
                    <a:pt x="101155" y="262305"/>
                  </a:lnTo>
                  <a:lnTo>
                    <a:pt x="96367" y="234696"/>
                  </a:lnTo>
                  <a:lnTo>
                    <a:pt x="147764" y="234696"/>
                  </a:lnTo>
                  <a:lnTo>
                    <a:pt x="149440" y="259219"/>
                  </a:lnTo>
                  <a:lnTo>
                    <a:pt x="156984" y="294246"/>
                  </a:lnTo>
                  <a:lnTo>
                    <a:pt x="168821" y="323926"/>
                  </a:lnTo>
                  <a:lnTo>
                    <a:pt x="178244" y="337566"/>
                  </a:lnTo>
                  <a:lnTo>
                    <a:pt x="178244" y="300774"/>
                  </a:lnTo>
                  <a:lnTo>
                    <a:pt x="173609" y="289115"/>
                  </a:lnTo>
                  <a:lnTo>
                    <a:pt x="166700" y="256959"/>
                  </a:lnTo>
                  <a:lnTo>
                    <a:pt x="165188" y="234696"/>
                  </a:lnTo>
                  <a:lnTo>
                    <a:pt x="210451" y="234696"/>
                  </a:lnTo>
                  <a:lnTo>
                    <a:pt x="210451" y="216789"/>
                  </a:lnTo>
                  <a:lnTo>
                    <a:pt x="164363" y="216789"/>
                  </a:lnTo>
                  <a:lnTo>
                    <a:pt x="165468" y="193535"/>
                  </a:lnTo>
                  <a:lnTo>
                    <a:pt x="169113" y="169087"/>
                  </a:lnTo>
                  <a:lnTo>
                    <a:pt x="169494" y="167640"/>
                  </a:lnTo>
                  <a:lnTo>
                    <a:pt x="180733" y="169786"/>
                  </a:lnTo>
                  <a:lnTo>
                    <a:pt x="220599" y="172339"/>
                  </a:lnTo>
                  <a:lnTo>
                    <a:pt x="260299" y="169786"/>
                  </a:lnTo>
                  <a:lnTo>
                    <a:pt x="270573" y="167767"/>
                  </a:lnTo>
                  <a:lnTo>
                    <a:pt x="270929" y="169087"/>
                  </a:lnTo>
                  <a:lnTo>
                    <a:pt x="274574" y="193535"/>
                  </a:lnTo>
                  <a:lnTo>
                    <a:pt x="275678" y="216789"/>
                  </a:lnTo>
                  <a:lnTo>
                    <a:pt x="275678" y="126580"/>
                  </a:lnTo>
                  <a:lnTo>
                    <a:pt x="273558" y="121158"/>
                  </a:lnTo>
                  <a:lnTo>
                    <a:pt x="266204" y="108394"/>
                  </a:lnTo>
                  <a:lnTo>
                    <a:pt x="266204" y="151218"/>
                  </a:lnTo>
                  <a:lnTo>
                    <a:pt x="257822" y="152882"/>
                  </a:lnTo>
                  <a:lnTo>
                    <a:pt x="220091" y="155321"/>
                  </a:lnTo>
                  <a:lnTo>
                    <a:pt x="182473" y="152882"/>
                  </a:lnTo>
                  <a:lnTo>
                    <a:pt x="173824" y="151206"/>
                  </a:lnTo>
                  <a:lnTo>
                    <a:pt x="191414" y="112928"/>
                  </a:lnTo>
                  <a:lnTo>
                    <a:pt x="220091" y="93853"/>
                  </a:lnTo>
                  <a:lnTo>
                    <a:pt x="229514" y="95986"/>
                  </a:lnTo>
                  <a:lnTo>
                    <a:pt x="257556" y="128651"/>
                  </a:lnTo>
                  <a:lnTo>
                    <a:pt x="266204" y="151218"/>
                  </a:lnTo>
                  <a:lnTo>
                    <a:pt x="266204" y="108394"/>
                  </a:lnTo>
                  <a:lnTo>
                    <a:pt x="263499" y="103695"/>
                  </a:lnTo>
                  <a:lnTo>
                    <a:pt x="262318" y="102362"/>
                  </a:lnTo>
                  <a:lnTo>
                    <a:pt x="269278" y="103759"/>
                  </a:lnTo>
                  <a:lnTo>
                    <a:pt x="309397" y="130784"/>
                  </a:lnTo>
                  <a:lnTo>
                    <a:pt x="313690" y="137172"/>
                  </a:lnTo>
                  <a:lnTo>
                    <a:pt x="313690" y="112115"/>
                  </a:lnTo>
                  <a:lnTo>
                    <a:pt x="305523" y="103949"/>
                  </a:lnTo>
                  <a:lnTo>
                    <a:pt x="266001" y="83451"/>
                  </a:lnTo>
                  <a:lnTo>
                    <a:pt x="220599" y="76073"/>
                  </a:lnTo>
                  <a:lnTo>
                    <a:pt x="178231" y="82981"/>
                  </a:lnTo>
                  <a:lnTo>
                    <a:pt x="178231" y="102273"/>
                  </a:lnTo>
                  <a:lnTo>
                    <a:pt x="176987" y="103695"/>
                  </a:lnTo>
                  <a:lnTo>
                    <a:pt x="166497" y="121158"/>
                  </a:lnTo>
                  <a:lnTo>
                    <a:pt x="158330" y="142163"/>
                  </a:lnTo>
                  <a:lnTo>
                    <a:pt x="156832" y="147904"/>
                  </a:lnTo>
                  <a:lnTo>
                    <a:pt x="152565" y="147078"/>
                  </a:lnTo>
                  <a:lnTo>
                    <a:pt x="152565" y="164388"/>
                  </a:lnTo>
                  <a:lnTo>
                    <a:pt x="152120" y="166116"/>
                  </a:lnTo>
                  <a:lnTo>
                    <a:pt x="148183" y="192455"/>
                  </a:lnTo>
                  <a:lnTo>
                    <a:pt x="146989" y="216789"/>
                  </a:lnTo>
                  <a:lnTo>
                    <a:pt x="94513" y="216789"/>
                  </a:lnTo>
                  <a:lnTo>
                    <a:pt x="103733" y="170903"/>
                  </a:lnTo>
                  <a:lnTo>
                    <a:pt x="116319" y="152196"/>
                  </a:lnTo>
                  <a:lnTo>
                    <a:pt x="123012" y="155473"/>
                  </a:lnTo>
                  <a:lnTo>
                    <a:pt x="147815" y="163474"/>
                  </a:lnTo>
                  <a:lnTo>
                    <a:pt x="152565" y="164388"/>
                  </a:lnTo>
                  <a:lnTo>
                    <a:pt x="152565" y="147078"/>
                  </a:lnTo>
                  <a:lnTo>
                    <a:pt x="152019" y="146964"/>
                  </a:lnTo>
                  <a:lnTo>
                    <a:pt x="129641" y="139738"/>
                  </a:lnTo>
                  <a:lnTo>
                    <a:pt x="125895" y="137947"/>
                  </a:lnTo>
                  <a:lnTo>
                    <a:pt x="130721" y="130784"/>
                  </a:lnTo>
                  <a:lnTo>
                    <a:pt x="170840" y="103759"/>
                  </a:lnTo>
                  <a:lnTo>
                    <a:pt x="178231" y="102273"/>
                  </a:lnTo>
                  <a:lnTo>
                    <a:pt x="178231" y="82981"/>
                  </a:lnTo>
                  <a:lnTo>
                    <a:pt x="175323" y="83451"/>
                  </a:lnTo>
                  <a:lnTo>
                    <a:pt x="135902" y="103949"/>
                  </a:lnTo>
                  <a:lnTo>
                    <a:pt x="108292" y="131622"/>
                  </a:lnTo>
                  <a:lnTo>
                    <a:pt x="106426" y="131953"/>
                  </a:lnTo>
                  <a:lnTo>
                    <a:pt x="104140" y="136144"/>
                  </a:lnTo>
                  <a:lnTo>
                    <a:pt x="101727" y="140335"/>
                  </a:lnTo>
                  <a:lnTo>
                    <a:pt x="101815" y="140843"/>
                  </a:lnTo>
                  <a:lnTo>
                    <a:pt x="84315" y="174688"/>
                  </a:lnTo>
                  <a:lnTo>
                    <a:pt x="76962" y="220091"/>
                  </a:lnTo>
                  <a:lnTo>
                    <a:pt x="77025" y="220510"/>
                  </a:lnTo>
                  <a:lnTo>
                    <a:pt x="76454" y="221107"/>
                  </a:lnTo>
                  <a:lnTo>
                    <a:pt x="76454" y="225806"/>
                  </a:lnTo>
                  <a:lnTo>
                    <a:pt x="76454" y="230505"/>
                  </a:lnTo>
                  <a:lnTo>
                    <a:pt x="79222" y="233286"/>
                  </a:lnTo>
                  <a:lnTo>
                    <a:pt x="85204" y="268122"/>
                  </a:lnTo>
                  <a:lnTo>
                    <a:pt x="108051" y="309397"/>
                  </a:lnTo>
                  <a:lnTo>
                    <a:pt x="142697" y="340880"/>
                  </a:lnTo>
                  <a:lnTo>
                    <a:pt x="179832" y="356781"/>
                  </a:lnTo>
                  <a:lnTo>
                    <a:pt x="165430" y="414172"/>
                  </a:lnTo>
                  <a:lnTo>
                    <a:pt x="93383" y="377977"/>
                  </a:lnTo>
                  <a:lnTo>
                    <a:pt x="62090" y="346646"/>
                  </a:lnTo>
                  <a:lnTo>
                    <a:pt x="38265" y="309079"/>
                  </a:lnTo>
                  <a:lnTo>
                    <a:pt x="23101" y="266496"/>
                  </a:lnTo>
                  <a:lnTo>
                    <a:pt x="17780" y="220091"/>
                  </a:lnTo>
                  <a:lnTo>
                    <a:pt x="23101" y="173558"/>
                  </a:lnTo>
                  <a:lnTo>
                    <a:pt x="38265" y="130873"/>
                  </a:lnTo>
                  <a:lnTo>
                    <a:pt x="62090" y="93243"/>
                  </a:lnTo>
                  <a:lnTo>
                    <a:pt x="93383" y="61874"/>
                  </a:lnTo>
                  <a:lnTo>
                    <a:pt x="130937" y="37973"/>
                  </a:lnTo>
                  <a:lnTo>
                    <a:pt x="173570" y="22745"/>
                  </a:lnTo>
                  <a:lnTo>
                    <a:pt x="220091" y="17399"/>
                  </a:lnTo>
                  <a:lnTo>
                    <a:pt x="262077" y="21742"/>
                  </a:lnTo>
                  <a:lnTo>
                    <a:pt x="301066" y="34213"/>
                  </a:lnTo>
                  <a:lnTo>
                    <a:pt x="336257" y="54000"/>
                  </a:lnTo>
                  <a:lnTo>
                    <a:pt x="366903" y="80276"/>
                  </a:lnTo>
                  <a:lnTo>
                    <a:pt x="370205" y="83566"/>
                  </a:lnTo>
                  <a:lnTo>
                    <a:pt x="375412" y="83566"/>
                  </a:lnTo>
                  <a:lnTo>
                    <a:pt x="379222" y="80276"/>
                  </a:lnTo>
                  <a:lnTo>
                    <a:pt x="382397" y="76581"/>
                  </a:lnTo>
                  <a:lnTo>
                    <a:pt x="382397" y="71374"/>
                  </a:lnTo>
                  <a:lnTo>
                    <a:pt x="346290" y="39598"/>
                  </a:lnTo>
                  <a:lnTo>
                    <a:pt x="308076" y="18186"/>
                  </a:lnTo>
                  <a:lnTo>
                    <a:pt x="265645" y="4699"/>
                  </a:lnTo>
                  <a:lnTo>
                    <a:pt x="220091" y="0"/>
                  </a:lnTo>
                  <a:lnTo>
                    <a:pt x="175729" y="4483"/>
                  </a:lnTo>
                  <a:lnTo>
                    <a:pt x="134416" y="17310"/>
                  </a:lnTo>
                  <a:lnTo>
                    <a:pt x="97040" y="37592"/>
                  </a:lnTo>
                  <a:lnTo>
                    <a:pt x="64465" y="64477"/>
                  </a:lnTo>
                  <a:lnTo>
                    <a:pt x="37579" y="97053"/>
                  </a:lnTo>
                  <a:lnTo>
                    <a:pt x="17297" y="134429"/>
                  </a:lnTo>
                  <a:lnTo>
                    <a:pt x="4470" y="175742"/>
                  </a:lnTo>
                  <a:lnTo>
                    <a:pt x="0" y="220091"/>
                  </a:lnTo>
                  <a:lnTo>
                    <a:pt x="4470" y="264325"/>
                  </a:lnTo>
                  <a:lnTo>
                    <a:pt x="17297" y="305536"/>
                  </a:lnTo>
                  <a:lnTo>
                    <a:pt x="37579" y="342861"/>
                  </a:lnTo>
                  <a:lnTo>
                    <a:pt x="64465" y="375386"/>
                  </a:lnTo>
                  <a:lnTo>
                    <a:pt x="97040" y="402234"/>
                  </a:lnTo>
                  <a:lnTo>
                    <a:pt x="134416" y="422516"/>
                  </a:lnTo>
                  <a:lnTo>
                    <a:pt x="161251" y="430847"/>
                  </a:lnTo>
                  <a:lnTo>
                    <a:pt x="147828" y="484365"/>
                  </a:lnTo>
                  <a:lnTo>
                    <a:pt x="146812" y="489064"/>
                  </a:lnTo>
                  <a:lnTo>
                    <a:pt x="149733" y="493763"/>
                  </a:lnTo>
                  <a:lnTo>
                    <a:pt x="154432" y="495160"/>
                  </a:lnTo>
                  <a:lnTo>
                    <a:pt x="159131" y="496112"/>
                  </a:lnTo>
                  <a:lnTo>
                    <a:pt x="163703" y="493293"/>
                  </a:lnTo>
                  <a:lnTo>
                    <a:pt x="165100" y="488581"/>
                  </a:lnTo>
                  <a:lnTo>
                    <a:pt x="178206" y="435584"/>
                  </a:lnTo>
                  <a:lnTo>
                    <a:pt x="220091" y="439801"/>
                  </a:lnTo>
                  <a:lnTo>
                    <a:pt x="263144" y="435470"/>
                  </a:lnTo>
                  <a:lnTo>
                    <a:pt x="276352" y="488581"/>
                  </a:lnTo>
                  <a:lnTo>
                    <a:pt x="277368" y="493293"/>
                  </a:lnTo>
                  <a:lnTo>
                    <a:pt x="282448" y="496112"/>
                  </a:lnTo>
                  <a:lnTo>
                    <a:pt x="287147" y="495160"/>
                  </a:lnTo>
                  <a:lnTo>
                    <a:pt x="291846" y="493763"/>
                  </a:lnTo>
                  <a:lnTo>
                    <a:pt x="294640" y="489064"/>
                  </a:lnTo>
                  <a:lnTo>
                    <a:pt x="293243" y="484365"/>
                  </a:lnTo>
                  <a:lnTo>
                    <a:pt x="279844" y="430555"/>
                  </a:lnTo>
                  <a:lnTo>
                    <a:pt x="343128" y="402234"/>
                  </a:lnTo>
                  <a:lnTo>
                    <a:pt x="375704" y="375386"/>
                  </a:lnTo>
                  <a:lnTo>
                    <a:pt x="402590" y="342861"/>
                  </a:lnTo>
                  <a:lnTo>
                    <a:pt x="422871" y="305536"/>
                  </a:lnTo>
                  <a:lnTo>
                    <a:pt x="435698" y="264325"/>
                  </a:lnTo>
                  <a:lnTo>
                    <a:pt x="440182" y="220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01539" y="8574658"/>
              <a:ext cx="79248" cy="82168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4372102" y="9278200"/>
              <a:ext cx="1483995" cy="163195"/>
            </a:xfrm>
            <a:custGeom>
              <a:avLst/>
              <a:gdLst/>
              <a:ahLst/>
              <a:cxnLst/>
              <a:rect l="l" t="t" r="r" b="b"/>
              <a:pathLst>
                <a:path w="1483995" h="163195">
                  <a:moveTo>
                    <a:pt x="905890" y="40817"/>
                  </a:moveTo>
                  <a:lnTo>
                    <a:pt x="888792" y="44060"/>
                  </a:lnTo>
                  <a:lnTo>
                    <a:pt x="888996" y="44060"/>
                  </a:lnTo>
                  <a:lnTo>
                    <a:pt x="875813" y="53025"/>
                  </a:lnTo>
                  <a:lnTo>
                    <a:pt x="867321" y="66567"/>
                  </a:lnTo>
                  <a:lnTo>
                    <a:pt x="867207" y="66749"/>
                  </a:lnTo>
                  <a:lnTo>
                    <a:pt x="864108" y="84454"/>
                  </a:lnTo>
                  <a:lnTo>
                    <a:pt x="867215" y="102087"/>
                  </a:lnTo>
                  <a:lnTo>
                    <a:pt x="875919" y="115730"/>
                  </a:lnTo>
                  <a:lnTo>
                    <a:pt x="889289" y="124536"/>
                  </a:lnTo>
                  <a:lnTo>
                    <a:pt x="906399" y="127660"/>
                  </a:lnTo>
                  <a:lnTo>
                    <a:pt x="915427" y="127063"/>
                  </a:lnTo>
                  <a:lnTo>
                    <a:pt x="924147" y="125009"/>
                  </a:lnTo>
                  <a:lnTo>
                    <a:pt x="932437" y="121102"/>
                  </a:lnTo>
                  <a:lnTo>
                    <a:pt x="940181" y="114947"/>
                  </a:lnTo>
                  <a:lnTo>
                    <a:pt x="906780" y="114947"/>
                  </a:lnTo>
                  <a:lnTo>
                    <a:pt x="896695" y="113290"/>
                  </a:lnTo>
                  <a:lnTo>
                    <a:pt x="888111" y="108380"/>
                  </a:lnTo>
                  <a:lnTo>
                    <a:pt x="881812" y="100304"/>
                  </a:lnTo>
                  <a:lnTo>
                    <a:pt x="878586" y="89153"/>
                  </a:lnTo>
                  <a:lnTo>
                    <a:pt x="944372" y="89153"/>
                  </a:lnTo>
                  <a:lnTo>
                    <a:pt x="944372" y="83540"/>
                  </a:lnTo>
                  <a:lnTo>
                    <a:pt x="943402" y="77876"/>
                  </a:lnTo>
                  <a:lnTo>
                    <a:pt x="878586" y="77876"/>
                  </a:lnTo>
                  <a:lnTo>
                    <a:pt x="881675" y="68136"/>
                  </a:lnTo>
                  <a:lnTo>
                    <a:pt x="887206" y="60404"/>
                  </a:lnTo>
                  <a:lnTo>
                    <a:pt x="894998" y="55305"/>
                  </a:lnTo>
                  <a:lnTo>
                    <a:pt x="904875" y="53466"/>
                  </a:lnTo>
                  <a:lnTo>
                    <a:pt x="933680" y="53466"/>
                  </a:lnTo>
                  <a:lnTo>
                    <a:pt x="933418" y="53025"/>
                  </a:lnTo>
                  <a:lnTo>
                    <a:pt x="921226" y="44060"/>
                  </a:lnTo>
                  <a:lnTo>
                    <a:pt x="905890" y="40817"/>
                  </a:lnTo>
                  <a:close/>
                </a:path>
                <a:path w="1483995" h="163195">
                  <a:moveTo>
                    <a:pt x="932688" y="104635"/>
                  </a:moveTo>
                  <a:lnTo>
                    <a:pt x="927032" y="109021"/>
                  </a:lnTo>
                  <a:lnTo>
                    <a:pt x="920781" y="112258"/>
                  </a:lnTo>
                  <a:lnTo>
                    <a:pt x="914007" y="114261"/>
                  </a:lnTo>
                  <a:lnTo>
                    <a:pt x="906780" y="114947"/>
                  </a:lnTo>
                  <a:lnTo>
                    <a:pt x="940181" y="114947"/>
                  </a:lnTo>
                  <a:lnTo>
                    <a:pt x="932688" y="104635"/>
                  </a:lnTo>
                  <a:close/>
                </a:path>
                <a:path w="1483995" h="163195">
                  <a:moveTo>
                    <a:pt x="933680" y="53466"/>
                  </a:moveTo>
                  <a:lnTo>
                    <a:pt x="904875" y="53466"/>
                  </a:lnTo>
                  <a:lnTo>
                    <a:pt x="914300" y="55171"/>
                  </a:lnTo>
                  <a:lnTo>
                    <a:pt x="921797" y="60047"/>
                  </a:lnTo>
                  <a:lnTo>
                    <a:pt x="927056" y="67734"/>
                  </a:lnTo>
                  <a:lnTo>
                    <a:pt x="929767" y="77876"/>
                  </a:lnTo>
                  <a:lnTo>
                    <a:pt x="943402" y="77876"/>
                  </a:lnTo>
                  <a:lnTo>
                    <a:pt x="941498" y="66749"/>
                  </a:lnTo>
                  <a:lnTo>
                    <a:pt x="941466" y="66567"/>
                  </a:lnTo>
                  <a:lnTo>
                    <a:pt x="933680" y="53466"/>
                  </a:lnTo>
                  <a:close/>
                </a:path>
                <a:path w="1483995" h="163195">
                  <a:moveTo>
                    <a:pt x="1049020" y="40817"/>
                  </a:moveTo>
                  <a:lnTo>
                    <a:pt x="1031921" y="44060"/>
                  </a:lnTo>
                  <a:lnTo>
                    <a:pt x="1032125" y="44060"/>
                  </a:lnTo>
                  <a:lnTo>
                    <a:pt x="1018942" y="53025"/>
                  </a:lnTo>
                  <a:lnTo>
                    <a:pt x="1010450" y="66567"/>
                  </a:lnTo>
                  <a:lnTo>
                    <a:pt x="1010336" y="66749"/>
                  </a:lnTo>
                  <a:lnTo>
                    <a:pt x="1007237" y="84454"/>
                  </a:lnTo>
                  <a:lnTo>
                    <a:pt x="1010344" y="102087"/>
                  </a:lnTo>
                  <a:lnTo>
                    <a:pt x="1019048" y="115730"/>
                  </a:lnTo>
                  <a:lnTo>
                    <a:pt x="1032418" y="124536"/>
                  </a:lnTo>
                  <a:lnTo>
                    <a:pt x="1049527" y="127660"/>
                  </a:lnTo>
                  <a:lnTo>
                    <a:pt x="1058556" y="127063"/>
                  </a:lnTo>
                  <a:lnTo>
                    <a:pt x="1067276" y="125009"/>
                  </a:lnTo>
                  <a:lnTo>
                    <a:pt x="1075566" y="121102"/>
                  </a:lnTo>
                  <a:lnTo>
                    <a:pt x="1083310" y="114947"/>
                  </a:lnTo>
                  <a:lnTo>
                    <a:pt x="1049909" y="114947"/>
                  </a:lnTo>
                  <a:lnTo>
                    <a:pt x="1039879" y="113290"/>
                  </a:lnTo>
                  <a:lnTo>
                    <a:pt x="1031303" y="108380"/>
                  </a:lnTo>
                  <a:lnTo>
                    <a:pt x="1025013" y="100304"/>
                  </a:lnTo>
                  <a:lnTo>
                    <a:pt x="1021842" y="89153"/>
                  </a:lnTo>
                  <a:lnTo>
                    <a:pt x="1087501" y="89153"/>
                  </a:lnTo>
                  <a:lnTo>
                    <a:pt x="1087501" y="83540"/>
                  </a:lnTo>
                  <a:lnTo>
                    <a:pt x="1086626" y="77876"/>
                  </a:lnTo>
                  <a:lnTo>
                    <a:pt x="1022223" y="77876"/>
                  </a:lnTo>
                  <a:lnTo>
                    <a:pt x="1025320" y="68136"/>
                  </a:lnTo>
                  <a:lnTo>
                    <a:pt x="1030906" y="60404"/>
                  </a:lnTo>
                  <a:lnTo>
                    <a:pt x="1038850" y="55305"/>
                  </a:lnTo>
                  <a:lnTo>
                    <a:pt x="1049020" y="53466"/>
                  </a:lnTo>
                  <a:lnTo>
                    <a:pt x="1077187" y="53466"/>
                  </a:lnTo>
                  <a:lnTo>
                    <a:pt x="1076928" y="53025"/>
                  </a:lnTo>
                  <a:lnTo>
                    <a:pt x="1064641" y="44060"/>
                  </a:lnTo>
                  <a:lnTo>
                    <a:pt x="1049020" y="40817"/>
                  </a:lnTo>
                  <a:close/>
                </a:path>
                <a:path w="1483995" h="163195">
                  <a:moveTo>
                    <a:pt x="1075817" y="104635"/>
                  </a:moveTo>
                  <a:lnTo>
                    <a:pt x="1070161" y="109021"/>
                  </a:lnTo>
                  <a:lnTo>
                    <a:pt x="1063910" y="112258"/>
                  </a:lnTo>
                  <a:lnTo>
                    <a:pt x="1057136" y="114261"/>
                  </a:lnTo>
                  <a:lnTo>
                    <a:pt x="1049909" y="114947"/>
                  </a:lnTo>
                  <a:lnTo>
                    <a:pt x="1083310" y="114947"/>
                  </a:lnTo>
                  <a:lnTo>
                    <a:pt x="1075817" y="104635"/>
                  </a:lnTo>
                  <a:close/>
                </a:path>
                <a:path w="1483995" h="163195">
                  <a:moveTo>
                    <a:pt x="1077187" y="53466"/>
                  </a:moveTo>
                  <a:lnTo>
                    <a:pt x="1049020" y="53466"/>
                  </a:lnTo>
                  <a:lnTo>
                    <a:pt x="1058152" y="55171"/>
                  </a:lnTo>
                  <a:lnTo>
                    <a:pt x="1065498" y="60047"/>
                  </a:lnTo>
                  <a:lnTo>
                    <a:pt x="1070701" y="67734"/>
                  </a:lnTo>
                  <a:lnTo>
                    <a:pt x="1073403" y="77876"/>
                  </a:lnTo>
                  <a:lnTo>
                    <a:pt x="1086626" y="77876"/>
                  </a:lnTo>
                  <a:lnTo>
                    <a:pt x="1084909" y="66749"/>
                  </a:lnTo>
                  <a:lnTo>
                    <a:pt x="1084881" y="66567"/>
                  </a:lnTo>
                  <a:lnTo>
                    <a:pt x="1077187" y="53466"/>
                  </a:lnTo>
                  <a:close/>
                </a:path>
                <a:path w="1483995" h="163195">
                  <a:moveTo>
                    <a:pt x="69087" y="3263"/>
                  </a:moveTo>
                  <a:lnTo>
                    <a:pt x="49784" y="3263"/>
                  </a:lnTo>
                  <a:lnTo>
                    <a:pt x="0" y="126695"/>
                  </a:lnTo>
                  <a:lnTo>
                    <a:pt x="15494" y="126695"/>
                  </a:lnTo>
                  <a:lnTo>
                    <a:pt x="29210" y="92887"/>
                  </a:lnTo>
                  <a:lnTo>
                    <a:pt x="105144" y="92887"/>
                  </a:lnTo>
                  <a:lnTo>
                    <a:pt x="99299" y="78358"/>
                  </a:lnTo>
                  <a:lnTo>
                    <a:pt x="35687" y="78358"/>
                  </a:lnTo>
                  <a:lnTo>
                    <a:pt x="59689" y="18275"/>
                  </a:lnTo>
                  <a:lnTo>
                    <a:pt x="75127" y="18275"/>
                  </a:lnTo>
                  <a:lnTo>
                    <a:pt x="69087" y="3263"/>
                  </a:lnTo>
                  <a:close/>
                </a:path>
                <a:path w="1483995" h="163195">
                  <a:moveTo>
                    <a:pt x="105144" y="92887"/>
                  </a:moveTo>
                  <a:lnTo>
                    <a:pt x="88773" y="92887"/>
                  </a:lnTo>
                  <a:lnTo>
                    <a:pt x="102362" y="126695"/>
                  </a:lnTo>
                  <a:lnTo>
                    <a:pt x="118745" y="126695"/>
                  </a:lnTo>
                  <a:lnTo>
                    <a:pt x="105144" y="92887"/>
                  </a:lnTo>
                  <a:close/>
                </a:path>
                <a:path w="1483995" h="163195">
                  <a:moveTo>
                    <a:pt x="135255" y="3263"/>
                  </a:moveTo>
                  <a:lnTo>
                    <a:pt x="118745" y="3263"/>
                  </a:lnTo>
                  <a:lnTo>
                    <a:pt x="158242" y="126695"/>
                  </a:lnTo>
                  <a:lnTo>
                    <a:pt x="177419" y="126695"/>
                  </a:lnTo>
                  <a:lnTo>
                    <a:pt x="183126" y="108864"/>
                  </a:lnTo>
                  <a:lnTo>
                    <a:pt x="168148" y="108864"/>
                  </a:lnTo>
                  <a:lnTo>
                    <a:pt x="135255" y="3263"/>
                  </a:lnTo>
                  <a:close/>
                </a:path>
                <a:path w="1483995" h="163195">
                  <a:moveTo>
                    <a:pt x="226037" y="23926"/>
                  </a:moveTo>
                  <a:lnTo>
                    <a:pt x="210312" y="23926"/>
                  </a:lnTo>
                  <a:lnTo>
                    <a:pt x="243205" y="126695"/>
                  </a:lnTo>
                  <a:lnTo>
                    <a:pt x="262889" y="126695"/>
                  </a:lnTo>
                  <a:lnTo>
                    <a:pt x="268522" y="108864"/>
                  </a:lnTo>
                  <a:lnTo>
                    <a:pt x="253492" y="108864"/>
                  </a:lnTo>
                  <a:lnTo>
                    <a:pt x="226037" y="23926"/>
                  </a:lnTo>
                  <a:close/>
                </a:path>
                <a:path w="1483995" h="163195">
                  <a:moveTo>
                    <a:pt x="219201" y="2781"/>
                  </a:moveTo>
                  <a:lnTo>
                    <a:pt x="201802" y="2781"/>
                  </a:lnTo>
                  <a:lnTo>
                    <a:pt x="168148" y="108864"/>
                  </a:lnTo>
                  <a:lnTo>
                    <a:pt x="183126" y="108864"/>
                  </a:lnTo>
                  <a:lnTo>
                    <a:pt x="210312" y="23926"/>
                  </a:lnTo>
                  <a:lnTo>
                    <a:pt x="226037" y="23926"/>
                  </a:lnTo>
                  <a:lnTo>
                    <a:pt x="219201" y="2781"/>
                  </a:lnTo>
                  <a:close/>
                </a:path>
                <a:path w="1483995" h="163195">
                  <a:moveTo>
                    <a:pt x="301878" y="3263"/>
                  </a:moveTo>
                  <a:lnTo>
                    <a:pt x="286385" y="3263"/>
                  </a:lnTo>
                  <a:lnTo>
                    <a:pt x="253492" y="108864"/>
                  </a:lnTo>
                  <a:lnTo>
                    <a:pt x="268522" y="108864"/>
                  </a:lnTo>
                  <a:lnTo>
                    <a:pt x="301878" y="3263"/>
                  </a:lnTo>
                  <a:close/>
                </a:path>
                <a:path w="1483995" h="163195">
                  <a:moveTo>
                    <a:pt x="75127" y="18275"/>
                  </a:moveTo>
                  <a:lnTo>
                    <a:pt x="59689" y="18275"/>
                  </a:lnTo>
                  <a:lnTo>
                    <a:pt x="83565" y="78358"/>
                  </a:lnTo>
                  <a:lnTo>
                    <a:pt x="99299" y="78358"/>
                  </a:lnTo>
                  <a:lnTo>
                    <a:pt x="75127" y="18275"/>
                  </a:lnTo>
                  <a:close/>
                </a:path>
                <a:path w="1483995" h="163195">
                  <a:moveTo>
                    <a:pt x="1223645" y="140792"/>
                  </a:moveTo>
                  <a:lnTo>
                    <a:pt x="1252220" y="162852"/>
                  </a:lnTo>
                  <a:lnTo>
                    <a:pt x="1270275" y="160075"/>
                  </a:lnTo>
                  <a:lnTo>
                    <a:pt x="1284366" y="151928"/>
                  </a:lnTo>
                  <a:lnTo>
                    <a:pt x="1285595" y="150152"/>
                  </a:lnTo>
                  <a:lnTo>
                    <a:pt x="1252220" y="150152"/>
                  </a:lnTo>
                  <a:lnTo>
                    <a:pt x="1244540" y="149478"/>
                  </a:lnTo>
                  <a:lnTo>
                    <a:pt x="1237075" y="147577"/>
                  </a:lnTo>
                  <a:lnTo>
                    <a:pt x="1230038" y="144622"/>
                  </a:lnTo>
                  <a:lnTo>
                    <a:pt x="1223645" y="140792"/>
                  </a:lnTo>
                  <a:close/>
                </a:path>
                <a:path w="1483995" h="163195">
                  <a:moveTo>
                    <a:pt x="1296797" y="54914"/>
                  </a:moveTo>
                  <a:lnTo>
                    <a:pt x="1255522" y="54914"/>
                  </a:lnTo>
                  <a:lnTo>
                    <a:pt x="1266892" y="57223"/>
                  </a:lnTo>
                  <a:lnTo>
                    <a:pt x="1275810" y="63531"/>
                  </a:lnTo>
                  <a:lnTo>
                    <a:pt x="1281632" y="72917"/>
                  </a:lnTo>
                  <a:lnTo>
                    <a:pt x="1283715" y="84454"/>
                  </a:lnTo>
                  <a:lnTo>
                    <a:pt x="1281632" y="95737"/>
                  </a:lnTo>
                  <a:lnTo>
                    <a:pt x="1275810" y="104995"/>
                  </a:lnTo>
                  <a:lnTo>
                    <a:pt x="1266892" y="111260"/>
                  </a:lnTo>
                  <a:lnTo>
                    <a:pt x="1255522" y="113563"/>
                  </a:lnTo>
                  <a:lnTo>
                    <a:pt x="1282319" y="113563"/>
                  </a:lnTo>
                  <a:lnTo>
                    <a:pt x="1282319" y="121094"/>
                  </a:lnTo>
                  <a:lnTo>
                    <a:pt x="1280116" y="133542"/>
                  </a:lnTo>
                  <a:lnTo>
                    <a:pt x="1273937" y="142652"/>
                  </a:lnTo>
                  <a:lnTo>
                    <a:pt x="1264423" y="148247"/>
                  </a:lnTo>
                  <a:lnTo>
                    <a:pt x="1252220" y="150152"/>
                  </a:lnTo>
                  <a:lnTo>
                    <a:pt x="1285595" y="150152"/>
                  </a:lnTo>
                  <a:lnTo>
                    <a:pt x="1293528" y="138683"/>
                  </a:lnTo>
                  <a:lnTo>
                    <a:pt x="1296709" y="121094"/>
                  </a:lnTo>
                  <a:lnTo>
                    <a:pt x="1296797" y="54914"/>
                  </a:lnTo>
                  <a:close/>
                </a:path>
                <a:path w="1483995" h="163195">
                  <a:moveTo>
                    <a:pt x="1253617" y="40817"/>
                  </a:moveTo>
                  <a:lnTo>
                    <a:pt x="1237309" y="43992"/>
                  </a:lnTo>
                  <a:lnTo>
                    <a:pt x="1224216" y="52844"/>
                  </a:lnTo>
                  <a:lnTo>
                    <a:pt x="1215505" y="66363"/>
                  </a:lnTo>
                  <a:lnTo>
                    <a:pt x="1212342" y="83540"/>
                  </a:lnTo>
                  <a:lnTo>
                    <a:pt x="1215505" y="100966"/>
                  </a:lnTo>
                  <a:lnTo>
                    <a:pt x="1224216" y="114614"/>
                  </a:lnTo>
                  <a:lnTo>
                    <a:pt x="1237309" y="123513"/>
                  </a:lnTo>
                  <a:lnTo>
                    <a:pt x="1253617" y="126695"/>
                  </a:lnTo>
                  <a:lnTo>
                    <a:pt x="1262530" y="125702"/>
                  </a:lnTo>
                  <a:lnTo>
                    <a:pt x="1270253" y="122953"/>
                  </a:lnTo>
                  <a:lnTo>
                    <a:pt x="1276834" y="118792"/>
                  </a:lnTo>
                  <a:lnTo>
                    <a:pt x="1282319" y="113563"/>
                  </a:lnTo>
                  <a:lnTo>
                    <a:pt x="1255522" y="113563"/>
                  </a:lnTo>
                  <a:lnTo>
                    <a:pt x="1243776" y="111260"/>
                  </a:lnTo>
                  <a:lnTo>
                    <a:pt x="1234900" y="104995"/>
                  </a:lnTo>
                  <a:lnTo>
                    <a:pt x="1229286" y="95737"/>
                  </a:lnTo>
                  <a:lnTo>
                    <a:pt x="1227327" y="84454"/>
                  </a:lnTo>
                  <a:lnTo>
                    <a:pt x="1228911" y="72917"/>
                  </a:lnTo>
                  <a:lnTo>
                    <a:pt x="1234566" y="63531"/>
                  </a:lnTo>
                  <a:lnTo>
                    <a:pt x="1243651" y="57223"/>
                  </a:lnTo>
                  <a:lnTo>
                    <a:pt x="1255522" y="54914"/>
                  </a:lnTo>
                  <a:lnTo>
                    <a:pt x="1296797" y="54914"/>
                  </a:lnTo>
                  <a:lnTo>
                    <a:pt x="1296797" y="53949"/>
                  </a:lnTo>
                  <a:lnTo>
                    <a:pt x="1282319" y="53949"/>
                  </a:lnTo>
                  <a:lnTo>
                    <a:pt x="1276834" y="48538"/>
                  </a:lnTo>
                  <a:lnTo>
                    <a:pt x="1270254" y="44397"/>
                  </a:lnTo>
                  <a:lnTo>
                    <a:pt x="1262530" y="41749"/>
                  </a:lnTo>
                  <a:lnTo>
                    <a:pt x="1253617" y="40817"/>
                  </a:lnTo>
                  <a:close/>
                </a:path>
                <a:path w="1483995" h="163195">
                  <a:moveTo>
                    <a:pt x="1296797" y="42684"/>
                  </a:moveTo>
                  <a:lnTo>
                    <a:pt x="1282319" y="42684"/>
                  </a:lnTo>
                  <a:lnTo>
                    <a:pt x="1282319" y="53949"/>
                  </a:lnTo>
                  <a:lnTo>
                    <a:pt x="1296797" y="53949"/>
                  </a:lnTo>
                  <a:lnTo>
                    <a:pt x="1296797" y="42684"/>
                  </a:lnTo>
                  <a:close/>
                </a:path>
                <a:path w="1483995" h="163195">
                  <a:moveTo>
                    <a:pt x="704976" y="41287"/>
                  </a:moveTo>
                  <a:lnTo>
                    <a:pt x="688590" y="44539"/>
                  </a:lnTo>
                  <a:lnTo>
                    <a:pt x="675322" y="53597"/>
                  </a:lnTo>
                  <a:lnTo>
                    <a:pt x="666436" y="67412"/>
                  </a:lnTo>
                  <a:lnTo>
                    <a:pt x="663194" y="84937"/>
                  </a:lnTo>
                  <a:lnTo>
                    <a:pt x="666436" y="102358"/>
                  </a:lnTo>
                  <a:lnTo>
                    <a:pt x="675322" y="116006"/>
                  </a:lnTo>
                  <a:lnTo>
                    <a:pt x="688590" y="124908"/>
                  </a:lnTo>
                  <a:lnTo>
                    <a:pt x="704976" y="128092"/>
                  </a:lnTo>
                  <a:lnTo>
                    <a:pt x="714244" y="127172"/>
                  </a:lnTo>
                  <a:lnTo>
                    <a:pt x="722249" y="124585"/>
                  </a:lnTo>
                  <a:lnTo>
                    <a:pt x="729015" y="120585"/>
                  </a:lnTo>
                  <a:lnTo>
                    <a:pt x="734568" y="115430"/>
                  </a:lnTo>
                  <a:lnTo>
                    <a:pt x="749173" y="115430"/>
                  </a:lnTo>
                  <a:lnTo>
                    <a:pt x="749173" y="114515"/>
                  </a:lnTo>
                  <a:lnTo>
                    <a:pt x="706882" y="114515"/>
                  </a:lnTo>
                  <a:lnTo>
                    <a:pt x="695576" y="112267"/>
                  </a:lnTo>
                  <a:lnTo>
                    <a:pt x="695358" y="112267"/>
                  </a:lnTo>
                  <a:lnTo>
                    <a:pt x="686196" y="105894"/>
                  </a:lnTo>
                  <a:lnTo>
                    <a:pt x="680403" y="96679"/>
                  </a:lnTo>
                  <a:lnTo>
                    <a:pt x="680289" y="96497"/>
                  </a:lnTo>
                  <a:lnTo>
                    <a:pt x="678180" y="84937"/>
                  </a:lnTo>
                  <a:lnTo>
                    <a:pt x="680146" y="73120"/>
                  </a:lnTo>
                  <a:lnTo>
                    <a:pt x="685815" y="63592"/>
                  </a:lnTo>
                  <a:lnTo>
                    <a:pt x="694842" y="57230"/>
                  </a:lnTo>
                  <a:lnTo>
                    <a:pt x="706882" y="54914"/>
                  </a:lnTo>
                  <a:lnTo>
                    <a:pt x="749173" y="54914"/>
                  </a:lnTo>
                  <a:lnTo>
                    <a:pt x="749173" y="54432"/>
                  </a:lnTo>
                  <a:lnTo>
                    <a:pt x="734568" y="54432"/>
                  </a:lnTo>
                  <a:lnTo>
                    <a:pt x="729015" y="48815"/>
                  </a:lnTo>
                  <a:lnTo>
                    <a:pt x="722249" y="44692"/>
                  </a:lnTo>
                  <a:lnTo>
                    <a:pt x="714244" y="42153"/>
                  </a:lnTo>
                  <a:lnTo>
                    <a:pt x="704976" y="41287"/>
                  </a:lnTo>
                  <a:close/>
                </a:path>
                <a:path w="1483995" h="163195">
                  <a:moveTo>
                    <a:pt x="749173" y="115430"/>
                  </a:moveTo>
                  <a:lnTo>
                    <a:pt x="734568" y="115430"/>
                  </a:lnTo>
                  <a:lnTo>
                    <a:pt x="734568" y="126695"/>
                  </a:lnTo>
                  <a:lnTo>
                    <a:pt x="749173" y="126695"/>
                  </a:lnTo>
                  <a:lnTo>
                    <a:pt x="749173" y="115430"/>
                  </a:lnTo>
                  <a:close/>
                </a:path>
                <a:path w="1483995" h="163195">
                  <a:moveTo>
                    <a:pt x="749173" y="54914"/>
                  </a:moveTo>
                  <a:lnTo>
                    <a:pt x="706882" y="54914"/>
                  </a:lnTo>
                  <a:lnTo>
                    <a:pt x="718472" y="57230"/>
                  </a:lnTo>
                  <a:lnTo>
                    <a:pt x="727503" y="63592"/>
                  </a:lnTo>
                  <a:lnTo>
                    <a:pt x="733367" y="73120"/>
                  </a:lnTo>
                  <a:lnTo>
                    <a:pt x="735457" y="84937"/>
                  </a:lnTo>
                  <a:lnTo>
                    <a:pt x="733399" y="96497"/>
                  </a:lnTo>
                  <a:lnTo>
                    <a:pt x="733367" y="96679"/>
                  </a:lnTo>
                  <a:lnTo>
                    <a:pt x="727604" y="105894"/>
                  </a:lnTo>
                  <a:lnTo>
                    <a:pt x="727503" y="106056"/>
                  </a:lnTo>
                  <a:lnTo>
                    <a:pt x="718472" y="112267"/>
                  </a:lnTo>
                  <a:lnTo>
                    <a:pt x="706882" y="114515"/>
                  </a:lnTo>
                  <a:lnTo>
                    <a:pt x="749173" y="114515"/>
                  </a:lnTo>
                  <a:lnTo>
                    <a:pt x="749173" y="54914"/>
                  </a:lnTo>
                  <a:close/>
                </a:path>
                <a:path w="1483995" h="163195">
                  <a:moveTo>
                    <a:pt x="749173" y="43167"/>
                  </a:moveTo>
                  <a:lnTo>
                    <a:pt x="734568" y="43167"/>
                  </a:lnTo>
                  <a:lnTo>
                    <a:pt x="734568" y="54432"/>
                  </a:lnTo>
                  <a:lnTo>
                    <a:pt x="749173" y="54432"/>
                  </a:lnTo>
                  <a:lnTo>
                    <a:pt x="749173" y="43167"/>
                  </a:lnTo>
                  <a:close/>
                </a:path>
                <a:path w="1483995" h="163195">
                  <a:moveTo>
                    <a:pt x="491489" y="3263"/>
                  </a:moveTo>
                  <a:lnTo>
                    <a:pt x="474980" y="3263"/>
                  </a:lnTo>
                  <a:lnTo>
                    <a:pt x="514476" y="126695"/>
                  </a:lnTo>
                  <a:lnTo>
                    <a:pt x="533653" y="126695"/>
                  </a:lnTo>
                  <a:lnTo>
                    <a:pt x="539361" y="108864"/>
                  </a:lnTo>
                  <a:lnTo>
                    <a:pt x="524256" y="108864"/>
                  </a:lnTo>
                  <a:lnTo>
                    <a:pt x="491489" y="3263"/>
                  </a:lnTo>
                  <a:close/>
                </a:path>
                <a:path w="1483995" h="163195">
                  <a:moveTo>
                    <a:pt x="582170" y="23926"/>
                  </a:moveTo>
                  <a:lnTo>
                    <a:pt x="566547" y="23926"/>
                  </a:lnTo>
                  <a:lnTo>
                    <a:pt x="599439" y="126695"/>
                  </a:lnTo>
                  <a:lnTo>
                    <a:pt x="618617" y="126695"/>
                  </a:lnTo>
                  <a:lnTo>
                    <a:pt x="624304" y="108864"/>
                  </a:lnTo>
                  <a:lnTo>
                    <a:pt x="609219" y="108864"/>
                  </a:lnTo>
                  <a:lnTo>
                    <a:pt x="582170" y="23926"/>
                  </a:lnTo>
                  <a:close/>
                </a:path>
                <a:path w="1483995" h="163195">
                  <a:moveTo>
                    <a:pt x="575437" y="2781"/>
                  </a:moveTo>
                  <a:lnTo>
                    <a:pt x="557657" y="2781"/>
                  </a:lnTo>
                  <a:lnTo>
                    <a:pt x="524256" y="108864"/>
                  </a:lnTo>
                  <a:lnTo>
                    <a:pt x="539361" y="108864"/>
                  </a:lnTo>
                  <a:lnTo>
                    <a:pt x="566547" y="23926"/>
                  </a:lnTo>
                  <a:lnTo>
                    <a:pt x="582170" y="23926"/>
                  </a:lnTo>
                  <a:lnTo>
                    <a:pt x="575437" y="2781"/>
                  </a:lnTo>
                  <a:close/>
                </a:path>
                <a:path w="1483995" h="163195">
                  <a:moveTo>
                    <a:pt x="657987" y="3263"/>
                  </a:moveTo>
                  <a:lnTo>
                    <a:pt x="642112" y="3263"/>
                  </a:lnTo>
                  <a:lnTo>
                    <a:pt x="609219" y="108864"/>
                  </a:lnTo>
                  <a:lnTo>
                    <a:pt x="624304" y="108864"/>
                  </a:lnTo>
                  <a:lnTo>
                    <a:pt x="657987" y="3263"/>
                  </a:lnTo>
                  <a:close/>
                </a:path>
                <a:path w="1483995" h="163195">
                  <a:moveTo>
                    <a:pt x="983361" y="0"/>
                  </a:moveTo>
                  <a:lnTo>
                    <a:pt x="969263" y="0"/>
                  </a:lnTo>
                  <a:lnTo>
                    <a:pt x="969263" y="126695"/>
                  </a:lnTo>
                  <a:lnTo>
                    <a:pt x="983361" y="126695"/>
                  </a:lnTo>
                  <a:lnTo>
                    <a:pt x="983361" y="0"/>
                  </a:lnTo>
                  <a:close/>
                </a:path>
                <a:path w="1483995" h="163195">
                  <a:moveTo>
                    <a:pt x="1181763" y="54432"/>
                  </a:moveTo>
                  <a:lnTo>
                    <a:pt x="1150874" y="54432"/>
                  </a:lnTo>
                  <a:lnTo>
                    <a:pt x="1160573" y="56067"/>
                  </a:lnTo>
                  <a:lnTo>
                    <a:pt x="1167796" y="60826"/>
                  </a:lnTo>
                  <a:lnTo>
                    <a:pt x="1172305" y="68491"/>
                  </a:lnTo>
                  <a:lnTo>
                    <a:pt x="1173861" y="78841"/>
                  </a:lnTo>
                  <a:lnTo>
                    <a:pt x="1173861" y="126695"/>
                  </a:lnTo>
                  <a:lnTo>
                    <a:pt x="1188465" y="126695"/>
                  </a:lnTo>
                  <a:lnTo>
                    <a:pt x="1188465" y="75056"/>
                  </a:lnTo>
                  <a:lnTo>
                    <a:pt x="1186100" y="61006"/>
                  </a:lnTo>
                  <a:lnTo>
                    <a:pt x="1181763" y="54432"/>
                  </a:lnTo>
                  <a:close/>
                </a:path>
                <a:path w="1483995" h="163195">
                  <a:moveTo>
                    <a:pt x="1125982" y="42684"/>
                  </a:moveTo>
                  <a:lnTo>
                    <a:pt x="1111885" y="42684"/>
                  </a:lnTo>
                  <a:lnTo>
                    <a:pt x="1111885" y="125742"/>
                  </a:lnTo>
                  <a:lnTo>
                    <a:pt x="1125982" y="125742"/>
                  </a:lnTo>
                  <a:lnTo>
                    <a:pt x="1125982" y="78841"/>
                  </a:lnTo>
                  <a:lnTo>
                    <a:pt x="1127960" y="68491"/>
                  </a:lnTo>
                  <a:lnTo>
                    <a:pt x="1133206" y="61006"/>
                  </a:lnTo>
                  <a:lnTo>
                    <a:pt x="1133332" y="60826"/>
                  </a:lnTo>
                  <a:lnTo>
                    <a:pt x="1141251" y="56067"/>
                  </a:lnTo>
                  <a:lnTo>
                    <a:pt x="1150874" y="54432"/>
                  </a:lnTo>
                  <a:lnTo>
                    <a:pt x="1181763" y="54432"/>
                  </a:lnTo>
                  <a:lnTo>
                    <a:pt x="1181444" y="53949"/>
                  </a:lnTo>
                  <a:lnTo>
                    <a:pt x="1125982" y="53949"/>
                  </a:lnTo>
                  <a:lnTo>
                    <a:pt x="1125982" y="42684"/>
                  </a:lnTo>
                  <a:close/>
                </a:path>
                <a:path w="1483995" h="163195">
                  <a:moveTo>
                    <a:pt x="1153668" y="40817"/>
                  </a:moveTo>
                  <a:lnTo>
                    <a:pt x="1146216" y="41548"/>
                  </a:lnTo>
                  <a:lnTo>
                    <a:pt x="1138824" y="43859"/>
                  </a:lnTo>
                  <a:lnTo>
                    <a:pt x="1131933" y="47932"/>
                  </a:lnTo>
                  <a:lnTo>
                    <a:pt x="1125982" y="53949"/>
                  </a:lnTo>
                  <a:lnTo>
                    <a:pt x="1181444" y="53949"/>
                  </a:lnTo>
                  <a:lnTo>
                    <a:pt x="1178972" y="50203"/>
                  </a:lnTo>
                  <a:lnTo>
                    <a:pt x="1167892" y="43267"/>
                  </a:lnTo>
                  <a:lnTo>
                    <a:pt x="1153668" y="40817"/>
                  </a:lnTo>
                  <a:close/>
                </a:path>
                <a:path w="1483995" h="163195">
                  <a:moveTo>
                    <a:pt x="781938" y="43167"/>
                  </a:moveTo>
                  <a:lnTo>
                    <a:pt x="765937" y="43167"/>
                  </a:lnTo>
                  <a:lnTo>
                    <a:pt x="801243" y="127177"/>
                  </a:lnTo>
                  <a:lnTo>
                    <a:pt x="818134" y="127177"/>
                  </a:lnTo>
                  <a:lnTo>
                    <a:pt x="824419" y="112166"/>
                  </a:lnTo>
                  <a:lnTo>
                    <a:pt x="810133" y="112166"/>
                  </a:lnTo>
                  <a:lnTo>
                    <a:pt x="781938" y="43167"/>
                  </a:lnTo>
                  <a:close/>
                </a:path>
                <a:path w="1483995" h="163195">
                  <a:moveTo>
                    <a:pt x="853313" y="43167"/>
                  </a:moveTo>
                  <a:lnTo>
                    <a:pt x="838326" y="43167"/>
                  </a:lnTo>
                  <a:lnTo>
                    <a:pt x="810133" y="112166"/>
                  </a:lnTo>
                  <a:lnTo>
                    <a:pt x="824419" y="112166"/>
                  </a:lnTo>
                  <a:lnTo>
                    <a:pt x="853313" y="43167"/>
                  </a:lnTo>
                  <a:close/>
                </a:path>
                <a:path w="1483995" h="163195">
                  <a:moveTo>
                    <a:pt x="1476535" y="54914"/>
                  </a:moveTo>
                  <a:lnTo>
                    <a:pt x="1446149" y="54914"/>
                  </a:lnTo>
                  <a:lnTo>
                    <a:pt x="1455828" y="56556"/>
                  </a:lnTo>
                  <a:lnTo>
                    <a:pt x="1463008" y="61363"/>
                  </a:lnTo>
                  <a:lnTo>
                    <a:pt x="1467473" y="69155"/>
                  </a:lnTo>
                  <a:lnTo>
                    <a:pt x="1469009" y="79755"/>
                  </a:lnTo>
                  <a:lnTo>
                    <a:pt x="1469009" y="127177"/>
                  </a:lnTo>
                  <a:lnTo>
                    <a:pt x="1483614" y="127177"/>
                  </a:lnTo>
                  <a:lnTo>
                    <a:pt x="1483614" y="75526"/>
                  </a:lnTo>
                  <a:lnTo>
                    <a:pt x="1481087" y="61738"/>
                  </a:lnTo>
                  <a:lnTo>
                    <a:pt x="1476535" y="54914"/>
                  </a:lnTo>
                  <a:close/>
                </a:path>
                <a:path w="1483995" h="163195">
                  <a:moveTo>
                    <a:pt x="1422146" y="0"/>
                  </a:moveTo>
                  <a:lnTo>
                    <a:pt x="1407160" y="0"/>
                  </a:lnTo>
                  <a:lnTo>
                    <a:pt x="1407160" y="126695"/>
                  </a:lnTo>
                  <a:lnTo>
                    <a:pt x="1421257" y="126695"/>
                  </a:lnTo>
                  <a:lnTo>
                    <a:pt x="1421257" y="79755"/>
                  </a:lnTo>
                  <a:lnTo>
                    <a:pt x="1423217" y="69155"/>
                  </a:lnTo>
                  <a:lnTo>
                    <a:pt x="1428559" y="61363"/>
                  </a:lnTo>
                  <a:lnTo>
                    <a:pt x="1436473" y="56556"/>
                  </a:lnTo>
                  <a:lnTo>
                    <a:pt x="1446149" y="54914"/>
                  </a:lnTo>
                  <a:lnTo>
                    <a:pt x="1476535" y="54914"/>
                  </a:lnTo>
                  <a:lnTo>
                    <a:pt x="1476213" y="54432"/>
                  </a:lnTo>
                  <a:lnTo>
                    <a:pt x="1422146" y="54432"/>
                  </a:lnTo>
                  <a:lnTo>
                    <a:pt x="1422146" y="0"/>
                  </a:lnTo>
                  <a:close/>
                </a:path>
                <a:path w="1483995" h="163195">
                  <a:moveTo>
                    <a:pt x="1448815" y="41770"/>
                  </a:moveTo>
                  <a:lnTo>
                    <a:pt x="1441594" y="42427"/>
                  </a:lnTo>
                  <a:lnTo>
                    <a:pt x="1434290" y="44576"/>
                  </a:lnTo>
                  <a:lnTo>
                    <a:pt x="1427581" y="48488"/>
                  </a:lnTo>
                  <a:lnTo>
                    <a:pt x="1422146" y="54432"/>
                  </a:lnTo>
                  <a:lnTo>
                    <a:pt x="1476213" y="54432"/>
                  </a:lnTo>
                  <a:lnTo>
                    <a:pt x="1473977" y="51080"/>
                  </a:lnTo>
                  <a:lnTo>
                    <a:pt x="1462986" y="44206"/>
                  </a:lnTo>
                  <a:lnTo>
                    <a:pt x="1448815" y="41770"/>
                  </a:lnTo>
                  <a:close/>
                </a:path>
                <a:path w="1483995" h="163195">
                  <a:moveTo>
                    <a:pt x="325247" y="99936"/>
                  </a:moveTo>
                  <a:lnTo>
                    <a:pt x="352448" y="127053"/>
                  </a:lnTo>
                  <a:lnTo>
                    <a:pt x="365633" y="128092"/>
                  </a:lnTo>
                  <a:lnTo>
                    <a:pt x="384577" y="125724"/>
                  </a:lnTo>
                  <a:lnTo>
                    <a:pt x="400129" y="118649"/>
                  </a:lnTo>
                  <a:lnTo>
                    <a:pt x="404689" y="113563"/>
                  </a:lnTo>
                  <a:lnTo>
                    <a:pt x="365251" y="113563"/>
                  </a:lnTo>
                  <a:lnTo>
                    <a:pt x="353446" y="112425"/>
                  </a:lnTo>
                  <a:lnTo>
                    <a:pt x="342439" y="109393"/>
                  </a:lnTo>
                  <a:lnTo>
                    <a:pt x="332837" y="105039"/>
                  </a:lnTo>
                  <a:lnTo>
                    <a:pt x="325247" y="99936"/>
                  </a:lnTo>
                  <a:close/>
                </a:path>
                <a:path w="1483995" h="163195">
                  <a:moveTo>
                    <a:pt x="367538" y="1396"/>
                  </a:moveTo>
                  <a:lnTo>
                    <a:pt x="349319" y="3890"/>
                  </a:lnTo>
                  <a:lnTo>
                    <a:pt x="334375" y="11136"/>
                  </a:lnTo>
                  <a:lnTo>
                    <a:pt x="324264" y="22780"/>
                  </a:lnTo>
                  <a:lnTo>
                    <a:pt x="320548" y="38468"/>
                  </a:lnTo>
                  <a:lnTo>
                    <a:pt x="323443" y="52168"/>
                  </a:lnTo>
                  <a:lnTo>
                    <a:pt x="331327" y="61918"/>
                  </a:lnTo>
                  <a:lnTo>
                    <a:pt x="342997" y="68154"/>
                  </a:lnTo>
                  <a:lnTo>
                    <a:pt x="357250" y="71310"/>
                  </a:lnTo>
                  <a:lnTo>
                    <a:pt x="368935" y="72745"/>
                  </a:lnTo>
                  <a:lnTo>
                    <a:pt x="381623" y="75073"/>
                  </a:lnTo>
                  <a:lnTo>
                    <a:pt x="390715" y="78822"/>
                  </a:lnTo>
                  <a:lnTo>
                    <a:pt x="396188" y="84343"/>
                  </a:lnTo>
                  <a:lnTo>
                    <a:pt x="398018" y="91986"/>
                  </a:lnTo>
                  <a:lnTo>
                    <a:pt x="395470" y="101283"/>
                  </a:lnTo>
                  <a:lnTo>
                    <a:pt x="388493" y="108042"/>
                  </a:lnTo>
                  <a:lnTo>
                    <a:pt x="378086" y="112167"/>
                  </a:lnTo>
                  <a:lnTo>
                    <a:pt x="365251" y="113563"/>
                  </a:lnTo>
                  <a:lnTo>
                    <a:pt x="404689" y="113563"/>
                  </a:lnTo>
                  <a:lnTo>
                    <a:pt x="410656" y="106907"/>
                  </a:lnTo>
                  <a:lnTo>
                    <a:pt x="414527" y="90538"/>
                  </a:lnTo>
                  <a:lnTo>
                    <a:pt x="411478" y="76768"/>
                  </a:lnTo>
                  <a:lnTo>
                    <a:pt x="403177" y="67263"/>
                  </a:lnTo>
                  <a:lnTo>
                    <a:pt x="390900" y="61186"/>
                  </a:lnTo>
                  <a:lnTo>
                    <a:pt x="375920" y="57696"/>
                  </a:lnTo>
                  <a:lnTo>
                    <a:pt x="365251" y="56781"/>
                  </a:lnTo>
                  <a:lnTo>
                    <a:pt x="353131" y="54301"/>
                  </a:lnTo>
                  <a:lnTo>
                    <a:pt x="344297" y="50323"/>
                  </a:lnTo>
                  <a:lnTo>
                    <a:pt x="338891" y="44755"/>
                  </a:lnTo>
                  <a:lnTo>
                    <a:pt x="337058" y="37503"/>
                  </a:lnTo>
                  <a:lnTo>
                    <a:pt x="339381" y="28336"/>
                  </a:lnTo>
                  <a:lnTo>
                    <a:pt x="345836" y="21407"/>
                  </a:lnTo>
                  <a:lnTo>
                    <a:pt x="355649" y="17023"/>
                  </a:lnTo>
                  <a:lnTo>
                    <a:pt x="368046" y="15493"/>
                  </a:lnTo>
                  <a:lnTo>
                    <a:pt x="411805" y="15493"/>
                  </a:lnTo>
                  <a:lnTo>
                    <a:pt x="412114" y="15011"/>
                  </a:lnTo>
                  <a:lnTo>
                    <a:pt x="402863" y="9326"/>
                  </a:lnTo>
                  <a:lnTo>
                    <a:pt x="392493" y="5041"/>
                  </a:lnTo>
                  <a:lnTo>
                    <a:pt x="380789" y="2338"/>
                  </a:lnTo>
                  <a:lnTo>
                    <a:pt x="367538" y="1396"/>
                  </a:lnTo>
                  <a:close/>
                </a:path>
                <a:path w="1483995" h="163195">
                  <a:moveTo>
                    <a:pt x="411805" y="15493"/>
                  </a:moveTo>
                  <a:lnTo>
                    <a:pt x="368046" y="15493"/>
                  </a:lnTo>
                  <a:lnTo>
                    <a:pt x="378315" y="16322"/>
                  </a:lnTo>
                  <a:lnTo>
                    <a:pt x="387905" y="18638"/>
                  </a:lnTo>
                  <a:lnTo>
                    <a:pt x="396710" y="22185"/>
                  </a:lnTo>
                  <a:lnTo>
                    <a:pt x="404622" y="26708"/>
                  </a:lnTo>
                  <a:lnTo>
                    <a:pt x="411805" y="15493"/>
                  </a:lnTo>
                  <a:close/>
                </a:path>
                <a:path w="1483995" h="163195">
                  <a:moveTo>
                    <a:pt x="1347977" y="56299"/>
                  </a:moveTo>
                  <a:lnTo>
                    <a:pt x="1333881" y="56299"/>
                  </a:lnTo>
                  <a:lnTo>
                    <a:pt x="1333881" y="97116"/>
                  </a:lnTo>
                  <a:lnTo>
                    <a:pt x="1335793" y="110877"/>
                  </a:lnTo>
                  <a:lnTo>
                    <a:pt x="1341374" y="120534"/>
                  </a:lnTo>
                  <a:lnTo>
                    <a:pt x="1350383" y="126225"/>
                  </a:lnTo>
                  <a:lnTo>
                    <a:pt x="1362583" y="128092"/>
                  </a:lnTo>
                  <a:lnTo>
                    <a:pt x="1370157" y="127508"/>
                  </a:lnTo>
                  <a:lnTo>
                    <a:pt x="1376791" y="125872"/>
                  </a:lnTo>
                  <a:lnTo>
                    <a:pt x="1382639" y="123355"/>
                  </a:lnTo>
                  <a:lnTo>
                    <a:pt x="1387856" y="120129"/>
                  </a:lnTo>
                  <a:lnTo>
                    <a:pt x="1384811" y="115430"/>
                  </a:lnTo>
                  <a:lnTo>
                    <a:pt x="1355089" y="115430"/>
                  </a:lnTo>
                  <a:lnTo>
                    <a:pt x="1347977" y="109816"/>
                  </a:lnTo>
                  <a:lnTo>
                    <a:pt x="1347977" y="56299"/>
                  </a:lnTo>
                  <a:close/>
                </a:path>
                <a:path w="1483995" h="163195">
                  <a:moveTo>
                    <a:pt x="1380871" y="109347"/>
                  </a:moveTo>
                  <a:lnTo>
                    <a:pt x="1376172" y="113080"/>
                  </a:lnTo>
                  <a:lnTo>
                    <a:pt x="1369568" y="115430"/>
                  </a:lnTo>
                  <a:lnTo>
                    <a:pt x="1384811" y="115430"/>
                  </a:lnTo>
                  <a:lnTo>
                    <a:pt x="1380871" y="109347"/>
                  </a:lnTo>
                  <a:close/>
                </a:path>
                <a:path w="1483995" h="163195">
                  <a:moveTo>
                    <a:pt x="1383157" y="43167"/>
                  </a:moveTo>
                  <a:lnTo>
                    <a:pt x="1316482" y="43167"/>
                  </a:lnTo>
                  <a:lnTo>
                    <a:pt x="1316482" y="56299"/>
                  </a:lnTo>
                  <a:lnTo>
                    <a:pt x="1383157" y="56299"/>
                  </a:lnTo>
                  <a:lnTo>
                    <a:pt x="1383157" y="43167"/>
                  </a:lnTo>
                  <a:close/>
                </a:path>
                <a:path w="1483995" h="163195">
                  <a:moveTo>
                    <a:pt x="1348486" y="16878"/>
                  </a:moveTo>
                  <a:lnTo>
                    <a:pt x="1333881" y="16878"/>
                  </a:lnTo>
                  <a:lnTo>
                    <a:pt x="1333881" y="43167"/>
                  </a:lnTo>
                  <a:lnTo>
                    <a:pt x="1348486" y="43167"/>
                  </a:lnTo>
                  <a:lnTo>
                    <a:pt x="1348486" y="1687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911846" y="8554085"/>
              <a:ext cx="7791450" cy="880110"/>
            </a:xfrm>
            <a:custGeom>
              <a:avLst/>
              <a:gdLst/>
              <a:ahLst/>
              <a:cxnLst/>
              <a:rect l="l" t="t" r="r" b="b"/>
              <a:pathLst>
                <a:path w="7791450" h="880109">
                  <a:moveTo>
                    <a:pt x="7720584" y="0"/>
                  </a:moveTo>
                  <a:lnTo>
                    <a:pt x="70357" y="0"/>
                  </a:lnTo>
                  <a:lnTo>
                    <a:pt x="43183" y="5582"/>
                  </a:lnTo>
                  <a:lnTo>
                    <a:pt x="20796" y="20748"/>
                  </a:lnTo>
                  <a:lnTo>
                    <a:pt x="5599" y="43130"/>
                  </a:lnTo>
                  <a:lnTo>
                    <a:pt x="0" y="70358"/>
                  </a:lnTo>
                  <a:lnTo>
                    <a:pt x="0" y="809561"/>
                  </a:lnTo>
                  <a:lnTo>
                    <a:pt x="5599" y="836789"/>
                  </a:lnTo>
                  <a:lnTo>
                    <a:pt x="20796" y="859185"/>
                  </a:lnTo>
                  <a:lnTo>
                    <a:pt x="43183" y="874367"/>
                  </a:lnTo>
                  <a:lnTo>
                    <a:pt x="70357" y="879957"/>
                  </a:lnTo>
                  <a:lnTo>
                    <a:pt x="7720584" y="879957"/>
                  </a:lnTo>
                  <a:lnTo>
                    <a:pt x="7748025" y="874367"/>
                  </a:lnTo>
                  <a:lnTo>
                    <a:pt x="7770383" y="859185"/>
                  </a:lnTo>
                  <a:lnTo>
                    <a:pt x="7785431" y="836789"/>
                  </a:lnTo>
                  <a:lnTo>
                    <a:pt x="7790942" y="809561"/>
                  </a:lnTo>
                  <a:lnTo>
                    <a:pt x="7790942" y="70358"/>
                  </a:lnTo>
                  <a:lnTo>
                    <a:pt x="7785431" y="43130"/>
                  </a:lnTo>
                  <a:lnTo>
                    <a:pt x="7770383" y="20748"/>
                  </a:lnTo>
                  <a:lnTo>
                    <a:pt x="7748025" y="5582"/>
                  </a:lnTo>
                  <a:lnTo>
                    <a:pt x="7720584" y="0"/>
                  </a:lnTo>
                  <a:close/>
                </a:path>
              </a:pathLst>
            </a:custGeom>
            <a:solidFill>
              <a:srgbClr val="EEF8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864612" y="3532377"/>
              <a:ext cx="6966584" cy="4886325"/>
            </a:xfrm>
            <a:custGeom>
              <a:avLst/>
              <a:gdLst/>
              <a:ahLst/>
              <a:cxnLst/>
              <a:rect l="l" t="t" r="r" b="b"/>
              <a:pathLst>
                <a:path w="6966584" h="4886325">
                  <a:moveTo>
                    <a:pt x="132842" y="2845435"/>
                  </a:moveTo>
                  <a:lnTo>
                    <a:pt x="99301" y="2812161"/>
                  </a:lnTo>
                  <a:lnTo>
                    <a:pt x="71120" y="2784221"/>
                  </a:lnTo>
                  <a:lnTo>
                    <a:pt x="69088" y="2783459"/>
                  </a:lnTo>
                  <a:lnTo>
                    <a:pt x="64643" y="2783459"/>
                  </a:lnTo>
                  <a:lnTo>
                    <a:pt x="62484" y="2784221"/>
                  </a:lnTo>
                  <a:lnTo>
                    <a:pt x="60579" y="2785872"/>
                  </a:lnTo>
                  <a:lnTo>
                    <a:pt x="4699" y="2841752"/>
                  </a:lnTo>
                  <a:lnTo>
                    <a:pt x="1524" y="2845435"/>
                  </a:lnTo>
                  <a:lnTo>
                    <a:pt x="1524" y="2850642"/>
                  </a:lnTo>
                  <a:lnTo>
                    <a:pt x="4699" y="2853944"/>
                  </a:lnTo>
                  <a:lnTo>
                    <a:pt x="6604" y="2855849"/>
                  </a:lnTo>
                  <a:lnTo>
                    <a:pt x="8890" y="2856738"/>
                  </a:lnTo>
                  <a:lnTo>
                    <a:pt x="13335" y="2856738"/>
                  </a:lnTo>
                  <a:lnTo>
                    <a:pt x="15494" y="2855849"/>
                  </a:lnTo>
                  <a:lnTo>
                    <a:pt x="57785" y="2813558"/>
                  </a:lnTo>
                  <a:lnTo>
                    <a:pt x="57785" y="3148203"/>
                  </a:lnTo>
                  <a:lnTo>
                    <a:pt x="16002" y="3106420"/>
                  </a:lnTo>
                  <a:lnTo>
                    <a:pt x="14351" y="3104515"/>
                  </a:lnTo>
                  <a:lnTo>
                    <a:pt x="12065" y="3103626"/>
                  </a:lnTo>
                  <a:lnTo>
                    <a:pt x="7620" y="3103626"/>
                  </a:lnTo>
                  <a:lnTo>
                    <a:pt x="5461" y="3104515"/>
                  </a:lnTo>
                  <a:lnTo>
                    <a:pt x="3810" y="3106420"/>
                  </a:lnTo>
                  <a:lnTo>
                    <a:pt x="0" y="3109722"/>
                  </a:lnTo>
                  <a:lnTo>
                    <a:pt x="0" y="3115310"/>
                  </a:lnTo>
                  <a:lnTo>
                    <a:pt x="3810" y="3118612"/>
                  </a:lnTo>
                  <a:lnTo>
                    <a:pt x="61722" y="3176143"/>
                  </a:lnTo>
                  <a:lnTo>
                    <a:pt x="64008" y="3176905"/>
                  </a:lnTo>
                  <a:lnTo>
                    <a:pt x="68453" y="3176905"/>
                  </a:lnTo>
                  <a:lnTo>
                    <a:pt x="70612" y="3176143"/>
                  </a:lnTo>
                  <a:lnTo>
                    <a:pt x="98552" y="3148203"/>
                  </a:lnTo>
                  <a:lnTo>
                    <a:pt x="99949" y="3146806"/>
                  </a:lnTo>
                  <a:lnTo>
                    <a:pt x="131445" y="3115310"/>
                  </a:lnTo>
                  <a:lnTo>
                    <a:pt x="131445" y="3109722"/>
                  </a:lnTo>
                  <a:lnTo>
                    <a:pt x="128143" y="3106420"/>
                  </a:lnTo>
                  <a:lnTo>
                    <a:pt x="126365" y="3104515"/>
                  </a:lnTo>
                  <a:lnTo>
                    <a:pt x="124079" y="3103626"/>
                  </a:lnTo>
                  <a:lnTo>
                    <a:pt x="119761" y="3103626"/>
                  </a:lnTo>
                  <a:lnTo>
                    <a:pt x="117602" y="3104515"/>
                  </a:lnTo>
                  <a:lnTo>
                    <a:pt x="115951" y="3106420"/>
                  </a:lnTo>
                  <a:lnTo>
                    <a:pt x="75184" y="3146806"/>
                  </a:lnTo>
                  <a:lnTo>
                    <a:pt x="75184" y="2813558"/>
                  </a:lnTo>
                  <a:lnTo>
                    <a:pt x="75184" y="2812161"/>
                  </a:lnTo>
                  <a:lnTo>
                    <a:pt x="116840" y="2853944"/>
                  </a:lnTo>
                  <a:lnTo>
                    <a:pt x="118491" y="2855849"/>
                  </a:lnTo>
                  <a:lnTo>
                    <a:pt x="120777" y="2856738"/>
                  </a:lnTo>
                  <a:lnTo>
                    <a:pt x="125222" y="2856738"/>
                  </a:lnTo>
                  <a:lnTo>
                    <a:pt x="127508" y="2855849"/>
                  </a:lnTo>
                  <a:lnTo>
                    <a:pt x="129159" y="2853944"/>
                  </a:lnTo>
                  <a:lnTo>
                    <a:pt x="132842" y="2850642"/>
                  </a:lnTo>
                  <a:lnTo>
                    <a:pt x="132842" y="2845435"/>
                  </a:lnTo>
                  <a:close/>
                </a:path>
                <a:path w="6966584" h="4886325">
                  <a:moveTo>
                    <a:pt x="132842" y="229108"/>
                  </a:moveTo>
                  <a:lnTo>
                    <a:pt x="129159" y="225298"/>
                  </a:lnTo>
                  <a:lnTo>
                    <a:pt x="99288" y="195707"/>
                  </a:lnTo>
                  <a:lnTo>
                    <a:pt x="72771" y="169418"/>
                  </a:lnTo>
                  <a:lnTo>
                    <a:pt x="71120" y="167894"/>
                  </a:lnTo>
                  <a:lnTo>
                    <a:pt x="69088" y="167005"/>
                  </a:lnTo>
                  <a:lnTo>
                    <a:pt x="64643" y="167005"/>
                  </a:lnTo>
                  <a:lnTo>
                    <a:pt x="62484" y="167894"/>
                  </a:lnTo>
                  <a:lnTo>
                    <a:pt x="60579" y="169418"/>
                  </a:lnTo>
                  <a:lnTo>
                    <a:pt x="4699" y="225298"/>
                  </a:lnTo>
                  <a:lnTo>
                    <a:pt x="1524" y="229108"/>
                  </a:lnTo>
                  <a:lnTo>
                    <a:pt x="1524" y="234327"/>
                  </a:lnTo>
                  <a:lnTo>
                    <a:pt x="6604" y="239395"/>
                  </a:lnTo>
                  <a:lnTo>
                    <a:pt x="8890" y="240423"/>
                  </a:lnTo>
                  <a:lnTo>
                    <a:pt x="13335" y="240423"/>
                  </a:lnTo>
                  <a:lnTo>
                    <a:pt x="15494" y="239395"/>
                  </a:lnTo>
                  <a:lnTo>
                    <a:pt x="57785" y="197231"/>
                  </a:lnTo>
                  <a:lnTo>
                    <a:pt x="57785" y="531876"/>
                  </a:lnTo>
                  <a:lnTo>
                    <a:pt x="16002" y="490093"/>
                  </a:lnTo>
                  <a:lnTo>
                    <a:pt x="14351" y="488188"/>
                  </a:lnTo>
                  <a:lnTo>
                    <a:pt x="12065" y="487172"/>
                  </a:lnTo>
                  <a:lnTo>
                    <a:pt x="7620" y="487172"/>
                  </a:lnTo>
                  <a:lnTo>
                    <a:pt x="5461" y="488188"/>
                  </a:lnTo>
                  <a:lnTo>
                    <a:pt x="3810" y="490093"/>
                  </a:lnTo>
                  <a:lnTo>
                    <a:pt x="0" y="493268"/>
                  </a:lnTo>
                  <a:lnTo>
                    <a:pt x="0" y="498983"/>
                  </a:lnTo>
                  <a:lnTo>
                    <a:pt x="3810" y="502285"/>
                  </a:lnTo>
                  <a:lnTo>
                    <a:pt x="60071" y="558165"/>
                  </a:lnTo>
                  <a:lnTo>
                    <a:pt x="61722" y="559689"/>
                  </a:lnTo>
                  <a:lnTo>
                    <a:pt x="64008" y="560578"/>
                  </a:lnTo>
                  <a:lnTo>
                    <a:pt x="68453" y="560578"/>
                  </a:lnTo>
                  <a:lnTo>
                    <a:pt x="70612" y="559689"/>
                  </a:lnTo>
                  <a:lnTo>
                    <a:pt x="72263" y="558165"/>
                  </a:lnTo>
                  <a:lnTo>
                    <a:pt x="98552" y="531876"/>
                  </a:lnTo>
                  <a:lnTo>
                    <a:pt x="99936" y="530479"/>
                  </a:lnTo>
                  <a:lnTo>
                    <a:pt x="131445" y="498983"/>
                  </a:lnTo>
                  <a:lnTo>
                    <a:pt x="131445" y="493268"/>
                  </a:lnTo>
                  <a:lnTo>
                    <a:pt x="128143" y="490093"/>
                  </a:lnTo>
                  <a:lnTo>
                    <a:pt x="126365" y="488188"/>
                  </a:lnTo>
                  <a:lnTo>
                    <a:pt x="124079" y="487172"/>
                  </a:lnTo>
                  <a:lnTo>
                    <a:pt x="119761" y="487172"/>
                  </a:lnTo>
                  <a:lnTo>
                    <a:pt x="117602" y="488188"/>
                  </a:lnTo>
                  <a:lnTo>
                    <a:pt x="115951" y="490093"/>
                  </a:lnTo>
                  <a:lnTo>
                    <a:pt x="75184" y="530479"/>
                  </a:lnTo>
                  <a:lnTo>
                    <a:pt x="75184" y="197231"/>
                  </a:lnTo>
                  <a:lnTo>
                    <a:pt x="75184" y="195707"/>
                  </a:lnTo>
                  <a:lnTo>
                    <a:pt x="116840" y="237502"/>
                  </a:lnTo>
                  <a:lnTo>
                    <a:pt x="118491" y="239395"/>
                  </a:lnTo>
                  <a:lnTo>
                    <a:pt x="120777" y="240423"/>
                  </a:lnTo>
                  <a:lnTo>
                    <a:pt x="125222" y="240423"/>
                  </a:lnTo>
                  <a:lnTo>
                    <a:pt x="127508" y="239395"/>
                  </a:lnTo>
                  <a:lnTo>
                    <a:pt x="129159" y="237502"/>
                  </a:lnTo>
                  <a:lnTo>
                    <a:pt x="132842" y="234327"/>
                  </a:lnTo>
                  <a:lnTo>
                    <a:pt x="132842" y="229108"/>
                  </a:lnTo>
                  <a:close/>
                </a:path>
                <a:path w="6966584" h="4886325">
                  <a:moveTo>
                    <a:pt x="1065403" y="2845435"/>
                  </a:moveTo>
                  <a:lnTo>
                    <a:pt x="1062101" y="2841752"/>
                  </a:lnTo>
                  <a:lnTo>
                    <a:pt x="1032687" y="2812542"/>
                  </a:lnTo>
                  <a:lnTo>
                    <a:pt x="1005840" y="2785872"/>
                  </a:lnTo>
                  <a:lnTo>
                    <a:pt x="1003935" y="2784221"/>
                  </a:lnTo>
                  <a:lnTo>
                    <a:pt x="1001776" y="2783459"/>
                  </a:lnTo>
                  <a:lnTo>
                    <a:pt x="997458" y="2783459"/>
                  </a:lnTo>
                  <a:lnTo>
                    <a:pt x="995299" y="2784221"/>
                  </a:lnTo>
                  <a:lnTo>
                    <a:pt x="937768" y="2841752"/>
                  </a:lnTo>
                  <a:lnTo>
                    <a:pt x="933958" y="2845435"/>
                  </a:lnTo>
                  <a:lnTo>
                    <a:pt x="933958" y="2850642"/>
                  </a:lnTo>
                  <a:lnTo>
                    <a:pt x="937768" y="2853944"/>
                  </a:lnTo>
                  <a:lnTo>
                    <a:pt x="939419" y="2855849"/>
                  </a:lnTo>
                  <a:lnTo>
                    <a:pt x="941578" y="2856738"/>
                  </a:lnTo>
                  <a:lnTo>
                    <a:pt x="946150" y="2856738"/>
                  </a:lnTo>
                  <a:lnTo>
                    <a:pt x="948309" y="2855849"/>
                  </a:lnTo>
                  <a:lnTo>
                    <a:pt x="949960" y="2853944"/>
                  </a:lnTo>
                  <a:lnTo>
                    <a:pt x="990346" y="2813558"/>
                  </a:lnTo>
                  <a:lnTo>
                    <a:pt x="990346" y="3147822"/>
                  </a:lnTo>
                  <a:lnTo>
                    <a:pt x="948563" y="3106420"/>
                  </a:lnTo>
                  <a:lnTo>
                    <a:pt x="946912" y="3104515"/>
                  </a:lnTo>
                  <a:lnTo>
                    <a:pt x="944753" y="3103626"/>
                  </a:lnTo>
                  <a:lnTo>
                    <a:pt x="940435" y="3103626"/>
                  </a:lnTo>
                  <a:lnTo>
                    <a:pt x="938276" y="3104515"/>
                  </a:lnTo>
                  <a:lnTo>
                    <a:pt x="933069" y="3109722"/>
                  </a:lnTo>
                  <a:lnTo>
                    <a:pt x="933069" y="3115310"/>
                  </a:lnTo>
                  <a:lnTo>
                    <a:pt x="992759" y="3174492"/>
                  </a:lnTo>
                  <a:lnTo>
                    <a:pt x="994537" y="3176143"/>
                  </a:lnTo>
                  <a:lnTo>
                    <a:pt x="996823" y="3176905"/>
                  </a:lnTo>
                  <a:lnTo>
                    <a:pt x="1001268" y="3176905"/>
                  </a:lnTo>
                  <a:lnTo>
                    <a:pt x="1003554" y="3176143"/>
                  </a:lnTo>
                  <a:lnTo>
                    <a:pt x="1005332" y="3174492"/>
                  </a:lnTo>
                  <a:lnTo>
                    <a:pt x="1031748" y="3147822"/>
                  </a:lnTo>
                  <a:lnTo>
                    <a:pt x="1032764" y="3146806"/>
                  </a:lnTo>
                  <a:lnTo>
                    <a:pt x="1060704" y="3118612"/>
                  </a:lnTo>
                  <a:lnTo>
                    <a:pt x="1064514" y="3115310"/>
                  </a:lnTo>
                  <a:lnTo>
                    <a:pt x="1064514" y="3109722"/>
                  </a:lnTo>
                  <a:lnTo>
                    <a:pt x="1060704" y="3106420"/>
                  </a:lnTo>
                  <a:lnTo>
                    <a:pt x="1059180" y="3104515"/>
                  </a:lnTo>
                  <a:lnTo>
                    <a:pt x="1057021" y="3103626"/>
                  </a:lnTo>
                  <a:lnTo>
                    <a:pt x="1052703" y="3103626"/>
                  </a:lnTo>
                  <a:lnTo>
                    <a:pt x="1050417" y="3104515"/>
                  </a:lnTo>
                  <a:lnTo>
                    <a:pt x="1008253" y="3146806"/>
                  </a:lnTo>
                  <a:lnTo>
                    <a:pt x="1008253" y="2813558"/>
                  </a:lnTo>
                  <a:lnTo>
                    <a:pt x="1008253" y="2812542"/>
                  </a:lnTo>
                  <a:lnTo>
                    <a:pt x="1049909" y="2853944"/>
                  </a:lnTo>
                  <a:lnTo>
                    <a:pt x="1051560" y="2855849"/>
                  </a:lnTo>
                  <a:lnTo>
                    <a:pt x="1053719" y="2856738"/>
                  </a:lnTo>
                  <a:lnTo>
                    <a:pt x="1058037" y="2856738"/>
                  </a:lnTo>
                  <a:lnTo>
                    <a:pt x="1060323" y="2855849"/>
                  </a:lnTo>
                  <a:lnTo>
                    <a:pt x="1062101" y="2853944"/>
                  </a:lnTo>
                  <a:lnTo>
                    <a:pt x="1065403" y="2850642"/>
                  </a:lnTo>
                  <a:lnTo>
                    <a:pt x="1065403" y="2845435"/>
                  </a:lnTo>
                  <a:close/>
                </a:path>
                <a:path w="6966584" h="4886325">
                  <a:moveTo>
                    <a:pt x="1065403" y="229108"/>
                  </a:moveTo>
                  <a:lnTo>
                    <a:pt x="1062101" y="225298"/>
                  </a:lnTo>
                  <a:lnTo>
                    <a:pt x="1032814" y="196227"/>
                  </a:lnTo>
                  <a:lnTo>
                    <a:pt x="1005840" y="169418"/>
                  </a:lnTo>
                  <a:lnTo>
                    <a:pt x="1003935" y="167894"/>
                  </a:lnTo>
                  <a:lnTo>
                    <a:pt x="1001776" y="167005"/>
                  </a:lnTo>
                  <a:lnTo>
                    <a:pt x="997458" y="167005"/>
                  </a:lnTo>
                  <a:lnTo>
                    <a:pt x="995299" y="167894"/>
                  </a:lnTo>
                  <a:lnTo>
                    <a:pt x="993648" y="169418"/>
                  </a:lnTo>
                  <a:lnTo>
                    <a:pt x="933958" y="229108"/>
                  </a:lnTo>
                  <a:lnTo>
                    <a:pt x="933958" y="234327"/>
                  </a:lnTo>
                  <a:lnTo>
                    <a:pt x="937768" y="237502"/>
                  </a:lnTo>
                  <a:lnTo>
                    <a:pt x="939419" y="239395"/>
                  </a:lnTo>
                  <a:lnTo>
                    <a:pt x="941578" y="240423"/>
                  </a:lnTo>
                  <a:lnTo>
                    <a:pt x="946150" y="240423"/>
                  </a:lnTo>
                  <a:lnTo>
                    <a:pt x="948309" y="239395"/>
                  </a:lnTo>
                  <a:lnTo>
                    <a:pt x="949960" y="237502"/>
                  </a:lnTo>
                  <a:lnTo>
                    <a:pt x="990346" y="197231"/>
                  </a:lnTo>
                  <a:lnTo>
                    <a:pt x="990346" y="531495"/>
                  </a:lnTo>
                  <a:lnTo>
                    <a:pt x="948563" y="490093"/>
                  </a:lnTo>
                  <a:lnTo>
                    <a:pt x="946912" y="488188"/>
                  </a:lnTo>
                  <a:lnTo>
                    <a:pt x="944753" y="487172"/>
                  </a:lnTo>
                  <a:lnTo>
                    <a:pt x="940435" y="487172"/>
                  </a:lnTo>
                  <a:lnTo>
                    <a:pt x="938276" y="488188"/>
                  </a:lnTo>
                  <a:lnTo>
                    <a:pt x="936371" y="490093"/>
                  </a:lnTo>
                  <a:lnTo>
                    <a:pt x="933069" y="493268"/>
                  </a:lnTo>
                  <a:lnTo>
                    <a:pt x="933069" y="498983"/>
                  </a:lnTo>
                  <a:lnTo>
                    <a:pt x="992759" y="558165"/>
                  </a:lnTo>
                  <a:lnTo>
                    <a:pt x="994537" y="559689"/>
                  </a:lnTo>
                  <a:lnTo>
                    <a:pt x="996823" y="560578"/>
                  </a:lnTo>
                  <a:lnTo>
                    <a:pt x="1001268" y="560578"/>
                  </a:lnTo>
                  <a:lnTo>
                    <a:pt x="1003554" y="559689"/>
                  </a:lnTo>
                  <a:lnTo>
                    <a:pt x="1005332" y="558165"/>
                  </a:lnTo>
                  <a:lnTo>
                    <a:pt x="1031748" y="531495"/>
                  </a:lnTo>
                  <a:lnTo>
                    <a:pt x="1032891" y="530352"/>
                  </a:lnTo>
                  <a:lnTo>
                    <a:pt x="1060704" y="502285"/>
                  </a:lnTo>
                  <a:lnTo>
                    <a:pt x="1064514" y="498983"/>
                  </a:lnTo>
                  <a:lnTo>
                    <a:pt x="1064514" y="493268"/>
                  </a:lnTo>
                  <a:lnTo>
                    <a:pt x="1060704" y="490093"/>
                  </a:lnTo>
                  <a:lnTo>
                    <a:pt x="1059180" y="488188"/>
                  </a:lnTo>
                  <a:lnTo>
                    <a:pt x="1057021" y="487172"/>
                  </a:lnTo>
                  <a:lnTo>
                    <a:pt x="1052703" y="487172"/>
                  </a:lnTo>
                  <a:lnTo>
                    <a:pt x="1050417" y="488188"/>
                  </a:lnTo>
                  <a:lnTo>
                    <a:pt x="1008253" y="530352"/>
                  </a:lnTo>
                  <a:lnTo>
                    <a:pt x="1008253" y="197231"/>
                  </a:lnTo>
                  <a:lnTo>
                    <a:pt x="1008253" y="196227"/>
                  </a:lnTo>
                  <a:lnTo>
                    <a:pt x="1049909" y="237502"/>
                  </a:lnTo>
                  <a:lnTo>
                    <a:pt x="1051560" y="239395"/>
                  </a:lnTo>
                  <a:lnTo>
                    <a:pt x="1053719" y="240423"/>
                  </a:lnTo>
                  <a:lnTo>
                    <a:pt x="1058037" y="240423"/>
                  </a:lnTo>
                  <a:lnTo>
                    <a:pt x="1060323" y="239395"/>
                  </a:lnTo>
                  <a:lnTo>
                    <a:pt x="1062101" y="237502"/>
                  </a:lnTo>
                  <a:lnTo>
                    <a:pt x="1065403" y="234327"/>
                  </a:lnTo>
                  <a:lnTo>
                    <a:pt x="1065403" y="229108"/>
                  </a:lnTo>
                  <a:close/>
                </a:path>
                <a:path w="6966584" h="4886325">
                  <a:moveTo>
                    <a:pt x="1957197" y="2845435"/>
                  </a:moveTo>
                  <a:lnTo>
                    <a:pt x="1953895" y="2841752"/>
                  </a:lnTo>
                  <a:lnTo>
                    <a:pt x="1924418" y="2812542"/>
                  </a:lnTo>
                  <a:lnTo>
                    <a:pt x="1897507" y="2785872"/>
                  </a:lnTo>
                  <a:lnTo>
                    <a:pt x="1895729" y="2784221"/>
                  </a:lnTo>
                  <a:lnTo>
                    <a:pt x="1893443" y="2783459"/>
                  </a:lnTo>
                  <a:lnTo>
                    <a:pt x="1889125" y="2783459"/>
                  </a:lnTo>
                  <a:lnTo>
                    <a:pt x="1886966" y="2784221"/>
                  </a:lnTo>
                  <a:lnTo>
                    <a:pt x="1829562" y="2841752"/>
                  </a:lnTo>
                  <a:lnTo>
                    <a:pt x="1825752" y="2845435"/>
                  </a:lnTo>
                  <a:lnTo>
                    <a:pt x="1825752" y="2850642"/>
                  </a:lnTo>
                  <a:lnTo>
                    <a:pt x="1829562" y="2853944"/>
                  </a:lnTo>
                  <a:lnTo>
                    <a:pt x="1831213" y="2855849"/>
                  </a:lnTo>
                  <a:lnTo>
                    <a:pt x="1833372" y="2856738"/>
                  </a:lnTo>
                  <a:lnTo>
                    <a:pt x="1837817" y="2856738"/>
                  </a:lnTo>
                  <a:lnTo>
                    <a:pt x="1840103" y="2855849"/>
                  </a:lnTo>
                  <a:lnTo>
                    <a:pt x="1841754" y="2853944"/>
                  </a:lnTo>
                  <a:lnTo>
                    <a:pt x="1882140" y="2813558"/>
                  </a:lnTo>
                  <a:lnTo>
                    <a:pt x="1882140" y="3147695"/>
                  </a:lnTo>
                  <a:lnTo>
                    <a:pt x="1840738" y="3106420"/>
                  </a:lnTo>
                  <a:lnTo>
                    <a:pt x="1838960" y="3104515"/>
                  </a:lnTo>
                  <a:lnTo>
                    <a:pt x="1836674" y="3103626"/>
                  </a:lnTo>
                  <a:lnTo>
                    <a:pt x="1832229" y="3103626"/>
                  </a:lnTo>
                  <a:lnTo>
                    <a:pt x="1829943" y="3104515"/>
                  </a:lnTo>
                  <a:lnTo>
                    <a:pt x="1828038" y="3106420"/>
                  </a:lnTo>
                  <a:lnTo>
                    <a:pt x="1824863" y="3109722"/>
                  </a:lnTo>
                  <a:lnTo>
                    <a:pt x="1824863" y="3115310"/>
                  </a:lnTo>
                  <a:lnTo>
                    <a:pt x="1828038" y="3118612"/>
                  </a:lnTo>
                  <a:lnTo>
                    <a:pt x="1884426" y="3174492"/>
                  </a:lnTo>
                  <a:lnTo>
                    <a:pt x="1886331" y="3176143"/>
                  </a:lnTo>
                  <a:lnTo>
                    <a:pt x="1888490" y="3176905"/>
                  </a:lnTo>
                  <a:lnTo>
                    <a:pt x="1893062" y="3176905"/>
                  </a:lnTo>
                  <a:lnTo>
                    <a:pt x="1895221" y="3176143"/>
                  </a:lnTo>
                  <a:lnTo>
                    <a:pt x="1897126" y="3174492"/>
                  </a:lnTo>
                  <a:lnTo>
                    <a:pt x="1923669" y="3147695"/>
                  </a:lnTo>
                  <a:lnTo>
                    <a:pt x="1924558" y="3146806"/>
                  </a:lnTo>
                  <a:lnTo>
                    <a:pt x="1952498" y="3118612"/>
                  </a:lnTo>
                  <a:lnTo>
                    <a:pt x="1956181" y="3115310"/>
                  </a:lnTo>
                  <a:lnTo>
                    <a:pt x="1956181" y="3109722"/>
                  </a:lnTo>
                  <a:lnTo>
                    <a:pt x="1952498" y="3106420"/>
                  </a:lnTo>
                  <a:lnTo>
                    <a:pt x="1950847" y="3104515"/>
                  </a:lnTo>
                  <a:lnTo>
                    <a:pt x="1948688" y="3103626"/>
                  </a:lnTo>
                  <a:lnTo>
                    <a:pt x="1944370" y="3103626"/>
                  </a:lnTo>
                  <a:lnTo>
                    <a:pt x="1942211" y="3104515"/>
                  </a:lnTo>
                  <a:lnTo>
                    <a:pt x="1899920" y="3146806"/>
                  </a:lnTo>
                  <a:lnTo>
                    <a:pt x="1899920" y="2813558"/>
                  </a:lnTo>
                  <a:lnTo>
                    <a:pt x="1899920" y="2812542"/>
                  </a:lnTo>
                  <a:lnTo>
                    <a:pt x="1941703" y="2853944"/>
                  </a:lnTo>
                  <a:lnTo>
                    <a:pt x="1943354" y="2855849"/>
                  </a:lnTo>
                  <a:lnTo>
                    <a:pt x="1945386" y="2856738"/>
                  </a:lnTo>
                  <a:lnTo>
                    <a:pt x="1949831" y="2856738"/>
                  </a:lnTo>
                  <a:lnTo>
                    <a:pt x="1951990" y="2855849"/>
                  </a:lnTo>
                  <a:lnTo>
                    <a:pt x="1957197" y="2850642"/>
                  </a:lnTo>
                  <a:lnTo>
                    <a:pt x="1957197" y="2845435"/>
                  </a:lnTo>
                  <a:close/>
                </a:path>
                <a:path w="6966584" h="4886325">
                  <a:moveTo>
                    <a:pt x="1957197" y="229108"/>
                  </a:moveTo>
                  <a:lnTo>
                    <a:pt x="1953895" y="225298"/>
                  </a:lnTo>
                  <a:lnTo>
                    <a:pt x="1924545" y="196227"/>
                  </a:lnTo>
                  <a:lnTo>
                    <a:pt x="1897507" y="169418"/>
                  </a:lnTo>
                  <a:lnTo>
                    <a:pt x="1895729" y="167894"/>
                  </a:lnTo>
                  <a:lnTo>
                    <a:pt x="1893443" y="167005"/>
                  </a:lnTo>
                  <a:lnTo>
                    <a:pt x="1889125" y="167005"/>
                  </a:lnTo>
                  <a:lnTo>
                    <a:pt x="1886966" y="167894"/>
                  </a:lnTo>
                  <a:lnTo>
                    <a:pt x="1885315" y="169418"/>
                  </a:lnTo>
                  <a:lnTo>
                    <a:pt x="1825752" y="229108"/>
                  </a:lnTo>
                  <a:lnTo>
                    <a:pt x="1825752" y="234327"/>
                  </a:lnTo>
                  <a:lnTo>
                    <a:pt x="1829562" y="237502"/>
                  </a:lnTo>
                  <a:lnTo>
                    <a:pt x="1831213" y="239395"/>
                  </a:lnTo>
                  <a:lnTo>
                    <a:pt x="1833372" y="240423"/>
                  </a:lnTo>
                  <a:lnTo>
                    <a:pt x="1837817" y="240423"/>
                  </a:lnTo>
                  <a:lnTo>
                    <a:pt x="1840103" y="239395"/>
                  </a:lnTo>
                  <a:lnTo>
                    <a:pt x="1841754" y="237502"/>
                  </a:lnTo>
                  <a:lnTo>
                    <a:pt x="1882140" y="197231"/>
                  </a:lnTo>
                  <a:lnTo>
                    <a:pt x="1882140" y="531368"/>
                  </a:lnTo>
                  <a:lnTo>
                    <a:pt x="1840738" y="490093"/>
                  </a:lnTo>
                  <a:lnTo>
                    <a:pt x="1838960" y="488188"/>
                  </a:lnTo>
                  <a:lnTo>
                    <a:pt x="1836674" y="487172"/>
                  </a:lnTo>
                  <a:lnTo>
                    <a:pt x="1832229" y="487172"/>
                  </a:lnTo>
                  <a:lnTo>
                    <a:pt x="1829943" y="488188"/>
                  </a:lnTo>
                  <a:lnTo>
                    <a:pt x="1824863" y="493268"/>
                  </a:lnTo>
                  <a:lnTo>
                    <a:pt x="1824863" y="498983"/>
                  </a:lnTo>
                  <a:lnTo>
                    <a:pt x="1828038" y="502285"/>
                  </a:lnTo>
                  <a:lnTo>
                    <a:pt x="1884426" y="558165"/>
                  </a:lnTo>
                  <a:lnTo>
                    <a:pt x="1886331" y="559689"/>
                  </a:lnTo>
                  <a:lnTo>
                    <a:pt x="1888490" y="560578"/>
                  </a:lnTo>
                  <a:lnTo>
                    <a:pt x="1893062" y="560578"/>
                  </a:lnTo>
                  <a:lnTo>
                    <a:pt x="1895221" y="559689"/>
                  </a:lnTo>
                  <a:lnTo>
                    <a:pt x="1897126" y="558165"/>
                  </a:lnTo>
                  <a:lnTo>
                    <a:pt x="1923669" y="531368"/>
                  </a:lnTo>
                  <a:lnTo>
                    <a:pt x="1924685" y="530352"/>
                  </a:lnTo>
                  <a:lnTo>
                    <a:pt x="1952498" y="502285"/>
                  </a:lnTo>
                  <a:lnTo>
                    <a:pt x="1956181" y="498983"/>
                  </a:lnTo>
                  <a:lnTo>
                    <a:pt x="1956181" y="493268"/>
                  </a:lnTo>
                  <a:lnTo>
                    <a:pt x="1952498" y="490093"/>
                  </a:lnTo>
                  <a:lnTo>
                    <a:pt x="1950847" y="488188"/>
                  </a:lnTo>
                  <a:lnTo>
                    <a:pt x="1948688" y="487172"/>
                  </a:lnTo>
                  <a:lnTo>
                    <a:pt x="1944370" y="487172"/>
                  </a:lnTo>
                  <a:lnTo>
                    <a:pt x="1942211" y="488188"/>
                  </a:lnTo>
                  <a:lnTo>
                    <a:pt x="1899920" y="530352"/>
                  </a:lnTo>
                  <a:lnTo>
                    <a:pt x="1899920" y="197231"/>
                  </a:lnTo>
                  <a:lnTo>
                    <a:pt x="1899920" y="196227"/>
                  </a:lnTo>
                  <a:lnTo>
                    <a:pt x="1941703" y="237502"/>
                  </a:lnTo>
                  <a:lnTo>
                    <a:pt x="1943354" y="239395"/>
                  </a:lnTo>
                  <a:lnTo>
                    <a:pt x="1945386" y="240423"/>
                  </a:lnTo>
                  <a:lnTo>
                    <a:pt x="1949831" y="240423"/>
                  </a:lnTo>
                  <a:lnTo>
                    <a:pt x="1951990" y="239395"/>
                  </a:lnTo>
                  <a:lnTo>
                    <a:pt x="1953895" y="237502"/>
                  </a:lnTo>
                  <a:lnTo>
                    <a:pt x="1957197" y="234327"/>
                  </a:lnTo>
                  <a:lnTo>
                    <a:pt x="1957197" y="229108"/>
                  </a:lnTo>
                  <a:close/>
                </a:path>
                <a:path w="6966584" h="4886325">
                  <a:moveTo>
                    <a:pt x="2848864" y="2845435"/>
                  </a:moveTo>
                  <a:lnTo>
                    <a:pt x="2845689" y="2841752"/>
                  </a:lnTo>
                  <a:lnTo>
                    <a:pt x="2816212" y="2812542"/>
                  </a:lnTo>
                  <a:lnTo>
                    <a:pt x="2789301" y="2785872"/>
                  </a:lnTo>
                  <a:lnTo>
                    <a:pt x="2787396" y="2784221"/>
                  </a:lnTo>
                  <a:lnTo>
                    <a:pt x="2785237" y="2783459"/>
                  </a:lnTo>
                  <a:lnTo>
                    <a:pt x="2780792" y="2783459"/>
                  </a:lnTo>
                  <a:lnTo>
                    <a:pt x="2778760" y="2784221"/>
                  </a:lnTo>
                  <a:lnTo>
                    <a:pt x="2717546" y="2845435"/>
                  </a:lnTo>
                  <a:lnTo>
                    <a:pt x="2717546" y="2850642"/>
                  </a:lnTo>
                  <a:lnTo>
                    <a:pt x="2721229" y="2853944"/>
                  </a:lnTo>
                  <a:lnTo>
                    <a:pt x="2722880" y="2855849"/>
                  </a:lnTo>
                  <a:lnTo>
                    <a:pt x="2725166" y="2856738"/>
                  </a:lnTo>
                  <a:lnTo>
                    <a:pt x="2729611" y="2856738"/>
                  </a:lnTo>
                  <a:lnTo>
                    <a:pt x="2731770" y="2855849"/>
                  </a:lnTo>
                  <a:lnTo>
                    <a:pt x="2733421" y="2853944"/>
                  </a:lnTo>
                  <a:lnTo>
                    <a:pt x="2773807" y="2813558"/>
                  </a:lnTo>
                  <a:lnTo>
                    <a:pt x="2773807" y="3147695"/>
                  </a:lnTo>
                  <a:lnTo>
                    <a:pt x="2730627" y="3104515"/>
                  </a:lnTo>
                  <a:lnTo>
                    <a:pt x="2728341" y="3103626"/>
                  </a:lnTo>
                  <a:lnTo>
                    <a:pt x="2723896" y="3103626"/>
                  </a:lnTo>
                  <a:lnTo>
                    <a:pt x="2721737" y="3104515"/>
                  </a:lnTo>
                  <a:lnTo>
                    <a:pt x="2716530" y="3109722"/>
                  </a:lnTo>
                  <a:lnTo>
                    <a:pt x="2716530" y="3115310"/>
                  </a:lnTo>
                  <a:lnTo>
                    <a:pt x="2776093" y="3174492"/>
                  </a:lnTo>
                  <a:lnTo>
                    <a:pt x="2777998" y="3176143"/>
                  </a:lnTo>
                  <a:lnTo>
                    <a:pt x="2780284" y="3176905"/>
                  </a:lnTo>
                  <a:lnTo>
                    <a:pt x="2784729" y="3176905"/>
                  </a:lnTo>
                  <a:lnTo>
                    <a:pt x="2786888" y="3176143"/>
                  </a:lnTo>
                  <a:lnTo>
                    <a:pt x="2788793" y="3174492"/>
                  </a:lnTo>
                  <a:lnTo>
                    <a:pt x="2815336" y="3147695"/>
                  </a:lnTo>
                  <a:lnTo>
                    <a:pt x="2816225" y="3146806"/>
                  </a:lnTo>
                  <a:lnTo>
                    <a:pt x="2844165" y="3118612"/>
                  </a:lnTo>
                  <a:lnTo>
                    <a:pt x="2847975" y="3115310"/>
                  </a:lnTo>
                  <a:lnTo>
                    <a:pt x="2847975" y="3109722"/>
                  </a:lnTo>
                  <a:lnTo>
                    <a:pt x="2844165" y="3106420"/>
                  </a:lnTo>
                  <a:lnTo>
                    <a:pt x="2842514" y="3104515"/>
                  </a:lnTo>
                  <a:lnTo>
                    <a:pt x="2840482" y="3103626"/>
                  </a:lnTo>
                  <a:lnTo>
                    <a:pt x="2836037" y="3103626"/>
                  </a:lnTo>
                  <a:lnTo>
                    <a:pt x="2833878" y="3104515"/>
                  </a:lnTo>
                  <a:lnTo>
                    <a:pt x="2791587" y="3146806"/>
                  </a:lnTo>
                  <a:lnTo>
                    <a:pt x="2791587" y="2813558"/>
                  </a:lnTo>
                  <a:lnTo>
                    <a:pt x="2791587" y="2812542"/>
                  </a:lnTo>
                  <a:lnTo>
                    <a:pt x="2833370" y="2853944"/>
                  </a:lnTo>
                  <a:lnTo>
                    <a:pt x="2835021" y="2855849"/>
                  </a:lnTo>
                  <a:lnTo>
                    <a:pt x="2837180" y="2856738"/>
                  </a:lnTo>
                  <a:lnTo>
                    <a:pt x="2841498" y="2856738"/>
                  </a:lnTo>
                  <a:lnTo>
                    <a:pt x="2843657" y="2855849"/>
                  </a:lnTo>
                  <a:lnTo>
                    <a:pt x="2845689" y="2853944"/>
                  </a:lnTo>
                  <a:lnTo>
                    <a:pt x="2848864" y="2850642"/>
                  </a:lnTo>
                  <a:lnTo>
                    <a:pt x="2848864" y="2845435"/>
                  </a:lnTo>
                  <a:close/>
                </a:path>
                <a:path w="6966584" h="4886325">
                  <a:moveTo>
                    <a:pt x="2848864" y="229108"/>
                  </a:moveTo>
                  <a:lnTo>
                    <a:pt x="2845689" y="225298"/>
                  </a:lnTo>
                  <a:lnTo>
                    <a:pt x="2816339" y="196227"/>
                  </a:lnTo>
                  <a:lnTo>
                    <a:pt x="2789301" y="169418"/>
                  </a:lnTo>
                  <a:lnTo>
                    <a:pt x="2787396" y="167894"/>
                  </a:lnTo>
                  <a:lnTo>
                    <a:pt x="2785237" y="167005"/>
                  </a:lnTo>
                  <a:lnTo>
                    <a:pt x="2780792" y="167005"/>
                  </a:lnTo>
                  <a:lnTo>
                    <a:pt x="2778760" y="167894"/>
                  </a:lnTo>
                  <a:lnTo>
                    <a:pt x="2777109" y="169418"/>
                  </a:lnTo>
                  <a:lnTo>
                    <a:pt x="2721229" y="225298"/>
                  </a:lnTo>
                  <a:lnTo>
                    <a:pt x="2717546" y="229108"/>
                  </a:lnTo>
                  <a:lnTo>
                    <a:pt x="2717546" y="234327"/>
                  </a:lnTo>
                  <a:lnTo>
                    <a:pt x="2721229" y="237502"/>
                  </a:lnTo>
                  <a:lnTo>
                    <a:pt x="2722880" y="239395"/>
                  </a:lnTo>
                  <a:lnTo>
                    <a:pt x="2725166" y="240423"/>
                  </a:lnTo>
                  <a:lnTo>
                    <a:pt x="2729611" y="240423"/>
                  </a:lnTo>
                  <a:lnTo>
                    <a:pt x="2731770" y="239395"/>
                  </a:lnTo>
                  <a:lnTo>
                    <a:pt x="2733421" y="237502"/>
                  </a:lnTo>
                  <a:lnTo>
                    <a:pt x="2773807" y="197231"/>
                  </a:lnTo>
                  <a:lnTo>
                    <a:pt x="2773807" y="531368"/>
                  </a:lnTo>
                  <a:lnTo>
                    <a:pt x="2730627" y="488188"/>
                  </a:lnTo>
                  <a:lnTo>
                    <a:pt x="2728341" y="487172"/>
                  </a:lnTo>
                  <a:lnTo>
                    <a:pt x="2723896" y="487172"/>
                  </a:lnTo>
                  <a:lnTo>
                    <a:pt x="2721737" y="488188"/>
                  </a:lnTo>
                  <a:lnTo>
                    <a:pt x="2719832" y="490093"/>
                  </a:lnTo>
                  <a:lnTo>
                    <a:pt x="2716530" y="493268"/>
                  </a:lnTo>
                  <a:lnTo>
                    <a:pt x="2716530" y="498983"/>
                  </a:lnTo>
                  <a:lnTo>
                    <a:pt x="2776093" y="558165"/>
                  </a:lnTo>
                  <a:lnTo>
                    <a:pt x="2777998" y="559689"/>
                  </a:lnTo>
                  <a:lnTo>
                    <a:pt x="2780284" y="560578"/>
                  </a:lnTo>
                  <a:lnTo>
                    <a:pt x="2784729" y="560578"/>
                  </a:lnTo>
                  <a:lnTo>
                    <a:pt x="2786888" y="559689"/>
                  </a:lnTo>
                  <a:lnTo>
                    <a:pt x="2788793" y="558165"/>
                  </a:lnTo>
                  <a:lnTo>
                    <a:pt x="2815336" y="531368"/>
                  </a:lnTo>
                  <a:lnTo>
                    <a:pt x="2816352" y="530352"/>
                  </a:lnTo>
                  <a:lnTo>
                    <a:pt x="2844165" y="502285"/>
                  </a:lnTo>
                  <a:lnTo>
                    <a:pt x="2847975" y="498983"/>
                  </a:lnTo>
                  <a:lnTo>
                    <a:pt x="2847975" y="493268"/>
                  </a:lnTo>
                  <a:lnTo>
                    <a:pt x="2844165" y="490093"/>
                  </a:lnTo>
                  <a:lnTo>
                    <a:pt x="2842514" y="488188"/>
                  </a:lnTo>
                  <a:lnTo>
                    <a:pt x="2840482" y="487172"/>
                  </a:lnTo>
                  <a:lnTo>
                    <a:pt x="2836037" y="487172"/>
                  </a:lnTo>
                  <a:lnTo>
                    <a:pt x="2833878" y="488188"/>
                  </a:lnTo>
                  <a:lnTo>
                    <a:pt x="2791587" y="530352"/>
                  </a:lnTo>
                  <a:lnTo>
                    <a:pt x="2791587" y="197231"/>
                  </a:lnTo>
                  <a:lnTo>
                    <a:pt x="2791587" y="196227"/>
                  </a:lnTo>
                  <a:lnTo>
                    <a:pt x="2833370" y="237502"/>
                  </a:lnTo>
                  <a:lnTo>
                    <a:pt x="2835021" y="239395"/>
                  </a:lnTo>
                  <a:lnTo>
                    <a:pt x="2837180" y="240423"/>
                  </a:lnTo>
                  <a:lnTo>
                    <a:pt x="2841498" y="240423"/>
                  </a:lnTo>
                  <a:lnTo>
                    <a:pt x="2843657" y="239395"/>
                  </a:lnTo>
                  <a:lnTo>
                    <a:pt x="2845689" y="237502"/>
                  </a:lnTo>
                  <a:lnTo>
                    <a:pt x="2848864" y="234327"/>
                  </a:lnTo>
                  <a:lnTo>
                    <a:pt x="2848864" y="229108"/>
                  </a:lnTo>
                  <a:close/>
                </a:path>
                <a:path w="6966584" h="4886325">
                  <a:moveTo>
                    <a:pt x="3740658" y="2845435"/>
                  </a:moveTo>
                  <a:lnTo>
                    <a:pt x="3737356" y="2841752"/>
                  </a:lnTo>
                  <a:lnTo>
                    <a:pt x="3707879" y="2812542"/>
                  </a:lnTo>
                  <a:lnTo>
                    <a:pt x="3680968" y="2785872"/>
                  </a:lnTo>
                  <a:lnTo>
                    <a:pt x="3679190" y="2784221"/>
                  </a:lnTo>
                  <a:lnTo>
                    <a:pt x="3676904" y="2783459"/>
                  </a:lnTo>
                  <a:lnTo>
                    <a:pt x="3672586" y="2783459"/>
                  </a:lnTo>
                  <a:lnTo>
                    <a:pt x="3670427" y="2784221"/>
                  </a:lnTo>
                  <a:lnTo>
                    <a:pt x="3613023" y="2841752"/>
                  </a:lnTo>
                  <a:lnTo>
                    <a:pt x="3609213" y="2845435"/>
                  </a:lnTo>
                  <a:lnTo>
                    <a:pt x="3609213" y="2850642"/>
                  </a:lnTo>
                  <a:lnTo>
                    <a:pt x="3613023" y="2853944"/>
                  </a:lnTo>
                  <a:lnTo>
                    <a:pt x="3614674" y="2855849"/>
                  </a:lnTo>
                  <a:lnTo>
                    <a:pt x="3616833" y="2856738"/>
                  </a:lnTo>
                  <a:lnTo>
                    <a:pt x="3621278" y="2856738"/>
                  </a:lnTo>
                  <a:lnTo>
                    <a:pt x="3623564" y="2855849"/>
                  </a:lnTo>
                  <a:lnTo>
                    <a:pt x="3625215" y="2853944"/>
                  </a:lnTo>
                  <a:lnTo>
                    <a:pt x="3665461" y="2813558"/>
                  </a:lnTo>
                  <a:lnTo>
                    <a:pt x="3665461" y="3147695"/>
                  </a:lnTo>
                  <a:lnTo>
                    <a:pt x="3624199" y="3106420"/>
                  </a:lnTo>
                  <a:lnTo>
                    <a:pt x="3622421" y="3104515"/>
                  </a:lnTo>
                  <a:lnTo>
                    <a:pt x="3620135" y="3103626"/>
                  </a:lnTo>
                  <a:lnTo>
                    <a:pt x="3615690" y="3103626"/>
                  </a:lnTo>
                  <a:lnTo>
                    <a:pt x="3613404" y="3104515"/>
                  </a:lnTo>
                  <a:lnTo>
                    <a:pt x="3611626" y="3106420"/>
                  </a:lnTo>
                  <a:lnTo>
                    <a:pt x="3608324" y="3109722"/>
                  </a:lnTo>
                  <a:lnTo>
                    <a:pt x="3608324" y="3115310"/>
                  </a:lnTo>
                  <a:lnTo>
                    <a:pt x="3667887" y="3174492"/>
                  </a:lnTo>
                  <a:lnTo>
                    <a:pt x="3669792" y="3176143"/>
                  </a:lnTo>
                  <a:lnTo>
                    <a:pt x="3671951" y="3176905"/>
                  </a:lnTo>
                  <a:lnTo>
                    <a:pt x="3676383" y="3176905"/>
                  </a:lnTo>
                  <a:lnTo>
                    <a:pt x="3678682" y="3176143"/>
                  </a:lnTo>
                  <a:lnTo>
                    <a:pt x="3680587" y="3174492"/>
                  </a:lnTo>
                  <a:lnTo>
                    <a:pt x="3707130" y="3147695"/>
                  </a:lnTo>
                  <a:lnTo>
                    <a:pt x="3708019" y="3146806"/>
                  </a:lnTo>
                  <a:lnTo>
                    <a:pt x="3735959" y="3118612"/>
                  </a:lnTo>
                  <a:lnTo>
                    <a:pt x="3739769" y="3115310"/>
                  </a:lnTo>
                  <a:lnTo>
                    <a:pt x="3739769" y="3109722"/>
                  </a:lnTo>
                  <a:lnTo>
                    <a:pt x="3735959" y="3106420"/>
                  </a:lnTo>
                  <a:lnTo>
                    <a:pt x="3734308" y="3104515"/>
                  </a:lnTo>
                  <a:lnTo>
                    <a:pt x="3732136" y="3103626"/>
                  </a:lnTo>
                  <a:lnTo>
                    <a:pt x="3727831" y="3103626"/>
                  </a:lnTo>
                  <a:lnTo>
                    <a:pt x="3725659" y="3104515"/>
                  </a:lnTo>
                  <a:lnTo>
                    <a:pt x="3683381" y="3146806"/>
                  </a:lnTo>
                  <a:lnTo>
                    <a:pt x="3683381" y="2813558"/>
                  </a:lnTo>
                  <a:lnTo>
                    <a:pt x="3683381" y="2812542"/>
                  </a:lnTo>
                  <a:lnTo>
                    <a:pt x="3725164" y="2853944"/>
                  </a:lnTo>
                  <a:lnTo>
                    <a:pt x="3726815" y="2855849"/>
                  </a:lnTo>
                  <a:lnTo>
                    <a:pt x="3728961" y="2856738"/>
                  </a:lnTo>
                  <a:lnTo>
                    <a:pt x="3733292" y="2856738"/>
                  </a:lnTo>
                  <a:lnTo>
                    <a:pt x="3735451" y="2855849"/>
                  </a:lnTo>
                  <a:lnTo>
                    <a:pt x="3740658" y="2850642"/>
                  </a:lnTo>
                  <a:lnTo>
                    <a:pt x="3740658" y="2845435"/>
                  </a:lnTo>
                  <a:close/>
                </a:path>
                <a:path w="6966584" h="4886325">
                  <a:moveTo>
                    <a:pt x="3740658" y="229108"/>
                  </a:moveTo>
                  <a:lnTo>
                    <a:pt x="3737356" y="225298"/>
                  </a:lnTo>
                  <a:lnTo>
                    <a:pt x="3708006" y="196227"/>
                  </a:lnTo>
                  <a:lnTo>
                    <a:pt x="3680968" y="169418"/>
                  </a:lnTo>
                  <a:lnTo>
                    <a:pt x="3679190" y="167894"/>
                  </a:lnTo>
                  <a:lnTo>
                    <a:pt x="3676904" y="167005"/>
                  </a:lnTo>
                  <a:lnTo>
                    <a:pt x="3672586" y="167005"/>
                  </a:lnTo>
                  <a:lnTo>
                    <a:pt x="3670427" y="167894"/>
                  </a:lnTo>
                  <a:lnTo>
                    <a:pt x="3668776" y="169418"/>
                  </a:lnTo>
                  <a:lnTo>
                    <a:pt x="3609213" y="229108"/>
                  </a:lnTo>
                  <a:lnTo>
                    <a:pt x="3609213" y="234327"/>
                  </a:lnTo>
                  <a:lnTo>
                    <a:pt x="3613023" y="237502"/>
                  </a:lnTo>
                  <a:lnTo>
                    <a:pt x="3614674" y="239395"/>
                  </a:lnTo>
                  <a:lnTo>
                    <a:pt x="3616833" y="240423"/>
                  </a:lnTo>
                  <a:lnTo>
                    <a:pt x="3621278" y="240423"/>
                  </a:lnTo>
                  <a:lnTo>
                    <a:pt x="3623564" y="239395"/>
                  </a:lnTo>
                  <a:lnTo>
                    <a:pt x="3625215" y="237502"/>
                  </a:lnTo>
                  <a:lnTo>
                    <a:pt x="3665461" y="197231"/>
                  </a:lnTo>
                  <a:lnTo>
                    <a:pt x="3665461" y="531368"/>
                  </a:lnTo>
                  <a:lnTo>
                    <a:pt x="3624199" y="490093"/>
                  </a:lnTo>
                  <a:lnTo>
                    <a:pt x="3622421" y="488188"/>
                  </a:lnTo>
                  <a:lnTo>
                    <a:pt x="3620135" y="487172"/>
                  </a:lnTo>
                  <a:lnTo>
                    <a:pt x="3615690" y="487172"/>
                  </a:lnTo>
                  <a:lnTo>
                    <a:pt x="3613404" y="488188"/>
                  </a:lnTo>
                  <a:lnTo>
                    <a:pt x="3611626" y="490093"/>
                  </a:lnTo>
                  <a:lnTo>
                    <a:pt x="3608324" y="493268"/>
                  </a:lnTo>
                  <a:lnTo>
                    <a:pt x="3608324" y="498983"/>
                  </a:lnTo>
                  <a:lnTo>
                    <a:pt x="3667887" y="558165"/>
                  </a:lnTo>
                  <a:lnTo>
                    <a:pt x="3669792" y="559689"/>
                  </a:lnTo>
                  <a:lnTo>
                    <a:pt x="3671951" y="560578"/>
                  </a:lnTo>
                  <a:lnTo>
                    <a:pt x="3676383" y="560578"/>
                  </a:lnTo>
                  <a:lnTo>
                    <a:pt x="3678682" y="559689"/>
                  </a:lnTo>
                  <a:lnTo>
                    <a:pt x="3680587" y="558165"/>
                  </a:lnTo>
                  <a:lnTo>
                    <a:pt x="3707130" y="531368"/>
                  </a:lnTo>
                  <a:lnTo>
                    <a:pt x="3708146" y="530352"/>
                  </a:lnTo>
                  <a:lnTo>
                    <a:pt x="3735959" y="502285"/>
                  </a:lnTo>
                  <a:lnTo>
                    <a:pt x="3739769" y="498983"/>
                  </a:lnTo>
                  <a:lnTo>
                    <a:pt x="3739769" y="493268"/>
                  </a:lnTo>
                  <a:lnTo>
                    <a:pt x="3735959" y="490093"/>
                  </a:lnTo>
                  <a:lnTo>
                    <a:pt x="3734308" y="488188"/>
                  </a:lnTo>
                  <a:lnTo>
                    <a:pt x="3732136" y="487172"/>
                  </a:lnTo>
                  <a:lnTo>
                    <a:pt x="3727831" y="487172"/>
                  </a:lnTo>
                  <a:lnTo>
                    <a:pt x="3725659" y="488188"/>
                  </a:lnTo>
                  <a:lnTo>
                    <a:pt x="3683381" y="530352"/>
                  </a:lnTo>
                  <a:lnTo>
                    <a:pt x="3683381" y="197231"/>
                  </a:lnTo>
                  <a:lnTo>
                    <a:pt x="3683381" y="196227"/>
                  </a:lnTo>
                  <a:lnTo>
                    <a:pt x="3725164" y="237502"/>
                  </a:lnTo>
                  <a:lnTo>
                    <a:pt x="3726815" y="239395"/>
                  </a:lnTo>
                  <a:lnTo>
                    <a:pt x="3728961" y="240423"/>
                  </a:lnTo>
                  <a:lnTo>
                    <a:pt x="3733292" y="240423"/>
                  </a:lnTo>
                  <a:lnTo>
                    <a:pt x="3735451" y="239395"/>
                  </a:lnTo>
                  <a:lnTo>
                    <a:pt x="3737356" y="237502"/>
                  </a:lnTo>
                  <a:lnTo>
                    <a:pt x="3740658" y="234327"/>
                  </a:lnTo>
                  <a:lnTo>
                    <a:pt x="3740658" y="229108"/>
                  </a:lnTo>
                  <a:close/>
                </a:path>
                <a:path w="6966584" h="4886325">
                  <a:moveTo>
                    <a:pt x="4482211" y="2123186"/>
                  </a:moveTo>
                  <a:lnTo>
                    <a:pt x="4463415" y="2116201"/>
                  </a:lnTo>
                  <a:lnTo>
                    <a:pt x="4458919" y="2125078"/>
                  </a:lnTo>
                  <a:lnTo>
                    <a:pt x="4452582" y="2132482"/>
                  </a:lnTo>
                  <a:lnTo>
                    <a:pt x="4444314" y="2138299"/>
                  </a:lnTo>
                  <a:lnTo>
                    <a:pt x="4444187" y="2138299"/>
                  </a:lnTo>
                  <a:lnTo>
                    <a:pt x="4434713" y="2141982"/>
                  </a:lnTo>
                  <a:lnTo>
                    <a:pt x="4430649" y="2143125"/>
                  </a:lnTo>
                  <a:lnTo>
                    <a:pt x="4426585" y="2143760"/>
                  </a:lnTo>
                  <a:lnTo>
                    <a:pt x="4422648" y="2143760"/>
                  </a:lnTo>
                  <a:lnTo>
                    <a:pt x="4387100" y="2124214"/>
                  </a:lnTo>
                  <a:lnTo>
                    <a:pt x="4379239" y="2091651"/>
                  </a:lnTo>
                  <a:lnTo>
                    <a:pt x="4384433" y="2075675"/>
                  </a:lnTo>
                  <a:lnTo>
                    <a:pt x="4395444" y="2063305"/>
                  </a:lnTo>
                  <a:lnTo>
                    <a:pt x="4411345" y="2055622"/>
                  </a:lnTo>
                  <a:lnTo>
                    <a:pt x="4415282" y="2054479"/>
                  </a:lnTo>
                  <a:lnTo>
                    <a:pt x="4419092" y="2053971"/>
                  </a:lnTo>
                  <a:lnTo>
                    <a:pt x="4422902" y="2053971"/>
                  </a:lnTo>
                  <a:lnTo>
                    <a:pt x="4430090" y="2054656"/>
                  </a:lnTo>
                  <a:lnTo>
                    <a:pt x="4436961" y="2056625"/>
                  </a:lnTo>
                  <a:lnTo>
                    <a:pt x="4443400" y="2059813"/>
                  </a:lnTo>
                  <a:lnTo>
                    <a:pt x="4449318" y="2064131"/>
                  </a:lnTo>
                  <a:lnTo>
                    <a:pt x="4457966" y="2053971"/>
                  </a:lnTo>
                  <a:lnTo>
                    <a:pt x="4424299" y="2034540"/>
                  </a:lnTo>
                  <a:lnTo>
                    <a:pt x="4418457" y="2034540"/>
                  </a:lnTo>
                  <a:lnTo>
                    <a:pt x="4382770" y="2048256"/>
                  </a:lnTo>
                  <a:lnTo>
                    <a:pt x="4359059" y="2089556"/>
                  </a:lnTo>
                  <a:lnTo>
                    <a:pt x="4361053" y="2115693"/>
                  </a:lnTo>
                  <a:lnTo>
                    <a:pt x="4369651" y="2135467"/>
                  </a:lnTo>
                  <a:lnTo>
                    <a:pt x="4383151" y="2150326"/>
                  </a:lnTo>
                  <a:lnTo>
                    <a:pt x="4400550" y="2159685"/>
                  </a:lnTo>
                  <a:lnTo>
                    <a:pt x="4420870" y="2162937"/>
                  </a:lnTo>
                  <a:lnTo>
                    <a:pt x="4426966" y="2162937"/>
                  </a:lnTo>
                  <a:lnTo>
                    <a:pt x="4466679" y="2145969"/>
                  </a:lnTo>
                  <a:lnTo>
                    <a:pt x="4468660" y="2143760"/>
                  </a:lnTo>
                  <a:lnTo>
                    <a:pt x="4476102" y="2135467"/>
                  </a:lnTo>
                  <a:lnTo>
                    <a:pt x="4482211" y="2123186"/>
                  </a:lnTo>
                  <a:close/>
                </a:path>
                <a:path w="6966584" h="4886325">
                  <a:moveTo>
                    <a:pt x="4529074" y="2133600"/>
                  </a:moveTo>
                  <a:lnTo>
                    <a:pt x="4496308" y="2011045"/>
                  </a:lnTo>
                  <a:lnTo>
                    <a:pt x="4478909" y="2015744"/>
                  </a:lnTo>
                  <a:lnTo>
                    <a:pt x="4511802" y="2138299"/>
                  </a:lnTo>
                  <a:lnTo>
                    <a:pt x="4529074" y="2133600"/>
                  </a:lnTo>
                  <a:close/>
                </a:path>
                <a:path w="6966584" h="4886325">
                  <a:moveTo>
                    <a:pt x="4576064" y="940562"/>
                  </a:moveTo>
                  <a:lnTo>
                    <a:pt x="4551146" y="905675"/>
                  </a:lnTo>
                  <a:lnTo>
                    <a:pt x="4520946" y="894588"/>
                  </a:lnTo>
                  <a:lnTo>
                    <a:pt x="4513326" y="894588"/>
                  </a:lnTo>
                  <a:lnTo>
                    <a:pt x="4464329" y="919670"/>
                  </a:lnTo>
                  <a:lnTo>
                    <a:pt x="4450740" y="962787"/>
                  </a:lnTo>
                  <a:lnTo>
                    <a:pt x="4450664" y="963206"/>
                  </a:lnTo>
                  <a:lnTo>
                    <a:pt x="4456303" y="986637"/>
                  </a:lnTo>
                  <a:lnTo>
                    <a:pt x="4470971" y="1005928"/>
                  </a:lnTo>
                  <a:lnTo>
                    <a:pt x="4494111" y="1019048"/>
                  </a:lnTo>
                  <a:lnTo>
                    <a:pt x="4494263" y="1019048"/>
                  </a:lnTo>
                  <a:lnTo>
                    <a:pt x="4501769" y="1021588"/>
                  </a:lnTo>
                  <a:lnTo>
                    <a:pt x="4509770" y="1022985"/>
                  </a:lnTo>
                  <a:lnTo>
                    <a:pt x="4517263" y="1022985"/>
                  </a:lnTo>
                  <a:lnTo>
                    <a:pt x="4526216" y="1022337"/>
                  </a:lnTo>
                  <a:lnTo>
                    <a:pt x="4534700" y="1020381"/>
                  </a:lnTo>
                  <a:lnTo>
                    <a:pt x="4542599" y="1017206"/>
                  </a:lnTo>
                  <a:lnTo>
                    <a:pt x="4549775" y="1012825"/>
                  </a:lnTo>
                  <a:lnTo>
                    <a:pt x="4543907" y="1004062"/>
                  </a:lnTo>
                  <a:lnTo>
                    <a:pt x="4538472" y="995934"/>
                  </a:lnTo>
                  <a:lnTo>
                    <a:pt x="4531487" y="1001141"/>
                  </a:lnTo>
                  <a:lnTo>
                    <a:pt x="4523105" y="1004062"/>
                  </a:lnTo>
                  <a:lnTo>
                    <a:pt x="4509897" y="1004062"/>
                  </a:lnTo>
                  <a:lnTo>
                    <a:pt x="4475200" y="979297"/>
                  </a:lnTo>
                  <a:lnTo>
                    <a:pt x="4471352" y="963206"/>
                  </a:lnTo>
                  <a:lnTo>
                    <a:pt x="4471251" y="962787"/>
                  </a:lnTo>
                  <a:lnTo>
                    <a:pt x="4490237" y="922083"/>
                  </a:lnTo>
                  <a:lnTo>
                    <a:pt x="4514469" y="914273"/>
                  </a:lnTo>
                  <a:lnTo>
                    <a:pt x="4519676" y="914273"/>
                  </a:lnTo>
                  <a:lnTo>
                    <a:pt x="4525911" y="915289"/>
                  </a:lnTo>
                  <a:lnTo>
                    <a:pt x="4525492" y="915289"/>
                  </a:lnTo>
                  <a:lnTo>
                    <a:pt x="4530598" y="917067"/>
                  </a:lnTo>
                  <a:lnTo>
                    <a:pt x="4540110" y="921626"/>
                  </a:lnTo>
                  <a:lnTo>
                    <a:pt x="4547679" y="928027"/>
                  </a:lnTo>
                  <a:lnTo>
                    <a:pt x="4553242" y="936002"/>
                  </a:lnTo>
                  <a:lnTo>
                    <a:pt x="4556760" y="945261"/>
                  </a:lnTo>
                  <a:lnTo>
                    <a:pt x="4576064" y="940562"/>
                  </a:lnTo>
                  <a:close/>
                </a:path>
                <a:path w="6966584" h="4886325">
                  <a:moveTo>
                    <a:pt x="4623803" y="2089048"/>
                  </a:moveTo>
                  <a:lnTo>
                    <a:pt x="4622546" y="2071624"/>
                  </a:lnTo>
                  <a:lnTo>
                    <a:pt x="4609846" y="2024634"/>
                  </a:lnTo>
                  <a:lnTo>
                    <a:pt x="4592066" y="2029333"/>
                  </a:lnTo>
                  <a:lnTo>
                    <a:pt x="4604258" y="2074418"/>
                  </a:lnTo>
                  <a:lnTo>
                    <a:pt x="4605401" y="2084971"/>
                  </a:lnTo>
                  <a:lnTo>
                    <a:pt x="4585843" y="2102485"/>
                  </a:lnTo>
                  <a:lnTo>
                    <a:pt x="4583684" y="2102485"/>
                  </a:lnTo>
                  <a:lnTo>
                    <a:pt x="4577918" y="2101596"/>
                  </a:lnTo>
                  <a:lnTo>
                    <a:pt x="4577677" y="2101596"/>
                  </a:lnTo>
                  <a:lnTo>
                    <a:pt x="4572101" y="2098586"/>
                  </a:lnTo>
                  <a:lnTo>
                    <a:pt x="4567555" y="2093379"/>
                  </a:lnTo>
                  <a:lnTo>
                    <a:pt x="4564253" y="2085721"/>
                  </a:lnTo>
                  <a:lnTo>
                    <a:pt x="4552061" y="2040128"/>
                  </a:lnTo>
                  <a:lnTo>
                    <a:pt x="4534789" y="2044827"/>
                  </a:lnTo>
                  <a:lnTo>
                    <a:pt x="4547362" y="2091817"/>
                  </a:lnTo>
                  <a:lnTo>
                    <a:pt x="4582668" y="2120265"/>
                  </a:lnTo>
                  <a:lnTo>
                    <a:pt x="4586732" y="2120265"/>
                  </a:lnTo>
                  <a:lnTo>
                    <a:pt x="4618418" y="2102485"/>
                  </a:lnTo>
                  <a:lnTo>
                    <a:pt x="4623803" y="2089048"/>
                  </a:lnTo>
                  <a:close/>
                </a:path>
                <a:path w="6966584" h="4886325">
                  <a:moveTo>
                    <a:pt x="4624832" y="928878"/>
                  </a:moveTo>
                  <a:lnTo>
                    <a:pt x="4607560" y="922274"/>
                  </a:lnTo>
                  <a:lnTo>
                    <a:pt x="4565269" y="1041400"/>
                  </a:lnTo>
                  <a:lnTo>
                    <a:pt x="4582668" y="1048004"/>
                  </a:lnTo>
                  <a:lnTo>
                    <a:pt x="4624832" y="928878"/>
                  </a:lnTo>
                  <a:close/>
                </a:path>
                <a:path w="6966584" h="4886325">
                  <a:moveTo>
                    <a:pt x="4710811" y="1004443"/>
                  </a:moveTo>
                  <a:lnTo>
                    <a:pt x="4692904" y="997839"/>
                  </a:lnTo>
                  <a:lnTo>
                    <a:pt x="4676902" y="1041908"/>
                  </a:lnTo>
                  <a:lnTo>
                    <a:pt x="4673219" y="1053211"/>
                  </a:lnTo>
                  <a:lnTo>
                    <a:pt x="4666551" y="1057910"/>
                  </a:lnTo>
                  <a:lnTo>
                    <a:pt x="4656785" y="1057910"/>
                  </a:lnTo>
                  <a:lnTo>
                    <a:pt x="4653280" y="1057148"/>
                  </a:lnTo>
                  <a:lnTo>
                    <a:pt x="4650232" y="1056005"/>
                  </a:lnTo>
                  <a:lnTo>
                    <a:pt x="4642777" y="1052093"/>
                  </a:lnTo>
                  <a:lnTo>
                    <a:pt x="4637849" y="1046353"/>
                  </a:lnTo>
                  <a:lnTo>
                    <a:pt x="4636147" y="1038440"/>
                  </a:lnTo>
                  <a:lnTo>
                    <a:pt x="4638332" y="1028319"/>
                  </a:lnTo>
                  <a:lnTo>
                    <a:pt x="4638421" y="1027938"/>
                  </a:lnTo>
                  <a:lnTo>
                    <a:pt x="4654423" y="983742"/>
                  </a:lnTo>
                  <a:lnTo>
                    <a:pt x="4636643" y="977138"/>
                  </a:lnTo>
                  <a:lnTo>
                    <a:pt x="4620222" y="1022985"/>
                  </a:lnTo>
                  <a:lnTo>
                    <a:pt x="4620133" y="1023239"/>
                  </a:lnTo>
                  <a:lnTo>
                    <a:pt x="4617593" y="1039850"/>
                  </a:lnTo>
                  <a:lnTo>
                    <a:pt x="4617478" y="1040599"/>
                  </a:lnTo>
                  <a:lnTo>
                    <a:pt x="4621746" y="1054633"/>
                  </a:lnTo>
                  <a:lnTo>
                    <a:pt x="4631194" y="1065161"/>
                  </a:lnTo>
                  <a:lnTo>
                    <a:pt x="4644136" y="1072007"/>
                  </a:lnTo>
                  <a:lnTo>
                    <a:pt x="4649216" y="1073658"/>
                  </a:lnTo>
                  <a:lnTo>
                    <a:pt x="4654550" y="1074547"/>
                  </a:lnTo>
                  <a:lnTo>
                    <a:pt x="4659884" y="1074547"/>
                  </a:lnTo>
                  <a:lnTo>
                    <a:pt x="4670209" y="1073188"/>
                  </a:lnTo>
                  <a:lnTo>
                    <a:pt x="4679645" y="1068793"/>
                  </a:lnTo>
                  <a:lnTo>
                    <a:pt x="4687582" y="1060894"/>
                  </a:lnTo>
                  <a:lnTo>
                    <a:pt x="4689043" y="1057910"/>
                  </a:lnTo>
                  <a:lnTo>
                    <a:pt x="4693412" y="1049020"/>
                  </a:lnTo>
                  <a:lnTo>
                    <a:pt x="4710811" y="1004443"/>
                  </a:lnTo>
                  <a:close/>
                </a:path>
                <a:path w="6966584" h="4886325">
                  <a:moveTo>
                    <a:pt x="4716767" y="2068588"/>
                  </a:moveTo>
                  <a:lnTo>
                    <a:pt x="4716653" y="2065159"/>
                  </a:lnTo>
                  <a:lnTo>
                    <a:pt x="4716526" y="2061629"/>
                  </a:lnTo>
                  <a:lnTo>
                    <a:pt x="4716411" y="2058035"/>
                  </a:lnTo>
                  <a:lnTo>
                    <a:pt x="4716399" y="2057654"/>
                  </a:lnTo>
                  <a:lnTo>
                    <a:pt x="4712868" y="2049894"/>
                  </a:lnTo>
                  <a:lnTo>
                    <a:pt x="4707204" y="2044598"/>
                  </a:lnTo>
                  <a:lnTo>
                    <a:pt x="4702746" y="2042795"/>
                  </a:lnTo>
                  <a:lnTo>
                    <a:pt x="4699597" y="2041525"/>
                  </a:lnTo>
                  <a:lnTo>
                    <a:pt x="4690554" y="2040559"/>
                  </a:lnTo>
                  <a:lnTo>
                    <a:pt x="4686909" y="2040559"/>
                  </a:lnTo>
                  <a:lnTo>
                    <a:pt x="4684649" y="2040763"/>
                  </a:lnTo>
                  <a:lnTo>
                    <a:pt x="4681601" y="2041144"/>
                  </a:lnTo>
                  <a:lnTo>
                    <a:pt x="4673219" y="2042033"/>
                  </a:lnTo>
                  <a:lnTo>
                    <a:pt x="4670552" y="2042541"/>
                  </a:lnTo>
                  <a:lnTo>
                    <a:pt x="4668266" y="2042795"/>
                  </a:lnTo>
                  <a:lnTo>
                    <a:pt x="4661662" y="2042795"/>
                  </a:lnTo>
                  <a:lnTo>
                    <a:pt x="4658487" y="2041525"/>
                  </a:lnTo>
                  <a:lnTo>
                    <a:pt x="4657217" y="2037334"/>
                  </a:lnTo>
                  <a:lnTo>
                    <a:pt x="4655350" y="2031873"/>
                  </a:lnTo>
                  <a:lnTo>
                    <a:pt x="4655185" y="2031873"/>
                  </a:lnTo>
                  <a:lnTo>
                    <a:pt x="4660011" y="2026539"/>
                  </a:lnTo>
                  <a:lnTo>
                    <a:pt x="4669917" y="2023237"/>
                  </a:lnTo>
                  <a:lnTo>
                    <a:pt x="4674362" y="2022094"/>
                  </a:lnTo>
                  <a:lnTo>
                    <a:pt x="4678680" y="2021713"/>
                  </a:lnTo>
                  <a:lnTo>
                    <a:pt x="4688586" y="2021713"/>
                  </a:lnTo>
                  <a:lnTo>
                    <a:pt x="4693666" y="2022475"/>
                  </a:lnTo>
                  <a:lnTo>
                    <a:pt x="4697095" y="2023237"/>
                  </a:lnTo>
                  <a:lnTo>
                    <a:pt x="4697285" y="2022475"/>
                  </a:lnTo>
                  <a:lnTo>
                    <a:pt x="4697387" y="2022094"/>
                  </a:lnTo>
                  <a:lnTo>
                    <a:pt x="4697488" y="2021713"/>
                  </a:lnTo>
                  <a:lnTo>
                    <a:pt x="4701413" y="2006854"/>
                  </a:lnTo>
                  <a:lnTo>
                    <a:pt x="4696587" y="2005584"/>
                  </a:lnTo>
                  <a:lnTo>
                    <a:pt x="4691380" y="2004822"/>
                  </a:lnTo>
                  <a:lnTo>
                    <a:pt x="4679569" y="2004822"/>
                  </a:lnTo>
                  <a:lnTo>
                    <a:pt x="4643285" y="2021357"/>
                  </a:lnTo>
                  <a:lnTo>
                    <a:pt x="4638776" y="2031238"/>
                  </a:lnTo>
                  <a:lnTo>
                    <a:pt x="4638776" y="2032254"/>
                  </a:lnTo>
                  <a:lnTo>
                    <a:pt x="4639081" y="2037334"/>
                  </a:lnTo>
                  <a:lnTo>
                    <a:pt x="4639195" y="2039239"/>
                  </a:lnTo>
                  <a:lnTo>
                    <a:pt x="4666107" y="2059940"/>
                  </a:lnTo>
                  <a:lnTo>
                    <a:pt x="4668520" y="2059940"/>
                  </a:lnTo>
                  <a:lnTo>
                    <a:pt x="4673727" y="2059432"/>
                  </a:lnTo>
                  <a:lnTo>
                    <a:pt x="4682617" y="2058035"/>
                  </a:lnTo>
                  <a:lnTo>
                    <a:pt x="4684776" y="2057654"/>
                  </a:lnTo>
                  <a:lnTo>
                    <a:pt x="4694771" y="2057654"/>
                  </a:lnTo>
                  <a:lnTo>
                    <a:pt x="4697857" y="2059432"/>
                  </a:lnTo>
                  <a:lnTo>
                    <a:pt x="4698644" y="2063343"/>
                  </a:lnTo>
                  <a:lnTo>
                    <a:pt x="4700422" y="2069465"/>
                  </a:lnTo>
                  <a:lnTo>
                    <a:pt x="4700270" y="2069465"/>
                  </a:lnTo>
                  <a:lnTo>
                    <a:pt x="4695317" y="2074926"/>
                  </a:lnTo>
                  <a:lnTo>
                    <a:pt x="4683125" y="2077720"/>
                  </a:lnTo>
                  <a:lnTo>
                    <a:pt x="4677664" y="2079244"/>
                  </a:lnTo>
                  <a:lnTo>
                    <a:pt x="4672965" y="2079879"/>
                  </a:lnTo>
                  <a:lnTo>
                    <a:pt x="4662551" y="2079879"/>
                  </a:lnTo>
                  <a:lnTo>
                    <a:pt x="4657725" y="2078482"/>
                  </a:lnTo>
                  <a:lnTo>
                    <a:pt x="4653534" y="2076704"/>
                  </a:lnTo>
                  <a:lnTo>
                    <a:pt x="4648835" y="2092706"/>
                  </a:lnTo>
                  <a:lnTo>
                    <a:pt x="4655185" y="2095373"/>
                  </a:lnTo>
                  <a:lnTo>
                    <a:pt x="4662043" y="2096262"/>
                  </a:lnTo>
                  <a:lnTo>
                    <a:pt x="4675505" y="2096262"/>
                  </a:lnTo>
                  <a:lnTo>
                    <a:pt x="4681982" y="2094992"/>
                  </a:lnTo>
                  <a:lnTo>
                    <a:pt x="4686300" y="2093722"/>
                  </a:lnTo>
                  <a:lnTo>
                    <a:pt x="4701502" y="2087397"/>
                  </a:lnTo>
                  <a:lnTo>
                    <a:pt x="4710404" y="2079879"/>
                  </a:lnTo>
                  <a:lnTo>
                    <a:pt x="4711725" y="2078774"/>
                  </a:lnTo>
                  <a:lnTo>
                    <a:pt x="4716767" y="2068588"/>
                  </a:lnTo>
                  <a:close/>
                </a:path>
                <a:path w="6966584" h="4886325">
                  <a:moveTo>
                    <a:pt x="4796155" y="1041908"/>
                  </a:moveTo>
                  <a:lnTo>
                    <a:pt x="4761103" y="1020191"/>
                  </a:lnTo>
                  <a:lnTo>
                    <a:pt x="4755388" y="1019048"/>
                  </a:lnTo>
                  <a:lnTo>
                    <a:pt x="4750308" y="1019048"/>
                  </a:lnTo>
                  <a:lnTo>
                    <a:pt x="4741075" y="1020191"/>
                  </a:lnTo>
                  <a:lnTo>
                    <a:pt x="4741570" y="1020191"/>
                  </a:lnTo>
                  <a:lnTo>
                    <a:pt x="4734585" y="1023239"/>
                  </a:lnTo>
                  <a:lnTo>
                    <a:pt x="4729035" y="1028319"/>
                  </a:lnTo>
                  <a:lnTo>
                    <a:pt x="4725555" y="1034796"/>
                  </a:lnTo>
                  <a:lnTo>
                    <a:pt x="4725263" y="1035431"/>
                  </a:lnTo>
                  <a:lnTo>
                    <a:pt x="4723866" y="1044841"/>
                  </a:lnTo>
                  <a:lnTo>
                    <a:pt x="4726470" y="1053211"/>
                  </a:lnTo>
                  <a:lnTo>
                    <a:pt x="4760468" y="1077087"/>
                  </a:lnTo>
                  <a:lnTo>
                    <a:pt x="4763770" y="1081786"/>
                  </a:lnTo>
                  <a:lnTo>
                    <a:pt x="4762373" y="1086104"/>
                  </a:lnTo>
                  <a:lnTo>
                    <a:pt x="4761065" y="1089406"/>
                  </a:lnTo>
                  <a:lnTo>
                    <a:pt x="4760976" y="1089660"/>
                  </a:lnTo>
                  <a:lnTo>
                    <a:pt x="4757547" y="1091692"/>
                  </a:lnTo>
                  <a:lnTo>
                    <a:pt x="4748911" y="1091692"/>
                  </a:lnTo>
                  <a:lnTo>
                    <a:pt x="4716780" y="1072007"/>
                  </a:lnTo>
                  <a:lnTo>
                    <a:pt x="4704207" y="1081786"/>
                  </a:lnTo>
                  <a:lnTo>
                    <a:pt x="4741773" y="1106855"/>
                  </a:lnTo>
                  <a:lnTo>
                    <a:pt x="4748022" y="1107948"/>
                  </a:lnTo>
                  <a:lnTo>
                    <a:pt x="4753737" y="1107948"/>
                  </a:lnTo>
                  <a:lnTo>
                    <a:pt x="4762766" y="1106855"/>
                  </a:lnTo>
                  <a:lnTo>
                    <a:pt x="4770272" y="1103617"/>
                  </a:lnTo>
                  <a:lnTo>
                    <a:pt x="4776013" y="1098359"/>
                  </a:lnTo>
                  <a:lnTo>
                    <a:pt x="4779505" y="1091692"/>
                  </a:lnTo>
                  <a:lnTo>
                    <a:pt x="4779772" y="1091184"/>
                  </a:lnTo>
                  <a:lnTo>
                    <a:pt x="4781016" y="1081786"/>
                  </a:lnTo>
                  <a:lnTo>
                    <a:pt x="4781054" y="1081506"/>
                  </a:lnTo>
                  <a:lnTo>
                    <a:pt x="4778070" y="1072794"/>
                  </a:lnTo>
                  <a:lnTo>
                    <a:pt x="4771098" y="1064958"/>
                  </a:lnTo>
                  <a:lnTo>
                    <a:pt x="4760468" y="1057910"/>
                  </a:lnTo>
                  <a:lnTo>
                    <a:pt x="4752975" y="1053719"/>
                  </a:lnTo>
                  <a:lnTo>
                    <a:pt x="4745990" y="1050417"/>
                  </a:lnTo>
                  <a:lnTo>
                    <a:pt x="4740402" y="1046607"/>
                  </a:lnTo>
                  <a:lnTo>
                    <a:pt x="4742688" y="1041019"/>
                  </a:lnTo>
                  <a:lnTo>
                    <a:pt x="4743831" y="1037082"/>
                  </a:lnTo>
                  <a:lnTo>
                    <a:pt x="4747260" y="1034796"/>
                  </a:lnTo>
                  <a:lnTo>
                    <a:pt x="4754753" y="1034796"/>
                  </a:lnTo>
                  <a:lnTo>
                    <a:pt x="4757674" y="1035431"/>
                  </a:lnTo>
                  <a:lnTo>
                    <a:pt x="4768075" y="1039850"/>
                  </a:lnTo>
                  <a:lnTo>
                    <a:pt x="4774349" y="1043749"/>
                  </a:lnTo>
                  <a:lnTo>
                    <a:pt x="4779632" y="1048004"/>
                  </a:lnTo>
                  <a:lnTo>
                    <a:pt x="4783455" y="1051814"/>
                  </a:lnTo>
                  <a:lnTo>
                    <a:pt x="4796155" y="1041908"/>
                  </a:lnTo>
                  <a:close/>
                </a:path>
                <a:path w="6966584" h="4886325">
                  <a:moveTo>
                    <a:pt x="4803267" y="2053336"/>
                  </a:moveTo>
                  <a:lnTo>
                    <a:pt x="4801616" y="2051558"/>
                  </a:lnTo>
                  <a:lnTo>
                    <a:pt x="4791964" y="2041144"/>
                  </a:lnTo>
                  <a:lnTo>
                    <a:pt x="4788154" y="2044827"/>
                  </a:lnTo>
                  <a:lnTo>
                    <a:pt x="4782401" y="2049272"/>
                  </a:lnTo>
                  <a:lnTo>
                    <a:pt x="4782185" y="2049272"/>
                  </a:lnTo>
                  <a:lnTo>
                    <a:pt x="4777359" y="2050923"/>
                  </a:lnTo>
                  <a:lnTo>
                    <a:pt x="4775962" y="2051304"/>
                  </a:lnTo>
                  <a:lnTo>
                    <a:pt x="4774565" y="2051558"/>
                  </a:lnTo>
                  <a:lnTo>
                    <a:pt x="4767707" y="2051558"/>
                  </a:lnTo>
                  <a:lnTo>
                    <a:pt x="4762754" y="2048256"/>
                  </a:lnTo>
                  <a:lnTo>
                    <a:pt x="4760468" y="2039239"/>
                  </a:lnTo>
                  <a:lnTo>
                    <a:pt x="4752314" y="2008759"/>
                  </a:lnTo>
                  <a:lnTo>
                    <a:pt x="4751070" y="2004060"/>
                  </a:lnTo>
                  <a:lnTo>
                    <a:pt x="4782058" y="1995551"/>
                  </a:lnTo>
                  <a:lnTo>
                    <a:pt x="4779962" y="1987550"/>
                  </a:lnTo>
                  <a:lnTo>
                    <a:pt x="4777956" y="1979904"/>
                  </a:lnTo>
                  <a:lnTo>
                    <a:pt x="4777867" y="1979549"/>
                  </a:lnTo>
                  <a:lnTo>
                    <a:pt x="4746879" y="1987550"/>
                  </a:lnTo>
                  <a:lnTo>
                    <a:pt x="4740427" y="1962759"/>
                  </a:lnTo>
                  <a:lnTo>
                    <a:pt x="4740021" y="1962759"/>
                  </a:lnTo>
                  <a:lnTo>
                    <a:pt x="4722876" y="1967357"/>
                  </a:lnTo>
                  <a:lnTo>
                    <a:pt x="4729480" y="1992249"/>
                  </a:lnTo>
                  <a:lnTo>
                    <a:pt x="4713097" y="1996567"/>
                  </a:lnTo>
                  <a:lnTo>
                    <a:pt x="4716780" y="2012950"/>
                  </a:lnTo>
                  <a:lnTo>
                    <a:pt x="4733290" y="2008759"/>
                  </a:lnTo>
                  <a:lnTo>
                    <a:pt x="4742180" y="2042541"/>
                  </a:lnTo>
                  <a:lnTo>
                    <a:pt x="4769739" y="2069465"/>
                  </a:lnTo>
                  <a:lnTo>
                    <a:pt x="4773041" y="2069465"/>
                  </a:lnTo>
                  <a:lnTo>
                    <a:pt x="4798796" y="2057654"/>
                  </a:lnTo>
                  <a:lnTo>
                    <a:pt x="4803267" y="2053336"/>
                  </a:lnTo>
                  <a:close/>
                </a:path>
                <a:path w="6966584" h="4886325">
                  <a:moveTo>
                    <a:pt x="4875022" y="1062609"/>
                  </a:moveTo>
                  <a:lnTo>
                    <a:pt x="4844542" y="1051814"/>
                  </a:lnTo>
                  <a:lnTo>
                    <a:pt x="4846675" y="1045718"/>
                  </a:lnTo>
                  <a:lnTo>
                    <a:pt x="4852924" y="1027938"/>
                  </a:lnTo>
                  <a:lnTo>
                    <a:pt x="4835525" y="1021334"/>
                  </a:lnTo>
                  <a:lnTo>
                    <a:pt x="4826635" y="1045718"/>
                  </a:lnTo>
                  <a:lnTo>
                    <a:pt x="4810760" y="1039622"/>
                  </a:lnTo>
                  <a:lnTo>
                    <a:pt x="4805045" y="1055497"/>
                  </a:lnTo>
                  <a:lnTo>
                    <a:pt x="4821047" y="1061212"/>
                  </a:lnTo>
                  <a:lnTo>
                    <a:pt x="4808347" y="1095883"/>
                  </a:lnTo>
                  <a:lnTo>
                    <a:pt x="4805400" y="1110373"/>
                  </a:lnTo>
                  <a:lnTo>
                    <a:pt x="4807318" y="1120394"/>
                  </a:lnTo>
                  <a:lnTo>
                    <a:pt x="4807394" y="1120775"/>
                  </a:lnTo>
                  <a:lnTo>
                    <a:pt x="4807496" y="1121283"/>
                  </a:lnTo>
                  <a:lnTo>
                    <a:pt x="4831664" y="1138809"/>
                  </a:lnTo>
                  <a:lnTo>
                    <a:pt x="4832032" y="1138809"/>
                  </a:lnTo>
                  <a:lnTo>
                    <a:pt x="4836287" y="1139571"/>
                  </a:lnTo>
                  <a:lnTo>
                    <a:pt x="4845304" y="1139571"/>
                  </a:lnTo>
                  <a:lnTo>
                    <a:pt x="4849368" y="1138809"/>
                  </a:lnTo>
                  <a:lnTo>
                    <a:pt x="4852924" y="1137666"/>
                  </a:lnTo>
                  <a:lnTo>
                    <a:pt x="4851590" y="1122172"/>
                  </a:lnTo>
                  <a:lnTo>
                    <a:pt x="4851527" y="1121283"/>
                  </a:lnTo>
                  <a:lnTo>
                    <a:pt x="4848479" y="1121791"/>
                  </a:lnTo>
                  <a:lnTo>
                    <a:pt x="4845304" y="1122172"/>
                  </a:lnTo>
                  <a:lnTo>
                    <a:pt x="4839081" y="1122172"/>
                  </a:lnTo>
                  <a:lnTo>
                    <a:pt x="4836033" y="1121791"/>
                  </a:lnTo>
                  <a:lnTo>
                    <a:pt x="4833239" y="1120394"/>
                  </a:lnTo>
                  <a:lnTo>
                    <a:pt x="4826254" y="1118362"/>
                  </a:lnTo>
                  <a:lnTo>
                    <a:pt x="4822063" y="1111885"/>
                  </a:lnTo>
                  <a:lnTo>
                    <a:pt x="4826254" y="1101090"/>
                  </a:lnTo>
                  <a:lnTo>
                    <a:pt x="4838446" y="1066292"/>
                  </a:lnTo>
                  <a:lnTo>
                    <a:pt x="4868926" y="1077087"/>
                  </a:lnTo>
                  <a:lnTo>
                    <a:pt x="4873460" y="1066292"/>
                  </a:lnTo>
                  <a:lnTo>
                    <a:pt x="4875022" y="1062609"/>
                  </a:lnTo>
                  <a:close/>
                </a:path>
                <a:path w="6966584" h="4886325">
                  <a:moveTo>
                    <a:pt x="4889119" y="2027047"/>
                  </a:moveTo>
                  <a:lnTo>
                    <a:pt x="4876419" y="2016252"/>
                  </a:lnTo>
                  <a:lnTo>
                    <a:pt x="4872012" y="2021357"/>
                  </a:lnTo>
                  <a:lnTo>
                    <a:pt x="4867059" y="2025650"/>
                  </a:lnTo>
                  <a:lnTo>
                    <a:pt x="4861433" y="2029079"/>
                  </a:lnTo>
                  <a:lnTo>
                    <a:pt x="4855337" y="2031238"/>
                  </a:lnTo>
                  <a:lnTo>
                    <a:pt x="4852670" y="2031873"/>
                  </a:lnTo>
                  <a:lnTo>
                    <a:pt x="4850003" y="2032254"/>
                  </a:lnTo>
                  <a:lnTo>
                    <a:pt x="4847463" y="2032254"/>
                  </a:lnTo>
                  <a:lnTo>
                    <a:pt x="4840973" y="2031428"/>
                  </a:lnTo>
                  <a:lnTo>
                    <a:pt x="4835029" y="2028799"/>
                  </a:lnTo>
                  <a:lnTo>
                    <a:pt x="4829861" y="2024113"/>
                  </a:lnTo>
                  <a:lnTo>
                    <a:pt x="4825746" y="2017141"/>
                  </a:lnTo>
                  <a:lnTo>
                    <a:pt x="4875568" y="2003552"/>
                  </a:lnTo>
                  <a:lnTo>
                    <a:pt x="4885817" y="2000758"/>
                  </a:lnTo>
                  <a:lnTo>
                    <a:pt x="4885309" y="1998345"/>
                  </a:lnTo>
                  <a:lnTo>
                    <a:pt x="4863719" y="1966214"/>
                  </a:lnTo>
                  <a:lnTo>
                    <a:pt x="4863719" y="1992249"/>
                  </a:lnTo>
                  <a:lnTo>
                    <a:pt x="4821555" y="2003552"/>
                  </a:lnTo>
                  <a:lnTo>
                    <a:pt x="4841875" y="1977009"/>
                  </a:lnTo>
                  <a:lnTo>
                    <a:pt x="4852416" y="1977009"/>
                  </a:lnTo>
                  <a:lnTo>
                    <a:pt x="4859528" y="1982343"/>
                  </a:lnTo>
                  <a:lnTo>
                    <a:pt x="4863719" y="1992249"/>
                  </a:lnTo>
                  <a:lnTo>
                    <a:pt x="4863719" y="1966214"/>
                  </a:lnTo>
                  <a:lnTo>
                    <a:pt x="4857674" y="1962759"/>
                  </a:lnTo>
                  <a:lnTo>
                    <a:pt x="4844415" y="1960499"/>
                  </a:lnTo>
                  <a:lnTo>
                    <a:pt x="4840859" y="1960499"/>
                  </a:lnTo>
                  <a:lnTo>
                    <a:pt x="4807775" y="1981568"/>
                  </a:lnTo>
                  <a:lnTo>
                    <a:pt x="4803203" y="1997367"/>
                  </a:lnTo>
                  <a:lnTo>
                    <a:pt x="4805045" y="2015744"/>
                  </a:lnTo>
                  <a:lnTo>
                    <a:pt x="4811204" y="2030044"/>
                  </a:lnTo>
                  <a:lnTo>
                    <a:pt x="4820513" y="2040559"/>
                  </a:lnTo>
                  <a:lnTo>
                    <a:pt x="4832375" y="2047062"/>
                  </a:lnTo>
                  <a:lnTo>
                    <a:pt x="4846193" y="2049272"/>
                  </a:lnTo>
                  <a:lnTo>
                    <a:pt x="4850257" y="2049272"/>
                  </a:lnTo>
                  <a:lnTo>
                    <a:pt x="4884636" y="2032254"/>
                  </a:lnTo>
                  <a:lnTo>
                    <a:pt x="4889119" y="2027047"/>
                  </a:lnTo>
                  <a:close/>
                </a:path>
                <a:path w="6966584" h="4886325">
                  <a:moveTo>
                    <a:pt x="4949190" y="1951990"/>
                  </a:moveTo>
                  <a:lnTo>
                    <a:pt x="4949164" y="1951101"/>
                  </a:lnTo>
                  <a:lnTo>
                    <a:pt x="4949063" y="1947291"/>
                  </a:lnTo>
                  <a:lnTo>
                    <a:pt x="4948936" y="1942592"/>
                  </a:lnTo>
                  <a:lnTo>
                    <a:pt x="4948885" y="1940750"/>
                  </a:lnTo>
                  <a:lnTo>
                    <a:pt x="4948771" y="1936953"/>
                  </a:lnTo>
                  <a:lnTo>
                    <a:pt x="4948682" y="1933194"/>
                  </a:lnTo>
                  <a:lnTo>
                    <a:pt x="4946904" y="1932940"/>
                  </a:lnTo>
                  <a:lnTo>
                    <a:pt x="4942967" y="1932940"/>
                  </a:lnTo>
                  <a:lnTo>
                    <a:pt x="4914900" y="1951990"/>
                  </a:lnTo>
                  <a:lnTo>
                    <a:pt x="4912487" y="1942592"/>
                  </a:lnTo>
                  <a:lnTo>
                    <a:pt x="4894707" y="1947291"/>
                  </a:lnTo>
                  <a:lnTo>
                    <a:pt x="4916297" y="2028444"/>
                  </a:lnTo>
                  <a:lnTo>
                    <a:pt x="4934204" y="2024253"/>
                  </a:lnTo>
                  <a:lnTo>
                    <a:pt x="4921885" y="1979549"/>
                  </a:lnTo>
                  <a:lnTo>
                    <a:pt x="4920869" y="1969820"/>
                  </a:lnTo>
                  <a:lnTo>
                    <a:pt x="4923053" y="1961819"/>
                  </a:lnTo>
                  <a:lnTo>
                    <a:pt x="4927955" y="1955888"/>
                  </a:lnTo>
                  <a:lnTo>
                    <a:pt x="4935093" y="1952371"/>
                  </a:lnTo>
                  <a:lnTo>
                    <a:pt x="4936299" y="1951990"/>
                  </a:lnTo>
                  <a:lnTo>
                    <a:pt x="4937506" y="1951609"/>
                  </a:lnTo>
                  <a:lnTo>
                    <a:pt x="4940681" y="1951101"/>
                  </a:lnTo>
                  <a:lnTo>
                    <a:pt x="4945634" y="1951101"/>
                  </a:lnTo>
                  <a:lnTo>
                    <a:pt x="4947539" y="1951355"/>
                  </a:lnTo>
                  <a:lnTo>
                    <a:pt x="4949190" y="1951990"/>
                  </a:lnTo>
                  <a:close/>
                </a:path>
                <a:path w="6966584" h="4886325">
                  <a:moveTo>
                    <a:pt x="4956480" y="1117409"/>
                  </a:moveTo>
                  <a:lnTo>
                    <a:pt x="4953584" y="1101509"/>
                  </a:lnTo>
                  <a:lnTo>
                    <a:pt x="4948364" y="1093978"/>
                  </a:lnTo>
                  <a:lnTo>
                    <a:pt x="4944707" y="1088707"/>
                  </a:lnTo>
                  <a:lnTo>
                    <a:pt x="4938369" y="1084859"/>
                  </a:lnTo>
                  <a:lnTo>
                    <a:pt x="4938369" y="1113078"/>
                  </a:lnTo>
                  <a:lnTo>
                    <a:pt x="4937569" y="1120394"/>
                  </a:lnTo>
                  <a:lnTo>
                    <a:pt x="4937468" y="1121283"/>
                  </a:lnTo>
                  <a:lnTo>
                    <a:pt x="4937379" y="1122172"/>
                  </a:lnTo>
                  <a:lnTo>
                    <a:pt x="4933442" y="1120775"/>
                  </a:lnTo>
                  <a:lnTo>
                    <a:pt x="4896612" y="1107694"/>
                  </a:lnTo>
                  <a:lnTo>
                    <a:pt x="4901692" y="1099058"/>
                  </a:lnTo>
                  <a:lnTo>
                    <a:pt x="4908296" y="1093978"/>
                  </a:lnTo>
                  <a:lnTo>
                    <a:pt x="4919218" y="1093978"/>
                  </a:lnTo>
                  <a:lnTo>
                    <a:pt x="4921885" y="1094486"/>
                  </a:lnTo>
                  <a:lnTo>
                    <a:pt x="4924806" y="1095502"/>
                  </a:lnTo>
                  <a:lnTo>
                    <a:pt x="4931943" y="1099604"/>
                  </a:lnTo>
                  <a:lnTo>
                    <a:pt x="4936515" y="1105509"/>
                  </a:lnTo>
                  <a:lnTo>
                    <a:pt x="4938369" y="1113078"/>
                  </a:lnTo>
                  <a:lnTo>
                    <a:pt x="4938369" y="1084859"/>
                  </a:lnTo>
                  <a:lnTo>
                    <a:pt x="4930394" y="1080008"/>
                  </a:lnTo>
                  <a:lnTo>
                    <a:pt x="4925314" y="1078230"/>
                  </a:lnTo>
                  <a:lnTo>
                    <a:pt x="4920361" y="1077468"/>
                  </a:lnTo>
                  <a:lnTo>
                    <a:pt x="4915662" y="1077468"/>
                  </a:lnTo>
                  <a:lnTo>
                    <a:pt x="4875911" y="1107694"/>
                  </a:lnTo>
                  <a:lnTo>
                    <a:pt x="4872825" y="1125905"/>
                  </a:lnTo>
                  <a:lnTo>
                    <a:pt x="4876520" y="1141971"/>
                  </a:lnTo>
                  <a:lnTo>
                    <a:pt x="4886388" y="1154976"/>
                  </a:lnTo>
                  <a:lnTo>
                    <a:pt x="4901819" y="1163955"/>
                  </a:lnTo>
                  <a:lnTo>
                    <a:pt x="4908042" y="1166241"/>
                  </a:lnTo>
                  <a:lnTo>
                    <a:pt x="4914519" y="1167638"/>
                  </a:lnTo>
                  <a:lnTo>
                    <a:pt x="4926838" y="1167638"/>
                  </a:lnTo>
                  <a:lnTo>
                    <a:pt x="4932553" y="1166622"/>
                  </a:lnTo>
                  <a:lnTo>
                    <a:pt x="4938395" y="1164463"/>
                  </a:lnTo>
                  <a:lnTo>
                    <a:pt x="4934801" y="1151509"/>
                  </a:lnTo>
                  <a:lnTo>
                    <a:pt x="4934204" y="1149350"/>
                  </a:lnTo>
                  <a:lnTo>
                    <a:pt x="4930013" y="1150874"/>
                  </a:lnTo>
                  <a:lnTo>
                    <a:pt x="4925314" y="1151509"/>
                  </a:lnTo>
                  <a:lnTo>
                    <a:pt x="4916424" y="1151509"/>
                  </a:lnTo>
                  <a:lnTo>
                    <a:pt x="4891722" y="1131036"/>
                  </a:lnTo>
                  <a:lnTo>
                    <a:pt x="4891811" y="1125905"/>
                  </a:lnTo>
                  <a:lnTo>
                    <a:pt x="4891913" y="1120775"/>
                  </a:lnTo>
                  <a:lnTo>
                    <a:pt x="4950574" y="1141869"/>
                  </a:lnTo>
                  <a:lnTo>
                    <a:pt x="4951095" y="1140079"/>
                  </a:lnTo>
                  <a:lnTo>
                    <a:pt x="4952492" y="1137666"/>
                  </a:lnTo>
                  <a:lnTo>
                    <a:pt x="4952873" y="1135380"/>
                  </a:lnTo>
                  <a:lnTo>
                    <a:pt x="4955527" y="1122172"/>
                  </a:lnTo>
                  <a:lnTo>
                    <a:pt x="4956480" y="1117409"/>
                  </a:lnTo>
                  <a:close/>
                </a:path>
                <a:path w="6966584" h="4886325">
                  <a:moveTo>
                    <a:pt x="5042535" y="1123061"/>
                  </a:moveTo>
                  <a:lnTo>
                    <a:pt x="5039233" y="1119378"/>
                  </a:lnTo>
                  <a:lnTo>
                    <a:pt x="5036998" y="1118362"/>
                  </a:lnTo>
                  <a:lnTo>
                    <a:pt x="5035042" y="1117473"/>
                  </a:lnTo>
                  <a:lnTo>
                    <a:pt x="5029835" y="1115187"/>
                  </a:lnTo>
                  <a:lnTo>
                    <a:pt x="5025771" y="1113917"/>
                  </a:lnTo>
                  <a:lnTo>
                    <a:pt x="5021961" y="1113155"/>
                  </a:lnTo>
                  <a:lnTo>
                    <a:pt x="5012817" y="1113155"/>
                  </a:lnTo>
                  <a:lnTo>
                    <a:pt x="5007737" y="1114806"/>
                  </a:lnTo>
                  <a:lnTo>
                    <a:pt x="5002657" y="1118362"/>
                  </a:lnTo>
                  <a:lnTo>
                    <a:pt x="5005451" y="1109599"/>
                  </a:lnTo>
                  <a:lnTo>
                    <a:pt x="4988560" y="1103376"/>
                  </a:lnTo>
                  <a:lnTo>
                    <a:pt x="4960493" y="1182751"/>
                  </a:lnTo>
                  <a:lnTo>
                    <a:pt x="4978273" y="1189355"/>
                  </a:lnTo>
                  <a:lnTo>
                    <a:pt x="4993767" y="1145667"/>
                  </a:lnTo>
                  <a:lnTo>
                    <a:pt x="4997450" y="1135380"/>
                  </a:lnTo>
                  <a:lnTo>
                    <a:pt x="5004816" y="1129792"/>
                  </a:lnTo>
                  <a:lnTo>
                    <a:pt x="5015611" y="1129792"/>
                  </a:lnTo>
                  <a:lnTo>
                    <a:pt x="5018024" y="1130173"/>
                  </a:lnTo>
                  <a:lnTo>
                    <a:pt x="5020437" y="1131189"/>
                  </a:lnTo>
                  <a:lnTo>
                    <a:pt x="5024247" y="1132967"/>
                  </a:lnTo>
                  <a:lnTo>
                    <a:pt x="5029835" y="1135380"/>
                  </a:lnTo>
                  <a:lnTo>
                    <a:pt x="5032756" y="1138555"/>
                  </a:lnTo>
                  <a:lnTo>
                    <a:pt x="5038280" y="1129792"/>
                  </a:lnTo>
                  <a:lnTo>
                    <a:pt x="5042535" y="1123061"/>
                  </a:lnTo>
                  <a:close/>
                </a:path>
                <a:path w="6966584" h="4886325">
                  <a:moveTo>
                    <a:pt x="5121910" y="1973453"/>
                  </a:moveTo>
                  <a:lnTo>
                    <a:pt x="5121795" y="1973072"/>
                  </a:lnTo>
                  <a:lnTo>
                    <a:pt x="5116703" y="1955292"/>
                  </a:lnTo>
                  <a:lnTo>
                    <a:pt x="5050536" y="1973072"/>
                  </a:lnTo>
                  <a:lnTo>
                    <a:pt x="5023739" y="1872107"/>
                  </a:lnTo>
                  <a:lnTo>
                    <a:pt x="5004562" y="1877314"/>
                  </a:lnTo>
                  <a:lnTo>
                    <a:pt x="5036947" y="1996567"/>
                  </a:lnTo>
                  <a:lnTo>
                    <a:pt x="5121910" y="1973453"/>
                  </a:lnTo>
                  <a:close/>
                </a:path>
                <a:path w="6966584" h="4886325">
                  <a:moveTo>
                    <a:pt x="5132197" y="1860423"/>
                  </a:moveTo>
                  <a:lnTo>
                    <a:pt x="5130800" y="1853438"/>
                  </a:lnTo>
                  <a:lnTo>
                    <a:pt x="5128768" y="1847850"/>
                  </a:lnTo>
                  <a:lnTo>
                    <a:pt x="5123561" y="1844040"/>
                  </a:lnTo>
                  <a:lnTo>
                    <a:pt x="5116703" y="1844040"/>
                  </a:lnTo>
                  <a:lnTo>
                    <a:pt x="5115560" y="1844167"/>
                  </a:lnTo>
                  <a:lnTo>
                    <a:pt x="5114417" y="1844421"/>
                  </a:lnTo>
                  <a:lnTo>
                    <a:pt x="5107305" y="1846326"/>
                  </a:lnTo>
                  <a:lnTo>
                    <a:pt x="5103114" y="1853438"/>
                  </a:lnTo>
                  <a:lnTo>
                    <a:pt x="5105527" y="1860423"/>
                  </a:lnTo>
                  <a:lnTo>
                    <a:pt x="5107051" y="1866138"/>
                  </a:lnTo>
                  <a:lnTo>
                    <a:pt x="5111877" y="1869948"/>
                  </a:lnTo>
                  <a:lnTo>
                    <a:pt x="5119814" y="1869948"/>
                  </a:lnTo>
                  <a:lnTo>
                    <a:pt x="5121402" y="1869313"/>
                  </a:lnTo>
                  <a:lnTo>
                    <a:pt x="5128387" y="1867408"/>
                  </a:lnTo>
                  <a:lnTo>
                    <a:pt x="5132197" y="1860423"/>
                  </a:lnTo>
                  <a:close/>
                </a:path>
                <a:path w="6966584" h="4886325">
                  <a:moveTo>
                    <a:pt x="5155692" y="1964563"/>
                  </a:moveTo>
                  <a:lnTo>
                    <a:pt x="5134102" y="1883410"/>
                  </a:lnTo>
                  <a:lnTo>
                    <a:pt x="5116703" y="1887601"/>
                  </a:lnTo>
                  <a:lnTo>
                    <a:pt x="5138293" y="1969262"/>
                  </a:lnTo>
                  <a:lnTo>
                    <a:pt x="5155692" y="1964563"/>
                  </a:lnTo>
                  <a:close/>
                </a:path>
                <a:path w="6966584" h="4886325">
                  <a:moveTo>
                    <a:pt x="5166487" y="1236218"/>
                  </a:moveTo>
                  <a:lnTo>
                    <a:pt x="5101717" y="1213231"/>
                  </a:lnTo>
                  <a:lnTo>
                    <a:pt x="5136896" y="1114679"/>
                  </a:lnTo>
                  <a:lnTo>
                    <a:pt x="5118100" y="1108075"/>
                  </a:lnTo>
                  <a:lnTo>
                    <a:pt x="5077333" y="1224534"/>
                  </a:lnTo>
                  <a:lnTo>
                    <a:pt x="5159883" y="1253617"/>
                  </a:lnTo>
                  <a:lnTo>
                    <a:pt x="5166487" y="1236218"/>
                  </a:lnTo>
                  <a:close/>
                </a:path>
                <a:path w="6966584" h="4886325">
                  <a:moveTo>
                    <a:pt x="5222367" y="1186561"/>
                  </a:moveTo>
                  <a:lnTo>
                    <a:pt x="5204460" y="1179957"/>
                  </a:lnTo>
                  <a:lnTo>
                    <a:pt x="5176393" y="1259205"/>
                  </a:lnTo>
                  <a:lnTo>
                    <a:pt x="5194173" y="1265301"/>
                  </a:lnTo>
                  <a:lnTo>
                    <a:pt x="5222367" y="1186561"/>
                  </a:lnTo>
                  <a:close/>
                </a:path>
                <a:path w="6966584" h="4886325">
                  <a:moveTo>
                    <a:pt x="5237861" y="1153668"/>
                  </a:moveTo>
                  <a:lnTo>
                    <a:pt x="5234559" y="1145667"/>
                  </a:lnTo>
                  <a:lnTo>
                    <a:pt x="5227955" y="1143254"/>
                  </a:lnTo>
                  <a:lnTo>
                    <a:pt x="5226558" y="1142873"/>
                  </a:lnTo>
                  <a:lnTo>
                    <a:pt x="5225161" y="1142619"/>
                  </a:lnTo>
                  <a:lnTo>
                    <a:pt x="5218303" y="1142619"/>
                  </a:lnTo>
                  <a:lnTo>
                    <a:pt x="5213477" y="1146175"/>
                  </a:lnTo>
                  <a:lnTo>
                    <a:pt x="5211572" y="1151763"/>
                  </a:lnTo>
                  <a:lnTo>
                    <a:pt x="5209159" y="1158748"/>
                  </a:lnTo>
                  <a:lnTo>
                    <a:pt x="5212969" y="1165860"/>
                  </a:lnTo>
                  <a:lnTo>
                    <a:pt x="5219065" y="1168146"/>
                  </a:lnTo>
                  <a:lnTo>
                    <a:pt x="5220589" y="1168654"/>
                  </a:lnTo>
                  <a:lnTo>
                    <a:pt x="5222113" y="1168908"/>
                  </a:lnTo>
                  <a:lnTo>
                    <a:pt x="5228844" y="1168908"/>
                  </a:lnTo>
                  <a:lnTo>
                    <a:pt x="5233352" y="1165860"/>
                  </a:lnTo>
                  <a:lnTo>
                    <a:pt x="5233492" y="1165860"/>
                  </a:lnTo>
                  <a:lnTo>
                    <a:pt x="5235448" y="1160145"/>
                  </a:lnTo>
                  <a:lnTo>
                    <a:pt x="5237861" y="1153668"/>
                  </a:lnTo>
                  <a:close/>
                </a:path>
                <a:path w="6966584" h="4886325">
                  <a:moveTo>
                    <a:pt x="5258435" y="1936877"/>
                  </a:moveTo>
                  <a:lnTo>
                    <a:pt x="5244338" y="1886204"/>
                  </a:lnTo>
                  <a:lnTo>
                    <a:pt x="5242103" y="1879600"/>
                  </a:lnTo>
                  <a:lnTo>
                    <a:pt x="5242014" y="1879346"/>
                  </a:lnTo>
                  <a:lnTo>
                    <a:pt x="5240693" y="1875409"/>
                  </a:lnTo>
                  <a:lnTo>
                    <a:pt x="5240299" y="1874901"/>
                  </a:lnTo>
                  <a:lnTo>
                    <a:pt x="5234127" y="1867344"/>
                  </a:lnTo>
                  <a:lnTo>
                    <a:pt x="5225313" y="1862391"/>
                  </a:lnTo>
                  <a:lnTo>
                    <a:pt x="5214874" y="1860677"/>
                  </a:lnTo>
                  <a:lnTo>
                    <a:pt x="5211445" y="1860677"/>
                  </a:lnTo>
                  <a:lnTo>
                    <a:pt x="5182489" y="1880997"/>
                  </a:lnTo>
                  <a:lnTo>
                    <a:pt x="5179187" y="1870710"/>
                  </a:lnTo>
                  <a:lnTo>
                    <a:pt x="5161788" y="1875409"/>
                  </a:lnTo>
                  <a:lnTo>
                    <a:pt x="5183378" y="1957070"/>
                  </a:lnTo>
                  <a:lnTo>
                    <a:pt x="5201158" y="1952371"/>
                  </a:lnTo>
                  <a:lnTo>
                    <a:pt x="5188585" y="1907286"/>
                  </a:lnTo>
                  <a:lnTo>
                    <a:pt x="5188064" y="1899412"/>
                  </a:lnTo>
                  <a:lnTo>
                    <a:pt x="5208016" y="1879346"/>
                  </a:lnTo>
                  <a:lnTo>
                    <a:pt x="5218811" y="1879346"/>
                  </a:lnTo>
                  <a:lnTo>
                    <a:pt x="5225669" y="1884934"/>
                  </a:lnTo>
                  <a:lnTo>
                    <a:pt x="5228463" y="1896491"/>
                  </a:lnTo>
                  <a:lnTo>
                    <a:pt x="5241036" y="1941576"/>
                  </a:lnTo>
                  <a:lnTo>
                    <a:pt x="5258435" y="1936877"/>
                  </a:lnTo>
                  <a:close/>
                </a:path>
                <a:path w="6966584" h="4886325">
                  <a:moveTo>
                    <a:pt x="5315420" y="1238453"/>
                  </a:moveTo>
                  <a:lnTo>
                    <a:pt x="5288026" y="1207262"/>
                  </a:lnTo>
                  <a:lnTo>
                    <a:pt x="5283708" y="1206246"/>
                  </a:lnTo>
                  <a:lnTo>
                    <a:pt x="5273929" y="1206246"/>
                  </a:lnTo>
                  <a:lnTo>
                    <a:pt x="5268468" y="1207516"/>
                  </a:lnTo>
                  <a:lnTo>
                    <a:pt x="5263134" y="1211326"/>
                  </a:lnTo>
                  <a:lnTo>
                    <a:pt x="5266944" y="1201547"/>
                  </a:lnTo>
                  <a:lnTo>
                    <a:pt x="5249545" y="1195832"/>
                  </a:lnTo>
                  <a:lnTo>
                    <a:pt x="5221351" y="1274699"/>
                  </a:lnTo>
                  <a:lnTo>
                    <a:pt x="5239258" y="1281303"/>
                  </a:lnTo>
                  <a:lnTo>
                    <a:pt x="5258689" y="1227328"/>
                  </a:lnTo>
                  <a:lnTo>
                    <a:pt x="5266563" y="1222502"/>
                  </a:lnTo>
                  <a:lnTo>
                    <a:pt x="5277739" y="1222502"/>
                  </a:lnTo>
                  <a:lnTo>
                    <a:pt x="5280533" y="1223010"/>
                  </a:lnTo>
                  <a:lnTo>
                    <a:pt x="5283327" y="1224026"/>
                  </a:lnTo>
                  <a:lnTo>
                    <a:pt x="5290655" y="1228051"/>
                  </a:lnTo>
                  <a:lnTo>
                    <a:pt x="5294909" y="1234147"/>
                  </a:lnTo>
                  <a:lnTo>
                    <a:pt x="5296078" y="1241983"/>
                  </a:lnTo>
                  <a:lnTo>
                    <a:pt x="5294122" y="1251204"/>
                  </a:lnTo>
                  <a:lnTo>
                    <a:pt x="5278628" y="1295400"/>
                  </a:lnTo>
                  <a:lnTo>
                    <a:pt x="5296027" y="1302004"/>
                  </a:lnTo>
                  <a:lnTo>
                    <a:pt x="5313807" y="1252220"/>
                  </a:lnTo>
                  <a:lnTo>
                    <a:pt x="5315420" y="1238453"/>
                  </a:lnTo>
                  <a:close/>
                </a:path>
                <a:path w="6966584" h="4886325">
                  <a:moveTo>
                    <a:pt x="5362194" y="1909191"/>
                  </a:moveTo>
                  <a:lnTo>
                    <a:pt x="5334152" y="1888109"/>
                  </a:lnTo>
                  <a:lnTo>
                    <a:pt x="5316601" y="1874901"/>
                  </a:lnTo>
                  <a:lnTo>
                    <a:pt x="5317033" y="1874012"/>
                  </a:lnTo>
                  <a:lnTo>
                    <a:pt x="5340096" y="1827530"/>
                  </a:lnTo>
                  <a:lnTo>
                    <a:pt x="5317617" y="1833245"/>
                  </a:lnTo>
                  <a:lnTo>
                    <a:pt x="5298821" y="1871599"/>
                  </a:lnTo>
                  <a:lnTo>
                    <a:pt x="5290439" y="1874012"/>
                  </a:lnTo>
                  <a:lnTo>
                    <a:pt x="5271732" y="1802638"/>
                  </a:lnTo>
                  <a:lnTo>
                    <a:pt x="5271643" y="1802257"/>
                  </a:lnTo>
                  <a:lnTo>
                    <a:pt x="5253736" y="1806956"/>
                  </a:lnTo>
                  <a:lnTo>
                    <a:pt x="5286629" y="1929384"/>
                  </a:lnTo>
                  <a:lnTo>
                    <a:pt x="5304536" y="1924685"/>
                  </a:lnTo>
                  <a:lnTo>
                    <a:pt x="5295138" y="1890395"/>
                  </a:lnTo>
                  <a:lnTo>
                    <a:pt x="5303520" y="1888109"/>
                  </a:lnTo>
                  <a:lnTo>
                    <a:pt x="5340096" y="1914906"/>
                  </a:lnTo>
                  <a:lnTo>
                    <a:pt x="5362194" y="1909191"/>
                  </a:lnTo>
                  <a:close/>
                </a:path>
                <a:path w="6966584" h="4886325">
                  <a:moveTo>
                    <a:pt x="5372989" y="1795653"/>
                  </a:moveTo>
                  <a:lnTo>
                    <a:pt x="5371084" y="1788541"/>
                  </a:lnTo>
                  <a:lnTo>
                    <a:pt x="5369179" y="1782953"/>
                  </a:lnTo>
                  <a:lnTo>
                    <a:pt x="5364353" y="1779397"/>
                  </a:lnTo>
                  <a:lnTo>
                    <a:pt x="5357495" y="1779397"/>
                  </a:lnTo>
                  <a:lnTo>
                    <a:pt x="5356098" y="1779651"/>
                  </a:lnTo>
                  <a:lnTo>
                    <a:pt x="5354701" y="1780159"/>
                  </a:lnTo>
                  <a:lnTo>
                    <a:pt x="5347589" y="1781556"/>
                  </a:lnTo>
                  <a:lnTo>
                    <a:pt x="5343398" y="1788541"/>
                  </a:lnTo>
                  <a:lnTo>
                    <a:pt x="5345811" y="1795653"/>
                  </a:lnTo>
                  <a:lnTo>
                    <a:pt x="5347335" y="1801368"/>
                  </a:lnTo>
                  <a:lnTo>
                    <a:pt x="5352161" y="1805178"/>
                  </a:lnTo>
                  <a:lnTo>
                    <a:pt x="5360098" y="1805178"/>
                  </a:lnTo>
                  <a:lnTo>
                    <a:pt x="5361686" y="1804543"/>
                  </a:lnTo>
                  <a:lnTo>
                    <a:pt x="5368798" y="1802638"/>
                  </a:lnTo>
                  <a:lnTo>
                    <a:pt x="5372989" y="1795653"/>
                  </a:lnTo>
                  <a:close/>
                </a:path>
                <a:path w="6966584" h="4886325">
                  <a:moveTo>
                    <a:pt x="5396484" y="1899412"/>
                  </a:moveTo>
                  <a:lnTo>
                    <a:pt x="5374894" y="1818132"/>
                  </a:lnTo>
                  <a:lnTo>
                    <a:pt x="5356987" y="1822831"/>
                  </a:lnTo>
                  <a:lnTo>
                    <a:pt x="5378577" y="1904111"/>
                  </a:lnTo>
                  <a:lnTo>
                    <a:pt x="5396484" y="1899412"/>
                  </a:lnTo>
                  <a:close/>
                </a:path>
                <a:path w="6966584" h="4886325">
                  <a:moveTo>
                    <a:pt x="5423281" y="1257300"/>
                  </a:moveTo>
                  <a:lnTo>
                    <a:pt x="5401564" y="1249807"/>
                  </a:lnTo>
                  <a:lnTo>
                    <a:pt x="5364480" y="1271016"/>
                  </a:lnTo>
                  <a:lnTo>
                    <a:pt x="5355590" y="1267714"/>
                  </a:lnTo>
                  <a:lnTo>
                    <a:pt x="5380990" y="1198245"/>
                  </a:lnTo>
                  <a:lnTo>
                    <a:pt x="5363591" y="1191641"/>
                  </a:lnTo>
                  <a:lnTo>
                    <a:pt x="5321300" y="1310894"/>
                  </a:lnTo>
                  <a:lnTo>
                    <a:pt x="5338699" y="1316990"/>
                  </a:lnTo>
                  <a:lnTo>
                    <a:pt x="5350510" y="1283589"/>
                  </a:lnTo>
                  <a:lnTo>
                    <a:pt x="5359400" y="1286510"/>
                  </a:lnTo>
                  <a:lnTo>
                    <a:pt x="5373776" y="1329410"/>
                  </a:lnTo>
                  <a:lnTo>
                    <a:pt x="5373878" y="1329690"/>
                  </a:lnTo>
                  <a:lnTo>
                    <a:pt x="5395976" y="1337183"/>
                  </a:lnTo>
                  <a:lnTo>
                    <a:pt x="5377307" y="1283589"/>
                  </a:lnTo>
                  <a:lnTo>
                    <a:pt x="5377180" y="1283208"/>
                  </a:lnTo>
                  <a:lnTo>
                    <a:pt x="5398871" y="1271016"/>
                  </a:lnTo>
                  <a:lnTo>
                    <a:pt x="5423281" y="1257300"/>
                  </a:lnTo>
                  <a:close/>
                </a:path>
                <a:path w="6966584" h="4886325">
                  <a:moveTo>
                    <a:pt x="5457444" y="1270000"/>
                  </a:moveTo>
                  <a:lnTo>
                    <a:pt x="5439664" y="1263904"/>
                  </a:lnTo>
                  <a:lnTo>
                    <a:pt x="5411470" y="1342771"/>
                  </a:lnTo>
                  <a:lnTo>
                    <a:pt x="5429250" y="1349375"/>
                  </a:lnTo>
                  <a:lnTo>
                    <a:pt x="5457444" y="1270000"/>
                  </a:lnTo>
                  <a:close/>
                </a:path>
                <a:path w="6966584" h="4886325">
                  <a:moveTo>
                    <a:pt x="5472430" y="1236726"/>
                  </a:moveTo>
                  <a:lnTo>
                    <a:pt x="5469255" y="1229741"/>
                  </a:lnTo>
                  <a:lnTo>
                    <a:pt x="5461254" y="1226820"/>
                  </a:lnTo>
                  <a:lnTo>
                    <a:pt x="5459730" y="1226566"/>
                  </a:lnTo>
                  <a:lnTo>
                    <a:pt x="5452999" y="1226566"/>
                  </a:lnTo>
                  <a:lnTo>
                    <a:pt x="5448046" y="1230122"/>
                  </a:lnTo>
                  <a:lnTo>
                    <a:pt x="5446141" y="1235710"/>
                  </a:lnTo>
                  <a:lnTo>
                    <a:pt x="5443855" y="1242314"/>
                  </a:lnTo>
                  <a:lnTo>
                    <a:pt x="5447665" y="1249426"/>
                  </a:lnTo>
                  <a:lnTo>
                    <a:pt x="5453761" y="1252220"/>
                  </a:lnTo>
                  <a:lnTo>
                    <a:pt x="5455158" y="1252601"/>
                  </a:lnTo>
                  <a:lnTo>
                    <a:pt x="5456555" y="1252855"/>
                  </a:lnTo>
                  <a:lnTo>
                    <a:pt x="5463413" y="1252855"/>
                  </a:lnTo>
                  <a:lnTo>
                    <a:pt x="5468239" y="1249807"/>
                  </a:lnTo>
                  <a:lnTo>
                    <a:pt x="5470144" y="1244219"/>
                  </a:lnTo>
                  <a:lnTo>
                    <a:pt x="5472430" y="1236726"/>
                  </a:lnTo>
                  <a:close/>
                </a:path>
                <a:path w="6966584" h="4886325">
                  <a:moveTo>
                    <a:pt x="5499735" y="1872107"/>
                  </a:moveTo>
                  <a:lnTo>
                    <a:pt x="5486146" y="1820926"/>
                  </a:lnTo>
                  <a:lnTo>
                    <a:pt x="5483466" y="1814449"/>
                  </a:lnTo>
                  <a:lnTo>
                    <a:pt x="5483364" y="1814195"/>
                  </a:lnTo>
                  <a:lnTo>
                    <a:pt x="5481701" y="1810181"/>
                  </a:lnTo>
                  <a:lnTo>
                    <a:pt x="5474652" y="1802244"/>
                  </a:lnTo>
                  <a:lnTo>
                    <a:pt x="5465496" y="1797342"/>
                  </a:lnTo>
                  <a:lnTo>
                    <a:pt x="5454777" y="1795653"/>
                  </a:lnTo>
                  <a:lnTo>
                    <a:pt x="5451475" y="1795653"/>
                  </a:lnTo>
                  <a:lnTo>
                    <a:pt x="5422773" y="1815846"/>
                  </a:lnTo>
                  <a:lnTo>
                    <a:pt x="5419852" y="1805559"/>
                  </a:lnTo>
                  <a:lnTo>
                    <a:pt x="5401907" y="1810181"/>
                  </a:lnTo>
                  <a:lnTo>
                    <a:pt x="5402072" y="1810181"/>
                  </a:lnTo>
                  <a:lnTo>
                    <a:pt x="5424551" y="1891792"/>
                  </a:lnTo>
                  <a:lnTo>
                    <a:pt x="5441950" y="1887093"/>
                  </a:lnTo>
                  <a:lnTo>
                    <a:pt x="5429758" y="1842135"/>
                  </a:lnTo>
                  <a:lnTo>
                    <a:pt x="5429186" y="1832394"/>
                  </a:lnTo>
                  <a:lnTo>
                    <a:pt x="5449316" y="1814195"/>
                  </a:lnTo>
                  <a:lnTo>
                    <a:pt x="5459984" y="1814195"/>
                  </a:lnTo>
                  <a:lnTo>
                    <a:pt x="5466588" y="1819656"/>
                  </a:lnTo>
                  <a:lnTo>
                    <a:pt x="5469636" y="1831340"/>
                  </a:lnTo>
                  <a:lnTo>
                    <a:pt x="5481828" y="1876806"/>
                  </a:lnTo>
                  <a:lnTo>
                    <a:pt x="5499735" y="1872107"/>
                  </a:lnTo>
                  <a:close/>
                </a:path>
                <a:path w="6966584" h="4886325">
                  <a:moveTo>
                    <a:pt x="5549836" y="1322031"/>
                  </a:moveTo>
                  <a:lnTo>
                    <a:pt x="5522722" y="1291209"/>
                  </a:lnTo>
                  <a:lnTo>
                    <a:pt x="5518404" y="1290193"/>
                  </a:lnTo>
                  <a:lnTo>
                    <a:pt x="5508625" y="1290193"/>
                  </a:lnTo>
                  <a:lnTo>
                    <a:pt x="5503164" y="1291590"/>
                  </a:lnTo>
                  <a:lnTo>
                    <a:pt x="5497830" y="1295400"/>
                  </a:lnTo>
                  <a:lnTo>
                    <a:pt x="5501132" y="1285494"/>
                  </a:lnTo>
                  <a:lnTo>
                    <a:pt x="5484241" y="1279398"/>
                  </a:lnTo>
                  <a:lnTo>
                    <a:pt x="5456047" y="1358773"/>
                  </a:lnTo>
                  <a:lnTo>
                    <a:pt x="5473954" y="1365250"/>
                  </a:lnTo>
                  <a:lnTo>
                    <a:pt x="5489448" y="1321181"/>
                  </a:lnTo>
                  <a:lnTo>
                    <a:pt x="5493004" y="1310894"/>
                  </a:lnTo>
                  <a:lnTo>
                    <a:pt x="5501132" y="1306195"/>
                  </a:lnTo>
                  <a:lnTo>
                    <a:pt x="5512181" y="1306195"/>
                  </a:lnTo>
                  <a:lnTo>
                    <a:pt x="5514975" y="1306703"/>
                  </a:lnTo>
                  <a:lnTo>
                    <a:pt x="5517515" y="1307592"/>
                  </a:lnTo>
                  <a:lnTo>
                    <a:pt x="5524868" y="1311783"/>
                  </a:lnTo>
                  <a:lnTo>
                    <a:pt x="5529300" y="1317917"/>
                  </a:lnTo>
                  <a:lnTo>
                    <a:pt x="5530672" y="1325816"/>
                  </a:lnTo>
                  <a:lnTo>
                    <a:pt x="5528907" y="1334770"/>
                  </a:lnTo>
                  <a:lnTo>
                    <a:pt x="5528818" y="1335278"/>
                  </a:lnTo>
                  <a:lnTo>
                    <a:pt x="5512816" y="1379347"/>
                  </a:lnTo>
                  <a:lnTo>
                    <a:pt x="5530723" y="1385951"/>
                  </a:lnTo>
                  <a:lnTo>
                    <a:pt x="5547995" y="1335786"/>
                  </a:lnTo>
                  <a:lnTo>
                    <a:pt x="5549735" y="1322705"/>
                  </a:lnTo>
                  <a:lnTo>
                    <a:pt x="5549836" y="1322031"/>
                  </a:lnTo>
                  <a:close/>
                </a:path>
                <a:path w="6966584" h="4886325">
                  <a:moveTo>
                    <a:pt x="5604345" y="1855838"/>
                  </a:moveTo>
                  <a:lnTo>
                    <a:pt x="5603075" y="1839125"/>
                  </a:lnTo>
                  <a:lnTo>
                    <a:pt x="5602986" y="1837944"/>
                  </a:lnTo>
                  <a:lnTo>
                    <a:pt x="5602706" y="1836928"/>
                  </a:lnTo>
                  <a:lnTo>
                    <a:pt x="5589028" y="1787017"/>
                  </a:lnTo>
                  <a:lnTo>
                    <a:pt x="5588927" y="1786636"/>
                  </a:lnTo>
                  <a:lnTo>
                    <a:pt x="5586247" y="1776857"/>
                  </a:lnTo>
                  <a:lnTo>
                    <a:pt x="5582285" y="1762379"/>
                  </a:lnTo>
                  <a:lnTo>
                    <a:pt x="5577510" y="1763674"/>
                  </a:lnTo>
                  <a:lnTo>
                    <a:pt x="5577510" y="1816785"/>
                  </a:lnTo>
                  <a:lnTo>
                    <a:pt x="5574665" y="1826056"/>
                  </a:lnTo>
                  <a:lnTo>
                    <a:pt x="5568480" y="1833410"/>
                  </a:lnTo>
                  <a:lnTo>
                    <a:pt x="5559298" y="1837944"/>
                  </a:lnTo>
                  <a:lnTo>
                    <a:pt x="5556885" y="1838579"/>
                  </a:lnTo>
                  <a:lnTo>
                    <a:pt x="5554472" y="1838960"/>
                  </a:lnTo>
                  <a:lnTo>
                    <a:pt x="5552186" y="1838960"/>
                  </a:lnTo>
                  <a:lnTo>
                    <a:pt x="5527510" y="1809089"/>
                  </a:lnTo>
                  <a:lnTo>
                    <a:pt x="5530088" y="1799882"/>
                  </a:lnTo>
                  <a:lnTo>
                    <a:pt x="5535981" y="1792439"/>
                  </a:lnTo>
                  <a:lnTo>
                    <a:pt x="5545201" y="1787652"/>
                  </a:lnTo>
                  <a:lnTo>
                    <a:pt x="5547614" y="1787017"/>
                  </a:lnTo>
                  <a:lnTo>
                    <a:pt x="5550027" y="1786636"/>
                  </a:lnTo>
                  <a:lnTo>
                    <a:pt x="5552313" y="1786636"/>
                  </a:lnTo>
                  <a:lnTo>
                    <a:pt x="5577510" y="1816785"/>
                  </a:lnTo>
                  <a:lnTo>
                    <a:pt x="5577510" y="1763674"/>
                  </a:lnTo>
                  <a:lnTo>
                    <a:pt x="5564886" y="1767078"/>
                  </a:lnTo>
                  <a:lnTo>
                    <a:pt x="5567807" y="1776857"/>
                  </a:lnTo>
                  <a:lnTo>
                    <a:pt x="5561965" y="1772539"/>
                  </a:lnTo>
                  <a:lnTo>
                    <a:pt x="5555488" y="1770507"/>
                  </a:lnTo>
                  <a:lnTo>
                    <a:pt x="5544693" y="1770507"/>
                  </a:lnTo>
                  <a:lnTo>
                    <a:pt x="5508561" y="1806003"/>
                  </a:lnTo>
                  <a:lnTo>
                    <a:pt x="5510022" y="1824736"/>
                  </a:lnTo>
                  <a:lnTo>
                    <a:pt x="5516283" y="1838960"/>
                  </a:lnTo>
                  <a:lnTo>
                    <a:pt x="5516346" y="1839125"/>
                  </a:lnTo>
                  <a:lnTo>
                    <a:pt x="5525833" y="1849361"/>
                  </a:lnTo>
                  <a:lnTo>
                    <a:pt x="5537301" y="1855482"/>
                  </a:lnTo>
                  <a:lnTo>
                    <a:pt x="5549646" y="1857502"/>
                  </a:lnTo>
                  <a:lnTo>
                    <a:pt x="5552948" y="1857502"/>
                  </a:lnTo>
                  <a:lnTo>
                    <a:pt x="5582463" y="1838960"/>
                  </a:lnTo>
                  <a:lnTo>
                    <a:pt x="5583682" y="1836928"/>
                  </a:lnTo>
                  <a:lnTo>
                    <a:pt x="5585079" y="1843532"/>
                  </a:lnTo>
                  <a:lnTo>
                    <a:pt x="5586184" y="1853361"/>
                  </a:lnTo>
                  <a:lnTo>
                    <a:pt x="5586273" y="1854098"/>
                  </a:lnTo>
                  <a:lnTo>
                    <a:pt x="5557901" y="1876044"/>
                  </a:lnTo>
                  <a:lnTo>
                    <a:pt x="5547868" y="1876044"/>
                  </a:lnTo>
                  <a:lnTo>
                    <a:pt x="5541899" y="1875155"/>
                  </a:lnTo>
                  <a:lnTo>
                    <a:pt x="5535803" y="1874012"/>
                  </a:lnTo>
                  <a:lnTo>
                    <a:pt x="5533517" y="1890903"/>
                  </a:lnTo>
                  <a:lnTo>
                    <a:pt x="5538851" y="1892554"/>
                  </a:lnTo>
                  <a:lnTo>
                    <a:pt x="5545074" y="1893316"/>
                  </a:lnTo>
                  <a:lnTo>
                    <a:pt x="5557774" y="1893316"/>
                  </a:lnTo>
                  <a:lnTo>
                    <a:pt x="5564251" y="1892554"/>
                  </a:lnTo>
                  <a:lnTo>
                    <a:pt x="5570093" y="1890903"/>
                  </a:lnTo>
                  <a:lnTo>
                    <a:pt x="5587441" y="1883029"/>
                  </a:lnTo>
                  <a:lnTo>
                    <a:pt x="5594210" y="1876044"/>
                  </a:lnTo>
                  <a:lnTo>
                    <a:pt x="5599011" y="1871091"/>
                  </a:lnTo>
                  <a:lnTo>
                    <a:pt x="5604345" y="1855838"/>
                  </a:lnTo>
                  <a:close/>
                </a:path>
                <a:path w="6966584" h="4886325">
                  <a:moveTo>
                    <a:pt x="5659247" y="1341374"/>
                  </a:moveTo>
                  <a:lnTo>
                    <a:pt x="5641467" y="1334770"/>
                  </a:lnTo>
                  <a:lnTo>
                    <a:pt x="5638165" y="1344168"/>
                  </a:lnTo>
                  <a:lnTo>
                    <a:pt x="5636526" y="1340739"/>
                  </a:lnTo>
                  <a:lnTo>
                    <a:pt x="5635244" y="1338072"/>
                  </a:lnTo>
                  <a:lnTo>
                    <a:pt x="5631358" y="1333322"/>
                  </a:lnTo>
                  <a:lnTo>
                    <a:pt x="5631358" y="1364805"/>
                  </a:lnTo>
                  <a:lnTo>
                    <a:pt x="5629656" y="1375156"/>
                  </a:lnTo>
                  <a:lnTo>
                    <a:pt x="5625947" y="1382674"/>
                  </a:lnTo>
                  <a:lnTo>
                    <a:pt x="5620601" y="1388313"/>
                  </a:lnTo>
                  <a:lnTo>
                    <a:pt x="5613971" y="1391843"/>
                  </a:lnTo>
                  <a:lnTo>
                    <a:pt x="5606415" y="1393063"/>
                  </a:lnTo>
                  <a:lnTo>
                    <a:pt x="5603621" y="1393063"/>
                  </a:lnTo>
                  <a:lnTo>
                    <a:pt x="5581040" y="1368920"/>
                  </a:lnTo>
                  <a:lnTo>
                    <a:pt x="5582793" y="1358773"/>
                  </a:lnTo>
                  <a:lnTo>
                    <a:pt x="5586488" y="1351407"/>
                  </a:lnTo>
                  <a:lnTo>
                    <a:pt x="5591873" y="1345717"/>
                  </a:lnTo>
                  <a:lnTo>
                    <a:pt x="5598579" y="1342047"/>
                  </a:lnTo>
                  <a:lnTo>
                    <a:pt x="5606288" y="1340739"/>
                  </a:lnTo>
                  <a:lnTo>
                    <a:pt x="5609082" y="1340739"/>
                  </a:lnTo>
                  <a:lnTo>
                    <a:pt x="5612892" y="1341374"/>
                  </a:lnTo>
                  <a:lnTo>
                    <a:pt x="5612511" y="1341374"/>
                  </a:lnTo>
                  <a:lnTo>
                    <a:pt x="5615178" y="1342263"/>
                  </a:lnTo>
                  <a:lnTo>
                    <a:pt x="5624042" y="1347622"/>
                  </a:lnTo>
                  <a:lnTo>
                    <a:pt x="5629465" y="1355382"/>
                  </a:lnTo>
                  <a:lnTo>
                    <a:pt x="5631358" y="1364805"/>
                  </a:lnTo>
                  <a:lnTo>
                    <a:pt x="5631358" y="1333322"/>
                  </a:lnTo>
                  <a:lnTo>
                    <a:pt x="5608701" y="1322197"/>
                  </a:lnTo>
                  <a:lnTo>
                    <a:pt x="5604637" y="1322197"/>
                  </a:lnTo>
                  <a:lnTo>
                    <a:pt x="5564886" y="1351661"/>
                  </a:lnTo>
                  <a:lnTo>
                    <a:pt x="5561850" y="1370114"/>
                  </a:lnTo>
                  <a:lnTo>
                    <a:pt x="5565610" y="1385951"/>
                  </a:lnTo>
                  <a:lnTo>
                    <a:pt x="5574500" y="1398117"/>
                  </a:lnTo>
                  <a:lnTo>
                    <a:pt x="5586984" y="1405636"/>
                  </a:lnTo>
                  <a:lnTo>
                    <a:pt x="5592064" y="1407541"/>
                  </a:lnTo>
                  <a:lnTo>
                    <a:pt x="5596763" y="1408430"/>
                  </a:lnTo>
                  <a:lnTo>
                    <a:pt x="5607050" y="1408430"/>
                  </a:lnTo>
                  <a:lnTo>
                    <a:pt x="5612511" y="1406779"/>
                  </a:lnTo>
                  <a:lnTo>
                    <a:pt x="5617464" y="1403350"/>
                  </a:lnTo>
                  <a:lnTo>
                    <a:pt x="5615178" y="1409954"/>
                  </a:lnTo>
                  <a:lnTo>
                    <a:pt x="5611596" y="1417104"/>
                  </a:lnTo>
                  <a:lnTo>
                    <a:pt x="5606694" y="1422400"/>
                  </a:lnTo>
                  <a:lnTo>
                    <a:pt x="5600446" y="1425790"/>
                  </a:lnTo>
                  <a:lnTo>
                    <a:pt x="5600077" y="1425790"/>
                  </a:lnTo>
                  <a:lnTo>
                    <a:pt x="5593461" y="1426845"/>
                  </a:lnTo>
                  <a:lnTo>
                    <a:pt x="5589905" y="1426845"/>
                  </a:lnTo>
                  <a:lnTo>
                    <a:pt x="5585968" y="1426083"/>
                  </a:lnTo>
                  <a:lnTo>
                    <a:pt x="5557901" y="1407033"/>
                  </a:lnTo>
                  <a:lnTo>
                    <a:pt x="5546217" y="1419352"/>
                  </a:lnTo>
                  <a:lnTo>
                    <a:pt x="5582412" y="1442847"/>
                  </a:lnTo>
                  <a:lnTo>
                    <a:pt x="5588889" y="1443990"/>
                  </a:lnTo>
                  <a:lnTo>
                    <a:pt x="5594858" y="1443990"/>
                  </a:lnTo>
                  <a:lnTo>
                    <a:pt x="5632958" y="1415034"/>
                  </a:lnTo>
                  <a:lnTo>
                    <a:pt x="5637123" y="1403350"/>
                  </a:lnTo>
                  <a:lnTo>
                    <a:pt x="5640794" y="1393063"/>
                  </a:lnTo>
                  <a:lnTo>
                    <a:pt x="5658243" y="1344168"/>
                  </a:lnTo>
                  <a:lnTo>
                    <a:pt x="5659247" y="1341374"/>
                  </a:lnTo>
                  <a:close/>
                </a:path>
                <a:path w="6966584" h="4886325">
                  <a:moveTo>
                    <a:pt x="5903709" y="1612493"/>
                  </a:moveTo>
                  <a:lnTo>
                    <a:pt x="5901944" y="1605534"/>
                  </a:lnTo>
                  <a:lnTo>
                    <a:pt x="5890704" y="1581912"/>
                  </a:lnTo>
                  <a:lnTo>
                    <a:pt x="5833872" y="1462405"/>
                  </a:lnTo>
                  <a:lnTo>
                    <a:pt x="5831205" y="1456436"/>
                  </a:lnTo>
                  <a:lnTo>
                    <a:pt x="5824855" y="1452753"/>
                  </a:lnTo>
                  <a:lnTo>
                    <a:pt x="5815584" y="1452753"/>
                  </a:lnTo>
                  <a:lnTo>
                    <a:pt x="5800674" y="1471091"/>
                  </a:lnTo>
                  <a:lnTo>
                    <a:pt x="5802376" y="1477899"/>
                  </a:lnTo>
                  <a:lnTo>
                    <a:pt x="5851906" y="1581912"/>
                  </a:lnTo>
                  <a:lnTo>
                    <a:pt x="4295191" y="1027938"/>
                  </a:lnTo>
                  <a:lnTo>
                    <a:pt x="4202049" y="994791"/>
                  </a:lnTo>
                  <a:lnTo>
                    <a:pt x="4306189" y="945261"/>
                  </a:lnTo>
                  <a:lnTo>
                    <a:pt x="4311853" y="941095"/>
                  </a:lnTo>
                  <a:lnTo>
                    <a:pt x="4315345" y="935329"/>
                  </a:lnTo>
                  <a:lnTo>
                    <a:pt x="4316374" y="928662"/>
                  </a:lnTo>
                  <a:lnTo>
                    <a:pt x="4314698" y="921766"/>
                  </a:lnTo>
                  <a:lnTo>
                    <a:pt x="4311523" y="915416"/>
                  </a:lnTo>
                  <a:lnTo>
                    <a:pt x="4305300" y="911606"/>
                  </a:lnTo>
                  <a:lnTo>
                    <a:pt x="4296283" y="911606"/>
                  </a:lnTo>
                  <a:lnTo>
                    <a:pt x="4293616" y="912114"/>
                  </a:lnTo>
                  <a:lnTo>
                    <a:pt x="4291203" y="913384"/>
                  </a:lnTo>
                  <a:lnTo>
                    <a:pt x="4147947" y="981456"/>
                  </a:lnTo>
                  <a:lnTo>
                    <a:pt x="4142359" y="985697"/>
                  </a:lnTo>
                  <a:lnTo>
                    <a:pt x="4139031" y="991577"/>
                  </a:lnTo>
                  <a:lnTo>
                    <a:pt x="4138066" y="998232"/>
                  </a:lnTo>
                  <a:lnTo>
                    <a:pt x="4139565" y="1004824"/>
                  </a:lnTo>
                  <a:lnTo>
                    <a:pt x="4207637" y="1147953"/>
                  </a:lnTo>
                  <a:lnTo>
                    <a:pt x="4210685" y="1154430"/>
                  </a:lnTo>
                  <a:lnTo>
                    <a:pt x="4217162" y="1158113"/>
                  </a:lnTo>
                  <a:lnTo>
                    <a:pt x="4226179" y="1158113"/>
                  </a:lnTo>
                  <a:lnTo>
                    <a:pt x="4241216" y="1139799"/>
                  </a:lnTo>
                  <a:lnTo>
                    <a:pt x="4239514" y="1132967"/>
                  </a:lnTo>
                  <a:lnTo>
                    <a:pt x="4189476" y="1027938"/>
                  </a:lnTo>
                  <a:lnTo>
                    <a:pt x="5840984" y="1615567"/>
                  </a:lnTo>
                  <a:lnTo>
                    <a:pt x="5735320" y="1665732"/>
                  </a:lnTo>
                  <a:lnTo>
                    <a:pt x="5729884" y="1669910"/>
                  </a:lnTo>
                  <a:lnTo>
                    <a:pt x="5726557" y="1675663"/>
                  </a:lnTo>
                  <a:lnTo>
                    <a:pt x="5725604" y="1682292"/>
                  </a:lnTo>
                  <a:lnTo>
                    <a:pt x="5727319" y="1689100"/>
                  </a:lnTo>
                  <a:lnTo>
                    <a:pt x="5729986" y="1695450"/>
                  </a:lnTo>
                  <a:lnTo>
                    <a:pt x="5736209" y="1699006"/>
                  </a:lnTo>
                  <a:lnTo>
                    <a:pt x="5745480" y="1699006"/>
                  </a:lnTo>
                  <a:lnTo>
                    <a:pt x="5748147" y="1698371"/>
                  </a:lnTo>
                  <a:lnTo>
                    <a:pt x="5893943" y="1629156"/>
                  </a:lnTo>
                  <a:lnTo>
                    <a:pt x="5899531" y="1625130"/>
                  </a:lnTo>
                  <a:lnTo>
                    <a:pt x="5902845" y="1619300"/>
                  </a:lnTo>
                  <a:lnTo>
                    <a:pt x="5903709" y="1612493"/>
                  </a:lnTo>
                  <a:close/>
                </a:path>
                <a:path w="6966584" h="4886325">
                  <a:moveTo>
                    <a:pt x="5904065" y="1850009"/>
                  </a:moveTo>
                  <a:lnTo>
                    <a:pt x="5753862" y="1753870"/>
                  </a:lnTo>
                  <a:lnTo>
                    <a:pt x="5751195" y="1753235"/>
                  </a:lnTo>
                  <a:lnTo>
                    <a:pt x="5742051" y="1753235"/>
                  </a:lnTo>
                  <a:lnTo>
                    <a:pt x="5735828" y="1756791"/>
                  </a:lnTo>
                  <a:lnTo>
                    <a:pt x="5732526" y="1762379"/>
                  </a:lnTo>
                  <a:lnTo>
                    <a:pt x="5730506" y="1769211"/>
                  </a:lnTo>
                  <a:lnTo>
                    <a:pt x="5731256" y="1775891"/>
                  </a:lnTo>
                  <a:lnTo>
                    <a:pt x="5734380" y="1781797"/>
                  </a:lnTo>
                  <a:lnTo>
                    <a:pt x="5739511" y="1786255"/>
                  </a:lnTo>
                  <a:lnTo>
                    <a:pt x="5840349" y="1842643"/>
                  </a:lnTo>
                  <a:lnTo>
                    <a:pt x="4191127" y="2312162"/>
                  </a:lnTo>
                  <a:lnTo>
                    <a:pt x="4247515" y="2210562"/>
                  </a:lnTo>
                  <a:lnTo>
                    <a:pt x="4234942" y="2184527"/>
                  </a:lnTo>
                  <a:lnTo>
                    <a:pt x="4225925" y="2184527"/>
                  </a:lnTo>
                  <a:lnTo>
                    <a:pt x="4219829" y="2187829"/>
                  </a:lnTo>
                  <a:lnTo>
                    <a:pt x="4216527" y="2193671"/>
                  </a:lnTo>
                  <a:lnTo>
                    <a:pt x="4139565" y="2332101"/>
                  </a:lnTo>
                  <a:lnTo>
                    <a:pt x="4137558" y="2338946"/>
                  </a:lnTo>
                  <a:lnTo>
                    <a:pt x="4138333" y="2345677"/>
                  </a:lnTo>
                  <a:lnTo>
                    <a:pt x="4285107" y="2433447"/>
                  </a:lnTo>
                  <a:lnTo>
                    <a:pt x="4290822" y="2435606"/>
                  </a:lnTo>
                  <a:lnTo>
                    <a:pt x="4300093" y="2435606"/>
                  </a:lnTo>
                  <a:lnTo>
                    <a:pt x="4306189" y="2432304"/>
                  </a:lnTo>
                  <a:lnTo>
                    <a:pt x="4309491" y="2426462"/>
                  </a:lnTo>
                  <a:lnTo>
                    <a:pt x="4311485" y="2419629"/>
                  </a:lnTo>
                  <a:lnTo>
                    <a:pt x="4310697" y="2412898"/>
                  </a:lnTo>
                  <a:lnTo>
                    <a:pt x="4307522" y="2406942"/>
                  </a:lnTo>
                  <a:lnTo>
                    <a:pt x="4302379" y="2402459"/>
                  </a:lnTo>
                  <a:lnTo>
                    <a:pt x="4201160" y="2346325"/>
                  </a:lnTo>
                  <a:lnTo>
                    <a:pt x="4321137" y="2312162"/>
                  </a:lnTo>
                  <a:lnTo>
                    <a:pt x="5851017" y="1876552"/>
                  </a:lnTo>
                  <a:lnTo>
                    <a:pt x="5793994" y="1978152"/>
                  </a:lnTo>
                  <a:lnTo>
                    <a:pt x="5791924" y="1985048"/>
                  </a:lnTo>
                  <a:lnTo>
                    <a:pt x="5806821" y="2004314"/>
                  </a:lnTo>
                  <a:lnTo>
                    <a:pt x="5816092" y="2004314"/>
                  </a:lnTo>
                  <a:lnTo>
                    <a:pt x="5822188" y="2000885"/>
                  </a:lnTo>
                  <a:lnTo>
                    <a:pt x="5825363" y="1995043"/>
                  </a:lnTo>
                  <a:lnTo>
                    <a:pt x="5890907" y="1876552"/>
                  </a:lnTo>
                  <a:lnTo>
                    <a:pt x="5901944" y="1856613"/>
                  </a:lnTo>
                  <a:lnTo>
                    <a:pt x="5904065" y="1850009"/>
                  </a:lnTo>
                  <a:close/>
                </a:path>
                <a:path w="6966584" h="4886325">
                  <a:moveTo>
                    <a:pt x="6301867" y="3537712"/>
                  </a:moveTo>
                  <a:lnTo>
                    <a:pt x="6296152" y="3531616"/>
                  </a:lnTo>
                  <a:lnTo>
                    <a:pt x="6281674" y="3531616"/>
                  </a:lnTo>
                  <a:lnTo>
                    <a:pt x="6275959" y="3537712"/>
                  </a:lnTo>
                  <a:lnTo>
                    <a:pt x="6275959" y="3551809"/>
                  </a:lnTo>
                  <a:lnTo>
                    <a:pt x="6281674" y="3557397"/>
                  </a:lnTo>
                  <a:lnTo>
                    <a:pt x="6295771" y="3557397"/>
                  </a:lnTo>
                  <a:lnTo>
                    <a:pt x="6301867" y="3552317"/>
                  </a:lnTo>
                  <a:lnTo>
                    <a:pt x="6301867" y="3537712"/>
                  </a:lnTo>
                  <a:close/>
                </a:path>
                <a:path w="6966584" h="4886325">
                  <a:moveTo>
                    <a:pt x="6301867" y="3288030"/>
                  </a:moveTo>
                  <a:lnTo>
                    <a:pt x="6296152" y="3282950"/>
                  </a:lnTo>
                  <a:lnTo>
                    <a:pt x="6281039" y="3282950"/>
                  </a:lnTo>
                  <a:lnTo>
                    <a:pt x="6275959" y="3288411"/>
                  </a:lnTo>
                  <a:lnTo>
                    <a:pt x="6275959" y="3303143"/>
                  </a:lnTo>
                  <a:lnTo>
                    <a:pt x="6281674" y="3308731"/>
                  </a:lnTo>
                  <a:lnTo>
                    <a:pt x="6295771" y="3308731"/>
                  </a:lnTo>
                  <a:lnTo>
                    <a:pt x="6301867" y="3303524"/>
                  </a:lnTo>
                  <a:lnTo>
                    <a:pt x="6301867" y="3288030"/>
                  </a:lnTo>
                  <a:close/>
                </a:path>
                <a:path w="6966584" h="4886325">
                  <a:moveTo>
                    <a:pt x="6401689" y="3427857"/>
                  </a:moveTo>
                  <a:lnTo>
                    <a:pt x="6349238" y="3427857"/>
                  </a:lnTo>
                  <a:lnTo>
                    <a:pt x="6335649" y="3430676"/>
                  </a:lnTo>
                  <a:lnTo>
                    <a:pt x="6325108" y="3437877"/>
                  </a:lnTo>
                  <a:lnTo>
                    <a:pt x="6318263" y="3448774"/>
                  </a:lnTo>
                  <a:lnTo>
                    <a:pt x="6315837" y="3462667"/>
                  </a:lnTo>
                  <a:lnTo>
                    <a:pt x="6316358" y="3469297"/>
                  </a:lnTo>
                  <a:lnTo>
                    <a:pt x="6318263" y="3476218"/>
                  </a:lnTo>
                  <a:lnTo>
                    <a:pt x="6321996" y="3482810"/>
                  </a:lnTo>
                  <a:lnTo>
                    <a:pt x="6328029" y="3488436"/>
                  </a:lnTo>
                  <a:lnTo>
                    <a:pt x="6317234" y="3488436"/>
                  </a:lnTo>
                  <a:lnTo>
                    <a:pt x="6317234" y="3506216"/>
                  </a:lnTo>
                  <a:lnTo>
                    <a:pt x="6401689" y="3506216"/>
                  </a:lnTo>
                  <a:lnTo>
                    <a:pt x="6401689" y="3487547"/>
                  </a:lnTo>
                  <a:lnTo>
                    <a:pt x="6354826" y="3487547"/>
                  </a:lnTo>
                  <a:lnTo>
                    <a:pt x="6345199" y="3485819"/>
                  </a:lnTo>
                  <a:lnTo>
                    <a:pt x="6338290" y="3481133"/>
                  </a:lnTo>
                  <a:lnTo>
                    <a:pt x="6334125" y="3474262"/>
                  </a:lnTo>
                  <a:lnTo>
                    <a:pt x="6332728" y="3465957"/>
                  </a:lnTo>
                  <a:lnTo>
                    <a:pt x="6334125" y="3457803"/>
                  </a:lnTo>
                  <a:lnTo>
                    <a:pt x="6338290" y="3451733"/>
                  </a:lnTo>
                  <a:lnTo>
                    <a:pt x="6345199" y="3447961"/>
                  </a:lnTo>
                  <a:lnTo>
                    <a:pt x="6354826" y="3446653"/>
                  </a:lnTo>
                  <a:lnTo>
                    <a:pt x="6401689" y="3446653"/>
                  </a:lnTo>
                  <a:lnTo>
                    <a:pt x="6401689" y="3427857"/>
                  </a:lnTo>
                  <a:close/>
                </a:path>
                <a:path w="6966584" h="4886325">
                  <a:moveTo>
                    <a:pt x="6401689" y="3179191"/>
                  </a:moveTo>
                  <a:lnTo>
                    <a:pt x="6349238" y="3179191"/>
                  </a:lnTo>
                  <a:lnTo>
                    <a:pt x="6335649" y="3181705"/>
                  </a:lnTo>
                  <a:lnTo>
                    <a:pt x="6325108" y="3188703"/>
                  </a:lnTo>
                  <a:lnTo>
                    <a:pt x="6318263" y="3199396"/>
                  </a:lnTo>
                  <a:lnTo>
                    <a:pt x="6315837" y="3212973"/>
                  </a:lnTo>
                  <a:lnTo>
                    <a:pt x="6316358" y="3219894"/>
                  </a:lnTo>
                  <a:lnTo>
                    <a:pt x="6318263" y="3226917"/>
                  </a:lnTo>
                  <a:lnTo>
                    <a:pt x="6321996" y="3233407"/>
                  </a:lnTo>
                  <a:lnTo>
                    <a:pt x="6328029" y="3238754"/>
                  </a:lnTo>
                  <a:lnTo>
                    <a:pt x="6317234" y="3238754"/>
                  </a:lnTo>
                  <a:lnTo>
                    <a:pt x="6317234" y="3257042"/>
                  </a:lnTo>
                  <a:lnTo>
                    <a:pt x="6401689" y="3257042"/>
                  </a:lnTo>
                  <a:lnTo>
                    <a:pt x="6401689" y="3238754"/>
                  </a:lnTo>
                  <a:lnTo>
                    <a:pt x="6354826" y="3238754"/>
                  </a:lnTo>
                  <a:lnTo>
                    <a:pt x="6345199" y="3237026"/>
                  </a:lnTo>
                  <a:lnTo>
                    <a:pt x="6338290" y="3232340"/>
                  </a:lnTo>
                  <a:lnTo>
                    <a:pt x="6334125" y="3225469"/>
                  </a:lnTo>
                  <a:lnTo>
                    <a:pt x="6332728" y="3217164"/>
                  </a:lnTo>
                  <a:lnTo>
                    <a:pt x="6334125" y="3209036"/>
                  </a:lnTo>
                  <a:lnTo>
                    <a:pt x="6338290" y="3203003"/>
                  </a:lnTo>
                  <a:lnTo>
                    <a:pt x="6344983" y="3199396"/>
                  </a:lnTo>
                  <a:lnTo>
                    <a:pt x="6344298" y="3199396"/>
                  </a:lnTo>
                  <a:lnTo>
                    <a:pt x="6354826" y="3197987"/>
                  </a:lnTo>
                  <a:lnTo>
                    <a:pt x="6401689" y="3197987"/>
                  </a:lnTo>
                  <a:lnTo>
                    <a:pt x="6401689" y="3179191"/>
                  </a:lnTo>
                  <a:close/>
                </a:path>
                <a:path w="6966584" h="4886325">
                  <a:moveTo>
                    <a:pt x="6402705" y="4184396"/>
                  </a:moveTo>
                  <a:lnTo>
                    <a:pt x="6275959" y="4184396"/>
                  </a:lnTo>
                  <a:lnTo>
                    <a:pt x="6275959" y="4202811"/>
                  </a:lnTo>
                  <a:lnTo>
                    <a:pt x="6402705" y="4202811"/>
                  </a:lnTo>
                  <a:lnTo>
                    <a:pt x="6402705" y="4184396"/>
                  </a:lnTo>
                  <a:close/>
                </a:path>
                <a:path w="6966584" h="4886325">
                  <a:moveTo>
                    <a:pt x="6402705" y="3765423"/>
                  </a:moveTo>
                  <a:lnTo>
                    <a:pt x="6356223" y="3765423"/>
                  </a:lnTo>
                  <a:lnTo>
                    <a:pt x="6346761" y="3763911"/>
                  </a:lnTo>
                  <a:lnTo>
                    <a:pt x="6339687" y="3759708"/>
                  </a:lnTo>
                  <a:lnTo>
                    <a:pt x="6335268" y="3753320"/>
                  </a:lnTo>
                  <a:lnTo>
                    <a:pt x="6333744" y="3745230"/>
                  </a:lnTo>
                  <a:lnTo>
                    <a:pt x="6333744" y="3740531"/>
                  </a:lnTo>
                  <a:lnTo>
                    <a:pt x="6335141" y="3735324"/>
                  </a:lnTo>
                  <a:lnTo>
                    <a:pt x="6337046" y="3731133"/>
                  </a:lnTo>
                  <a:lnTo>
                    <a:pt x="6318631" y="3726434"/>
                  </a:lnTo>
                  <a:lnTo>
                    <a:pt x="6316853" y="3730625"/>
                  </a:lnTo>
                  <a:lnTo>
                    <a:pt x="6315837" y="3735324"/>
                  </a:lnTo>
                  <a:lnTo>
                    <a:pt x="6315837" y="3740531"/>
                  </a:lnTo>
                  <a:lnTo>
                    <a:pt x="6316485" y="3748100"/>
                  </a:lnTo>
                  <a:lnTo>
                    <a:pt x="6318542" y="3754691"/>
                  </a:lnTo>
                  <a:lnTo>
                    <a:pt x="6322212" y="3760432"/>
                  </a:lnTo>
                  <a:lnTo>
                    <a:pt x="6327648" y="3765423"/>
                  </a:lnTo>
                  <a:lnTo>
                    <a:pt x="6318250" y="3765423"/>
                  </a:lnTo>
                  <a:lnTo>
                    <a:pt x="6318250" y="3783203"/>
                  </a:lnTo>
                  <a:lnTo>
                    <a:pt x="6402705" y="3783203"/>
                  </a:lnTo>
                  <a:lnTo>
                    <a:pt x="6402705" y="3765423"/>
                  </a:lnTo>
                  <a:close/>
                </a:path>
                <a:path w="6966584" h="4886325">
                  <a:moveTo>
                    <a:pt x="6402705" y="3571494"/>
                  </a:moveTo>
                  <a:lnTo>
                    <a:pt x="6383909" y="3571494"/>
                  </a:lnTo>
                  <a:lnTo>
                    <a:pt x="6383909" y="3639566"/>
                  </a:lnTo>
                  <a:lnTo>
                    <a:pt x="6279261" y="3639566"/>
                  </a:lnTo>
                  <a:lnTo>
                    <a:pt x="6279261" y="3659759"/>
                  </a:lnTo>
                  <a:lnTo>
                    <a:pt x="6402705" y="3659759"/>
                  </a:lnTo>
                  <a:lnTo>
                    <a:pt x="6402705" y="3571494"/>
                  </a:lnTo>
                  <a:close/>
                </a:path>
                <a:path w="6966584" h="4886325">
                  <a:moveTo>
                    <a:pt x="6402705" y="3535426"/>
                  </a:moveTo>
                  <a:lnTo>
                    <a:pt x="6317742" y="3535426"/>
                  </a:lnTo>
                  <a:lnTo>
                    <a:pt x="6317742" y="3554222"/>
                  </a:lnTo>
                  <a:lnTo>
                    <a:pt x="6402705" y="3554222"/>
                  </a:lnTo>
                  <a:lnTo>
                    <a:pt x="6402705" y="3535426"/>
                  </a:lnTo>
                  <a:close/>
                </a:path>
                <a:path w="6966584" h="4886325">
                  <a:moveTo>
                    <a:pt x="6402705" y="3320923"/>
                  </a:moveTo>
                  <a:lnTo>
                    <a:pt x="6358128" y="3356991"/>
                  </a:lnTo>
                  <a:lnTo>
                    <a:pt x="6318250" y="3321812"/>
                  </a:lnTo>
                  <a:lnTo>
                    <a:pt x="6318250" y="3344418"/>
                  </a:lnTo>
                  <a:lnTo>
                    <a:pt x="6350127" y="3372104"/>
                  </a:lnTo>
                  <a:lnTo>
                    <a:pt x="6350127" y="3381502"/>
                  </a:lnTo>
                  <a:lnTo>
                    <a:pt x="6275959" y="3381502"/>
                  </a:lnTo>
                  <a:lnTo>
                    <a:pt x="6275959" y="3400171"/>
                  </a:lnTo>
                  <a:lnTo>
                    <a:pt x="6402705" y="3400171"/>
                  </a:lnTo>
                  <a:lnTo>
                    <a:pt x="6402705" y="3381883"/>
                  </a:lnTo>
                  <a:lnTo>
                    <a:pt x="6366510" y="3381883"/>
                  </a:lnTo>
                  <a:lnTo>
                    <a:pt x="6366510" y="3372485"/>
                  </a:lnTo>
                  <a:lnTo>
                    <a:pt x="6386487" y="3356991"/>
                  </a:lnTo>
                  <a:lnTo>
                    <a:pt x="6402705" y="3344418"/>
                  </a:lnTo>
                  <a:lnTo>
                    <a:pt x="6402705" y="3320923"/>
                  </a:lnTo>
                  <a:close/>
                </a:path>
                <a:path w="6966584" h="4886325">
                  <a:moveTo>
                    <a:pt x="6402705" y="3286633"/>
                  </a:moveTo>
                  <a:lnTo>
                    <a:pt x="6317742" y="3286633"/>
                  </a:lnTo>
                  <a:lnTo>
                    <a:pt x="6317742" y="3305429"/>
                  </a:lnTo>
                  <a:lnTo>
                    <a:pt x="6402705" y="3305429"/>
                  </a:lnTo>
                  <a:lnTo>
                    <a:pt x="6402705" y="3286633"/>
                  </a:lnTo>
                  <a:close/>
                </a:path>
                <a:path w="6966584" h="4886325">
                  <a:moveTo>
                    <a:pt x="6404102" y="4021582"/>
                  </a:moveTo>
                  <a:lnTo>
                    <a:pt x="6387643" y="3985691"/>
                  </a:lnTo>
                  <a:lnTo>
                    <a:pt x="6376416" y="3983101"/>
                  </a:lnTo>
                  <a:lnTo>
                    <a:pt x="6366815" y="3985158"/>
                  </a:lnTo>
                  <a:lnTo>
                    <a:pt x="6350635" y="4021582"/>
                  </a:lnTo>
                  <a:lnTo>
                    <a:pt x="6349606" y="4029113"/>
                  </a:lnTo>
                  <a:lnTo>
                    <a:pt x="6347841" y="4035679"/>
                  </a:lnTo>
                  <a:lnTo>
                    <a:pt x="6336030" y="4035679"/>
                  </a:lnTo>
                  <a:lnTo>
                    <a:pt x="6331839" y="4029583"/>
                  </a:lnTo>
                  <a:lnTo>
                    <a:pt x="6331839" y="4019677"/>
                  </a:lnTo>
                  <a:lnTo>
                    <a:pt x="6332448" y="4012692"/>
                  </a:lnTo>
                  <a:lnTo>
                    <a:pt x="6332537" y="4011765"/>
                  </a:lnTo>
                  <a:lnTo>
                    <a:pt x="6334277" y="4004500"/>
                  </a:lnTo>
                  <a:lnTo>
                    <a:pt x="6336551" y="3998391"/>
                  </a:lnTo>
                  <a:lnTo>
                    <a:pt x="6338824" y="3993896"/>
                  </a:lnTo>
                  <a:lnTo>
                    <a:pt x="6325235" y="3986022"/>
                  </a:lnTo>
                  <a:lnTo>
                    <a:pt x="6321272" y="3993057"/>
                  </a:lnTo>
                  <a:lnTo>
                    <a:pt x="6318504" y="4001287"/>
                  </a:lnTo>
                  <a:lnTo>
                    <a:pt x="6316866" y="4010304"/>
                  </a:lnTo>
                  <a:lnTo>
                    <a:pt x="6316345" y="4019677"/>
                  </a:lnTo>
                  <a:lnTo>
                    <a:pt x="6318199" y="4034231"/>
                  </a:lnTo>
                  <a:lnTo>
                    <a:pt x="6323546" y="4045178"/>
                  </a:lnTo>
                  <a:lnTo>
                    <a:pt x="6331979" y="4052074"/>
                  </a:lnTo>
                  <a:lnTo>
                    <a:pt x="6343142" y="4054475"/>
                  </a:lnTo>
                  <a:lnTo>
                    <a:pt x="6352413" y="4052582"/>
                  </a:lnTo>
                  <a:lnTo>
                    <a:pt x="6359766" y="4047032"/>
                  </a:lnTo>
                  <a:lnTo>
                    <a:pt x="6364872" y="4038308"/>
                  </a:lnTo>
                  <a:lnTo>
                    <a:pt x="6364999" y="4038092"/>
                  </a:lnTo>
                  <a:lnTo>
                    <a:pt x="6365608" y="4035679"/>
                  </a:lnTo>
                  <a:lnTo>
                    <a:pt x="6368034" y="4025773"/>
                  </a:lnTo>
                  <a:lnTo>
                    <a:pt x="6368923" y="4017010"/>
                  </a:lnTo>
                  <a:lnTo>
                    <a:pt x="6370320" y="4006596"/>
                  </a:lnTo>
                  <a:lnTo>
                    <a:pt x="6373622" y="4002405"/>
                  </a:lnTo>
                  <a:lnTo>
                    <a:pt x="6384798" y="4002405"/>
                  </a:lnTo>
                  <a:lnTo>
                    <a:pt x="6389116" y="4008501"/>
                  </a:lnTo>
                  <a:lnTo>
                    <a:pt x="6389116" y="4021582"/>
                  </a:lnTo>
                  <a:lnTo>
                    <a:pt x="6388481" y="4029113"/>
                  </a:lnTo>
                  <a:lnTo>
                    <a:pt x="6388367" y="4030624"/>
                  </a:lnTo>
                  <a:lnTo>
                    <a:pt x="6386360" y="4038092"/>
                  </a:lnTo>
                  <a:lnTo>
                    <a:pt x="6383490" y="4044238"/>
                  </a:lnTo>
                  <a:lnTo>
                    <a:pt x="6380099" y="4049268"/>
                  </a:lnTo>
                  <a:lnTo>
                    <a:pt x="6393815" y="4057777"/>
                  </a:lnTo>
                  <a:lnTo>
                    <a:pt x="6399377" y="4048175"/>
                  </a:lnTo>
                  <a:lnTo>
                    <a:pt x="6402476" y="4038308"/>
                  </a:lnTo>
                  <a:lnTo>
                    <a:pt x="6403746" y="4029583"/>
                  </a:lnTo>
                  <a:lnTo>
                    <a:pt x="6403810" y="4029113"/>
                  </a:lnTo>
                  <a:lnTo>
                    <a:pt x="6404102" y="4021582"/>
                  </a:lnTo>
                  <a:close/>
                </a:path>
                <a:path w="6966584" h="4886325">
                  <a:moveTo>
                    <a:pt x="6404102" y="3924935"/>
                  </a:moveTo>
                  <a:lnTo>
                    <a:pt x="6403378" y="3917213"/>
                  </a:lnTo>
                  <a:lnTo>
                    <a:pt x="6401524" y="3910292"/>
                  </a:lnTo>
                  <a:lnTo>
                    <a:pt x="6399009" y="3904361"/>
                  </a:lnTo>
                  <a:lnTo>
                    <a:pt x="6396101" y="3899154"/>
                  </a:lnTo>
                  <a:lnTo>
                    <a:pt x="6381115" y="3906139"/>
                  </a:lnTo>
                  <a:lnTo>
                    <a:pt x="6384417" y="3911346"/>
                  </a:lnTo>
                  <a:lnTo>
                    <a:pt x="6387211" y="3916934"/>
                  </a:lnTo>
                  <a:lnTo>
                    <a:pt x="6387211" y="3930523"/>
                  </a:lnTo>
                  <a:lnTo>
                    <a:pt x="6382512" y="3936619"/>
                  </a:lnTo>
                  <a:lnTo>
                    <a:pt x="6335141" y="3936619"/>
                  </a:lnTo>
                  <a:lnTo>
                    <a:pt x="6335141" y="3904361"/>
                  </a:lnTo>
                  <a:lnTo>
                    <a:pt x="6317742" y="3904361"/>
                  </a:lnTo>
                  <a:lnTo>
                    <a:pt x="6317742" y="3936619"/>
                  </a:lnTo>
                  <a:lnTo>
                    <a:pt x="6292850" y="3936619"/>
                  </a:lnTo>
                  <a:lnTo>
                    <a:pt x="6292850" y="3955415"/>
                  </a:lnTo>
                  <a:lnTo>
                    <a:pt x="6317742" y="3955415"/>
                  </a:lnTo>
                  <a:lnTo>
                    <a:pt x="6317742" y="3972306"/>
                  </a:lnTo>
                  <a:lnTo>
                    <a:pt x="6334125" y="3972306"/>
                  </a:lnTo>
                  <a:lnTo>
                    <a:pt x="6334125" y="3955415"/>
                  </a:lnTo>
                  <a:lnTo>
                    <a:pt x="6371209" y="3955415"/>
                  </a:lnTo>
                  <a:lnTo>
                    <a:pt x="6385877" y="3953370"/>
                  </a:lnTo>
                  <a:lnTo>
                    <a:pt x="6396126" y="3947414"/>
                  </a:lnTo>
                  <a:lnTo>
                    <a:pt x="6402133" y="3937851"/>
                  </a:lnTo>
                  <a:lnTo>
                    <a:pt x="6404102" y="3924935"/>
                  </a:lnTo>
                  <a:close/>
                </a:path>
                <a:path w="6966584" h="4886325">
                  <a:moveTo>
                    <a:pt x="6404610" y="4117848"/>
                  </a:moveTo>
                  <a:lnTo>
                    <a:pt x="6402489" y="4103179"/>
                  </a:lnTo>
                  <a:lnTo>
                    <a:pt x="6395796" y="4090593"/>
                  </a:lnTo>
                  <a:lnTo>
                    <a:pt x="6383972" y="4081792"/>
                  </a:lnTo>
                  <a:lnTo>
                    <a:pt x="6366510" y="4078478"/>
                  </a:lnTo>
                  <a:lnTo>
                    <a:pt x="6317742" y="4078478"/>
                  </a:lnTo>
                  <a:lnTo>
                    <a:pt x="6317742" y="4097147"/>
                  </a:lnTo>
                  <a:lnTo>
                    <a:pt x="6364732" y="4097147"/>
                  </a:lnTo>
                  <a:lnTo>
                    <a:pt x="6375146" y="4098721"/>
                  </a:lnTo>
                  <a:lnTo>
                    <a:pt x="6382169" y="4103179"/>
                  </a:lnTo>
                  <a:lnTo>
                    <a:pt x="6385992" y="4109631"/>
                  </a:lnTo>
                  <a:lnTo>
                    <a:pt x="6387211" y="4117848"/>
                  </a:lnTo>
                  <a:lnTo>
                    <a:pt x="6385992" y="4126001"/>
                  </a:lnTo>
                  <a:lnTo>
                    <a:pt x="6382232" y="4132313"/>
                  </a:lnTo>
                  <a:lnTo>
                    <a:pt x="6382105" y="4132516"/>
                  </a:lnTo>
                  <a:lnTo>
                    <a:pt x="6375146" y="4136860"/>
                  </a:lnTo>
                  <a:lnTo>
                    <a:pt x="6364732" y="4138422"/>
                  </a:lnTo>
                  <a:lnTo>
                    <a:pt x="6317742" y="4138422"/>
                  </a:lnTo>
                  <a:lnTo>
                    <a:pt x="6317742" y="4157218"/>
                  </a:lnTo>
                  <a:lnTo>
                    <a:pt x="6366510" y="4157218"/>
                  </a:lnTo>
                  <a:lnTo>
                    <a:pt x="6383972" y="4153839"/>
                  </a:lnTo>
                  <a:lnTo>
                    <a:pt x="6395796" y="4144924"/>
                  </a:lnTo>
                  <a:lnTo>
                    <a:pt x="6402375" y="4132516"/>
                  </a:lnTo>
                  <a:lnTo>
                    <a:pt x="6402489" y="4132313"/>
                  </a:lnTo>
                  <a:lnTo>
                    <a:pt x="6404610" y="4117848"/>
                  </a:lnTo>
                  <a:close/>
                </a:path>
                <a:path w="6966584" h="4886325">
                  <a:moveTo>
                    <a:pt x="6404610" y="3845179"/>
                  </a:moveTo>
                  <a:lnTo>
                    <a:pt x="6404013" y="3835565"/>
                  </a:lnTo>
                  <a:lnTo>
                    <a:pt x="6402032" y="3826548"/>
                  </a:lnTo>
                  <a:lnTo>
                    <a:pt x="6398387" y="3818140"/>
                  </a:lnTo>
                  <a:lnTo>
                    <a:pt x="6392799" y="3810381"/>
                  </a:lnTo>
                  <a:lnTo>
                    <a:pt x="6380099" y="3819779"/>
                  </a:lnTo>
                  <a:lnTo>
                    <a:pt x="6383909" y="3825417"/>
                  </a:lnTo>
                  <a:lnTo>
                    <a:pt x="6386741" y="3831501"/>
                  </a:lnTo>
                  <a:lnTo>
                    <a:pt x="6388506" y="3837825"/>
                  </a:lnTo>
                  <a:lnTo>
                    <a:pt x="6389116" y="3844163"/>
                  </a:lnTo>
                  <a:lnTo>
                    <a:pt x="6387833" y="3852786"/>
                  </a:lnTo>
                  <a:lnTo>
                    <a:pt x="6383871" y="3860393"/>
                  </a:lnTo>
                  <a:lnTo>
                    <a:pt x="6377000" y="3866248"/>
                  </a:lnTo>
                  <a:lnTo>
                    <a:pt x="6367018" y="3869563"/>
                  </a:lnTo>
                  <a:lnTo>
                    <a:pt x="6367018" y="3869055"/>
                  </a:lnTo>
                  <a:lnTo>
                    <a:pt x="6367018" y="3824986"/>
                  </a:lnTo>
                  <a:lnTo>
                    <a:pt x="6367018" y="3807587"/>
                  </a:lnTo>
                  <a:lnTo>
                    <a:pt x="6364732" y="3807587"/>
                  </a:lnTo>
                  <a:lnTo>
                    <a:pt x="6362319" y="3806698"/>
                  </a:lnTo>
                  <a:lnTo>
                    <a:pt x="6358890" y="3806698"/>
                  </a:lnTo>
                  <a:lnTo>
                    <a:pt x="6352540" y="3807752"/>
                  </a:lnTo>
                  <a:lnTo>
                    <a:pt x="6352540" y="3824986"/>
                  </a:lnTo>
                  <a:lnTo>
                    <a:pt x="6352540" y="3869055"/>
                  </a:lnTo>
                  <a:lnTo>
                    <a:pt x="6344399" y="3866413"/>
                  </a:lnTo>
                  <a:lnTo>
                    <a:pt x="6338011" y="3861803"/>
                  </a:lnTo>
                  <a:lnTo>
                    <a:pt x="6333833" y="3855072"/>
                  </a:lnTo>
                  <a:lnTo>
                    <a:pt x="6332347" y="3846068"/>
                  </a:lnTo>
                  <a:lnTo>
                    <a:pt x="6333706" y="3838117"/>
                  </a:lnTo>
                  <a:lnTo>
                    <a:pt x="6337681" y="3831869"/>
                  </a:lnTo>
                  <a:lnTo>
                    <a:pt x="6344018" y="3827449"/>
                  </a:lnTo>
                  <a:lnTo>
                    <a:pt x="6352540" y="3824986"/>
                  </a:lnTo>
                  <a:lnTo>
                    <a:pt x="6352540" y="3807752"/>
                  </a:lnTo>
                  <a:lnTo>
                    <a:pt x="6341338" y="3809606"/>
                  </a:lnTo>
                  <a:lnTo>
                    <a:pt x="6327737" y="3817721"/>
                  </a:lnTo>
                  <a:lnTo>
                    <a:pt x="6318948" y="3830167"/>
                  </a:lnTo>
                  <a:lnTo>
                    <a:pt x="6315837" y="3846068"/>
                  </a:lnTo>
                  <a:lnTo>
                    <a:pt x="6318974" y="3862806"/>
                  </a:lnTo>
                  <a:lnTo>
                    <a:pt x="6319050" y="3863187"/>
                  </a:lnTo>
                  <a:lnTo>
                    <a:pt x="6328118" y="3876560"/>
                  </a:lnTo>
                  <a:lnTo>
                    <a:pt x="6342189" y="3885260"/>
                  </a:lnTo>
                  <a:lnTo>
                    <a:pt x="6360414" y="3888359"/>
                  </a:lnTo>
                  <a:lnTo>
                    <a:pt x="6378537" y="3885260"/>
                  </a:lnTo>
                  <a:lnTo>
                    <a:pt x="6392380" y="3876560"/>
                  </a:lnTo>
                  <a:lnTo>
                    <a:pt x="6397053" y="3869563"/>
                  </a:lnTo>
                  <a:lnTo>
                    <a:pt x="6401460" y="3862806"/>
                  </a:lnTo>
                  <a:lnTo>
                    <a:pt x="6404610" y="3845179"/>
                  </a:lnTo>
                  <a:close/>
                </a:path>
                <a:path w="6966584" h="4886325">
                  <a:moveTo>
                    <a:pt x="6404991" y="4277868"/>
                  </a:moveTo>
                  <a:lnTo>
                    <a:pt x="6403276" y="4262374"/>
                  </a:lnTo>
                  <a:lnTo>
                    <a:pt x="6398349" y="4248556"/>
                  </a:lnTo>
                  <a:lnTo>
                    <a:pt x="6390513" y="4236847"/>
                  </a:lnTo>
                  <a:lnTo>
                    <a:pt x="6380099" y="4227703"/>
                  </a:lnTo>
                  <a:lnTo>
                    <a:pt x="6368415" y="4244086"/>
                  </a:lnTo>
                  <a:lnTo>
                    <a:pt x="6375959" y="4250563"/>
                  </a:lnTo>
                  <a:lnTo>
                    <a:pt x="6381534" y="4258564"/>
                  </a:lnTo>
                  <a:lnTo>
                    <a:pt x="6385001" y="4267911"/>
                  </a:lnTo>
                  <a:lnTo>
                    <a:pt x="6386131" y="4277868"/>
                  </a:lnTo>
                  <a:lnTo>
                    <a:pt x="6386195" y="4278376"/>
                  </a:lnTo>
                  <a:lnTo>
                    <a:pt x="6382969" y="4295686"/>
                  </a:lnTo>
                  <a:lnTo>
                    <a:pt x="6382944" y="4295851"/>
                  </a:lnTo>
                  <a:lnTo>
                    <a:pt x="6373914" y="4309491"/>
                  </a:lnTo>
                  <a:lnTo>
                    <a:pt x="6373825" y="4309643"/>
                  </a:lnTo>
                  <a:lnTo>
                    <a:pt x="6359779" y="4318686"/>
                  </a:lnTo>
                  <a:lnTo>
                    <a:pt x="6341745" y="4321937"/>
                  </a:lnTo>
                  <a:lnTo>
                    <a:pt x="6323749" y="4318686"/>
                  </a:lnTo>
                  <a:lnTo>
                    <a:pt x="6323533" y="4318686"/>
                  </a:lnTo>
                  <a:lnTo>
                    <a:pt x="6309334" y="4309491"/>
                  </a:lnTo>
                  <a:lnTo>
                    <a:pt x="6300355" y="4295851"/>
                  </a:lnTo>
                  <a:lnTo>
                    <a:pt x="6300254" y="4295686"/>
                  </a:lnTo>
                  <a:lnTo>
                    <a:pt x="6297041" y="4278376"/>
                  </a:lnTo>
                  <a:lnTo>
                    <a:pt x="6298311" y="4267911"/>
                  </a:lnTo>
                  <a:lnTo>
                    <a:pt x="6301879" y="4258564"/>
                  </a:lnTo>
                  <a:lnTo>
                    <a:pt x="6307379" y="4250563"/>
                  </a:lnTo>
                  <a:lnTo>
                    <a:pt x="6314440" y="4244086"/>
                  </a:lnTo>
                  <a:lnTo>
                    <a:pt x="6303137" y="4227703"/>
                  </a:lnTo>
                  <a:lnTo>
                    <a:pt x="6280099" y="4258564"/>
                  </a:lnTo>
                  <a:lnTo>
                    <a:pt x="6276975" y="4277868"/>
                  </a:lnTo>
                  <a:lnTo>
                    <a:pt x="6281712" y="4304017"/>
                  </a:lnTo>
                  <a:lnTo>
                    <a:pt x="6294933" y="4324502"/>
                  </a:lnTo>
                  <a:lnTo>
                    <a:pt x="6315113" y="4337863"/>
                  </a:lnTo>
                  <a:lnTo>
                    <a:pt x="6340729" y="4342638"/>
                  </a:lnTo>
                  <a:lnTo>
                    <a:pt x="6366408" y="4337863"/>
                  </a:lnTo>
                  <a:lnTo>
                    <a:pt x="6386754" y="4324502"/>
                  </a:lnTo>
                  <a:lnTo>
                    <a:pt x="6388430" y="4321937"/>
                  </a:lnTo>
                  <a:lnTo>
                    <a:pt x="6400152" y="4304017"/>
                  </a:lnTo>
                  <a:lnTo>
                    <a:pt x="6404889" y="4278376"/>
                  </a:lnTo>
                  <a:lnTo>
                    <a:pt x="6404991" y="4277868"/>
                  </a:lnTo>
                  <a:close/>
                </a:path>
                <a:path w="6966584" h="4886325">
                  <a:moveTo>
                    <a:pt x="6439281" y="3116707"/>
                  </a:moveTo>
                  <a:lnTo>
                    <a:pt x="6436309" y="3097847"/>
                  </a:lnTo>
                  <a:lnTo>
                    <a:pt x="6431610" y="3090037"/>
                  </a:lnTo>
                  <a:lnTo>
                    <a:pt x="6430772" y="3088640"/>
                  </a:lnTo>
                  <a:lnTo>
                    <a:pt x="6427800" y="3083712"/>
                  </a:lnTo>
                  <a:lnTo>
                    <a:pt x="6414363" y="3074835"/>
                  </a:lnTo>
                  <a:lnTo>
                    <a:pt x="6396609" y="3071749"/>
                  </a:lnTo>
                  <a:lnTo>
                    <a:pt x="6386195" y="3071749"/>
                  </a:lnTo>
                  <a:lnTo>
                    <a:pt x="6386195" y="3113532"/>
                  </a:lnTo>
                  <a:lnTo>
                    <a:pt x="6384201" y="3123666"/>
                  </a:lnTo>
                  <a:lnTo>
                    <a:pt x="6384125" y="3124047"/>
                  </a:lnTo>
                  <a:lnTo>
                    <a:pt x="6378473" y="3131680"/>
                  </a:lnTo>
                  <a:lnTo>
                    <a:pt x="6370002" y="3136341"/>
                  </a:lnTo>
                  <a:lnTo>
                    <a:pt x="6359525" y="3137916"/>
                  </a:lnTo>
                  <a:lnTo>
                    <a:pt x="6350000" y="3136341"/>
                  </a:lnTo>
                  <a:lnTo>
                    <a:pt x="6349466" y="3136341"/>
                  </a:lnTo>
                  <a:lnTo>
                    <a:pt x="6340894" y="3131350"/>
                  </a:lnTo>
                  <a:lnTo>
                    <a:pt x="6335281" y="3123666"/>
                  </a:lnTo>
                  <a:lnTo>
                    <a:pt x="6333236" y="3113532"/>
                  </a:lnTo>
                  <a:lnTo>
                    <a:pt x="6335230" y="3103486"/>
                  </a:lnTo>
                  <a:lnTo>
                    <a:pt x="6340754" y="3095612"/>
                  </a:lnTo>
                  <a:lnTo>
                    <a:pt x="6349085" y="3090481"/>
                  </a:lnTo>
                  <a:lnTo>
                    <a:pt x="6359525" y="3088640"/>
                  </a:lnTo>
                  <a:lnTo>
                    <a:pt x="6370218" y="3090481"/>
                  </a:lnTo>
                  <a:lnTo>
                    <a:pt x="6378664" y="3095612"/>
                  </a:lnTo>
                  <a:lnTo>
                    <a:pt x="6384201" y="3103486"/>
                  </a:lnTo>
                  <a:lnTo>
                    <a:pt x="6386195" y="3113532"/>
                  </a:lnTo>
                  <a:lnTo>
                    <a:pt x="6386195" y="3071749"/>
                  </a:lnTo>
                  <a:lnTo>
                    <a:pt x="6318250" y="3071749"/>
                  </a:lnTo>
                  <a:lnTo>
                    <a:pt x="6318250" y="3090481"/>
                  </a:lnTo>
                  <a:lnTo>
                    <a:pt x="6327965" y="3090481"/>
                  </a:lnTo>
                  <a:lnTo>
                    <a:pt x="6322949" y="3095612"/>
                  </a:lnTo>
                  <a:lnTo>
                    <a:pt x="6319113" y="3102000"/>
                  </a:lnTo>
                  <a:lnTo>
                    <a:pt x="6316688" y="3109557"/>
                  </a:lnTo>
                  <a:lnTo>
                    <a:pt x="6315837" y="3118231"/>
                  </a:lnTo>
                  <a:lnTo>
                    <a:pt x="6318593" y="3131350"/>
                  </a:lnTo>
                  <a:lnTo>
                    <a:pt x="6318656" y="3131680"/>
                  </a:lnTo>
                  <a:lnTo>
                    <a:pt x="6318720" y="3131972"/>
                  </a:lnTo>
                  <a:lnTo>
                    <a:pt x="6318821" y="3132480"/>
                  </a:lnTo>
                  <a:lnTo>
                    <a:pt x="6327419" y="3145117"/>
                  </a:lnTo>
                  <a:lnTo>
                    <a:pt x="6341008" y="3154146"/>
                  </a:lnTo>
                  <a:lnTo>
                    <a:pt x="6359017" y="3157601"/>
                  </a:lnTo>
                  <a:lnTo>
                    <a:pt x="6377305" y="3154146"/>
                  </a:lnTo>
                  <a:lnTo>
                    <a:pt x="6391046" y="3145117"/>
                  </a:lnTo>
                  <a:lnTo>
                    <a:pt x="6395974" y="3137916"/>
                  </a:lnTo>
                  <a:lnTo>
                    <a:pt x="6399695" y="3132480"/>
                  </a:lnTo>
                  <a:lnTo>
                    <a:pt x="6402705" y="3118231"/>
                  </a:lnTo>
                  <a:lnTo>
                    <a:pt x="6401917" y="3109557"/>
                  </a:lnTo>
                  <a:lnTo>
                    <a:pt x="6399555" y="3102000"/>
                  </a:lnTo>
                  <a:lnTo>
                    <a:pt x="6395669" y="3095612"/>
                  </a:lnTo>
                  <a:lnTo>
                    <a:pt x="6395567" y="3095447"/>
                  </a:lnTo>
                  <a:lnTo>
                    <a:pt x="6390005" y="3090037"/>
                  </a:lnTo>
                  <a:lnTo>
                    <a:pt x="6397117" y="3090037"/>
                  </a:lnTo>
                  <a:lnTo>
                    <a:pt x="6407759" y="3091777"/>
                  </a:lnTo>
                  <a:lnTo>
                    <a:pt x="6415697" y="3096895"/>
                  </a:lnTo>
                  <a:lnTo>
                    <a:pt x="6420663" y="3105264"/>
                  </a:lnTo>
                  <a:lnTo>
                    <a:pt x="6422390" y="3116707"/>
                  </a:lnTo>
                  <a:lnTo>
                    <a:pt x="6421844" y="3123666"/>
                  </a:lnTo>
                  <a:lnTo>
                    <a:pt x="6421780" y="3124555"/>
                  </a:lnTo>
                  <a:lnTo>
                    <a:pt x="6420180" y="3131350"/>
                  </a:lnTo>
                  <a:lnTo>
                    <a:pt x="6420104" y="3131680"/>
                  </a:lnTo>
                  <a:lnTo>
                    <a:pt x="6420028" y="3131972"/>
                  </a:lnTo>
                  <a:lnTo>
                    <a:pt x="6417234" y="3139021"/>
                  </a:lnTo>
                  <a:lnTo>
                    <a:pt x="6413500" y="3145790"/>
                  </a:lnTo>
                  <a:lnTo>
                    <a:pt x="6429502" y="3151886"/>
                  </a:lnTo>
                  <a:lnTo>
                    <a:pt x="6433756" y="3144647"/>
                  </a:lnTo>
                  <a:lnTo>
                    <a:pt x="6436817" y="3135922"/>
                  </a:lnTo>
                  <a:lnTo>
                    <a:pt x="6438659" y="3126384"/>
                  </a:lnTo>
                  <a:lnTo>
                    <a:pt x="6439179" y="3118231"/>
                  </a:lnTo>
                  <a:lnTo>
                    <a:pt x="6439281" y="3116707"/>
                  </a:lnTo>
                  <a:close/>
                </a:path>
                <a:path w="6966584" h="4886325">
                  <a:moveTo>
                    <a:pt x="6654419" y="2687434"/>
                  </a:moveTo>
                  <a:lnTo>
                    <a:pt x="6653085" y="2680830"/>
                  </a:lnTo>
                  <a:lnTo>
                    <a:pt x="6649085" y="2675128"/>
                  </a:lnTo>
                  <a:lnTo>
                    <a:pt x="6533388" y="2559431"/>
                  </a:lnTo>
                  <a:lnTo>
                    <a:pt x="6528816" y="2557653"/>
                  </a:lnTo>
                  <a:lnTo>
                    <a:pt x="6524371" y="2557653"/>
                  </a:lnTo>
                  <a:lnTo>
                    <a:pt x="6519799" y="2557653"/>
                  </a:lnTo>
                  <a:lnTo>
                    <a:pt x="6515354" y="2559431"/>
                  </a:lnTo>
                  <a:lnTo>
                    <a:pt x="6512052" y="2562987"/>
                  </a:lnTo>
                  <a:lnTo>
                    <a:pt x="6400292" y="2675128"/>
                  </a:lnTo>
                  <a:lnTo>
                    <a:pt x="6396355" y="2681046"/>
                  </a:lnTo>
                  <a:lnTo>
                    <a:pt x="6395047" y="2687726"/>
                  </a:lnTo>
                  <a:lnTo>
                    <a:pt x="6396355" y="2694330"/>
                  </a:lnTo>
                  <a:lnTo>
                    <a:pt x="6400292" y="2700020"/>
                  </a:lnTo>
                  <a:lnTo>
                    <a:pt x="6403848" y="2703576"/>
                  </a:lnTo>
                  <a:lnTo>
                    <a:pt x="6408293" y="2705227"/>
                  </a:lnTo>
                  <a:lnTo>
                    <a:pt x="6417183" y="2705227"/>
                  </a:lnTo>
                  <a:lnTo>
                    <a:pt x="6421501" y="2703576"/>
                  </a:lnTo>
                  <a:lnTo>
                    <a:pt x="6424803" y="2700020"/>
                  </a:lnTo>
                  <a:lnTo>
                    <a:pt x="6506845" y="2617851"/>
                  </a:lnTo>
                  <a:lnTo>
                    <a:pt x="6506845" y="4826508"/>
                  </a:lnTo>
                  <a:lnTo>
                    <a:pt x="6421247" y="4740910"/>
                  </a:lnTo>
                  <a:lnTo>
                    <a:pt x="6416675" y="4739132"/>
                  </a:lnTo>
                  <a:lnTo>
                    <a:pt x="6407785" y="4739132"/>
                  </a:lnTo>
                  <a:lnTo>
                    <a:pt x="6403467" y="4740910"/>
                  </a:lnTo>
                  <a:lnTo>
                    <a:pt x="6400292" y="4744466"/>
                  </a:lnTo>
                  <a:lnTo>
                    <a:pt x="6396355" y="4750371"/>
                  </a:lnTo>
                  <a:lnTo>
                    <a:pt x="6395047" y="4757001"/>
                  </a:lnTo>
                  <a:lnTo>
                    <a:pt x="6396355" y="4763452"/>
                  </a:lnTo>
                  <a:lnTo>
                    <a:pt x="6400292" y="4768850"/>
                  </a:lnTo>
                  <a:lnTo>
                    <a:pt x="6515608" y="4884547"/>
                  </a:lnTo>
                  <a:lnTo>
                    <a:pt x="6520180" y="4886198"/>
                  </a:lnTo>
                  <a:lnTo>
                    <a:pt x="6529197" y="4886198"/>
                  </a:lnTo>
                  <a:lnTo>
                    <a:pt x="6533642" y="4884547"/>
                  </a:lnTo>
                  <a:lnTo>
                    <a:pt x="6536944" y="4880991"/>
                  </a:lnTo>
                  <a:lnTo>
                    <a:pt x="6649085" y="4768850"/>
                  </a:lnTo>
                  <a:lnTo>
                    <a:pt x="6653085" y="4762957"/>
                  </a:lnTo>
                  <a:lnTo>
                    <a:pt x="6654419" y="4756429"/>
                  </a:lnTo>
                  <a:lnTo>
                    <a:pt x="6653085" y="4750016"/>
                  </a:lnTo>
                  <a:lnTo>
                    <a:pt x="6649085" y="4744466"/>
                  </a:lnTo>
                  <a:lnTo>
                    <a:pt x="6645656" y="4741164"/>
                  </a:lnTo>
                  <a:lnTo>
                    <a:pt x="6641211" y="4739513"/>
                  </a:lnTo>
                  <a:lnTo>
                    <a:pt x="6632067" y="4739513"/>
                  </a:lnTo>
                  <a:lnTo>
                    <a:pt x="6627622" y="4741291"/>
                  </a:lnTo>
                  <a:lnTo>
                    <a:pt x="6542151" y="4827016"/>
                  </a:lnTo>
                  <a:lnTo>
                    <a:pt x="6542151" y="2617851"/>
                  </a:lnTo>
                  <a:lnTo>
                    <a:pt x="6627749" y="2703576"/>
                  </a:lnTo>
                  <a:lnTo>
                    <a:pt x="6632321" y="2705227"/>
                  </a:lnTo>
                  <a:lnTo>
                    <a:pt x="6641338" y="2705227"/>
                  </a:lnTo>
                  <a:lnTo>
                    <a:pt x="6645783" y="2703576"/>
                  </a:lnTo>
                  <a:lnTo>
                    <a:pt x="6649085" y="2700020"/>
                  </a:lnTo>
                  <a:lnTo>
                    <a:pt x="6653085" y="2694114"/>
                  </a:lnTo>
                  <a:lnTo>
                    <a:pt x="6654419" y="2687434"/>
                  </a:lnTo>
                  <a:close/>
                </a:path>
                <a:path w="6966584" h="4886325">
                  <a:moveTo>
                    <a:pt x="6966458" y="627151"/>
                  </a:moveTo>
                  <a:lnTo>
                    <a:pt x="6965124" y="620560"/>
                  </a:lnTo>
                  <a:lnTo>
                    <a:pt x="6961124" y="614934"/>
                  </a:lnTo>
                  <a:lnTo>
                    <a:pt x="6957695" y="611378"/>
                  </a:lnTo>
                  <a:lnTo>
                    <a:pt x="6953123" y="609600"/>
                  </a:lnTo>
                  <a:lnTo>
                    <a:pt x="6944106" y="609600"/>
                  </a:lnTo>
                  <a:lnTo>
                    <a:pt x="6939661" y="611378"/>
                  </a:lnTo>
                  <a:lnTo>
                    <a:pt x="6936359" y="614934"/>
                  </a:lnTo>
                  <a:lnTo>
                    <a:pt x="6854190" y="697484"/>
                  </a:lnTo>
                  <a:lnTo>
                    <a:pt x="6854190" y="0"/>
                  </a:lnTo>
                  <a:lnTo>
                    <a:pt x="6819011" y="0"/>
                  </a:lnTo>
                  <a:lnTo>
                    <a:pt x="6819011" y="697103"/>
                  </a:lnTo>
                  <a:lnTo>
                    <a:pt x="6733413" y="611378"/>
                  </a:lnTo>
                  <a:lnTo>
                    <a:pt x="6728841" y="609600"/>
                  </a:lnTo>
                  <a:lnTo>
                    <a:pt x="6719824" y="609600"/>
                  </a:lnTo>
                  <a:lnTo>
                    <a:pt x="6715506" y="611378"/>
                  </a:lnTo>
                  <a:lnTo>
                    <a:pt x="6712458" y="614934"/>
                  </a:lnTo>
                  <a:lnTo>
                    <a:pt x="6708241" y="620852"/>
                  </a:lnTo>
                  <a:lnTo>
                    <a:pt x="6706832" y="627532"/>
                  </a:lnTo>
                  <a:lnTo>
                    <a:pt x="6708241" y="634136"/>
                  </a:lnTo>
                  <a:lnTo>
                    <a:pt x="6712458" y="639826"/>
                  </a:lnTo>
                  <a:lnTo>
                    <a:pt x="6827647" y="755015"/>
                  </a:lnTo>
                  <a:lnTo>
                    <a:pt x="6832219" y="756793"/>
                  </a:lnTo>
                  <a:lnTo>
                    <a:pt x="6841236" y="756793"/>
                  </a:lnTo>
                  <a:lnTo>
                    <a:pt x="6845808" y="755015"/>
                  </a:lnTo>
                  <a:lnTo>
                    <a:pt x="6848983" y="751459"/>
                  </a:lnTo>
                  <a:lnTo>
                    <a:pt x="6961124" y="639826"/>
                  </a:lnTo>
                  <a:lnTo>
                    <a:pt x="6965124" y="633857"/>
                  </a:lnTo>
                  <a:lnTo>
                    <a:pt x="6966458" y="62715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37485" y="4177792"/>
              <a:ext cx="4200524" cy="703961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22471" y="4402582"/>
              <a:ext cx="117348" cy="254380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2737485" y="5527039"/>
              <a:ext cx="4200525" cy="704215"/>
            </a:xfrm>
            <a:custGeom>
              <a:avLst/>
              <a:gdLst/>
              <a:ahLst/>
              <a:cxnLst/>
              <a:rect l="l" t="t" r="r" b="b"/>
              <a:pathLst>
                <a:path w="4200525" h="704214">
                  <a:moveTo>
                    <a:pt x="3848481" y="0"/>
                  </a:moveTo>
                  <a:lnTo>
                    <a:pt x="351916" y="0"/>
                  </a:lnTo>
                  <a:lnTo>
                    <a:pt x="304174" y="3213"/>
                  </a:lnTo>
                  <a:lnTo>
                    <a:pt x="258380" y="12574"/>
                  </a:lnTo>
                  <a:lnTo>
                    <a:pt x="214955" y="27662"/>
                  </a:lnTo>
                  <a:lnTo>
                    <a:pt x="174319" y="48057"/>
                  </a:lnTo>
                  <a:lnTo>
                    <a:pt x="136891" y="73341"/>
                  </a:lnTo>
                  <a:lnTo>
                    <a:pt x="103092" y="103092"/>
                  </a:lnTo>
                  <a:lnTo>
                    <a:pt x="73341" y="136891"/>
                  </a:lnTo>
                  <a:lnTo>
                    <a:pt x="48057" y="174319"/>
                  </a:lnTo>
                  <a:lnTo>
                    <a:pt x="27662" y="214955"/>
                  </a:lnTo>
                  <a:lnTo>
                    <a:pt x="12574" y="258380"/>
                  </a:lnTo>
                  <a:lnTo>
                    <a:pt x="3213" y="304174"/>
                  </a:lnTo>
                  <a:lnTo>
                    <a:pt x="0" y="351917"/>
                  </a:lnTo>
                  <a:lnTo>
                    <a:pt x="3213" y="399662"/>
                  </a:lnTo>
                  <a:lnTo>
                    <a:pt x="12574" y="445463"/>
                  </a:lnTo>
                  <a:lnTo>
                    <a:pt x="27662" y="488898"/>
                  </a:lnTo>
                  <a:lnTo>
                    <a:pt x="48057" y="529547"/>
                  </a:lnTo>
                  <a:lnTo>
                    <a:pt x="73341" y="566990"/>
                  </a:lnTo>
                  <a:lnTo>
                    <a:pt x="103092" y="600805"/>
                  </a:lnTo>
                  <a:lnTo>
                    <a:pt x="136891" y="630572"/>
                  </a:lnTo>
                  <a:lnTo>
                    <a:pt x="174319" y="655870"/>
                  </a:lnTo>
                  <a:lnTo>
                    <a:pt x="214955" y="676278"/>
                  </a:lnTo>
                  <a:lnTo>
                    <a:pt x="258380" y="691377"/>
                  </a:lnTo>
                  <a:lnTo>
                    <a:pt x="304174" y="700744"/>
                  </a:lnTo>
                  <a:lnTo>
                    <a:pt x="351916" y="703961"/>
                  </a:lnTo>
                  <a:lnTo>
                    <a:pt x="3848481" y="703961"/>
                  </a:lnTo>
                  <a:lnTo>
                    <a:pt x="3896226" y="700744"/>
                  </a:lnTo>
                  <a:lnTo>
                    <a:pt x="3942027" y="691377"/>
                  </a:lnTo>
                  <a:lnTo>
                    <a:pt x="3985462" y="676278"/>
                  </a:lnTo>
                  <a:lnTo>
                    <a:pt x="4026111" y="655870"/>
                  </a:lnTo>
                  <a:lnTo>
                    <a:pt x="4063554" y="630572"/>
                  </a:lnTo>
                  <a:lnTo>
                    <a:pt x="4097369" y="600805"/>
                  </a:lnTo>
                  <a:lnTo>
                    <a:pt x="4127136" y="566990"/>
                  </a:lnTo>
                  <a:lnTo>
                    <a:pt x="4152434" y="529547"/>
                  </a:lnTo>
                  <a:lnTo>
                    <a:pt x="4172842" y="488898"/>
                  </a:lnTo>
                  <a:lnTo>
                    <a:pt x="4187941" y="445463"/>
                  </a:lnTo>
                  <a:lnTo>
                    <a:pt x="4197308" y="399662"/>
                  </a:lnTo>
                  <a:lnTo>
                    <a:pt x="4200524" y="351917"/>
                  </a:lnTo>
                  <a:lnTo>
                    <a:pt x="4197308" y="304174"/>
                  </a:lnTo>
                  <a:lnTo>
                    <a:pt x="4187941" y="258380"/>
                  </a:lnTo>
                  <a:lnTo>
                    <a:pt x="4172842" y="214955"/>
                  </a:lnTo>
                  <a:lnTo>
                    <a:pt x="4152434" y="174319"/>
                  </a:lnTo>
                  <a:lnTo>
                    <a:pt x="4127136" y="136891"/>
                  </a:lnTo>
                  <a:lnTo>
                    <a:pt x="4097369" y="103092"/>
                  </a:lnTo>
                  <a:lnTo>
                    <a:pt x="4063554" y="73341"/>
                  </a:lnTo>
                  <a:lnTo>
                    <a:pt x="4026111" y="48057"/>
                  </a:lnTo>
                  <a:lnTo>
                    <a:pt x="3985462" y="27662"/>
                  </a:lnTo>
                  <a:lnTo>
                    <a:pt x="3942027" y="12574"/>
                  </a:lnTo>
                  <a:lnTo>
                    <a:pt x="3896226" y="3213"/>
                  </a:lnTo>
                  <a:lnTo>
                    <a:pt x="3848481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4147820" y="5806313"/>
              <a:ext cx="1986280" cy="158750"/>
            </a:xfrm>
            <a:custGeom>
              <a:avLst/>
              <a:gdLst/>
              <a:ahLst/>
              <a:cxnLst/>
              <a:rect l="l" t="t" r="r" b="b"/>
              <a:pathLst>
                <a:path w="1986279" h="158750">
                  <a:moveTo>
                    <a:pt x="1151254" y="6985"/>
                  </a:moveTo>
                  <a:lnTo>
                    <a:pt x="1093469" y="6985"/>
                  </a:lnTo>
                  <a:lnTo>
                    <a:pt x="1093469" y="154812"/>
                  </a:lnTo>
                  <a:lnTo>
                    <a:pt x="1117472" y="154812"/>
                  </a:lnTo>
                  <a:lnTo>
                    <a:pt x="1117472" y="96647"/>
                  </a:lnTo>
                  <a:lnTo>
                    <a:pt x="1151254" y="96647"/>
                  </a:lnTo>
                  <a:lnTo>
                    <a:pt x="1173662" y="93575"/>
                  </a:lnTo>
                  <a:lnTo>
                    <a:pt x="1190021" y="84740"/>
                  </a:lnTo>
                  <a:lnTo>
                    <a:pt x="1197669" y="74040"/>
                  </a:lnTo>
                  <a:lnTo>
                    <a:pt x="1117472" y="74040"/>
                  </a:lnTo>
                  <a:lnTo>
                    <a:pt x="1117472" y="29083"/>
                  </a:lnTo>
                  <a:lnTo>
                    <a:pt x="1196928" y="29083"/>
                  </a:lnTo>
                  <a:lnTo>
                    <a:pt x="1190021" y="19288"/>
                  </a:lnTo>
                  <a:lnTo>
                    <a:pt x="1173662" y="10189"/>
                  </a:lnTo>
                  <a:lnTo>
                    <a:pt x="1151254" y="6985"/>
                  </a:lnTo>
                  <a:close/>
                </a:path>
                <a:path w="1986279" h="158750">
                  <a:moveTo>
                    <a:pt x="1196928" y="29083"/>
                  </a:moveTo>
                  <a:lnTo>
                    <a:pt x="1150365" y="29083"/>
                  </a:lnTo>
                  <a:lnTo>
                    <a:pt x="1150365" y="29463"/>
                  </a:lnTo>
                  <a:lnTo>
                    <a:pt x="1162861" y="30809"/>
                  </a:lnTo>
                  <a:lnTo>
                    <a:pt x="1171654" y="34893"/>
                  </a:lnTo>
                  <a:lnTo>
                    <a:pt x="1176851" y="41786"/>
                  </a:lnTo>
                  <a:lnTo>
                    <a:pt x="1178559" y="51562"/>
                  </a:lnTo>
                  <a:lnTo>
                    <a:pt x="1176851" y="61610"/>
                  </a:lnTo>
                  <a:lnTo>
                    <a:pt x="1171654" y="68611"/>
                  </a:lnTo>
                  <a:lnTo>
                    <a:pt x="1162861" y="72707"/>
                  </a:lnTo>
                  <a:lnTo>
                    <a:pt x="1150365" y="74040"/>
                  </a:lnTo>
                  <a:lnTo>
                    <a:pt x="1197669" y="74040"/>
                  </a:lnTo>
                  <a:lnTo>
                    <a:pt x="1200046" y="70715"/>
                  </a:lnTo>
                  <a:lnTo>
                    <a:pt x="1203452" y="52070"/>
                  </a:lnTo>
                  <a:lnTo>
                    <a:pt x="1200046" y="33506"/>
                  </a:lnTo>
                  <a:lnTo>
                    <a:pt x="1196928" y="29083"/>
                  </a:lnTo>
                  <a:close/>
                </a:path>
                <a:path w="1986279" h="158750">
                  <a:moveTo>
                    <a:pt x="736345" y="51053"/>
                  </a:moveTo>
                  <a:lnTo>
                    <a:pt x="715783" y="54925"/>
                  </a:lnTo>
                  <a:lnTo>
                    <a:pt x="699769" y="65833"/>
                  </a:lnTo>
                  <a:lnTo>
                    <a:pt x="689375" y="82718"/>
                  </a:lnTo>
                  <a:lnTo>
                    <a:pt x="685672" y="104521"/>
                  </a:lnTo>
                  <a:lnTo>
                    <a:pt x="689516" y="126317"/>
                  </a:lnTo>
                  <a:lnTo>
                    <a:pt x="700230" y="143065"/>
                  </a:lnTo>
                  <a:lnTo>
                    <a:pt x="716587" y="153812"/>
                  </a:lnTo>
                  <a:lnTo>
                    <a:pt x="737362" y="157607"/>
                  </a:lnTo>
                  <a:lnTo>
                    <a:pt x="748712" y="156922"/>
                  </a:lnTo>
                  <a:lnTo>
                    <a:pt x="759491" y="154606"/>
                  </a:lnTo>
                  <a:lnTo>
                    <a:pt x="769651" y="150266"/>
                  </a:lnTo>
                  <a:lnTo>
                    <a:pt x="779144" y="143510"/>
                  </a:lnTo>
                  <a:lnTo>
                    <a:pt x="775439" y="138429"/>
                  </a:lnTo>
                  <a:lnTo>
                    <a:pt x="738758" y="138429"/>
                  </a:lnTo>
                  <a:lnTo>
                    <a:pt x="728501" y="136955"/>
                  </a:lnTo>
                  <a:lnTo>
                    <a:pt x="719470" y="132349"/>
                  </a:lnTo>
                  <a:lnTo>
                    <a:pt x="712559" y="124338"/>
                  </a:lnTo>
                  <a:lnTo>
                    <a:pt x="708659" y="112649"/>
                  </a:lnTo>
                  <a:lnTo>
                    <a:pt x="783843" y="112649"/>
                  </a:lnTo>
                  <a:lnTo>
                    <a:pt x="783843" y="110236"/>
                  </a:lnTo>
                  <a:lnTo>
                    <a:pt x="784225" y="107441"/>
                  </a:lnTo>
                  <a:lnTo>
                    <a:pt x="784225" y="104521"/>
                  </a:lnTo>
                  <a:lnTo>
                    <a:pt x="782820" y="95631"/>
                  </a:lnTo>
                  <a:lnTo>
                    <a:pt x="710056" y="95631"/>
                  </a:lnTo>
                  <a:lnTo>
                    <a:pt x="712521" y="85653"/>
                  </a:lnTo>
                  <a:lnTo>
                    <a:pt x="717772" y="77819"/>
                  </a:lnTo>
                  <a:lnTo>
                    <a:pt x="725737" y="72699"/>
                  </a:lnTo>
                  <a:lnTo>
                    <a:pt x="736345" y="70865"/>
                  </a:lnTo>
                  <a:lnTo>
                    <a:pt x="773949" y="70865"/>
                  </a:lnTo>
                  <a:lnTo>
                    <a:pt x="771048" y="65833"/>
                  </a:lnTo>
                  <a:lnTo>
                    <a:pt x="755935" y="54925"/>
                  </a:lnTo>
                  <a:lnTo>
                    <a:pt x="736345" y="51053"/>
                  </a:lnTo>
                  <a:close/>
                </a:path>
                <a:path w="1986279" h="158750">
                  <a:moveTo>
                    <a:pt x="767841" y="128015"/>
                  </a:moveTo>
                  <a:lnTo>
                    <a:pt x="761297" y="132214"/>
                  </a:lnTo>
                  <a:lnTo>
                    <a:pt x="753967" y="135508"/>
                  </a:lnTo>
                  <a:lnTo>
                    <a:pt x="746303" y="137660"/>
                  </a:lnTo>
                  <a:lnTo>
                    <a:pt x="738758" y="138429"/>
                  </a:lnTo>
                  <a:lnTo>
                    <a:pt x="775439" y="138429"/>
                  </a:lnTo>
                  <a:lnTo>
                    <a:pt x="767841" y="128015"/>
                  </a:lnTo>
                  <a:close/>
                </a:path>
                <a:path w="1986279" h="158750">
                  <a:moveTo>
                    <a:pt x="773949" y="70865"/>
                  </a:moveTo>
                  <a:lnTo>
                    <a:pt x="736345" y="70865"/>
                  </a:lnTo>
                  <a:lnTo>
                    <a:pt x="746001" y="72556"/>
                  </a:lnTo>
                  <a:lnTo>
                    <a:pt x="753681" y="77438"/>
                  </a:lnTo>
                  <a:lnTo>
                    <a:pt x="759170" y="85224"/>
                  </a:lnTo>
                  <a:lnTo>
                    <a:pt x="762253" y="95631"/>
                  </a:lnTo>
                  <a:lnTo>
                    <a:pt x="782820" y="95631"/>
                  </a:lnTo>
                  <a:lnTo>
                    <a:pt x="780780" y="82718"/>
                  </a:lnTo>
                  <a:lnTo>
                    <a:pt x="773949" y="70865"/>
                  </a:lnTo>
                  <a:close/>
                </a:path>
                <a:path w="1986279" h="158750">
                  <a:moveTo>
                    <a:pt x="211708" y="51053"/>
                  </a:moveTo>
                  <a:lnTo>
                    <a:pt x="190122" y="55121"/>
                  </a:lnTo>
                  <a:lnTo>
                    <a:pt x="172847" y="66357"/>
                  </a:lnTo>
                  <a:lnTo>
                    <a:pt x="161381" y="83308"/>
                  </a:lnTo>
                  <a:lnTo>
                    <a:pt x="157225" y="104521"/>
                  </a:lnTo>
                  <a:lnTo>
                    <a:pt x="161309" y="125728"/>
                  </a:lnTo>
                  <a:lnTo>
                    <a:pt x="172656" y="142541"/>
                  </a:lnTo>
                  <a:lnTo>
                    <a:pt x="189908" y="153616"/>
                  </a:lnTo>
                  <a:lnTo>
                    <a:pt x="211708" y="157607"/>
                  </a:lnTo>
                  <a:lnTo>
                    <a:pt x="233729" y="153616"/>
                  </a:lnTo>
                  <a:lnTo>
                    <a:pt x="251094" y="142541"/>
                  </a:lnTo>
                  <a:lnTo>
                    <a:pt x="255170" y="136525"/>
                  </a:lnTo>
                  <a:lnTo>
                    <a:pt x="211708" y="136525"/>
                  </a:lnTo>
                  <a:lnTo>
                    <a:pt x="199233" y="134167"/>
                  </a:lnTo>
                  <a:lnTo>
                    <a:pt x="189245" y="127571"/>
                  </a:lnTo>
                  <a:lnTo>
                    <a:pt x="182616" y="117451"/>
                  </a:lnTo>
                  <a:lnTo>
                    <a:pt x="180212" y="104521"/>
                  </a:lnTo>
                  <a:lnTo>
                    <a:pt x="182616" y="91604"/>
                  </a:lnTo>
                  <a:lnTo>
                    <a:pt x="189245" y="81391"/>
                  </a:lnTo>
                  <a:lnTo>
                    <a:pt x="199233" y="74677"/>
                  </a:lnTo>
                  <a:lnTo>
                    <a:pt x="211708" y="72262"/>
                  </a:lnTo>
                  <a:lnTo>
                    <a:pt x="254913" y="72262"/>
                  </a:lnTo>
                  <a:lnTo>
                    <a:pt x="250904" y="66357"/>
                  </a:lnTo>
                  <a:lnTo>
                    <a:pt x="233515" y="55121"/>
                  </a:lnTo>
                  <a:lnTo>
                    <a:pt x="211708" y="51053"/>
                  </a:lnTo>
                  <a:close/>
                </a:path>
                <a:path w="1986279" h="158750">
                  <a:moveTo>
                    <a:pt x="254913" y="72262"/>
                  </a:moveTo>
                  <a:lnTo>
                    <a:pt x="211708" y="72262"/>
                  </a:lnTo>
                  <a:lnTo>
                    <a:pt x="224405" y="74677"/>
                  </a:lnTo>
                  <a:lnTo>
                    <a:pt x="234505" y="81391"/>
                  </a:lnTo>
                  <a:lnTo>
                    <a:pt x="241176" y="91604"/>
                  </a:lnTo>
                  <a:lnTo>
                    <a:pt x="243585" y="104521"/>
                  </a:lnTo>
                  <a:lnTo>
                    <a:pt x="241176" y="117451"/>
                  </a:lnTo>
                  <a:lnTo>
                    <a:pt x="234505" y="127571"/>
                  </a:lnTo>
                  <a:lnTo>
                    <a:pt x="224405" y="134167"/>
                  </a:lnTo>
                  <a:lnTo>
                    <a:pt x="211708" y="136525"/>
                  </a:lnTo>
                  <a:lnTo>
                    <a:pt x="255170" y="136525"/>
                  </a:lnTo>
                  <a:lnTo>
                    <a:pt x="262483" y="125728"/>
                  </a:lnTo>
                  <a:lnTo>
                    <a:pt x="266572" y="104521"/>
                  </a:lnTo>
                  <a:lnTo>
                    <a:pt x="262411" y="83308"/>
                  </a:lnTo>
                  <a:lnTo>
                    <a:pt x="254913" y="72262"/>
                  </a:lnTo>
                  <a:close/>
                </a:path>
                <a:path w="1986279" h="158750">
                  <a:moveTo>
                    <a:pt x="1330578" y="51562"/>
                  </a:moveTo>
                  <a:lnTo>
                    <a:pt x="1310278" y="55673"/>
                  </a:lnTo>
                  <a:lnTo>
                    <a:pt x="1310681" y="55673"/>
                  </a:lnTo>
                  <a:lnTo>
                    <a:pt x="1294923" y="66675"/>
                  </a:lnTo>
                  <a:lnTo>
                    <a:pt x="1284287" y="83601"/>
                  </a:lnTo>
                  <a:lnTo>
                    <a:pt x="1280505" y="104521"/>
                  </a:lnTo>
                  <a:lnTo>
                    <a:pt x="1280414" y="105028"/>
                  </a:lnTo>
                  <a:lnTo>
                    <a:pt x="1295014" y="143510"/>
                  </a:lnTo>
                  <a:lnTo>
                    <a:pt x="1330578" y="158623"/>
                  </a:lnTo>
                  <a:lnTo>
                    <a:pt x="1340524" y="157529"/>
                  </a:lnTo>
                  <a:lnTo>
                    <a:pt x="1349184" y="154447"/>
                  </a:lnTo>
                  <a:lnTo>
                    <a:pt x="1356510" y="149675"/>
                  </a:lnTo>
                  <a:lnTo>
                    <a:pt x="1362455" y="143510"/>
                  </a:lnTo>
                  <a:lnTo>
                    <a:pt x="1384553" y="143510"/>
                  </a:lnTo>
                  <a:lnTo>
                    <a:pt x="1384553" y="136525"/>
                  </a:lnTo>
                  <a:lnTo>
                    <a:pt x="1333372" y="136525"/>
                  </a:lnTo>
                  <a:lnTo>
                    <a:pt x="1320680" y="133971"/>
                  </a:lnTo>
                  <a:lnTo>
                    <a:pt x="1311084" y="127047"/>
                  </a:lnTo>
                  <a:lnTo>
                    <a:pt x="1305012" y="116861"/>
                  </a:lnTo>
                  <a:lnTo>
                    <a:pt x="1302980" y="105028"/>
                  </a:lnTo>
                  <a:lnTo>
                    <a:pt x="1302892" y="104521"/>
                  </a:lnTo>
                  <a:lnTo>
                    <a:pt x="1305012" y="91979"/>
                  </a:lnTo>
                  <a:lnTo>
                    <a:pt x="1311084" y="81724"/>
                  </a:lnTo>
                  <a:lnTo>
                    <a:pt x="1320680" y="74802"/>
                  </a:lnTo>
                  <a:lnTo>
                    <a:pt x="1333372" y="72262"/>
                  </a:lnTo>
                  <a:lnTo>
                    <a:pt x="1384553" y="72262"/>
                  </a:lnTo>
                  <a:lnTo>
                    <a:pt x="1384553" y="66166"/>
                  </a:lnTo>
                  <a:lnTo>
                    <a:pt x="1362455" y="66166"/>
                  </a:lnTo>
                  <a:lnTo>
                    <a:pt x="1356510" y="60295"/>
                  </a:lnTo>
                  <a:lnTo>
                    <a:pt x="1349184" y="55673"/>
                  </a:lnTo>
                  <a:lnTo>
                    <a:pt x="1340524" y="52647"/>
                  </a:lnTo>
                  <a:lnTo>
                    <a:pt x="1330578" y="51562"/>
                  </a:lnTo>
                  <a:close/>
                </a:path>
                <a:path w="1986279" h="158750">
                  <a:moveTo>
                    <a:pt x="1384553" y="143510"/>
                  </a:moveTo>
                  <a:lnTo>
                    <a:pt x="1362455" y="143510"/>
                  </a:lnTo>
                  <a:lnTo>
                    <a:pt x="1362455" y="156210"/>
                  </a:lnTo>
                  <a:lnTo>
                    <a:pt x="1384553" y="156210"/>
                  </a:lnTo>
                  <a:lnTo>
                    <a:pt x="1384553" y="143510"/>
                  </a:lnTo>
                  <a:close/>
                </a:path>
                <a:path w="1986279" h="158750">
                  <a:moveTo>
                    <a:pt x="1384553" y="72262"/>
                  </a:moveTo>
                  <a:lnTo>
                    <a:pt x="1333372" y="72262"/>
                  </a:lnTo>
                  <a:lnTo>
                    <a:pt x="1346119" y="74802"/>
                  </a:lnTo>
                  <a:lnTo>
                    <a:pt x="1345926" y="74802"/>
                  </a:lnTo>
                  <a:lnTo>
                    <a:pt x="1355470" y="81581"/>
                  </a:lnTo>
                  <a:lnTo>
                    <a:pt x="1361662" y="91819"/>
                  </a:lnTo>
                  <a:lnTo>
                    <a:pt x="1363852" y="104521"/>
                  </a:lnTo>
                  <a:lnTo>
                    <a:pt x="1361762" y="116861"/>
                  </a:lnTo>
                  <a:lnTo>
                    <a:pt x="1361662" y="117451"/>
                  </a:lnTo>
                  <a:lnTo>
                    <a:pt x="1355470" y="127571"/>
                  </a:lnTo>
                  <a:lnTo>
                    <a:pt x="1345850" y="134167"/>
                  </a:lnTo>
                  <a:lnTo>
                    <a:pt x="1333372" y="136525"/>
                  </a:lnTo>
                  <a:lnTo>
                    <a:pt x="1384553" y="136525"/>
                  </a:lnTo>
                  <a:lnTo>
                    <a:pt x="1384553" y="72262"/>
                  </a:lnTo>
                  <a:close/>
                </a:path>
                <a:path w="1986279" h="158750">
                  <a:moveTo>
                    <a:pt x="1384553" y="53848"/>
                  </a:moveTo>
                  <a:lnTo>
                    <a:pt x="1362455" y="53848"/>
                  </a:lnTo>
                  <a:lnTo>
                    <a:pt x="1362455" y="66166"/>
                  </a:lnTo>
                  <a:lnTo>
                    <a:pt x="1384553" y="66166"/>
                  </a:lnTo>
                  <a:lnTo>
                    <a:pt x="1384553" y="53848"/>
                  </a:lnTo>
                  <a:close/>
                </a:path>
                <a:path w="1986279" h="158750">
                  <a:moveTo>
                    <a:pt x="1647316" y="51053"/>
                  </a:moveTo>
                  <a:lnTo>
                    <a:pt x="1625750" y="55121"/>
                  </a:lnTo>
                  <a:lnTo>
                    <a:pt x="1608518" y="66357"/>
                  </a:lnTo>
                  <a:lnTo>
                    <a:pt x="1597096" y="83308"/>
                  </a:lnTo>
                  <a:lnTo>
                    <a:pt x="1592960" y="104521"/>
                  </a:lnTo>
                  <a:lnTo>
                    <a:pt x="1597042" y="125728"/>
                  </a:lnTo>
                  <a:lnTo>
                    <a:pt x="1608375" y="142541"/>
                  </a:lnTo>
                  <a:lnTo>
                    <a:pt x="1625590" y="153616"/>
                  </a:lnTo>
                  <a:lnTo>
                    <a:pt x="1647316" y="157607"/>
                  </a:lnTo>
                  <a:lnTo>
                    <a:pt x="1669331" y="153616"/>
                  </a:lnTo>
                  <a:lnTo>
                    <a:pt x="1686559" y="142541"/>
                  </a:lnTo>
                  <a:lnTo>
                    <a:pt x="1690577" y="136525"/>
                  </a:lnTo>
                  <a:lnTo>
                    <a:pt x="1647316" y="136525"/>
                  </a:lnTo>
                  <a:lnTo>
                    <a:pt x="1634700" y="134167"/>
                  </a:lnTo>
                  <a:lnTo>
                    <a:pt x="1624774" y="127571"/>
                  </a:lnTo>
                  <a:lnTo>
                    <a:pt x="1618277" y="117451"/>
                  </a:lnTo>
                  <a:lnTo>
                    <a:pt x="1615947" y="104521"/>
                  </a:lnTo>
                  <a:lnTo>
                    <a:pt x="1618277" y="91604"/>
                  </a:lnTo>
                  <a:lnTo>
                    <a:pt x="1624774" y="81391"/>
                  </a:lnTo>
                  <a:lnTo>
                    <a:pt x="1634700" y="74677"/>
                  </a:lnTo>
                  <a:lnTo>
                    <a:pt x="1647316" y="72262"/>
                  </a:lnTo>
                  <a:lnTo>
                    <a:pt x="1690173" y="72262"/>
                  </a:lnTo>
                  <a:lnTo>
                    <a:pt x="1686179" y="66357"/>
                  </a:lnTo>
                  <a:lnTo>
                    <a:pt x="1668903" y="55121"/>
                  </a:lnTo>
                  <a:lnTo>
                    <a:pt x="1647316" y="51053"/>
                  </a:lnTo>
                  <a:close/>
                </a:path>
                <a:path w="1986279" h="158750">
                  <a:moveTo>
                    <a:pt x="1690173" y="72262"/>
                  </a:moveTo>
                  <a:lnTo>
                    <a:pt x="1647316" y="72262"/>
                  </a:lnTo>
                  <a:lnTo>
                    <a:pt x="1660086" y="74677"/>
                  </a:lnTo>
                  <a:lnTo>
                    <a:pt x="1670224" y="81391"/>
                  </a:lnTo>
                  <a:lnTo>
                    <a:pt x="1676909" y="91604"/>
                  </a:lnTo>
                  <a:lnTo>
                    <a:pt x="1679320" y="104521"/>
                  </a:lnTo>
                  <a:lnTo>
                    <a:pt x="1676909" y="117451"/>
                  </a:lnTo>
                  <a:lnTo>
                    <a:pt x="1670224" y="127571"/>
                  </a:lnTo>
                  <a:lnTo>
                    <a:pt x="1660086" y="134167"/>
                  </a:lnTo>
                  <a:lnTo>
                    <a:pt x="1647316" y="136525"/>
                  </a:lnTo>
                  <a:lnTo>
                    <a:pt x="1690577" y="136525"/>
                  </a:lnTo>
                  <a:lnTo>
                    <a:pt x="1697787" y="125728"/>
                  </a:lnTo>
                  <a:lnTo>
                    <a:pt x="1701800" y="104521"/>
                  </a:lnTo>
                  <a:lnTo>
                    <a:pt x="1697644" y="83308"/>
                  </a:lnTo>
                  <a:lnTo>
                    <a:pt x="1690173" y="72262"/>
                  </a:lnTo>
                  <a:close/>
                </a:path>
                <a:path w="1986279" h="158750">
                  <a:moveTo>
                    <a:pt x="315849" y="53848"/>
                  </a:moveTo>
                  <a:lnTo>
                    <a:pt x="293750" y="53848"/>
                  </a:lnTo>
                  <a:lnTo>
                    <a:pt x="293750" y="154812"/>
                  </a:lnTo>
                  <a:lnTo>
                    <a:pt x="316356" y="154812"/>
                  </a:lnTo>
                  <a:lnTo>
                    <a:pt x="316425" y="98044"/>
                  </a:lnTo>
                  <a:lnTo>
                    <a:pt x="318410" y="86971"/>
                  </a:lnTo>
                  <a:lnTo>
                    <a:pt x="324024" y="78612"/>
                  </a:lnTo>
                  <a:lnTo>
                    <a:pt x="332376" y="73493"/>
                  </a:lnTo>
                  <a:lnTo>
                    <a:pt x="342645" y="71754"/>
                  </a:lnTo>
                  <a:lnTo>
                    <a:pt x="382907" y="71754"/>
                  </a:lnTo>
                  <a:lnTo>
                    <a:pt x="379053" y="66166"/>
                  </a:lnTo>
                  <a:lnTo>
                    <a:pt x="315849" y="66166"/>
                  </a:lnTo>
                  <a:lnTo>
                    <a:pt x="315849" y="53848"/>
                  </a:lnTo>
                  <a:close/>
                </a:path>
                <a:path w="1986279" h="158750">
                  <a:moveTo>
                    <a:pt x="382907" y="71754"/>
                  </a:moveTo>
                  <a:lnTo>
                    <a:pt x="342645" y="71754"/>
                  </a:lnTo>
                  <a:lnTo>
                    <a:pt x="352433" y="73493"/>
                  </a:lnTo>
                  <a:lnTo>
                    <a:pt x="359849" y="78612"/>
                  </a:lnTo>
                  <a:lnTo>
                    <a:pt x="364505" y="86810"/>
                  </a:lnTo>
                  <a:lnTo>
                    <a:pt x="366140" y="98044"/>
                  </a:lnTo>
                  <a:lnTo>
                    <a:pt x="366140" y="154304"/>
                  </a:lnTo>
                  <a:lnTo>
                    <a:pt x="388619" y="154304"/>
                  </a:lnTo>
                  <a:lnTo>
                    <a:pt x="388619" y="91059"/>
                  </a:lnTo>
                  <a:lnTo>
                    <a:pt x="385073" y="74896"/>
                  </a:lnTo>
                  <a:lnTo>
                    <a:pt x="382907" y="71754"/>
                  </a:lnTo>
                  <a:close/>
                </a:path>
                <a:path w="1986279" h="158750">
                  <a:moveTo>
                    <a:pt x="346837" y="51053"/>
                  </a:moveTo>
                  <a:lnTo>
                    <a:pt x="338566" y="51683"/>
                  </a:lnTo>
                  <a:lnTo>
                    <a:pt x="330278" y="54000"/>
                  </a:lnTo>
                  <a:lnTo>
                    <a:pt x="322548" y="58608"/>
                  </a:lnTo>
                  <a:lnTo>
                    <a:pt x="315849" y="66166"/>
                  </a:lnTo>
                  <a:lnTo>
                    <a:pt x="379053" y="66166"/>
                  </a:lnTo>
                  <a:lnTo>
                    <a:pt x="376348" y="62245"/>
                  </a:lnTo>
                  <a:lnTo>
                    <a:pt x="363313" y="54000"/>
                  </a:lnTo>
                  <a:lnTo>
                    <a:pt x="346837" y="51053"/>
                  </a:lnTo>
                  <a:close/>
                </a:path>
                <a:path w="1986279" h="158750">
                  <a:moveTo>
                    <a:pt x="462788" y="0"/>
                  </a:moveTo>
                  <a:lnTo>
                    <a:pt x="447597" y="2875"/>
                  </a:lnTo>
                  <a:lnTo>
                    <a:pt x="437086" y="10715"/>
                  </a:lnTo>
                  <a:lnTo>
                    <a:pt x="430980" y="22342"/>
                  </a:lnTo>
                  <a:lnTo>
                    <a:pt x="429005" y="36575"/>
                  </a:lnTo>
                  <a:lnTo>
                    <a:pt x="429005" y="53466"/>
                  </a:lnTo>
                  <a:lnTo>
                    <a:pt x="408304" y="53466"/>
                  </a:lnTo>
                  <a:lnTo>
                    <a:pt x="408304" y="73151"/>
                  </a:lnTo>
                  <a:lnTo>
                    <a:pt x="429005" y="73151"/>
                  </a:lnTo>
                  <a:lnTo>
                    <a:pt x="429005" y="154812"/>
                  </a:lnTo>
                  <a:lnTo>
                    <a:pt x="450976" y="154812"/>
                  </a:lnTo>
                  <a:lnTo>
                    <a:pt x="450976" y="74040"/>
                  </a:lnTo>
                  <a:lnTo>
                    <a:pt x="485775" y="74040"/>
                  </a:lnTo>
                  <a:lnTo>
                    <a:pt x="485775" y="53848"/>
                  </a:lnTo>
                  <a:lnTo>
                    <a:pt x="451992" y="53848"/>
                  </a:lnTo>
                  <a:lnTo>
                    <a:pt x="451992" y="27177"/>
                  </a:lnTo>
                  <a:lnTo>
                    <a:pt x="456691" y="21082"/>
                  </a:lnTo>
                  <a:lnTo>
                    <a:pt x="485421" y="21082"/>
                  </a:lnTo>
                  <a:lnTo>
                    <a:pt x="490981" y="7365"/>
                  </a:lnTo>
                  <a:lnTo>
                    <a:pt x="485005" y="4286"/>
                  </a:lnTo>
                  <a:lnTo>
                    <a:pt x="478408" y="1968"/>
                  </a:lnTo>
                  <a:lnTo>
                    <a:pt x="471050" y="507"/>
                  </a:lnTo>
                  <a:lnTo>
                    <a:pt x="462788" y="0"/>
                  </a:lnTo>
                  <a:close/>
                </a:path>
                <a:path w="1986279" h="158750">
                  <a:moveTo>
                    <a:pt x="485421" y="21082"/>
                  </a:moveTo>
                  <a:lnTo>
                    <a:pt x="471169" y="21082"/>
                  </a:lnTo>
                  <a:lnTo>
                    <a:pt x="478281" y="23367"/>
                  </a:lnTo>
                  <a:lnTo>
                    <a:pt x="483362" y="26162"/>
                  </a:lnTo>
                  <a:lnTo>
                    <a:pt x="485421" y="21082"/>
                  </a:lnTo>
                  <a:close/>
                </a:path>
                <a:path w="1986279" h="158750">
                  <a:moveTo>
                    <a:pt x="532638" y="2794"/>
                  </a:moveTo>
                  <a:lnTo>
                    <a:pt x="510666" y="2794"/>
                  </a:lnTo>
                  <a:lnTo>
                    <a:pt x="510666" y="154812"/>
                  </a:lnTo>
                  <a:lnTo>
                    <a:pt x="532638" y="154812"/>
                  </a:lnTo>
                  <a:lnTo>
                    <a:pt x="532638" y="2794"/>
                  </a:lnTo>
                  <a:close/>
                </a:path>
                <a:path w="1986279" h="158750">
                  <a:moveTo>
                    <a:pt x="833501" y="53848"/>
                  </a:moveTo>
                  <a:lnTo>
                    <a:pt x="811910" y="53848"/>
                  </a:lnTo>
                  <a:lnTo>
                    <a:pt x="811910" y="154812"/>
                  </a:lnTo>
                  <a:lnTo>
                    <a:pt x="834516" y="154812"/>
                  </a:lnTo>
                  <a:lnTo>
                    <a:pt x="834585" y="98044"/>
                  </a:lnTo>
                  <a:lnTo>
                    <a:pt x="836570" y="86971"/>
                  </a:lnTo>
                  <a:lnTo>
                    <a:pt x="842184" y="78612"/>
                  </a:lnTo>
                  <a:lnTo>
                    <a:pt x="850536" y="73493"/>
                  </a:lnTo>
                  <a:lnTo>
                    <a:pt x="860805" y="71754"/>
                  </a:lnTo>
                  <a:lnTo>
                    <a:pt x="900890" y="71754"/>
                  </a:lnTo>
                  <a:lnTo>
                    <a:pt x="897102" y="66166"/>
                  </a:lnTo>
                  <a:lnTo>
                    <a:pt x="833501" y="66166"/>
                  </a:lnTo>
                  <a:lnTo>
                    <a:pt x="833501" y="53848"/>
                  </a:lnTo>
                  <a:close/>
                </a:path>
                <a:path w="1986279" h="158750">
                  <a:moveTo>
                    <a:pt x="900890" y="71754"/>
                  </a:moveTo>
                  <a:lnTo>
                    <a:pt x="860805" y="71754"/>
                  </a:lnTo>
                  <a:lnTo>
                    <a:pt x="870573" y="73493"/>
                  </a:lnTo>
                  <a:lnTo>
                    <a:pt x="877946" y="78612"/>
                  </a:lnTo>
                  <a:lnTo>
                    <a:pt x="882558" y="86810"/>
                  </a:lnTo>
                  <a:lnTo>
                    <a:pt x="884174" y="98044"/>
                  </a:lnTo>
                  <a:lnTo>
                    <a:pt x="884174" y="154304"/>
                  </a:lnTo>
                  <a:lnTo>
                    <a:pt x="906271" y="154304"/>
                  </a:lnTo>
                  <a:lnTo>
                    <a:pt x="906271" y="91059"/>
                  </a:lnTo>
                  <a:lnTo>
                    <a:pt x="903019" y="74896"/>
                  </a:lnTo>
                  <a:lnTo>
                    <a:pt x="900890" y="71754"/>
                  </a:lnTo>
                  <a:close/>
                </a:path>
                <a:path w="1986279" h="158750">
                  <a:moveTo>
                    <a:pt x="864996" y="51053"/>
                  </a:moveTo>
                  <a:lnTo>
                    <a:pt x="856718" y="51683"/>
                  </a:lnTo>
                  <a:lnTo>
                    <a:pt x="848374" y="54000"/>
                  </a:lnTo>
                  <a:lnTo>
                    <a:pt x="840493" y="58608"/>
                  </a:lnTo>
                  <a:lnTo>
                    <a:pt x="833501" y="66166"/>
                  </a:lnTo>
                  <a:lnTo>
                    <a:pt x="897102" y="66166"/>
                  </a:lnTo>
                  <a:lnTo>
                    <a:pt x="894445" y="62245"/>
                  </a:lnTo>
                  <a:lnTo>
                    <a:pt x="881465" y="54000"/>
                  </a:lnTo>
                  <a:lnTo>
                    <a:pt x="864996" y="51053"/>
                  </a:lnTo>
                  <a:close/>
                </a:path>
                <a:path w="1986279" h="158750">
                  <a:moveTo>
                    <a:pt x="1253108" y="2794"/>
                  </a:moveTo>
                  <a:lnTo>
                    <a:pt x="1231010" y="2794"/>
                  </a:lnTo>
                  <a:lnTo>
                    <a:pt x="1231010" y="154812"/>
                  </a:lnTo>
                  <a:lnTo>
                    <a:pt x="1253108" y="154812"/>
                  </a:lnTo>
                  <a:lnTo>
                    <a:pt x="1253108" y="2794"/>
                  </a:lnTo>
                  <a:close/>
                </a:path>
                <a:path w="1986279" h="158750">
                  <a:moveTo>
                    <a:pt x="1555877" y="0"/>
                  </a:moveTo>
                  <a:lnTo>
                    <a:pt x="1540686" y="2875"/>
                  </a:lnTo>
                  <a:lnTo>
                    <a:pt x="1530175" y="10715"/>
                  </a:lnTo>
                  <a:lnTo>
                    <a:pt x="1524069" y="22342"/>
                  </a:lnTo>
                  <a:lnTo>
                    <a:pt x="1522094" y="36575"/>
                  </a:lnTo>
                  <a:lnTo>
                    <a:pt x="1522094" y="53466"/>
                  </a:lnTo>
                  <a:lnTo>
                    <a:pt x="1501393" y="53466"/>
                  </a:lnTo>
                  <a:lnTo>
                    <a:pt x="1501393" y="73151"/>
                  </a:lnTo>
                  <a:lnTo>
                    <a:pt x="1522094" y="73151"/>
                  </a:lnTo>
                  <a:lnTo>
                    <a:pt x="1522094" y="154812"/>
                  </a:lnTo>
                  <a:lnTo>
                    <a:pt x="1544065" y="154812"/>
                  </a:lnTo>
                  <a:lnTo>
                    <a:pt x="1544065" y="74040"/>
                  </a:lnTo>
                  <a:lnTo>
                    <a:pt x="1578864" y="74040"/>
                  </a:lnTo>
                  <a:lnTo>
                    <a:pt x="1578864" y="53848"/>
                  </a:lnTo>
                  <a:lnTo>
                    <a:pt x="1544574" y="53848"/>
                  </a:lnTo>
                  <a:lnTo>
                    <a:pt x="1544574" y="27177"/>
                  </a:lnTo>
                  <a:lnTo>
                    <a:pt x="1549272" y="21082"/>
                  </a:lnTo>
                  <a:lnTo>
                    <a:pt x="1578510" y="21082"/>
                  </a:lnTo>
                  <a:lnTo>
                    <a:pt x="1584070" y="7365"/>
                  </a:lnTo>
                  <a:lnTo>
                    <a:pt x="1578094" y="4286"/>
                  </a:lnTo>
                  <a:lnTo>
                    <a:pt x="1571497" y="1968"/>
                  </a:lnTo>
                  <a:lnTo>
                    <a:pt x="1564139" y="507"/>
                  </a:lnTo>
                  <a:lnTo>
                    <a:pt x="1555877" y="0"/>
                  </a:lnTo>
                  <a:close/>
                </a:path>
                <a:path w="1986279" h="158750">
                  <a:moveTo>
                    <a:pt x="1578510" y="21082"/>
                  </a:moveTo>
                  <a:lnTo>
                    <a:pt x="1564258" y="21082"/>
                  </a:lnTo>
                  <a:lnTo>
                    <a:pt x="1571370" y="23367"/>
                  </a:lnTo>
                  <a:lnTo>
                    <a:pt x="1576451" y="26162"/>
                  </a:lnTo>
                  <a:lnTo>
                    <a:pt x="1578510" y="21082"/>
                  </a:lnTo>
                  <a:close/>
                </a:path>
                <a:path w="1986279" h="158750">
                  <a:moveTo>
                    <a:pt x="1751076" y="53848"/>
                  </a:moveTo>
                  <a:lnTo>
                    <a:pt x="1729485" y="53848"/>
                  </a:lnTo>
                  <a:lnTo>
                    <a:pt x="1729485" y="154812"/>
                  </a:lnTo>
                  <a:lnTo>
                    <a:pt x="1751583" y="154812"/>
                  </a:lnTo>
                  <a:lnTo>
                    <a:pt x="1751583" y="98933"/>
                  </a:lnTo>
                  <a:lnTo>
                    <a:pt x="1753411" y="87639"/>
                  </a:lnTo>
                  <a:lnTo>
                    <a:pt x="1758489" y="79263"/>
                  </a:lnTo>
                  <a:lnTo>
                    <a:pt x="1766210" y="74054"/>
                  </a:lnTo>
                  <a:lnTo>
                    <a:pt x="1775967" y="72262"/>
                  </a:lnTo>
                  <a:lnTo>
                    <a:pt x="1793650" y="72262"/>
                  </a:lnTo>
                  <a:lnTo>
                    <a:pt x="1795355" y="65150"/>
                  </a:lnTo>
                  <a:lnTo>
                    <a:pt x="1751076" y="65150"/>
                  </a:lnTo>
                  <a:lnTo>
                    <a:pt x="1751076" y="53848"/>
                  </a:lnTo>
                  <a:close/>
                </a:path>
                <a:path w="1986279" h="158750">
                  <a:moveTo>
                    <a:pt x="1793650" y="72262"/>
                  </a:moveTo>
                  <a:lnTo>
                    <a:pt x="1781047" y="72262"/>
                  </a:lnTo>
                  <a:lnTo>
                    <a:pt x="1788159" y="73151"/>
                  </a:lnTo>
                  <a:lnTo>
                    <a:pt x="1792858" y="75564"/>
                  </a:lnTo>
                  <a:lnTo>
                    <a:pt x="1793650" y="72262"/>
                  </a:lnTo>
                  <a:close/>
                </a:path>
                <a:path w="1986279" h="158750">
                  <a:moveTo>
                    <a:pt x="1787270" y="51053"/>
                  </a:moveTo>
                  <a:lnTo>
                    <a:pt x="1780666" y="51053"/>
                  </a:lnTo>
                  <a:lnTo>
                    <a:pt x="1771614" y="51935"/>
                  </a:lnTo>
                  <a:lnTo>
                    <a:pt x="1763585" y="54578"/>
                  </a:lnTo>
                  <a:lnTo>
                    <a:pt x="1756699" y="58983"/>
                  </a:lnTo>
                  <a:lnTo>
                    <a:pt x="1751076" y="65150"/>
                  </a:lnTo>
                  <a:lnTo>
                    <a:pt x="1795355" y="65150"/>
                  </a:lnTo>
                  <a:lnTo>
                    <a:pt x="1798065" y="53848"/>
                  </a:lnTo>
                  <a:lnTo>
                    <a:pt x="1792351" y="52070"/>
                  </a:lnTo>
                  <a:lnTo>
                    <a:pt x="1787270" y="51053"/>
                  </a:lnTo>
                  <a:close/>
                </a:path>
                <a:path w="1986279" h="158750">
                  <a:moveTo>
                    <a:pt x="1841627" y="53848"/>
                  </a:moveTo>
                  <a:lnTo>
                    <a:pt x="1820037" y="53848"/>
                  </a:lnTo>
                  <a:lnTo>
                    <a:pt x="1820037" y="154812"/>
                  </a:lnTo>
                  <a:lnTo>
                    <a:pt x="1842134" y="154812"/>
                  </a:lnTo>
                  <a:lnTo>
                    <a:pt x="1842203" y="98044"/>
                  </a:lnTo>
                  <a:lnTo>
                    <a:pt x="1844188" y="86971"/>
                  </a:lnTo>
                  <a:lnTo>
                    <a:pt x="1849802" y="78612"/>
                  </a:lnTo>
                  <a:lnTo>
                    <a:pt x="1858154" y="73493"/>
                  </a:lnTo>
                  <a:lnTo>
                    <a:pt x="1868424" y="71754"/>
                  </a:lnTo>
                  <a:lnTo>
                    <a:pt x="1935405" y="71754"/>
                  </a:lnTo>
                  <a:lnTo>
                    <a:pt x="1940687" y="70865"/>
                  </a:lnTo>
                  <a:lnTo>
                    <a:pt x="1980309" y="70865"/>
                  </a:lnTo>
                  <a:lnTo>
                    <a:pt x="1979268" y="69341"/>
                  </a:lnTo>
                  <a:lnTo>
                    <a:pt x="1907793" y="69341"/>
                  </a:lnTo>
                  <a:lnTo>
                    <a:pt x="1905197" y="66166"/>
                  </a:lnTo>
                  <a:lnTo>
                    <a:pt x="1841627" y="66166"/>
                  </a:lnTo>
                  <a:lnTo>
                    <a:pt x="1841627" y="53848"/>
                  </a:lnTo>
                  <a:close/>
                </a:path>
                <a:path w="1986279" h="158750">
                  <a:moveTo>
                    <a:pt x="1935405" y="71754"/>
                  </a:moveTo>
                  <a:lnTo>
                    <a:pt x="1868424" y="71754"/>
                  </a:lnTo>
                  <a:lnTo>
                    <a:pt x="1878425" y="73493"/>
                  </a:lnTo>
                  <a:lnTo>
                    <a:pt x="1884592" y="77739"/>
                  </a:lnTo>
                  <a:lnTo>
                    <a:pt x="1885817" y="78612"/>
                  </a:lnTo>
                  <a:lnTo>
                    <a:pt x="1890355" y="86810"/>
                  </a:lnTo>
                  <a:lnTo>
                    <a:pt x="1891848" y="97536"/>
                  </a:lnTo>
                  <a:lnTo>
                    <a:pt x="1891918" y="154304"/>
                  </a:lnTo>
                  <a:lnTo>
                    <a:pt x="1914397" y="154304"/>
                  </a:lnTo>
                  <a:lnTo>
                    <a:pt x="1914486" y="97536"/>
                  </a:lnTo>
                  <a:lnTo>
                    <a:pt x="1930417" y="72594"/>
                  </a:lnTo>
                  <a:lnTo>
                    <a:pt x="1935405" y="71754"/>
                  </a:lnTo>
                  <a:close/>
                </a:path>
                <a:path w="1986279" h="158750">
                  <a:moveTo>
                    <a:pt x="1980309" y="70865"/>
                  </a:moveTo>
                  <a:lnTo>
                    <a:pt x="1940687" y="70865"/>
                  </a:lnTo>
                  <a:lnTo>
                    <a:pt x="1950531" y="72594"/>
                  </a:lnTo>
                  <a:lnTo>
                    <a:pt x="1957946" y="77739"/>
                  </a:lnTo>
                  <a:lnTo>
                    <a:pt x="1962564" y="86028"/>
                  </a:lnTo>
                  <a:lnTo>
                    <a:pt x="1964181" y="97536"/>
                  </a:lnTo>
                  <a:lnTo>
                    <a:pt x="1964181" y="153924"/>
                  </a:lnTo>
                  <a:lnTo>
                    <a:pt x="1986152" y="153924"/>
                  </a:lnTo>
                  <a:lnTo>
                    <a:pt x="1986152" y="90550"/>
                  </a:lnTo>
                  <a:lnTo>
                    <a:pt x="1982918" y="74681"/>
                  </a:lnTo>
                  <a:lnTo>
                    <a:pt x="1980309" y="70865"/>
                  </a:lnTo>
                  <a:close/>
                </a:path>
                <a:path w="1986279" h="158750">
                  <a:moveTo>
                    <a:pt x="1944877" y="51053"/>
                  </a:moveTo>
                  <a:lnTo>
                    <a:pt x="1935047" y="51804"/>
                  </a:lnTo>
                  <a:lnTo>
                    <a:pt x="1925002" y="54578"/>
                  </a:lnTo>
                  <a:lnTo>
                    <a:pt x="1915624" y="60162"/>
                  </a:lnTo>
                  <a:lnTo>
                    <a:pt x="1907793" y="69341"/>
                  </a:lnTo>
                  <a:lnTo>
                    <a:pt x="1979268" y="69341"/>
                  </a:lnTo>
                  <a:lnTo>
                    <a:pt x="1974373" y="62182"/>
                  </a:lnTo>
                  <a:lnTo>
                    <a:pt x="1961399" y="53992"/>
                  </a:lnTo>
                  <a:lnTo>
                    <a:pt x="1944877" y="51053"/>
                  </a:lnTo>
                  <a:close/>
                </a:path>
                <a:path w="1986279" h="158750">
                  <a:moveTo>
                    <a:pt x="1872614" y="51053"/>
                  </a:moveTo>
                  <a:lnTo>
                    <a:pt x="1863008" y="51804"/>
                  </a:lnTo>
                  <a:lnTo>
                    <a:pt x="1864123" y="51804"/>
                  </a:lnTo>
                  <a:lnTo>
                    <a:pt x="1856260" y="53992"/>
                  </a:lnTo>
                  <a:lnTo>
                    <a:pt x="1848397" y="58608"/>
                  </a:lnTo>
                  <a:lnTo>
                    <a:pt x="1841627" y="66166"/>
                  </a:lnTo>
                  <a:lnTo>
                    <a:pt x="1905197" y="66166"/>
                  </a:lnTo>
                  <a:lnTo>
                    <a:pt x="1901600" y="61769"/>
                  </a:lnTo>
                  <a:lnTo>
                    <a:pt x="1893585" y="56006"/>
                  </a:lnTo>
                  <a:lnTo>
                    <a:pt x="1883880" y="52339"/>
                  </a:lnTo>
                  <a:lnTo>
                    <a:pt x="1872614" y="51053"/>
                  </a:lnTo>
                  <a:close/>
                </a:path>
                <a:path w="1986279" h="158750">
                  <a:moveTo>
                    <a:pt x="77469" y="4190"/>
                  </a:moveTo>
                  <a:lnTo>
                    <a:pt x="46345" y="9947"/>
                  </a:lnTo>
                  <a:lnTo>
                    <a:pt x="21828" y="25955"/>
                  </a:lnTo>
                  <a:lnTo>
                    <a:pt x="5764" y="50321"/>
                  </a:lnTo>
                  <a:lnTo>
                    <a:pt x="0" y="81152"/>
                  </a:lnTo>
                  <a:lnTo>
                    <a:pt x="5764" y="111476"/>
                  </a:lnTo>
                  <a:lnTo>
                    <a:pt x="21828" y="135715"/>
                  </a:lnTo>
                  <a:lnTo>
                    <a:pt x="46345" y="151786"/>
                  </a:lnTo>
                  <a:lnTo>
                    <a:pt x="77469" y="157607"/>
                  </a:lnTo>
                  <a:lnTo>
                    <a:pt x="96095" y="155626"/>
                  </a:lnTo>
                  <a:lnTo>
                    <a:pt x="112839" y="149860"/>
                  </a:lnTo>
                  <a:lnTo>
                    <a:pt x="127011" y="140569"/>
                  </a:lnTo>
                  <a:lnTo>
                    <a:pt x="131740" y="135127"/>
                  </a:lnTo>
                  <a:lnTo>
                    <a:pt x="77469" y="135127"/>
                  </a:lnTo>
                  <a:lnTo>
                    <a:pt x="56616" y="131177"/>
                  </a:lnTo>
                  <a:lnTo>
                    <a:pt x="40084" y="120094"/>
                  </a:lnTo>
                  <a:lnTo>
                    <a:pt x="29196" y="103034"/>
                  </a:lnTo>
                  <a:lnTo>
                    <a:pt x="25272" y="81152"/>
                  </a:lnTo>
                  <a:lnTo>
                    <a:pt x="29196" y="59217"/>
                  </a:lnTo>
                  <a:lnTo>
                    <a:pt x="40084" y="42163"/>
                  </a:lnTo>
                  <a:lnTo>
                    <a:pt x="56616" y="31111"/>
                  </a:lnTo>
                  <a:lnTo>
                    <a:pt x="77469" y="27177"/>
                  </a:lnTo>
                  <a:lnTo>
                    <a:pt x="132037" y="27177"/>
                  </a:lnTo>
                  <a:lnTo>
                    <a:pt x="127601" y="21978"/>
                  </a:lnTo>
                  <a:lnTo>
                    <a:pt x="113236" y="12382"/>
                  </a:lnTo>
                  <a:lnTo>
                    <a:pt x="96228" y="6310"/>
                  </a:lnTo>
                  <a:lnTo>
                    <a:pt x="77469" y="4190"/>
                  </a:lnTo>
                  <a:close/>
                </a:path>
                <a:path w="1986279" h="158750">
                  <a:moveTo>
                    <a:pt x="118744" y="113919"/>
                  </a:moveTo>
                  <a:lnTo>
                    <a:pt x="110831" y="122805"/>
                  </a:lnTo>
                  <a:lnTo>
                    <a:pt x="101250" y="129476"/>
                  </a:lnTo>
                  <a:lnTo>
                    <a:pt x="90098" y="133671"/>
                  </a:lnTo>
                  <a:lnTo>
                    <a:pt x="77469" y="135127"/>
                  </a:lnTo>
                  <a:lnTo>
                    <a:pt x="131740" y="135127"/>
                  </a:lnTo>
                  <a:lnTo>
                    <a:pt x="137921" y="128015"/>
                  </a:lnTo>
                  <a:lnTo>
                    <a:pt x="118744" y="113919"/>
                  </a:lnTo>
                  <a:close/>
                </a:path>
                <a:path w="1986279" h="158750">
                  <a:moveTo>
                    <a:pt x="132037" y="27177"/>
                  </a:moveTo>
                  <a:lnTo>
                    <a:pt x="77469" y="27177"/>
                  </a:lnTo>
                  <a:lnTo>
                    <a:pt x="90169" y="28632"/>
                  </a:lnTo>
                  <a:lnTo>
                    <a:pt x="101441" y="32813"/>
                  </a:lnTo>
                  <a:lnTo>
                    <a:pt x="111045" y="39447"/>
                  </a:lnTo>
                  <a:lnTo>
                    <a:pt x="118744" y="48260"/>
                  </a:lnTo>
                  <a:lnTo>
                    <a:pt x="138429" y="34671"/>
                  </a:lnTo>
                  <a:lnTo>
                    <a:pt x="132037" y="27177"/>
                  </a:lnTo>
                  <a:close/>
                </a:path>
                <a:path w="1986279" h="158750">
                  <a:moveTo>
                    <a:pt x="588517" y="53848"/>
                  </a:moveTo>
                  <a:lnTo>
                    <a:pt x="566038" y="53848"/>
                  </a:lnTo>
                  <a:lnTo>
                    <a:pt x="566038" y="112140"/>
                  </a:lnTo>
                  <a:lnTo>
                    <a:pt x="570005" y="132907"/>
                  </a:lnTo>
                  <a:lnTo>
                    <a:pt x="580532" y="147018"/>
                  </a:lnTo>
                  <a:lnTo>
                    <a:pt x="595560" y="155057"/>
                  </a:lnTo>
                  <a:lnTo>
                    <a:pt x="613028" y="157607"/>
                  </a:lnTo>
                  <a:lnTo>
                    <a:pt x="630209" y="155057"/>
                  </a:lnTo>
                  <a:lnTo>
                    <a:pt x="645223" y="147018"/>
                  </a:lnTo>
                  <a:lnTo>
                    <a:pt x="652460" y="137413"/>
                  </a:lnTo>
                  <a:lnTo>
                    <a:pt x="613028" y="137413"/>
                  </a:lnTo>
                  <a:lnTo>
                    <a:pt x="603627" y="136007"/>
                  </a:lnTo>
                  <a:lnTo>
                    <a:pt x="595820" y="131397"/>
                  </a:lnTo>
                  <a:lnTo>
                    <a:pt x="590490" y="123001"/>
                  </a:lnTo>
                  <a:lnTo>
                    <a:pt x="588517" y="110236"/>
                  </a:lnTo>
                  <a:lnTo>
                    <a:pt x="588517" y="53848"/>
                  </a:lnTo>
                  <a:close/>
                </a:path>
                <a:path w="1986279" h="158750">
                  <a:moveTo>
                    <a:pt x="659891" y="53848"/>
                  </a:moveTo>
                  <a:lnTo>
                    <a:pt x="637793" y="53848"/>
                  </a:lnTo>
                  <a:lnTo>
                    <a:pt x="637793" y="110236"/>
                  </a:lnTo>
                  <a:lnTo>
                    <a:pt x="635817" y="122572"/>
                  </a:lnTo>
                  <a:lnTo>
                    <a:pt x="630459" y="131016"/>
                  </a:lnTo>
                  <a:lnTo>
                    <a:pt x="622577" y="135864"/>
                  </a:lnTo>
                  <a:lnTo>
                    <a:pt x="613028" y="137413"/>
                  </a:lnTo>
                  <a:lnTo>
                    <a:pt x="652460" y="137413"/>
                  </a:lnTo>
                  <a:lnTo>
                    <a:pt x="655855" y="132907"/>
                  </a:lnTo>
                  <a:lnTo>
                    <a:pt x="659891" y="112140"/>
                  </a:lnTo>
                  <a:lnTo>
                    <a:pt x="659891" y="53848"/>
                  </a:lnTo>
                  <a:close/>
                </a:path>
                <a:path w="1986279" h="158750">
                  <a:moveTo>
                    <a:pt x="1007237" y="53848"/>
                  </a:moveTo>
                  <a:lnTo>
                    <a:pt x="926464" y="53848"/>
                  </a:lnTo>
                  <a:lnTo>
                    <a:pt x="926464" y="74040"/>
                  </a:lnTo>
                  <a:lnTo>
                    <a:pt x="946150" y="74040"/>
                  </a:lnTo>
                  <a:lnTo>
                    <a:pt x="946150" y="118617"/>
                  </a:lnTo>
                  <a:lnTo>
                    <a:pt x="948634" y="136015"/>
                  </a:lnTo>
                  <a:lnTo>
                    <a:pt x="955833" y="148161"/>
                  </a:lnTo>
                  <a:lnTo>
                    <a:pt x="967366" y="155283"/>
                  </a:lnTo>
                  <a:lnTo>
                    <a:pt x="982852" y="157607"/>
                  </a:lnTo>
                  <a:lnTo>
                    <a:pt x="991800" y="156793"/>
                  </a:lnTo>
                  <a:lnTo>
                    <a:pt x="999855" y="154622"/>
                  </a:lnTo>
                  <a:lnTo>
                    <a:pt x="1007123" y="151499"/>
                  </a:lnTo>
                  <a:lnTo>
                    <a:pt x="1013713" y="147827"/>
                  </a:lnTo>
                  <a:lnTo>
                    <a:pt x="1008392" y="137413"/>
                  </a:lnTo>
                  <a:lnTo>
                    <a:pt x="975740" y="137413"/>
                  </a:lnTo>
                  <a:lnTo>
                    <a:pt x="968755" y="131825"/>
                  </a:lnTo>
                  <a:lnTo>
                    <a:pt x="968755" y="74549"/>
                  </a:lnTo>
                  <a:lnTo>
                    <a:pt x="1007237" y="74549"/>
                  </a:lnTo>
                  <a:lnTo>
                    <a:pt x="1007237" y="53848"/>
                  </a:lnTo>
                  <a:close/>
                </a:path>
                <a:path w="1986279" h="158750">
                  <a:moveTo>
                    <a:pt x="1004824" y="130428"/>
                  </a:moveTo>
                  <a:lnTo>
                    <a:pt x="999235" y="133731"/>
                  </a:lnTo>
                  <a:lnTo>
                    <a:pt x="991742" y="137413"/>
                  </a:lnTo>
                  <a:lnTo>
                    <a:pt x="1008392" y="137413"/>
                  </a:lnTo>
                  <a:lnTo>
                    <a:pt x="1004824" y="130428"/>
                  </a:lnTo>
                  <a:close/>
                </a:path>
                <a:path w="1986279" h="158750">
                  <a:moveTo>
                    <a:pt x="968755" y="23367"/>
                  </a:moveTo>
                  <a:lnTo>
                    <a:pt x="946150" y="23367"/>
                  </a:lnTo>
                  <a:lnTo>
                    <a:pt x="946150" y="53848"/>
                  </a:lnTo>
                  <a:lnTo>
                    <a:pt x="968755" y="53848"/>
                  </a:lnTo>
                  <a:lnTo>
                    <a:pt x="968755" y="23367"/>
                  </a:lnTo>
                  <a:close/>
                </a:path>
                <a:path w="1986279" h="158750">
                  <a:moveTo>
                    <a:pt x="1488185" y="53848"/>
                  </a:moveTo>
                  <a:lnTo>
                    <a:pt x="1407540" y="53848"/>
                  </a:lnTo>
                  <a:lnTo>
                    <a:pt x="1407540" y="74040"/>
                  </a:lnTo>
                  <a:lnTo>
                    <a:pt x="1427226" y="74040"/>
                  </a:lnTo>
                  <a:lnTo>
                    <a:pt x="1427226" y="118617"/>
                  </a:lnTo>
                  <a:lnTo>
                    <a:pt x="1429708" y="136015"/>
                  </a:lnTo>
                  <a:lnTo>
                    <a:pt x="1436893" y="148161"/>
                  </a:lnTo>
                  <a:lnTo>
                    <a:pt x="1448389" y="155283"/>
                  </a:lnTo>
                  <a:lnTo>
                    <a:pt x="1463802" y="157607"/>
                  </a:lnTo>
                  <a:lnTo>
                    <a:pt x="1472894" y="156793"/>
                  </a:lnTo>
                  <a:lnTo>
                    <a:pt x="1481105" y="154622"/>
                  </a:lnTo>
                  <a:lnTo>
                    <a:pt x="1488412" y="151499"/>
                  </a:lnTo>
                  <a:lnTo>
                    <a:pt x="1494789" y="147827"/>
                  </a:lnTo>
                  <a:lnTo>
                    <a:pt x="1489468" y="137413"/>
                  </a:lnTo>
                  <a:lnTo>
                    <a:pt x="1456816" y="137413"/>
                  </a:lnTo>
                  <a:lnTo>
                    <a:pt x="1449831" y="131825"/>
                  </a:lnTo>
                  <a:lnTo>
                    <a:pt x="1449831" y="74549"/>
                  </a:lnTo>
                  <a:lnTo>
                    <a:pt x="1488185" y="74549"/>
                  </a:lnTo>
                  <a:lnTo>
                    <a:pt x="1488185" y="53848"/>
                  </a:lnTo>
                  <a:close/>
                </a:path>
                <a:path w="1986279" h="158750">
                  <a:moveTo>
                    <a:pt x="1485900" y="130428"/>
                  </a:moveTo>
                  <a:lnTo>
                    <a:pt x="1480312" y="133731"/>
                  </a:lnTo>
                  <a:lnTo>
                    <a:pt x="1472691" y="137413"/>
                  </a:lnTo>
                  <a:lnTo>
                    <a:pt x="1489468" y="137413"/>
                  </a:lnTo>
                  <a:lnTo>
                    <a:pt x="1485900" y="130428"/>
                  </a:lnTo>
                  <a:close/>
                </a:path>
                <a:path w="1986279" h="158750">
                  <a:moveTo>
                    <a:pt x="1449831" y="23367"/>
                  </a:moveTo>
                  <a:lnTo>
                    <a:pt x="1427226" y="23367"/>
                  </a:lnTo>
                  <a:lnTo>
                    <a:pt x="1427226" y="53848"/>
                  </a:lnTo>
                  <a:lnTo>
                    <a:pt x="1449831" y="53848"/>
                  </a:lnTo>
                  <a:lnTo>
                    <a:pt x="1449831" y="233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40963" y="5644362"/>
              <a:ext cx="39419" cy="274091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3553295" y="4383277"/>
              <a:ext cx="6975475" cy="1704975"/>
            </a:xfrm>
            <a:custGeom>
              <a:avLst/>
              <a:gdLst/>
              <a:ahLst/>
              <a:cxnLst/>
              <a:rect l="l" t="t" r="r" b="b"/>
              <a:pathLst>
                <a:path w="6975475" h="1704975">
                  <a:moveTo>
                    <a:pt x="410070" y="1355140"/>
                  </a:moveTo>
                  <a:lnTo>
                    <a:pt x="405155" y="1340599"/>
                  </a:lnTo>
                  <a:lnTo>
                    <a:pt x="390309" y="1331849"/>
                  </a:lnTo>
                  <a:lnTo>
                    <a:pt x="359829" y="1325600"/>
                  </a:lnTo>
                  <a:lnTo>
                    <a:pt x="359829" y="1354963"/>
                  </a:lnTo>
                  <a:lnTo>
                    <a:pt x="205016" y="1384427"/>
                  </a:lnTo>
                  <a:lnTo>
                    <a:pt x="49568" y="1353439"/>
                  </a:lnTo>
                  <a:lnTo>
                    <a:pt x="204508" y="1323467"/>
                  </a:lnTo>
                  <a:lnTo>
                    <a:pt x="359829" y="1354963"/>
                  </a:lnTo>
                  <a:lnTo>
                    <a:pt x="359829" y="1325600"/>
                  </a:lnTo>
                  <a:lnTo>
                    <a:pt x="349427" y="1323467"/>
                  </a:lnTo>
                  <a:lnTo>
                    <a:pt x="210096" y="1294892"/>
                  </a:lnTo>
                  <a:lnTo>
                    <a:pt x="206921" y="1294384"/>
                  </a:lnTo>
                  <a:lnTo>
                    <a:pt x="203111" y="1294384"/>
                  </a:lnTo>
                  <a:lnTo>
                    <a:pt x="199809" y="1294892"/>
                  </a:lnTo>
                  <a:lnTo>
                    <a:pt x="20104" y="1330960"/>
                  </a:lnTo>
                  <a:lnTo>
                    <a:pt x="5029" y="1339634"/>
                  </a:lnTo>
                  <a:lnTo>
                    <a:pt x="0" y="1353997"/>
                  </a:lnTo>
                  <a:lnTo>
                    <a:pt x="5029" y="1368348"/>
                  </a:lnTo>
                  <a:lnTo>
                    <a:pt x="20104" y="1376934"/>
                  </a:lnTo>
                  <a:lnTo>
                    <a:pt x="200317" y="1412240"/>
                  </a:lnTo>
                  <a:lnTo>
                    <a:pt x="203111" y="1413129"/>
                  </a:lnTo>
                  <a:lnTo>
                    <a:pt x="206921" y="1413129"/>
                  </a:lnTo>
                  <a:lnTo>
                    <a:pt x="210096" y="1412240"/>
                  </a:lnTo>
                  <a:lnTo>
                    <a:pt x="357593" y="1384427"/>
                  </a:lnTo>
                  <a:lnTo>
                    <a:pt x="389928" y="1378331"/>
                  </a:lnTo>
                  <a:lnTo>
                    <a:pt x="405003" y="1369669"/>
                  </a:lnTo>
                  <a:lnTo>
                    <a:pt x="410070" y="1355140"/>
                  </a:lnTo>
                  <a:close/>
                </a:path>
                <a:path w="6975475" h="1704975">
                  <a:moveTo>
                    <a:pt x="410502" y="1655699"/>
                  </a:moveTo>
                  <a:lnTo>
                    <a:pt x="408597" y="1647825"/>
                  </a:lnTo>
                  <a:lnTo>
                    <a:pt x="406819" y="1639316"/>
                  </a:lnTo>
                  <a:lnTo>
                    <a:pt x="399199" y="1634109"/>
                  </a:lnTo>
                  <a:lnTo>
                    <a:pt x="391833" y="1636014"/>
                  </a:lnTo>
                  <a:lnTo>
                    <a:pt x="206413" y="1674495"/>
                  </a:lnTo>
                  <a:lnTo>
                    <a:pt x="204508" y="1674495"/>
                  </a:lnTo>
                  <a:lnTo>
                    <a:pt x="19088" y="1636014"/>
                  </a:lnTo>
                  <a:lnTo>
                    <a:pt x="11595" y="1634109"/>
                  </a:lnTo>
                  <a:lnTo>
                    <a:pt x="3594" y="1639316"/>
                  </a:lnTo>
                  <a:lnTo>
                    <a:pt x="2197" y="1647825"/>
                  </a:lnTo>
                  <a:lnTo>
                    <a:pt x="292" y="1655699"/>
                  </a:lnTo>
                  <a:lnTo>
                    <a:pt x="4991" y="1663700"/>
                  </a:lnTo>
                  <a:lnTo>
                    <a:pt x="12992" y="1665097"/>
                  </a:lnTo>
                  <a:lnTo>
                    <a:pt x="203111" y="1704975"/>
                  </a:lnTo>
                  <a:lnTo>
                    <a:pt x="207302" y="1704975"/>
                  </a:lnTo>
                  <a:lnTo>
                    <a:pt x="397421" y="1665097"/>
                  </a:lnTo>
                  <a:lnTo>
                    <a:pt x="404914" y="1663700"/>
                  </a:lnTo>
                  <a:lnTo>
                    <a:pt x="410502" y="1655699"/>
                  </a:lnTo>
                  <a:close/>
                </a:path>
                <a:path w="6975475" h="1704975">
                  <a:moveTo>
                    <a:pt x="410502" y="1459611"/>
                  </a:moveTo>
                  <a:lnTo>
                    <a:pt x="406819" y="1443101"/>
                  </a:lnTo>
                  <a:lnTo>
                    <a:pt x="399199" y="1437513"/>
                  </a:lnTo>
                  <a:lnTo>
                    <a:pt x="391833" y="1439418"/>
                  </a:lnTo>
                  <a:lnTo>
                    <a:pt x="206413" y="1478407"/>
                  </a:lnTo>
                  <a:lnTo>
                    <a:pt x="204508" y="1478407"/>
                  </a:lnTo>
                  <a:lnTo>
                    <a:pt x="19088" y="1439418"/>
                  </a:lnTo>
                  <a:lnTo>
                    <a:pt x="11595" y="1437513"/>
                  </a:lnTo>
                  <a:lnTo>
                    <a:pt x="3594" y="1443101"/>
                  </a:lnTo>
                  <a:lnTo>
                    <a:pt x="2197" y="1451102"/>
                  </a:lnTo>
                  <a:lnTo>
                    <a:pt x="292" y="1459611"/>
                  </a:lnTo>
                  <a:lnTo>
                    <a:pt x="4991" y="1467104"/>
                  </a:lnTo>
                  <a:lnTo>
                    <a:pt x="12992" y="1469009"/>
                  </a:lnTo>
                  <a:lnTo>
                    <a:pt x="198412" y="1507490"/>
                  </a:lnTo>
                  <a:lnTo>
                    <a:pt x="203111" y="1508887"/>
                  </a:lnTo>
                  <a:lnTo>
                    <a:pt x="207302" y="1508887"/>
                  </a:lnTo>
                  <a:lnTo>
                    <a:pt x="212001" y="1507490"/>
                  </a:lnTo>
                  <a:lnTo>
                    <a:pt x="397421" y="1469009"/>
                  </a:lnTo>
                  <a:lnTo>
                    <a:pt x="404914" y="1467104"/>
                  </a:lnTo>
                  <a:lnTo>
                    <a:pt x="410502" y="1459611"/>
                  </a:lnTo>
                  <a:close/>
                </a:path>
                <a:path w="6975475" h="1704975">
                  <a:moveTo>
                    <a:pt x="411010" y="1559052"/>
                  </a:moveTo>
                  <a:lnTo>
                    <a:pt x="407327" y="1542669"/>
                  </a:lnTo>
                  <a:lnTo>
                    <a:pt x="399707" y="1537462"/>
                  </a:lnTo>
                  <a:lnTo>
                    <a:pt x="392214" y="1539367"/>
                  </a:lnTo>
                  <a:lnTo>
                    <a:pt x="206921" y="1577848"/>
                  </a:lnTo>
                  <a:lnTo>
                    <a:pt x="205016" y="1577848"/>
                  </a:lnTo>
                  <a:lnTo>
                    <a:pt x="20104" y="1539367"/>
                  </a:lnTo>
                  <a:lnTo>
                    <a:pt x="12611" y="1537462"/>
                  </a:lnTo>
                  <a:lnTo>
                    <a:pt x="4991" y="1542669"/>
                  </a:lnTo>
                  <a:lnTo>
                    <a:pt x="3213" y="1551051"/>
                  </a:lnTo>
                  <a:lnTo>
                    <a:pt x="1308" y="1559052"/>
                  </a:lnTo>
                  <a:lnTo>
                    <a:pt x="6007" y="1566545"/>
                  </a:lnTo>
                  <a:lnTo>
                    <a:pt x="13881" y="1568450"/>
                  </a:lnTo>
                  <a:lnTo>
                    <a:pt x="204000" y="1608328"/>
                  </a:lnTo>
                  <a:lnTo>
                    <a:pt x="207810" y="1608328"/>
                  </a:lnTo>
                  <a:lnTo>
                    <a:pt x="397929" y="1568450"/>
                  </a:lnTo>
                  <a:lnTo>
                    <a:pt x="405803" y="1566545"/>
                  </a:lnTo>
                  <a:lnTo>
                    <a:pt x="411010" y="1559052"/>
                  </a:lnTo>
                  <a:close/>
                </a:path>
                <a:path w="6975475" h="1704975">
                  <a:moveTo>
                    <a:pt x="6975132" y="821309"/>
                  </a:moveTo>
                  <a:lnTo>
                    <a:pt x="6973735" y="773036"/>
                  </a:lnTo>
                  <a:lnTo>
                    <a:pt x="6969595" y="725500"/>
                  </a:lnTo>
                  <a:lnTo>
                    <a:pt x="6962800" y="678776"/>
                  </a:lnTo>
                  <a:lnTo>
                    <a:pt x="6953428" y="632942"/>
                  </a:lnTo>
                  <a:lnTo>
                    <a:pt x="6941540" y="588073"/>
                  </a:lnTo>
                  <a:lnTo>
                    <a:pt x="6927228" y="544258"/>
                  </a:lnTo>
                  <a:lnTo>
                    <a:pt x="6910552" y="501548"/>
                  </a:lnTo>
                  <a:lnTo>
                    <a:pt x="6891617" y="460044"/>
                  </a:lnTo>
                  <a:lnTo>
                    <a:pt x="6870471" y="419823"/>
                  </a:lnTo>
                  <a:lnTo>
                    <a:pt x="6847205" y="380949"/>
                  </a:lnTo>
                  <a:lnTo>
                    <a:pt x="6821906" y="343496"/>
                  </a:lnTo>
                  <a:lnTo>
                    <a:pt x="6794627" y="307555"/>
                  </a:lnTo>
                  <a:lnTo>
                    <a:pt x="6765468" y="273202"/>
                  </a:lnTo>
                  <a:lnTo>
                    <a:pt x="6734492" y="240499"/>
                  </a:lnTo>
                  <a:lnTo>
                    <a:pt x="6701777" y="209537"/>
                  </a:lnTo>
                  <a:lnTo>
                    <a:pt x="6667411" y="180378"/>
                  </a:lnTo>
                  <a:lnTo>
                    <a:pt x="6631470" y="153123"/>
                  </a:lnTo>
                  <a:lnTo>
                    <a:pt x="6594018" y="127825"/>
                  </a:lnTo>
                  <a:lnTo>
                    <a:pt x="6555143" y="104584"/>
                  </a:lnTo>
                  <a:lnTo>
                    <a:pt x="6514922" y="83451"/>
                  </a:lnTo>
                  <a:lnTo>
                    <a:pt x="6473418" y="64528"/>
                  </a:lnTo>
                  <a:lnTo>
                    <a:pt x="6430734" y="47866"/>
                  </a:lnTo>
                  <a:lnTo>
                    <a:pt x="6386919" y="33566"/>
                  </a:lnTo>
                  <a:lnTo>
                    <a:pt x="6342075" y="21691"/>
                  </a:lnTo>
                  <a:lnTo>
                    <a:pt x="6296253" y="12319"/>
                  </a:lnTo>
                  <a:lnTo>
                    <a:pt x="6249555" y="5524"/>
                  </a:lnTo>
                  <a:lnTo>
                    <a:pt x="6202057" y="1397"/>
                  </a:lnTo>
                  <a:lnTo>
                    <a:pt x="6153823" y="0"/>
                  </a:lnTo>
                  <a:lnTo>
                    <a:pt x="6105576" y="1397"/>
                  </a:lnTo>
                  <a:lnTo>
                    <a:pt x="6058065" y="5524"/>
                  </a:lnTo>
                  <a:lnTo>
                    <a:pt x="6011367" y="12319"/>
                  </a:lnTo>
                  <a:lnTo>
                    <a:pt x="5965558" y="21691"/>
                  </a:lnTo>
                  <a:lnTo>
                    <a:pt x="5920702" y="33566"/>
                  </a:lnTo>
                  <a:lnTo>
                    <a:pt x="5876887" y="47866"/>
                  </a:lnTo>
                  <a:lnTo>
                    <a:pt x="5834189" y="64528"/>
                  </a:lnTo>
                  <a:lnTo>
                    <a:pt x="5792686" y="83451"/>
                  </a:lnTo>
                  <a:lnTo>
                    <a:pt x="5752465" y="104584"/>
                  </a:lnTo>
                  <a:lnTo>
                    <a:pt x="5713577" y="127825"/>
                  </a:lnTo>
                  <a:lnTo>
                    <a:pt x="5676125" y="153123"/>
                  </a:lnTo>
                  <a:lnTo>
                    <a:pt x="5640171" y="180378"/>
                  </a:lnTo>
                  <a:lnTo>
                    <a:pt x="5605792" y="209537"/>
                  </a:lnTo>
                  <a:lnTo>
                    <a:pt x="5573077" y="240499"/>
                  </a:lnTo>
                  <a:lnTo>
                    <a:pt x="5542102" y="273202"/>
                  </a:lnTo>
                  <a:lnTo>
                    <a:pt x="5512930" y="307555"/>
                  </a:lnTo>
                  <a:lnTo>
                    <a:pt x="5485650" y="343496"/>
                  </a:lnTo>
                  <a:lnTo>
                    <a:pt x="5460339" y="380949"/>
                  </a:lnTo>
                  <a:lnTo>
                    <a:pt x="5437073" y="419823"/>
                  </a:lnTo>
                  <a:lnTo>
                    <a:pt x="5415915" y="460044"/>
                  </a:lnTo>
                  <a:lnTo>
                    <a:pt x="5396966" y="501548"/>
                  </a:lnTo>
                  <a:lnTo>
                    <a:pt x="5380304" y="544258"/>
                  </a:lnTo>
                  <a:lnTo>
                    <a:pt x="5365978" y="588073"/>
                  </a:lnTo>
                  <a:lnTo>
                    <a:pt x="5354091" y="632942"/>
                  </a:lnTo>
                  <a:lnTo>
                    <a:pt x="5344706" y="678776"/>
                  </a:lnTo>
                  <a:lnTo>
                    <a:pt x="5337911" y="725500"/>
                  </a:lnTo>
                  <a:lnTo>
                    <a:pt x="5333771" y="773036"/>
                  </a:lnTo>
                  <a:lnTo>
                    <a:pt x="5332387" y="821309"/>
                  </a:lnTo>
                  <a:lnTo>
                    <a:pt x="5333771" y="869556"/>
                  </a:lnTo>
                  <a:lnTo>
                    <a:pt x="5337911" y="917067"/>
                  </a:lnTo>
                  <a:lnTo>
                    <a:pt x="5344706" y="963764"/>
                  </a:lnTo>
                  <a:lnTo>
                    <a:pt x="5354091" y="1009573"/>
                  </a:lnTo>
                  <a:lnTo>
                    <a:pt x="5365978" y="1054430"/>
                  </a:lnTo>
                  <a:lnTo>
                    <a:pt x="5380304" y="1098245"/>
                  </a:lnTo>
                  <a:lnTo>
                    <a:pt x="5396966" y="1140942"/>
                  </a:lnTo>
                  <a:lnTo>
                    <a:pt x="5415915" y="1182446"/>
                  </a:lnTo>
                  <a:lnTo>
                    <a:pt x="5437073" y="1222667"/>
                  </a:lnTo>
                  <a:lnTo>
                    <a:pt x="5460339" y="1261554"/>
                  </a:lnTo>
                  <a:lnTo>
                    <a:pt x="5485650" y="1299006"/>
                  </a:lnTo>
                  <a:lnTo>
                    <a:pt x="5512930" y="1334960"/>
                  </a:lnTo>
                  <a:lnTo>
                    <a:pt x="5542102" y="1369339"/>
                  </a:lnTo>
                  <a:lnTo>
                    <a:pt x="5573077" y="1402054"/>
                  </a:lnTo>
                  <a:lnTo>
                    <a:pt x="5605792" y="1433029"/>
                  </a:lnTo>
                  <a:lnTo>
                    <a:pt x="5640171" y="1462201"/>
                  </a:lnTo>
                  <a:lnTo>
                    <a:pt x="5676125" y="1489481"/>
                  </a:lnTo>
                  <a:lnTo>
                    <a:pt x="5713577" y="1514792"/>
                  </a:lnTo>
                  <a:lnTo>
                    <a:pt x="5752465" y="1538058"/>
                  </a:lnTo>
                  <a:lnTo>
                    <a:pt x="5792686" y="1559217"/>
                  </a:lnTo>
                  <a:lnTo>
                    <a:pt x="5834189" y="1578165"/>
                  </a:lnTo>
                  <a:lnTo>
                    <a:pt x="5876887" y="1594827"/>
                  </a:lnTo>
                  <a:lnTo>
                    <a:pt x="5920702" y="1609153"/>
                  </a:lnTo>
                  <a:lnTo>
                    <a:pt x="5965558" y="1621040"/>
                  </a:lnTo>
                  <a:lnTo>
                    <a:pt x="6011367" y="1630426"/>
                  </a:lnTo>
                  <a:lnTo>
                    <a:pt x="6058065" y="1637220"/>
                  </a:lnTo>
                  <a:lnTo>
                    <a:pt x="6105576" y="1641360"/>
                  </a:lnTo>
                  <a:lnTo>
                    <a:pt x="6153823" y="1642745"/>
                  </a:lnTo>
                  <a:lnTo>
                    <a:pt x="6202057" y="1641360"/>
                  </a:lnTo>
                  <a:lnTo>
                    <a:pt x="6249555" y="1637220"/>
                  </a:lnTo>
                  <a:lnTo>
                    <a:pt x="6296253" y="1630426"/>
                  </a:lnTo>
                  <a:lnTo>
                    <a:pt x="6342075" y="1621040"/>
                  </a:lnTo>
                  <a:lnTo>
                    <a:pt x="6386919" y="1609153"/>
                  </a:lnTo>
                  <a:lnTo>
                    <a:pt x="6430734" y="1594827"/>
                  </a:lnTo>
                  <a:lnTo>
                    <a:pt x="6473418" y="1578165"/>
                  </a:lnTo>
                  <a:lnTo>
                    <a:pt x="6514922" y="1559217"/>
                  </a:lnTo>
                  <a:lnTo>
                    <a:pt x="6555143" y="1538058"/>
                  </a:lnTo>
                  <a:lnTo>
                    <a:pt x="6594018" y="1514792"/>
                  </a:lnTo>
                  <a:lnTo>
                    <a:pt x="6631470" y="1489481"/>
                  </a:lnTo>
                  <a:lnTo>
                    <a:pt x="6667411" y="1462201"/>
                  </a:lnTo>
                  <a:lnTo>
                    <a:pt x="6701777" y="1433029"/>
                  </a:lnTo>
                  <a:lnTo>
                    <a:pt x="6734492" y="1402054"/>
                  </a:lnTo>
                  <a:lnTo>
                    <a:pt x="6765468" y="1369339"/>
                  </a:lnTo>
                  <a:lnTo>
                    <a:pt x="6794627" y="1334960"/>
                  </a:lnTo>
                  <a:lnTo>
                    <a:pt x="6821906" y="1299006"/>
                  </a:lnTo>
                  <a:lnTo>
                    <a:pt x="6847205" y="1261554"/>
                  </a:lnTo>
                  <a:lnTo>
                    <a:pt x="6870471" y="1222667"/>
                  </a:lnTo>
                  <a:lnTo>
                    <a:pt x="6891617" y="1182446"/>
                  </a:lnTo>
                  <a:lnTo>
                    <a:pt x="6910552" y="1140942"/>
                  </a:lnTo>
                  <a:lnTo>
                    <a:pt x="6927228" y="1098245"/>
                  </a:lnTo>
                  <a:lnTo>
                    <a:pt x="6941540" y="1054430"/>
                  </a:lnTo>
                  <a:lnTo>
                    <a:pt x="6953428" y="1009573"/>
                  </a:lnTo>
                  <a:lnTo>
                    <a:pt x="6962800" y="963764"/>
                  </a:lnTo>
                  <a:lnTo>
                    <a:pt x="6969595" y="917067"/>
                  </a:lnTo>
                  <a:lnTo>
                    <a:pt x="6973735" y="869556"/>
                  </a:lnTo>
                  <a:lnTo>
                    <a:pt x="6975132" y="821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8888603" y="4386199"/>
              <a:ext cx="1637030" cy="1637030"/>
            </a:xfrm>
            <a:custGeom>
              <a:avLst/>
              <a:gdLst/>
              <a:ahLst/>
              <a:cxnLst/>
              <a:rect l="l" t="t" r="r" b="b"/>
              <a:pathLst>
                <a:path w="1637029" h="1637029">
                  <a:moveTo>
                    <a:pt x="1637029" y="818388"/>
                  </a:moveTo>
                  <a:lnTo>
                    <a:pt x="1635639" y="866474"/>
                  </a:lnTo>
                  <a:lnTo>
                    <a:pt x="1631520" y="913827"/>
                  </a:lnTo>
                  <a:lnTo>
                    <a:pt x="1624749" y="960370"/>
                  </a:lnTo>
                  <a:lnTo>
                    <a:pt x="1615402" y="1006025"/>
                  </a:lnTo>
                  <a:lnTo>
                    <a:pt x="1603557" y="1050718"/>
                  </a:lnTo>
                  <a:lnTo>
                    <a:pt x="1589291" y="1094370"/>
                  </a:lnTo>
                  <a:lnTo>
                    <a:pt x="1572680" y="1136905"/>
                  </a:lnTo>
                  <a:lnTo>
                    <a:pt x="1553802" y="1178248"/>
                  </a:lnTo>
                  <a:lnTo>
                    <a:pt x="1532733" y="1218320"/>
                  </a:lnTo>
                  <a:lnTo>
                    <a:pt x="1509550" y="1257046"/>
                  </a:lnTo>
                  <a:lnTo>
                    <a:pt x="1484331" y="1294349"/>
                  </a:lnTo>
                  <a:lnTo>
                    <a:pt x="1457152" y="1330152"/>
                  </a:lnTo>
                  <a:lnTo>
                    <a:pt x="1428090" y="1364378"/>
                  </a:lnTo>
                  <a:lnTo>
                    <a:pt x="1397222" y="1396952"/>
                  </a:lnTo>
                  <a:lnTo>
                    <a:pt x="1364625" y="1427796"/>
                  </a:lnTo>
                  <a:lnTo>
                    <a:pt x="1330375" y="1456834"/>
                  </a:lnTo>
                  <a:lnTo>
                    <a:pt x="1294551" y="1483989"/>
                  </a:lnTo>
                  <a:lnTo>
                    <a:pt x="1257228" y="1509185"/>
                  </a:lnTo>
                  <a:lnTo>
                    <a:pt x="1218483" y="1532345"/>
                  </a:lnTo>
                  <a:lnTo>
                    <a:pt x="1178395" y="1553392"/>
                  </a:lnTo>
                  <a:lnTo>
                    <a:pt x="1137038" y="1572250"/>
                  </a:lnTo>
                  <a:lnTo>
                    <a:pt x="1094492" y="1588842"/>
                  </a:lnTo>
                  <a:lnTo>
                    <a:pt x="1050831" y="1603091"/>
                  </a:lnTo>
                  <a:lnTo>
                    <a:pt x="1006133" y="1614922"/>
                  </a:lnTo>
                  <a:lnTo>
                    <a:pt x="960476" y="1624257"/>
                  </a:lnTo>
                  <a:lnTo>
                    <a:pt x="913936" y="1631019"/>
                  </a:lnTo>
                  <a:lnTo>
                    <a:pt x="866590" y="1635133"/>
                  </a:lnTo>
                  <a:lnTo>
                    <a:pt x="818515" y="1636522"/>
                  </a:lnTo>
                  <a:lnTo>
                    <a:pt x="770427" y="1635133"/>
                  </a:lnTo>
                  <a:lnTo>
                    <a:pt x="723070" y="1631019"/>
                  </a:lnTo>
                  <a:lnTo>
                    <a:pt x="676520" y="1624257"/>
                  </a:lnTo>
                  <a:lnTo>
                    <a:pt x="630856" y="1614922"/>
                  </a:lnTo>
                  <a:lnTo>
                    <a:pt x="586152" y="1603091"/>
                  </a:lnTo>
                  <a:lnTo>
                    <a:pt x="542487" y="1588842"/>
                  </a:lnTo>
                  <a:lnTo>
                    <a:pt x="499937" y="1572250"/>
                  </a:lnTo>
                  <a:lnTo>
                    <a:pt x="458579" y="1553392"/>
                  </a:lnTo>
                  <a:lnTo>
                    <a:pt x="418489" y="1532345"/>
                  </a:lnTo>
                  <a:lnTo>
                    <a:pt x="379745" y="1509185"/>
                  </a:lnTo>
                  <a:lnTo>
                    <a:pt x="342423" y="1483989"/>
                  </a:lnTo>
                  <a:lnTo>
                    <a:pt x="306600" y="1456834"/>
                  </a:lnTo>
                  <a:lnTo>
                    <a:pt x="272354" y="1427796"/>
                  </a:lnTo>
                  <a:lnTo>
                    <a:pt x="239760" y="1396952"/>
                  </a:lnTo>
                  <a:lnTo>
                    <a:pt x="208895" y="1364378"/>
                  </a:lnTo>
                  <a:lnTo>
                    <a:pt x="179837" y="1330152"/>
                  </a:lnTo>
                  <a:lnTo>
                    <a:pt x="152662" y="1294349"/>
                  </a:lnTo>
                  <a:lnTo>
                    <a:pt x="127447" y="1257046"/>
                  </a:lnTo>
                  <a:lnTo>
                    <a:pt x="104269" y="1218320"/>
                  </a:lnTo>
                  <a:lnTo>
                    <a:pt x="83205" y="1178248"/>
                  </a:lnTo>
                  <a:lnTo>
                    <a:pt x="64331" y="1136905"/>
                  </a:lnTo>
                  <a:lnTo>
                    <a:pt x="47724" y="1094370"/>
                  </a:lnTo>
                  <a:lnTo>
                    <a:pt x="33462" y="1050718"/>
                  </a:lnTo>
                  <a:lnTo>
                    <a:pt x="21620" y="1006025"/>
                  </a:lnTo>
                  <a:lnTo>
                    <a:pt x="12276" y="960370"/>
                  </a:lnTo>
                  <a:lnTo>
                    <a:pt x="5507" y="913827"/>
                  </a:lnTo>
                  <a:lnTo>
                    <a:pt x="1389" y="866474"/>
                  </a:lnTo>
                  <a:lnTo>
                    <a:pt x="0" y="818388"/>
                  </a:lnTo>
                  <a:lnTo>
                    <a:pt x="1389" y="770262"/>
                  </a:lnTo>
                  <a:lnTo>
                    <a:pt x="5507" y="722874"/>
                  </a:lnTo>
                  <a:lnTo>
                    <a:pt x="12276" y="676300"/>
                  </a:lnTo>
                  <a:lnTo>
                    <a:pt x="21620" y="630616"/>
                  </a:lnTo>
                  <a:lnTo>
                    <a:pt x="33462" y="585898"/>
                  </a:lnTo>
                  <a:lnTo>
                    <a:pt x="47724" y="542224"/>
                  </a:lnTo>
                  <a:lnTo>
                    <a:pt x="64331" y="499669"/>
                  </a:lnTo>
                  <a:lnTo>
                    <a:pt x="83205" y="458310"/>
                  </a:lnTo>
                  <a:lnTo>
                    <a:pt x="104269" y="418224"/>
                  </a:lnTo>
                  <a:lnTo>
                    <a:pt x="127447" y="379486"/>
                  </a:lnTo>
                  <a:lnTo>
                    <a:pt x="152662" y="342174"/>
                  </a:lnTo>
                  <a:lnTo>
                    <a:pt x="179837" y="306363"/>
                  </a:lnTo>
                  <a:lnTo>
                    <a:pt x="208895" y="272131"/>
                  </a:lnTo>
                  <a:lnTo>
                    <a:pt x="239760" y="239553"/>
                  </a:lnTo>
                  <a:lnTo>
                    <a:pt x="272354" y="208706"/>
                  </a:lnTo>
                  <a:lnTo>
                    <a:pt x="306600" y="179667"/>
                  </a:lnTo>
                  <a:lnTo>
                    <a:pt x="342423" y="152512"/>
                  </a:lnTo>
                  <a:lnTo>
                    <a:pt x="379745" y="127317"/>
                  </a:lnTo>
                  <a:lnTo>
                    <a:pt x="418489" y="104158"/>
                  </a:lnTo>
                  <a:lnTo>
                    <a:pt x="458579" y="83113"/>
                  </a:lnTo>
                  <a:lnTo>
                    <a:pt x="499937" y="64258"/>
                  </a:lnTo>
                  <a:lnTo>
                    <a:pt x="542487" y="47668"/>
                  </a:lnTo>
                  <a:lnTo>
                    <a:pt x="586152" y="33421"/>
                  </a:lnTo>
                  <a:lnTo>
                    <a:pt x="630856" y="21593"/>
                  </a:lnTo>
                  <a:lnTo>
                    <a:pt x="676520" y="12261"/>
                  </a:lnTo>
                  <a:lnTo>
                    <a:pt x="723070" y="5500"/>
                  </a:lnTo>
                  <a:lnTo>
                    <a:pt x="770427" y="1387"/>
                  </a:lnTo>
                  <a:lnTo>
                    <a:pt x="818515" y="0"/>
                  </a:lnTo>
                  <a:lnTo>
                    <a:pt x="866590" y="1387"/>
                  </a:lnTo>
                  <a:lnTo>
                    <a:pt x="913936" y="5500"/>
                  </a:lnTo>
                  <a:lnTo>
                    <a:pt x="960476" y="12261"/>
                  </a:lnTo>
                  <a:lnTo>
                    <a:pt x="1006133" y="21593"/>
                  </a:lnTo>
                  <a:lnTo>
                    <a:pt x="1050831" y="33421"/>
                  </a:lnTo>
                  <a:lnTo>
                    <a:pt x="1094492" y="47668"/>
                  </a:lnTo>
                  <a:lnTo>
                    <a:pt x="1137038" y="64258"/>
                  </a:lnTo>
                  <a:lnTo>
                    <a:pt x="1178395" y="83113"/>
                  </a:lnTo>
                  <a:lnTo>
                    <a:pt x="1218483" y="104158"/>
                  </a:lnTo>
                  <a:lnTo>
                    <a:pt x="1257228" y="127317"/>
                  </a:lnTo>
                  <a:lnTo>
                    <a:pt x="1294551" y="152512"/>
                  </a:lnTo>
                  <a:lnTo>
                    <a:pt x="1330375" y="179667"/>
                  </a:lnTo>
                  <a:lnTo>
                    <a:pt x="1364625" y="208706"/>
                  </a:lnTo>
                  <a:lnTo>
                    <a:pt x="1397222" y="239553"/>
                  </a:lnTo>
                  <a:lnTo>
                    <a:pt x="1428090" y="272131"/>
                  </a:lnTo>
                  <a:lnTo>
                    <a:pt x="1457152" y="306363"/>
                  </a:lnTo>
                  <a:lnTo>
                    <a:pt x="1484331" y="342174"/>
                  </a:lnTo>
                  <a:lnTo>
                    <a:pt x="1509550" y="379486"/>
                  </a:lnTo>
                  <a:lnTo>
                    <a:pt x="1532733" y="418224"/>
                  </a:lnTo>
                  <a:lnTo>
                    <a:pt x="1553802" y="458310"/>
                  </a:lnTo>
                  <a:lnTo>
                    <a:pt x="1572680" y="499669"/>
                  </a:lnTo>
                  <a:lnTo>
                    <a:pt x="1589291" y="542224"/>
                  </a:lnTo>
                  <a:lnTo>
                    <a:pt x="1603557" y="585898"/>
                  </a:lnTo>
                  <a:lnTo>
                    <a:pt x="1615402" y="630616"/>
                  </a:lnTo>
                  <a:lnTo>
                    <a:pt x="1624749" y="676300"/>
                  </a:lnTo>
                  <a:lnTo>
                    <a:pt x="1631520" y="722874"/>
                  </a:lnTo>
                  <a:lnTo>
                    <a:pt x="1635639" y="770262"/>
                  </a:lnTo>
                  <a:lnTo>
                    <a:pt x="1637029" y="818388"/>
                  </a:lnTo>
                  <a:close/>
                </a:path>
              </a:pathLst>
            </a:custGeom>
            <a:ln w="3175">
              <a:solidFill>
                <a:srgbClr val="DA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9285096" y="4982083"/>
              <a:ext cx="845819" cy="325120"/>
            </a:xfrm>
            <a:custGeom>
              <a:avLst/>
              <a:gdLst/>
              <a:ahLst/>
              <a:cxnLst/>
              <a:rect l="l" t="t" r="r" b="b"/>
              <a:pathLst>
                <a:path w="845820" h="325120">
                  <a:moveTo>
                    <a:pt x="614426" y="42290"/>
                  </a:moveTo>
                  <a:lnTo>
                    <a:pt x="597316" y="45559"/>
                  </a:lnTo>
                  <a:lnTo>
                    <a:pt x="583946" y="54721"/>
                  </a:lnTo>
                  <a:lnTo>
                    <a:pt x="575242" y="68812"/>
                  </a:lnTo>
                  <a:lnTo>
                    <a:pt x="572134" y="86867"/>
                  </a:lnTo>
                  <a:lnTo>
                    <a:pt x="575250" y="105138"/>
                  </a:lnTo>
                  <a:lnTo>
                    <a:pt x="584009" y="119205"/>
                  </a:lnTo>
                  <a:lnTo>
                    <a:pt x="597531" y="128248"/>
                  </a:lnTo>
                  <a:lnTo>
                    <a:pt x="614933" y="131444"/>
                  </a:lnTo>
                  <a:lnTo>
                    <a:pt x="624494" y="130869"/>
                  </a:lnTo>
                  <a:lnTo>
                    <a:pt x="633507" y="128936"/>
                  </a:lnTo>
                  <a:lnTo>
                    <a:pt x="641901" y="125337"/>
                  </a:lnTo>
                  <a:lnTo>
                    <a:pt x="649604" y="119761"/>
                  </a:lnTo>
                  <a:lnTo>
                    <a:pt x="646622" y="115569"/>
                  </a:lnTo>
                  <a:lnTo>
                    <a:pt x="615823" y="115569"/>
                  </a:lnTo>
                  <a:lnTo>
                    <a:pt x="607335" y="114301"/>
                  </a:lnTo>
                  <a:lnTo>
                    <a:pt x="599836" y="110378"/>
                  </a:lnTo>
                  <a:lnTo>
                    <a:pt x="593980" y="103622"/>
                  </a:lnTo>
                  <a:lnTo>
                    <a:pt x="590423" y="93852"/>
                  </a:lnTo>
                  <a:lnTo>
                    <a:pt x="652399" y="93852"/>
                  </a:lnTo>
                  <a:lnTo>
                    <a:pt x="652399" y="91566"/>
                  </a:lnTo>
                  <a:lnTo>
                    <a:pt x="652906" y="89280"/>
                  </a:lnTo>
                  <a:lnTo>
                    <a:pt x="652906" y="86867"/>
                  </a:lnTo>
                  <a:lnTo>
                    <a:pt x="651821" y="78358"/>
                  </a:lnTo>
                  <a:lnTo>
                    <a:pt x="591438" y="78358"/>
                  </a:lnTo>
                  <a:lnTo>
                    <a:pt x="593915" y="70294"/>
                  </a:lnTo>
                  <a:lnTo>
                    <a:pt x="598487" y="63944"/>
                  </a:lnTo>
                  <a:lnTo>
                    <a:pt x="605154" y="59785"/>
                  </a:lnTo>
                  <a:lnTo>
                    <a:pt x="613918" y="58292"/>
                  </a:lnTo>
                  <a:lnTo>
                    <a:pt x="644928" y="58292"/>
                  </a:lnTo>
                  <a:lnTo>
                    <a:pt x="642762" y="54387"/>
                  </a:lnTo>
                  <a:lnTo>
                    <a:pt x="630594" y="45559"/>
                  </a:lnTo>
                  <a:lnTo>
                    <a:pt x="631058" y="45559"/>
                  </a:lnTo>
                  <a:lnTo>
                    <a:pt x="614426" y="42290"/>
                  </a:lnTo>
                  <a:close/>
                </a:path>
                <a:path w="845820" h="325120">
                  <a:moveTo>
                    <a:pt x="640206" y="106552"/>
                  </a:moveTo>
                  <a:lnTo>
                    <a:pt x="634646" y="110158"/>
                  </a:lnTo>
                  <a:lnTo>
                    <a:pt x="628586" y="113014"/>
                  </a:lnTo>
                  <a:lnTo>
                    <a:pt x="622240" y="114893"/>
                  </a:lnTo>
                  <a:lnTo>
                    <a:pt x="615823" y="115569"/>
                  </a:lnTo>
                  <a:lnTo>
                    <a:pt x="646622" y="115569"/>
                  </a:lnTo>
                  <a:lnTo>
                    <a:pt x="640206" y="106552"/>
                  </a:lnTo>
                  <a:close/>
                </a:path>
                <a:path w="845820" h="325120">
                  <a:moveTo>
                    <a:pt x="644928" y="58292"/>
                  </a:moveTo>
                  <a:lnTo>
                    <a:pt x="613918" y="58292"/>
                  </a:lnTo>
                  <a:lnTo>
                    <a:pt x="622687" y="59785"/>
                  </a:lnTo>
                  <a:lnTo>
                    <a:pt x="622153" y="59785"/>
                  </a:lnTo>
                  <a:lnTo>
                    <a:pt x="628284" y="63611"/>
                  </a:lnTo>
                  <a:lnTo>
                    <a:pt x="632831" y="69919"/>
                  </a:lnTo>
                  <a:lnTo>
                    <a:pt x="635507" y="78358"/>
                  </a:lnTo>
                  <a:lnTo>
                    <a:pt x="651821" y="78358"/>
                  </a:lnTo>
                  <a:lnTo>
                    <a:pt x="650603" y="68812"/>
                  </a:lnTo>
                  <a:lnTo>
                    <a:pt x="650555" y="68437"/>
                  </a:lnTo>
                  <a:lnTo>
                    <a:pt x="644928" y="58292"/>
                  </a:lnTo>
                  <a:close/>
                </a:path>
                <a:path w="845820" h="325120">
                  <a:moveTo>
                    <a:pt x="177037" y="42290"/>
                  </a:moveTo>
                  <a:lnTo>
                    <a:pt x="134925" y="69240"/>
                  </a:lnTo>
                  <a:lnTo>
                    <a:pt x="131445" y="86867"/>
                  </a:lnTo>
                  <a:lnTo>
                    <a:pt x="134925" y="104548"/>
                  </a:lnTo>
                  <a:lnTo>
                    <a:pt x="144525" y="118681"/>
                  </a:lnTo>
                  <a:lnTo>
                    <a:pt x="158984" y="128051"/>
                  </a:lnTo>
                  <a:lnTo>
                    <a:pt x="177037" y="131444"/>
                  </a:lnTo>
                  <a:lnTo>
                    <a:pt x="194939" y="128051"/>
                  </a:lnTo>
                  <a:lnTo>
                    <a:pt x="209184" y="118681"/>
                  </a:lnTo>
                  <a:lnTo>
                    <a:pt x="212863" y="113156"/>
                  </a:lnTo>
                  <a:lnTo>
                    <a:pt x="177037" y="113156"/>
                  </a:lnTo>
                  <a:lnTo>
                    <a:pt x="166314" y="111150"/>
                  </a:lnTo>
                  <a:lnTo>
                    <a:pt x="157829" y="105584"/>
                  </a:lnTo>
                  <a:lnTo>
                    <a:pt x="152249" y="97137"/>
                  </a:lnTo>
                  <a:lnTo>
                    <a:pt x="150312" y="86867"/>
                  </a:lnTo>
                  <a:lnTo>
                    <a:pt x="150241" y="86487"/>
                  </a:lnTo>
                  <a:lnTo>
                    <a:pt x="152302" y="75469"/>
                  </a:lnTo>
                  <a:lnTo>
                    <a:pt x="157972" y="66833"/>
                  </a:lnTo>
                  <a:lnTo>
                    <a:pt x="166475" y="61198"/>
                  </a:lnTo>
                  <a:lnTo>
                    <a:pt x="177037" y="59181"/>
                  </a:lnTo>
                  <a:lnTo>
                    <a:pt x="212056" y="59181"/>
                  </a:lnTo>
                  <a:lnTo>
                    <a:pt x="209375" y="55102"/>
                  </a:lnTo>
                  <a:lnTo>
                    <a:pt x="195153" y="45702"/>
                  </a:lnTo>
                  <a:lnTo>
                    <a:pt x="177037" y="42290"/>
                  </a:lnTo>
                  <a:close/>
                </a:path>
                <a:path w="845820" h="325120">
                  <a:moveTo>
                    <a:pt x="212056" y="59181"/>
                  </a:moveTo>
                  <a:lnTo>
                    <a:pt x="177037" y="59181"/>
                  </a:lnTo>
                  <a:lnTo>
                    <a:pt x="187467" y="61198"/>
                  </a:lnTo>
                  <a:lnTo>
                    <a:pt x="195802" y="66833"/>
                  </a:lnTo>
                  <a:lnTo>
                    <a:pt x="201326" y="75469"/>
                  </a:lnTo>
                  <a:lnTo>
                    <a:pt x="203326" y="86487"/>
                  </a:lnTo>
                  <a:lnTo>
                    <a:pt x="201326" y="97137"/>
                  </a:lnTo>
                  <a:lnTo>
                    <a:pt x="195802" y="105584"/>
                  </a:lnTo>
                  <a:lnTo>
                    <a:pt x="187467" y="111150"/>
                  </a:lnTo>
                  <a:lnTo>
                    <a:pt x="177037" y="113156"/>
                  </a:lnTo>
                  <a:lnTo>
                    <a:pt x="212863" y="113156"/>
                  </a:lnTo>
                  <a:lnTo>
                    <a:pt x="218596" y="104548"/>
                  </a:lnTo>
                  <a:lnTo>
                    <a:pt x="221996" y="86867"/>
                  </a:lnTo>
                  <a:lnTo>
                    <a:pt x="218668" y="69240"/>
                  </a:lnTo>
                  <a:lnTo>
                    <a:pt x="212056" y="59181"/>
                  </a:lnTo>
                  <a:close/>
                </a:path>
                <a:path w="845820" h="325120">
                  <a:moveTo>
                    <a:pt x="263778" y="44195"/>
                  </a:moveTo>
                  <a:lnTo>
                    <a:pt x="245491" y="44195"/>
                  </a:lnTo>
                  <a:lnTo>
                    <a:pt x="245491" y="128650"/>
                  </a:lnTo>
                  <a:lnTo>
                    <a:pt x="264286" y="128650"/>
                  </a:lnTo>
                  <a:lnTo>
                    <a:pt x="264286" y="81787"/>
                  </a:lnTo>
                  <a:lnTo>
                    <a:pt x="265934" y="72255"/>
                  </a:lnTo>
                  <a:lnTo>
                    <a:pt x="265999" y="71880"/>
                  </a:lnTo>
                  <a:lnTo>
                    <a:pt x="270652" y="64817"/>
                  </a:lnTo>
                  <a:lnTo>
                    <a:pt x="277317" y="60713"/>
                  </a:lnTo>
                  <a:lnTo>
                    <a:pt x="276778" y="60713"/>
                  </a:lnTo>
                  <a:lnTo>
                    <a:pt x="285876" y="59181"/>
                  </a:lnTo>
                  <a:lnTo>
                    <a:pt x="319137" y="59181"/>
                  </a:lnTo>
                  <a:lnTo>
                    <a:pt x="315964" y="54482"/>
                  </a:lnTo>
                  <a:lnTo>
                    <a:pt x="263778" y="54482"/>
                  </a:lnTo>
                  <a:lnTo>
                    <a:pt x="263778" y="44195"/>
                  </a:lnTo>
                  <a:close/>
                </a:path>
                <a:path w="845820" h="325120">
                  <a:moveTo>
                    <a:pt x="319137" y="59181"/>
                  </a:moveTo>
                  <a:lnTo>
                    <a:pt x="285876" y="59181"/>
                  </a:lnTo>
                  <a:lnTo>
                    <a:pt x="294016" y="60713"/>
                  </a:lnTo>
                  <a:lnTo>
                    <a:pt x="300037" y="65150"/>
                  </a:lnTo>
                  <a:lnTo>
                    <a:pt x="303772" y="72255"/>
                  </a:lnTo>
                  <a:lnTo>
                    <a:pt x="305053" y="81787"/>
                  </a:lnTo>
                  <a:lnTo>
                    <a:pt x="305053" y="128650"/>
                  </a:lnTo>
                  <a:lnTo>
                    <a:pt x="323850" y="128650"/>
                  </a:lnTo>
                  <a:lnTo>
                    <a:pt x="323850" y="75691"/>
                  </a:lnTo>
                  <a:lnTo>
                    <a:pt x="321117" y="62114"/>
                  </a:lnTo>
                  <a:lnTo>
                    <a:pt x="319137" y="59181"/>
                  </a:lnTo>
                  <a:close/>
                </a:path>
                <a:path w="845820" h="325120">
                  <a:moveTo>
                    <a:pt x="289559" y="42290"/>
                  </a:moveTo>
                  <a:lnTo>
                    <a:pt x="282692" y="42820"/>
                  </a:lnTo>
                  <a:lnTo>
                    <a:pt x="275662" y="44723"/>
                  </a:lnTo>
                  <a:lnTo>
                    <a:pt x="269146" y="48452"/>
                  </a:lnTo>
                  <a:lnTo>
                    <a:pt x="263778" y="54482"/>
                  </a:lnTo>
                  <a:lnTo>
                    <a:pt x="315964" y="54482"/>
                  </a:lnTo>
                  <a:lnTo>
                    <a:pt x="313991" y="51562"/>
                  </a:lnTo>
                  <a:lnTo>
                    <a:pt x="303222" y="44723"/>
                  </a:lnTo>
                  <a:lnTo>
                    <a:pt x="289559" y="42290"/>
                  </a:lnTo>
                  <a:close/>
                </a:path>
                <a:path w="845820" h="325120">
                  <a:moveTo>
                    <a:pt x="377444" y="61087"/>
                  </a:moveTo>
                  <a:lnTo>
                    <a:pt x="358648" y="61087"/>
                  </a:lnTo>
                  <a:lnTo>
                    <a:pt x="358648" y="128650"/>
                  </a:lnTo>
                  <a:lnTo>
                    <a:pt x="377444" y="128650"/>
                  </a:lnTo>
                  <a:lnTo>
                    <a:pt x="377444" y="61087"/>
                  </a:lnTo>
                  <a:close/>
                </a:path>
                <a:path w="845820" h="325120">
                  <a:moveTo>
                    <a:pt x="396621" y="0"/>
                  </a:moveTo>
                  <a:lnTo>
                    <a:pt x="386714" y="0"/>
                  </a:lnTo>
                  <a:lnTo>
                    <a:pt x="373864" y="2335"/>
                  </a:lnTo>
                  <a:lnTo>
                    <a:pt x="365156" y="8778"/>
                  </a:lnTo>
                  <a:lnTo>
                    <a:pt x="360211" y="18484"/>
                  </a:lnTo>
                  <a:lnTo>
                    <a:pt x="358648" y="30606"/>
                  </a:lnTo>
                  <a:lnTo>
                    <a:pt x="358648" y="44703"/>
                  </a:lnTo>
                  <a:lnTo>
                    <a:pt x="341756" y="44703"/>
                  </a:lnTo>
                  <a:lnTo>
                    <a:pt x="341756" y="61087"/>
                  </a:lnTo>
                  <a:lnTo>
                    <a:pt x="406019" y="61087"/>
                  </a:lnTo>
                  <a:lnTo>
                    <a:pt x="406019" y="44195"/>
                  </a:lnTo>
                  <a:lnTo>
                    <a:pt x="376935" y="44195"/>
                  </a:lnTo>
                  <a:lnTo>
                    <a:pt x="376935" y="21589"/>
                  </a:lnTo>
                  <a:lnTo>
                    <a:pt x="381126" y="16890"/>
                  </a:lnTo>
                  <a:lnTo>
                    <a:pt x="405697" y="16890"/>
                  </a:lnTo>
                  <a:lnTo>
                    <a:pt x="410209" y="6095"/>
                  </a:lnTo>
                  <a:lnTo>
                    <a:pt x="403732" y="2920"/>
                  </a:lnTo>
                  <a:lnTo>
                    <a:pt x="396621" y="0"/>
                  </a:lnTo>
                  <a:close/>
                </a:path>
                <a:path w="845820" h="325120">
                  <a:moveTo>
                    <a:pt x="405697" y="16890"/>
                  </a:moveTo>
                  <a:lnTo>
                    <a:pt x="393319" y="16890"/>
                  </a:lnTo>
                  <a:lnTo>
                    <a:pt x="399033" y="18795"/>
                  </a:lnTo>
                  <a:lnTo>
                    <a:pt x="403732" y="21589"/>
                  </a:lnTo>
                  <a:lnTo>
                    <a:pt x="405697" y="16890"/>
                  </a:lnTo>
                  <a:close/>
                </a:path>
                <a:path w="845820" h="325120">
                  <a:moveTo>
                    <a:pt x="444500" y="1904"/>
                  </a:moveTo>
                  <a:lnTo>
                    <a:pt x="425323" y="1904"/>
                  </a:lnTo>
                  <a:lnTo>
                    <a:pt x="425323" y="128650"/>
                  </a:lnTo>
                  <a:lnTo>
                    <a:pt x="444500" y="128650"/>
                  </a:lnTo>
                  <a:lnTo>
                    <a:pt x="444500" y="1904"/>
                  </a:lnTo>
                  <a:close/>
                </a:path>
                <a:path w="845820" h="325120">
                  <a:moveTo>
                    <a:pt x="695578" y="44195"/>
                  </a:moveTo>
                  <a:lnTo>
                    <a:pt x="677291" y="44195"/>
                  </a:lnTo>
                  <a:lnTo>
                    <a:pt x="677291" y="128650"/>
                  </a:lnTo>
                  <a:lnTo>
                    <a:pt x="695578" y="128650"/>
                  </a:lnTo>
                  <a:lnTo>
                    <a:pt x="695578" y="81787"/>
                  </a:lnTo>
                  <a:lnTo>
                    <a:pt x="697243" y="72255"/>
                  </a:lnTo>
                  <a:lnTo>
                    <a:pt x="697309" y="71880"/>
                  </a:lnTo>
                  <a:lnTo>
                    <a:pt x="701992" y="64817"/>
                  </a:lnTo>
                  <a:lnTo>
                    <a:pt x="708663" y="60713"/>
                  </a:lnTo>
                  <a:lnTo>
                    <a:pt x="708128" y="60713"/>
                  </a:lnTo>
                  <a:lnTo>
                    <a:pt x="717169" y="59181"/>
                  </a:lnTo>
                  <a:lnTo>
                    <a:pt x="750712" y="59181"/>
                  </a:lnTo>
                  <a:lnTo>
                    <a:pt x="747609" y="54482"/>
                  </a:lnTo>
                  <a:lnTo>
                    <a:pt x="695578" y="54482"/>
                  </a:lnTo>
                  <a:lnTo>
                    <a:pt x="695578" y="44195"/>
                  </a:lnTo>
                  <a:close/>
                </a:path>
                <a:path w="845820" h="325120">
                  <a:moveTo>
                    <a:pt x="750712" y="59181"/>
                  </a:moveTo>
                  <a:lnTo>
                    <a:pt x="717169" y="59181"/>
                  </a:lnTo>
                  <a:lnTo>
                    <a:pt x="725328" y="60713"/>
                  </a:lnTo>
                  <a:lnTo>
                    <a:pt x="731392" y="65150"/>
                  </a:lnTo>
                  <a:lnTo>
                    <a:pt x="735171" y="72255"/>
                  </a:lnTo>
                  <a:lnTo>
                    <a:pt x="736473" y="81787"/>
                  </a:lnTo>
                  <a:lnTo>
                    <a:pt x="736473" y="128650"/>
                  </a:lnTo>
                  <a:lnTo>
                    <a:pt x="755142" y="128650"/>
                  </a:lnTo>
                  <a:lnTo>
                    <a:pt x="755142" y="75691"/>
                  </a:lnTo>
                  <a:lnTo>
                    <a:pt x="752649" y="62114"/>
                  </a:lnTo>
                  <a:lnTo>
                    <a:pt x="750712" y="59181"/>
                  </a:lnTo>
                  <a:close/>
                </a:path>
                <a:path w="845820" h="325120">
                  <a:moveTo>
                    <a:pt x="721359" y="42290"/>
                  </a:moveTo>
                  <a:lnTo>
                    <a:pt x="714438" y="42820"/>
                  </a:lnTo>
                  <a:lnTo>
                    <a:pt x="707414" y="44723"/>
                  </a:lnTo>
                  <a:lnTo>
                    <a:pt x="700928" y="48452"/>
                  </a:lnTo>
                  <a:lnTo>
                    <a:pt x="695578" y="54482"/>
                  </a:lnTo>
                  <a:lnTo>
                    <a:pt x="747609" y="54482"/>
                  </a:lnTo>
                  <a:lnTo>
                    <a:pt x="745680" y="51562"/>
                  </a:lnTo>
                  <a:lnTo>
                    <a:pt x="734996" y="44723"/>
                  </a:lnTo>
                  <a:lnTo>
                    <a:pt x="721359" y="42290"/>
                  </a:lnTo>
                  <a:close/>
                </a:path>
                <a:path w="845820" h="325120">
                  <a:moveTo>
                    <a:pt x="808227" y="60578"/>
                  </a:moveTo>
                  <a:lnTo>
                    <a:pt x="789431" y="60578"/>
                  </a:lnTo>
                  <a:lnTo>
                    <a:pt x="789431" y="97154"/>
                  </a:lnTo>
                  <a:lnTo>
                    <a:pt x="791428" y="111831"/>
                  </a:lnTo>
                  <a:lnTo>
                    <a:pt x="797305" y="122078"/>
                  </a:lnTo>
                  <a:lnTo>
                    <a:pt x="806898" y="128087"/>
                  </a:lnTo>
                  <a:lnTo>
                    <a:pt x="820038" y="130047"/>
                  </a:lnTo>
                  <a:lnTo>
                    <a:pt x="827406" y="129458"/>
                  </a:lnTo>
                  <a:lnTo>
                    <a:pt x="834120" y="127809"/>
                  </a:lnTo>
                  <a:lnTo>
                    <a:pt x="840237" y="125279"/>
                  </a:lnTo>
                  <a:lnTo>
                    <a:pt x="845765" y="122078"/>
                  </a:lnTo>
                  <a:lnTo>
                    <a:pt x="841452" y="113156"/>
                  </a:lnTo>
                  <a:lnTo>
                    <a:pt x="813943" y="113156"/>
                  </a:lnTo>
                  <a:lnTo>
                    <a:pt x="808227" y="108457"/>
                  </a:lnTo>
                  <a:lnTo>
                    <a:pt x="808227" y="60578"/>
                  </a:lnTo>
                  <a:close/>
                </a:path>
                <a:path w="845820" h="325120">
                  <a:moveTo>
                    <a:pt x="838707" y="107568"/>
                  </a:moveTo>
                  <a:lnTo>
                    <a:pt x="834008" y="110362"/>
                  </a:lnTo>
                  <a:lnTo>
                    <a:pt x="827531" y="113156"/>
                  </a:lnTo>
                  <a:lnTo>
                    <a:pt x="841452" y="113156"/>
                  </a:lnTo>
                  <a:lnTo>
                    <a:pt x="838707" y="107568"/>
                  </a:lnTo>
                  <a:close/>
                </a:path>
                <a:path w="845820" h="325120">
                  <a:moveTo>
                    <a:pt x="840231" y="44195"/>
                  </a:moveTo>
                  <a:lnTo>
                    <a:pt x="772032" y="44195"/>
                  </a:lnTo>
                  <a:lnTo>
                    <a:pt x="772032" y="60578"/>
                  </a:lnTo>
                  <a:lnTo>
                    <a:pt x="840231" y="60578"/>
                  </a:lnTo>
                  <a:lnTo>
                    <a:pt x="840231" y="44195"/>
                  </a:lnTo>
                  <a:close/>
                </a:path>
                <a:path w="845820" h="325120">
                  <a:moveTo>
                    <a:pt x="807338" y="18795"/>
                  </a:moveTo>
                  <a:lnTo>
                    <a:pt x="789431" y="18795"/>
                  </a:lnTo>
                  <a:lnTo>
                    <a:pt x="789431" y="44195"/>
                  </a:lnTo>
                  <a:lnTo>
                    <a:pt x="807338" y="44195"/>
                  </a:lnTo>
                  <a:lnTo>
                    <a:pt x="807338" y="18795"/>
                  </a:lnTo>
                  <a:close/>
                </a:path>
                <a:path w="845820" h="325120">
                  <a:moveTo>
                    <a:pt x="64897" y="2920"/>
                  </a:moveTo>
                  <a:lnTo>
                    <a:pt x="38897" y="7739"/>
                  </a:lnTo>
                  <a:lnTo>
                    <a:pt x="18351" y="21081"/>
                  </a:lnTo>
                  <a:lnTo>
                    <a:pt x="4853" y="41282"/>
                  </a:lnTo>
                  <a:lnTo>
                    <a:pt x="0" y="66675"/>
                  </a:lnTo>
                  <a:lnTo>
                    <a:pt x="4710" y="92380"/>
                  </a:lnTo>
                  <a:lnTo>
                    <a:pt x="17970" y="112775"/>
                  </a:lnTo>
                  <a:lnTo>
                    <a:pt x="38469" y="126218"/>
                  </a:lnTo>
                  <a:lnTo>
                    <a:pt x="64897" y="131063"/>
                  </a:lnTo>
                  <a:lnTo>
                    <a:pt x="80325" y="129282"/>
                  </a:lnTo>
                  <a:lnTo>
                    <a:pt x="94122" y="124237"/>
                  </a:lnTo>
                  <a:lnTo>
                    <a:pt x="105848" y="116383"/>
                  </a:lnTo>
                  <a:lnTo>
                    <a:pt x="110020" y="111759"/>
                  </a:lnTo>
                  <a:lnTo>
                    <a:pt x="64897" y="111759"/>
                  </a:lnTo>
                  <a:lnTo>
                    <a:pt x="47355" y="108545"/>
                  </a:lnTo>
                  <a:lnTo>
                    <a:pt x="33527" y="99472"/>
                  </a:lnTo>
                  <a:lnTo>
                    <a:pt x="24463" y="85399"/>
                  </a:lnTo>
                  <a:lnTo>
                    <a:pt x="21208" y="67182"/>
                  </a:lnTo>
                  <a:lnTo>
                    <a:pt x="24463" y="49127"/>
                  </a:lnTo>
                  <a:lnTo>
                    <a:pt x="33527" y="35036"/>
                  </a:lnTo>
                  <a:lnTo>
                    <a:pt x="47355" y="25874"/>
                  </a:lnTo>
                  <a:lnTo>
                    <a:pt x="64897" y="22605"/>
                  </a:lnTo>
                  <a:lnTo>
                    <a:pt x="110671" y="22605"/>
                  </a:lnTo>
                  <a:lnTo>
                    <a:pt x="107098" y="18137"/>
                  </a:lnTo>
                  <a:lnTo>
                    <a:pt x="95138" y="9874"/>
                  </a:lnTo>
                  <a:lnTo>
                    <a:pt x="80821" y="4706"/>
                  </a:lnTo>
                  <a:lnTo>
                    <a:pt x="64897" y="2920"/>
                  </a:lnTo>
                  <a:close/>
                </a:path>
                <a:path w="845820" h="325120">
                  <a:moveTo>
                    <a:pt x="98551" y="94361"/>
                  </a:moveTo>
                  <a:lnTo>
                    <a:pt x="92096" y="101848"/>
                  </a:lnTo>
                  <a:lnTo>
                    <a:pt x="84153" y="107299"/>
                  </a:lnTo>
                  <a:lnTo>
                    <a:pt x="74995" y="110630"/>
                  </a:lnTo>
                  <a:lnTo>
                    <a:pt x="64897" y="111759"/>
                  </a:lnTo>
                  <a:lnTo>
                    <a:pt x="110020" y="111759"/>
                  </a:lnTo>
                  <a:lnTo>
                    <a:pt x="115061" y="106171"/>
                  </a:lnTo>
                  <a:lnTo>
                    <a:pt x="98551" y="94361"/>
                  </a:lnTo>
                  <a:close/>
                </a:path>
                <a:path w="845820" h="325120">
                  <a:moveTo>
                    <a:pt x="110671" y="22605"/>
                  </a:moveTo>
                  <a:lnTo>
                    <a:pt x="64897" y="22605"/>
                  </a:lnTo>
                  <a:lnTo>
                    <a:pt x="75297" y="23866"/>
                  </a:lnTo>
                  <a:lnTo>
                    <a:pt x="84661" y="27447"/>
                  </a:lnTo>
                  <a:lnTo>
                    <a:pt x="92811" y="33053"/>
                  </a:lnTo>
                  <a:lnTo>
                    <a:pt x="99568" y="40386"/>
                  </a:lnTo>
                  <a:lnTo>
                    <a:pt x="115950" y="29209"/>
                  </a:lnTo>
                  <a:lnTo>
                    <a:pt x="110671" y="22605"/>
                  </a:lnTo>
                  <a:close/>
                </a:path>
                <a:path w="845820" h="325120">
                  <a:moveTo>
                    <a:pt x="490474" y="44195"/>
                  </a:moveTo>
                  <a:lnTo>
                    <a:pt x="472694" y="44195"/>
                  </a:lnTo>
                  <a:lnTo>
                    <a:pt x="472694" y="92455"/>
                  </a:lnTo>
                  <a:lnTo>
                    <a:pt x="475999" y="110007"/>
                  </a:lnTo>
                  <a:lnTo>
                    <a:pt x="484758" y="121999"/>
                  </a:lnTo>
                  <a:lnTo>
                    <a:pt x="497232" y="128871"/>
                  </a:lnTo>
                  <a:lnTo>
                    <a:pt x="511682" y="131063"/>
                  </a:lnTo>
                  <a:lnTo>
                    <a:pt x="526353" y="128871"/>
                  </a:lnTo>
                  <a:lnTo>
                    <a:pt x="538940" y="121999"/>
                  </a:lnTo>
                  <a:lnTo>
                    <a:pt x="545429" y="113156"/>
                  </a:lnTo>
                  <a:lnTo>
                    <a:pt x="511175" y="113156"/>
                  </a:lnTo>
                  <a:lnTo>
                    <a:pt x="502957" y="112027"/>
                  </a:lnTo>
                  <a:lnTo>
                    <a:pt x="496395" y="108315"/>
                  </a:lnTo>
                  <a:lnTo>
                    <a:pt x="492047" y="101530"/>
                  </a:lnTo>
                  <a:lnTo>
                    <a:pt x="490474" y="91186"/>
                  </a:lnTo>
                  <a:lnTo>
                    <a:pt x="490474" y="44195"/>
                  </a:lnTo>
                  <a:close/>
                </a:path>
                <a:path w="845820" h="325120">
                  <a:moveTo>
                    <a:pt x="551052" y="44195"/>
                  </a:moveTo>
                  <a:lnTo>
                    <a:pt x="531876" y="44195"/>
                  </a:lnTo>
                  <a:lnTo>
                    <a:pt x="531876" y="91186"/>
                  </a:lnTo>
                  <a:lnTo>
                    <a:pt x="530284" y="101530"/>
                  </a:lnTo>
                  <a:lnTo>
                    <a:pt x="525906" y="108315"/>
                  </a:lnTo>
                  <a:lnTo>
                    <a:pt x="519338" y="112027"/>
                  </a:lnTo>
                  <a:lnTo>
                    <a:pt x="511175" y="113156"/>
                  </a:lnTo>
                  <a:lnTo>
                    <a:pt x="545429" y="113156"/>
                  </a:lnTo>
                  <a:lnTo>
                    <a:pt x="547741" y="110007"/>
                  </a:lnTo>
                  <a:lnTo>
                    <a:pt x="551052" y="92455"/>
                  </a:lnTo>
                  <a:lnTo>
                    <a:pt x="551052" y="44195"/>
                  </a:lnTo>
                  <a:close/>
                </a:path>
                <a:path w="845820" h="325120">
                  <a:moveTo>
                    <a:pt x="402717" y="235712"/>
                  </a:moveTo>
                  <a:lnTo>
                    <a:pt x="361158" y="262608"/>
                  </a:lnTo>
                  <a:lnTo>
                    <a:pt x="357758" y="280288"/>
                  </a:lnTo>
                  <a:lnTo>
                    <a:pt x="361158" y="297916"/>
                  </a:lnTo>
                  <a:lnTo>
                    <a:pt x="370570" y="312054"/>
                  </a:lnTo>
                  <a:lnTo>
                    <a:pt x="384815" y="321454"/>
                  </a:lnTo>
                  <a:lnTo>
                    <a:pt x="402717" y="324865"/>
                  </a:lnTo>
                  <a:lnTo>
                    <a:pt x="420637" y="321454"/>
                  </a:lnTo>
                  <a:lnTo>
                    <a:pt x="434927" y="312054"/>
                  </a:lnTo>
                  <a:lnTo>
                    <a:pt x="438335" y="306958"/>
                  </a:lnTo>
                  <a:lnTo>
                    <a:pt x="402717" y="306958"/>
                  </a:lnTo>
                  <a:lnTo>
                    <a:pt x="392072" y="304962"/>
                  </a:lnTo>
                  <a:lnTo>
                    <a:pt x="383762" y="299370"/>
                  </a:lnTo>
                  <a:lnTo>
                    <a:pt x="378356" y="290778"/>
                  </a:lnTo>
                  <a:lnTo>
                    <a:pt x="376517" y="280288"/>
                  </a:lnTo>
                  <a:lnTo>
                    <a:pt x="376427" y="279780"/>
                  </a:lnTo>
                  <a:lnTo>
                    <a:pt x="378356" y="268843"/>
                  </a:lnTo>
                  <a:lnTo>
                    <a:pt x="383762" y="260381"/>
                  </a:lnTo>
                  <a:lnTo>
                    <a:pt x="392072" y="254920"/>
                  </a:lnTo>
                  <a:lnTo>
                    <a:pt x="402717" y="252983"/>
                  </a:lnTo>
                  <a:lnTo>
                    <a:pt x="437943" y="252983"/>
                  </a:lnTo>
                  <a:lnTo>
                    <a:pt x="434927" y="248475"/>
                  </a:lnTo>
                  <a:lnTo>
                    <a:pt x="420637" y="239105"/>
                  </a:lnTo>
                  <a:lnTo>
                    <a:pt x="402717" y="235712"/>
                  </a:lnTo>
                  <a:close/>
                </a:path>
                <a:path w="845820" h="325120">
                  <a:moveTo>
                    <a:pt x="437943" y="252983"/>
                  </a:moveTo>
                  <a:lnTo>
                    <a:pt x="402717" y="252983"/>
                  </a:lnTo>
                  <a:lnTo>
                    <a:pt x="413146" y="254920"/>
                  </a:lnTo>
                  <a:lnTo>
                    <a:pt x="421481" y="260381"/>
                  </a:lnTo>
                  <a:lnTo>
                    <a:pt x="427005" y="268843"/>
                  </a:lnTo>
                  <a:lnTo>
                    <a:pt x="429005" y="279780"/>
                  </a:lnTo>
                  <a:lnTo>
                    <a:pt x="427005" y="290778"/>
                  </a:lnTo>
                  <a:lnTo>
                    <a:pt x="421481" y="299370"/>
                  </a:lnTo>
                  <a:lnTo>
                    <a:pt x="413146" y="304962"/>
                  </a:lnTo>
                  <a:lnTo>
                    <a:pt x="402717" y="306958"/>
                  </a:lnTo>
                  <a:lnTo>
                    <a:pt x="438335" y="306958"/>
                  </a:lnTo>
                  <a:lnTo>
                    <a:pt x="444382" y="297916"/>
                  </a:lnTo>
                  <a:lnTo>
                    <a:pt x="447801" y="280288"/>
                  </a:lnTo>
                  <a:lnTo>
                    <a:pt x="444382" y="262608"/>
                  </a:lnTo>
                  <a:lnTo>
                    <a:pt x="437943" y="252983"/>
                  </a:lnTo>
                  <a:close/>
                </a:path>
                <a:path w="845820" h="325120">
                  <a:moveTo>
                    <a:pt x="612012" y="235712"/>
                  </a:moveTo>
                  <a:lnTo>
                    <a:pt x="595283" y="239109"/>
                  </a:lnTo>
                  <a:lnTo>
                    <a:pt x="595483" y="239109"/>
                  </a:lnTo>
                  <a:lnTo>
                    <a:pt x="582168" y="248332"/>
                  </a:lnTo>
                  <a:lnTo>
                    <a:pt x="573151" y="262447"/>
                  </a:lnTo>
                  <a:lnTo>
                    <a:pt x="569943" y="279780"/>
                  </a:lnTo>
                  <a:lnTo>
                    <a:pt x="569849" y="280288"/>
                  </a:lnTo>
                  <a:lnTo>
                    <a:pt x="573151" y="298130"/>
                  </a:lnTo>
                  <a:lnTo>
                    <a:pt x="582168" y="312245"/>
                  </a:lnTo>
                  <a:lnTo>
                    <a:pt x="595643" y="321579"/>
                  </a:lnTo>
                  <a:lnTo>
                    <a:pt x="595830" y="321579"/>
                  </a:lnTo>
                  <a:lnTo>
                    <a:pt x="612012" y="324865"/>
                  </a:lnTo>
                  <a:lnTo>
                    <a:pt x="620317" y="324014"/>
                  </a:lnTo>
                  <a:lnTo>
                    <a:pt x="627491" y="321579"/>
                  </a:lnTo>
                  <a:lnTo>
                    <a:pt x="633497" y="317740"/>
                  </a:lnTo>
                  <a:lnTo>
                    <a:pt x="638301" y="312674"/>
                  </a:lnTo>
                  <a:lnTo>
                    <a:pt x="656717" y="312674"/>
                  </a:lnTo>
                  <a:lnTo>
                    <a:pt x="656717" y="306958"/>
                  </a:lnTo>
                  <a:lnTo>
                    <a:pt x="614426" y="306958"/>
                  </a:lnTo>
                  <a:lnTo>
                    <a:pt x="603706" y="304748"/>
                  </a:lnTo>
                  <a:lnTo>
                    <a:pt x="595725" y="298799"/>
                  </a:lnTo>
                  <a:lnTo>
                    <a:pt x="590744" y="290135"/>
                  </a:lnTo>
                  <a:lnTo>
                    <a:pt x="589110" y="280288"/>
                  </a:lnTo>
                  <a:lnTo>
                    <a:pt x="589026" y="279780"/>
                  </a:lnTo>
                  <a:lnTo>
                    <a:pt x="590744" y="269486"/>
                  </a:lnTo>
                  <a:lnTo>
                    <a:pt x="595725" y="260953"/>
                  </a:lnTo>
                  <a:lnTo>
                    <a:pt x="603706" y="255135"/>
                  </a:lnTo>
                  <a:lnTo>
                    <a:pt x="614426" y="252983"/>
                  </a:lnTo>
                  <a:lnTo>
                    <a:pt x="656717" y="252983"/>
                  </a:lnTo>
                  <a:lnTo>
                    <a:pt x="656717" y="248792"/>
                  </a:lnTo>
                  <a:lnTo>
                    <a:pt x="638301" y="248792"/>
                  </a:lnTo>
                  <a:lnTo>
                    <a:pt x="633497" y="243212"/>
                  </a:lnTo>
                  <a:lnTo>
                    <a:pt x="627491" y="239109"/>
                  </a:lnTo>
                  <a:lnTo>
                    <a:pt x="620317" y="236577"/>
                  </a:lnTo>
                  <a:lnTo>
                    <a:pt x="612012" y="235712"/>
                  </a:lnTo>
                  <a:close/>
                </a:path>
                <a:path w="845820" h="325120">
                  <a:moveTo>
                    <a:pt x="656717" y="312674"/>
                  </a:moveTo>
                  <a:lnTo>
                    <a:pt x="638301" y="312674"/>
                  </a:lnTo>
                  <a:lnTo>
                    <a:pt x="638301" y="322452"/>
                  </a:lnTo>
                  <a:lnTo>
                    <a:pt x="656717" y="322452"/>
                  </a:lnTo>
                  <a:lnTo>
                    <a:pt x="656717" y="312674"/>
                  </a:lnTo>
                  <a:close/>
                </a:path>
                <a:path w="845820" h="325120">
                  <a:moveTo>
                    <a:pt x="656717" y="252983"/>
                  </a:moveTo>
                  <a:lnTo>
                    <a:pt x="614426" y="252983"/>
                  </a:lnTo>
                  <a:lnTo>
                    <a:pt x="625070" y="255135"/>
                  </a:lnTo>
                  <a:lnTo>
                    <a:pt x="624817" y="255135"/>
                  </a:lnTo>
                  <a:lnTo>
                    <a:pt x="632745" y="260762"/>
                  </a:lnTo>
                  <a:lnTo>
                    <a:pt x="637964" y="269271"/>
                  </a:lnTo>
                  <a:lnTo>
                    <a:pt x="639826" y="279780"/>
                  </a:lnTo>
                  <a:lnTo>
                    <a:pt x="638038" y="290135"/>
                  </a:lnTo>
                  <a:lnTo>
                    <a:pt x="637964" y="290564"/>
                  </a:lnTo>
                  <a:lnTo>
                    <a:pt x="632745" y="299180"/>
                  </a:lnTo>
                  <a:lnTo>
                    <a:pt x="624716" y="304891"/>
                  </a:lnTo>
                  <a:lnTo>
                    <a:pt x="614426" y="306958"/>
                  </a:lnTo>
                  <a:lnTo>
                    <a:pt x="656717" y="306958"/>
                  </a:lnTo>
                  <a:lnTo>
                    <a:pt x="656717" y="252983"/>
                  </a:lnTo>
                  <a:close/>
                </a:path>
                <a:path w="845820" h="325120">
                  <a:moveTo>
                    <a:pt x="656717" y="195706"/>
                  </a:moveTo>
                  <a:lnTo>
                    <a:pt x="638301" y="195706"/>
                  </a:lnTo>
                  <a:lnTo>
                    <a:pt x="638301" y="248792"/>
                  </a:lnTo>
                  <a:lnTo>
                    <a:pt x="656717" y="248792"/>
                  </a:lnTo>
                  <a:lnTo>
                    <a:pt x="656717" y="195706"/>
                  </a:lnTo>
                  <a:close/>
                </a:path>
                <a:path w="845820" h="325120">
                  <a:moveTo>
                    <a:pt x="334645" y="195325"/>
                  </a:moveTo>
                  <a:lnTo>
                    <a:pt x="315975" y="195325"/>
                  </a:lnTo>
                  <a:lnTo>
                    <a:pt x="315975" y="322071"/>
                  </a:lnTo>
                  <a:lnTo>
                    <a:pt x="334645" y="322071"/>
                  </a:lnTo>
                  <a:lnTo>
                    <a:pt x="334645" y="195325"/>
                  </a:lnTo>
                  <a:close/>
                </a:path>
                <a:path w="845820" h="325120">
                  <a:moveTo>
                    <a:pt x="241300" y="196722"/>
                  </a:moveTo>
                  <a:lnTo>
                    <a:pt x="215399" y="201489"/>
                  </a:lnTo>
                  <a:lnTo>
                    <a:pt x="195071" y="214756"/>
                  </a:lnTo>
                  <a:lnTo>
                    <a:pt x="181792" y="234977"/>
                  </a:lnTo>
                  <a:lnTo>
                    <a:pt x="177037" y="260603"/>
                  </a:lnTo>
                  <a:lnTo>
                    <a:pt x="181738" y="285996"/>
                  </a:lnTo>
                  <a:lnTo>
                    <a:pt x="194929" y="306196"/>
                  </a:lnTo>
                  <a:lnTo>
                    <a:pt x="215239" y="319539"/>
                  </a:lnTo>
                  <a:lnTo>
                    <a:pt x="241300" y="324357"/>
                  </a:lnTo>
                  <a:lnTo>
                    <a:pt x="256807" y="322647"/>
                  </a:lnTo>
                  <a:lnTo>
                    <a:pt x="270684" y="317722"/>
                  </a:lnTo>
                  <a:lnTo>
                    <a:pt x="282537" y="309891"/>
                  </a:lnTo>
                  <a:lnTo>
                    <a:pt x="286455" y="305562"/>
                  </a:lnTo>
                  <a:lnTo>
                    <a:pt x="240792" y="305562"/>
                  </a:lnTo>
                  <a:lnTo>
                    <a:pt x="223303" y="302293"/>
                  </a:lnTo>
                  <a:lnTo>
                    <a:pt x="209470" y="293131"/>
                  </a:lnTo>
                  <a:lnTo>
                    <a:pt x="200376" y="279040"/>
                  </a:lnTo>
                  <a:lnTo>
                    <a:pt x="197103" y="260984"/>
                  </a:lnTo>
                  <a:lnTo>
                    <a:pt x="200429" y="242929"/>
                  </a:lnTo>
                  <a:lnTo>
                    <a:pt x="209613" y="228838"/>
                  </a:lnTo>
                  <a:lnTo>
                    <a:pt x="223464" y="219676"/>
                  </a:lnTo>
                  <a:lnTo>
                    <a:pt x="240792" y="216407"/>
                  </a:lnTo>
                  <a:lnTo>
                    <a:pt x="286824" y="216407"/>
                  </a:lnTo>
                  <a:lnTo>
                    <a:pt x="283340" y="211939"/>
                  </a:lnTo>
                  <a:lnTo>
                    <a:pt x="271399" y="203676"/>
                  </a:lnTo>
                  <a:lnTo>
                    <a:pt x="257075" y="198508"/>
                  </a:lnTo>
                  <a:lnTo>
                    <a:pt x="241300" y="196722"/>
                  </a:lnTo>
                  <a:close/>
                </a:path>
                <a:path w="845820" h="325120">
                  <a:moveTo>
                    <a:pt x="275589" y="287781"/>
                  </a:moveTo>
                  <a:lnTo>
                    <a:pt x="268831" y="295274"/>
                  </a:lnTo>
                  <a:lnTo>
                    <a:pt x="260667" y="300862"/>
                  </a:lnTo>
                  <a:lnTo>
                    <a:pt x="251265" y="304355"/>
                  </a:lnTo>
                  <a:lnTo>
                    <a:pt x="240792" y="305562"/>
                  </a:lnTo>
                  <a:lnTo>
                    <a:pt x="286455" y="305562"/>
                  </a:lnTo>
                  <a:lnTo>
                    <a:pt x="291973" y="299465"/>
                  </a:lnTo>
                  <a:lnTo>
                    <a:pt x="275589" y="287781"/>
                  </a:lnTo>
                  <a:close/>
                </a:path>
                <a:path w="845820" h="325120">
                  <a:moveTo>
                    <a:pt x="286824" y="216407"/>
                  </a:moveTo>
                  <a:lnTo>
                    <a:pt x="240792" y="216407"/>
                  </a:lnTo>
                  <a:lnTo>
                    <a:pt x="251265" y="217679"/>
                  </a:lnTo>
                  <a:lnTo>
                    <a:pt x="260667" y="221249"/>
                  </a:lnTo>
                  <a:lnTo>
                    <a:pt x="268831" y="226748"/>
                  </a:lnTo>
                  <a:lnTo>
                    <a:pt x="275589" y="233806"/>
                  </a:lnTo>
                  <a:lnTo>
                    <a:pt x="291973" y="223012"/>
                  </a:lnTo>
                  <a:lnTo>
                    <a:pt x="286824" y="216407"/>
                  </a:lnTo>
                  <a:close/>
                </a:path>
                <a:path w="845820" h="325120">
                  <a:moveTo>
                    <a:pt x="488187" y="237489"/>
                  </a:moveTo>
                  <a:lnTo>
                    <a:pt x="469392" y="237489"/>
                  </a:lnTo>
                  <a:lnTo>
                    <a:pt x="469392" y="286384"/>
                  </a:lnTo>
                  <a:lnTo>
                    <a:pt x="472703" y="303569"/>
                  </a:lnTo>
                  <a:lnTo>
                    <a:pt x="481504" y="315372"/>
                  </a:lnTo>
                  <a:lnTo>
                    <a:pt x="494091" y="322175"/>
                  </a:lnTo>
                  <a:lnTo>
                    <a:pt x="508761" y="324357"/>
                  </a:lnTo>
                  <a:lnTo>
                    <a:pt x="523452" y="322175"/>
                  </a:lnTo>
                  <a:lnTo>
                    <a:pt x="536082" y="315372"/>
                  </a:lnTo>
                  <a:lnTo>
                    <a:pt x="542387" y="306958"/>
                  </a:lnTo>
                  <a:lnTo>
                    <a:pt x="508761" y="306958"/>
                  </a:lnTo>
                  <a:lnTo>
                    <a:pt x="500618" y="305750"/>
                  </a:lnTo>
                  <a:lnTo>
                    <a:pt x="494093" y="301863"/>
                  </a:lnTo>
                  <a:lnTo>
                    <a:pt x="489759" y="294903"/>
                  </a:lnTo>
                  <a:lnTo>
                    <a:pt x="488187" y="284479"/>
                  </a:lnTo>
                  <a:lnTo>
                    <a:pt x="488187" y="237489"/>
                  </a:lnTo>
                  <a:close/>
                </a:path>
                <a:path w="845820" h="325120">
                  <a:moveTo>
                    <a:pt x="548258" y="237489"/>
                  </a:moveTo>
                  <a:lnTo>
                    <a:pt x="529462" y="237489"/>
                  </a:lnTo>
                  <a:lnTo>
                    <a:pt x="529462" y="284479"/>
                  </a:lnTo>
                  <a:lnTo>
                    <a:pt x="527889" y="294903"/>
                  </a:lnTo>
                  <a:lnTo>
                    <a:pt x="523541" y="301863"/>
                  </a:lnTo>
                  <a:lnTo>
                    <a:pt x="516979" y="305750"/>
                  </a:lnTo>
                  <a:lnTo>
                    <a:pt x="508761" y="306958"/>
                  </a:lnTo>
                  <a:lnTo>
                    <a:pt x="542387" y="306958"/>
                  </a:lnTo>
                  <a:lnTo>
                    <a:pt x="544927" y="303569"/>
                  </a:lnTo>
                  <a:lnTo>
                    <a:pt x="548258" y="286384"/>
                  </a:lnTo>
                  <a:lnTo>
                    <a:pt x="548258" y="23748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513696" y="4703865"/>
              <a:ext cx="218719" cy="31456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9513697" y="4594986"/>
              <a:ext cx="379095" cy="1240155"/>
            </a:xfrm>
            <a:custGeom>
              <a:avLst/>
              <a:gdLst/>
              <a:ahLst/>
              <a:cxnLst/>
              <a:rect l="l" t="t" r="r" b="b"/>
              <a:pathLst>
                <a:path w="379095" h="1240154">
                  <a:moveTo>
                    <a:pt x="375031" y="190500"/>
                  </a:moveTo>
                  <a:lnTo>
                    <a:pt x="373151" y="171754"/>
                  </a:lnTo>
                  <a:lnTo>
                    <a:pt x="367753" y="154393"/>
                  </a:lnTo>
                  <a:lnTo>
                    <a:pt x="359168" y="138772"/>
                  </a:lnTo>
                  <a:lnTo>
                    <a:pt x="350139" y="128092"/>
                  </a:lnTo>
                  <a:lnTo>
                    <a:pt x="350139" y="191008"/>
                  </a:lnTo>
                  <a:lnTo>
                    <a:pt x="345173" y="216382"/>
                  </a:lnTo>
                  <a:lnTo>
                    <a:pt x="331635" y="237159"/>
                  </a:lnTo>
                  <a:lnTo>
                    <a:pt x="311505" y="251536"/>
                  </a:lnTo>
                  <a:lnTo>
                    <a:pt x="286766" y="257683"/>
                  </a:lnTo>
                  <a:lnTo>
                    <a:pt x="77978" y="257683"/>
                  </a:lnTo>
                  <a:lnTo>
                    <a:pt x="56172" y="252133"/>
                  </a:lnTo>
                  <a:lnTo>
                    <a:pt x="38417" y="239382"/>
                  </a:lnTo>
                  <a:lnTo>
                    <a:pt x="26466" y="221094"/>
                  </a:lnTo>
                  <a:lnTo>
                    <a:pt x="22098" y="198882"/>
                  </a:lnTo>
                  <a:lnTo>
                    <a:pt x="24853" y="180771"/>
                  </a:lnTo>
                  <a:lnTo>
                    <a:pt x="32588" y="164934"/>
                  </a:lnTo>
                  <a:lnTo>
                    <a:pt x="44437" y="152260"/>
                  </a:lnTo>
                  <a:lnTo>
                    <a:pt x="59563" y="143637"/>
                  </a:lnTo>
                  <a:lnTo>
                    <a:pt x="74168" y="138430"/>
                  </a:lnTo>
                  <a:lnTo>
                    <a:pt x="75057" y="122936"/>
                  </a:lnTo>
                  <a:lnTo>
                    <a:pt x="81216" y="97167"/>
                  </a:lnTo>
                  <a:lnTo>
                    <a:pt x="96215" y="76136"/>
                  </a:lnTo>
                  <a:lnTo>
                    <a:pt x="117894" y="61976"/>
                  </a:lnTo>
                  <a:lnTo>
                    <a:pt x="144145" y="56769"/>
                  </a:lnTo>
                  <a:lnTo>
                    <a:pt x="150622" y="56769"/>
                  </a:lnTo>
                  <a:lnTo>
                    <a:pt x="156337" y="57277"/>
                  </a:lnTo>
                  <a:lnTo>
                    <a:pt x="162788" y="59169"/>
                  </a:lnTo>
                  <a:lnTo>
                    <a:pt x="176530" y="63373"/>
                  </a:lnTo>
                  <a:lnTo>
                    <a:pt x="182232" y="56769"/>
                  </a:lnTo>
                  <a:lnTo>
                    <a:pt x="213118" y="31457"/>
                  </a:lnTo>
                  <a:lnTo>
                    <a:pt x="246888" y="23876"/>
                  </a:lnTo>
                  <a:lnTo>
                    <a:pt x="277634" y="30137"/>
                  </a:lnTo>
                  <a:lnTo>
                    <a:pt x="302704" y="47180"/>
                  </a:lnTo>
                  <a:lnTo>
                    <a:pt x="319570" y="72428"/>
                  </a:lnTo>
                  <a:lnTo>
                    <a:pt x="325640" y="102743"/>
                  </a:lnTo>
                  <a:lnTo>
                    <a:pt x="325755" y="108839"/>
                  </a:lnTo>
                  <a:lnTo>
                    <a:pt x="325247" y="114935"/>
                  </a:lnTo>
                  <a:lnTo>
                    <a:pt x="324358" y="120523"/>
                  </a:lnTo>
                  <a:lnTo>
                    <a:pt x="321437" y="133731"/>
                  </a:lnTo>
                  <a:lnTo>
                    <a:pt x="329565" y="143129"/>
                  </a:lnTo>
                  <a:lnTo>
                    <a:pt x="338289" y="153111"/>
                  </a:lnTo>
                  <a:lnTo>
                    <a:pt x="344754" y="164604"/>
                  </a:lnTo>
                  <a:lnTo>
                    <a:pt x="348754" y="177317"/>
                  </a:lnTo>
                  <a:lnTo>
                    <a:pt x="350075" y="190500"/>
                  </a:lnTo>
                  <a:lnTo>
                    <a:pt x="350139" y="191008"/>
                  </a:lnTo>
                  <a:lnTo>
                    <a:pt x="350139" y="128092"/>
                  </a:lnTo>
                  <a:lnTo>
                    <a:pt x="347726" y="125222"/>
                  </a:lnTo>
                  <a:lnTo>
                    <a:pt x="349250" y="118237"/>
                  </a:lnTo>
                  <a:lnTo>
                    <a:pt x="350139" y="110744"/>
                  </a:lnTo>
                  <a:lnTo>
                    <a:pt x="350139" y="102743"/>
                  </a:lnTo>
                  <a:lnTo>
                    <a:pt x="341985" y="62534"/>
                  </a:lnTo>
                  <a:lnTo>
                    <a:pt x="319862" y="29895"/>
                  </a:lnTo>
                  <a:lnTo>
                    <a:pt x="287172" y="8001"/>
                  </a:lnTo>
                  <a:lnTo>
                    <a:pt x="247396" y="0"/>
                  </a:lnTo>
                  <a:lnTo>
                    <a:pt x="224777" y="2552"/>
                  </a:lnTo>
                  <a:lnTo>
                    <a:pt x="203835" y="9804"/>
                  </a:lnTo>
                  <a:lnTo>
                    <a:pt x="185166" y="21170"/>
                  </a:lnTo>
                  <a:lnTo>
                    <a:pt x="169418" y="36068"/>
                  </a:lnTo>
                  <a:lnTo>
                    <a:pt x="161417" y="34163"/>
                  </a:lnTo>
                  <a:lnTo>
                    <a:pt x="153543" y="33274"/>
                  </a:lnTo>
                  <a:lnTo>
                    <a:pt x="145542" y="33274"/>
                  </a:lnTo>
                  <a:lnTo>
                    <a:pt x="109486" y="40335"/>
                  </a:lnTo>
                  <a:lnTo>
                    <a:pt x="109893" y="40335"/>
                  </a:lnTo>
                  <a:lnTo>
                    <a:pt x="80911" y="59169"/>
                  </a:lnTo>
                  <a:lnTo>
                    <a:pt x="60833" y="87337"/>
                  </a:lnTo>
                  <a:lnTo>
                    <a:pt x="52578" y="121920"/>
                  </a:lnTo>
                  <a:lnTo>
                    <a:pt x="31496" y="133985"/>
                  </a:lnTo>
                  <a:lnTo>
                    <a:pt x="14859" y="151638"/>
                  </a:lnTo>
                  <a:lnTo>
                    <a:pt x="3924" y="173685"/>
                  </a:lnTo>
                  <a:lnTo>
                    <a:pt x="0" y="198882"/>
                  </a:lnTo>
                  <a:lnTo>
                    <a:pt x="6032" y="229908"/>
                  </a:lnTo>
                  <a:lnTo>
                    <a:pt x="22606" y="255689"/>
                  </a:lnTo>
                  <a:lnTo>
                    <a:pt x="47358" y="273608"/>
                  </a:lnTo>
                  <a:lnTo>
                    <a:pt x="77978" y="281051"/>
                  </a:lnTo>
                  <a:lnTo>
                    <a:pt x="289179" y="281051"/>
                  </a:lnTo>
                  <a:lnTo>
                    <a:pt x="322808" y="272796"/>
                  </a:lnTo>
                  <a:lnTo>
                    <a:pt x="343941" y="257683"/>
                  </a:lnTo>
                  <a:lnTo>
                    <a:pt x="350202" y="253212"/>
                  </a:lnTo>
                  <a:lnTo>
                    <a:pt x="368541" y="224904"/>
                  </a:lnTo>
                  <a:lnTo>
                    <a:pt x="374929" y="191008"/>
                  </a:lnTo>
                  <a:lnTo>
                    <a:pt x="375031" y="190500"/>
                  </a:lnTo>
                  <a:close/>
                </a:path>
                <a:path w="379095" h="1240154">
                  <a:moveTo>
                    <a:pt x="378777" y="980300"/>
                  </a:moveTo>
                  <a:lnTo>
                    <a:pt x="373164" y="964399"/>
                  </a:lnTo>
                  <a:lnTo>
                    <a:pt x="368528" y="959091"/>
                  </a:lnTo>
                  <a:lnTo>
                    <a:pt x="362013" y="951661"/>
                  </a:lnTo>
                  <a:lnTo>
                    <a:pt x="361657" y="951484"/>
                  </a:lnTo>
                  <a:lnTo>
                    <a:pt x="361657" y="981583"/>
                  </a:lnTo>
                  <a:lnTo>
                    <a:pt x="361022" y="990727"/>
                  </a:lnTo>
                  <a:lnTo>
                    <a:pt x="339394" y="1011313"/>
                  </a:lnTo>
                  <a:lnTo>
                    <a:pt x="329057" y="1010920"/>
                  </a:lnTo>
                  <a:lnTo>
                    <a:pt x="323850" y="1009904"/>
                  </a:lnTo>
                  <a:lnTo>
                    <a:pt x="319151" y="1007110"/>
                  </a:lnTo>
                  <a:lnTo>
                    <a:pt x="315468" y="1003808"/>
                  </a:lnTo>
                  <a:lnTo>
                    <a:pt x="316738" y="1001522"/>
                  </a:lnTo>
                  <a:lnTo>
                    <a:pt x="316636" y="998004"/>
                  </a:lnTo>
                  <a:lnTo>
                    <a:pt x="315468" y="995426"/>
                  </a:lnTo>
                  <a:lnTo>
                    <a:pt x="314071" y="993013"/>
                  </a:lnTo>
                  <a:lnTo>
                    <a:pt x="312039" y="991108"/>
                  </a:lnTo>
                  <a:lnTo>
                    <a:pt x="309753" y="990727"/>
                  </a:lnTo>
                  <a:lnTo>
                    <a:pt x="308864" y="986409"/>
                  </a:lnTo>
                  <a:lnTo>
                    <a:pt x="308864" y="982726"/>
                  </a:lnTo>
                  <a:lnTo>
                    <a:pt x="310261" y="978535"/>
                  </a:lnTo>
                  <a:lnTo>
                    <a:pt x="314642" y="969124"/>
                  </a:lnTo>
                  <a:lnTo>
                    <a:pt x="322148" y="962431"/>
                  </a:lnTo>
                  <a:lnTo>
                    <a:pt x="331673" y="959091"/>
                  </a:lnTo>
                  <a:lnTo>
                    <a:pt x="342138" y="959739"/>
                  </a:lnTo>
                  <a:lnTo>
                    <a:pt x="351764" y="964222"/>
                  </a:lnTo>
                  <a:lnTo>
                    <a:pt x="358432" y="971892"/>
                  </a:lnTo>
                  <a:lnTo>
                    <a:pt x="361657" y="981583"/>
                  </a:lnTo>
                  <a:lnTo>
                    <a:pt x="361657" y="951484"/>
                  </a:lnTo>
                  <a:lnTo>
                    <a:pt x="346329" y="943737"/>
                  </a:lnTo>
                  <a:lnTo>
                    <a:pt x="330200" y="942581"/>
                  </a:lnTo>
                  <a:lnTo>
                    <a:pt x="328701" y="942581"/>
                  </a:lnTo>
                  <a:lnTo>
                    <a:pt x="292354" y="974725"/>
                  </a:lnTo>
                  <a:lnTo>
                    <a:pt x="290068" y="983107"/>
                  </a:lnTo>
                  <a:lnTo>
                    <a:pt x="290957" y="990727"/>
                  </a:lnTo>
                  <a:lnTo>
                    <a:pt x="292252" y="997712"/>
                  </a:lnTo>
                  <a:lnTo>
                    <a:pt x="292354" y="998220"/>
                  </a:lnTo>
                  <a:lnTo>
                    <a:pt x="252476" y="1020699"/>
                  </a:lnTo>
                  <a:lnTo>
                    <a:pt x="246380" y="1013548"/>
                  </a:lnTo>
                  <a:lnTo>
                    <a:pt x="246380" y="1055497"/>
                  </a:lnTo>
                  <a:lnTo>
                    <a:pt x="242849" y="1072388"/>
                  </a:lnTo>
                  <a:lnTo>
                    <a:pt x="233286" y="1086243"/>
                  </a:lnTo>
                  <a:lnTo>
                    <a:pt x="219113" y="1095717"/>
                  </a:lnTo>
                  <a:lnTo>
                    <a:pt x="218757" y="1095717"/>
                  </a:lnTo>
                  <a:lnTo>
                    <a:pt x="202311" y="1099058"/>
                  </a:lnTo>
                  <a:lnTo>
                    <a:pt x="185788" y="1095717"/>
                  </a:lnTo>
                  <a:lnTo>
                    <a:pt x="185432" y="1095717"/>
                  </a:lnTo>
                  <a:lnTo>
                    <a:pt x="171208" y="1086243"/>
                  </a:lnTo>
                  <a:lnTo>
                    <a:pt x="161632" y="1072388"/>
                  </a:lnTo>
                  <a:lnTo>
                    <a:pt x="158115" y="1055497"/>
                  </a:lnTo>
                  <a:lnTo>
                    <a:pt x="161632" y="1038313"/>
                  </a:lnTo>
                  <a:lnTo>
                    <a:pt x="171208" y="1024267"/>
                  </a:lnTo>
                  <a:lnTo>
                    <a:pt x="185267" y="1014780"/>
                  </a:lnTo>
                  <a:lnTo>
                    <a:pt x="202285" y="1011313"/>
                  </a:lnTo>
                  <a:lnTo>
                    <a:pt x="219265" y="1014780"/>
                  </a:lnTo>
                  <a:lnTo>
                    <a:pt x="233299" y="1024267"/>
                  </a:lnTo>
                  <a:lnTo>
                    <a:pt x="242849" y="1038313"/>
                  </a:lnTo>
                  <a:lnTo>
                    <a:pt x="246380" y="1055497"/>
                  </a:lnTo>
                  <a:lnTo>
                    <a:pt x="246380" y="1013548"/>
                  </a:lnTo>
                  <a:lnTo>
                    <a:pt x="244475" y="1011313"/>
                  </a:lnTo>
                  <a:lnTo>
                    <a:pt x="234645" y="1003579"/>
                  </a:lnTo>
                  <a:lnTo>
                    <a:pt x="223443" y="998004"/>
                  </a:lnTo>
                  <a:lnTo>
                    <a:pt x="211201" y="994918"/>
                  </a:lnTo>
                  <a:lnTo>
                    <a:pt x="211201" y="957834"/>
                  </a:lnTo>
                  <a:lnTo>
                    <a:pt x="224993" y="952360"/>
                  </a:lnTo>
                  <a:lnTo>
                    <a:pt x="236169" y="942771"/>
                  </a:lnTo>
                  <a:lnTo>
                    <a:pt x="237223" y="940943"/>
                  </a:lnTo>
                  <a:lnTo>
                    <a:pt x="243649" y="929932"/>
                  </a:lnTo>
                  <a:lnTo>
                    <a:pt x="236372" y="887984"/>
                  </a:lnTo>
                  <a:lnTo>
                    <a:pt x="228600" y="880338"/>
                  </a:lnTo>
                  <a:lnTo>
                    <a:pt x="228600" y="914654"/>
                  </a:lnTo>
                  <a:lnTo>
                    <a:pt x="226542" y="924928"/>
                  </a:lnTo>
                  <a:lnTo>
                    <a:pt x="220929" y="933284"/>
                  </a:lnTo>
                  <a:lnTo>
                    <a:pt x="212572" y="938898"/>
                  </a:lnTo>
                  <a:lnTo>
                    <a:pt x="202311" y="940943"/>
                  </a:lnTo>
                  <a:lnTo>
                    <a:pt x="192036" y="938898"/>
                  </a:lnTo>
                  <a:lnTo>
                    <a:pt x="183680" y="933284"/>
                  </a:lnTo>
                  <a:lnTo>
                    <a:pt x="178066" y="924928"/>
                  </a:lnTo>
                  <a:lnTo>
                    <a:pt x="176022" y="914654"/>
                  </a:lnTo>
                  <a:lnTo>
                    <a:pt x="178066" y="904176"/>
                  </a:lnTo>
                  <a:lnTo>
                    <a:pt x="183680" y="895705"/>
                  </a:lnTo>
                  <a:lnTo>
                    <a:pt x="192036" y="890054"/>
                  </a:lnTo>
                  <a:lnTo>
                    <a:pt x="202311" y="887984"/>
                  </a:lnTo>
                  <a:lnTo>
                    <a:pt x="212572" y="890054"/>
                  </a:lnTo>
                  <a:lnTo>
                    <a:pt x="220929" y="895705"/>
                  </a:lnTo>
                  <a:lnTo>
                    <a:pt x="226542" y="904176"/>
                  </a:lnTo>
                  <a:lnTo>
                    <a:pt x="228600" y="914654"/>
                  </a:lnTo>
                  <a:lnTo>
                    <a:pt x="228600" y="880338"/>
                  </a:lnTo>
                  <a:lnTo>
                    <a:pt x="219265" y="874052"/>
                  </a:lnTo>
                  <a:lnTo>
                    <a:pt x="202311" y="870585"/>
                  </a:lnTo>
                  <a:lnTo>
                    <a:pt x="185267" y="874052"/>
                  </a:lnTo>
                  <a:lnTo>
                    <a:pt x="171208" y="883488"/>
                  </a:lnTo>
                  <a:lnTo>
                    <a:pt x="161632" y="897483"/>
                  </a:lnTo>
                  <a:lnTo>
                    <a:pt x="158115" y="914654"/>
                  </a:lnTo>
                  <a:lnTo>
                    <a:pt x="160782" y="929716"/>
                  </a:lnTo>
                  <a:lnTo>
                    <a:pt x="168186" y="942581"/>
                  </a:lnTo>
                  <a:lnTo>
                    <a:pt x="178650" y="951661"/>
                  </a:lnTo>
                  <a:lnTo>
                    <a:pt x="179565" y="952360"/>
                  </a:lnTo>
                  <a:lnTo>
                    <a:pt x="193421" y="957834"/>
                  </a:lnTo>
                  <a:lnTo>
                    <a:pt x="193421" y="994410"/>
                  </a:lnTo>
                  <a:lnTo>
                    <a:pt x="172504" y="1001141"/>
                  </a:lnTo>
                  <a:lnTo>
                    <a:pt x="155841" y="1014577"/>
                  </a:lnTo>
                  <a:lnTo>
                    <a:pt x="144818" y="1033208"/>
                  </a:lnTo>
                  <a:lnTo>
                    <a:pt x="140843" y="1055497"/>
                  </a:lnTo>
                  <a:lnTo>
                    <a:pt x="144818" y="1077506"/>
                  </a:lnTo>
                  <a:lnTo>
                    <a:pt x="155841" y="1096035"/>
                  </a:lnTo>
                  <a:lnTo>
                    <a:pt x="172504" y="1109522"/>
                  </a:lnTo>
                  <a:lnTo>
                    <a:pt x="193421" y="1116457"/>
                  </a:lnTo>
                  <a:lnTo>
                    <a:pt x="193421" y="1152525"/>
                  </a:lnTo>
                  <a:lnTo>
                    <a:pt x="179057" y="1158214"/>
                  </a:lnTo>
                  <a:lnTo>
                    <a:pt x="179235" y="1158214"/>
                  </a:lnTo>
                  <a:lnTo>
                    <a:pt x="168186" y="1167752"/>
                  </a:lnTo>
                  <a:lnTo>
                    <a:pt x="160782" y="1180731"/>
                  </a:lnTo>
                  <a:lnTo>
                    <a:pt x="158115" y="1196213"/>
                  </a:lnTo>
                  <a:lnTo>
                    <a:pt x="161632" y="1213167"/>
                  </a:lnTo>
                  <a:lnTo>
                    <a:pt x="171208" y="1227061"/>
                  </a:lnTo>
                  <a:lnTo>
                    <a:pt x="185267" y="1236459"/>
                  </a:lnTo>
                  <a:lnTo>
                    <a:pt x="202311" y="1239901"/>
                  </a:lnTo>
                  <a:lnTo>
                    <a:pt x="219265" y="1236459"/>
                  </a:lnTo>
                  <a:lnTo>
                    <a:pt x="233286" y="1227061"/>
                  </a:lnTo>
                  <a:lnTo>
                    <a:pt x="236423" y="1222502"/>
                  </a:lnTo>
                  <a:lnTo>
                    <a:pt x="242849" y="1213167"/>
                  </a:lnTo>
                  <a:lnTo>
                    <a:pt x="246380" y="1196213"/>
                  </a:lnTo>
                  <a:lnTo>
                    <a:pt x="243649" y="1181100"/>
                  </a:lnTo>
                  <a:lnTo>
                    <a:pt x="237007" y="1169543"/>
                  </a:lnTo>
                  <a:lnTo>
                    <a:pt x="236169" y="1168082"/>
                  </a:lnTo>
                  <a:lnTo>
                    <a:pt x="228600" y="1161402"/>
                  </a:lnTo>
                  <a:lnTo>
                    <a:pt x="228600" y="1196213"/>
                  </a:lnTo>
                  <a:lnTo>
                    <a:pt x="226542" y="1206487"/>
                  </a:lnTo>
                  <a:lnTo>
                    <a:pt x="220929" y="1214843"/>
                  </a:lnTo>
                  <a:lnTo>
                    <a:pt x="212572" y="1220457"/>
                  </a:lnTo>
                  <a:lnTo>
                    <a:pt x="202311" y="1222502"/>
                  </a:lnTo>
                  <a:lnTo>
                    <a:pt x="192036" y="1220457"/>
                  </a:lnTo>
                  <a:lnTo>
                    <a:pt x="183680" y="1214843"/>
                  </a:lnTo>
                  <a:lnTo>
                    <a:pt x="178066" y="1206487"/>
                  </a:lnTo>
                  <a:lnTo>
                    <a:pt x="176022" y="1196213"/>
                  </a:lnTo>
                  <a:lnTo>
                    <a:pt x="178066" y="1185735"/>
                  </a:lnTo>
                  <a:lnTo>
                    <a:pt x="183680" y="1177264"/>
                  </a:lnTo>
                  <a:lnTo>
                    <a:pt x="192036" y="1171613"/>
                  </a:lnTo>
                  <a:lnTo>
                    <a:pt x="202311" y="1169543"/>
                  </a:lnTo>
                  <a:lnTo>
                    <a:pt x="212572" y="1171613"/>
                  </a:lnTo>
                  <a:lnTo>
                    <a:pt x="220929" y="1177264"/>
                  </a:lnTo>
                  <a:lnTo>
                    <a:pt x="226542" y="1185735"/>
                  </a:lnTo>
                  <a:lnTo>
                    <a:pt x="228600" y="1196213"/>
                  </a:lnTo>
                  <a:lnTo>
                    <a:pt x="228600" y="1161402"/>
                  </a:lnTo>
                  <a:lnTo>
                    <a:pt x="224993" y="1158214"/>
                  </a:lnTo>
                  <a:lnTo>
                    <a:pt x="211201" y="1152525"/>
                  </a:lnTo>
                  <a:lnTo>
                    <a:pt x="211201" y="1116457"/>
                  </a:lnTo>
                  <a:lnTo>
                    <a:pt x="223393" y="1113472"/>
                  </a:lnTo>
                  <a:lnTo>
                    <a:pt x="234454" y="1108113"/>
                  </a:lnTo>
                  <a:lnTo>
                    <a:pt x="244106" y="1100709"/>
                  </a:lnTo>
                  <a:lnTo>
                    <a:pt x="245541" y="1099058"/>
                  </a:lnTo>
                  <a:lnTo>
                    <a:pt x="252095" y="1091565"/>
                  </a:lnTo>
                  <a:lnTo>
                    <a:pt x="292354" y="1116965"/>
                  </a:lnTo>
                  <a:lnTo>
                    <a:pt x="290957" y="1123950"/>
                  </a:lnTo>
                  <a:lnTo>
                    <a:pt x="290957" y="1131443"/>
                  </a:lnTo>
                  <a:lnTo>
                    <a:pt x="292354" y="1139063"/>
                  </a:lnTo>
                  <a:lnTo>
                    <a:pt x="300278" y="1154595"/>
                  </a:lnTo>
                  <a:lnTo>
                    <a:pt x="313042" y="1165504"/>
                  </a:lnTo>
                  <a:lnTo>
                    <a:pt x="328955" y="1170800"/>
                  </a:lnTo>
                  <a:lnTo>
                    <a:pt x="346329" y="1169543"/>
                  </a:lnTo>
                  <a:lnTo>
                    <a:pt x="362000" y="1161630"/>
                  </a:lnTo>
                  <a:lnTo>
                    <a:pt x="369303" y="1153210"/>
                  </a:lnTo>
                  <a:lnTo>
                    <a:pt x="373062" y="1148880"/>
                  </a:lnTo>
                  <a:lnTo>
                    <a:pt x="378396" y="1132941"/>
                  </a:lnTo>
                  <a:lnTo>
                    <a:pt x="377063" y="1116965"/>
                  </a:lnTo>
                  <a:lnTo>
                    <a:pt x="377012" y="1116457"/>
                  </a:lnTo>
                  <a:lnTo>
                    <a:pt x="376936" y="1115441"/>
                  </a:lnTo>
                  <a:lnTo>
                    <a:pt x="369951" y="1101407"/>
                  </a:lnTo>
                  <a:lnTo>
                    <a:pt x="369735" y="1100963"/>
                  </a:lnTo>
                  <a:lnTo>
                    <a:pt x="369214" y="1099921"/>
                  </a:lnTo>
                  <a:lnTo>
                    <a:pt x="361873" y="1093660"/>
                  </a:lnTo>
                  <a:lnTo>
                    <a:pt x="361873" y="1130617"/>
                  </a:lnTo>
                  <a:lnTo>
                    <a:pt x="358559" y="1140104"/>
                  </a:lnTo>
                  <a:lnTo>
                    <a:pt x="351993" y="1147699"/>
                  </a:lnTo>
                  <a:lnTo>
                    <a:pt x="342646" y="1152525"/>
                  </a:lnTo>
                  <a:lnTo>
                    <a:pt x="332092" y="1153210"/>
                  </a:lnTo>
                  <a:lnTo>
                    <a:pt x="322402" y="1149972"/>
                  </a:lnTo>
                  <a:lnTo>
                    <a:pt x="314731" y="1143482"/>
                  </a:lnTo>
                  <a:lnTo>
                    <a:pt x="310261" y="1134364"/>
                  </a:lnTo>
                  <a:lnTo>
                    <a:pt x="309600" y="1123950"/>
                  </a:lnTo>
                  <a:lnTo>
                    <a:pt x="312940" y="1114463"/>
                  </a:lnTo>
                  <a:lnTo>
                    <a:pt x="319633" y="1106970"/>
                  </a:lnTo>
                  <a:lnTo>
                    <a:pt x="329057" y="1102360"/>
                  </a:lnTo>
                  <a:lnTo>
                    <a:pt x="339394" y="1101407"/>
                  </a:lnTo>
                  <a:lnTo>
                    <a:pt x="348869" y="1104442"/>
                  </a:lnTo>
                  <a:lnTo>
                    <a:pt x="356514" y="1110881"/>
                  </a:lnTo>
                  <a:lnTo>
                    <a:pt x="361442" y="1120140"/>
                  </a:lnTo>
                  <a:lnTo>
                    <a:pt x="361873" y="1130617"/>
                  </a:lnTo>
                  <a:lnTo>
                    <a:pt x="361873" y="1093660"/>
                  </a:lnTo>
                  <a:lnTo>
                    <a:pt x="356425" y="1089012"/>
                  </a:lnTo>
                  <a:lnTo>
                    <a:pt x="340385" y="1083716"/>
                  </a:lnTo>
                  <a:lnTo>
                    <a:pt x="322961" y="1084961"/>
                  </a:lnTo>
                  <a:lnTo>
                    <a:pt x="315963" y="1087640"/>
                  </a:lnTo>
                  <a:lnTo>
                    <a:pt x="309778" y="1091247"/>
                  </a:lnTo>
                  <a:lnTo>
                    <a:pt x="304304" y="1095717"/>
                  </a:lnTo>
                  <a:lnTo>
                    <a:pt x="299466" y="1100963"/>
                  </a:lnTo>
                  <a:lnTo>
                    <a:pt x="284403" y="1091565"/>
                  </a:lnTo>
                  <a:lnTo>
                    <a:pt x="259588" y="1076071"/>
                  </a:lnTo>
                  <a:lnTo>
                    <a:pt x="261874" y="1069975"/>
                  </a:lnTo>
                  <a:lnTo>
                    <a:pt x="263271" y="1062990"/>
                  </a:lnTo>
                  <a:lnTo>
                    <a:pt x="263271" y="1048893"/>
                  </a:lnTo>
                  <a:lnTo>
                    <a:pt x="261874" y="1042289"/>
                  </a:lnTo>
                  <a:lnTo>
                    <a:pt x="260477" y="1036193"/>
                  </a:lnTo>
                  <a:lnTo>
                    <a:pt x="288785" y="1020699"/>
                  </a:lnTo>
                  <a:lnTo>
                    <a:pt x="300863" y="1014095"/>
                  </a:lnTo>
                  <a:lnTo>
                    <a:pt x="305485" y="1019060"/>
                  </a:lnTo>
                  <a:lnTo>
                    <a:pt x="310921" y="1023213"/>
                  </a:lnTo>
                  <a:lnTo>
                    <a:pt x="317068" y="1026464"/>
                  </a:lnTo>
                  <a:lnTo>
                    <a:pt x="323850" y="1028700"/>
                  </a:lnTo>
                  <a:lnTo>
                    <a:pt x="341261" y="1029957"/>
                  </a:lnTo>
                  <a:lnTo>
                    <a:pt x="357162" y="1024496"/>
                  </a:lnTo>
                  <a:lnTo>
                    <a:pt x="378625" y="983107"/>
                  </a:lnTo>
                  <a:lnTo>
                    <a:pt x="378701" y="981583"/>
                  </a:lnTo>
                  <a:lnTo>
                    <a:pt x="378777" y="98030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654540" y="5465572"/>
              <a:ext cx="238125" cy="369570"/>
            </a:xfrm>
            <a:custGeom>
              <a:avLst/>
              <a:gdLst/>
              <a:ahLst/>
              <a:cxnLst/>
              <a:rect l="l" t="t" r="r" b="b"/>
              <a:pathLst>
                <a:path w="238125" h="369570">
                  <a:moveTo>
                    <a:pt x="87756" y="44068"/>
                  </a:moveTo>
                  <a:lnTo>
                    <a:pt x="85703" y="54338"/>
                  </a:lnTo>
                  <a:lnTo>
                    <a:pt x="80089" y="62690"/>
                  </a:lnTo>
                  <a:lnTo>
                    <a:pt x="71737" y="68304"/>
                  </a:lnTo>
                  <a:lnTo>
                    <a:pt x="61467" y="70357"/>
                  </a:lnTo>
                  <a:lnTo>
                    <a:pt x="51198" y="68304"/>
                  </a:lnTo>
                  <a:lnTo>
                    <a:pt x="42846" y="62690"/>
                  </a:lnTo>
                  <a:lnTo>
                    <a:pt x="37232" y="54338"/>
                  </a:lnTo>
                  <a:lnTo>
                    <a:pt x="35178" y="44068"/>
                  </a:lnTo>
                  <a:lnTo>
                    <a:pt x="37232" y="33579"/>
                  </a:lnTo>
                  <a:lnTo>
                    <a:pt x="42846" y="25114"/>
                  </a:lnTo>
                  <a:lnTo>
                    <a:pt x="51198" y="19458"/>
                  </a:lnTo>
                  <a:lnTo>
                    <a:pt x="61467" y="17399"/>
                  </a:lnTo>
                  <a:lnTo>
                    <a:pt x="71737" y="19458"/>
                  </a:lnTo>
                  <a:lnTo>
                    <a:pt x="80089" y="25114"/>
                  </a:lnTo>
                  <a:lnTo>
                    <a:pt x="85703" y="33579"/>
                  </a:lnTo>
                  <a:lnTo>
                    <a:pt x="87756" y="44068"/>
                  </a:lnTo>
                  <a:close/>
                </a:path>
                <a:path w="238125" h="369570">
                  <a:moveTo>
                    <a:pt x="70357" y="87249"/>
                  </a:moveTo>
                  <a:lnTo>
                    <a:pt x="84159" y="81770"/>
                  </a:lnTo>
                  <a:lnTo>
                    <a:pt x="95329" y="72183"/>
                  </a:lnTo>
                  <a:lnTo>
                    <a:pt x="102808" y="59334"/>
                  </a:lnTo>
                  <a:lnTo>
                    <a:pt x="105536" y="44068"/>
                  </a:lnTo>
                  <a:lnTo>
                    <a:pt x="102008" y="26896"/>
                  </a:lnTo>
                  <a:lnTo>
                    <a:pt x="92455" y="12890"/>
                  </a:lnTo>
                  <a:lnTo>
                    <a:pt x="78426" y="3456"/>
                  </a:lnTo>
                  <a:lnTo>
                    <a:pt x="61467" y="0"/>
                  </a:lnTo>
                  <a:lnTo>
                    <a:pt x="44436" y="3456"/>
                  </a:lnTo>
                  <a:lnTo>
                    <a:pt x="30368" y="12890"/>
                  </a:lnTo>
                  <a:lnTo>
                    <a:pt x="20802" y="26896"/>
                  </a:lnTo>
                  <a:lnTo>
                    <a:pt x="17271" y="44068"/>
                  </a:lnTo>
                  <a:lnTo>
                    <a:pt x="19948" y="59120"/>
                  </a:lnTo>
                  <a:lnTo>
                    <a:pt x="27352" y="71993"/>
                  </a:lnTo>
                  <a:lnTo>
                    <a:pt x="38542" y="81698"/>
                  </a:lnTo>
                  <a:lnTo>
                    <a:pt x="52577" y="87249"/>
                  </a:lnTo>
                  <a:lnTo>
                    <a:pt x="52577" y="87756"/>
                  </a:lnTo>
                  <a:lnTo>
                    <a:pt x="52577" y="123825"/>
                  </a:lnTo>
                  <a:lnTo>
                    <a:pt x="31664" y="130548"/>
                  </a:lnTo>
                  <a:lnTo>
                    <a:pt x="15001" y="143986"/>
                  </a:lnTo>
                  <a:lnTo>
                    <a:pt x="3982" y="162615"/>
                  </a:lnTo>
                  <a:lnTo>
                    <a:pt x="0" y="184912"/>
                  </a:lnTo>
                  <a:lnTo>
                    <a:pt x="3982" y="206920"/>
                  </a:lnTo>
                  <a:lnTo>
                    <a:pt x="15001" y="225440"/>
                  </a:lnTo>
                  <a:lnTo>
                    <a:pt x="31664" y="238936"/>
                  </a:lnTo>
                  <a:lnTo>
                    <a:pt x="52577" y="245872"/>
                  </a:lnTo>
                  <a:lnTo>
                    <a:pt x="52577" y="281558"/>
                  </a:lnTo>
                  <a:lnTo>
                    <a:pt x="52577" y="281939"/>
                  </a:lnTo>
                  <a:lnTo>
                    <a:pt x="38542" y="287498"/>
                  </a:lnTo>
                  <a:lnTo>
                    <a:pt x="27352" y="297164"/>
                  </a:lnTo>
                  <a:lnTo>
                    <a:pt x="19948" y="310139"/>
                  </a:lnTo>
                  <a:lnTo>
                    <a:pt x="17271" y="325627"/>
                  </a:lnTo>
                  <a:lnTo>
                    <a:pt x="20802" y="342580"/>
                  </a:lnTo>
                  <a:lnTo>
                    <a:pt x="30368" y="356473"/>
                  </a:lnTo>
                  <a:lnTo>
                    <a:pt x="44436" y="365865"/>
                  </a:lnTo>
                  <a:lnTo>
                    <a:pt x="61467" y="369315"/>
                  </a:lnTo>
                  <a:lnTo>
                    <a:pt x="78426" y="365865"/>
                  </a:lnTo>
                  <a:lnTo>
                    <a:pt x="92455" y="356473"/>
                  </a:lnTo>
                  <a:lnTo>
                    <a:pt x="102008" y="342580"/>
                  </a:lnTo>
                  <a:lnTo>
                    <a:pt x="105536" y="325627"/>
                  </a:lnTo>
                  <a:lnTo>
                    <a:pt x="102808" y="310514"/>
                  </a:lnTo>
                  <a:lnTo>
                    <a:pt x="95329" y="297497"/>
                  </a:lnTo>
                  <a:lnTo>
                    <a:pt x="84159" y="287623"/>
                  </a:lnTo>
                  <a:lnTo>
                    <a:pt x="70357" y="281939"/>
                  </a:lnTo>
                  <a:lnTo>
                    <a:pt x="70357" y="281558"/>
                  </a:lnTo>
                  <a:lnTo>
                    <a:pt x="70357" y="245872"/>
                  </a:lnTo>
                  <a:lnTo>
                    <a:pt x="82551" y="242875"/>
                  </a:lnTo>
                  <a:lnTo>
                    <a:pt x="93614" y="237521"/>
                  </a:lnTo>
                  <a:lnTo>
                    <a:pt x="103272" y="230120"/>
                  </a:lnTo>
                  <a:lnTo>
                    <a:pt x="111251" y="220979"/>
                  </a:lnTo>
                  <a:lnTo>
                    <a:pt x="151510" y="246379"/>
                  </a:lnTo>
                  <a:lnTo>
                    <a:pt x="150113" y="253364"/>
                  </a:lnTo>
                  <a:lnTo>
                    <a:pt x="150113" y="260857"/>
                  </a:lnTo>
                  <a:lnTo>
                    <a:pt x="151510" y="268477"/>
                  </a:lnTo>
                  <a:lnTo>
                    <a:pt x="159444" y="284009"/>
                  </a:lnTo>
                  <a:lnTo>
                    <a:pt x="172211" y="294909"/>
                  </a:lnTo>
                  <a:lnTo>
                    <a:pt x="188122" y="300214"/>
                  </a:lnTo>
                  <a:lnTo>
                    <a:pt x="205485" y="298957"/>
                  </a:lnTo>
                  <a:lnTo>
                    <a:pt x="221162" y="291040"/>
                  </a:lnTo>
                  <a:lnTo>
                    <a:pt x="232219" y="278288"/>
                  </a:lnTo>
                  <a:lnTo>
                    <a:pt x="237561" y="262346"/>
                  </a:lnTo>
                  <a:lnTo>
                    <a:pt x="236092" y="244855"/>
                  </a:lnTo>
                  <a:lnTo>
                    <a:pt x="228373" y="229324"/>
                  </a:lnTo>
                  <a:lnTo>
                    <a:pt x="215582" y="218424"/>
                  </a:lnTo>
                  <a:lnTo>
                    <a:pt x="199552" y="213119"/>
                  </a:lnTo>
                  <a:lnTo>
                    <a:pt x="182117" y="214375"/>
                  </a:lnTo>
                  <a:lnTo>
                    <a:pt x="175125" y="217054"/>
                  </a:lnTo>
                  <a:lnTo>
                    <a:pt x="168941" y="220662"/>
                  </a:lnTo>
                  <a:lnTo>
                    <a:pt x="163472" y="225127"/>
                  </a:lnTo>
                  <a:lnTo>
                    <a:pt x="158623" y="230377"/>
                  </a:lnTo>
                  <a:lnTo>
                    <a:pt x="118744" y="205486"/>
                  </a:lnTo>
                  <a:lnTo>
                    <a:pt x="121030" y="199389"/>
                  </a:lnTo>
                  <a:lnTo>
                    <a:pt x="122427" y="192404"/>
                  </a:lnTo>
                  <a:lnTo>
                    <a:pt x="122427" y="185292"/>
                  </a:lnTo>
                  <a:lnTo>
                    <a:pt x="122427" y="178307"/>
                  </a:lnTo>
                  <a:lnTo>
                    <a:pt x="121030" y="171703"/>
                  </a:lnTo>
                  <a:lnTo>
                    <a:pt x="119633" y="165607"/>
                  </a:lnTo>
                  <a:lnTo>
                    <a:pt x="160019" y="143510"/>
                  </a:lnTo>
                  <a:lnTo>
                    <a:pt x="200423" y="159363"/>
                  </a:lnTo>
                  <a:lnTo>
                    <a:pt x="216328" y="153908"/>
                  </a:lnTo>
                  <a:lnTo>
                    <a:pt x="229066" y="142809"/>
                  </a:lnTo>
                  <a:lnTo>
                    <a:pt x="236981" y="127126"/>
                  </a:lnTo>
                  <a:lnTo>
                    <a:pt x="237936" y="109710"/>
                  </a:lnTo>
                  <a:lnTo>
                    <a:pt x="232330" y="93805"/>
                  </a:lnTo>
                  <a:lnTo>
                    <a:pt x="221176" y="81067"/>
                  </a:lnTo>
                  <a:lnTo>
                    <a:pt x="205485" y="73151"/>
                  </a:lnTo>
                  <a:lnTo>
                    <a:pt x="188122" y="71903"/>
                  </a:lnTo>
                  <a:lnTo>
                    <a:pt x="172211" y="77358"/>
                  </a:lnTo>
                  <a:lnTo>
                    <a:pt x="159444" y="88457"/>
                  </a:lnTo>
                  <a:lnTo>
                    <a:pt x="151510" y="104139"/>
                  </a:lnTo>
                  <a:lnTo>
                    <a:pt x="149225" y="112522"/>
                  </a:lnTo>
                  <a:lnTo>
                    <a:pt x="150113" y="120141"/>
                  </a:lnTo>
                  <a:lnTo>
                    <a:pt x="151510" y="127635"/>
                  </a:lnTo>
                  <a:lnTo>
                    <a:pt x="111632" y="150113"/>
                  </a:lnTo>
                  <a:lnTo>
                    <a:pt x="103594" y="140674"/>
                  </a:lnTo>
                  <a:lnTo>
                    <a:pt x="93805" y="132984"/>
                  </a:lnTo>
                  <a:lnTo>
                    <a:pt x="82611" y="127414"/>
                  </a:lnTo>
                  <a:lnTo>
                    <a:pt x="70357" y="124332"/>
                  </a:lnTo>
                  <a:lnTo>
                    <a:pt x="70357" y="88137"/>
                  </a:lnTo>
                  <a:lnTo>
                    <a:pt x="70357" y="87249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667049" y="5601525"/>
              <a:ext cx="97790" cy="97282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9689719" y="5554073"/>
              <a:ext cx="186055" cy="263525"/>
            </a:xfrm>
            <a:custGeom>
              <a:avLst/>
              <a:gdLst/>
              <a:ahLst/>
              <a:cxnLst/>
              <a:rect l="l" t="t" r="r" b="b"/>
              <a:pathLst>
                <a:path w="186054" h="263525">
                  <a:moveTo>
                    <a:pt x="139446" y="44721"/>
                  </a:moveTo>
                  <a:lnTo>
                    <a:pt x="140715" y="42435"/>
                  </a:lnTo>
                  <a:lnTo>
                    <a:pt x="140715" y="39133"/>
                  </a:lnTo>
                  <a:lnTo>
                    <a:pt x="139446" y="36339"/>
                  </a:lnTo>
                  <a:lnTo>
                    <a:pt x="138049" y="33926"/>
                  </a:lnTo>
                  <a:lnTo>
                    <a:pt x="136016" y="32021"/>
                  </a:lnTo>
                  <a:lnTo>
                    <a:pt x="133730" y="31640"/>
                  </a:lnTo>
                  <a:lnTo>
                    <a:pt x="132841" y="27322"/>
                  </a:lnTo>
                  <a:lnTo>
                    <a:pt x="132841" y="23639"/>
                  </a:lnTo>
                  <a:lnTo>
                    <a:pt x="134238" y="19448"/>
                  </a:lnTo>
                  <a:lnTo>
                    <a:pt x="138630" y="10029"/>
                  </a:lnTo>
                  <a:lnTo>
                    <a:pt x="146129" y="3335"/>
                  </a:lnTo>
                  <a:lnTo>
                    <a:pt x="155652" y="0"/>
                  </a:lnTo>
                  <a:lnTo>
                    <a:pt x="166115" y="652"/>
                  </a:lnTo>
                  <a:lnTo>
                    <a:pt x="175750" y="5123"/>
                  </a:lnTo>
                  <a:lnTo>
                    <a:pt x="182419" y="12797"/>
                  </a:lnTo>
                  <a:lnTo>
                    <a:pt x="185636" y="22494"/>
                  </a:lnTo>
                  <a:lnTo>
                    <a:pt x="184911" y="33037"/>
                  </a:lnTo>
                  <a:lnTo>
                    <a:pt x="180288" y="42368"/>
                  </a:lnTo>
                  <a:lnTo>
                    <a:pt x="172783" y="48912"/>
                  </a:lnTo>
                  <a:lnTo>
                    <a:pt x="163373" y="52218"/>
                  </a:lnTo>
                  <a:lnTo>
                    <a:pt x="153034" y="51833"/>
                  </a:lnTo>
                  <a:lnTo>
                    <a:pt x="147827" y="50817"/>
                  </a:lnTo>
                  <a:lnTo>
                    <a:pt x="143128" y="48023"/>
                  </a:lnTo>
                  <a:lnTo>
                    <a:pt x="139446" y="44721"/>
                  </a:lnTo>
                  <a:close/>
                </a:path>
                <a:path w="186054" h="263525">
                  <a:moveTo>
                    <a:pt x="26288" y="263415"/>
                  </a:moveTo>
                  <a:lnTo>
                    <a:pt x="36558" y="261362"/>
                  </a:lnTo>
                  <a:lnTo>
                    <a:pt x="44910" y="255748"/>
                  </a:lnTo>
                  <a:lnTo>
                    <a:pt x="50524" y="247396"/>
                  </a:lnTo>
                  <a:lnTo>
                    <a:pt x="52577" y="237126"/>
                  </a:lnTo>
                  <a:lnTo>
                    <a:pt x="50524" y="226637"/>
                  </a:lnTo>
                  <a:lnTo>
                    <a:pt x="44910" y="218172"/>
                  </a:lnTo>
                  <a:lnTo>
                    <a:pt x="36558" y="212516"/>
                  </a:lnTo>
                  <a:lnTo>
                    <a:pt x="26288" y="210456"/>
                  </a:lnTo>
                  <a:lnTo>
                    <a:pt x="16019" y="212516"/>
                  </a:lnTo>
                  <a:lnTo>
                    <a:pt x="7667" y="218172"/>
                  </a:lnTo>
                  <a:lnTo>
                    <a:pt x="2053" y="226637"/>
                  </a:lnTo>
                  <a:lnTo>
                    <a:pt x="0" y="237126"/>
                  </a:lnTo>
                  <a:lnTo>
                    <a:pt x="2053" y="247396"/>
                  </a:lnTo>
                  <a:lnTo>
                    <a:pt x="7667" y="255748"/>
                  </a:lnTo>
                  <a:lnTo>
                    <a:pt x="16019" y="261362"/>
                  </a:lnTo>
                  <a:lnTo>
                    <a:pt x="26288" y="263415"/>
                  </a:lnTo>
                  <a:close/>
                </a:path>
                <a:path w="186054" h="263525">
                  <a:moveTo>
                    <a:pt x="166624" y="193438"/>
                  </a:moveTo>
                  <a:lnTo>
                    <a:pt x="175972" y="188610"/>
                  </a:lnTo>
                  <a:lnTo>
                    <a:pt x="182546" y="181008"/>
                  </a:lnTo>
                  <a:lnTo>
                    <a:pt x="185858" y="171525"/>
                  </a:lnTo>
                  <a:lnTo>
                    <a:pt x="185420" y="161053"/>
                  </a:lnTo>
                  <a:lnTo>
                    <a:pt x="180502" y="151792"/>
                  </a:lnTo>
                  <a:lnTo>
                    <a:pt x="172847" y="145353"/>
                  </a:lnTo>
                  <a:lnTo>
                    <a:pt x="163381" y="142319"/>
                  </a:lnTo>
                  <a:lnTo>
                    <a:pt x="153034" y="143273"/>
                  </a:lnTo>
                  <a:lnTo>
                    <a:pt x="143615" y="147881"/>
                  </a:lnTo>
                  <a:lnTo>
                    <a:pt x="136921" y="155370"/>
                  </a:lnTo>
                  <a:lnTo>
                    <a:pt x="133586" y="164812"/>
                  </a:lnTo>
                  <a:lnTo>
                    <a:pt x="134238" y="175277"/>
                  </a:lnTo>
                  <a:lnTo>
                    <a:pt x="138709" y="184384"/>
                  </a:lnTo>
                  <a:lnTo>
                    <a:pt x="146383" y="190882"/>
                  </a:lnTo>
                  <a:lnTo>
                    <a:pt x="156081" y="194119"/>
                  </a:lnTo>
                  <a:lnTo>
                    <a:pt x="166624" y="19343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48876" y="5535930"/>
              <a:ext cx="105664" cy="228600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2514092" y="2146553"/>
              <a:ext cx="5902325" cy="145415"/>
            </a:xfrm>
            <a:custGeom>
              <a:avLst/>
              <a:gdLst/>
              <a:ahLst/>
              <a:cxnLst/>
              <a:rect l="l" t="t" r="r" b="b"/>
              <a:pathLst>
                <a:path w="5902325" h="145414">
                  <a:moveTo>
                    <a:pt x="146431" y="72390"/>
                  </a:moveTo>
                  <a:lnTo>
                    <a:pt x="140995" y="43624"/>
                  </a:lnTo>
                  <a:lnTo>
                    <a:pt x="126441" y="21590"/>
                  </a:lnTo>
                  <a:lnTo>
                    <a:pt x="125831" y="20675"/>
                  </a:lnTo>
                  <a:lnTo>
                    <a:pt x="122428" y="18453"/>
                  </a:lnTo>
                  <a:lnTo>
                    <a:pt x="122428" y="72390"/>
                  </a:lnTo>
                  <a:lnTo>
                    <a:pt x="118719" y="93014"/>
                  </a:lnTo>
                  <a:lnTo>
                    <a:pt x="73152" y="123444"/>
                  </a:lnTo>
                  <a:lnTo>
                    <a:pt x="53975" y="119761"/>
                  </a:lnTo>
                  <a:lnTo>
                    <a:pt x="53708" y="119761"/>
                  </a:lnTo>
                  <a:lnTo>
                    <a:pt x="37985" y="109156"/>
                  </a:lnTo>
                  <a:lnTo>
                    <a:pt x="27622" y="93014"/>
                  </a:lnTo>
                  <a:lnTo>
                    <a:pt x="23876" y="72390"/>
                  </a:lnTo>
                  <a:lnTo>
                    <a:pt x="27546" y="51981"/>
                  </a:lnTo>
                  <a:lnTo>
                    <a:pt x="37795" y="35902"/>
                  </a:lnTo>
                  <a:lnTo>
                    <a:pt x="53390" y="25374"/>
                  </a:lnTo>
                  <a:lnTo>
                    <a:pt x="73152" y="21590"/>
                  </a:lnTo>
                  <a:lnTo>
                    <a:pt x="92951" y="25234"/>
                  </a:lnTo>
                  <a:lnTo>
                    <a:pt x="108546" y="35521"/>
                  </a:lnTo>
                  <a:lnTo>
                    <a:pt x="118757" y="51549"/>
                  </a:lnTo>
                  <a:lnTo>
                    <a:pt x="122428" y="72390"/>
                  </a:lnTo>
                  <a:lnTo>
                    <a:pt x="122428" y="18453"/>
                  </a:lnTo>
                  <a:lnTo>
                    <a:pt x="102654" y="5499"/>
                  </a:lnTo>
                  <a:lnTo>
                    <a:pt x="73152" y="0"/>
                  </a:lnTo>
                  <a:lnTo>
                    <a:pt x="43713" y="5499"/>
                  </a:lnTo>
                  <a:lnTo>
                    <a:pt x="20574" y="20675"/>
                  </a:lnTo>
                  <a:lnTo>
                    <a:pt x="5422" y="43624"/>
                  </a:lnTo>
                  <a:lnTo>
                    <a:pt x="0" y="72390"/>
                  </a:lnTo>
                  <a:lnTo>
                    <a:pt x="5422" y="101257"/>
                  </a:lnTo>
                  <a:lnTo>
                    <a:pt x="20574" y="124155"/>
                  </a:lnTo>
                  <a:lnTo>
                    <a:pt x="43713" y="139230"/>
                  </a:lnTo>
                  <a:lnTo>
                    <a:pt x="73152" y="144653"/>
                  </a:lnTo>
                  <a:lnTo>
                    <a:pt x="102654" y="139230"/>
                  </a:lnTo>
                  <a:lnTo>
                    <a:pt x="125831" y="124155"/>
                  </a:lnTo>
                  <a:lnTo>
                    <a:pt x="126301" y="123444"/>
                  </a:lnTo>
                  <a:lnTo>
                    <a:pt x="140995" y="101257"/>
                  </a:lnTo>
                  <a:lnTo>
                    <a:pt x="146431" y="72390"/>
                  </a:lnTo>
                  <a:close/>
                </a:path>
                <a:path w="5902325" h="145414">
                  <a:moveTo>
                    <a:pt x="263271" y="82677"/>
                  </a:moveTo>
                  <a:lnTo>
                    <a:pt x="239674" y="46926"/>
                  </a:lnTo>
                  <a:lnTo>
                    <a:pt x="223901" y="44069"/>
                  </a:lnTo>
                  <a:lnTo>
                    <a:pt x="216217" y="44780"/>
                  </a:lnTo>
                  <a:lnTo>
                    <a:pt x="208432" y="47117"/>
                  </a:lnTo>
                  <a:lnTo>
                    <a:pt x="201066" y="51473"/>
                  </a:lnTo>
                  <a:lnTo>
                    <a:pt x="194691" y="58166"/>
                  </a:lnTo>
                  <a:lnTo>
                    <a:pt x="194691" y="46482"/>
                  </a:lnTo>
                  <a:lnTo>
                    <a:pt x="174117" y="46482"/>
                  </a:lnTo>
                  <a:lnTo>
                    <a:pt x="174117" y="142240"/>
                  </a:lnTo>
                  <a:lnTo>
                    <a:pt x="195199" y="142240"/>
                  </a:lnTo>
                  <a:lnTo>
                    <a:pt x="195199" y="89662"/>
                  </a:lnTo>
                  <a:lnTo>
                    <a:pt x="197167" y="78790"/>
                  </a:lnTo>
                  <a:lnTo>
                    <a:pt x="202476" y="70827"/>
                  </a:lnTo>
                  <a:lnTo>
                    <a:pt x="210248" y="65938"/>
                  </a:lnTo>
                  <a:lnTo>
                    <a:pt x="219583" y="64262"/>
                  </a:lnTo>
                  <a:lnTo>
                    <a:pt x="229273" y="65938"/>
                  </a:lnTo>
                  <a:lnTo>
                    <a:pt x="236359" y="70827"/>
                  </a:lnTo>
                  <a:lnTo>
                    <a:pt x="240703" y="78790"/>
                  </a:lnTo>
                  <a:lnTo>
                    <a:pt x="242189" y="89662"/>
                  </a:lnTo>
                  <a:lnTo>
                    <a:pt x="242189" y="142240"/>
                  </a:lnTo>
                  <a:lnTo>
                    <a:pt x="263271" y="142240"/>
                  </a:lnTo>
                  <a:lnTo>
                    <a:pt x="263271" y="82677"/>
                  </a:lnTo>
                  <a:close/>
                </a:path>
                <a:path w="5902325" h="145414">
                  <a:moveTo>
                    <a:pt x="454787" y="45593"/>
                  </a:moveTo>
                  <a:lnTo>
                    <a:pt x="451561" y="28067"/>
                  </a:lnTo>
                  <a:lnTo>
                    <a:pt x="448678" y="24003"/>
                  </a:lnTo>
                  <a:lnTo>
                    <a:pt x="442099" y="14744"/>
                  </a:lnTo>
                  <a:lnTo>
                    <a:pt x="431292" y="8826"/>
                  </a:lnTo>
                  <a:lnTo>
                    <a:pt x="431292" y="45085"/>
                  </a:lnTo>
                  <a:lnTo>
                    <a:pt x="429666" y="54330"/>
                  </a:lnTo>
                  <a:lnTo>
                    <a:pt x="424751" y="60921"/>
                  </a:lnTo>
                  <a:lnTo>
                    <a:pt x="416394" y="64858"/>
                  </a:lnTo>
                  <a:lnTo>
                    <a:pt x="404495" y="66167"/>
                  </a:lnTo>
                  <a:lnTo>
                    <a:pt x="373634" y="66167"/>
                  </a:lnTo>
                  <a:lnTo>
                    <a:pt x="373634" y="24003"/>
                  </a:lnTo>
                  <a:lnTo>
                    <a:pt x="404495" y="24003"/>
                  </a:lnTo>
                  <a:lnTo>
                    <a:pt x="416394" y="25323"/>
                  </a:lnTo>
                  <a:lnTo>
                    <a:pt x="424751" y="29260"/>
                  </a:lnTo>
                  <a:lnTo>
                    <a:pt x="429666" y="35852"/>
                  </a:lnTo>
                  <a:lnTo>
                    <a:pt x="431292" y="45085"/>
                  </a:lnTo>
                  <a:lnTo>
                    <a:pt x="431292" y="8826"/>
                  </a:lnTo>
                  <a:lnTo>
                    <a:pt x="426656" y="6273"/>
                  </a:lnTo>
                  <a:lnTo>
                    <a:pt x="405511" y="3302"/>
                  </a:lnTo>
                  <a:lnTo>
                    <a:pt x="351536" y="3302"/>
                  </a:lnTo>
                  <a:lnTo>
                    <a:pt x="351536" y="142240"/>
                  </a:lnTo>
                  <a:lnTo>
                    <a:pt x="373634" y="142240"/>
                  </a:lnTo>
                  <a:lnTo>
                    <a:pt x="373634" y="87757"/>
                  </a:lnTo>
                  <a:lnTo>
                    <a:pt x="405511" y="87757"/>
                  </a:lnTo>
                  <a:lnTo>
                    <a:pt x="426656" y="84797"/>
                  </a:lnTo>
                  <a:lnTo>
                    <a:pt x="442099" y="76352"/>
                  </a:lnTo>
                  <a:lnTo>
                    <a:pt x="449351" y="66167"/>
                  </a:lnTo>
                  <a:lnTo>
                    <a:pt x="451561" y="63068"/>
                  </a:lnTo>
                  <a:lnTo>
                    <a:pt x="454787" y="45593"/>
                  </a:lnTo>
                  <a:close/>
                </a:path>
                <a:path w="5902325" h="145414">
                  <a:moveTo>
                    <a:pt x="544830" y="46482"/>
                  </a:moveTo>
                  <a:lnTo>
                    <a:pt x="540131" y="45085"/>
                  </a:lnTo>
                  <a:lnTo>
                    <a:pt x="535051" y="44069"/>
                  </a:lnTo>
                  <a:lnTo>
                    <a:pt x="528447" y="44069"/>
                  </a:lnTo>
                  <a:lnTo>
                    <a:pt x="520039" y="44894"/>
                  </a:lnTo>
                  <a:lnTo>
                    <a:pt x="512216" y="47498"/>
                  </a:lnTo>
                  <a:lnTo>
                    <a:pt x="512356" y="47498"/>
                  </a:lnTo>
                  <a:lnTo>
                    <a:pt x="506006" y="51689"/>
                  </a:lnTo>
                  <a:lnTo>
                    <a:pt x="500761" y="57785"/>
                  </a:lnTo>
                  <a:lnTo>
                    <a:pt x="500761" y="47498"/>
                  </a:lnTo>
                  <a:lnTo>
                    <a:pt x="480568" y="47498"/>
                  </a:lnTo>
                  <a:lnTo>
                    <a:pt x="480568" y="142240"/>
                  </a:lnTo>
                  <a:lnTo>
                    <a:pt x="501650" y="142240"/>
                  </a:lnTo>
                  <a:lnTo>
                    <a:pt x="501650" y="89662"/>
                  </a:lnTo>
                  <a:lnTo>
                    <a:pt x="503313" y="78727"/>
                  </a:lnTo>
                  <a:lnTo>
                    <a:pt x="508000" y="70637"/>
                  </a:lnTo>
                  <a:lnTo>
                    <a:pt x="515150" y="65608"/>
                  </a:lnTo>
                  <a:lnTo>
                    <a:pt x="524256" y="63881"/>
                  </a:lnTo>
                  <a:lnTo>
                    <a:pt x="529336" y="63881"/>
                  </a:lnTo>
                  <a:lnTo>
                    <a:pt x="535940" y="64770"/>
                  </a:lnTo>
                  <a:lnTo>
                    <a:pt x="540131" y="67183"/>
                  </a:lnTo>
                  <a:lnTo>
                    <a:pt x="540880" y="63881"/>
                  </a:lnTo>
                  <a:lnTo>
                    <a:pt x="542251" y="57785"/>
                  </a:lnTo>
                  <a:lnTo>
                    <a:pt x="544830" y="46482"/>
                  </a:lnTo>
                  <a:close/>
                </a:path>
                <a:path w="5902325" h="145414">
                  <a:moveTo>
                    <a:pt x="648081" y="97663"/>
                  </a:moveTo>
                  <a:lnTo>
                    <a:pt x="648017" y="94869"/>
                  </a:lnTo>
                  <a:lnTo>
                    <a:pt x="646658" y="86360"/>
                  </a:lnTo>
                  <a:lnTo>
                    <a:pt x="644740" y="74396"/>
                  </a:lnTo>
                  <a:lnTo>
                    <a:pt x="638187" y="62992"/>
                  </a:lnTo>
                  <a:lnTo>
                    <a:pt x="635457" y="58229"/>
                  </a:lnTo>
                  <a:lnTo>
                    <a:pt x="626491" y="51650"/>
                  </a:lnTo>
                  <a:lnTo>
                    <a:pt x="626491" y="86360"/>
                  </a:lnTo>
                  <a:lnTo>
                    <a:pt x="577215" y="86360"/>
                  </a:lnTo>
                  <a:lnTo>
                    <a:pt x="580085" y="76822"/>
                  </a:lnTo>
                  <a:lnTo>
                    <a:pt x="585190" y="69443"/>
                  </a:lnTo>
                  <a:lnTo>
                    <a:pt x="592658" y="64681"/>
                  </a:lnTo>
                  <a:lnTo>
                    <a:pt x="602615" y="62992"/>
                  </a:lnTo>
                  <a:lnTo>
                    <a:pt x="611936" y="64681"/>
                  </a:lnTo>
                  <a:lnTo>
                    <a:pt x="611644" y="64681"/>
                  </a:lnTo>
                  <a:lnTo>
                    <a:pt x="618591" y="69253"/>
                  </a:lnTo>
                  <a:lnTo>
                    <a:pt x="623633" y="76606"/>
                  </a:lnTo>
                  <a:lnTo>
                    <a:pt x="626491" y="86360"/>
                  </a:lnTo>
                  <a:lnTo>
                    <a:pt x="626491" y="51650"/>
                  </a:lnTo>
                  <a:lnTo>
                    <a:pt x="621233" y="47790"/>
                  </a:lnTo>
                  <a:lnTo>
                    <a:pt x="603123" y="44069"/>
                  </a:lnTo>
                  <a:lnTo>
                    <a:pt x="583793" y="47790"/>
                  </a:lnTo>
                  <a:lnTo>
                    <a:pt x="568769" y="58229"/>
                  </a:lnTo>
                  <a:lnTo>
                    <a:pt x="559079" y="74244"/>
                  </a:lnTo>
                  <a:lnTo>
                    <a:pt x="555625" y="94869"/>
                  </a:lnTo>
                  <a:lnTo>
                    <a:pt x="559219" y="115570"/>
                  </a:lnTo>
                  <a:lnTo>
                    <a:pt x="569239" y="131394"/>
                  </a:lnTo>
                  <a:lnTo>
                    <a:pt x="584555" y="141490"/>
                  </a:lnTo>
                  <a:lnTo>
                    <a:pt x="604012" y="145034"/>
                  </a:lnTo>
                  <a:lnTo>
                    <a:pt x="614832" y="144373"/>
                  </a:lnTo>
                  <a:lnTo>
                    <a:pt x="624928" y="142163"/>
                  </a:lnTo>
                  <a:lnTo>
                    <a:pt x="634403" y="138125"/>
                  </a:lnTo>
                  <a:lnTo>
                    <a:pt x="643382" y="131953"/>
                  </a:lnTo>
                  <a:lnTo>
                    <a:pt x="640016" y="127254"/>
                  </a:lnTo>
                  <a:lnTo>
                    <a:pt x="632587" y="116840"/>
                  </a:lnTo>
                  <a:lnTo>
                    <a:pt x="626491" y="121259"/>
                  </a:lnTo>
                  <a:lnTo>
                    <a:pt x="619709" y="124523"/>
                  </a:lnTo>
                  <a:lnTo>
                    <a:pt x="612559" y="126555"/>
                  </a:lnTo>
                  <a:lnTo>
                    <a:pt x="605409" y="127254"/>
                  </a:lnTo>
                  <a:lnTo>
                    <a:pt x="595604" y="125882"/>
                  </a:lnTo>
                  <a:lnTo>
                    <a:pt x="587121" y="121539"/>
                  </a:lnTo>
                  <a:lnTo>
                    <a:pt x="580720" y="113969"/>
                  </a:lnTo>
                  <a:lnTo>
                    <a:pt x="577215" y="102870"/>
                  </a:lnTo>
                  <a:lnTo>
                    <a:pt x="647700" y="102870"/>
                  </a:lnTo>
                  <a:lnTo>
                    <a:pt x="647700" y="100457"/>
                  </a:lnTo>
                  <a:lnTo>
                    <a:pt x="648081" y="97663"/>
                  </a:lnTo>
                  <a:close/>
                </a:path>
                <a:path w="5902325" h="145414">
                  <a:moveTo>
                    <a:pt x="831596" y="82677"/>
                  </a:moveTo>
                  <a:lnTo>
                    <a:pt x="807516" y="46926"/>
                  </a:lnTo>
                  <a:lnTo>
                    <a:pt x="791718" y="44069"/>
                  </a:lnTo>
                  <a:lnTo>
                    <a:pt x="782548" y="44881"/>
                  </a:lnTo>
                  <a:lnTo>
                    <a:pt x="773201" y="47688"/>
                  </a:lnTo>
                  <a:lnTo>
                    <a:pt x="764565" y="53073"/>
                  </a:lnTo>
                  <a:lnTo>
                    <a:pt x="757555" y="61595"/>
                  </a:lnTo>
                  <a:lnTo>
                    <a:pt x="754799" y="58166"/>
                  </a:lnTo>
                  <a:lnTo>
                    <a:pt x="751662" y="54254"/>
                  </a:lnTo>
                  <a:lnTo>
                    <a:pt x="744054" y="48742"/>
                  </a:lnTo>
                  <a:lnTo>
                    <a:pt x="734974" y="45275"/>
                  </a:lnTo>
                  <a:lnTo>
                    <a:pt x="724662" y="44069"/>
                  </a:lnTo>
                  <a:lnTo>
                    <a:pt x="715479" y="44881"/>
                  </a:lnTo>
                  <a:lnTo>
                    <a:pt x="716330" y="44881"/>
                  </a:lnTo>
                  <a:lnTo>
                    <a:pt x="708761" y="47117"/>
                  </a:lnTo>
                  <a:lnTo>
                    <a:pt x="701382" y="51473"/>
                  </a:lnTo>
                  <a:lnTo>
                    <a:pt x="695071" y="58166"/>
                  </a:lnTo>
                  <a:lnTo>
                    <a:pt x="695071" y="46482"/>
                  </a:lnTo>
                  <a:lnTo>
                    <a:pt x="674370" y="46482"/>
                  </a:lnTo>
                  <a:lnTo>
                    <a:pt x="674370" y="142240"/>
                  </a:lnTo>
                  <a:lnTo>
                    <a:pt x="695579" y="142240"/>
                  </a:lnTo>
                  <a:lnTo>
                    <a:pt x="695579" y="89662"/>
                  </a:lnTo>
                  <a:lnTo>
                    <a:pt x="697534" y="78790"/>
                  </a:lnTo>
                  <a:lnTo>
                    <a:pt x="702856" y="70827"/>
                  </a:lnTo>
                  <a:lnTo>
                    <a:pt x="710730" y="65938"/>
                  </a:lnTo>
                  <a:lnTo>
                    <a:pt x="720344" y="64262"/>
                  </a:lnTo>
                  <a:lnTo>
                    <a:pt x="729742" y="65938"/>
                  </a:lnTo>
                  <a:lnTo>
                    <a:pt x="736676" y="70827"/>
                  </a:lnTo>
                  <a:lnTo>
                    <a:pt x="740968" y="78790"/>
                  </a:lnTo>
                  <a:lnTo>
                    <a:pt x="742442" y="89662"/>
                  </a:lnTo>
                  <a:lnTo>
                    <a:pt x="742442" y="142240"/>
                  </a:lnTo>
                  <a:lnTo>
                    <a:pt x="763638" y="142240"/>
                  </a:lnTo>
                  <a:lnTo>
                    <a:pt x="763638" y="89662"/>
                  </a:lnTo>
                  <a:lnTo>
                    <a:pt x="765606" y="78790"/>
                  </a:lnTo>
                  <a:lnTo>
                    <a:pt x="770928" y="70827"/>
                  </a:lnTo>
                  <a:lnTo>
                    <a:pt x="778802" y="65938"/>
                  </a:lnTo>
                  <a:lnTo>
                    <a:pt x="788416" y="64262"/>
                  </a:lnTo>
                  <a:lnTo>
                    <a:pt x="797814" y="65938"/>
                  </a:lnTo>
                  <a:lnTo>
                    <a:pt x="804748" y="70827"/>
                  </a:lnTo>
                  <a:lnTo>
                    <a:pt x="809040" y="78790"/>
                  </a:lnTo>
                  <a:lnTo>
                    <a:pt x="810501" y="89662"/>
                  </a:lnTo>
                  <a:lnTo>
                    <a:pt x="810501" y="142240"/>
                  </a:lnTo>
                  <a:lnTo>
                    <a:pt x="831596" y="142240"/>
                  </a:lnTo>
                  <a:lnTo>
                    <a:pt x="831596" y="82677"/>
                  </a:lnTo>
                  <a:close/>
                </a:path>
                <a:path w="5902325" h="145414">
                  <a:moveTo>
                    <a:pt x="5568696" y="142240"/>
                  </a:moveTo>
                  <a:lnTo>
                    <a:pt x="5554751" y="106553"/>
                  </a:lnTo>
                  <a:lnTo>
                    <a:pt x="5546509" y="85471"/>
                  </a:lnTo>
                  <a:lnTo>
                    <a:pt x="5523611" y="26885"/>
                  </a:lnTo>
                  <a:lnTo>
                    <a:pt x="5523611" y="85471"/>
                  </a:lnTo>
                  <a:lnTo>
                    <a:pt x="5476621" y="85471"/>
                  </a:lnTo>
                  <a:lnTo>
                    <a:pt x="5500116" y="24892"/>
                  </a:lnTo>
                  <a:lnTo>
                    <a:pt x="5523611" y="85471"/>
                  </a:lnTo>
                  <a:lnTo>
                    <a:pt x="5523611" y="26885"/>
                  </a:lnTo>
                  <a:lnTo>
                    <a:pt x="5522836" y="24892"/>
                  </a:lnTo>
                  <a:lnTo>
                    <a:pt x="5514213" y="2794"/>
                  </a:lnTo>
                  <a:lnTo>
                    <a:pt x="5486019" y="2794"/>
                  </a:lnTo>
                  <a:lnTo>
                    <a:pt x="5430647" y="142240"/>
                  </a:lnTo>
                  <a:lnTo>
                    <a:pt x="5454142" y="142240"/>
                  </a:lnTo>
                  <a:lnTo>
                    <a:pt x="5467731" y="106553"/>
                  </a:lnTo>
                  <a:lnTo>
                    <a:pt x="5531104" y="106553"/>
                  </a:lnTo>
                  <a:lnTo>
                    <a:pt x="5544185" y="142240"/>
                  </a:lnTo>
                  <a:lnTo>
                    <a:pt x="5568696" y="142240"/>
                  </a:lnTo>
                  <a:close/>
                </a:path>
                <a:path w="5902325" h="145414">
                  <a:moveTo>
                    <a:pt x="5775071" y="2794"/>
                  </a:moveTo>
                  <a:lnTo>
                    <a:pt x="5751703" y="2794"/>
                  </a:lnTo>
                  <a:lnTo>
                    <a:pt x="5717921" y="116459"/>
                  </a:lnTo>
                  <a:lnTo>
                    <a:pt x="5692864" y="33401"/>
                  </a:lnTo>
                  <a:lnTo>
                    <a:pt x="5683631" y="2794"/>
                  </a:lnTo>
                  <a:lnTo>
                    <a:pt x="5657723" y="2794"/>
                  </a:lnTo>
                  <a:lnTo>
                    <a:pt x="5623052" y="116459"/>
                  </a:lnTo>
                  <a:lnTo>
                    <a:pt x="5589778" y="2794"/>
                  </a:lnTo>
                  <a:lnTo>
                    <a:pt x="5566283" y="2794"/>
                  </a:lnTo>
                  <a:lnTo>
                    <a:pt x="5608955" y="142240"/>
                  </a:lnTo>
                  <a:lnTo>
                    <a:pt x="5637149" y="142240"/>
                  </a:lnTo>
                  <a:lnTo>
                    <a:pt x="5645023" y="116459"/>
                  </a:lnTo>
                  <a:lnTo>
                    <a:pt x="5670423" y="33401"/>
                  </a:lnTo>
                  <a:lnTo>
                    <a:pt x="5704205" y="142240"/>
                  </a:lnTo>
                  <a:lnTo>
                    <a:pt x="5732018" y="142240"/>
                  </a:lnTo>
                  <a:lnTo>
                    <a:pt x="5739968" y="116459"/>
                  </a:lnTo>
                  <a:lnTo>
                    <a:pt x="5775071" y="2794"/>
                  </a:lnTo>
                  <a:close/>
                </a:path>
                <a:path w="5902325" h="145414">
                  <a:moveTo>
                    <a:pt x="5901817" y="101346"/>
                  </a:moveTo>
                  <a:lnTo>
                    <a:pt x="5873356" y="66700"/>
                  </a:lnTo>
                  <a:lnTo>
                    <a:pt x="5846445" y="61976"/>
                  </a:lnTo>
                  <a:lnTo>
                    <a:pt x="5834392" y="59690"/>
                  </a:lnTo>
                  <a:lnTo>
                    <a:pt x="5825236" y="56108"/>
                  </a:lnTo>
                  <a:lnTo>
                    <a:pt x="5819394" y="50761"/>
                  </a:lnTo>
                  <a:lnTo>
                    <a:pt x="5817362" y="43180"/>
                  </a:lnTo>
                  <a:lnTo>
                    <a:pt x="5819635" y="34378"/>
                  </a:lnTo>
                  <a:lnTo>
                    <a:pt x="5826061" y="27736"/>
                  </a:lnTo>
                  <a:lnTo>
                    <a:pt x="5836005" y="23558"/>
                  </a:lnTo>
                  <a:lnTo>
                    <a:pt x="5848858" y="22098"/>
                  </a:lnTo>
                  <a:lnTo>
                    <a:pt x="5859259" y="22872"/>
                  </a:lnTo>
                  <a:lnTo>
                    <a:pt x="5869533" y="25184"/>
                  </a:lnTo>
                  <a:lnTo>
                    <a:pt x="5879109" y="28803"/>
                  </a:lnTo>
                  <a:lnTo>
                    <a:pt x="5888228" y="33782"/>
                  </a:lnTo>
                  <a:lnTo>
                    <a:pt x="5896013" y="22098"/>
                  </a:lnTo>
                  <a:lnTo>
                    <a:pt x="5850255" y="0"/>
                  </a:lnTo>
                  <a:lnTo>
                    <a:pt x="5828893" y="2933"/>
                  </a:lnTo>
                  <a:lnTo>
                    <a:pt x="5811278" y="11468"/>
                  </a:lnTo>
                  <a:lnTo>
                    <a:pt x="5799290" y="25184"/>
                  </a:lnTo>
                  <a:lnTo>
                    <a:pt x="5794997" y="43180"/>
                  </a:lnTo>
                  <a:lnTo>
                    <a:pt x="5794883" y="43688"/>
                  </a:lnTo>
                  <a:lnTo>
                    <a:pt x="5798312" y="59690"/>
                  </a:lnTo>
                  <a:lnTo>
                    <a:pt x="5836666" y="82677"/>
                  </a:lnTo>
                  <a:lnTo>
                    <a:pt x="5847842" y="84074"/>
                  </a:lnTo>
                  <a:lnTo>
                    <a:pt x="5861405" y="86601"/>
                  </a:lnTo>
                  <a:lnTo>
                    <a:pt x="5871095" y="90284"/>
                  </a:lnTo>
                  <a:lnTo>
                    <a:pt x="5876887" y="95567"/>
                  </a:lnTo>
                  <a:lnTo>
                    <a:pt x="5878830" y="102870"/>
                  </a:lnTo>
                  <a:lnTo>
                    <a:pt x="5876328" y="111607"/>
                  </a:lnTo>
                  <a:lnTo>
                    <a:pt x="5869444" y="118071"/>
                  </a:lnTo>
                  <a:lnTo>
                    <a:pt x="5859056" y="122072"/>
                  </a:lnTo>
                  <a:lnTo>
                    <a:pt x="5846064" y="123444"/>
                  </a:lnTo>
                  <a:lnTo>
                    <a:pt x="5833630" y="122288"/>
                  </a:lnTo>
                  <a:lnTo>
                    <a:pt x="5821629" y="119100"/>
                  </a:lnTo>
                  <a:lnTo>
                    <a:pt x="5810783" y="114338"/>
                  </a:lnTo>
                  <a:lnTo>
                    <a:pt x="5801868" y="108458"/>
                  </a:lnTo>
                  <a:lnTo>
                    <a:pt x="5789676" y="126238"/>
                  </a:lnTo>
                  <a:lnTo>
                    <a:pt x="5801931" y="134543"/>
                  </a:lnTo>
                  <a:lnTo>
                    <a:pt x="5816104" y="140398"/>
                  </a:lnTo>
                  <a:lnTo>
                    <a:pt x="5831154" y="143891"/>
                  </a:lnTo>
                  <a:lnTo>
                    <a:pt x="5846064" y="145034"/>
                  </a:lnTo>
                  <a:lnTo>
                    <a:pt x="5867412" y="142176"/>
                  </a:lnTo>
                  <a:lnTo>
                    <a:pt x="5885180" y="133769"/>
                  </a:lnTo>
                  <a:lnTo>
                    <a:pt x="5894324" y="123444"/>
                  </a:lnTo>
                  <a:lnTo>
                    <a:pt x="5897308" y="120078"/>
                  </a:lnTo>
                  <a:lnTo>
                    <a:pt x="5901817" y="10134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9513696" y="3638092"/>
              <a:ext cx="375920" cy="375920"/>
            </a:xfrm>
            <a:custGeom>
              <a:avLst/>
              <a:gdLst/>
              <a:ahLst/>
              <a:cxnLst/>
              <a:rect l="l" t="t" r="r" b="b"/>
              <a:pathLst>
                <a:path w="375920" h="375920">
                  <a:moveTo>
                    <a:pt x="375488" y="0"/>
                  </a:moveTo>
                  <a:lnTo>
                    <a:pt x="0" y="0"/>
                  </a:lnTo>
                  <a:lnTo>
                    <a:pt x="0" y="375488"/>
                  </a:lnTo>
                  <a:lnTo>
                    <a:pt x="375488" y="375488"/>
                  </a:lnTo>
                  <a:lnTo>
                    <a:pt x="375488" y="0"/>
                  </a:lnTo>
                  <a:close/>
                </a:path>
              </a:pathLst>
            </a:custGeom>
            <a:solidFill>
              <a:srgbClr val="F3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9516491" y="3684523"/>
              <a:ext cx="369570" cy="282575"/>
            </a:xfrm>
            <a:custGeom>
              <a:avLst/>
              <a:gdLst/>
              <a:ahLst/>
              <a:cxnLst/>
              <a:rect l="l" t="t" r="r" b="b"/>
              <a:pathLst>
                <a:path w="369570" h="282575">
                  <a:moveTo>
                    <a:pt x="213614" y="219202"/>
                  </a:moveTo>
                  <a:lnTo>
                    <a:pt x="212217" y="212090"/>
                  </a:lnTo>
                  <a:lnTo>
                    <a:pt x="206502" y="208788"/>
                  </a:lnTo>
                  <a:lnTo>
                    <a:pt x="200406" y="205994"/>
                  </a:lnTo>
                  <a:lnTo>
                    <a:pt x="193421" y="207391"/>
                  </a:lnTo>
                  <a:lnTo>
                    <a:pt x="162433" y="258064"/>
                  </a:lnTo>
                  <a:lnTo>
                    <a:pt x="93472" y="258064"/>
                  </a:lnTo>
                  <a:lnTo>
                    <a:pt x="26289" y="147828"/>
                  </a:lnTo>
                  <a:lnTo>
                    <a:pt x="101473" y="23495"/>
                  </a:lnTo>
                  <a:lnTo>
                    <a:pt x="163322" y="23495"/>
                  </a:lnTo>
                  <a:lnTo>
                    <a:pt x="169037" y="18288"/>
                  </a:lnTo>
                  <a:lnTo>
                    <a:pt x="169037" y="5207"/>
                  </a:lnTo>
                  <a:lnTo>
                    <a:pt x="163322" y="0"/>
                  </a:lnTo>
                  <a:lnTo>
                    <a:pt x="90170" y="0"/>
                  </a:lnTo>
                  <a:lnTo>
                    <a:pt x="86868" y="2286"/>
                  </a:lnTo>
                  <a:lnTo>
                    <a:pt x="84582" y="5588"/>
                  </a:lnTo>
                  <a:lnTo>
                    <a:pt x="0" y="146431"/>
                  </a:lnTo>
                  <a:lnTo>
                    <a:pt x="0" y="151130"/>
                  </a:lnTo>
                  <a:lnTo>
                    <a:pt x="2413" y="154813"/>
                  </a:lnTo>
                  <a:lnTo>
                    <a:pt x="76581" y="276479"/>
                  </a:lnTo>
                  <a:lnTo>
                    <a:pt x="79375" y="279654"/>
                  </a:lnTo>
                  <a:lnTo>
                    <a:pt x="82677" y="282067"/>
                  </a:lnTo>
                  <a:lnTo>
                    <a:pt x="173228" y="282067"/>
                  </a:lnTo>
                  <a:lnTo>
                    <a:pt x="176530" y="279654"/>
                  </a:lnTo>
                  <a:lnTo>
                    <a:pt x="178816" y="276479"/>
                  </a:lnTo>
                  <a:lnTo>
                    <a:pt x="210820" y="225298"/>
                  </a:lnTo>
                  <a:lnTo>
                    <a:pt x="213614" y="219202"/>
                  </a:lnTo>
                  <a:close/>
                </a:path>
                <a:path w="369570" h="282575">
                  <a:moveTo>
                    <a:pt x="369443" y="131445"/>
                  </a:moveTo>
                  <a:lnTo>
                    <a:pt x="290576" y="2806"/>
                  </a:lnTo>
                  <a:lnTo>
                    <a:pt x="286766" y="508"/>
                  </a:lnTo>
                  <a:lnTo>
                    <a:pt x="196723" y="508"/>
                  </a:lnTo>
                  <a:lnTo>
                    <a:pt x="192913" y="2806"/>
                  </a:lnTo>
                  <a:lnTo>
                    <a:pt x="190627" y="6604"/>
                  </a:lnTo>
                  <a:lnTo>
                    <a:pt x="158623" y="57277"/>
                  </a:lnTo>
                  <a:lnTo>
                    <a:pt x="155829" y="63373"/>
                  </a:lnTo>
                  <a:lnTo>
                    <a:pt x="157226" y="70358"/>
                  </a:lnTo>
                  <a:lnTo>
                    <a:pt x="169037" y="76962"/>
                  </a:lnTo>
                  <a:lnTo>
                    <a:pt x="176022" y="75057"/>
                  </a:lnTo>
                  <a:lnTo>
                    <a:pt x="207010" y="24384"/>
                  </a:lnTo>
                  <a:lnTo>
                    <a:pt x="275971" y="24384"/>
                  </a:lnTo>
                  <a:lnTo>
                    <a:pt x="343154" y="134620"/>
                  </a:lnTo>
                  <a:lnTo>
                    <a:pt x="267970" y="259080"/>
                  </a:lnTo>
                  <a:lnTo>
                    <a:pt x="206121" y="259080"/>
                  </a:lnTo>
                  <a:lnTo>
                    <a:pt x="200406" y="264668"/>
                  </a:lnTo>
                  <a:lnTo>
                    <a:pt x="200406" y="277368"/>
                  </a:lnTo>
                  <a:lnTo>
                    <a:pt x="206121" y="282448"/>
                  </a:lnTo>
                  <a:lnTo>
                    <a:pt x="279273" y="282448"/>
                  </a:lnTo>
                  <a:lnTo>
                    <a:pt x="282575" y="280162"/>
                  </a:lnTo>
                  <a:lnTo>
                    <a:pt x="284988" y="276860"/>
                  </a:lnTo>
                  <a:lnTo>
                    <a:pt x="367030" y="140335"/>
                  </a:lnTo>
                  <a:lnTo>
                    <a:pt x="369443" y="136017"/>
                  </a:lnTo>
                  <a:lnTo>
                    <a:pt x="369443" y="13144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670033" y="3794837"/>
              <a:ext cx="62917" cy="6291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967595" y="3670935"/>
              <a:ext cx="848995" cy="321945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97732" y="3145243"/>
              <a:ext cx="39419" cy="253911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3633851" y="3199256"/>
              <a:ext cx="459740" cy="361315"/>
            </a:xfrm>
            <a:custGeom>
              <a:avLst/>
              <a:gdLst/>
              <a:ahLst/>
              <a:cxnLst/>
              <a:rect l="l" t="t" r="r" b="b"/>
              <a:pathLst>
                <a:path w="459739" h="361314">
                  <a:moveTo>
                    <a:pt x="400812" y="270256"/>
                  </a:moveTo>
                  <a:lnTo>
                    <a:pt x="394335" y="264287"/>
                  </a:lnTo>
                  <a:lnTo>
                    <a:pt x="299974" y="264287"/>
                  </a:lnTo>
                  <a:lnTo>
                    <a:pt x="293370" y="270256"/>
                  </a:lnTo>
                  <a:lnTo>
                    <a:pt x="293370" y="278765"/>
                  </a:lnTo>
                  <a:lnTo>
                    <a:pt x="293370" y="286258"/>
                  </a:lnTo>
                  <a:lnTo>
                    <a:pt x="300482" y="293243"/>
                  </a:lnTo>
                  <a:lnTo>
                    <a:pt x="394335" y="293243"/>
                  </a:lnTo>
                  <a:lnTo>
                    <a:pt x="400812" y="286766"/>
                  </a:lnTo>
                  <a:lnTo>
                    <a:pt x="400812" y="270256"/>
                  </a:lnTo>
                  <a:close/>
                </a:path>
                <a:path w="459739" h="361314">
                  <a:moveTo>
                    <a:pt x="400812" y="74676"/>
                  </a:moveTo>
                  <a:lnTo>
                    <a:pt x="394335" y="68072"/>
                  </a:lnTo>
                  <a:lnTo>
                    <a:pt x="299974" y="68072"/>
                  </a:lnTo>
                  <a:lnTo>
                    <a:pt x="293370" y="74676"/>
                  </a:lnTo>
                  <a:lnTo>
                    <a:pt x="293370" y="82550"/>
                  </a:lnTo>
                  <a:lnTo>
                    <a:pt x="293370" y="91059"/>
                  </a:lnTo>
                  <a:lnTo>
                    <a:pt x="300482" y="97536"/>
                  </a:lnTo>
                  <a:lnTo>
                    <a:pt x="394335" y="97536"/>
                  </a:lnTo>
                  <a:lnTo>
                    <a:pt x="400812" y="91059"/>
                  </a:lnTo>
                  <a:lnTo>
                    <a:pt x="400812" y="74676"/>
                  </a:lnTo>
                  <a:close/>
                </a:path>
                <a:path w="459739" h="361314">
                  <a:moveTo>
                    <a:pt x="459486" y="229489"/>
                  </a:moveTo>
                  <a:lnTo>
                    <a:pt x="458520" y="224790"/>
                  </a:lnTo>
                  <a:lnTo>
                    <a:pt x="456780" y="216204"/>
                  </a:lnTo>
                  <a:lnTo>
                    <a:pt x="449453" y="205295"/>
                  </a:lnTo>
                  <a:lnTo>
                    <a:pt x="438581" y="197916"/>
                  </a:lnTo>
                  <a:lnTo>
                    <a:pt x="430911" y="196354"/>
                  </a:lnTo>
                  <a:lnTo>
                    <a:pt x="430911" y="226695"/>
                  </a:lnTo>
                  <a:lnTo>
                    <a:pt x="430911" y="329946"/>
                  </a:lnTo>
                  <a:lnTo>
                    <a:pt x="429006" y="332232"/>
                  </a:lnTo>
                  <a:lnTo>
                    <a:pt x="32385" y="332232"/>
                  </a:lnTo>
                  <a:lnTo>
                    <a:pt x="30099" y="330327"/>
                  </a:lnTo>
                  <a:lnTo>
                    <a:pt x="30099" y="227076"/>
                  </a:lnTo>
                  <a:lnTo>
                    <a:pt x="32004" y="224790"/>
                  </a:lnTo>
                  <a:lnTo>
                    <a:pt x="428625" y="224790"/>
                  </a:lnTo>
                  <a:lnTo>
                    <a:pt x="430911" y="226695"/>
                  </a:lnTo>
                  <a:lnTo>
                    <a:pt x="430911" y="196354"/>
                  </a:lnTo>
                  <a:lnTo>
                    <a:pt x="425323" y="195199"/>
                  </a:lnTo>
                  <a:lnTo>
                    <a:pt x="34290" y="195199"/>
                  </a:lnTo>
                  <a:lnTo>
                    <a:pt x="20993" y="197916"/>
                  </a:lnTo>
                  <a:lnTo>
                    <a:pt x="10096" y="205295"/>
                  </a:lnTo>
                  <a:lnTo>
                    <a:pt x="2705" y="216204"/>
                  </a:lnTo>
                  <a:lnTo>
                    <a:pt x="0" y="229489"/>
                  </a:lnTo>
                  <a:lnTo>
                    <a:pt x="0" y="327533"/>
                  </a:lnTo>
                  <a:lnTo>
                    <a:pt x="2705" y="340741"/>
                  </a:lnTo>
                  <a:lnTo>
                    <a:pt x="10096" y="351472"/>
                  </a:lnTo>
                  <a:lnTo>
                    <a:pt x="20993" y="358686"/>
                  </a:lnTo>
                  <a:lnTo>
                    <a:pt x="34290" y="361315"/>
                  </a:lnTo>
                  <a:lnTo>
                    <a:pt x="425323" y="361315"/>
                  </a:lnTo>
                  <a:lnTo>
                    <a:pt x="438581" y="358686"/>
                  </a:lnTo>
                  <a:lnTo>
                    <a:pt x="449453" y="351472"/>
                  </a:lnTo>
                  <a:lnTo>
                    <a:pt x="456780" y="340741"/>
                  </a:lnTo>
                  <a:lnTo>
                    <a:pt x="458520" y="332232"/>
                  </a:lnTo>
                  <a:lnTo>
                    <a:pt x="459486" y="327533"/>
                  </a:lnTo>
                  <a:lnTo>
                    <a:pt x="459486" y="229489"/>
                  </a:lnTo>
                  <a:close/>
                </a:path>
                <a:path w="459739" h="361314">
                  <a:moveTo>
                    <a:pt x="459486" y="34290"/>
                  </a:moveTo>
                  <a:lnTo>
                    <a:pt x="458520" y="29591"/>
                  </a:lnTo>
                  <a:lnTo>
                    <a:pt x="456780" y="21005"/>
                  </a:lnTo>
                  <a:lnTo>
                    <a:pt x="449453" y="10096"/>
                  </a:lnTo>
                  <a:lnTo>
                    <a:pt x="438581" y="2717"/>
                  </a:lnTo>
                  <a:lnTo>
                    <a:pt x="430911" y="1155"/>
                  </a:lnTo>
                  <a:lnTo>
                    <a:pt x="430911" y="30988"/>
                  </a:lnTo>
                  <a:lnTo>
                    <a:pt x="430911" y="134239"/>
                  </a:lnTo>
                  <a:lnTo>
                    <a:pt x="429006" y="136525"/>
                  </a:lnTo>
                  <a:lnTo>
                    <a:pt x="32385" y="136525"/>
                  </a:lnTo>
                  <a:lnTo>
                    <a:pt x="30099" y="135128"/>
                  </a:lnTo>
                  <a:lnTo>
                    <a:pt x="30099" y="31877"/>
                  </a:lnTo>
                  <a:lnTo>
                    <a:pt x="32004" y="29591"/>
                  </a:lnTo>
                  <a:lnTo>
                    <a:pt x="428625" y="29591"/>
                  </a:lnTo>
                  <a:lnTo>
                    <a:pt x="430911" y="30988"/>
                  </a:lnTo>
                  <a:lnTo>
                    <a:pt x="430911" y="1155"/>
                  </a:lnTo>
                  <a:lnTo>
                    <a:pt x="425323" y="0"/>
                  </a:lnTo>
                  <a:lnTo>
                    <a:pt x="34290" y="0"/>
                  </a:lnTo>
                  <a:lnTo>
                    <a:pt x="20993" y="2717"/>
                  </a:lnTo>
                  <a:lnTo>
                    <a:pt x="10096" y="10096"/>
                  </a:lnTo>
                  <a:lnTo>
                    <a:pt x="2705" y="21005"/>
                  </a:lnTo>
                  <a:lnTo>
                    <a:pt x="0" y="34290"/>
                  </a:lnTo>
                  <a:lnTo>
                    <a:pt x="0" y="131826"/>
                  </a:lnTo>
                  <a:lnTo>
                    <a:pt x="2705" y="145122"/>
                  </a:lnTo>
                  <a:lnTo>
                    <a:pt x="10096" y="156019"/>
                  </a:lnTo>
                  <a:lnTo>
                    <a:pt x="20993" y="163410"/>
                  </a:lnTo>
                  <a:lnTo>
                    <a:pt x="34290" y="166116"/>
                  </a:lnTo>
                  <a:lnTo>
                    <a:pt x="425323" y="166116"/>
                  </a:lnTo>
                  <a:lnTo>
                    <a:pt x="438581" y="163410"/>
                  </a:lnTo>
                  <a:lnTo>
                    <a:pt x="449453" y="156019"/>
                  </a:lnTo>
                  <a:lnTo>
                    <a:pt x="456780" y="145122"/>
                  </a:lnTo>
                  <a:lnTo>
                    <a:pt x="458520" y="136525"/>
                  </a:lnTo>
                  <a:lnTo>
                    <a:pt x="459486" y="131826"/>
                  </a:lnTo>
                  <a:lnTo>
                    <a:pt x="459486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7113" y="3145243"/>
              <a:ext cx="39419" cy="253911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4523232" y="3199256"/>
              <a:ext cx="459740" cy="361315"/>
            </a:xfrm>
            <a:custGeom>
              <a:avLst/>
              <a:gdLst/>
              <a:ahLst/>
              <a:cxnLst/>
              <a:rect l="l" t="t" r="r" b="b"/>
              <a:pathLst>
                <a:path w="459739" h="361314">
                  <a:moveTo>
                    <a:pt x="400812" y="270256"/>
                  </a:moveTo>
                  <a:lnTo>
                    <a:pt x="394335" y="264287"/>
                  </a:lnTo>
                  <a:lnTo>
                    <a:pt x="299974" y="264287"/>
                  </a:lnTo>
                  <a:lnTo>
                    <a:pt x="293370" y="270256"/>
                  </a:lnTo>
                  <a:lnTo>
                    <a:pt x="293370" y="278765"/>
                  </a:lnTo>
                  <a:lnTo>
                    <a:pt x="293370" y="286258"/>
                  </a:lnTo>
                  <a:lnTo>
                    <a:pt x="300482" y="293243"/>
                  </a:lnTo>
                  <a:lnTo>
                    <a:pt x="394335" y="293243"/>
                  </a:lnTo>
                  <a:lnTo>
                    <a:pt x="400812" y="286766"/>
                  </a:lnTo>
                  <a:lnTo>
                    <a:pt x="400812" y="270256"/>
                  </a:lnTo>
                  <a:close/>
                </a:path>
                <a:path w="459739" h="361314">
                  <a:moveTo>
                    <a:pt x="400812" y="74676"/>
                  </a:moveTo>
                  <a:lnTo>
                    <a:pt x="394335" y="68072"/>
                  </a:lnTo>
                  <a:lnTo>
                    <a:pt x="299974" y="68072"/>
                  </a:lnTo>
                  <a:lnTo>
                    <a:pt x="293370" y="74676"/>
                  </a:lnTo>
                  <a:lnTo>
                    <a:pt x="293370" y="82550"/>
                  </a:lnTo>
                  <a:lnTo>
                    <a:pt x="293370" y="91059"/>
                  </a:lnTo>
                  <a:lnTo>
                    <a:pt x="300482" y="97536"/>
                  </a:lnTo>
                  <a:lnTo>
                    <a:pt x="394335" y="97536"/>
                  </a:lnTo>
                  <a:lnTo>
                    <a:pt x="400812" y="91059"/>
                  </a:lnTo>
                  <a:lnTo>
                    <a:pt x="400812" y="74676"/>
                  </a:lnTo>
                  <a:close/>
                </a:path>
                <a:path w="459739" h="361314">
                  <a:moveTo>
                    <a:pt x="459486" y="229489"/>
                  </a:moveTo>
                  <a:lnTo>
                    <a:pt x="458520" y="224790"/>
                  </a:lnTo>
                  <a:lnTo>
                    <a:pt x="456768" y="216204"/>
                  </a:lnTo>
                  <a:lnTo>
                    <a:pt x="449376" y="205295"/>
                  </a:lnTo>
                  <a:lnTo>
                    <a:pt x="438480" y="197916"/>
                  </a:lnTo>
                  <a:lnTo>
                    <a:pt x="430911" y="196380"/>
                  </a:lnTo>
                  <a:lnTo>
                    <a:pt x="430911" y="226695"/>
                  </a:lnTo>
                  <a:lnTo>
                    <a:pt x="430911" y="329946"/>
                  </a:lnTo>
                  <a:lnTo>
                    <a:pt x="429006" y="332232"/>
                  </a:lnTo>
                  <a:lnTo>
                    <a:pt x="32385" y="332232"/>
                  </a:lnTo>
                  <a:lnTo>
                    <a:pt x="30099" y="330327"/>
                  </a:lnTo>
                  <a:lnTo>
                    <a:pt x="30099" y="227076"/>
                  </a:lnTo>
                  <a:lnTo>
                    <a:pt x="32004" y="224790"/>
                  </a:lnTo>
                  <a:lnTo>
                    <a:pt x="428625" y="224790"/>
                  </a:lnTo>
                  <a:lnTo>
                    <a:pt x="430911" y="226695"/>
                  </a:lnTo>
                  <a:lnTo>
                    <a:pt x="430911" y="196380"/>
                  </a:lnTo>
                  <a:lnTo>
                    <a:pt x="425196" y="195199"/>
                  </a:lnTo>
                  <a:lnTo>
                    <a:pt x="34290" y="195199"/>
                  </a:lnTo>
                  <a:lnTo>
                    <a:pt x="20993" y="197916"/>
                  </a:lnTo>
                  <a:lnTo>
                    <a:pt x="10096" y="205295"/>
                  </a:lnTo>
                  <a:lnTo>
                    <a:pt x="2705" y="216204"/>
                  </a:lnTo>
                  <a:lnTo>
                    <a:pt x="0" y="229489"/>
                  </a:lnTo>
                  <a:lnTo>
                    <a:pt x="0" y="327533"/>
                  </a:lnTo>
                  <a:lnTo>
                    <a:pt x="2705" y="340741"/>
                  </a:lnTo>
                  <a:lnTo>
                    <a:pt x="10096" y="351472"/>
                  </a:lnTo>
                  <a:lnTo>
                    <a:pt x="20993" y="358686"/>
                  </a:lnTo>
                  <a:lnTo>
                    <a:pt x="34290" y="361315"/>
                  </a:lnTo>
                  <a:lnTo>
                    <a:pt x="425196" y="361315"/>
                  </a:lnTo>
                  <a:lnTo>
                    <a:pt x="438480" y="358686"/>
                  </a:lnTo>
                  <a:lnTo>
                    <a:pt x="449376" y="351472"/>
                  </a:lnTo>
                  <a:lnTo>
                    <a:pt x="456768" y="340741"/>
                  </a:lnTo>
                  <a:lnTo>
                    <a:pt x="458508" y="332232"/>
                  </a:lnTo>
                  <a:lnTo>
                    <a:pt x="459486" y="327533"/>
                  </a:lnTo>
                  <a:lnTo>
                    <a:pt x="459486" y="229489"/>
                  </a:lnTo>
                  <a:close/>
                </a:path>
                <a:path w="459739" h="361314">
                  <a:moveTo>
                    <a:pt x="459486" y="34290"/>
                  </a:moveTo>
                  <a:lnTo>
                    <a:pt x="458520" y="29591"/>
                  </a:lnTo>
                  <a:lnTo>
                    <a:pt x="456768" y="21005"/>
                  </a:lnTo>
                  <a:lnTo>
                    <a:pt x="449389" y="10096"/>
                  </a:lnTo>
                  <a:lnTo>
                    <a:pt x="438480" y="2717"/>
                  </a:lnTo>
                  <a:lnTo>
                    <a:pt x="430911" y="1181"/>
                  </a:lnTo>
                  <a:lnTo>
                    <a:pt x="430911" y="30988"/>
                  </a:lnTo>
                  <a:lnTo>
                    <a:pt x="430911" y="134239"/>
                  </a:lnTo>
                  <a:lnTo>
                    <a:pt x="429006" y="136525"/>
                  </a:lnTo>
                  <a:lnTo>
                    <a:pt x="32385" y="136525"/>
                  </a:lnTo>
                  <a:lnTo>
                    <a:pt x="30099" y="135128"/>
                  </a:lnTo>
                  <a:lnTo>
                    <a:pt x="30099" y="31877"/>
                  </a:lnTo>
                  <a:lnTo>
                    <a:pt x="32004" y="29591"/>
                  </a:lnTo>
                  <a:lnTo>
                    <a:pt x="428625" y="29591"/>
                  </a:lnTo>
                  <a:lnTo>
                    <a:pt x="430911" y="30988"/>
                  </a:lnTo>
                  <a:lnTo>
                    <a:pt x="430911" y="1181"/>
                  </a:lnTo>
                  <a:lnTo>
                    <a:pt x="425196" y="0"/>
                  </a:lnTo>
                  <a:lnTo>
                    <a:pt x="34290" y="0"/>
                  </a:lnTo>
                  <a:lnTo>
                    <a:pt x="20993" y="2717"/>
                  </a:lnTo>
                  <a:lnTo>
                    <a:pt x="10096" y="10096"/>
                  </a:lnTo>
                  <a:lnTo>
                    <a:pt x="2705" y="21005"/>
                  </a:lnTo>
                  <a:lnTo>
                    <a:pt x="0" y="34290"/>
                  </a:lnTo>
                  <a:lnTo>
                    <a:pt x="0" y="131826"/>
                  </a:lnTo>
                  <a:lnTo>
                    <a:pt x="2705" y="145122"/>
                  </a:lnTo>
                  <a:lnTo>
                    <a:pt x="10096" y="156019"/>
                  </a:lnTo>
                  <a:lnTo>
                    <a:pt x="20993" y="163410"/>
                  </a:lnTo>
                  <a:lnTo>
                    <a:pt x="34290" y="166116"/>
                  </a:lnTo>
                  <a:lnTo>
                    <a:pt x="425196" y="166116"/>
                  </a:lnTo>
                  <a:lnTo>
                    <a:pt x="438480" y="163410"/>
                  </a:lnTo>
                  <a:lnTo>
                    <a:pt x="449376" y="156019"/>
                  </a:lnTo>
                  <a:lnTo>
                    <a:pt x="456768" y="145122"/>
                  </a:lnTo>
                  <a:lnTo>
                    <a:pt x="458520" y="136525"/>
                  </a:lnTo>
                  <a:lnTo>
                    <a:pt x="459486" y="131826"/>
                  </a:lnTo>
                  <a:lnTo>
                    <a:pt x="459486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476494" y="3145243"/>
              <a:ext cx="39419" cy="253911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5412613" y="3199256"/>
              <a:ext cx="459740" cy="361315"/>
            </a:xfrm>
            <a:custGeom>
              <a:avLst/>
              <a:gdLst/>
              <a:ahLst/>
              <a:cxnLst/>
              <a:rect l="l" t="t" r="r" b="b"/>
              <a:pathLst>
                <a:path w="459739" h="361314">
                  <a:moveTo>
                    <a:pt x="400812" y="270256"/>
                  </a:moveTo>
                  <a:lnTo>
                    <a:pt x="394208" y="264287"/>
                  </a:lnTo>
                  <a:lnTo>
                    <a:pt x="299974" y="264287"/>
                  </a:lnTo>
                  <a:lnTo>
                    <a:pt x="293370" y="270256"/>
                  </a:lnTo>
                  <a:lnTo>
                    <a:pt x="293370" y="278765"/>
                  </a:lnTo>
                  <a:lnTo>
                    <a:pt x="293370" y="286258"/>
                  </a:lnTo>
                  <a:lnTo>
                    <a:pt x="300482" y="293243"/>
                  </a:lnTo>
                  <a:lnTo>
                    <a:pt x="394208" y="293243"/>
                  </a:lnTo>
                  <a:lnTo>
                    <a:pt x="400812" y="286766"/>
                  </a:lnTo>
                  <a:lnTo>
                    <a:pt x="400812" y="270256"/>
                  </a:lnTo>
                  <a:close/>
                </a:path>
                <a:path w="459739" h="361314">
                  <a:moveTo>
                    <a:pt x="400812" y="74676"/>
                  </a:moveTo>
                  <a:lnTo>
                    <a:pt x="394208" y="68072"/>
                  </a:lnTo>
                  <a:lnTo>
                    <a:pt x="299974" y="68072"/>
                  </a:lnTo>
                  <a:lnTo>
                    <a:pt x="293370" y="74676"/>
                  </a:lnTo>
                  <a:lnTo>
                    <a:pt x="293370" y="82550"/>
                  </a:lnTo>
                  <a:lnTo>
                    <a:pt x="293370" y="91059"/>
                  </a:lnTo>
                  <a:lnTo>
                    <a:pt x="300482" y="97536"/>
                  </a:lnTo>
                  <a:lnTo>
                    <a:pt x="394208" y="97536"/>
                  </a:lnTo>
                  <a:lnTo>
                    <a:pt x="400812" y="91059"/>
                  </a:lnTo>
                  <a:lnTo>
                    <a:pt x="400812" y="74676"/>
                  </a:lnTo>
                  <a:close/>
                </a:path>
                <a:path w="459739" h="361314">
                  <a:moveTo>
                    <a:pt x="459486" y="229489"/>
                  </a:moveTo>
                  <a:lnTo>
                    <a:pt x="458520" y="224790"/>
                  </a:lnTo>
                  <a:lnTo>
                    <a:pt x="456768" y="216204"/>
                  </a:lnTo>
                  <a:lnTo>
                    <a:pt x="449389" y="205295"/>
                  </a:lnTo>
                  <a:lnTo>
                    <a:pt x="438480" y="197916"/>
                  </a:lnTo>
                  <a:lnTo>
                    <a:pt x="430911" y="196380"/>
                  </a:lnTo>
                  <a:lnTo>
                    <a:pt x="430911" y="226695"/>
                  </a:lnTo>
                  <a:lnTo>
                    <a:pt x="430911" y="329946"/>
                  </a:lnTo>
                  <a:lnTo>
                    <a:pt x="429006" y="332232"/>
                  </a:lnTo>
                  <a:lnTo>
                    <a:pt x="32385" y="332232"/>
                  </a:lnTo>
                  <a:lnTo>
                    <a:pt x="30099" y="330327"/>
                  </a:lnTo>
                  <a:lnTo>
                    <a:pt x="30099" y="227076"/>
                  </a:lnTo>
                  <a:lnTo>
                    <a:pt x="32004" y="224790"/>
                  </a:lnTo>
                  <a:lnTo>
                    <a:pt x="428498" y="224790"/>
                  </a:lnTo>
                  <a:lnTo>
                    <a:pt x="430911" y="226695"/>
                  </a:lnTo>
                  <a:lnTo>
                    <a:pt x="430911" y="196380"/>
                  </a:lnTo>
                  <a:lnTo>
                    <a:pt x="425196" y="195199"/>
                  </a:lnTo>
                  <a:lnTo>
                    <a:pt x="34290" y="195199"/>
                  </a:lnTo>
                  <a:lnTo>
                    <a:pt x="20993" y="197916"/>
                  </a:lnTo>
                  <a:lnTo>
                    <a:pt x="10096" y="205295"/>
                  </a:lnTo>
                  <a:lnTo>
                    <a:pt x="2705" y="216204"/>
                  </a:lnTo>
                  <a:lnTo>
                    <a:pt x="0" y="229489"/>
                  </a:lnTo>
                  <a:lnTo>
                    <a:pt x="0" y="327533"/>
                  </a:lnTo>
                  <a:lnTo>
                    <a:pt x="2705" y="340741"/>
                  </a:lnTo>
                  <a:lnTo>
                    <a:pt x="10096" y="351472"/>
                  </a:lnTo>
                  <a:lnTo>
                    <a:pt x="20993" y="358686"/>
                  </a:lnTo>
                  <a:lnTo>
                    <a:pt x="34290" y="361315"/>
                  </a:lnTo>
                  <a:lnTo>
                    <a:pt x="425196" y="361315"/>
                  </a:lnTo>
                  <a:lnTo>
                    <a:pt x="438480" y="358686"/>
                  </a:lnTo>
                  <a:lnTo>
                    <a:pt x="449389" y="351472"/>
                  </a:lnTo>
                  <a:lnTo>
                    <a:pt x="456768" y="340741"/>
                  </a:lnTo>
                  <a:lnTo>
                    <a:pt x="458508" y="332232"/>
                  </a:lnTo>
                  <a:lnTo>
                    <a:pt x="459486" y="327533"/>
                  </a:lnTo>
                  <a:lnTo>
                    <a:pt x="459486" y="229489"/>
                  </a:lnTo>
                  <a:close/>
                </a:path>
                <a:path w="459739" h="361314">
                  <a:moveTo>
                    <a:pt x="459486" y="34290"/>
                  </a:moveTo>
                  <a:lnTo>
                    <a:pt x="458520" y="29591"/>
                  </a:lnTo>
                  <a:lnTo>
                    <a:pt x="456768" y="21005"/>
                  </a:lnTo>
                  <a:lnTo>
                    <a:pt x="449389" y="10096"/>
                  </a:lnTo>
                  <a:lnTo>
                    <a:pt x="438480" y="2717"/>
                  </a:lnTo>
                  <a:lnTo>
                    <a:pt x="430911" y="1181"/>
                  </a:lnTo>
                  <a:lnTo>
                    <a:pt x="430911" y="30988"/>
                  </a:lnTo>
                  <a:lnTo>
                    <a:pt x="430911" y="134239"/>
                  </a:lnTo>
                  <a:lnTo>
                    <a:pt x="429006" y="136525"/>
                  </a:lnTo>
                  <a:lnTo>
                    <a:pt x="32385" y="136525"/>
                  </a:lnTo>
                  <a:lnTo>
                    <a:pt x="30099" y="135128"/>
                  </a:lnTo>
                  <a:lnTo>
                    <a:pt x="30099" y="31877"/>
                  </a:lnTo>
                  <a:lnTo>
                    <a:pt x="32004" y="29591"/>
                  </a:lnTo>
                  <a:lnTo>
                    <a:pt x="428498" y="29591"/>
                  </a:lnTo>
                  <a:lnTo>
                    <a:pt x="430911" y="30988"/>
                  </a:lnTo>
                  <a:lnTo>
                    <a:pt x="430911" y="1181"/>
                  </a:lnTo>
                  <a:lnTo>
                    <a:pt x="425196" y="0"/>
                  </a:lnTo>
                  <a:lnTo>
                    <a:pt x="34290" y="0"/>
                  </a:lnTo>
                  <a:lnTo>
                    <a:pt x="20993" y="2717"/>
                  </a:lnTo>
                  <a:lnTo>
                    <a:pt x="10096" y="10096"/>
                  </a:lnTo>
                  <a:lnTo>
                    <a:pt x="2705" y="21005"/>
                  </a:lnTo>
                  <a:lnTo>
                    <a:pt x="0" y="34290"/>
                  </a:lnTo>
                  <a:lnTo>
                    <a:pt x="0" y="131826"/>
                  </a:lnTo>
                  <a:lnTo>
                    <a:pt x="2705" y="145122"/>
                  </a:lnTo>
                  <a:lnTo>
                    <a:pt x="10096" y="156019"/>
                  </a:lnTo>
                  <a:lnTo>
                    <a:pt x="20993" y="163410"/>
                  </a:lnTo>
                  <a:lnTo>
                    <a:pt x="34290" y="166116"/>
                  </a:lnTo>
                  <a:lnTo>
                    <a:pt x="425196" y="166116"/>
                  </a:lnTo>
                  <a:lnTo>
                    <a:pt x="438480" y="163410"/>
                  </a:lnTo>
                  <a:lnTo>
                    <a:pt x="449389" y="156019"/>
                  </a:lnTo>
                  <a:lnTo>
                    <a:pt x="456768" y="145122"/>
                  </a:lnTo>
                  <a:lnTo>
                    <a:pt x="458520" y="136525"/>
                  </a:lnTo>
                  <a:lnTo>
                    <a:pt x="459486" y="131826"/>
                  </a:lnTo>
                  <a:lnTo>
                    <a:pt x="459486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65875" y="3145243"/>
              <a:ext cx="39419" cy="253911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2771775" y="3199256"/>
              <a:ext cx="3989704" cy="3963670"/>
            </a:xfrm>
            <a:custGeom>
              <a:avLst/>
              <a:gdLst/>
              <a:ahLst/>
              <a:cxnLst/>
              <a:rect l="l" t="t" r="r" b="b"/>
              <a:pathLst>
                <a:path w="3989704" h="3963670">
                  <a:moveTo>
                    <a:pt x="331724" y="3650742"/>
                  </a:moveTo>
                  <a:lnTo>
                    <a:pt x="330161" y="3643172"/>
                  </a:lnTo>
                  <a:lnTo>
                    <a:pt x="325983" y="3637051"/>
                  </a:lnTo>
                  <a:lnTo>
                    <a:pt x="319874" y="3632936"/>
                  </a:lnTo>
                  <a:lnTo>
                    <a:pt x="312547" y="3631438"/>
                  </a:lnTo>
                  <a:lnTo>
                    <a:pt x="303149" y="3631438"/>
                  </a:lnTo>
                  <a:lnTo>
                    <a:pt x="303149" y="3660521"/>
                  </a:lnTo>
                  <a:lnTo>
                    <a:pt x="303149" y="3934587"/>
                  </a:lnTo>
                  <a:lnTo>
                    <a:pt x="29083" y="3934587"/>
                  </a:lnTo>
                  <a:lnTo>
                    <a:pt x="29083" y="3660521"/>
                  </a:lnTo>
                  <a:lnTo>
                    <a:pt x="303149" y="3660521"/>
                  </a:lnTo>
                  <a:lnTo>
                    <a:pt x="303149" y="3631438"/>
                  </a:lnTo>
                  <a:lnTo>
                    <a:pt x="19177" y="3631438"/>
                  </a:lnTo>
                  <a:lnTo>
                    <a:pt x="11620" y="3632936"/>
                  </a:lnTo>
                  <a:lnTo>
                    <a:pt x="5537" y="3637051"/>
                  </a:lnTo>
                  <a:lnTo>
                    <a:pt x="1473" y="3643172"/>
                  </a:lnTo>
                  <a:lnTo>
                    <a:pt x="0" y="3650742"/>
                  </a:lnTo>
                  <a:lnTo>
                    <a:pt x="0" y="3943985"/>
                  </a:lnTo>
                  <a:lnTo>
                    <a:pt x="1473" y="3951401"/>
                  </a:lnTo>
                  <a:lnTo>
                    <a:pt x="5537" y="3957548"/>
                  </a:lnTo>
                  <a:lnTo>
                    <a:pt x="11620" y="3961739"/>
                  </a:lnTo>
                  <a:lnTo>
                    <a:pt x="19177" y="3963289"/>
                  </a:lnTo>
                  <a:lnTo>
                    <a:pt x="312547" y="3963289"/>
                  </a:lnTo>
                  <a:lnTo>
                    <a:pt x="319874" y="3961739"/>
                  </a:lnTo>
                  <a:lnTo>
                    <a:pt x="325983" y="3957548"/>
                  </a:lnTo>
                  <a:lnTo>
                    <a:pt x="330161" y="3951401"/>
                  </a:lnTo>
                  <a:lnTo>
                    <a:pt x="331724" y="3943985"/>
                  </a:lnTo>
                  <a:lnTo>
                    <a:pt x="331724" y="3934587"/>
                  </a:lnTo>
                  <a:lnTo>
                    <a:pt x="331724" y="3660521"/>
                  </a:lnTo>
                  <a:lnTo>
                    <a:pt x="331724" y="3650742"/>
                  </a:lnTo>
                  <a:close/>
                </a:path>
                <a:path w="3989704" h="3963670">
                  <a:moveTo>
                    <a:pt x="3931031" y="270256"/>
                  </a:moveTo>
                  <a:lnTo>
                    <a:pt x="3924427" y="264287"/>
                  </a:lnTo>
                  <a:lnTo>
                    <a:pt x="3830193" y="264287"/>
                  </a:lnTo>
                  <a:lnTo>
                    <a:pt x="3823589" y="270256"/>
                  </a:lnTo>
                  <a:lnTo>
                    <a:pt x="3823589" y="278765"/>
                  </a:lnTo>
                  <a:lnTo>
                    <a:pt x="3823589" y="286258"/>
                  </a:lnTo>
                  <a:lnTo>
                    <a:pt x="3830574" y="293243"/>
                  </a:lnTo>
                  <a:lnTo>
                    <a:pt x="3924427" y="293243"/>
                  </a:lnTo>
                  <a:lnTo>
                    <a:pt x="3931031" y="286766"/>
                  </a:lnTo>
                  <a:lnTo>
                    <a:pt x="3931031" y="270256"/>
                  </a:lnTo>
                  <a:close/>
                </a:path>
                <a:path w="3989704" h="3963670">
                  <a:moveTo>
                    <a:pt x="3931031" y="74676"/>
                  </a:moveTo>
                  <a:lnTo>
                    <a:pt x="3924427" y="68072"/>
                  </a:lnTo>
                  <a:lnTo>
                    <a:pt x="3830193" y="68072"/>
                  </a:lnTo>
                  <a:lnTo>
                    <a:pt x="3823589" y="74676"/>
                  </a:lnTo>
                  <a:lnTo>
                    <a:pt x="3823589" y="82550"/>
                  </a:lnTo>
                  <a:lnTo>
                    <a:pt x="3823589" y="91059"/>
                  </a:lnTo>
                  <a:lnTo>
                    <a:pt x="3830574" y="97536"/>
                  </a:lnTo>
                  <a:lnTo>
                    <a:pt x="3924427" y="97536"/>
                  </a:lnTo>
                  <a:lnTo>
                    <a:pt x="3931031" y="91059"/>
                  </a:lnTo>
                  <a:lnTo>
                    <a:pt x="3931031" y="74676"/>
                  </a:lnTo>
                  <a:close/>
                </a:path>
                <a:path w="3989704" h="3963670">
                  <a:moveTo>
                    <a:pt x="3989705" y="229489"/>
                  </a:moveTo>
                  <a:lnTo>
                    <a:pt x="3988739" y="224790"/>
                  </a:lnTo>
                  <a:lnTo>
                    <a:pt x="3986987" y="216204"/>
                  </a:lnTo>
                  <a:lnTo>
                    <a:pt x="3979608" y="205295"/>
                  </a:lnTo>
                  <a:lnTo>
                    <a:pt x="3968699" y="197916"/>
                  </a:lnTo>
                  <a:lnTo>
                    <a:pt x="3961130" y="196380"/>
                  </a:lnTo>
                  <a:lnTo>
                    <a:pt x="3961130" y="226695"/>
                  </a:lnTo>
                  <a:lnTo>
                    <a:pt x="3961130" y="329946"/>
                  </a:lnTo>
                  <a:lnTo>
                    <a:pt x="3959225" y="332232"/>
                  </a:lnTo>
                  <a:lnTo>
                    <a:pt x="3562604" y="332232"/>
                  </a:lnTo>
                  <a:lnTo>
                    <a:pt x="3560318" y="330327"/>
                  </a:lnTo>
                  <a:lnTo>
                    <a:pt x="3560318" y="227076"/>
                  </a:lnTo>
                  <a:lnTo>
                    <a:pt x="3562223" y="224790"/>
                  </a:lnTo>
                  <a:lnTo>
                    <a:pt x="3958717" y="224790"/>
                  </a:lnTo>
                  <a:lnTo>
                    <a:pt x="3961130" y="226695"/>
                  </a:lnTo>
                  <a:lnTo>
                    <a:pt x="3961130" y="196380"/>
                  </a:lnTo>
                  <a:lnTo>
                    <a:pt x="3955415" y="195199"/>
                  </a:lnTo>
                  <a:lnTo>
                    <a:pt x="3564509" y="195199"/>
                  </a:lnTo>
                  <a:lnTo>
                    <a:pt x="3551212" y="197916"/>
                  </a:lnTo>
                  <a:lnTo>
                    <a:pt x="3540315" y="205295"/>
                  </a:lnTo>
                  <a:lnTo>
                    <a:pt x="3532924" y="216204"/>
                  </a:lnTo>
                  <a:lnTo>
                    <a:pt x="3530219" y="229489"/>
                  </a:lnTo>
                  <a:lnTo>
                    <a:pt x="3530219" y="327533"/>
                  </a:lnTo>
                  <a:lnTo>
                    <a:pt x="3532924" y="340741"/>
                  </a:lnTo>
                  <a:lnTo>
                    <a:pt x="3540315" y="351472"/>
                  </a:lnTo>
                  <a:lnTo>
                    <a:pt x="3551212" y="358686"/>
                  </a:lnTo>
                  <a:lnTo>
                    <a:pt x="3564509" y="361315"/>
                  </a:lnTo>
                  <a:lnTo>
                    <a:pt x="3955415" y="361315"/>
                  </a:lnTo>
                  <a:lnTo>
                    <a:pt x="3968699" y="358686"/>
                  </a:lnTo>
                  <a:lnTo>
                    <a:pt x="3979608" y="351472"/>
                  </a:lnTo>
                  <a:lnTo>
                    <a:pt x="3986987" y="340741"/>
                  </a:lnTo>
                  <a:lnTo>
                    <a:pt x="3988727" y="332232"/>
                  </a:lnTo>
                  <a:lnTo>
                    <a:pt x="3989705" y="327533"/>
                  </a:lnTo>
                  <a:lnTo>
                    <a:pt x="3989705" y="229489"/>
                  </a:lnTo>
                  <a:close/>
                </a:path>
                <a:path w="3989704" h="3963670">
                  <a:moveTo>
                    <a:pt x="3989705" y="34290"/>
                  </a:moveTo>
                  <a:lnTo>
                    <a:pt x="3988739" y="29591"/>
                  </a:lnTo>
                  <a:lnTo>
                    <a:pt x="3986987" y="21005"/>
                  </a:lnTo>
                  <a:lnTo>
                    <a:pt x="3979608" y="10096"/>
                  </a:lnTo>
                  <a:lnTo>
                    <a:pt x="3968699" y="2717"/>
                  </a:lnTo>
                  <a:lnTo>
                    <a:pt x="3961130" y="1181"/>
                  </a:lnTo>
                  <a:lnTo>
                    <a:pt x="3961130" y="30988"/>
                  </a:lnTo>
                  <a:lnTo>
                    <a:pt x="3961130" y="134239"/>
                  </a:lnTo>
                  <a:lnTo>
                    <a:pt x="3959225" y="136525"/>
                  </a:lnTo>
                  <a:lnTo>
                    <a:pt x="3562604" y="136525"/>
                  </a:lnTo>
                  <a:lnTo>
                    <a:pt x="3560318" y="135128"/>
                  </a:lnTo>
                  <a:lnTo>
                    <a:pt x="3560318" y="31877"/>
                  </a:lnTo>
                  <a:lnTo>
                    <a:pt x="3562223" y="29591"/>
                  </a:lnTo>
                  <a:lnTo>
                    <a:pt x="3958717" y="29591"/>
                  </a:lnTo>
                  <a:lnTo>
                    <a:pt x="3961130" y="30988"/>
                  </a:lnTo>
                  <a:lnTo>
                    <a:pt x="3961130" y="1181"/>
                  </a:lnTo>
                  <a:lnTo>
                    <a:pt x="3955415" y="0"/>
                  </a:lnTo>
                  <a:lnTo>
                    <a:pt x="3564509" y="0"/>
                  </a:lnTo>
                  <a:lnTo>
                    <a:pt x="3551212" y="2717"/>
                  </a:lnTo>
                  <a:lnTo>
                    <a:pt x="3540315" y="10096"/>
                  </a:lnTo>
                  <a:lnTo>
                    <a:pt x="3532924" y="21005"/>
                  </a:lnTo>
                  <a:lnTo>
                    <a:pt x="3530219" y="34290"/>
                  </a:lnTo>
                  <a:lnTo>
                    <a:pt x="3530219" y="131826"/>
                  </a:lnTo>
                  <a:lnTo>
                    <a:pt x="3532924" y="145122"/>
                  </a:lnTo>
                  <a:lnTo>
                    <a:pt x="3540315" y="156019"/>
                  </a:lnTo>
                  <a:lnTo>
                    <a:pt x="3551212" y="163410"/>
                  </a:lnTo>
                  <a:lnTo>
                    <a:pt x="3564509" y="166116"/>
                  </a:lnTo>
                  <a:lnTo>
                    <a:pt x="3955415" y="166116"/>
                  </a:lnTo>
                  <a:lnTo>
                    <a:pt x="3968699" y="163410"/>
                  </a:lnTo>
                  <a:lnTo>
                    <a:pt x="3979608" y="156019"/>
                  </a:lnTo>
                  <a:lnTo>
                    <a:pt x="3986987" y="145122"/>
                  </a:lnTo>
                  <a:lnTo>
                    <a:pt x="3988739" y="136525"/>
                  </a:lnTo>
                  <a:lnTo>
                    <a:pt x="3989705" y="131826"/>
                  </a:lnTo>
                  <a:lnTo>
                    <a:pt x="3989705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57576" y="7018019"/>
              <a:ext cx="226694" cy="223520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02431" y="6801192"/>
              <a:ext cx="39419" cy="253911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3638550" y="6855079"/>
              <a:ext cx="459740" cy="361950"/>
            </a:xfrm>
            <a:custGeom>
              <a:avLst/>
              <a:gdLst/>
              <a:ahLst/>
              <a:cxnLst/>
              <a:rect l="l" t="t" r="r" b="b"/>
              <a:pathLst>
                <a:path w="459739" h="361950">
                  <a:moveTo>
                    <a:pt x="400812" y="270383"/>
                  </a:moveTo>
                  <a:lnTo>
                    <a:pt x="394208" y="264287"/>
                  </a:lnTo>
                  <a:lnTo>
                    <a:pt x="299974" y="264287"/>
                  </a:lnTo>
                  <a:lnTo>
                    <a:pt x="293370" y="270383"/>
                  </a:lnTo>
                  <a:lnTo>
                    <a:pt x="293370" y="278765"/>
                  </a:lnTo>
                  <a:lnTo>
                    <a:pt x="293370" y="286385"/>
                  </a:lnTo>
                  <a:lnTo>
                    <a:pt x="300355" y="293370"/>
                  </a:lnTo>
                  <a:lnTo>
                    <a:pt x="394208" y="293370"/>
                  </a:lnTo>
                  <a:lnTo>
                    <a:pt x="400812" y="286766"/>
                  </a:lnTo>
                  <a:lnTo>
                    <a:pt x="400812" y="270383"/>
                  </a:lnTo>
                  <a:close/>
                </a:path>
                <a:path w="459739" h="361950">
                  <a:moveTo>
                    <a:pt x="400812" y="74676"/>
                  </a:moveTo>
                  <a:lnTo>
                    <a:pt x="394208" y="68072"/>
                  </a:lnTo>
                  <a:lnTo>
                    <a:pt x="299974" y="68072"/>
                  </a:lnTo>
                  <a:lnTo>
                    <a:pt x="293370" y="74676"/>
                  </a:lnTo>
                  <a:lnTo>
                    <a:pt x="293370" y="82677"/>
                  </a:lnTo>
                  <a:lnTo>
                    <a:pt x="293370" y="91059"/>
                  </a:lnTo>
                  <a:lnTo>
                    <a:pt x="300355" y="97663"/>
                  </a:lnTo>
                  <a:lnTo>
                    <a:pt x="394208" y="97663"/>
                  </a:lnTo>
                  <a:lnTo>
                    <a:pt x="400812" y="91059"/>
                  </a:lnTo>
                  <a:lnTo>
                    <a:pt x="400812" y="74676"/>
                  </a:lnTo>
                  <a:close/>
                </a:path>
                <a:path w="459739" h="361950">
                  <a:moveTo>
                    <a:pt x="459486" y="229489"/>
                  </a:moveTo>
                  <a:lnTo>
                    <a:pt x="458508" y="224790"/>
                  </a:lnTo>
                  <a:lnTo>
                    <a:pt x="456768" y="216281"/>
                  </a:lnTo>
                  <a:lnTo>
                    <a:pt x="449389" y="205409"/>
                  </a:lnTo>
                  <a:lnTo>
                    <a:pt x="438480" y="198043"/>
                  </a:lnTo>
                  <a:lnTo>
                    <a:pt x="430911" y="196507"/>
                  </a:lnTo>
                  <a:lnTo>
                    <a:pt x="430911" y="226695"/>
                  </a:lnTo>
                  <a:lnTo>
                    <a:pt x="430911" y="329946"/>
                  </a:lnTo>
                  <a:lnTo>
                    <a:pt x="429006" y="332359"/>
                  </a:lnTo>
                  <a:lnTo>
                    <a:pt x="32385" y="332359"/>
                  </a:lnTo>
                  <a:lnTo>
                    <a:pt x="30099" y="330454"/>
                  </a:lnTo>
                  <a:lnTo>
                    <a:pt x="30099" y="227203"/>
                  </a:lnTo>
                  <a:lnTo>
                    <a:pt x="32004" y="224790"/>
                  </a:lnTo>
                  <a:lnTo>
                    <a:pt x="428498" y="224790"/>
                  </a:lnTo>
                  <a:lnTo>
                    <a:pt x="430911" y="226695"/>
                  </a:lnTo>
                  <a:lnTo>
                    <a:pt x="430911" y="196507"/>
                  </a:lnTo>
                  <a:lnTo>
                    <a:pt x="425196" y="195326"/>
                  </a:lnTo>
                  <a:lnTo>
                    <a:pt x="34290" y="195326"/>
                  </a:lnTo>
                  <a:lnTo>
                    <a:pt x="20993" y="198043"/>
                  </a:lnTo>
                  <a:lnTo>
                    <a:pt x="10096" y="205409"/>
                  </a:lnTo>
                  <a:lnTo>
                    <a:pt x="2705" y="216281"/>
                  </a:lnTo>
                  <a:lnTo>
                    <a:pt x="0" y="229489"/>
                  </a:lnTo>
                  <a:lnTo>
                    <a:pt x="0" y="327660"/>
                  </a:lnTo>
                  <a:lnTo>
                    <a:pt x="2705" y="340817"/>
                  </a:lnTo>
                  <a:lnTo>
                    <a:pt x="10096" y="351561"/>
                  </a:lnTo>
                  <a:lnTo>
                    <a:pt x="20993" y="358800"/>
                  </a:lnTo>
                  <a:lnTo>
                    <a:pt x="34290" y="361442"/>
                  </a:lnTo>
                  <a:lnTo>
                    <a:pt x="425196" y="361442"/>
                  </a:lnTo>
                  <a:lnTo>
                    <a:pt x="438480" y="358800"/>
                  </a:lnTo>
                  <a:lnTo>
                    <a:pt x="449389" y="351561"/>
                  </a:lnTo>
                  <a:lnTo>
                    <a:pt x="456768" y="340817"/>
                  </a:lnTo>
                  <a:lnTo>
                    <a:pt x="458508" y="332359"/>
                  </a:lnTo>
                  <a:lnTo>
                    <a:pt x="459486" y="327660"/>
                  </a:lnTo>
                  <a:lnTo>
                    <a:pt x="459486" y="229489"/>
                  </a:lnTo>
                  <a:close/>
                </a:path>
                <a:path w="459739" h="361950">
                  <a:moveTo>
                    <a:pt x="459486" y="34290"/>
                  </a:moveTo>
                  <a:lnTo>
                    <a:pt x="458520" y="29591"/>
                  </a:lnTo>
                  <a:lnTo>
                    <a:pt x="456768" y="21005"/>
                  </a:lnTo>
                  <a:lnTo>
                    <a:pt x="449389" y="10109"/>
                  </a:lnTo>
                  <a:lnTo>
                    <a:pt x="438480" y="2717"/>
                  </a:lnTo>
                  <a:lnTo>
                    <a:pt x="430911" y="1181"/>
                  </a:lnTo>
                  <a:lnTo>
                    <a:pt x="430911" y="30988"/>
                  </a:lnTo>
                  <a:lnTo>
                    <a:pt x="430911" y="134239"/>
                  </a:lnTo>
                  <a:lnTo>
                    <a:pt x="429006" y="136525"/>
                  </a:lnTo>
                  <a:lnTo>
                    <a:pt x="32385" y="136525"/>
                  </a:lnTo>
                  <a:lnTo>
                    <a:pt x="30099" y="135267"/>
                  </a:lnTo>
                  <a:lnTo>
                    <a:pt x="30099" y="32004"/>
                  </a:lnTo>
                  <a:lnTo>
                    <a:pt x="32004" y="29591"/>
                  </a:lnTo>
                  <a:lnTo>
                    <a:pt x="428498" y="29591"/>
                  </a:lnTo>
                  <a:lnTo>
                    <a:pt x="430911" y="30988"/>
                  </a:lnTo>
                  <a:lnTo>
                    <a:pt x="430911" y="1181"/>
                  </a:lnTo>
                  <a:lnTo>
                    <a:pt x="425196" y="0"/>
                  </a:lnTo>
                  <a:lnTo>
                    <a:pt x="34290" y="0"/>
                  </a:lnTo>
                  <a:lnTo>
                    <a:pt x="20993" y="2717"/>
                  </a:lnTo>
                  <a:lnTo>
                    <a:pt x="10096" y="10109"/>
                  </a:lnTo>
                  <a:lnTo>
                    <a:pt x="2705" y="21005"/>
                  </a:lnTo>
                  <a:lnTo>
                    <a:pt x="0" y="34290"/>
                  </a:lnTo>
                  <a:lnTo>
                    <a:pt x="0" y="131965"/>
                  </a:lnTo>
                  <a:lnTo>
                    <a:pt x="2705" y="145173"/>
                  </a:lnTo>
                  <a:lnTo>
                    <a:pt x="10096" y="156044"/>
                  </a:lnTo>
                  <a:lnTo>
                    <a:pt x="20993" y="163410"/>
                  </a:lnTo>
                  <a:lnTo>
                    <a:pt x="34290" y="166128"/>
                  </a:lnTo>
                  <a:lnTo>
                    <a:pt x="425196" y="166128"/>
                  </a:lnTo>
                  <a:lnTo>
                    <a:pt x="438480" y="163410"/>
                  </a:lnTo>
                  <a:lnTo>
                    <a:pt x="449389" y="156044"/>
                  </a:lnTo>
                  <a:lnTo>
                    <a:pt x="456768" y="145173"/>
                  </a:lnTo>
                  <a:lnTo>
                    <a:pt x="458546" y="136525"/>
                  </a:lnTo>
                  <a:lnTo>
                    <a:pt x="459486" y="131965"/>
                  </a:lnTo>
                  <a:lnTo>
                    <a:pt x="459486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591812" y="6801192"/>
              <a:ext cx="39419" cy="253911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4527931" y="6855079"/>
              <a:ext cx="459740" cy="361950"/>
            </a:xfrm>
            <a:custGeom>
              <a:avLst/>
              <a:gdLst/>
              <a:ahLst/>
              <a:cxnLst/>
              <a:rect l="l" t="t" r="r" b="b"/>
              <a:pathLst>
                <a:path w="459739" h="361950">
                  <a:moveTo>
                    <a:pt x="400812" y="270383"/>
                  </a:moveTo>
                  <a:lnTo>
                    <a:pt x="394208" y="264287"/>
                  </a:lnTo>
                  <a:lnTo>
                    <a:pt x="299974" y="264287"/>
                  </a:lnTo>
                  <a:lnTo>
                    <a:pt x="293370" y="270383"/>
                  </a:lnTo>
                  <a:lnTo>
                    <a:pt x="293370" y="278765"/>
                  </a:lnTo>
                  <a:lnTo>
                    <a:pt x="293370" y="286385"/>
                  </a:lnTo>
                  <a:lnTo>
                    <a:pt x="300355" y="293370"/>
                  </a:lnTo>
                  <a:lnTo>
                    <a:pt x="394208" y="293370"/>
                  </a:lnTo>
                  <a:lnTo>
                    <a:pt x="400812" y="286766"/>
                  </a:lnTo>
                  <a:lnTo>
                    <a:pt x="400812" y="270383"/>
                  </a:lnTo>
                  <a:close/>
                </a:path>
                <a:path w="459739" h="361950">
                  <a:moveTo>
                    <a:pt x="400812" y="74676"/>
                  </a:moveTo>
                  <a:lnTo>
                    <a:pt x="394208" y="68072"/>
                  </a:lnTo>
                  <a:lnTo>
                    <a:pt x="299974" y="68072"/>
                  </a:lnTo>
                  <a:lnTo>
                    <a:pt x="293370" y="74676"/>
                  </a:lnTo>
                  <a:lnTo>
                    <a:pt x="293370" y="82677"/>
                  </a:lnTo>
                  <a:lnTo>
                    <a:pt x="293370" y="91059"/>
                  </a:lnTo>
                  <a:lnTo>
                    <a:pt x="300355" y="97663"/>
                  </a:lnTo>
                  <a:lnTo>
                    <a:pt x="394208" y="97663"/>
                  </a:lnTo>
                  <a:lnTo>
                    <a:pt x="400812" y="91059"/>
                  </a:lnTo>
                  <a:lnTo>
                    <a:pt x="400812" y="74676"/>
                  </a:lnTo>
                  <a:close/>
                </a:path>
                <a:path w="459739" h="361950">
                  <a:moveTo>
                    <a:pt x="459486" y="229489"/>
                  </a:moveTo>
                  <a:lnTo>
                    <a:pt x="458508" y="224790"/>
                  </a:lnTo>
                  <a:lnTo>
                    <a:pt x="456768" y="216281"/>
                  </a:lnTo>
                  <a:lnTo>
                    <a:pt x="449376" y="205409"/>
                  </a:lnTo>
                  <a:lnTo>
                    <a:pt x="438480" y="198043"/>
                  </a:lnTo>
                  <a:lnTo>
                    <a:pt x="430911" y="196507"/>
                  </a:lnTo>
                  <a:lnTo>
                    <a:pt x="430911" y="226695"/>
                  </a:lnTo>
                  <a:lnTo>
                    <a:pt x="430911" y="329946"/>
                  </a:lnTo>
                  <a:lnTo>
                    <a:pt x="429006" y="332359"/>
                  </a:lnTo>
                  <a:lnTo>
                    <a:pt x="32385" y="332359"/>
                  </a:lnTo>
                  <a:lnTo>
                    <a:pt x="29972" y="330454"/>
                  </a:lnTo>
                  <a:lnTo>
                    <a:pt x="29972" y="227203"/>
                  </a:lnTo>
                  <a:lnTo>
                    <a:pt x="32004" y="224790"/>
                  </a:lnTo>
                  <a:lnTo>
                    <a:pt x="428498" y="224790"/>
                  </a:lnTo>
                  <a:lnTo>
                    <a:pt x="430911" y="226695"/>
                  </a:lnTo>
                  <a:lnTo>
                    <a:pt x="430911" y="196507"/>
                  </a:lnTo>
                  <a:lnTo>
                    <a:pt x="425196" y="195326"/>
                  </a:lnTo>
                  <a:lnTo>
                    <a:pt x="34290" y="195326"/>
                  </a:lnTo>
                  <a:lnTo>
                    <a:pt x="20993" y="198043"/>
                  </a:lnTo>
                  <a:lnTo>
                    <a:pt x="10096" y="205409"/>
                  </a:lnTo>
                  <a:lnTo>
                    <a:pt x="2705" y="216281"/>
                  </a:lnTo>
                  <a:lnTo>
                    <a:pt x="0" y="229489"/>
                  </a:lnTo>
                  <a:lnTo>
                    <a:pt x="0" y="327660"/>
                  </a:lnTo>
                  <a:lnTo>
                    <a:pt x="2705" y="340817"/>
                  </a:lnTo>
                  <a:lnTo>
                    <a:pt x="10096" y="351561"/>
                  </a:lnTo>
                  <a:lnTo>
                    <a:pt x="20993" y="358800"/>
                  </a:lnTo>
                  <a:lnTo>
                    <a:pt x="34290" y="361442"/>
                  </a:lnTo>
                  <a:lnTo>
                    <a:pt x="425196" y="361442"/>
                  </a:lnTo>
                  <a:lnTo>
                    <a:pt x="438480" y="358800"/>
                  </a:lnTo>
                  <a:lnTo>
                    <a:pt x="449376" y="351561"/>
                  </a:lnTo>
                  <a:lnTo>
                    <a:pt x="456768" y="340817"/>
                  </a:lnTo>
                  <a:lnTo>
                    <a:pt x="458508" y="332359"/>
                  </a:lnTo>
                  <a:lnTo>
                    <a:pt x="459486" y="327660"/>
                  </a:lnTo>
                  <a:lnTo>
                    <a:pt x="459486" y="229489"/>
                  </a:lnTo>
                  <a:close/>
                </a:path>
                <a:path w="459739" h="361950">
                  <a:moveTo>
                    <a:pt x="459486" y="34290"/>
                  </a:moveTo>
                  <a:lnTo>
                    <a:pt x="458520" y="29591"/>
                  </a:lnTo>
                  <a:lnTo>
                    <a:pt x="456768" y="21005"/>
                  </a:lnTo>
                  <a:lnTo>
                    <a:pt x="449389" y="10109"/>
                  </a:lnTo>
                  <a:lnTo>
                    <a:pt x="438480" y="2717"/>
                  </a:lnTo>
                  <a:lnTo>
                    <a:pt x="430911" y="1181"/>
                  </a:lnTo>
                  <a:lnTo>
                    <a:pt x="430911" y="30988"/>
                  </a:lnTo>
                  <a:lnTo>
                    <a:pt x="430911" y="134239"/>
                  </a:lnTo>
                  <a:lnTo>
                    <a:pt x="429006" y="136525"/>
                  </a:lnTo>
                  <a:lnTo>
                    <a:pt x="32385" y="136525"/>
                  </a:lnTo>
                  <a:lnTo>
                    <a:pt x="29972" y="135267"/>
                  </a:lnTo>
                  <a:lnTo>
                    <a:pt x="29972" y="32004"/>
                  </a:lnTo>
                  <a:lnTo>
                    <a:pt x="32004" y="29591"/>
                  </a:lnTo>
                  <a:lnTo>
                    <a:pt x="428498" y="29591"/>
                  </a:lnTo>
                  <a:lnTo>
                    <a:pt x="430911" y="30988"/>
                  </a:lnTo>
                  <a:lnTo>
                    <a:pt x="430911" y="1181"/>
                  </a:lnTo>
                  <a:lnTo>
                    <a:pt x="425196" y="0"/>
                  </a:lnTo>
                  <a:lnTo>
                    <a:pt x="34290" y="0"/>
                  </a:lnTo>
                  <a:lnTo>
                    <a:pt x="20993" y="2717"/>
                  </a:lnTo>
                  <a:lnTo>
                    <a:pt x="10096" y="10109"/>
                  </a:lnTo>
                  <a:lnTo>
                    <a:pt x="2705" y="21005"/>
                  </a:lnTo>
                  <a:lnTo>
                    <a:pt x="0" y="34290"/>
                  </a:lnTo>
                  <a:lnTo>
                    <a:pt x="0" y="131965"/>
                  </a:lnTo>
                  <a:lnTo>
                    <a:pt x="2705" y="145173"/>
                  </a:lnTo>
                  <a:lnTo>
                    <a:pt x="10096" y="156044"/>
                  </a:lnTo>
                  <a:lnTo>
                    <a:pt x="20993" y="163410"/>
                  </a:lnTo>
                  <a:lnTo>
                    <a:pt x="34290" y="166128"/>
                  </a:lnTo>
                  <a:lnTo>
                    <a:pt x="425196" y="166128"/>
                  </a:lnTo>
                  <a:lnTo>
                    <a:pt x="438480" y="163410"/>
                  </a:lnTo>
                  <a:lnTo>
                    <a:pt x="449376" y="156044"/>
                  </a:lnTo>
                  <a:lnTo>
                    <a:pt x="456768" y="145173"/>
                  </a:lnTo>
                  <a:lnTo>
                    <a:pt x="458546" y="136525"/>
                  </a:lnTo>
                  <a:lnTo>
                    <a:pt x="459486" y="131965"/>
                  </a:lnTo>
                  <a:lnTo>
                    <a:pt x="459486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481193" y="6801192"/>
              <a:ext cx="39419" cy="253911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5417312" y="6855079"/>
              <a:ext cx="459740" cy="361950"/>
            </a:xfrm>
            <a:custGeom>
              <a:avLst/>
              <a:gdLst/>
              <a:ahLst/>
              <a:cxnLst/>
              <a:rect l="l" t="t" r="r" b="b"/>
              <a:pathLst>
                <a:path w="459739" h="361950">
                  <a:moveTo>
                    <a:pt x="400812" y="270383"/>
                  </a:moveTo>
                  <a:lnTo>
                    <a:pt x="394208" y="264287"/>
                  </a:lnTo>
                  <a:lnTo>
                    <a:pt x="299974" y="264287"/>
                  </a:lnTo>
                  <a:lnTo>
                    <a:pt x="293370" y="270383"/>
                  </a:lnTo>
                  <a:lnTo>
                    <a:pt x="293370" y="278765"/>
                  </a:lnTo>
                  <a:lnTo>
                    <a:pt x="293370" y="286385"/>
                  </a:lnTo>
                  <a:lnTo>
                    <a:pt x="300355" y="293370"/>
                  </a:lnTo>
                  <a:lnTo>
                    <a:pt x="394208" y="293370"/>
                  </a:lnTo>
                  <a:lnTo>
                    <a:pt x="400812" y="286766"/>
                  </a:lnTo>
                  <a:lnTo>
                    <a:pt x="400812" y="270383"/>
                  </a:lnTo>
                  <a:close/>
                </a:path>
                <a:path w="459739" h="361950">
                  <a:moveTo>
                    <a:pt x="400812" y="74676"/>
                  </a:moveTo>
                  <a:lnTo>
                    <a:pt x="394208" y="68072"/>
                  </a:lnTo>
                  <a:lnTo>
                    <a:pt x="299974" y="68072"/>
                  </a:lnTo>
                  <a:lnTo>
                    <a:pt x="293370" y="74676"/>
                  </a:lnTo>
                  <a:lnTo>
                    <a:pt x="293370" y="82677"/>
                  </a:lnTo>
                  <a:lnTo>
                    <a:pt x="293370" y="91059"/>
                  </a:lnTo>
                  <a:lnTo>
                    <a:pt x="300355" y="97663"/>
                  </a:lnTo>
                  <a:lnTo>
                    <a:pt x="394208" y="97663"/>
                  </a:lnTo>
                  <a:lnTo>
                    <a:pt x="400812" y="91059"/>
                  </a:lnTo>
                  <a:lnTo>
                    <a:pt x="400812" y="74676"/>
                  </a:lnTo>
                  <a:close/>
                </a:path>
                <a:path w="459739" h="361950">
                  <a:moveTo>
                    <a:pt x="459486" y="229489"/>
                  </a:moveTo>
                  <a:lnTo>
                    <a:pt x="458508" y="224790"/>
                  </a:lnTo>
                  <a:lnTo>
                    <a:pt x="456768" y="216281"/>
                  </a:lnTo>
                  <a:lnTo>
                    <a:pt x="449389" y="205409"/>
                  </a:lnTo>
                  <a:lnTo>
                    <a:pt x="438480" y="198043"/>
                  </a:lnTo>
                  <a:lnTo>
                    <a:pt x="430911" y="196507"/>
                  </a:lnTo>
                  <a:lnTo>
                    <a:pt x="430911" y="226695"/>
                  </a:lnTo>
                  <a:lnTo>
                    <a:pt x="430911" y="329946"/>
                  </a:lnTo>
                  <a:lnTo>
                    <a:pt x="429006" y="332359"/>
                  </a:lnTo>
                  <a:lnTo>
                    <a:pt x="32385" y="332359"/>
                  </a:lnTo>
                  <a:lnTo>
                    <a:pt x="29972" y="330454"/>
                  </a:lnTo>
                  <a:lnTo>
                    <a:pt x="29972" y="227203"/>
                  </a:lnTo>
                  <a:lnTo>
                    <a:pt x="32004" y="224790"/>
                  </a:lnTo>
                  <a:lnTo>
                    <a:pt x="428498" y="224790"/>
                  </a:lnTo>
                  <a:lnTo>
                    <a:pt x="430911" y="226695"/>
                  </a:lnTo>
                  <a:lnTo>
                    <a:pt x="430911" y="196507"/>
                  </a:lnTo>
                  <a:lnTo>
                    <a:pt x="425196" y="195326"/>
                  </a:lnTo>
                  <a:lnTo>
                    <a:pt x="34290" y="195326"/>
                  </a:lnTo>
                  <a:lnTo>
                    <a:pt x="20993" y="198043"/>
                  </a:lnTo>
                  <a:lnTo>
                    <a:pt x="10096" y="205409"/>
                  </a:lnTo>
                  <a:lnTo>
                    <a:pt x="2705" y="216281"/>
                  </a:lnTo>
                  <a:lnTo>
                    <a:pt x="0" y="229489"/>
                  </a:lnTo>
                  <a:lnTo>
                    <a:pt x="0" y="327660"/>
                  </a:lnTo>
                  <a:lnTo>
                    <a:pt x="2705" y="340817"/>
                  </a:lnTo>
                  <a:lnTo>
                    <a:pt x="10096" y="351561"/>
                  </a:lnTo>
                  <a:lnTo>
                    <a:pt x="20993" y="358800"/>
                  </a:lnTo>
                  <a:lnTo>
                    <a:pt x="34290" y="361442"/>
                  </a:lnTo>
                  <a:lnTo>
                    <a:pt x="425196" y="361442"/>
                  </a:lnTo>
                  <a:lnTo>
                    <a:pt x="438480" y="358800"/>
                  </a:lnTo>
                  <a:lnTo>
                    <a:pt x="449389" y="351561"/>
                  </a:lnTo>
                  <a:lnTo>
                    <a:pt x="456768" y="340817"/>
                  </a:lnTo>
                  <a:lnTo>
                    <a:pt x="458508" y="332359"/>
                  </a:lnTo>
                  <a:lnTo>
                    <a:pt x="459486" y="327660"/>
                  </a:lnTo>
                  <a:lnTo>
                    <a:pt x="459486" y="229489"/>
                  </a:lnTo>
                  <a:close/>
                </a:path>
                <a:path w="459739" h="361950">
                  <a:moveTo>
                    <a:pt x="459486" y="34290"/>
                  </a:moveTo>
                  <a:lnTo>
                    <a:pt x="458520" y="29591"/>
                  </a:lnTo>
                  <a:lnTo>
                    <a:pt x="456768" y="21005"/>
                  </a:lnTo>
                  <a:lnTo>
                    <a:pt x="449389" y="10109"/>
                  </a:lnTo>
                  <a:lnTo>
                    <a:pt x="438480" y="2717"/>
                  </a:lnTo>
                  <a:lnTo>
                    <a:pt x="430911" y="1181"/>
                  </a:lnTo>
                  <a:lnTo>
                    <a:pt x="430911" y="30988"/>
                  </a:lnTo>
                  <a:lnTo>
                    <a:pt x="430911" y="134239"/>
                  </a:lnTo>
                  <a:lnTo>
                    <a:pt x="429006" y="136525"/>
                  </a:lnTo>
                  <a:lnTo>
                    <a:pt x="32385" y="136525"/>
                  </a:lnTo>
                  <a:lnTo>
                    <a:pt x="29972" y="135267"/>
                  </a:lnTo>
                  <a:lnTo>
                    <a:pt x="29972" y="32004"/>
                  </a:lnTo>
                  <a:lnTo>
                    <a:pt x="32004" y="29591"/>
                  </a:lnTo>
                  <a:lnTo>
                    <a:pt x="428498" y="29591"/>
                  </a:lnTo>
                  <a:lnTo>
                    <a:pt x="430911" y="30988"/>
                  </a:lnTo>
                  <a:lnTo>
                    <a:pt x="430911" y="1181"/>
                  </a:lnTo>
                  <a:lnTo>
                    <a:pt x="425196" y="0"/>
                  </a:lnTo>
                  <a:lnTo>
                    <a:pt x="34290" y="0"/>
                  </a:lnTo>
                  <a:lnTo>
                    <a:pt x="20993" y="2717"/>
                  </a:lnTo>
                  <a:lnTo>
                    <a:pt x="10096" y="10109"/>
                  </a:lnTo>
                  <a:lnTo>
                    <a:pt x="2705" y="21005"/>
                  </a:lnTo>
                  <a:lnTo>
                    <a:pt x="0" y="34290"/>
                  </a:lnTo>
                  <a:lnTo>
                    <a:pt x="0" y="131965"/>
                  </a:lnTo>
                  <a:lnTo>
                    <a:pt x="2705" y="145173"/>
                  </a:lnTo>
                  <a:lnTo>
                    <a:pt x="10096" y="156044"/>
                  </a:lnTo>
                  <a:lnTo>
                    <a:pt x="20993" y="163410"/>
                  </a:lnTo>
                  <a:lnTo>
                    <a:pt x="34290" y="166128"/>
                  </a:lnTo>
                  <a:lnTo>
                    <a:pt x="425196" y="166128"/>
                  </a:lnTo>
                  <a:lnTo>
                    <a:pt x="438480" y="163410"/>
                  </a:lnTo>
                  <a:lnTo>
                    <a:pt x="449389" y="156044"/>
                  </a:lnTo>
                  <a:lnTo>
                    <a:pt x="456768" y="145173"/>
                  </a:lnTo>
                  <a:lnTo>
                    <a:pt x="458546" y="136525"/>
                  </a:lnTo>
                  <a:lnTo>
                    <a:pt x="459486" y="131965"/>
                  </a:lnTo>
                  <a:lnTo>
                    <a:pt x="459486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70573" y="6801192"/>
              <a:ext cx="39419" cy="253911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6306693" y="6855079"/>
              <a:ext cx="459740" cy="361950"/>
            </a:xfrm>
            <a:custGeom>
              <a:avLst/>
              <a:gdLst/>
              <a:ahLst/>
              <a:cxnLst/>
              <a:rect l="l" t="t" r="r" b="b"/>
              <a:pathLst>
                <a:path w="459740" h="361950">
                  <a:moveTo>
                    <a:pt x="400812" y="270383"/>
                  </a:moveTo>
                  <a:lnTo>
                    <a:pt x="394208" y="264287"/>
                  </a:lnTo>
                  <a:lnTo>
                    <a:pt x="299974" y="264287"/>
                  </a:lnTo>
                  <a:lnTo>
                    <a:pt x="293370" y="270383"/>
                  </a:lnTo>
                  <a:lnTo>
                    <a:pt x="293370" y="278765"/>
                  </a:lnTo>
                  <a:lnTo>
                    <a:pt x="293370" y="286385"/>
                  </a:lnTo>
                  <a:lnTo>
                    <a:pt x="300355" y="293370"/>
                  </a:lnTo>
                  <a:lnTo>
                    <a:pt x="394208" y="293370"/>
                  </a:lnTo>
                  <a:lnTo>
                    <a:pt x="400812" y="286766"/>
                  </a:lnTo>
                  <a:lnTo>
                    <a:pt x="400812" y="270383"/>
                  </a:lnTo>
                  <a:close/>
                </a:path>
                <a:path w="459740" h="361950">
                  <a:moveTo>
                    <a:pt x="400812" y="74676"/>
                  </a:moveTo>
                  <a:lnTo>
                    <a:pt x="394208" y="68072"/>
                  </a:lnTo>
                  <a:lnTo>
                    <a:pt x="299974" y="68072"/>
                  </a:lnTo>
                  <a:lnTo>
                    <a:pt x="293370" y="74676"/>
                  </a:lnTo>
                  <a:lnTo>
                    <a:pt x="293370" y="82677"/>
                  </a:lnTo>
                  <a:lnTo>
                    <a:pt x="293370" y="91059"/>
                  </a:lnTo>
                  <a:lnTo>
                    <a:pt x="300355" y="97663"/>
                  </a:lnTo>
                  <a:lnTo>
                    <a:pt x="394208" y="97663"/>
                  </a:lnTo>
                  <a:lnTo>
                    <a:pt x="400812" y="91059"/>
                  </a:lnTo>
                  <a:lnTo>
                    <a:pt x="400812" y="74676"/>
                  </a:lnTo>
                  <a:close/>
                </a:path>
                <a:path w="459740" h="361950">
                  <a:moveTo>
                    <a:pt x="459486" y="229489"/>
                  </a:moveTo>
                  <a:lnTo>
                    <a:pt x="458508" y="224790"/>
                  </a:lnTo>
                  <a:lnTo>
                    <a:pt x="456768" y="216281"/>
                  </a:lnTo>
                  <a:lnTo>
                    <a:pt x="449389" y="205409"/>
                  </a:lnTo>
                  <a:lnTo>
                    <a:pt x="438480" y="198043"/>
                  </a:lnTo>
                  <a:lnTo>
                    <a:pt x="430911" y="196507"/>
                  </a:lnTo>
                  <a:lnTo>
                    <a:pt x="430911" y="226695"/>
                  </a:lnTo>
                  <a:lnTo>
                    <a:pt x="430911" y="329946"/>
                  </a:lnTo>
                  <a:lnTo>
                    <a:pt x="429006" y="332359"/>
                  </a:lnTo>
                  <a:lnTo>
                    <a:pt x="32385" y="332359"/>
                  </a:lnTo>
                  <a:lnTo>
                    <a:pt x="29972" y="330454"/>
                  </a:lnTo>
                  <a:lnTo>
                    <a:pt x="29972" y="227203"/>
                  </a:lnTo>
                  <a:lnTo>
                    <a:pt x="31877" y="224790"/>
                  </a:lnTo>
                  <a:lnTo>
                    <a:pt x="428498" y="224790"/>
                  </a:lnTo>
                  <a:lnTo>
                    <a:pt x="430911" y="226695"/>
                  </a:lnTo>
                  <a:lnTo>
                    <a:pt x="430911" y="196507"/>
                  </a:lnTo>
                  <a:lnTo>
                    <a:pt x="425196" y="195326"/>
                  </a:lnTo>
                  <a:lnTo>
                    <a:pt x="34290" y="195326"/>
                  </a:lnTo>
                  <a:lnTo>
                    <a:pt x="20993" y="198043"/>
                  </a:lnTo>
                  <a:lnTo>
                    <a:pt x="10096" y="205409"/>
                  </a:lnTo>
                  <a:lnTo>
                    <a:pt x="2705" y="216281"/>
                  </a:lnTo>
                  <a:lnTo>
                    <a:pt x="0" y="229489"/>
                  </a:lnTo>
                  <a:lnTo>
                    <a:pt x="0" y="327660"/>
                  </a:lnTo>
                  <a:lnTo>
                    <a:pt x="2705" y="340817"/>
                  </a:lnTo>
                  <a:lnTo>
                    <a:pt x="10096" y="351561"/>
                  </a:lnTo>
                  <a:lnTo>
                    <a:pt x="20993" y="358800"/>
                  </a:lnTo>
                  <a:lnTo>
                    <a:pt x="34290" y="361442"/>
                  </a:lnTo>
                  <a:lnTo>
                    <a:pt x="425196" y="361442"/>
                  </a:lnTo>
                  <a:lnTo>
                    <a:pt x="438480" y="358800"/>
                  </a:lnTo>
                  <a:lnTo>
                    <a:pt x="449389" y="351561"/>
                  </a:lnTo>
                  <a:lnTo>
                    <a:pt x="456768" y="340817"/>
                  </a:lnTo>
                  <a:lnTo>
                    <a:pt x="458508" y="332359"/>
                  </a:lnTo>
                  <a:lnTo>
                    <a:pt x="459486" y="327660"/>
                  </a:lnTo>
                  <a:lnTo>
                    <a:pt x="459486" y="229489"/>
                  </a:lnTo>
                  <a:close/>
                </a:path>
                <a:path w="459740" h="361950">
                  <a:moveTo>
                    <a:pt x="459486" y="34290"/>
                  </a:moveTo>
                  <a:lnTo>
                    <a:pt x="458520" y="29591"/>
                  </a:lnTo>
                  <a:lnTo>
                    <a:pt x="456768" y="21005"/>
                  </a:lnTo>
                  <a:lnTo>
                    <a:pt x="449389" y="10109"/>
                  </a:lnTo>
                  <a:lnTo>
                    <a:pt x="438480" y="2717"/>
                  </a:lnTo>
                  <a:lnTo>
                    <a:pt x="430911" y="1181"/>
                  </a:lnTo>
                  <a:lnTo>
                    <a:pt x="430911" y="30988"/>
                  </a:lnTo>
                  <a:lnTo>
                    <a:pt x="430911" y="134239"/>
                  </a:lnTo>
                  <a:lnTo>
                    <a:pt x="429006" y="136525"/>
                  </a:lnTo>
                  <a:lnTo>
                    <a:pt x="32385" y="136525"/>
                  </a:lnTo>
                  <a:lnTo>
                    <a:pt x="29972" y="135267"/>
                  </a:lnTo>
                  <a:lnTo>
                    <a:pt x="29972" y="32004"/>
                  </a:lnTo>
                  <a:lnTo>
                    <a:pt x="31877" y="29591"/>
                  </a:lnTo>
                  <a:lnTo>
                    <a:pt x="428498" y="29591"/>
                  </a:lnTo>
                  <a:lnTo>
                    <a:pt x="430911" y="30988"/>
                  </a:lnTo>
                  <a:lnTo>
                    <a:pt x="430911" y="1181"/>
                  </a:lnTo>
                  <a:lnTo>
                    <a:pt x="425196" y="0"/>
                  </a:lnTo>
                  <a:lnTo>
                    <a:pt x="34290" y="0"/>
                  </a:lnTo>
                  <a:lnTo>
                    <a:pt x="20993" y="2717"/>
                  </a:lnTo>
                  <a:lnTo>
                    <a:pt x="10096" y="10109"/>
                  </a:lnTo>
                  <a:lnTo>
                    <a:pt x="2705" y="21005"/>
                  </a:lnTo>
                  <a:lnTo>
                    <a:pt x="0" y="34290"/>
                  </a:lnTo>
                  <a:lnTo>
                    <a:pt x="0" y="131965"/>
                  </a:lnTo>
                  <a:lnTo>
                    <a:pt x="2705" y="145173"/>
                  </a:lnTo>
                  <a:lnTo>
                    <a:pt x="10096" y="156044"/>
                  </a:lnTo>
                  <a:lnTo>
                    <a:pt x="20993" y="163410"/>
                  </a:lnTo>
                  <a:lnTo>
                    <a:pt x="34290" y="166128"/>
                  </a:lnTo>
                  <a:lnTo>
                    <a:pt x="425196" y="166128"/>
                  </a:lnTo>
                  <a:lnTo>
                    <a:pt x="438480" y="163410"/>
                  </a:lnTo>
                  <a:lnTo>
                    <a:pt x="449389" y="156044"/>
                  </a:lnTo>
                  <a:lnTo>
                    <a:pt x="456768" y="145173"/>
                  </a:lnTo>
                  <a:lnTo>
                    <a:pt x="458546" y="136525"/>
                  </a:lnTo>
                  <a:lnTo>
                    <a:pt x="459486" y="131965"/>
                  </a:lnTo>
                  <a:lnTo>
                    <a:pt x="459486" y="3429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841446" y="6735444"/>
              <a:ext cx="1356008" cy="309117"/>
            </a:xfrm>
            <a:prstGeom prst="rect">
              <a:avLst/>
            </a:prstGeom>
          </p:spPr>
        </p:pic>
        <p:sp>
          <p:nvSpPr>
            <p:cNvPr id="112" name="object 112" descr=""/>
            <p:cNvSpPr/>
            <p:nvPr/>
          </p:nvSpPr>
          <p:spPr>
            <a:xfrm>
              <a:off x="13473430" y="2652522"/>
              <a:ext cx="2088514" cy="3244850"/>
            </a:xfrm>
            <a:custGeom>
              <a:avLst/>
              <a:gdLst/>
              <a:ahLst/>
              <a:cxnLst/>
              <a:rect l="l" t="t" r="r" b="b"/>
              <a:pathLst>
                <a:path w="2088515" h="3244850">
                  <a:moveTo>
                    <a:pt x="2088515" y="0"/>
                  </a:moveTo>
                  <a:lnTo>
                    <a:pt x="0" y="0"/>
                  </a:lnTo>
                  <a:lnTo>
                    <a:pt x="0" y="3244468"/>
                  </a:lnTo>
                  <a:lnTo>
                    <a:pt x="2088515" y="3244468"/>
                  </a:lnTo>
                  <a:lnTo>
                    <a:pt x="2088515" y="0"/>
                  </a:lnTo>
                  <a:close/>
                </a:path>
              </a:pathLst>
            </a:custGeom>
            <a:solidFill>
              <a:srgbClr val="DFF1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3743305" y="2851912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40" h="586739">
                  <a:moveTo>
                    <a:pt x="539750" y="0"/>
                  </a:moveTo>
                  <a:lnTo>
                    <a:pt x="46989" y="0"/>
                  </a:lnTo>
                  <a:lnTo>
                    <a:pt x="28771" y="3716"/>
                  </a:lnTo>
                  <a:lnTo>
                    <a:pt x="13827" y="13827"/>
                  </a:lnTo>
                  <a:lnTo>
                    <a:pt x="3716" y="28771"/>
                  </a:lnTo>
                  <a:lnTo>
                    <a:pt x="0" y="46990"/>
                  </a:lnTo>
                  <a:lnTo>
                    <a:pt x="0" y="539750"/>
                  </a:lnTo>
                  <a:lnTo>
                    <a:pt x="3716" y="557968"/>
                  </a:lnTo>
                  <a:lnTo>
                    <a:pt x="13827" y="572912"/>
                  </a:lnTo>
                  <a:lnTo>
                    <a:pt x="28771" y="583023"/>
                  </a:lnTo>
                  <a:lnTo>
                    <a:pt x="46989" y="586740"/>
                  </a:lnTo>
                  <a:lnTo>
                    <a:pt x="539750" y="586740"/>
                  </a:lnTo>
                  <a:lnTo>
                    <a:pt x="558022" y="583023"/>
                  </a:lnTo>
                  <a:lnTo>
                    <a:pt x="572960" y="572912"/>
                  </a:lnTo>
                  <a:lnTo>
                    <a:pt x="583041" y="557968"/>
                  </a:lnTo>
                  <a:lnTo>
                    <a:pt x="586739" y="539750"/>
                  </a:lnTo>
                  <a:lnTo>
                    <a:pt x="586739" y="46990"/>
                  </a:lnTo>
                  <a:lnTo>
                    <a:pt x="583041" y="28771"/>
                  </a:lnTo>
                  <a:lnTo>
                    <a:pt x="572960" y="13827"/>
                  </a:lnTo>
                  <a:lnTo>
                    <a:pt x="558022" y="3716"/>
                  </a:lnTo>
                  <a:lnTo>
                    <a:pt x="539750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3843761" y="30504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4869" y="0"/>
                  </a:moveTo>
                  <a:lnTo>
                    <a:pt x="57670" y="7500"/>
                  </a:lnTo>
                  <a:lnTo>
                    <a:pt x="57918" y="7500"/>
                  </a:lnTo>
                  <a:lnTo>
                    <a:pt x="27860" y="27717"/>
                  </a:lnTo>
                  <a:lnTo>
                    <a:pt x="7483" y="57864"/>
                  </a:lnTo>
                  <a:lnTo>
                    <a:pt x="0" y="94868"/>
                  </a:lnTo>
                  <a:lnTo>
                    <a:pt x="7397" y="131718"/>
                  </a:lnTo>
                  <a:lnTo>
                    <a:pt x="7483" y="132147"/>
                  </a:lnTo>
                  <a:lnTo>
                    <a:pt x="27860" y="162401"/>
                  </a:lnTo>
                  <a:lnTo>
                    <a:pt x="58025" y="182701"/>
                  </a:lnTo>
                  <a:lnTo>
                    <a:pt x="94869" y="190118"/>
                  </a:lnTo>
                  <a:lnTo>
                    <a:pt x="131933" y="182558"/>
                  </a:lnTo>
                  <a:lnTo>
                    <a:pt x="141569" y="176021"/>
                  </a:lnTo>
                  <a:lnTo>
                    <a:pt x="94869" y="176021"/>
                  </a:lnTo>
                  <a:lnTo>
                    <a:pt x="63442" y="169610"/>
                  </a:lnTo>
                  <a:lnTo>
                    <a:pt x="37766" y="152161"/>
                  </a:lnTo>
                  <a:lnTo>
                    <a:pt x="20448" y="126355"/>
                  </a:lnTo>
                  <a:lnTo>
                    <a:pt x="14097" y="94868"/>
                  </a:lnTo>
                  <a:lnTo>
                    <a:pt x="20448" y="63442"/>
                  </a:lnTo>
                  <a:lnTo>
                    <a:pt x="37766" y="37766"/>
                  </a:lnTo>
                  <a:lnTo>
                    <a:pt x="63442" y="20448"/>
                  </a:lnTo>
                  <a:lnTo>
                    <a:pt x="94869" y="14096"/>
                  </a:lnTo>
                  <a:lnTo>
                    <a:pt x="141874" y="14096"/>
                  </a:lnTo>
                  <a:lnTo>
                    <a:pt x="132093" y="7500"/>
                  </a:lnTo>
                  <a:lnTo>
                    <a:pt x="94869" y="0"/>
                  </a:lnTo>
                  <a:close/>
                </a:path>
                <a:path w="190500" h="190500">
                  <a:moveTo>
                    <a:pt x="141874" y="14096"/>
                  </a:moveTo>
                  <a:lnTo>
                    <a:pt x="94869" y="14096"/>
                  </a:lnTo>
                  <a:lnTo>
                    <a:pt x="126355" y="20448"/>
                  </a:lnTo>
                  <a:lnTo>
                    <a:pt x="152161" y="37766"/>
                  </a:lnTo>
                  <a:lnTo>
                    <a:pt x="169610" y="63442"/>
                  </a:lnTo>
                  <a:lnTo>
                    <a:pt x="176022" y="94868"/>
                  </a:lnTo>
                  <a:lnTo>
                    <a:pt x="169610" y="126355"/>
                  </a:lnTo>
                  <a:lnTo>
                    <a:pt x="152161" y="152161"/>
                  </a:lnTo>
                  <a:lnTo>
                    <a:pt x="126355" y="169610"/>
                  </a:lnTo>
                  <a:lnTo>
                    <a:pt x="94869" y="176021"/>
                  </a:lnTo>
                  <a:lnTo>
                    <a:pt x="141569" y="176021"/>
                  </a:lnTo>
                  <a:lnTo>
                    <a:pt x="162210" y="162020"/>
                  </a:lnTo>
                  <a:lnTo>
                    <a:pt x="182629" y="131718"/>
                  </a:lnTo>
                  <a:lnTo>
                    <a:pt x="190119" y="94868"/>
                  </a:lnTo>
                  <a:lnTo>
                    <a:pt x="182683" y="58078"/>
                  </a:lnTo>
                  <a:lnTo>
                    <a:pt x="162353" y="27908"/>
                  </a:lnTo>
                  <a:lnTo>
                    <a:pt x="141874" y="140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146910" y="3177159"/>
              <a:ext cx="83057" cy="83058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146910" y="3020441"/>
              <a:ext cx="83057" cy="83057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13895451" y="2952368"/>
              <a:ext cx="281940" cy="386080"/>
            </a:xfrm>
            <a:custGeom>
              <a:avLst/>
              <a:gdLst/>
              <a:ahLst/>
              <a:cxnLst/>
              <a:rect l="l" t="t" r="r" b="b"/>
              <a:pathLst>
                <a:path w="281940" h="386079">
                  <a:moveTo>
                    <a:pt x="87249" y="188722"/>
                  </a:moveTo>
                  <a:lnTo>
                    <a:pt x="84455" y="185801"/>
                  </a:lnTo>
                  <a:lnTo>
                    <a:pt x="50165" y="185801"/>
                  </a:lnTo>
                  <a:lnTo>
                    <a:pt x="50165" y="152527"/>
                  </a:lnTo>
                  <a:lnTo>
                    <a:pt x="47371" y="148844"/>
                  </a:lnTo>
                  <a:lnTo>
                    <a:pt x="43180" y="148844"/>
                  </a:lnTo>
                  <a:lnTo>
                    <a:pt x="39370" y="148844"/>
                  </a:lnTo>
                  <a:lnTo>
                    <a:pt x="36068" y="152527"/>
                  </a:lnTo>
                  <a:lnTo>
                    <a:pt x="36068" y="185801"/>
                  </a:lnTo>
                  <a:lnTo>
                    <a:pt x="3302" y="185801"/>
                  </a:lnTo>
                  <a:lnTo>
                    <a:pt x="0" y="189611"/>
                  </a:lnTo>
                  <a:lnTo>
                    <a:pt x="0" y="196596"/>
                  </a:lnTo>
                  <a:lnTo>
                    <a:pt x="2794" y="199898"/>
                  </a:lnTo>
                  <a:lnTo>
                    <a:pt x="36068" y="199898"/>
                  </a:lnTo>
                  <a:lnTo>
                    <a:pt x="36068" y="232791"/>
                  </a:lnTo>
                  <a:lnTo>
                    <a:pt x="39370" y="236093"/>
                  </a:lnTo>
                  <a:lnTo>
                    <a:pt x="46863" y="236093"/>
                  </a:lnTo>
                  <a:lnTo>
                    <a:pt x="50165" y="233299"/>
                  </a:lnTo>
                  <a:lnTo>
                    <a:pt x="50165" y="199898"/>
                  </a:lnTo>
                  <a:lnTo>
                    <a:pt x="83947" y="199898"/>
                  </a:lnTo>
                  <a:lnTo>
                    <a:pt x="87249" y="197104"/>
                  </a:lnTo>
                  <a:lnTo>
                    <a:pt x="87249" y="192913"/>
                  </a:lnTo>
                  <a:lnTo>
                    <a:pt x="87249" y="188722"/>
                  </a:lnTo>
                  <a:close/>
                </a:path>
                <a:path w="281940" h="386079">
                  <a:moveTo>
                    <a:pt x="281559" y="141732"/>
                  </a:moveTo>
                  <a:lnTo>
                    <a:pt x="280162" y="137033"/>
                  </a:lnTo>
                  <a:lnTo>
                    <a:pt x="276860" y="135636"/>
                  </a:lnTo>
                  <a:lnTo>
                    <a:pt x="273050" y="133731"/>
                  </a:lnTo>
                  <a:lnTo>
                    <a:pt x="268351" y="134747"/>
                  </a:lnTo>
                  <a:lnTo>
                    <a:pt x="266954" y="138430"/>
                  </a:lnTo>
                  <a:lnTo>
                    <a:pt x="245872" y="177927"/>
                  </a:lnTo>
                  <a:lnTo>
                    <a:pt x="229590" y="147828"/>
                  </a:lnTo>
                  <a:lnTo>
                    <a:pt x="228092" y="145034"/>
                  </a:lnTo>
                  <a:lnTo>
                    <a:pt x="260858" y="134239"/>
                  </a:lnTo>
                  <a:lnTo>
                    <a:pt x="265176" y="133350"/>
                  </a:lnTo>
                  <a:lnTo>
                    <a:pt x="265950" y="131445"/>
                  </a:lnTo>
                  <a:lnTo>
                    <a:pt x="266954" y="129032"/>
                  </a:lnTo>
                  <a:lnTo>
                    <a:pt x="265557" y="124841"/>
                  </a:lnTo>
                  <a:lnTo>
                    <a:pt x="264668" y="121539"/>
                  </a:lnTo>
                  <a:lnTo>
                    <a:pt x="260477" y="119253"/>
                  </a:lnTo>
                  <a:lnTo>
                    <a:pt x="256159" y="120142"/>
                  </a:lnTo>
                  <a:lnTo>
                    <a:pt x="220980" y="131445"/>
                  </a:lnTo>
                  <a:lnTo>
                    <a:pt x="189191" y="71361"/>
                  </a:lnTo>
                  <a:lnTo>
                    <a:pt x="189953" y="70853"/>
                  </a:lnTo>
                  <a:lnTo>
                    <a:pt x="191503" y="68580"/>
                  </a:lnTo>
                  <a:lnTo>
                    <a:pt x="198894" y="57721"/>
                  </a:lnTo>
                  <a:lnTo>
                    <a:pt x="202184" y="41783"/>
                  </a:lnTo>
                  <a:lnTo>
                    <a:pt x="198894" y="25565"/>
                  </a:lnTo>
                  <a:lnTo>
                    <a:pt x="191528" y="14605"/>
                  </a:lnTo>
                  <a:lnTo>
                    <a:pt x="189953" y="12280"/>
                  </a:lnTo>
                  <a:lnTo>
                    <a:pt x="187706" y="10769"/>
                  </a:lnTo>
                  <a:lnTo>
                    <a:pt x="187706" y="41783"/>
                  </a:lnTo>
                  <a:lnTo>
                    <a:pt x="185559" y="52133"/>
                  </a:lnTo>
                  <a:lnTo>
                    <a:pt x="179717" y="60667"/>
                  </a:lnTo>
                  <a:lnTo>
                    <a:pt x="171030" y="66459"/>
                  </a:lnTo>
                  <a:lnTo>
                    <a:pt x="160401" y="68580"/>
                  </a:lnTo>
                  <a:lnTo>
                    <a:pt x="150114" y="66459"/>
                  </a:lnTo>
                  <a:lnTo>
                    <a:pt x="141630" y="60667"/>
                  </a:lnTo>
                  <a:lnTo>
                    <a:pt x="135851" y="52133"/>
                  </a:lnTo>
                  <a:lnTo>
                    <a:pt x="133731" y="41783"/>
                  </a:lnTo>
                  <a:lnTo>
                    <a:pt x="135851" y="31216"/>
                  </a:lnTo>
                  <a:lnTo>
                    <a:pt x="141630" y="22580"/>
                  </a:lnTo>
                  <a:lnTo>
                    <a:pt x="150114" y="16751"/>
                  </a:lnTo>
                  <a:lnTo>
                    <a:pt x="160401" y="14605"/>
                  </a:lnTo>
                  <a:lnTo>
                    <a:pt x="171577" y="16751"/>
                  </a:lnTo>
                  <a:lnTo>
                    <a:pt x="171310" y="16751"/>
                  </a:lnTo>
                  <a:lnTo>
                    <a:pt x="179857" y="22390"/>
                  </a:lnTo>
                  <a:lnTo>
                    <a:pt x="185610" y="31000"/>
                  </a:lnTo>
                  <a:lnTo>
                    <a:pt x="187706" y="41783"/>
                  </a:lnTo>
                  <a:lnTo>
                    <a:pt x="187706" y="10769"/>
                  </a:lnTo>
                  <a:lnTo>
                    <a:pt x="176669" y="3302"/>
                  </a:lnTo>
                  <a:lnTo>
                    <a:pt x="160401" y="0"/>
                  </a:lnTo>
                  <a:lnTo>
                    <a:pt x="144462" y="3302"/>
                  </a:lnTo>
                  <a:lnTo>
                    <a:pt x="131330" y="12280"/>
                  </a:lnTo>
                  <a:lnTo>
                    <a:pt x="122402" y="25565"/>
                  </a:lnTo>
                  <a:lnTo>
                    <a:pt x="119126" y="41783"/>
                  </a:lnTo>
                  <a:lnTo>
                    <a:pt x="121259" y="52133"/>
                  </a:lnTo>
                  <a:lnTo>
                    <a:pt x="122440" y="57721"/>
                  </a:lnTo>
                  <a:lnTo>
                    <a:pt x="129641" y="68262"/>
                  </a:lnTo>
                  <a:lnTo>
                    <a:pt x="89154" y="117856"/>
                  </a:lnTo>
                  <a:lnTo>
                    <a:pt x="86741" y="121539"/>
                  </a:lnTo>
                  <a:lnTo>
                    <a:pt x="87249" y="126238"/>
                  </a:lnTo>
                  <a:lnTo>
                    <a:pt x="90043" y="128651"/>
                  </a:lnTo>
                  <a:lnTo>
                    <a:pt x="93853" y="130937"/>
                  </a:lnTo>
                  <a:lnTo>
                    <a:pt x="98552" y="130048"/>
                  </a:lnTo>
                  <a:lnTo>
                    <a:pt x="141351" y="77520"/>
                  </a:lnTo>
                  <a:lnTo>
                    <a:pt x="144462" y="79616"/>
                  </a:lnTo>
                  <a:lnTo>
                    <a:pt x="160401" y="83058"/>
                  </a:lnTo>
                  <a:lnTo>
                    <a:pt x="176669" y="79781"/>
                  </a:lnTo>
                  <a:lnTo>
                    <a:pt x="177533" y="79197"/>
                  </a:lnTo>
                  <a:lnTo>
                    <a:pt x="206883" y="134239"/>
                  </a:lnTo>
                  <a:lnTo>
                    <a:pt x="126746" y="160020"/>
                  </a:lnTo>
                  <a:lnTo>
                    <a:pt x="122936" y="161417"/>
                  </a:lnTo>
                  <a:lnTo>
                    <a:pt x="120650" y="165227"/>
                  </a:lnTo>
                  <a:lnTo>
                    <a:pt x="122047" y="169418"/>
                  </a:lnTo>
                  <a:lnTo>
                    <a:pt x="122936" y="173228"/>
                  </a:lnTo>
                  <a:lnTo>
                    <a:pt x="127127" y="175514"/>
                  </a:lnTo>
                  <a:lnTo>
                    <a:pt x="213995" y="147828"/>
                  </a:lnTo>
                  <a:lnTo>
                    <a:pt x="237363" y="191897"/>
                  </a:lnTo>
                  <a:lnTo>
                    <a:pt x="213487" y="236982"/>
                  </a:lnTo>
                  <a:lnTo>
                    <a:pt x="131445" y="211709"/>
                  </a:lnTo>
                  <a:lnTo>
                    <a:pt x="127127" y="210693"/>
                  </a:lnTo>
                  <a:lnTo>
                    <a:pt x="122936" y="212090"/>
                  </a:lnTo>
                  <a:lnTo>
                    <a:pt x="122047" y="216408"/>
                  </a:lnTo>
                  <a:lnTo>
                    <a:pt x="120650" y="220599"/>
                  </a:lnTo>
                  <a:lnTo>
                    <a:pt x="122428" y="224790"/>
                  </a:lnTo>
                  <a:lnTo>
                    <a:pt x="126746" y="225806"/>
                  </a:lnTo>
                  <a:lnTo>
                    <a:pt x="205994" y="250698"/>
                  </a:lnTo>
                  <a:lnTo>
                    <a:pt x="187706" y="284619"/>
                  </a:lnTo>
                  <a:lnTo>
                    <a:pt x="187706" y="344424"/>
                  </a:lnTo>
                  <a:lnTo>
                    <a:pt x="185559" y="354774"/>
                  </a:lnTo>
                  <a:lnTo>
                    <a:pt x="179717" y="363308"/>
                  </a:lnTo>
                  <a:lnTo>
                    <a:pt x="171030" y="369100"/>
                  </a:lnTo>
                  <a:lnTo>
                    <a:pt x="160401" y="371221"/>
                  </a:lnTo>
                  <a:lnTo>
                    <a:pt x="150114" y="369100"/>
                  </a:lnTo>
                  <a:lnTo>
                    <a:pt x="141630" y="363308"/>
                  </a:lnTo>
                  <a:lnTo>
                    <a:pt x="135851" y="354774"/>
                  </a:lnTo>
                  <a:lnTo>
                    <a:pt x="133731" y="344424"/>
                  </a:lnTo>
                  <a:lnTo>
                    <a:pt x="135851" y="333857"/>
                  </a:lnTo>
                  <a:lnTo>
                    <a:pt x="141630" y="325221"/>
                  </a:lnTo>
                  <a:lnTo>
                    <a:pt x="150114" y="319392"/>
                  </a:lnTo>
                  <a:lnTo>
                    <a:pt x="160401" y="317246"/>
                  </a:lnTo>
                  <a:lnTo>
                    <a:pt x="171196" y="319392"/>
                  </a:lnTo>
                  <a:lnTo>
                    <a:pt x="179857" y="325221"/>
                  </a:lnTo>
                  <a:lnTo>
                    <a:pt x="185610" y="333857"/>
                  </a:lnTo>
                  <a:lnTo>
                    <a:pt x="187706" y="344424"/>
                  </a:lnTo>
                  <a:lnTo>
                    <a:pt x="187706" y="284619"/>
                  </a:lnTo>
                  <a:lnTo>
                    <a:pt x="176187" y="305981"/>
                  </a:lnTo>
                  <a:lnTo>
                    <a:pt x="160401" y="302768"/>
                  </a:lnTo>
                  <a:lnTo>
                    <a:pt x="144462" y="306070"/>
                  </a:lnTo>
                  <a:lnTo>
                    <a:pt x="140017" y="309105"/>
                  </a:lnTo>
                  <a:lnTo>
                    <a:pt x="100838" y="259080"/>
                  </a:lnTo>
                  <a:lnTo>
                    <a:pt x="98044" y="256286"/>
                  </a:lnTo>
                  <a:lnTo>
                    <a:pt x="93345" y="255778"/>
                  </a:lnTo>
                  <a:lnTo>
                    <a:pt x="90043" y="258191"/>
                  </a:lnTo>
                  <a:lnTo>
                    <a:pt x="87249" y="260477"/>
                  </a:lnTo>
                  <a:lnTo>
                    <a:pt x="86741" y="265176"/>
                  </a:lnTo>
                  <a:lnTo>
                    <a:pt x="89154" y="268478"/>
                  </a:lnTo>
                  <a:lnTo>
                    <a:pt x="128689" y="318947"/>
                  </a:lnTo>
                  <a:lnTo>
                    <a:pt x="122402" y="328282"/>
                  </a:lnTo>
                  <a:lnTo>
                    <a:pt x="119126" y="344424"/>
                  </a:lnTo>
                  <a:lnTo>
                    <a:pt x="122402" y="360438"/>
                  </a:lnTo>
                  <a:lnTo>
                    <a:pt x="131330" y="373608"/>
                  </a:lnTo>
                  <a:lnTo>
                    <a:pt x="144462" y="382536"/>
                  </a:lnTo>
                  <a:lnTo>
                    <a:pt x="160401" y="385826"/>
                  </a:lnTo>
                  <a:lnTo>
                    <a:pt x="176669" y="382536"/>
                  </a:lnTo>
                  <a:lnTo>
                    <a:pt x="189953" y="373608"/>
                  </a:lnTo>
                  <a:lnTo>
                    <a:pt x="191566" y="371221"/>
                  </a:lnTo>
                  <a:lnTo>
                    <a:pt x="198894" y="360438"/>
                  </a:lnTo>
                  <a:lnTo>
                    <a:pt x="202184" y="344424"/>
                  </a:lnTo>
                  <a:lnTo>
                    <a:pt x="198894" y="328282"/>
                  </a:lnTo>
                  <a:lnTo>
                    <a:pt x="191452" y="317246"/>
                  </a:lnTo>
                  <a:lnTo>
                    <a:pt x="189953" y="315023"/>
                  </a:lnTo>
                  <a:lnTo>
                    <a:pt x="188366" y="313956"/>
                  </a:lnTo>
                  <a:lnTo>
                    <a:pt x="220091" y="255397"/>
                  </a:lnTo>
                  <a:lnTo>
                    <a:pt x="253365" y="265684"/>
                  </a:lnTo>
                  <a:lnTo>
                    <a:pt x="257556" y="267081"/>
                  </a:lnTo>
                  <a:lnTo>
                    <a:pt x="261366" y="265176"/>
                  </a:lnTo>
                  <a:lnTo>
                    <a:pt x="262763" y="260985"/>
                  </a:lnTo>
                  <a:lnTo>
                    <a:pt x="263779" y="256794"/>
                  </a:lnTo>
                  <a:lnTo>
                    <a:pt x="263220" y="255397"/>
                  </a:lnTo>
                  <a:lnTo>
                    <a:pt x="262255" y="252984"/>
                  </a:lnTo>
                  <a:lnTo>
                    <a:pt x="258064" y="251587"/>
                  </a:lnTo>
                  <a:lnTo>
                    <a:pt x="227584" y="242189"/>
                  </a:lnTo>
                  <a:lnTo>
                    <a:pt x="230390" y="236982"/>
                  </a:lnTo>
                  <a:lnTo>
                    <a:pt x="245872" y="208407"/>
                  </a:lnTo>
                  <a:lnTo>
                    <a:pt x="264668" y="242697"/>
                  </a:lnTo>
                  <a:lnTo>
                    <a:pt x="266065" y="246380"/>
                  </a:lnTo>
                  <a:lnTo>
                    <a:pt x="270764" y="247396"/>
                  </a:lnTo>
                  <a:lnTo>
                    <a:pt x="274574" y="245999"/>
                  </a:lnTo>
                  <a:lnTo>
                    <a:pt x="277749" y="244094"/>
                  </a:lnTo>
                  <a:lnTo>
                    <a:pt x="279273" y="239395"/>
                  </a:lnTo>
                  <a:lnTo>
                    <a:pt x="277368" y="235585"/>
                  </a:lnTo>
                  <a:lnTo>
                    <a:pt x="262724" y="208407"/>
                  </a:lnTo>
                  <a:lnTo>
                    <a:pt x="254381" y="192913"/>
                  </a:lnTo>
                  <a:lnTo>
                    <a:pt x="262369" y="177927"/>
                  </a:lnTo>
                  <a:lnTo>
                    <a:pt x="279654" y="145542"/>
                  </a:lnTo>
                  <a:lnTo>
                    <a:pt x="281559" y="141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3749528" y="3542283"/>
              <a:ext cx="586740" cy="911860"/>
            </a:xfrm>
            <a:custGeom>
              <a:avLst/>
              <a:gdLst/>
              <a:ahLst/>
              <a:cxnLst/>
              <a:rect l="l" t="t" r="r" b="b"/>
              <a:pathLst>
                <a:path w="586740" h="911860">
                  <a:moveTo>
                    <a:pt x="203073" y="95250"/>
                  </a:moveTo>
                  <a:lnTo>
                    <a:pt x="141224" y="95250"/>
                  </a:lnTo>
                  <a:lnTo>
                    <a:pt x="141224" y="60579"/>
                  </a:lnTo>
                  <a:lnTo>
                    <a:pt x="200787" y="60579"/>
                  </a:lnTo>
                  <a:lnTo>
                    <a:pt x="200787" y="47879"/>
                  </a:lnTo>
                  <a:lnTo>
                    <a:pt x="141224" y="47879"/>
                  </a:lnTo>
                  <a:lnTo>
                    <a:pt x="141224" y="13716"/>
                  </a:lnTo>
                  <a:lnTo>
                    <a:pt x="202692" y="13716"/>
                  </a:lnTo>
                  <a:lnTo>
                    <a:pt x="202692" y="1397"/>
                  </a:lnTo>
                  <a:lnTo>
                    <a:pt x="127635" y="1397"/>
                  </a:lnTo>
                  <a:lnTo>
                    <a:pt x="127635" y="107442"/>
                  </a:lnTo>
                  <a:lnTo>
                    <a:pt x="203073" y="107442"/>
                  </a:lnTo>
                  <a:lnTo>
                    <a:pt x="203073" y="95250"/>
                  </a:lnTo>
                  <a:close/>
                </a:path>
                <a:path w="586740" h="911860">
                  <a:moveTo>
                    <a:pt x="343535" y="889"/>
                  </a:moveTo>
                  <a:lnTo>
                    <a:pt x="322834" y="889"/>
                  </a:lnTo>
                  <a:lnTo>
                    <a:pt x="287147" y="80772"/>
                  </a:lnTo>
                  <a:lnTo>
                    <a:pt x="258203" y="16002"/>
                  </a:lnTo>
                  <a:lnTo>
                    <a:pt x="251460" y="889"/>
                  </a:lnTo>
                  <a:lnTo>
                    <a:pt x="230886" y="889"/>
                  </a:lnTo>
                  <a:lnTo>
                    <a:pt x="230886" y="107442"/>
                  </a:lnTo>
                  <a:lnTo>
                    <a:pt x="244475" y="107442"/>
                  </a:lnTo>
                  <a:lnTo>
                    <a:pt x="244475" y="16002"/>
                  </a:lnTo>
                  <a:lnTo>
                    <a:pt x="280035" y="95770"/>
                  </a:lnTo>
                  <a:lnTo>
                    <a:pt x="294259" y="95770"/>
                  </a:lnTo>
                  <a:lnTo>
                    <a:pt x="300888" y="80772"/>
                  </a:lnTo>
                  <a:lnTo>
                    <a:pt x="329819" y="15494"/>
                  </a:lnTo>
                  <a:lnTo>
                    <a:pt x="329819" y="107442"/>
                  </a:lnTo>
                  <a:lnTo>
                    <a:pt x="343535" y="107442"/>
                  </a:lnTo>
                  <a:lnTo>
                    <a:pt x="343535" y="15494"/>
                  </a:lnTo>
                  <a:lnTo>
                    <a:pt x="343535" y="889"/>
                  </a:lnTo>
                  <a:close/>
                </a:path>
                <a:path w="586740" h="911860">
                  <a:moveTo>
                    <a:pt x="453263" y="30480"/>
                  </a:moveTo>
                  <a:lnTo>
                    <a:pt x="450761" y="17627"/>
                  </a:lnTo>
                  <a:lnTo>
                    <a:pt x="447395" y="13208"/>
                  </a:lnTo>
                  <a:lnTo>
                    <a:pt x="443484" y="8051"/>
                  </a:lnTo>
                  <a:lnTo>
                    <a:pt x="439166" y="5867"/>
                  </a:lnTo>
                  <a:lnTo>
                    <a:pt x="439166" y="30480"/>
                  </a:lnTo>
                  <a:lnTo>
                    <a:pt x="437616" y="38341"/>
                  </a:lnTo>
                  <a:lnTo>
                    <a:pt x="433095" y="44119"/>
                  </a:lnTo>
                  <a:lnTo>
                    <a:pt x="425767" y="47688"/>
                  </a:lnTo>
                  <a:lnTo>
                    <a:pt x="415798" y="48895"/>
                  </a:lnTo>
                  <a:lnTo>
                    <a:pt x="387096" y="48895"/>
                  </a:lnTo>
                  <a:lnTo>
                    <a:pt x="387096" y="13208"/>
                  </a:lnTo>
                  <a:lnTo>
                    <a:pt x="415798" y="13208"/>
                  </a:lnTo>
                  <a:lnTo>
                    <a:pt x="425767" y="14274"/>
                  </a:lnTo>
                  <a:lnTo>
                    <a:pt x="433095" y="17475"/>
                  </a:lnTo>
                  <a:lnTo>
                    <a:pt x="437616" y="22860"/>
                  </a:lnTo>
                  <a:lnTo>
                    <a:pt x="439166" y="30480"/>
                  </a:lnTo>
                  <a:lnTo>
                    <a:pt x="439166" y="5867"/>
                  </a:lnTo>
                  <a:lnTo>
                    <a:pt x="431723" y="2070"/>
                  </a:lnTo>
                  <a:lnTo>
                    <a:pt x="415798" y="0"/>
                  </a:lnTo>
                  <a:lnTo>
                    <a:pt x="374015" y="0"/>
                  </a:lnTo>
                  <a:lnTo>
                    <a:pt x="374015" y="107442"/>
                  </a:lnTo>
                  <a:lnTo>
                    <a:pt x="387604" y="107442"/>
                  </a:lnTo>
                  <a:lnTo>
                    <a:pt x="387604" y="61087"/>
                  </a:lnTo>
                  <a:lnTo>
                    <a:pt x="399796" y="61087"/>
                  </a:lnTo>
                  <a:lnTo>
                    <a:pt x="436372" y="107442"/>
                  </a:lnTo>
                  <a:lnTo>
                    <a:pt x="452374" y="107442"/>
                  </a:lnTo>
                  <a:lnTo>
                    <a:pt x="414782" y="61087"/>
                  </a:lnTo>
                  <a:lnTo>
                    <a:pt x="415798" y="61087"/>
                  </a:lnTo>
                  <a:lnTo>
                    <a:pt x="431126" y="58953"/>
                  </a:lnTo>
                  <a:lnTo>
                    <a:pt x="442950" y="52832"/>
                  </a:lnTo>
                  <a:lnTo>
                    <a:pt x="446062" y="48895"/>
                  </a:lnTo>
                  <a:lnTo>
                    <a:pt x="450557" y="43192"/>
                  </a:lnTo>
                  <a:lnTo>
                    <a:pt x="453263" y="30480"/>
                  </a:lnTo>
                  <a:close/>
                </a:path>
                <a:path w="586740" h="911860">
                  <a:moveTo>
                    <a:pt x="586613" y="371729"/>
                  </a:moveTo>
                  <a:lnTo>
                    <a:pt x="582904" y="353517"/>
                  </a:lnTo>
                  <a:lnTo>
                    <a:pt x="572833" y="338569"/>
                  </a:lnTo>
                  <a:lnTo>
                    <a:pt x="557885" y="328460"/>
                  </a:lnTo>
                  <a:lnTo>
                    <a:pt x="539623" y="324739"/>
                  </a:lnTo>
                  <a:lnTo>
                    <a:pt x="46863" y="324739"/>
                  </a:lnTo>
                  <a:lnTo>
                    <a:pt x="28663" y="328460"/>
                  </a:lnTo>
                  <a:lnTo>
                    <a:pt x="13754" y="338569"/>
                  </a:lnTo>
                  <a:lnTo>
                    <a:pt x="3695" y="353517"/>
                  </a:lnTo>
                  <a:lnTo>
                    <a:pt x="0" y="371729"/>
                  </a:lnTo>
                  <a:lnTo>
                    <a:pt x="0" y="864489"/>
                  </a:lnTo>
                  <a:lnTo>
                    <a:pt x="3695" y="882764"/>
                  </a:lnTo>
                  <a:lnTo>
                    <a:pt x="13754" y="897699"/>
                  </a:lnTo>
                  <a:lnTo>
                    <a:pt x="28663" y="907783"/>
                  </a:lnTo>
                  <a:lnTo>
                    <a:pt x="46863" y="911479"/>
                  </a:lnTo>
                  <a:lnTo>
                    <a:pt x="539623" y="911479"/>
                  </a:lnTo>
                  <a:lnTo>
                    <a:pt x="557885" y="907783"/>
                  </a:lnTo>
                  <a:lnTo>
                    <a:pt x="572833" y="897699"/>
                  </a:lnTo>
                  <a:lnTo>
                    <a:pt x="582904" y="882764"/>
                  </a:lnTo>
                  <a:lnTo>
                    <a:pt x="586613" y="864489"/>
                  </a:lnTo>
                  <a:lnTo>
                    <a:pt x="586613" y="37172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3847064" y="3964177"/>
              <a:ext cx="391160" cy="394335"/>
            </a:xfrm>
            <a:custGeom>
              <a:avLst/>
              <a:gdLst/>
              <a:ahLst/>
              <a:cxnLst/>
              <a:rect l="l" t="t" r="r" b="b"/>
              <a:pathLst>
                <a:path w="391159" h="394335">
                  <a:moveTo>
                    <a:pt x="391033" y="149225"/>
                  </a:moveTo>
                  <a:lnTo>
                    <a:pt x="389509" y="146939"/>
                  </a:lnTo>
                  <a:lnTo>
                    <a:pt x="387223" y="145034"/>
                  </a:lnTo>
                  <a:lnTo>
                    <a:pt x="376936" y="138836"/>
                  </a:lnTo>
                  <a:lnTo>
                    <a:pt x="376936" y="156337"/>
                  </a:lnTo>
                  <a:lnTo>
                    <a:pt x="376936" y="229374"/>
                  </a:lnTo>
                  <a:lnTo>
                    <a:pt x="344208" y="209651"/>
                  </a:lnTo>
                  <a:lnTo>
                    <a:pt x="344932" y="206121"/>
                  </a:lnTo>
                  <a:lnTo>
                    <a:pt x="343420" y="198501"/>
                  </a:lnTo>
                  <a:lnTo>
                    <a:pt x="343204" y="197396"/>
                  </a:lnTo>
                  <a:lnTo>
                    <a:pt x="338518" y="190207"/>
                  </a:lnTo>
                  <a:lnTo>
                    <a:pt x="331533" y="185318"/>
                  </a:lnTo>
                  <a:lnTo>
                    <a:pt x="329946" y="184988"/>
                  </a:lnTo>
                  <a:lnTo>
                    <a:pt x="329946" y="201803"/>
                  </a:lnTo>
                  <a:lnTo>
                    <a:pt x="329946" y="208915"/>
                  </a:lnTo>
                  <a:lnTo>
                    <a:pt x="327152" y="212217"/>
                  </a:lnTo>
                  <a:lnTo>
                    <a:pt x="319151" y="212217"/>
                  </a:lnTo>
                  <a:lnTo>
                    <a:pt x="315849" y="209296"/>
                  </a:lnTo>
                  <a:lnTo>
                    <a:pt x="315849" y="201803"/>
                  </a:lnTo>
                  <a:lnTo>
                    <a:pt x="318770" y="198501"/>
                  </a:lnTo>
                  <a:lnTo>
                    <a:pt x="327152" y="198501"/>
                  </a:lnTo>
                  <a:lnTo>
                    <a:pt x="329946" y="201803"/>
                  </a:lnTo>
                  <a:lnTo>
                    <a:pt x="329946" y="184988"/>
                  </a:lnTo>
                  <a:lnTo>
                    <a:pt x="300355" y="206121"/>
                  </a:lnTo>
                  <a:lnTo>
                    <a:pt x="302145" y="214439"/>
                  </a:lnTo>
                  <a:lnTo>
                    <a:pt x="307035" y="221348"/>
                  </a:lnTo>
                  <a:lnTo>
                    <a:pt x="314223" y="226148"/>
                  </a:lnTo>
                  <a:lnTo>
                    <a:pt x="322961" y="228092"/>
                  </a:lnTo>
                  <a:lnTo>
                    <a:pt x="331533" y="226377"/>
                  </a:lnTo>
                  <a:lnTo>
                    <a:pt x="336867" y="222783"/>
                  </a:lnTo>
                  <a:lnTo>
                    <a:pt x="368376" y="241173"/>
                  </a:lnTo>
                  <a:lnTo>
                    <a:pt x="329438" y="264287"/>
                  </a:lnTo>
                  <a:lnTo>
                    <a:pt x="328041" y="266573"/>
                  </a:lnTo>
                  <a:lnTo>
                    <a:pt x="328041" y="326263"/>
                  </a:lnTo>
                  <a:lnTo>
                    <a:pt x="242697" y="377825"/>
                  </a:lnTo>
                  <a:lnTo>
                    <a:pt x="202692" y="353123"/>
                  </a:lnTo>
                  <a:lnTo>
                    <a:pt x="202692" y="313563"/>
                  </a:lnTo>
                  <a:lnTo>
                    <a:pt x="239801" y="313563"/>
                  </a:lnTo>
                  <a:lnTo>
                    <a:pt x="243713" y="319239"/>
                  </a:lnTo>
                  <a:lnTo>
                    <a:pt x="250901" y="324015"/>
                  </a:lnTo>
                  <a:lnTo>
                    <a:pt x="259588" y="325755"/>
                  </a:lnTo>
                  <a:lnTo>
                    <a:pt x="268160" y="324015"/>
                  </a:lnTo>
                  <a:lnTo>
                    <a:pt x="275145" y="319239"/>
                  </a:lnTo>
                  <a:lnTo>
                    <a:pt x="279831" y="312102"/>
                  </a:lnTo>
                  <a:lnTo>
                    <a:pt x="280187" y="310261"/>
                  </a:lnTo>
                  <a:lnTo>
                    <a:pt x="281559" y="303276"/>
                  </a:lnTo>
                  <a:lnTo>
                    <a:pt x="280136" y="296164"/>
                  </a:lnTo>
                  <a:lnTo>
                    <a:pt x="279831" y="294627"/>
                  </a:lnTo>
                  <a:lnTo>
                    <a:pt x="275145" y="287616"/>
                  </a:lnTo>
                  <a:lnTo>
                    <a:pt x="268160" y="282905"/>
                  </a:lnTo>
                  <a:lnTo>
                    <a:pt x="266573" y="282587"/>
                  </a:lnTo>
                  <a:lnTo>
                    <a:pt x="266573" y="299466"/>
                  </a:lnTo>
                  <a:lnTo>
                    <a:pt x="266065" y="303276"/>
                  </a:lnTo>
                  <a:lnTo>
                    <a:pt x="266065" y="306959"/>
                  </a:lnTo>
                  <a:lnTo>
                    <a:pt x="262890" y="310261"/>
                  </a:lnTo>
                  <a:lnTo>
                    <a:pt x="255270" y="310261"/>
                  </a:lnTo>
                  <a:lnTo>
                    <a:pt x="252095" y="307467"/>
                  </a:lnTo>
                  <a:lnTo>
                    <a:pt x="252095" y="299974"/>
                  </a:lnTo>
                  <a:lnTo>
                    <a:pt x="254889" y="296164"/>
                  </a:lnTo>
                  <a:lnTo>
                    <a:pt x="262890" y="296164"/>
                  </a:lnTo>
                  <a:lnTo>
                    <a:pt x="266573" y="299466"/>
                  </a:lnTo>
                  <a:lnTo>
                    <a:pt x="266573" y="282587"/>
                  </a:lnTo>
                  <a:lnTo>
                    <a:pt x="237769" y="299466"/>
                  </a:lnTo>
                  <a:lnTo>
                    <a:pt x="202692" y="299466"/>
                  </a:lnTo>
                  <a:lnTo>
                    <a:pt x="202692" y="194818"/>
                  </a:lnTo>
                  <a:lnTo>
                    <a:pt x="201422" y="192532"/>
                  </a:lnTo>
                  <a:lnTo>
                    <a:pt x="199009" y="191516"/>
                  </a:lnTo>
                  <a:lnTo>
                    <a:pt x="154940" y="164338"/>
                  </a:lnTo>
                  <a:lnTo>
                    <a:pt x="151638" y="161925"/>
                  </a:lnTo>
                  <a:lnTo>
                    <a:pt x="147320" y="163322"/>
                  </a:lnTo>
                  <a:lnTo>
                    <a:pt x="142621" y="170434"/>
                  </a:lnTo>
                  <a:lnTo>
                    <a:pt x="144145" y="174117"/>
                  </a:lnTo>
                  <a:lnTo>
                    <a:pt x="147320" y="176530"/>
                  </a:lnTo>
                  <a:lnTo>
                    <a:pt x="187706" y="201422"/>
                  </a:lnTo>
                  <a:lnTo>
                    <a:pt x="187706" y="234988"/>
                  </a:lnTo>
                  <a:lnTo>
                    <a:pt x="187706" y="251815"/>
                  </a:lnTo>
                  <a:lnTo>
                    <a:pt x="187706" y="352044"/>
                  </a:lnTo>
                  <a:lnTo>
                    <a:pt x="148844" y="376936"/>
                  </a:lnTo>
                  <a:lnTo>
                    <a:pt x="113741" y="355841"/>
                  </a:lnTo>
                  <a:lnTo>
                    <a:pt x="142621" y="339344"/>
                  </a:lnTo>
                  <a:lnTo>
                    <a:pt x="146431" y="337439"/>
                  </a:lnTo>
                  <a:lnTo>
                    <a:pt x="147320" y="332740"/>
                  </a:lnTo>
                  <a:lnTo>
                    <a:pt x="145542" y="329057"/>
                  </a:lnTo>
                  <a:lnTo>
                    <a:pt x="144145" y="325755"/>
                  </a:lnTo>
                  <a:lnTo>
                    <a:pt x="139446" y="324358"/>
                  </a:lnTo>
                  <a:lnTo>
                    <a:pt x="135128" y="326263"/>
                  </a:lnTo>
                  <a:lnTo>
                    <a:pt x="99314" y="347167"/>
                  </a:lnTo>
                  <a:lnTo>
                    <a:pt x="62865" y="325247"/>
                  </a:lnTo>
                  <a:lnTo>
                    <a:pt x="62865" y="271843"/>
                  </a:lnTo>
                  <a:lnTo>
                    <a:pt x="98552" y="251079"/>
                  </a:lnTo>
                  <a:lnTo>
                    <a:pt x="102362" y="249174"/>
                  </a:lnTo>
                  <a:lnTo>
                    <a:pt x="103251" y="244475"/>
                  </a:lnTo>
                  <a:lnTo>
                    <a:pt x="101854" y="241300"/>
                  </a:lnTo>
                  <a:lnTo>
                    <a:pt x="99949" y="237490"/>
                  </a:lnTo>
                  <a:lnTo>
                    <a:pt x="95250" y="236601"/>
                  </a:lnTo>
                  <a:lnTo>
                    <a:pt x="91567" y="238506"/>
                  </a:lnTo>
                  <a:lnTo>
                    <a:pt x="55372" y="259384"/>
                  </a:lnTo>
                  <a:lnTo>
                    <a:pt x="14097" y="234696"/>
                  </a:lnTo>
                  <a:lnTo>
                    <a:pt x="14097" y="199326"/>
                  </a:lnTo>
                  <a:lnTo>
                    <a:pt x="58166" y="174117"/>
                  </a:lnTo>
                  <a:lnTo>
                    <a:pt x="59563" y="169418"/>
                  </a:lnTo>
                  <a:lnTo>
                    <a:pt x="57785" y="166243"/>
                  </a:lnTo>
                  <a:lnTo>
                    <a:pt x="55880" y="162433"/>
                  </a:lnTo>
                  <a:lnTo>
                    <a:pt x="51181" y="161544"/>
                  </a:lnTo>
                  <a:lnTo>
                    <a:pt x="47879" y="163322"/>
                  </a:lnTo>
                  <a:lnTo>
                    <a:pt x="14097" y="182740"/>
                  </a:lnTo>
                  <a:lnTo>
                    <a:pt x="14097" y="154940"/>
                  </a:lnTo>
                  <a:lnTo>
                    <a:pt x="51676" y="132791"/>
                  </a:lnTo>
                  <a:lnTo>
                    <a:pt x="95250" y="156845"/>
                  </a:lnTo>
                  <a:lnTo>
                    <a:pt x="95250" y="189611"/>
                  </a:lnTo>
                  <a:lnTo>
                    <a:pt x="49276" y="215900"/>
                  </a:lnTo>
                  <a:lnTo>
                    <a:pt x="47879" y="220599"/>
                  </a:lnTo>
                  <a:lnTo>
                    <a:pt x="50165" y="224409"/>
                  </a:lnTo>
                  <a:lnTo>
                    <a:pt x="51689" y="227711"/>
                  </a:lnTo>
                  <a:lnTo>
                    <a:pt x="56388" y="229108"/>
                  </a:lnTo>
                  <a:lnTo>
                    <a:pt x="60071" y="227203"/>
                  </a:lnTo>
                  <a:lnTo>
                    <a:pt x="101828" y="202666"/>
                  </a:lnTo>
                  <a:lnTo>
                    <a:pt x="142621" y="231902"/>
                  </a:lnTo>
                  <a:lnTo>
                    <a:pt x="142621" y="262813"/>
                  </a:lnTo>
                  <a:lnTo>
                    <a:pt x="94742" y="292354"/>
                  </a:lnTo>
                  <a:lnTo>
                    <a:pt x="91059" y="293878"/>
                  </a:lnTo>
                  <a:lnTo>
                    <a:pt x="90551" y="298577"/>
                  </a:lnTo>
                  <a:lnTo>
                    <a:pt x="92456" y="302260"/>
                  </a:lnTo>
                  <a:lnTo>
                    <a:pt x="93853" y="305562"/>
                  </a:lnTo>
                  <a:lnTo>
                    <a:pt x="98552" y="306959"/>
                  </a:lnTo>
                  <a:lnTo>
                    <a:pt x="151726" y="274066"/>
                  </a:lnTo>
                  <a:lnTo>
                    <a:pt x="153543" y="274066"/>
                  </a:lnTo>
                  <a:lnTo>
                    <a:pt x="156197" y="271297"/>
                  </a:lnTo>
                  <a:lnTo>
                    <a:pt x="187706" y="251815"/>
                  </a:lnTo>
                  <a:lnTo>
                    <a:pt x="187706" y="234988"/>
                  </a:lnTo>
                  <a:lnTo>
                    <a:pt x="156718" y="254114"/>
                  </a:lnTo>
                  <a:lnTo>
                    <a:pt x="156718" y="225298"/>
                  </a:lnTo>
                  <a:lnTo>
                    <a:pt x="155321" y="223012"/>
                  </a:lnTo>
                  <a:lnTo>
                    <a:pt x="109855" y="190106"/>
                  </a:lnTo>
                  <a:lnTo>
                    <a:pt x="109855" y="154393"/>
                  </a:lnTo>
                  <a:lnTo>
                    <a:pt x="152527" y="129159"/>
                  </a:lnTo>
                  <a:lnTo>
                    <a:pt x="154940" y="128143"/>
                  </a:lnTo>
                  <a:lnTo>
                    <a:pt x="156337" y="124841"/>
                  </a:lnTo>
                  <a:lnTo>
                    <a:pt x="156337" y="79883"/>
                  </a:lnTo>
                  <a:lnTo>
                    <a:pt x="153543" y="76454"/>
                  </a:lnTo>
                  <a:lnTo>
                    <a:pt x="149225" y="76454"/>
                  </a:lnTo>
                  <a:lnTo>
                    <a:pt x="145034" y="76454"/>
                  </a:lnTo>
                  <a:lnTo>
                    <a:pt x="141732" y="79375"/>
                  </a:lnTo>
                  <a:lnTo>
                    <a:pt x="142240" y="84074"/>
                  </a:lnTo>
                  <a:lnTo>
                    <a:pt x="142240" y="118745"/>
                  </a:lnTo>
                  <a:lnTo>
                    <a:pt x="100317" y="142697"/>
                  </a:lnTo>
                  <a:lnTo>
                    <a:pt x="62865" y="121856"/>
                  </a:lnTo>
                  <a:lnTo>
                    <a:pt x="62865" y="64770"/>
                  </a:lnTo>
                  <a:lnTo>
                    <a:pt x="93472" y="46723"/>
                  </a:lnTo>
                  <a:lnTo>
                    <a:pt x="93472" y="94361"/>
                  </a:lnTo>
                  <a:lnTo>
                    <a:pt x="96647" y="98171"/>
                  </a:lnTo>
                  <a:lnTo>
                    <a:pt x="104267" y="98171"/>
                  </a:lnTo>
                  <a:lnTo>
                    <a:pt x="107442" y="94869"/>
                  </a:lnTo>
                  <a:lnTo>
                    <a:pt x="107442" y="38493"/>
                  </a:lnTo>
                  <a:lnTo>
                    <a:pt x="146431" y="15494"/>
                  </a:lnTo>
                  <a:lnTo>
                    <a:pt x="187706" y="38100"/>
                  </a:lnTo>
                  <a:lnTo>
                    <a:pt x="187706" y="131953"/>
                  </a:lnTo>
                  <a:lnTo>
                    <a:pt x="189103" y="134239"/>
                  </a:lnTo>
                  <a:lnTo>
                    <a:pt x="237705" y="163195"/>
                  </a:lnTo>
                  <a:lnTo>
                    <a:pt x="236982" y="166624"/>
                  </a:lnTo>
                  <a:lnTo>
                    <a:pt x="238798" y="175285"/>
                  </a:lnTo>
                  <a:lnTo>
                    <a:pt x="243713" y="182435"/>
                  </a:lnTo>
                  <a:lnTo>
                    <a:pt x="250901" y="187312"/>
                  </a:lnTo>
                  <a:lnTo>
                    <a:pt x="259588" y="189103"/>
                  </a:lnTo>
                  <a:lnTo>
                    <a:pt x="268160" y="187312"/>
                  </a:lnTo>
                  <a:lnTo>
                    <a:pt x="275145" y="182435"/>
                  </a:lnTo>
                  <a:lnTo>
                    <a:pt x="279831" y="175285"/>
                  </a:lnTo>
                  <a:lnTo>
                    <a:pt x="280162" y="173609"/>
                  </a:lnTo>
                  <a:lnTo>
                    <a:pt x="281559" y="166624"/>
                  </a:lnTo>
                  <a:lnTo>
                    <a:pt x="280149" y="159639"/>
                  </a:lnTo>
                  <a:lnTo>
                    <a:pt x="279831" y="158051"/>
                  </a:lnTo>
                  <a:lnTo>
                    <a:pt x="275145" y="151066"/>
                  </a:lnTo>
                  <a:lnTo>
                    <a:pt x="268160" y="146380"/>
                  </a:lnTo>
                  <a:lnTo>
                    <a:pt x="266065" y="145961"/>
                  </a:lnTo>
                  <a:lnTo>
                    <a:pt x="266065" y="163322"/>
                  </a:lnTo>
                  <a:lnTo>
                    <a:pt x="266065" y="170434"/>
                  </a:lnTo>
                  <a:lnTo>
                    <a:pt x="262890" y="173609"/>
                  </a:lnTo>
                  <a:lnTo>
                    <a:pt x="255270" y="173609"/>
                  </a:lnTo>
                  <a:lnTo>
                    <a:pt x="252095" y="170434"/>
                  </a:lnTo>
                  <a:lnTo>
                    <a:pt x="252095" y="163322"/>
                  </a:lnTo>
                  <a:lnTo>
                    <a:pt x="254889" y="159639"/>
                  </a:lnTo>
                  <a:lnTo>
                    <a:pt x="262890" y="159639"/>
                  </a:lnTo>
                  <a:lnTo>
                    <a:pt x="266065" y="163322"/>
                  </a:lnTo>
                  <a:lnTo>
                    <a:pt x="266065" y="145961"/>
                  </a:lnTo>
                  <a:lnTo>
                    <a:pt x="259588" y="144653"/>
                  </a:lnTo>
                  <a:lnTo>
                    <a:pt x="250901" y="146380"/>
                  </a:lnTo>
                  <a:lnTo>
                    <a:pt x="244462" y="150583"/>
                  </a:lnTo>
                  <a:lnTo>
                    <a:pt x="202692" y="125857"/>
                  </a:lnTo>
                  <a:lnTo>
                    <a:pt x="202692" y="39547"/>
                  </a:lnTo>
                  <a:lnTo>
                    <a:pt x="244983" y="16510"/>
                  </a:lnTo>
                  <a:lnTo>
                    <a:pt x="328041" y="65786"/>
                  </a:lnTo>
                  <a:lnTo>
                    <a:pt x="328041" y="88773"/>
                  </a:lnTo>
                  <a:lnTo>
                    <a:pt x="304965" y="88773"/>
                  </a:lnTo>
                  <a:lnTo>
                    <a:pt x="304368" y="85852"/>
                  </a:lnTo>
                  <a:lnTo>
                    <a:pt x="304139" y="84747"/>
                  </a:lnTo>
                  <a:lnTo>
                    <a:pt x="299275" y="77558"/>
                  </a:lnTo>
                  <a:lnTo>
                    <a:pt x="292112" y="72669"/>
                  </a:lnTo>
                  <a:lnTo>
                    <a:pt x="290449" y="72326"/>
                  </a:lnTo>
                  <a:lnTo>
                    <a:pt x="290449" y="89281"/>
                  </a:lnTo>
                  <a:lnTo>
                    <a:pt x="290449" y="91567"/>
                  </a:lnTo>
                  <a:lnTo>
                    <a:pt x="290449" y="95758"/>
                  </a:lnTo>
                  <a:lnTo>
                    <a:pt x="290449" y="96266"/>
                  </a:lnTo>
                  <a:lnTo>
                    <a:pt x="287274" y="99949"/>
                  </a:lnTo>
                  <a:lnTo>
                    <a:pt x="280162" y="99949"/>
                  </a:lnTo>
                  <a:lnTo>
                    <a:pt x="276479" y="96266"/>
                  </a:lnTo>
                  <a:lnTo>
                    <a:pt x="276479" y="89281"/>
                  </a:lnTo>
                  <a:lnTo>
                    <a:pt x="279273" y="85852"/>
                  </a:lnTo>
                  <a:lnTo>
                    <a:pt x="287782" y="85852"/>
                  </a:lnTo>
                  <a:lnTo>
                    <a:pt x="290449" y="89281"/>
                  </a:lnTo>
                  <a:lnTo>
                    <a:pt x="290449" y="72326"/>
                  </a:lnTo>
                  <a:lnTo>
                    <a:pt x="261493" y="93472"/>
                  </a:lnTo>
                  <a:lnTo>
                    <a:pt x="263207" y="102057"/>
                  </a:lnTo>
                  <a:lnTo>
                    <a:pt x="267906" y="109029"/>
                  </a:lnTo>
                  <a:lnTo>
                    <a:pt x="274878" y="113728"/>
                  </a:lnTo>
                  <a:lnTo>
                    <a:pt x="283464" y="115443"/>
                  </a:lnTo>
                  <a:lnTo>
                    <a:pt x="292112" y="113728"/>
                  </a:lnTo>
                  <a:lnTo>
                    <a:pt x="299275" y="109029"/>
                  </a:lnTo>
                  <a:lnTo>
                    <a:pt x="303568" y="102870"/>
                  </a:lnTo>
                  <a:lnTo>
                    <a:pt x="328041" y="102870"/>
                  </a:lnTo>
                  <a:lnTo>
                    <a:pt x="328041" y="124841"/>
                  </a:lnTo>
                  <a:lnTo>
                    <a:pt x="329438" y="127254"/>
                  </a:lnTo>
                  <a:lnTo>
                    <a:pt x="331851" y="129159"/>
                  </a:lnTo>
                  <a:lnTo>
                    <a:pt x="376936" y="156337"/>
                  </a:lnTo>
                  <a:lnTo>
                    <a:pt x="376936" y="138836"/>
                  </a:lnTo>
                  <a:lnTo>
                    <a:pt x="342138" y="117856"/>
                  </a:lnTo>
                  <a:lnTo>
                    <a:pt x="342138" y="58674"/>
                  </a:lnTo>
                  <a:lnTo>
                    <a:pt x="341249" y="56388"/>
                  </a:lnTo>
                  <a:lnTo>
                    <a:pt x="338836" y="54483"/>
                  </a:lnTo>
                  <a:lnTo>
                    <a:pt x="248285" y="1524"/>
                  </a:lnTo>
                  <a:lnTo>
                    <a:pt x="245999" y="0"/>
                  </a:lnTo>
                  <a:lnTo>
                    <a:pt x="243586" y="0"/>
                  </a:lnTo>
                  <a:lnTo>
                    <a:pt x="241300" y="1524"/>
                  </a:lnTo>
                  <a:lnTo>
                    <a:pt x="195465" y="26619"/>
                  </a:lnTo>
                  <a:lnTo>
                    <a:pt x="149733" y="1524"/>
                  </a:lnTo>
                  <a:lnTo>
                    <a:pt x="147320" y="0"/>
                  </a:lnTo>
                  <a:lnTo>
                    <a:pt x="145034" y="0"/>
                  </a:lnTo>
                  <a:lnTo>
                    <a:pt x="142621" y="1524"/>
                  </a:lnTo>
                  <a:lnTo>
                    <a:pt x="52578" y="54483"/>
                  </a:lnTo>
                  <a:lnTo>
                    <a:pt x="50165" y="56388"/>
                  </a:lnTo>
                  <a:lnTo>
                    <a:pt x="48768" y="58674"/>
                  </a:lnTo>
                  <a:lnTo>
                    <a:pt x="48768" y="117856"/>
                  </a:lnTo>
                  <a:lnTo>
                    <a:pt x="3810" y="145034"/>
                  </a:lnTo>
                  <a:lnTo>
                    <a:pt x="1397" y="146939"/>
                  </a:lnTo>
                  <a:lnTo>
                    <a:pt x="0" y="149225"/>
                  </a:lnTo>
                  <a:lnTo>
                    <a:pt x="0" y="242189"/>
                  </a:lnTo>
                  <a:lnTo>
                    <a:pt x="1397" y="244602"/>
                  </a:lnTo>
                  <a:lnTo>
                    <a:pt x="46609" y="271399"/>
                  </a:lnTo>
                  <a:lnTo>
                    <a:pt x="46990" y="272288"/>
                  </a:lnTo>
                  <a:lnTo>
                    <a:pt x="48768" y="275971"/>
                  </a:lnTo>
                  <a:lnTo>
                    <a:pt x="48768" y="332740"/>
                  </a:lnTo>
                  <a:lnTo>
                    <a:pt x="50165" y="335153"/>
                  </a:lnTo>
                  <a:lnTo>
                    <a:pt x="52578" y="336042"/>
                  </a:lnTo>
                  <a:lnTo>
                    <a:pt x="94742" y="361772"/>
                  </a:lnTo>
                  <a:lnTo>
                    <a:pt x="95250" y="362839"/>
                  </a:lnTo>
                  <a:lnTo>
                    <a:pt x="97078" y="363194"/>
                  </a:lnTo>
                  <a:lnTo>
                    <a:pt x="145034" y="392430"/>
                  </a:lnTo>
                  <a:lnTo>
                    <a:pt x="147320" y="394208"/>
                  </a:lnTo>
                  <a:lnTo>
                    <a:pt x="150241" y="394208"/>
                  </a:lnTo>
                  <a:lnTo>
                    <a:pt x="152527" y="392430"/>
                  </a:lnTo>
                  <a:lnTo>
                    <a:pt x="195503" y="365544"/>
                  </a:lnTo>
                  <a:lnTo>
                    <a:pt x="238379" y="392430"/>
                  </a:lnTo>
                  <a:lnTo>
                    <a:pt x="240792" y="394208"/>
                  </a:lnTo>
                  <a:lnTo>
                    <a:pt x="243586" y="394208"/>
                  </a:lnTo>
                  <a:lnTo>
                    <a:pt x="245999" y="392430"/>
                  </a:lnTo>
                  <a:lnTo>
                    <a:pt x="338836" y="336042"/>
                  </a:lnTo>
                  <a:lnTo>
                    <a:pt x="341249" y="335153"/>
                  </a:lnTo>
                  <a:lnTo>
                    <a:pt x="342138" y="332740"/>
                  </a:lnTo>
                  <a:lnTo>
                    <a:pt x="342138" y="272669"/>
                  </a:lnTo>
                  <a:lnTo>
                    <a:pt x="384556" y="247535"/>
                  </a:lnTo>
                  <a:lnTo>
                    <a:pt x="384937" y="247396"/>
                  </a:lnTo>
                  <a:lnTo>
                    <a:pt x="385025" y="247256"/>
                  </a:lnTo>
                  <a:lnTo>
                    <a:pt x="389509" y="244602"/>
                  </a:lnTo>
                  <a:lnTo>
                    <a:pt x="391033" y="242189"/>
                  </a:lnTo>
                  <a:lnTo>
                    <a:pt x="391033" y="149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626084" y="4555108"/>
              <a:ext cx="832485" cy="913765"/>
            </a:xfrm>
            <a:custGeom>
              <a:avLst/>
              <a:gdLst/>
              <a:ahLst/>
              <a:cxnLst/>
              <a:rect l="l" t="t" r="r" b="b"/>
              <a:pathLst>
                <a:path w="832484" h="913764">
                  <a:moveTo>
                    <a:pt x="84455" y="78867"/>
                  </a:moveTo>
                  <a:lnTo>
                    <a:pt x="51054" y="50673"/>
                  </a:lnTo>
                  <a:lnTo>
                    <a:pt x="41783" y="49657"/>
                  </a:lnTo>
                  <a:lnTo>
                    <a:pt x="31280" y="47675"/>
                  </a:lnTo>
                  <a:lnTo>
                    <a:pt x="23774" y="44323"/>
                  </a:lnTo>
                  <a:lnTo>
                    <a:pt x="19278" y="39560"/>
                  </a:lnTo>
                  <a:lnTo>
                    <a:pt x="17780" y="33274"/>
                  </a:lnTo>
                  <a:lnTo>
                    <a:pt x="19710" y="25412"/>
                  </a:lnTo>
                  <a:lnTo>
                    <a:pt x="25158" y="19507"/>
                  </a:lnTo>
                  <a:lnTo>
                    <a:pt x="33578" y="15773"/>
                  </a:lnTo>
                  <a:lnTo>
                    <a:pt x="44450" y="14478"/>
                  </a:lnTo>
                  <a:lnTo>
                    <a:pt x="53390" y="15227"/>
                  </a:lnTo>
                  <a:lnTo>
                    <a:pt x="61734" y="17297"/>
                  </a:lnTo>
                  <a:lnTo>
                    <a:pt x="69430" y="20434"/>
                  </a:lnTo>
                  <a:lnTo>
                    <a:pt x="76454" y="24384"/>
                  </a:lnTo>
                  <a:lnTo>
                    <a:pt x="81140" y="14478"/>
                  </a:lnTo>
                  <a:lnTo>
                    <a:pt x="43561" y="889"/>
                  </a:lnTo>
                  <a:lnTo>
                    <a:pt x="27622" y="3048"/>
                  </a:lnTo>
                  <a:lnTo>
                    <a:pt x="14490" y="9321"/>
                  </a:lnTo>
                  <a:lnTo>
                    <a:pt x="5562" y="19507"/>
                  </a:lnTo>
                  <a:lnTo>
                    <a:pt x="2286" y="33274"/>
                  </a:lnTo>
                  <a:lnTo>
                    <a:pt x="4762" y="45135"/>
                  </a:lnTo>
                  <a:lnTo>
                    <a:pt x="11557" y="53581"/>
                  </a:lnTo>
                  <a:lnTo>
                    <a:pt x="21678" y="59055"/>
                  </a:lnTo>
                  <a:lnTo>
                    <a:pt x="34163" y="61976"/>
                  </a:lnTo>
                  <a:lnTo>
                    <a:pt x="44069" y="63373"/>
                  </a:lnTo>
                  <a:lnTo>
                    <a:pt x="55003" y="65582"/>
                  </a:lnTo>
                  <a:lnTo>
                    <a:pt x="63093" y="68897"/>
                  </a:lnTo>
                  <a:lnTo>
                    <a:pt x="68122" y="73558"/>
                  </a:lnTo>
                  <a:lnTo>
                    <a:pt x="69850" y="79756"/>
                  </a:lnTo>
                  <a:lnTo>
                    <a:pt x="67691" y="87845"/>
                  </a:lnTo>
                  <a:lnTo>
                    <a:pt x="61760" y="93726"/>
                  </a:lnTo>
                  <a:lnTo>
                    <a:pt x="52857" y="97332"/>
                  </a:lnTo>
                  <a:lnTo>
                    <a:pt x="41783" y="98552"/>
                  </a:lnTo>
                  <a:lnTo>
                    <a:pt x="31534" y="97637"/>
                  </a:lnTo>
                  <a:lnTo>
                    <a:pt x="21856" y="95148"/>
                  </a:lnTo>
                  <a:lnTo>
                    <a:pt x="13436" y="91427"/>
                  </a:lnTo>
                  <a:lnTo>
                    <a:pt x="6985" y="86868"/>
                  </a:lnTo>
                  <a:lnTo>
                    <a:pt x="0" y="97155"/>
                  </a:lnTo>
                  <a:lnTo>
                    <a:pt x="9029" y="103098"/>
                  </a:lnTo>
                  <a:lnTo>
                    <a:pt x="19507" y="107480"/>
                  </a:lnTo>
                  <a:lnTo>
                    <a:pt x="30759" y="110197"/>
                  </a:lnTo>
                  <a:lnTo>
                    <a:pt x="42164" y="111125"/>
                  </a:lnTo>
                  <a:lnTo>
                    <a:pt x="58458" y="109105"/>
                  </a:lnTo>
                  <a:lnTo>
                    <a:pt x="71831" y="103098"/>
                  </a:lnTo>
                  <a:lnTo>
                    <a:pt x="75996" y="98552"/>
                  </a:lnTo>
                  <a:lnTo>
                    <a:pt x="81076" y="92964"/>
                  </a:lnTo>
                  <a:lnTo>
                    <a:pt x="84455" y="78867"/>
                  </a:lnTo>
                  <a:close/>
                </a:path>
                <a:path w="832484" h="913764">
                  <a:moveTo>
                    <a:pt x="175514" y="37084"/>
                  </a:moveTo>
                  <a:lnTo>
                    <a:pt x="163703" y="37084"/>
                  </a:lnTo>
                  <a:lnTo>
                    <a:pt x="163703" y="73152"/>
                  </a:lnTo>
                  <a:lnTo>
                    <a:pt x="161836" y="83134"/>
                  </a:lnTo>
                  <a:lnTo>
                    <a:pt x="161785" y="83350"/>
                  </a:lnTo>
                  <a:lnTo>
                    <a:pt x="156654" y="91338"/>
                  </a:lnTo>
                  <a:lnTo>
                    <a:pt x="156540" y="91528"/>
                  </a:lnTo>
                  <a:lnTo>
                    <a:pt x="148640" y="96964"/>
                  </a:lnTo>
                  <a:lnTo>
                    <a:pt x="138811" y="98933"/>
                  </a:lnTo>
                  <a:lnTo>
                    <a:pt x="129235" y="96964"/>
                  </a:lnTo>
                  <a:lnTo>
                    <a:pt x="128981" y="96964"/>
                  </a:lnTo>
                  <a:lnTo>
                    <a:pt x="121183" y="91338"/>
                  </a:lnTo>
                  <a:lnTo>
                    <a:pt x="116192" y="83134"/>
                  </a:lnTo>
                  <a:lnTo>
                    <a:pt x="114427" y="73152"/>
                  </a:lnTo>
                  <a:lnTo>
                    <a:pt x="116128" y="63182"/>
                  </a:lnTo>
                  <a:lnTo>
                    <a:pt x="120992" y="54978"/>
                  </a:lnTo>
                  <a:lnTo>
                    <a:pt x="128676" y="49428"/>
                  </a:lnTo>
                  <a:lnTo>
                    <a:pt x="138811" y="47371"/>
                  </a:lnTo>
                  <a:lnTo>
                    <a:pt x="149352" y="49428"/>
                  </a:lnTo>
                  <a:lnTo>
                    <a:pt x="149148" y="49428"/>
                  </a:lnTo>
                  <a:lnTo>
                    <a:pt x="156921" y="54838"/>
                  </a:lnTo>
                  <a:lnTo>
                    <a:pt x="161937" y="63017"/>
                  </a:lnTo>
                  <a:lnTo>
                    <a:pt x="163703" y="73152"/>
                  </a:lnTo>
                  <a:lnTo>
                    <a:pt x="163703" y="37084"/>
                  </a:lnTo>
                  <a:lnTo>
                    <a:pt x="163195" y="37084"/>
                  </a:lnTo>
                  <a:lnTo>
                    <a:pt x="163195" y="46863"/>
                  </a:lnTo>
                  <a:lnTo>
                    <a:pt x="158254" y="42176"/>
                  </a:lnTo>
                  <a:lnTo>
                    <a:pt x="152438" y="38658"/>
                  </a:lnTo>
                  <a:lnTo>
                    <a:pt x="145567" y="36461"/>
                  </a:lnTo>
                  <a:lnTo>
                    <a:pt x="137414" y="35687"/>
                  </a:lnTo>
                  <a:lnTo>
                    <a:pt x="123012" y="38506"/>
                  </a:lnTo>
                  <a:lnTo>
                    <a:pt x="111404" y="46329"/>
                  </a:lnTo>
                  <a:lnTo>
                    <a:pt x="103657" y="58191"/>
                  </a:lnTo>
                  <a:lnTo>
                    <a:pt x="100838" y="73152"/>
                  </a:lnTo>
                  <a:lnTo>
                    <a:pt x="103657" y="88138"/>
                  </a:lnTo>
                  <a:lnTo>
                    <a:pt x="111404" y="100050"/>
                  </a:lnTo>
                  <a:lnTo>
                    <a:pt x="123012" y="107911"/>
                  </a:lnTo>
                  <a:lnTo>
                    <a:pt x="137414" y="110744"/>
                  </a:lnTo>
                  <a:lnTo>
                    <a:pt x="145135" y="109918"/>
                  </a:lnTo>
                  <a:lnTo>
                    <a:pt x="152057" y="107569"/>
                  </a:lnTo>
                  <a:lnTo>
                    <a:pt x="158102" y="104000"/>
                  </a:lnTo>
                  <a:lnTo>
                    <a:pt x="163195" y="99441"/>
                  </a:lnTo>
                  <a:lnTo>
                    <a:pt x="163195" y="109728"/>
                  </a:lnTo>
                  <a:lnTo>
                    <a:pt x="175514" y="109728"/>
                  </a:lnTo>
                  <a:lnTo>
                    <a:pt x="175514" y="99441"/>
                  </a:lnTo>
                  <a:lnTo>
                    <a:pt x="175514" y="98933"/>
                  </a:lnTo>
                  <a:lnTo>
                    <a:pt x="175514" y="47371"/>
                  </a:lnTo>
                  <a:lnTo>
                    <a:pt x="175514" y="46863"/>
                  </a:lnTo>
                  <a:lnTo>
                    <a:pt x="175514" y="37084"/>
                  </a:lnTo>
                  <a:close/>
                </a:path>
                <a:path w="832484" h="913764">
                  <a:moveTo>
                    <a:pt x="270256" y="36068"/>
                  </a:moveTo>
                  <a:lnTo>
                    <a:pt x="258572" y="36068"/>
                  </a:lnTo>
                  <a:lnTo>
                    <a:pt x="258572" y="72771"/>
                  </a:lnTo>
                  <a:lnTo>
                    <a:pt x="256819" y="82677"/>
                  </a:lnTo>
                  <a:lnTo>
                    <a:pt x="234061" y="98044"/>
                  </a:lnTo>
                  <a:lnTo>
                    <a:pt x="224345" y="96139"/>
                  </a:lnTo>
                  <a:lnTo>
                    <a:pt x="224155" y="96139"/>
                  </a:lnTo>
                  <a:lnTo>
                    <a:pt x="216242" y="90703"/>
                  </a:lnTo>
                  <a:lnTo>
                    <a:pt x="211226" y="82829"/>
                  </a:lnTo>
                  <a:lnTo>
                    <a:pt x="211124" y="82677"/>
                  </a:lnTo>
                  <a:lnTo>
                    <a:pt x="209296" y="72771"/>
                  </a:lnTo>
                  <a:lnTo>
                    <a:pt x="210985" y="62865"/>
                  </a:lnTo>
                  <a:lnTo>
                    <a:pt x="215861" y="54787"/>
                  </a:lnTo>
                  <a:lnTo>
                    <a:pt x="223647" y="49364"/>
                  </a:lnTo>
                  <a:lnTo>
                    <a:pt x="234061" y="47371"/>
                  </a:lnTo>
                  <a:lnTo>
                    <a:pt x="244043" y="49364"/>
                  </a:lnTo>
                  <a:lnTo>
                    <a:pt x="251790" y="54787"/>
                  </a:lnTo>
                  <a:lnTo>
                    <a:pt x="256794" y="62865"/>
                  </a:lnTo>
                  <a:lnTo>
                    <a:pt x="258572" y="72771"/>
                  </a:lnTo>
                  <a:lnTo>
                    <a:pt x="258572" y="36068"/>
                  </a:lnTo>
                  <a:lnTo>
                    <a:pt x="258064" y="36068"/>
                  </a:lnTo>
                  <a:lnTo>
                    <a:pt x="258064" y="46482"/>
                  </a:lnTo>
                  <a:lnTo>
                    <a:pt x="252818" y="42011"/>
                  </a:lnTo>
                  <a:lnTo>
                    <a:pt x="246888" y="38608"/>
                  </a:lnTo>
                  <a:lnTo>
                    <a:pt x="240093" y="36449"/>
                  </a:lnTo>
                  <a:lnTo>
                    <a:pt x="232283" y="35687"/>
                  </a:lnTo>
                  <a:lnTo>
                    <a:pt x="217970" y="38455"/>
                  </a:lnTo>
                  <a:lnTo>
                    <a:pt x="206667" y="46139"/>
                  </a:lnTo>
                  <a:lnTo>
                    <a:pt x="199250" y="57873"/>
                  </a:lnTo>
                  <a:lnTo>
                    <a:pt x="196596" y="72771"/>
                  </a:lnTo>
                  <a:lnTo>
                    <a:pt x="199250" y="87820"/>
                  </a:lnTo>
                  <a:lnTo>
                    <a:pt x="206667" y="99491"/>
                  </a:lnTo>
                  <a:lnTo>
                    <a:pt x="217970" y="107048"/>
                  </a:lnTo>
                  <a:lnTo>
                    <a:pt x="232283" y="109728"/>
                  </a:lnTo>
                  <a:lnTo>
                    <a:pt x="240080" y="108966"/>
                  </a:lnTo>
                  <a:lnTo>
                    <a:pt x="246773" y="106768"/>
                  </a:lnTo>
                  <a:lnTo>
                    <a:pt x="252437" y="103251"/>
                  </a:lnTo>
                  <a:lnTo>
                    <a:pt x="257175" y="98552"/>
                  </a:lnTo>
                  <a:lnTo>
                    <a:pt x="257175" y="105029"/>
                  </a:lnTo>
                  <a:lnTo>
                    <a:pt x="255244" y="115404"/>
                  </a:lnTo>
                  <a:lnTo>
                    <a:pt x="249897" y="123101"/>
                  </a:lnTo>
                  <a:lnTo>
                    <a:pt x="241744" y="127889"/>
                  </a:lnTo>
                  <a:lnTo>
                    <a:pt x="231394" y="129540"/>
                  </a:lnTo>
                  <a:lnTo>
                    <a:pt x="224447" y="129006"/>
                  </a:lnTo>
                  <a:lnTo>
                    <a:pt x="217843" y="127444"/>
                  </a:lnTo>
                  <a:lnTo>
                    <a:pt x="211797" y="124942"/>
                  </a:lnTo>
                  <a:lnTo>
                    <a:pt x="206502" y="121539"/>
                  </a:lnTo>
                  <a:lnTo>
                    <a:pt x="201295" y="131318"/>
                  </a:lnTo>
                  <a:lnTo>
                    <a:pt x="207568" y="135204"/>
                  </a:lnTo>
                  <a:lnTo>
                    <a:pt x="215239" y="138226"/>
                  </a:lnTo>
                  <a:lnTo>
                    <a:pt x="223126" y="140055"/>
                  </a:lnTo>
                  <a:lnTo>
                    <a:pt x="231775" y="140716"/>
                  </a:lnTo>
                  <a:lnTo>
                    <a:pt x="247484" y="138226"/>
                  </a:lnTo>
                  <a:lnTo>
                    <a:pt x="259626" y="130987"/>
                  </a:lnTo>
                  <a:lnTo>
                    <a:pt x="260604" y="129540"/>
                  </a:lnTo>
                  <a:lnTo>
                    <a:pt x="267474" y="119341"/>
                  </a:lnTo>
                  <a:lnTo>
                    <a:pt x="270256" y="103632"/>
                  </a:lnTo>
                  <a:lnTo>
                    <a:pt x="270256" y="98552"/>
                  </a:lnTo>
                  <a:lnTo>
                    <a:pt x="270256" y="98044"/>
                  </a:lnTo>
                  <a:lnTo>
                    <a:pt x="270256" y="47371"/>
                  </a:lnTo>
                  <a:lnTo>
                    <a:pt x="270256" y="46482"/>
                  </a:lnTo>
                  <a:lnTo>
                    <a:pt x="270256" y="36068"/>
                  </a:lnTo>
                  <a:close/>
                </a:path>
                <a:path w="832484" h="913764">
                  <a:moveTo>
                    <a:pt x="361315" y="72771"/>
                  </a:moveTo>
                  <a:lnTo>
                    <a:pt x="360426" y="68072"/>
                  </a:lnTo>
                  <a:lnTo>
                    <a:pt x="358521" y="58039"/>
                  </a:lnTo>
                  <a:lnTo>
                    <a:pt x="358495" y="57873"/>
                  </a:lnTo>
                  <a:lnTo>
                    <a:pt x="351739" y="46863"/>
                  </a:lnTo>
                  <a:lnTo>
                    <a:pt x="351320" y="46189"/>
                  </a:lnTo>
                  <a:lnTo>
                    <a:pt x="348615" y="44284"/>
                  </a:lnTo>
                  <a:lnTo>
                    <a:pt x="348615" y="68072"/>
                  </a:lnTo>
                  <a:lnTo>
                    <a:pt x="304546" y="68072"/>
                  </a:lnTo>
                  <a:lnTo>
                    <a:pt x="306578" y="59626"/>
                  </a:lnTo>
                  <a:lnTo>
                    <a:pt x="311150" y="52895"/>
                  </a:lnTo>
                  <a:lnTo>
                    <a:pt x="317893" y="48463"/>
                  </a:lnTo>
                  <a:lnTo>
                    <a:pt x="326517" y="46863"/>
                  </a:lnTo>
                  <a:lnTo>
                    <a:pt x="334683" y="48323"/>
                  </a:lnTo>
                  <a:lnTo>
                    <a:pt x="341274" y="52514"/>
                  </a:lnTo>
                  <a:lnTo>
                    <a:pt x="346011" y="59194"/>
                  </a:lnTo>
                  <a:lnTo>
                    <a:pt x="348615" y="68072"/>
                  </a:lnTo>
                  <a:lnTo>
                    <a:pt x="348615" y="44284"/>
                  </a:lnTo>
                  <a:lnTo>
                    <a:pt x="340398" y="38455"/>
                  </a:lnTo>
                  <a:lnTo>
                    <a:pt x="326517" y="35687"/>
                  </a:lnTo>
                  <a:lnTo>
                    <a:pt x="312432" y="38455"/>
                  </a:lnTo>
                  <a:lnTo>
                    <a:pt x="291020" y="72771"/>
                  </a:lnTo>
                  <a:lnTo>
                    <a:pt x="290957" y="73152"/>
                  </a:lnTo>
                  <a:lnTo>
                    <a:pt x="293687" y="88519"/>
                  </a:lnTo>
                  <a:lnTo>
                    <a:pt x="301345" y="100380"/>
                  </a:lnTo>
                  <a:lnTo>
                    <a:pt x="313080" y="108038"/>
                  </a:lnTo>
                  <a:lnTo>
                    <a:pt x="328041" y="110744"/>
                  </a:lnTo>
                  <a:lnTo>
                    <a:pt x="335737" y="110236"/>
                  </a:lnTo>
                  <a:lnTo>
                    <a:pt x="343357" y="108432"/>
                  </a:lnTo>
                  <a:lnTo>
                    <a:pt x="350799" y="104965"/>
                  </a:lnTo>
                  <a:lnTo>
                    <a:pt x="358013" y="99441"/>
                  </a:lnTo>
                  <a:lnTo>
                    <a:pt x="351409" y="90551"/>
                  </a:lnTo>
                  <a:lnTo>
                    <a:pt x="344932" y="96139"/>
                  </a:lnTo>
                  <a:lnTo>
                    <a:pt x="337312" y="99441"/>
                  </a:lnTo>
                  <a:lnTo>
                    <a:pt x="328930" y="99441"/>
                  </a:lnTo>
                  <a:lnTo>
                    <a:pt x="320217" y="98044"/>
                  </a:lnTo>
                  <a:lnTo>
                    <a:pt x="312826" y="93891"/>
                  </a:lnTo>
                  <a:lnTo>
                    <a:pt x="307390" y="87020"/>
                  </a:lnTo>
                  <a:lnTo>
                    <a:pt x="304546" y="77470"/>
                  </a:lnTo>
                  <a:lnTo>
                    <a:pt x="361315" y="77470"/>
                  </a:lnTo>
                  <a:lnTo>
                    <a:pt x="361315" y="72771"/>
                  </a:lnTo>
                  <a:close/>
                </a:path>
                <a:path w="832484" h="913764">
                  <a:moveTo>
                    <a:pt x="501650" y="64262"/>
                  </a:moveTo>
                  <a:lnTo>
                    <a:pt x="499592" y="53403"/>
                  </a:lnTo>
                  <a:lnTo>
                    <a:pt x="499491" y="52819"/>
                  </a:lnTo>
                  <a:lnTo>
                    <a:pt x="499452" y="52679"/>
                  </a:lnTo>
                  <a:lnTo>
                    <a:pt x="495846" y="47371"/>
                  </a:lnTo>
                  <a:lnTo>
                    <a:pt x="493306" y="43649"/>
                  </a:lnTo>
                  <a:lnTo>
                    <a:pt x="483806" y="37782"/>
                  </a:lnTo>
                  <a:lnTo>
                    <a:pt x="471551" y="35687"/>
                  </a:lnTo>
                  <a:lnTo>
                    <a:pt x="464032" y="36436"/>
                  </a:lnTo>
                  <a:lnTo>
                    <a:pt x="456641" y="38887"/>
                  </a:lnTo>
                  <a:lnTo>
                    <a:pt x="450024" y="43357"/>
                  </a:lnTo>
                  <a:lnTo>
                    <a:pt x="444881" y="50165"/>
                  </a:lnTo>
                  <a:lnTo>
                    <a:pt x="442696" y="47371"/>
                  </a:lnTo>
                  <a:lnTo>
                    <a:pt x="442290" y="46863"/>
                  </a:lnTo>
                  <a:lnTo>
                    <a:pt x="440347" y="44373"/>
                  </a:lnTo>
                  <a:lnTo>
                    <a:pt x="434047" y="39789"/>
                  </a:lnTo>
                  <a:lnTo>
                    <a:pt x="426377" y="36779"/>
                  </a:lnTo>
                  <a:lnTo>
                    <a:pt x="417703" y="35687"/>
                  </a:lnTo>
                  <a:lnTo>
                    <a:pt x="411505" y="36258"/>
                  </a:lnTo>
                  <a:lnTo>
                    <a:pt x="405231" y="38138"/>
                  </a:lnTo>
                  <a:lnTo>
                    <a:pt x="399313" y="41592"/>
                  </a:lnTo>
                  <a:lnTo>
                    <a:pt x="394208" y="46863"/>
                  </a:lnTo>
                  <a:lnTo>
                    <a:pt x="394208" y="37465"/>
                  </a:lnTo>
                  <a:lnTo>
                    <a:pt x="382016" y="37465"/>
                  </a:lnTo>
                  <a:lnTo>
                    <a:pt x="382016" y="109728"/>
                  </a:lnTo>
                  <a:lnTo>
                    <a:pt x="394208" y="109728"/>
                  </a:lnTo>
                  <a:lnTo>
                    <a:pt x="394296" y="68453"/>
                  </a:lnTo>
                  <a:lnTo>
                    <a:pt x="395884" y="60236"/>
                  </a:lnTo>
                  <a:lnTo>
                    <a:pt x="395909" y="60071"/>
                  </a:lnTo>
                  <a:lnTo>
                    <a:pt x="400469" y="53403"/>
                  </a:lnTo>
                  <a:lnTo>
                    <a:pt x="400570" y="53263"/>
                  </a:lnTo>
                  <a:lnTo>
                    <a:pt x="407352" y="48958"/>
                  </a:lnTo>
                  <a:lnTo>
                    <a:pt x="407149" y="48958"/>
                  </a:lnTo>
                  <a:lnTo>
                    <a:pt x="415798" y="47371"/>
                  </a:lnTo>
                  <a:lnTo>
                    <a:pt x="424459" y="48755"/>
                  </a:lnTo>
                  <a:lnTo>
                    <a:pt x="430796" y="52819"/>
                  </a:lnTo>
                  <a:lnTo>
                    <a:pt x="434670" y="59436"/>
                  </a:lnTo>
                  <a:lnTo>
                    <a:pt x="435991" y="68453"/>
                  </a:lnTo>
                  <a:lnTo>
                    <a:pt x="435991" y="109728"/>
                  </a:lnTo>
                  <a:lnTo>
                    <a:pt x="448183" y="109728"/>
                  </a:lnTo>
                  <a:lnTo>
                    <a:pt x="448271" y="68453"/>
                  </a:lnTo>
                  <a:lnTo>
                    <a:pt x="449834" y="60236"/>
                  </a:lnTo>
                  <a:lnTo>
                    <a:pt x="454342" y="53403"/>
                  </a:lnTo>
                  <a:lnTo>
                    <a:pt x="459219" y="50165"/>
                  </a:lnTo>
                  <a:lnTo>
                    <a:pt x="461035" y="48958"/>
                  </a:lnTo>
                  <a:lnTo>
                    <a:pt x="469265" y="47371"/>
                  </a:lnTo>
                  <a:lnTo>
                    <a:pt x="477558" y="48755"/>
                  </a:lnTo>
                  <a:lnTo>
                    <a:pt x="483933" y="52819"/>
                  </a:lnTo>
                  <a:lnTo>
                    <a:pt x="488010" y="59436"/>
                  </a:lnTo>
                  <a:lnTo>
                    <a:pt x="489458" y="68453"/>
                  </a:lnTo>
                  <a:lnTo>
                    <a:pt x="489458" y="109728"/>
                  </a:lnTo>
                  <a:lnTo>
                    <a:pt x="501650" y="109728"/>
                  </a:lnTo>
                  <a:lnTo>
                    <a:pt x="501650" y="64262"/>
                  </a:lnTo>
                  <a:close/>
                </a:path>
                <a:path w="832484" h="913764">
                  <a:moveTo>
                    <a:pt x="596011" y="37084"/>
                  </a:moveTo>
                  <a:lnTo>
                    <a:pt x="584200" y="37084"/>
                  </a:lnTo>
                  <a:lnTo>
                    <a:pt x="584200" y="73152"/>
                  </a:lnTo>
                  <a:lnTo>
                    <a:pt x="582472" y="83134"/>
                  </a:lnTo>
                  <a:lnTo>
                    <a:pt x="582434" y="83350"/>
                  </a:lnTo>
                  <a:lnTo>
                    <a:pt x="577596" y="91338"/>
                  </a:lnTo>
                  <a:lnTo>
                    <a:pt x="577481" y="91528"/>
                  </a:lnTo>
                  <a:lnTo>
                    <a:pt x="569785" y="96964"/>
                  </a:lnTo>
                  <a:lnTo>
                    <a:pt x="559816" y="98933"/>
                  </a:lnTo>
                  <a:lnTo>
                    <a:pt x="549973" y="96964"/>
                  </a:lnTo>
                  <a:lnTo>
                    <a:pt x="549719" y="96964"/>
                  </a:lnTo>
                  <a:lnTo>
                    <a:pt x="541807" y="91338"/>
                  </a:lnTo>
                  <a:lnTo>
                    <a:pt x="536803" y="83134"/>
                  </a:lnTo>
                  <a:lnTo>
                    <a:pt x="535051" y="73152"/>
                  </a:lnTo>
                  <a:lnTo>
                    <a:pt x="536740" y="63182"/>
                  </a:lnTo>
                  <a:lnTo>
                    <a:pt x="541616" y="54978"/>
                  </a:lnTo>
                  <a:lnTo>
                    <a:pt x="549402" y="49428"/>
                  </a:lnTo>
                  <a:lnTo>
                    <a:pt x="559816" y="47371"/>
                  </a:lnTo>
                  <a:lnTo>
                    <a:pt x="570052" y="49428"/>
                  </a:lnTo>
                  <a:lnTo>
                    <a:pt x="569861" y="49428"/>
                  </a:lnTo>
                  <a:lnTo>
                    <a:pt x="577481" y="54838"/>
                  </a:lnTo>
                  <a:lnTo>
                    <a:pt x="582434" y="63017"/>
                  </a:lnTo>
                  <a:lnTo>
                    <a:pt x="584200" y="73152"/>
                  </a:lnTo>
                  <a:lnTo>
                    <a:pt x="584200" y="37084"/>
                  </a:lnTo>
                  <a:lnTo>
                    <a:pt x="583819" y="37084"/>
                  </a:lnTo>
                  <a:lnTo>
                    <a:pt x="583819" y="46863"/>
                  </a:lnTo>
                  <a:lnTo>
                    <a:pt x="578866" y="42176"/>
                  </a:lnTo>
                  <a:lnTo>
                    <a:pt x="573062" y="38658"/>
                  </a:lnTo>
                  <a:lnTo>
                    <a:pt x="566293" y="36461"/>
                  </a:lnTo>
                  <a:lnTo>
                    <a:pt x="558419" y="35687"/>
                  </a:lnTo>
                  <a:lnTo>
                    <a:pt x="544029" y="38506"/>
                  </a:lnTo>
                  <a:lnTo>
                    <a:pt x="532549" y="46329"/>
                  </a:lnTo>
                  <a:lnTo>
                    <a:pt x="524967" y="58191"/>
                  </a:lnTo>
                  <a:lnTo>
                    <a:pt x="522224" y="73152"/>
                  </a:lnTo>
                  <a:lnTo>
                    <a:pt x="524967" y="88138"/>
                  </a:lnTo>
                  <a:lnTo>
                    <a:pt x="532549" y="100050"/>
                  </a:lnTo>
                  <a:lnTo>
                    <a:pt x="544029" y="107911"/>
                  </a:lnTo>
                  <a:lnTo>
                    <a:pt x="558419" y="110744"/>
                  </a:lnTo>
                  <a:lnTo>
                    <a:pt x="566420" y="109918"/>
                  </a:lnTo>
                  <a:lnTo>
                    <a:pt x="573405" y="107569"/>
                  </a:lnTo>
                  <a:lnTo>
                    <a:pt x="579234" y="104000"/>
                  </a:lnTo>
                  <a:lnTo>
                    <a:pt x="583819" y="99441"/>
                  </a:lnTo>
                  <a:lnTo>
                    <a:pt x="583819" y="109728"/>
                  </a:lnTo>
                  <a:lnTo>
                    <a:pt x="596011" y="109728"/>
                  </a:lnTo>
                  <a:lnTo>
                    <a:pt x="596011" y="99441"/>
                  </a:lnTo>
                  <a:lnTo>
                    <a:pt x="596011" y="98933"/>
                  </a:lnTo>
                  <a:lnTo>
                    <a:pt x="596011" y="47371"/>
                  </a:lnTo>
                  <a:lnTo>
                    <a:pt x="596011" y="46863"/>
                  </a:lnTo>
                  <a:lnTo>
                    <a:pt x="596011" y="37084"/>
                  </a:lnTo>
                  <a:close/>
                </a:path>
                <a:path w="832484" h="913764">
                  <a:moveTo>
                    <a:pt x="687959" y="109728"/>
                  </a:moveTo>
                  <a:lnTo>
                    <a:pt x="660285" y="77470"/>
                  </a:lnTo>
                  <a:lnTo>
                    <a:pt x="655066" y="71374"/>
                  </a:lnTo>
                  <a:lnTo>
                    <a:pt x="660031" y="66167"/>
                  </a:lnTo>
                  <a:lnTo>
                    <a:pt x="687451" y="37465"/>
                  </a:lnTo>
                  <a:lnTo>
                    <a:pt x="671576" y="37465"/>
                  </a:lnTo>
                  <a:lnTo>
                    <a:pt x="644779" y="66167"/>
                  </a:lnTo>
                  <a:lnTo>
                    <a:pt x="634873" y="66167"/>
                  </a:lnTo>
                  <a:lnTo>
                    <a:pt x="634873" y="0"/>
                  </a:lnTo>
                  <a:lnTo>
                    <a:pt x="622300" y="0"/>
                  </a:lnTo>
                  <a:lnTo>
                    <a:pt x="622300" y="109728"/>
                  </a:lnTo>
                  <a:lnTo>
                    <a:pt x="634873" y="109728"/>
                  </a:lnTo>
                  <a:lnTo>
                    <a:pt x="634873" y="77470"/>
                  </a:lnTo>
                  <a:lnTo>
                    <a:pt x="644779" y="77470"/>
                  </a:lnTo>
                  <a:lnTo>
                    <a:pt x="672465" y="109728"/>
                  </a:lnTo>
                  <a:lnTo>
                    <a:pt x="687959" y="109728"/>
                  </a:lnTo>
                  <a:close/>
                </a:path>
                <a:path w="832484" h="913764">
                  <a:moveTo>
                    <a:pt x="710057" y="373507"/>
                  </a:moveTo>
                  <a:lnTo>
                    <a:pt x="706348" y="355320"/>
                  </a:lnTo>
                  <a:lnTo>
                    <a:pt x="696277" y="340410"/>
                  </a:lnTo>
                  <a:lnTo>
                    <a:pt x="681329" y="330352"/>
                  </a:lnTo>
                  <a:lnTo>
                    <a:pt x="663067" y="326644"/>
                  </a:lnTo>
                  <a:lnTo>
                    <a:pt x="170307" y="326644"/>
                  </a:lnTo>
                  <a:lnTo>
                    <a:pt x="152107" y="330352"/>
                  </a:lnTo>
                  <a:lnTo>
                    <a:pt x="137198" y="340410"/>
                  </a:lnTo>
                  <a:lnTo>
                    <a:pt x="127139" y="355320"/>
                  </a:lnTo>
                  <a:lnTo>
                    <a:pt x="123444" y="373507"/>
                  </a:lnTo>
                  <a:lnTo>
                    <a:pt x="123444" y="866394"/>
                  </a:lnTo>
                  <a:lnTo>
                    <a:pt x="127139" y="884593"/>
                  </a:lnTo>
                  <a:lnTo>
                    <a:pt x="137198" y="899502"/>
                  </a:lnTo>
                  <a:lnTo>
                    <a:pt x="152107" y="909561"/>
                  </a:lnTo>
                  <a:lnTo>
                    <a:pt x="170307" y="913257"/>
                  </a:lnTo>
                  <a:lnTo>
                    <a:pt x="663067" y="913257"/>
                  </a:lnTo>
                  <a:lnTo>
                    <a:pt x="681329" y="909561"/>
                  </a:lnTo>
                  <a:lnTo>
                    <a:pt x="696277" y="899502"/>
                  </a:lnTo>
                  <a:lnTo>
                    <a:pt x="706348" y="884593"/>
                  </a:lnTo>
                  <a:lnTo>
                    <a:pt x="710057" y="866394"/>
                  </a:lnTo>
                  <a:lnTo>
                    <a:pt x="710057" y="373507"/>
                  </a:lnTo>
                  <a:close/>
                </a:path>
                <a:path w="832484" h="913764">
                  <a:moveTo>
                    <a:pt x="766318" y="72771"/>
                  </a:moveTo>
                  <a:lnTo>
                    <a:pt x="765263" y="68072"/>
                  </a:lnTo>
                  <a:lnTo>
                    <a:pt x="763041" y="58039"/>
                  </a:lnTo>
                  <a:lnTo>
                    <a:pt x="763003" y="57873"/>
                  </a:lnTo>
                  <a:lnTo>
                    <a:pt x="756107" y="46863"/>
                  </a:lnTo>
                  <a:lnTo>
                    <a:pt x="755675" y="46189"/>
                  </a:lnTo>
                  <a:lnTo>
                    <a:pt x="752729" y="44069"/>
                  </a:lnTo>
                  <a:lnTo>
                    <a:pt x="752729" y="68072"/>
                  </a:lnTo>
                  <a:lnTo>
                    <a:pt x="708152" y="68072"/>
                  </a:lnTo>
                  <a:lnTo>
                    <a:pt x="710920" y="59626"/>
                  </a:lnTo>
                  <a:lnTo>
                    <a:pt x="715645" y="52895"/>
                  </a:lnTo>
                  <a:lnTo>
                    <a:pt x="722363" y="48463"/>
                  </a:lnTo>
                  <a:lnTo>
                    <a:pt x="731139" y="46863"/>
                  </a:lnTo>
                  <a:lnTo>
                    <a:pt x="739165" y="48323"/>
                  </a:lnTo>
                  <a:lnTo>
                    <a:pt x="745591" y="52514"/>
                  </a:lnTo>
                  <a:lnTo>
                    <a:pt x="750189" y="59194"/>
                  </a:lnTo>
                  <a:lnTo>
                    <a:pt x="752729" y="68072"/>
                  </a:lnTo>
                  <a:lnTo>
                    <a:pt x="752729" y="44069"/>
                  </a:lnTo>
                  <a:lnTo>
                    <a:pt x="744956" y="38455"/>
                  </a:lnTo>
                  <a:lnTo>
                    <a:pt x="731647" y="35687"/>
                  </a:lnTo>
                  <a:lnTo>
                    <a:pt x="717334" y="38455"/>
                  </a:lnTo>
                  <a:lnTo>
                    <a:pt x="696023" y="72771"/>
                  </a:lnTo>
                  <a:lnTo>
                    <a:pt x="695960" y="73152"/>
                  </a:lnTo>
                  <a:lnTo>
                    <a:pt x="698627" y="88519"/>
                  </a:lnTo>
                  <a:lnTo>
                    <a:pt x="706145" y="100380"/>
                  </a:lnTo>
                  <a:lnTo>
                    <a:pt x="717702" y="108038"/>
                  </a:lnTo>
                  <a:lnTo>
                    <a:pt x="732536" y="110744"/>
                  </a:lnTo>
                  <a:lnTo>
                    <a:pt x="740460" y="110236"/>
                  </a:lnTo>
                  <a:lnTo>
                    <a:pt x="748106" y="108432"/>
                  </a:lnTo>
                  <a:lnTo>
                    <a:pt x="755484" y="104965"/>
                  </a:lnTo>
                  <a:lnTo>
                    <a:pt x="762635" y="99441"/>
                  </a:lnTo>
                  <a:lnTo>
                    <a:pt x="756031" y="90551"/>
                  </a:lnTo>
                  <a:lnTo>
                    <a:pt x="749935" y="96139"/>
                  </a:lnTo>
                  <a:lnTo>
                    <a:pt x="741934" y="99441"/>
                  </a:lnTo>
                  <a:lnTo>
                    <a:pt x="733933" y="99441"/>
                  </a:lnTo>
                  <a:lnTo>
                    <a:pt x="725170" y="98044"/>
                  </a:lnTo>
                  <a:lnTo>
                    <a:pt x="717638" y="93891"/>
                  </a:lnTo>
                  <a:lnTo>
                    <a:pt x="712063" y="87020"/>
                  </a:lnTo>
                  <a:lnTo>
                    <a:pt x="709168" y="77470"/>
                  </a:lnTo>
                  <a:lnTo>
                    <a:pt x="766318" y="77470"/>
                  </a:lnTo>
                  <a:lnTo>
                    <a:pt x="766318" y="72771"/>
                  </a:lnTo>
                  <a:close/>
                </a:path>
                <a:path w="832484" h="913764">
                  <a:moveTo>
                    <a:pt x="832485" y="37973"/>
                  </a:moveTo>
                  <a:lnTo>
                    <a:pt x="828802" y="36068"/>
                  </a:lnTo>
                  <a:lnTo>
                    <a:pt x="824992" y="35687"/>
                  </a:lnTo>
                  <a:lnTo>
                    <a:pt x="810514" y="35687"/>
                  </a:lnTo>
                  <a:lnTo>
                    <a:pt x="803021" y="39878"/>
                  </a:lnTo>
                  <a:lnTo>
                    <a:pt x="798322" y="46863"/>
                  </a:lnTo>
                  <a:lnTo>
                    <a:pt x="798322" y="37465"/>
                  </a:lnTo>
                  <a:lnTo>
                    <a:pt x="786130" y="37465"/>
                  </a:lnTo>
                  <a:lnTo>
                    <a:pt x="786130" y="109728"/>
                  </a:lnTo>
                  <a:lnTo>
                    <a:pt x="798322" y="109728"/>
                  </a:lnTo>
                  <a:lnTo>
                    <a:pt x="798322" y="68961"/>
                  </a:lnTo>
                  <a:lnTo>
                    <a:pt x="799731" y="60071"/>
                  </a:lnTo>
                  <a:lnTo>
                    <a:pt x="803668" y="53263"/>
                  </a:lnTo>
                  <a:lnTo>
                    <a:pt x="809625" y="48907"/>
                  </a:lnTo>
                  <a:lnTo>
                    <a:pt x="817118" y="47371"/>
                  </a:lnTo>
                  <a:lnTo>
                    <a:pt x="821309" y="47371"/>
                  </a:lnTo>
                  <a:lnTo>
                    <a:pt x="826008" y="48768"/>
                  </a:lnTo>
                  <a:lnTo>
                    <a:pt x="829183" y="50165"/>
                  </a:lnTo>
                  <a:lnTo>
                    <a:pt x="829932" y="47371"/>
                  </a:lnTo>
                  <a:lnTo>
                    <a:pt x="830072" y="46863"/>
                  </a:lnTo>
                  <a:lnTo>
                    <a:pt x="832485" y="3797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3839063" y="4967604"/>
              <a:ext cx="406400" cy="415290"/>
            </a:xfrm>
            <a:custGeom>
              <a:avLst/>
              <a:gdLst/>
              <a:ahLst/>
              <a:cxnLst/>
              <a:rect l="l" t="t" r="r" b="b"/>
              <a:pathLst>
                <a:path w="406400" h="415289">
                  <a:moveTo>
                    <a:pt x="406019" y="268986"/>
                  </a:moveTo>
                  <a:lnTo>
                    <a:pt x="402209" y="266065"/>
                  </a:lnTo>
                  <a:lnTo>
                    <a:pt x="391414" y="266065"/>
                  </a:lnTo>
                  <a:lnTo>
                    <a:pt x="383032" y="266573"/>
                  </a:lnTo>
                  <a:lnTo>
                    <a:pt x="373634" y="266573"/>
                  </a:lnTo>
                  <a:lnTo>
                    <a:pt x="334327" y="267804"/>
                  </a:lnTo>
                  <a:lnTo>
                    <a:pt x="290512" y="270408"/>
                  </a:lnTo>
                  <a:lnTo>
                    <a:pt x="245541" y="275882"/>
                  </a:lnTo>
                  <a:lnTo>
                    <a:pt x="202819" y="285750"/>
                  </a:lnTo>
                  <a:lnTo>
                    <a:pt x="158407" y="306222"/>
                  </a:lnTo>
                  <a:lnTo>
                    <a:pt x="123482" y="335343"/>
                  </a:lnTo>
                  <a:lnTo>
                    <a:pt x="100634" y="370192"/>
                  </a:lnTo>
                  <a:lnTo>
                    <a:pt x="92456" y="407797"/>
                  </a:lnTo>
                  <a:lnTo>
                    <a:pt x="93345" y="412115"/>
                  </a:lnTo>
                  <a:lnTo>
                    <a:pt x="96774" y="415290"/>
                  </a:lnTo>
                  <a:lnTo>
                    <a:pt x="100965" y="415290"/>
                  </a:lnTo>
                  <a:lnTo>
                    <a:pt x="105156" y="415290"/>
                  </a:lnTo>
                  <a:lnTo>
                    <a:pt x="107950" y="411607"/>
                  </a:lnTo>
                  <a:lnTo>
                    <a:pt x="107950" y="407797"/>
                  </a:lnTo>
                  <a:lnTo>
                    <a:pt x="115049" y="375793"/>
                  </a:lnTo>
                  <a:lnTo>
                    <a:pt x="166611" y="318719"/>
                  </a:lnTo>
                  <a:lnTo>
                    <a:pt x="207518" y="299847"/>
                  </a:lnTo>
                  <a:lnTo>
                    <a:pt x="248348" y="290410"/>
                  </a:lnTo>
                  <a:lnTo>
                    <a:pt x="291566" y="285026"/>
                  </a:lnTo>
                  <a:lnTo>
                    <a:pt x="334289" y="282346"/>
                  </a:lnTo>
                  <a:lnTo>
                    <a:pt x="373634" y="281051"/>
                  </a:lnTo>
                  <a:lnTo>
                    <a:pt x="403225" y="280670"/>
                  </a:lnTo>
                  <a:lnTo>
                    <a:pt x="406019" y="277368"/>
                  </a:lnTo>
                  <a:lnTo>
                    <a:pt x="406019" y="268986"/>
                  </a:lnTo>
                  <a:close/>
                </a:path>
                <a:path w="406400" h="415289">
                  <a:moveTo>
                    <a:pt x="406019" y="237998"/>
                  </a:moveTo>
                  <a:lnTo>
                    <a:pt x="402209" y="235077"/>
                  </a:lnTo>
                  <a:lnTo>
                    <a:pt x="323342" y="235077"/>
                  </a:lnTo>
                  <a:lnTo>
                    <a:pt x="273088" y="235800"/>
                  </a:lnTo>
                  <a:lnTo>
                    <a:pt x="230352" y="238658"/>
                  </a:lnTo>
                  <a:lnTo>
                    <a:pt x="191414" y="244678"/>
                  </a:lnTo>
                  <a:lnTo>
                    <a:pt x="152527" y="254889"/>
                  </a:lnTo>
                  <a:lnTo>
                    <a:pt x="101257" y="276326"/>
                  </a:lnTo>
                  <a:lnTo>
                    <a:pt x="60883" y="303771"/>
                  </a:lnTo>
                  <a:lnTo>
                    <a:pt x="31686" y="335889"/>
                  </a:lnTo>
                  <a:lnTo>
                    <a:pt x="13970" y="371348"/>
                  </a:lnTo>
                  <a:lnTo>
                    <a:pt x="8001" y="408813"/>
                  </a:lnTo>
                  <a:lnTo>
                    <a:pt x="8001" y="412115"/>
                  </a:lnTo>
                  <a:lnTo>
                    <a:pt x="11303" y="415290"/>
                  </a:lnTo>
                  <a:lnTo>
                    <a:pt x="14986" y="415290"/>
                  </a:lnTo>
                  <a:lnTo>
                    <a:pt x="19304" y="415290"/>
                  </a:lnTo>
                  <a:lnTo>
                    <a:pt x="22098" y="411607"/>
                  </a:lnTo>
                  <a:lnTo>
                    <a:pt x="22098" y="407797"/>
                  </a:lnTo>
                  <a:lnTo>
                    <a:pt x="30264" y="367068"/>
                  </a:lnTo>
                  <a:lnTo>
                    <a:pt x="55130" y="328422"/>
                  </a:lnTo>
                  <a:lnTo>
                    <a:pt x="97155" y="294640"/>
                  </a:lnTo>
                  <a:lnTo>
                    <a:pt x="156845" y="268478"/>
                  </a:lnTo>
                  <a:lnTo>
                    <a:pt x="194246" y="258508"/>
                  </a:lnTo>
                  <a:lnTo>
                    <a:pt x="273494" y="249872"/>
                  </a:lnTo>
                  <a:lnTo>
                    <a:pt x="323342" y="249174"/>
                  </a:lnTo>
                  <a:lnTo>
                    <a:pt x="403225" y="249174"/>
                  </a:lnTo>
                  <a:lnTo>
                    <a:pt x="406019" y="245364"/>
                  </a:lnTo>
                  <a:lnTo>
                    <a:pt x="406019" y="237998"/>
                  </a:lnTo>
                  <a:close/>
                </a:path>
                <a:path w="406400" h="415289">
                  <a:moveTo>
                    <a:pt x="406019" y="169418"/>
                  </a:moveTo>
                  <a:lnTo>
                    <a:pt x="403225" y="165608"/>
                  </a:lnTo>
                  <a:lnTo>
                    <a:pt x="323342" y="165608"/>
                  </a:lnTo>
                  <a:lnTo>
                    <a:pt x="273494" y="164922"/>
                  </a:lnTo>
                  <a:lnTo>
                    <a:pt x="231800" y="162166"/>
                  </a:lnTo>
                  <a:lnTo>
                    <a:pt x="156845" y="146431"/>
                  </a:lnTo>
                  <a:lnTo>
                    <a:pt x="97155" y="120205"/>
                  </a:lnTo>
                  <a:lnTo>
                    <a:pt x="55130" y="86385"/>
                  </a:lnTo>
                  <a:lnTo>
                    <a:pt x="30264" y="47726"/>
                  </a:lnTo>
                  <a:lnTo>
                    <a:pt x="22098" y="6985"/>
                  </a:lnTo>
                  <a:lnTo>
                    <a:pt x="22098" y="3302"/>
                  </a:lnTo>
                  <a:lnTo>
                    <a:pt x="19304" y="0"/>
                  </a:lnTo>
                  <a:lnTo>
                    <a:pt x="14986" y="0"/>
                  </a:lnTo>
                  <a:lnTo>
                    <a:pt x="11303" y="0"/>
                  </a:lnTo>
                  <a:lnTo>
                    <a:pt x="8001" y="2794"/>
                  </a:lnTo>
                  <a:lnTo>
                    <a:pt x="8001" y="6096"/>
                  </a:lnTo>
                  <a:lnTo>
                    <a:pt x="13970" y="43573"/>
                  </a:lnTo>
                  <a:lnTo>
                    <a:pt x="31686" y="79032"/>
                  </a:lnTo>
                  <a:lnTo>
                    <a:pt x="60883" y="111150"/>
                  </a:lnTo>
                  <a:lnTo>
                    <a:pt x="101257" y="138595"/>
                  </a:lnTo>
                  <a:lnTo>
                    <a:pt x="152527" y="160020"/>
                  </a:lnTo>
                  <a:lnTo>
                    <a:pt x="191414" y="170230"/>
                  </a:lnTo>
                  <a:lnTo>
                    <a:pt x="230352" y="176199"/>
                  </a:lnTo>
                  <a:lnTo>
                    <a:pt x="273088" y="179006"/>
                  </a:lnTo>
                  <a:lnTo>
                    <a:pt x="323342" y="179705"/>
                  </a:lnTo>
                  <a:lnTo>
                    <a:pt x="402209" y="179705"/>
                  </a:lnTo>
                  <a:lnTo>
                    <a:pt x="406019" y="176911"/>
                  </a:lnTo>
                  <a:lnTo>
                    <a:pt x="406019" y="169418"/>
                  </a:lnTo>
                  <a:close/>
                </a:path>
                <a:path w="406400" h="415289">
                  <a:moveTo>
                    <a:pt x="406019" y="137541"/>
                  </a:moveTo>
                  <a:lnTo>
                    <a:pt x="403225" y="134239"/>
                  </a:lnTo>
                  <a:lnTo>
                    <a:pt x="334289" y="132537"/>
                  </a:lnTo>
                  <a:lnTo>
                    <a:pt x="291566" y="130009"/>
                  </a:lnTo>
                  <a:lnTo>
                    <a:pt x="248348" y="124650"/>
                  </a:lnTo>
                  <a:lnTo>
                    <a:pt x="207518" y="114935"/>
                  </a:lnTo>
                  <a:lnTo>
                    <a:pt x="166611" y="96139"/>
                  </a:lnTo>
                  <a:lnTo>
                    <a:pt x="135204" y="69824"/>
                  </a:lnTo>
                  <a:lnTo>
                    <a:pt x="107950" y="6985"/>
                  </a:lnTo>
                  <a:lnTo>
                    <a:pt x="107950" y="3302"/>
                  </a:lnTo>
                  <a:lnTo>
                    <a:pt x="105156" y="0"/>
                  </a:lnTo>
                  <a:lnTo>
                    <a:pt x="100965" y="0"/>
                  </a:lnTo>
                  <a:lnTo>
                    <a:pt x="96774" y="0"/>
                  </a:lnTo>
                  <a:lnTo>
                    <a:pt x="93345" y="2794"/>
                  </a:lnTo>
                  <a:lnTo>
                    <a:pt x="100634" y="44602"/>
                  </a:lnTo>
                  <a:lnTo>
                    <a:pt x="123482" y="79451"/>
                  </a:lnTo>
                  <a:lnTo>
                    <a:pt x="158407" y="108572"/>
                  </a:lnTo>
                  <a:lnTo>
                    <a:pt x="202819" y="129032"/>
                  </a:lnTo>
                  <a:lnTo>
                    <a:pt x="245541" y="138988"/>
                  </a:lnTo>
                  <a:lnTo>
                    <a:pt x="290512" y="144500"/>
                  </a:lnTo>
                  <a:lnTo>
                    <a:pt x="334327" y="147116"/>
                  </a:lnTo>
                  <a:lnTo>
                    <a:pt x="373634" y="148336"/>
                  </a:lnTo>
                  <a:lnTo>
                    <a:pt x="383032" y="148336"/>
                  </a:lnTo>
                  <a:lnTo>
                    <a:pt x="391414" y="148717"/>
                  </a:lnTo>
                  <a:lnTo>
                    <a:pt x="402209" y="148717"/>
                  </a:lnTo>
                  <a:lnTo>
                    <a:pt x="406019" y="145923"/>
                  </a:lnTo>
                  <a:lnTo>
                    <a:pt x="406019" y="137541"/>
                  </a:lnTo>
                  <a:close/>
                </a:path>
                <a:path w="406400" h="415289">
                  <a:moveTo>
                    <a:pt x="406400" y="204089"/>
                  </a:moveTo>
                  <a:lnTo>
                    <a:pt x="403733" y="200406"/>
                  </a:lnTo>
                  <a:lnTo>
                    <a:pt x="403225" y="200406"/>
                  </a:lnTo>
                  <a:lnTo>
                    <a:pt x="272288" y="200406"/>
                  </a:lnTo>
                  <a:lnTo>
                    <a:pt x="220421" y="199021"/>
                  </a:lnTo>
                  <a:lnTo>
                    <a:pt x="172148" y="194906"/>
                  </a:lnTo>
                  <a:lnTo>
                    <a:pt x="128625" y="188137"/>
                  </a:lnTo>
                  <a:lnTo>
                    <a:pt x="91059" y="178816"/>
                  </a:lnTo>
                  <a:lnTo>
                    <a:pt x="41351" y="158648"/>
                  </a:lnTo>
                  <a:lnTo>
                    <a:pt x="9398" y="137922"/>
                  </a:lnTo>
                  <a:lnTo>
                    <a:pt x="5207" y="138938"/>
                  </a:lnTo>
                  <a:lnTo>
                    <a:pt x="2413" y="141732"/>
                  </a:lnTo>
                  <a:lnTo>
                    <a:pt x="0" y="144526"/>
                  </a:lnTo>
                  <a:lnTo>
                    <a:pt x="0" y="149225"/>
                  </a:lnTo>
                  <a:lnTo>
                    <a:pt x="34696" y="171119"/>
                  </a:lnTo>
                  <a:lnTo>
                    <a:pt x="86868" y="192405"/>
                  </a:lnTo>
                  <a:lnTo>
                    <a:pt x="125704" y="202031"/>
                  </a:lnTo>
                  <a:lnTo>
                    <a:pt x="160807" y="207467"/>
                  </a:lnTo>
                  <a:lnTo>
                    <a:pt x="125704" y="212890"/>
                  </a:lnTo>
                  <a:lnTo>
                    <a:pt x="86868" y="222504"/>
                  </a:lnTo>
                  <a:lnTo>
                    <a:pt x="34696" y="243751"/>
                  </a:lnTo>
                  <a:lnTo>
                    <a:pt x="0" y="265557"/>
                  </a:lnTo>
                  <a:lnTo>
                    <a:pt x="0" y="270256"/>
                  </a:lnTo>
                  <a:lnTo>
                    <a:pt x="2413" y="273177"/>
                  </a:lnTo>
                  <a:lnTo>
                    <a:pt x="5207" y="275971"/>
                  </a:lnTo>
                  <a:lnTo>
                    <a:pt x="9398" y="276860"/>
                  </a:lnTo>
                  <a:lnTo>
                    <a:pt x="12700" y="273558"/>
                  </a:lnTo>
                  <a:lnTo>
                    <a:pt x="23634" y="265976"/>
                  </a:lnTo>
                  <a:lnTo>
                    <a:pt x="64325" y="245757"/>
                  </a:lnTo>
                  <a:lnTo>
                    <a:pt x="128625" y="226783"/>
                  </a:lnTo>
                  <a:lnTo>
                    <a:pt x="172148" y="220014"/>
                  </a:lnTo>
                  <a:lnTo>
                    <a:pt x="220421" y="215900"/>
                  </a:lnTo>
                  <a:lnTo>
                    <a:pt x="272288" y="214503"/>
                  </a:lnTo>
                  <a:lnTo>
                    <a:pt x="403225" y="214503"/>
                  </a:lnTo>
                  <a:lnTo>
                    <a:pt x="403733" y="214503"/>
                  </a:lnTo>
                  <a:lnTo>
                    <a:pt x="406400" y="211201"/>
                  </a:lnTo>
                  <a:lnTo>
                    <a:pt x="406400" y="204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3801090" y="2851911"/>
              <a:ext cx="1509395" cy="2830195"/>
            </a:xfrm>
            <a:custGeom>
              <a:avLst/>
              <a:gdLst/>
              <a:ahLst/>
              <a:cxnLst/>
              <a:rect l="l" t="t" r="r" b="b"/>
              <a:pathLst>
                <a:path w="1509394" h="2830195">
                  <a:moveTo>
                    <a:pt x="89662" y="2827655"/>
                  </a:moveTo>
                  <a:lnTo>
                    <a:pt x="43497" y="2780284"/>
                  </a:lnTo>
                  <a:lnTo>
                    <a:pt x="36576" y="2773172"/>
                  </a:lnTo>
                  <a:lnTo>
                    <a:pt x="41605" y="2767965"/>
                  </a:lnTo>
                  <a:lnTo>
                    <a:pt x="86868" y="2721102"/>
                  </a:lnTo>
                  <a:lnTo>
                    <a:pt x="68961" y="2721102"/>
                  </a:lnTo>
                  <a:lnTo>
                    <a:pt x="25400" y="2767965"/>
                  </a:lnTo>
                  <a:lnTo>
                    <a:pt x="13081" y="2767965"/>
                  </a:lnTo>
                  <a:lnTo>
                    <a:pt x="13081" y="2721102"/>
                  </a:lnTo>
                  <a:lnTo>
                    <a:pt x="0" y="2721102"/>
                  </a:lnTo>
                  <a:lnTo>
                    <a:pt x="0" y="2827655"/>
                  </a:lnTo>
                  <a:lnTo>
                    <a:pt x="13081" y="2827655"/>
                  </a:lnTo>
                  <a:lnTo>
                    <a:pt x="13081" y="2780284"/>
                  </a:lnTo>
                  <a:lnTo>
                    <a:pt x="25400" y="2780284"/>
                  </a:lnTo>
                  <a:lnTo>
                    <a:pt x="71374" y="2827655"/>
                  </a:lnTo>
                  <a:lnTo>
                    <a:pt x="89662" y="2827655"/>
                  </a:lnTo>
                  <a:close/>
                </a:path>
                <a:path w="1509394" h="2830195">
                  <a:moveTo>
                    <a:pt x="117348" y="2755392"/>
                  </a:moveTo>
                  <a:lnTo>
                    <a:pt x="104648" y="2755392"/>
                  </a:lnTo>
                  <a:lnTo>
                    <a:pt x="104648" y="2827655"/>
                  </a:lnTo>
                  <a:lnTo>
                    <a:pt x="117348" y="2827655"/>
                  </a:lnTo>
                  <a:lnTo>
                    <a:pt x="117348" y="2755392"/>
                  </a:lnTo>
                  <a:close/>
                </a:path>
                <a:path w="1509394" h="2830195">
                  <a:moveTo>
                    <a:pt x="119634" y="2724785"/>
                  </a:moveTo>
                  <a:lnTo>
                    <a:pt x="115443" y="2720594"/>
                  </a:lnTo>
                  <a:lnTo>
                    <a:pt x="106045" y="2720594"/>
                  </a:lnTo>
                  <a:lnTo>
                    <a:pt x="101854" y="2724785"/>
                  </a:lnTo>
                  <a:lnTo>
                    <a:pt x="101854" y="2734183"/>
                  </a:lnTo>
                  <a:lnTo>
                    <a:pt x="106045" y="2738501"/>
                  </a:lnTo>
                  <a:lnTo>
                    <a:pt x="115443" y="2738501"/>
                  </a:lnTo>
                  <a:lnTo>
                    <a:pt x="119634" y="2734691"/>
                  </a:lnTo>
                  <a:lnTo>
                    <a:pt x="119634" y="2724785"/>
                  </a:lnTo>
                  <a:close/>
                </a:path>
                <a:path w="1509394" h="2830195">
                  <a:moveTo>
                    <a:pt x="209804" y="2782570"/>
                  </a:moveTo>
                  <a:lnTo>
                    <a:pt x="179324" y="2753995"/>
                  </a:lnTo>
                  <a:lnTo>
                    <a:pt x="173126" y="2754566"/>
                  </a:lnTo>
                  <a:lnTo>
                    <a:pt x="166852" y="2756395"/>
                  </a:lnTo>
                  <a:lnTo>
                    <a:pt x="160934" y="2759735"/>
                  </a:lnTo>
                  <a:lnTo>
                    <a:pt x="155829" y="2764790"/>
                  </a:lnTo>
                  <a:lnTo>
                    <a:pt x="155829" y="2755392"/>
                  </a:lnTo>
                  <a:lnTo>
                    <a:pt x="143637" y="2755392"/>
                  </a:lnTo>
                  <a:lnTo>
                    <a:pt x="143637" y="2827655"/>
                  </a:lnTo>
                  <a:lnTo>
                    <a:pt x="155829" y="2827655"/>
                  </a:lnTo>
                  <a:lnTo>
                    <a:pt x="155917" y="2786761"/>
                  </a:lnTo>
                  <a:lnTo>
                    <a:pt x="157530" y="2778163"/>
                  </a:lnTo>
                  <a:lnTo>
                    <a:pt x="162191" y="2771381"/>
                  </a:lnTo>
                  <a:lnTo>
                    <a:pt x="169062" y="2767152"/>
                  </a:lnTo>
                  <a:lnTo>
                    <a:pt x="177419" y="2765679"/>
                  </a:lnTo>
                  <a:lnTo>
                    <a:pt x="186410" y="2767152"/>
                  </a:lnTo>
                  <a:lnTo>
                    <a:pt x="186055" y="2767152"/>
                  </a:lnTo>
                  <a:lnTo>
                    <a:pt x="192278" y="2771127"/>
                  </a:lnTo>
                  <a:lnTo>
                    <a:pt x="196240" y="2777744"/>
                  </a:lnTo>
                  <a:lnTo>
                    <a:pt x="197612" y="2786761"/>
                  </a:lnTo>
                  <a:lnTo>
                    <a:pt x="197612" y="2827655"/>
                  </a:lnTo>
                  <a:lnTo>
                    <a:pt x="209804" y="2827655"/>
                  </a:lnTo>
                  <a:lnTo>
                    <a:pt x="209804" y="2782570"/>
                  </a:lnTo>
                  <a:close/>
                </a:path>
                <a:path w="1509394" h="2830195">
                  <a:moveTo>
                    <a:pt x="300863" y="2790571"/>
                  </a:moveTo>
                  <a:lnTo>
                    <a:pt x="299808" y="2785872"/>
                  </a:lnTo>
                  <a:lnTo>
                    <a:pt x="297586" y="2775966"/>
                  </a:lnTo>
                  <a:lnTo>
                    <a:pt x="297548" y="2775750"/>
                  </a:lnTo>
                  <a:lnTo>
                    <a:pt x="290563" y="2764790"/>
                  </a:lnTo>
                  <a:lnTo>
                    <a:pt x="290207" y="2764256"/>
                  </a:lnTo>
                  <a:lnTo>
                    <a:pt x="287274" y="2762199"/>
                  </a:lnTo>
                  <a:lnTo>
                    <a:pt x="287274" y="2785872"/>
                  </a:lnTo>
                  <a:lnTo>
                    <a:pt x="242697" y="2785872"/>
                  </a:lnTo>
                  <a:lnTo>
                    <a:pt x="245389" y="2777439"/>
                  </a:lnTo>
                  <a:lnTo>
                    <a:pt x="250088" y="2770759"/>
                  </a:lnTo>
                  <a:lnTo>
                    <a:pt x="256832" y="2766377"/>
                  </a:lnTo>
                  <a:lnTo>
                    <a:pt x="265684" y="2764790"/>
                  </a:lnTo>
                  <a:lnTo>
                    <a:pt x="274091" y="2766377"/>
                  </a:lnTo>
                  <a:lnTo>
                    <a:pt x="273824" y="2766377"/>
                  </a:lnTo>
                  <a:lnTo>
                    <a:pt x="280136" y="2770568"/>
                  </a:lnTo>
                  <a:lnTo>
                    <a:pt x="284734" y="2777223"/>
                  </a:lnTo>
                  <a:lnTo>
                    <a:pt x="287274" y="2785872"/>
                  </a:lnTo>
                  <a:lnTo>
                    <a:pt x="287274" y="2762199"/>
                  </a:lnTo>
                  <a:lnTo>
                    <a:pt x="279450" y="2756687"/>
                  </a:lnTo>
                  <a:lnTo>
                    <a:pt x="266065" y="2753995"/>
                  </a:lnTo>
                  <a:lnTo>
                    <a:pt x="251587" y="2756687"/>
                  </a:lnTo>
                  <a:lnTo>
                    <a:pt x="240309" y="2764256"/>
                  </a:lnTo>
                  <a:lnTo>
                    <a:pt x="232981" y="2775966"/>
                  </a:lnTo>
                  <a:lnTo>
                    <a:pt x="230454" y="2790571"/>
                  </a:lnTo>
                  <a:lnTo>
                    <a:pt x="230378" y="2791079"/>
                  </a:lnTo>
                  <a:lnTo>
                    <a:pt x="233070" y="2806420"/>
                  </a:lnTo>
                  <a:lnTo>
                    <a:pt x="240677" y="2818244"/>
                  </a:lnTo>
                  <a:lnTo>
                    <a:pt x="252387" y="2825851"/>
                  </a:lnTo>
                  <a:lnTo>
                    <a:pt x="267462" y="2828544"/>
                  </a:lnTo>
                  <a:lnTo>
                    <a:pt x="275145" y="2828061"/>
                  </a:lnTo>
                  <a:lnTo>
                    <a:pt x="282638" y="2826347"/>
                  </a:lnTo>
                  <a:lnTo>
                    <a:pt x="289928" y="2823032"/>
                  </a:lnTo>
                  <a:lnTo>
                    <a:pt x="297053" y="2817749"/>
                  </a:lnTo>
                  <a:lnTo>
                    <a:pt x="290957" y="2808859"/>
                  </a:lnTo>
                  <a:lnTo>
                    <a:pt x="284353" y="2814066"/>
                  </a:lnTo>
                  <a:lnTo>
                    <a:pt x="276860" y="2817749"/>
                  </a:lnTo>
                  <a:lnTo>
                    <a:pt x="268478" y="2817749"/>
                  </a:lnTo>
                  <a:lnTo>
                    <a:pt x="259715" y="2816352"/>
                  </a:lnTo>
                  <a:lnTo>
                    <a:pt x="252222" y="2812135"/>
                  </a:lnTo>
                  <a:lnTo>
                    <a:pt x="246722" y="2805112"/>
                  </a:lnTo>
                  <a:lnTo>
                    <a:pt x="243967" y="2795270"/>
                  </a:lnTo>
                  <a:lnTo>
                    <a:pt x="300863" y="2795270"/>
                  </a:lnTo>
                  <a:lnTo>
                    <a:pt x="300863" y="2790571"/>
                  </a:lnTo>
                  <a:close/>
                </a:path>
                <a:path w="1509394" h="2830195">
                  <a:moveTo>
                    <a:pt x="376809" y="2806954"/>
                  </a:moveTo>
                  <a:lnTo>
                    <a:pt x="344043" y="2785364"/>
                  </a:lnTo>
                  <a:lnTo>
                    <a:pt x="335153" y="2784475"/>
                  </a:lnTo>
                  <a:lnTo>
                    <a:pt x="329946" y="2782062"/>
                  </a:lnTo>
                  <a:lnTo>
                    <a:pt x="329946" y="2769489"/>
                  </a:lnTo>
                  <a:lnTo>
                    <a:pt x="336423" y="2765679"/>
                  </a:lnTo>
                  <a:lnTo>
                    <a:pt x="355727" y="2765679"/>
                  </a:lnTo>
                  <a:lnTo>
                    <a:pt x="365125" y="2768981"/>
                  </a:lnTo>
                  <a:lnTo>
                    <a:pt x="369824" y="2771775"/>
                  </a:lnTo>
                  <a:lnTo>
                    <a:pt x="373126" y="2765679"/>
                  </a:lnTo>
                  <a:lnTo>
                    <a:pt x="346329" y="2753995"/>
                  </a:lnTo>
                  <a:lnTo>
                    <a:pt x="334492" y="2755455"/>
                  </a:lnTo>
                  <a:lnTo>
                    <a:pt x="325297" y="2759697"/>
                  </a:lnTo>
                  <a:lnTo>
                    <a:pt x="319354" y="2766593"/>
                  </a:lnTo>
                  <a:lnTo>
                    <a:pt x="317246" y="2775966"/>
                  </a:lnTo>
                  <a:lnTo>
                    <a:pt x="318668" y="2783649"/>
                  </a:lnTo>
                  <a:lnTo>
                    <a:pt x="323037" y="2789707"/>
                  </a:lnTo>
                  <a:lnTo>
                    <a:pt x="330479" y="2794063"/>
                  </a:lnTo>
                  <a:lnTo>
                    <a:pt x="341122" y="2796667"/>
                  </a:lnTo>
                  <a:lnTo>
                    <a:pt x="349631" y="2797556"/>
                  </a:lnTo>
                  <a:lnTo>
                    <a:pt x="359537" y="2798953"/>
                  </a:lnTo>
                  <a:lnTo>
                    <a:pt x="364236" y="2802255"/>
                  </a:lnTo>
                  <a:lnTo>
                    <a:pt x="364236" y="2814955"/>
                  </a:lnTo>
                  <a:lnTo>
                    <a:pt x="357124" y="2818638"/>
                  </a:lnTo>
                  <a:lnTo>
                    <a:pt x="344932" y="2818638"/>
                  </a:lnTo>
                  <a:lnTo>
                    <a:pt x="336410" y="2818079"/>
                  </a:lnTo>
                  <a:lnTo>
                    <a:pt x="329666" y="2816517"/>
                  </a:lnTo>
                  <a:lnTo>
                    <a:pt x="324332" y="2814142"/>
                  </a:lnTo>
                  <a:lnTo>
                    <a:pt x="320040" y="2811145"/>
                  </a:lnTo>
                  <a:lnTo>
                    <a:pt x="314452" y="2820543"/>
                  </a:lnTo>
                  <a:lnTo>
                    <a:pt x="321703" y="2825013"/>
                  </a:lnTo>
                  <a:lnTo>
                    <a:pt x="329692" y="2827909"/>
                  </a:lnTo>
                  <a:lnTo>
                    <a:pt x="337667" y="2829483"/>
                  </a:lnTo>
                  <a:lnTo>
                    <a:pt x="344932" y="2829941"/>
                  </a:lnTo>
                  <a:lnTo>
                    <a:pt x="358267" y="2828340"/>
                  </a:lnTo>
                  <a:lnTo>
                    <a:pt x="368287" y="2823743"/>
                  </a:lnTo>
                  <a:lnTo>
                    <a:pt x="372732" y="2818638"/>
                  </a:lnTo>
                  <a:lnTo>
                    <a:pt x="374586" y="2816517"/>
                  </a:lnTo>
                  <a:lnTo>
                    <a:pt x="376809" y="2806954"/>
                  </a:lnTo>
                  <a:close/>
                </a:path>
                <a:path w="1509394" h="2830195">
                  <a:moveTo>
                    <a:pt x="409194" y="2755392"/>
                  </a:moveTo>
                  <a:lnTo>
                    <a:pt x="397002" y="2755392"/>
                  </a:lnTo>
                  <a:lnTo>
                    <a:pt x="397002" y="2827655"/>
                  </a:lnTo>
                  <a:lnTo>
                    <a:pt x="409194" y="2827655"/>
                  </a:lnTo>
                  <a:lnTo>
                    <a:pt x="409194" y="2755392"/>
                  </a:lnTo>
                  <a:close/>
                </a:path>
                <a:path w="1509394" h="2830195">
                  <a:moveTo>
                    <a:pt x="411607" y="2724785"/>
                  </a:moveTo>
                  <a:lnTo>
                    <a:pt x="407416" y="2720594"/>
                  </a:lnTo>
                  <a:lnTo>
                    <a:pt x="398018" y="2720594"/>
                  </a:lnTo>
                  <a:lnTo>
                    <a:pt x="394208" y="2724785"/>
                  </a:lnTo>
                  <a:lnTo>
                    <a:pt x="394208" y="2734183"/>
                  </a:lnTo>
                  <a:lnTo>
                    <a:pt x="398018" y="2738501"/>
                  </a:lnTo>
                  <a:lnTo>
                    <a:pt x="407416" y="2738501"/>
                  </a:lnTo>
                  <a:lnTo>
                    <a:pt x="411607" y="2734691"/>
                  </a:lnTo>
                  <a:lnTo>
                    <a:pt x="411607" y="2724785"/>
                  </a:lnTo>
                  <a:close/>
                </a:path>
                <a:path w="1509394" h="2830195">
                  <a:moveTo>
                    <a:pt x="491363" y="2806954"/>
                  </a:moveTo>
                  <a:lnTo>
                    <a:pt x="458470" y="2785364"/>
                  </a:lnTo>
                  <a:lnTo>
                    <a:pt x="449580" y="2784475"/>
                  </a:lnTo>
                  <a:lnTo>
                    <a:pt x="444373" y="2782062"/>
                  </a:lnTo>
                  <a:lnTo>
                    <a:pt x="444373" y="2769489"/>
                  </a:lnTo>
                  <a:lnTo>
                    <a:pt x="450977" y="2765679"/>
                  </a:lnTo>
                  <a:lnTo>
                    <a:pt x="470281" y="2765679"/>
                  </a:lnTo>
                  <a:lnTo>
                    <a:pt x="479679" y="2768981"/>
                  </a:lnTo>
                  <a:lnTo>
                    <a:pt x="484378" y="2771775"/>
                  </a:lnTo>
                  <a:lnTo>
                    <a:pt x="487387" y="2765679"/>
                  </a:lnTo>
                  <a:lnTo>
                    <a:pt x="460883" y="2753995"/>
                  </a:lnTo>
                  <a:lnTo>
                    <a:pt x="448995" y="2755455"/>
                  </a:lnTo>
                  <a:lnTo>
                    <a:pt x="439813" y="2759697"/>
                  </a:lnTo>
                  <a:lnTo>
                    <a:pt x="433895" y="2766593"/>
                  </a:lnTo>
                  <a:lnTo>
                    <a:pt x="431800" y="2775966"/>
                  </a:lnTo>
                  <a:lnTo>
                    <a:pt x="433222" y="2783649"/>
                  </a:lnTo>
                  <a:lnTo>
                    <a:pt x="437591" y="2789707"/>
                  </a:lnTo>
                  <a:lnTo>
                    <a:pt x="445033" y="2794063"/>
                  </a:lnTo>
                  <a:lnTo>
                    <a:pt x="455676" y="2796667"/>
                  </a:lnTo>
                  <a:lnTo>
                    <a:pt x="463677" y="2797556"/>
                  </a:lnTo>
                  <a:lnTo>
                    <a:pt x="473964" y="2798953"/>
                  </a:lnTo>
                  <a:lnTo>
                    <a:pt x="478663" y="2802255"/>
                  </a:lnTo>
                  <a:lnTo>
                    <a:pt x="478663" y="2814955"/>
                  </a:lnTo>
                  <a:lnTo>
                    <a:pt x="471678" y="2818638"/>
                  </a:lnTo>
                  <a:lnTo>
                    <a:pt x="458978" y="2818638"/>
                  </a:lnTo>
                  <a:lnTo>
                    <a:pt x="450735" y="2818079"/>
                  </a:lnTo>
                  <a:lnTo>
                    <a:pt x="444119" y="2816517"/>
                  </a:lnTo>
                  <a:lnTo>
                    <a:pt x="438823" y="2814142"/>
                  </a:lnTo>
                  <a:lnTo>
                    <a:pt x="434594" y="2811145"/>
                  </a:lnTo>
                  <a:lnTo>
                    <a:pt x="428498" y="2820543"/>
                  </a:lnTo>
                  <a:lnTo>
                    <a:pt x="436041" y="2825013"/>
                  </a:lnTo>
                  <a:lnTo>
                    <a:pt x="444106" y="2827909"/>
                  </a:lnTo>
                  <a:lnTo>
                    <a:pt x="451993" y="2829483"/>
                  </a:lnTo>
                  <a:lnTo>
                    <a:pt x="458978" y="2829941"/>
                  </a:lnTo>
                  <a:lnTo>
                    <a:pt x="472554" y="2828340"/>
                  </a:lnTo>
                  <a:lnTo>
                    <a:pt x="482739" y="2823743"/>
                  </a:lnTo>
                  <a:lnTo>
                    <a:pt x="487235" y="2818638"/>
                  </a:lnTo>
                  <a:lnTo>
                    <a:pt x="489115" y="2816517"/>
                  </a:lnTo>
                  <a:lnTo>
                    <a:pt x="491363" y="2806954"/>
                  </a:lnTo>
                  <a:close/>
                </a:path>
                <a:path w="1509394" h="2830195">
                  <a:moveTo>
                    <a:pt x="1508887" y="46990"/>
                  </a:moveTo>
                  <a:lnTo>
                    <a:pt x="1505178" y="28778"/>
                  </a:lnTo>
                  <a:lnTo>
                    <a:pt x="1495107" y="13830"/>
                  </a:lnTo>
                  <a:lnTo>
                    <a:pt x="1480159" y="3721"/>
                  </a:lnTo>
                  <a:lnTo>
                    <a:pt x="1461897" y="0"/>
                  </a:lnTo>
                  <a:lnTo>
                    <a:pt x="969137" y="0"/>
                  </a:lnTo>
                  <a:lnTo>
                    <a:pt x="950912" y="3721"/>
                  </a:lnTo>
                  <a:lnTo>
                    <a:pt x="935964" y="13830"/>
                  </a:lnTo>
                  <a:lnTo>
                    <a:pt x="925855" y="28778"/>
                  </a:lnTo>
                  <a:lnTo>
                    <a:pt x="922147" y="46990"/>
                  </a:lnTo>
                  <a:lnTo>
                    <a:pt x="922147" y="539750"/>
                  </a:lnTo>
                  <a:lnTo>
                    <a:pt x="925855" y="557974"/>
                  </a:lnTo>
                  <a:lnTo>
                    <a:pt x="935964" y="572922"/>
                  </a:lnTo>
                  <a:lnTo>
                    <a:pt x="950912" y="583031"/>
                  </a:lnTo>
                  <a:lnTo>
                    <a:pt x="969137" y="586740"/>
                  </a:lnTo>
                  <a:lnTo>
                    <a:pt x="1461897" y="586740"/>
                  </a:lnTo>
                  <a:lnTo>
                    <a:pt x="1480159" y="583031"/>
                  </a:lnTo>
                  <a:lnTo>
                    <a:pt x="1495107" y="572922"/>
                  </a:lnTo>
                  <a:lnTo>
                    <a:pt x="1505178" y="557974"/>
                  </a:lnTo>
                  <a:lnTo>
                    <a:pt x="1508887" y="539750"/>
                  </a:lnTo>
                  <a:lnTo>
                    <a:pt x="1508887" y="4699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4832710" y="2961767"/>
              <a:ext cx="367665" cy="367030"/>
            </a:xfrm>
            <a:custGeom>
              <a:avLst/>
              <a:gdLst/>
              <a:ahLst/>
              <a:cxnLst/>
              <a:rect l="l" t="t" r="r" b="b"/>
              <a:pathLst>
                <a:path w="367665" h="367029">
                  <a:moveTo>
                    <a:pt x="10794" y="320039"/>
                  </a:moveTo>
                  <a:lnTo>
                    <a:pt x="3682" y="320039"/>
                  </a:lnTo>
                  <a:lnTo>
                    <a:pt x="0" y="323341"/>
                  </a:lnTo>
                  <a:lnTo>
                    <a:pt x="0" y="361441"/>
                  </a:lnTo>
                  <a:lnTo>
                    <a:pt x="5587" y="366522"/>
                  </a:lnTo>
                  <a:lnTo>
                    <a:pt x="361315" y="366522"/>
                  </a:lnTo>
                  <a:lnTo>
                    <a:pt x="366521" y="360425"/>
                  </a:lnTo>
                  <a:lnTo>
                    <a:pt x="366521" y="352043"/>
                  </a:lnTo>
                  <a:lnTo>
                    <a:pt x="13969" y="352043"/>
                  </a:lnTo>
                  <a:lnTo>
                    <a:pt x="13969" y="323850"/>
                  </a:lnTo>
                  <a:lnTo>
                    <a:pt x="10794" y="320039"/>
                  </a:lnTo>
                  <a:close/>
                </a:path>
                <a:path w="367665" h="367029">
                  <a:moveTo>
                    <a:pt x="363727" y="107950"/>
                  </a:moveTo>
                  <a:lnTo>
                    <a:pt x="355726" y="107950"/>
                  </a:lnTo>
                  <a:lnTo>
                    <a:pt x="352932" y="110743"/>
                  </a:lnTo>
                  <a:lnTo>
                    <a:pt x="351535" y="114934"/>
                  </a:lnTo>
                  <a:lnTo>
                    <a:pt x="351535" y="352043"/>
                  </a:lnTo>
                  <a:lnTo>
                    <a:pt x="366521" y="352043"/>
                  </a:lnTo>
                  <a:lnTo>
                    <a:pt x="366521" y="111251"/>
                  </a:lnTo>
                  <a:lnTo>
                    <a:pt x="363727" y="107950"/>
                  </a:lnTo>
                  <a:close/>
                </a:path>
                <a:path w="367665" h="367029">
                  <a:moveTo>
                    <a:pt x="362330" y="0"/>
                  </a:moveTo>
                  <a:lnTo>
                    <a:pt x="6096" y="0"/>
                  </a:lnTo>
                  <a:lnTo>
                    <a:pt x="888" y="5587"/>
                  </a:lnTo>
                  <a:lnTo>
                    <a:pt x="888" y="12191"/>
                  </a:lnTo>
                  <a:lnTo>
                    <a:pt x="1777" y="12191"/>
                  </a:lnTo>
                  <a:lnTo>
                    <a:pt x="1777" y="233299"/>
                  </a:lnTo>
                  <a:lnTo>
                    <a:pt x="5587" y="236981"/>
                  </a:lnTo>
                  <a:lnTo>
                    <a:pt x="12573" y="236981"/>
                  </a:lnTo>
                  <a:lnTo>
                    <a:pt x="16001" y="234187"/>
                  </a:lnTo>
                  <a:lnTo>
                    <a:pt x="16001" y="14604"/>
                  </a:lnTo>
                  <a:lnTo>
                    <a:pt x="367410" y="14604"/>
                  </a:lnTo>
                  <a:lnTo>
                    <a:pt x="367410" y="5206"/>
                  </a:lnTo>
                  <a:lnTo>
                    <a:pt x="362330" y="0"/>
                  </a:lnTo>
                  <a:close/>
                </a:path>
                <a:path w="367665" h="367029">
                  <a:moveTo>
                    <a:pt x="367410" y="14604"/>
                  </a:moveTo>
                  <a:lnTo>
                    <a:pt x="353313" y="14604"/>
                  </a:lnTo>
                  <a:lnTo>
                    <a:pt x="353313" y="28193"/>
                  </a:lnTo>
                  <a:lnTo>
                    <a:pt x="356615" y="31496"/>
                  </a:lnTo>
                  <a:lnTo>
                    <a:pt x="363727" y="31496"/>
                  </a:lnTo>
                  <a:lnTo>
                    <a:pt x="367410" y="28575"/>
                  </a:lnTo>
                  <a:lnTo>
                    <a:pt x="367410" y="146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818106" y="2996565"/>
              <a:ext cx="396113" cy="278256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14615795" y="3539997"/>
              <a:ext cx="802640" cy="913765"/>
            </a:xfrm>
            <a:custGeom>
              <a:avLst/>
              <a:gdLst/>
              <a:ahLst/>
              <a:cxnLst/>
              <a:rect l="l" t="t" r="r" b="b"/>
              <a:pathLst>
                <a:path w="802640" h="913764">
                  <a:moveTo>
                    <a:pt x="111760" y="110236"/>
                  </a:moveTo>
                  <a:lnTo>
                    <a:pt x="104508" y="100838"/>
                  </a:lnTo>
                  <a:lnTo>
                    <a:pt x="102743" y="98552"/>
                  </a:lnTo>
                  <a:lnTo>
                    <a:pt x="97663" y="91948"/>
                  </a:lnTo>
                  <a:lnTo>
                    <a:pt x="102882" y="84404"/>
                  </a:lnTo>
                  <a:lnTo>
                    <a:pt x="104508" y="80645"/>
                  </a:lnTo>
                  <a:lnTo>
                    <a:pt x="106565" y="75933"/>
                  </a:lnTo>
                  <a:lnTo>
                    <a:pt x="108750" y="66687"/>
                  </a:lnTo>
                  <a:lnTo>
                    <a:pt x="109474" y="56769"/>
                  </a:lnTo>
                  <a:lnTo>
                    <a:pt x="105879" y="34671"/>
                  </a:lnTo>
                  <a:lnTo>
                    <a:pt x="96266" y="19596"/>
                  </a:lnTo>
                  <a:lnTo>
                    <a:pt x="96266" y="56261"/>
                  </a:lnTo>
                  <a:lnTo>
                    <a:pt x="96266" y="65659"/>
                  </a:lnTo>
                  <a:lnTo>
                    <a:pt x="93980" y="74168"/>
                  </a:lnTo>
                  <a:lnTo>
                    <a:pt x="89662" y="80645"/>
                  </a:lnTo>
                  <a:lnTo>
                    <a:pt x="72771" y="58674"/>
                  </a:lnTo>
                  <a:lnTo>
                    <a:pt x="56769" y="58674"/>
                  </a:lnTo>
                  <a:lnTo>
                    <a:pt x="80772" y="90055"/>
                  </a:lnTo>
                  <a:lnTo>
                    <a:pt x="75234" y="93573"/>
                  </a:lnTo>
                  <a:lnTo>
                    <a:pt x="69113" y="96253"/>
                  </a:lnTo>
                  <a:lnTo>
                    <a:pt x="62369" y="97955"/>
                  </a:lnTo>
                  <a:lnTo>
                    <a:pt x="54991" y="98552"/>
                  </a:lnTo>
                  <a:lnTo>
                    <a:pt x="38684" y="95516"/>
                  </a:lnTo>
                  <a:lnTo>
                    <a:pt x="25730" y="86931"/>
                  </a:lnTo>
                  <a:lnTo>
                    <a:pt x="17170" y="73596"/>
                  </a:lnTo>
                  <a:lnTo>
                    <a:pt x="14185" y="56769"/>
                  </a:lnTo>
                  <a:lnTo>
                    <a:pt x="14097" y="56261"/>
                  </a:lnTo>
                  <a:lnTo>
                    <a:pt x="17170" y="39154"/>
                  </a:lnTo>
                  <a:lnTo>
                    <a:pt x="25730" y="25793"/>
                  </a:lnTo>
                  <a:lnTo>
                    <a:pt x="38608" y="17132"/>
                  </a:lnTo>
                  <a:lnTo>
                    <a:pt x="38417" y="17132"/>
                  </a:lnTo>
                  <a:lnTo>
                    <a:pt x="54991" y="13970"/>
                  </a:lnTo>
                  <a:lnTo>
                    <a:pt x="71907" y="17132"/>
                  </a:lnTo>
                  <a:lnTo>
                    <a:pt x="71501" y="17132"/>
                  </a:lnTo>
                  <a:lnTo>
                    <a:pt x="84429" y="25641"/>
                  </a:lnTo>
                  <a:lnTo>
                    <a:pt x="93116" y="39001"/>
                  </a:lnTo>
                  <a:lnTo>
                    <a:pt x="96266" y="56261"/>
                  </a:lnTo>
                  <a:lnTo>
                    <a:pt x="96266" y="19596"/>
                  </a:lnTo>
                  <a:lnTo>
                    <a:pt x="94703" y="17132"/>
                  </a:lnTo>
                  <a:lnTo>
                    <a:pt x="89941" y="13970"/>
                  </a:lnTo>
                  <a:lnTo>
                    <a:pt x="77279" y="5575"/>
                  </a:lnTo>
                  <a:lnTo>
                    <a:pt x="54991" y="1397"/>
                  </a:lnTo>
                  <a:lnTo>
                    <a:pt x="32943" y="5422"/>
                  </a:lnTo>
                  <a:lnTo>
                    <a:pt x="15532" y="16687"/>
                  </a:lnTo>
                  <a:lnTo>
                    <a:pt x="4102" y="34036"/>
                  </a:lnTo>
                  <a:lnTo>
                    <a:pt x="0" y="56261"/>
                  </a:lnTo>
                  <a:lnTo>
                    <a:pt x="4152" y="78587"/>
                  </a:lnTo>
                  <a:lnTo>
                    <a:pt x="15671" y="96100"/>
                  </a:lnTo>
                  <a:lnTo>
                    <a:pt x="33108" y="107543"/>
                  </a:lnTo>
                  <a:lnTo>
                    <a:pt x="54991" y="111633"/>
                  </a:lnTo>
                  <a:lnTo>
                    <a:pt x="64592" y="110883"/>
                  </a:lnTo>
                  <a:lnTo>
                    <a:pt x="73660" y="108712"/>
                  </a:lnTo>
                  <a:lnTo>
                    <a:pt x="81953" y="105321"/>
                  </a:lnTo>
                  <a:lnTo>
                    <a:pt x="89281" y="100838"/>
                  </a:lnTo>
                  <a:lnTo>
                    <a:pt x="96266" y="110236"/>
                  </a:lnTo>
                  <a:lnTo>
                    <a:pt x="111760" y="110236"/>
                  </a:lnTo>
                  <a:close/>
                </a:path>
                <a:path w="802640" h="913764">
                  <a:moveTo>
                    <a:pt x="199009" y="37084"/>
                  </a:moveTo>
                  <a:lnTo>
                    <a:pt x="185928" y="37084"/>
                  </a:lnTo>
                  <a:lnTo>
                    <a:pt x="185928" y="78359"/>
                  </a:lnTo>
                  <a:lnTo>
                    <a:pt x="184353" y="87820"/>
                  </a:lnTo>
                  <a:lnTo>
                    <a:pt x="179997" y="94386"/>
                  </a:lnTo>
                  <a:lnTo>
                    <a:pt x="173443" y="98209"/>
                  </a:lnTo>
                  <a:lnTo>
                    <a:pt x="165227" y="99453"/>
                  </a:lnTo>
                  <a:lnTo>
                    <a:pt x="157137" y="98209"/>
                  </a:lnTo>
                  <a:lnTo>
                    <a:pt x="150749" y="94386"/>
                  </a:lnTo>
                  <a:lnTo>
                    <a:pt x="146545" y="87820"/>
                  </a:lnTo>
                  <a:lnTo>
                    <a:pt x="145034" y="78359"/>
                  </a:lnTo>
                  <a:lnTo>
                    <a:pt x="145034" y="37084"/>
                  </a:lnTo>
                  <a:lnTo>
                    <a:pt x="132334" y="37084"/>
                  </a:lnTo>
                  <a:lnTo>
                    <a:pt x="132334" y="79248"/>
                  </a:lnTo>
                  <a:lnTo>
                    <a:pt x="135102" y="93345"/>
                  </a:lnTo>
                  <a:lnTo>
                    <a:pt x="142570" y="103289"/>
                  </a:lnTo>
                  <a:lnTo>
                    <a:pt x="153377" y="109181"/>
                  </a:lnTo>
                  <a:lnTo>
                    <a:pt x="166243" y="111125"/>
                  </a:lnTo>
                  <a:lnTo>
                    <a:pt x="178485" y="109181"/>
                  </a:lnTo>
                  <a:lnTo>
                    <a:pt x="188950" y="103289"/>
                  </a:lnTo>
                  <a:lnTo>
                    <a:pt x="191770" y="99453"/>
                  </a:lnTo>
                  <a:lnTo>
                    <a:pt x="196253" y="93345"/>
                  </a:lnTo>
                  <a:lnTo>
                    <a:pt x="199009" y="79248"/>
                  </a:lnTo>
                  <a:lnTo>
                    <a:pt x="199009" y="37084"/>
                  </a:lnTo>
                  <a:close/>
                </a:path>
                <a:path w="802640" h="913764">
                  <a:moveTo>
                    <a:pt x="236601" y="37084"/>
                  </a:moveTo>
                  <a:lnTo>
                    <a:pt x="223901" y="37084"/>
                  </a:lnTo>
                  <a:lnTo>
                    <a:pt x="223901" y="109728"/>
                  </a:lnTo>
                  <a:lnTo>
                    <a:pt x="236601" y="109728"/>
                  </a:lnTo>
                  <a:lnTo>
                    <a:pt x="236601" y="37084"/>
                  </a:lnTo>
                  <a:close/>
                </a:path>
                <a:path w="802640" h="913764">
                  <a:moveTo>
                    <a:pt x="238887" y="6985"/>
                  </a:moveTo>
                  <a:lnTo>
                    <a:pt x="234696" y="3175"/>
                  </a:lnTo>
                  <a:lnTo>
                    <a:pt x="225298" y="3175"/>
                  </a:lnTo>
                  <a:lnTo>
                    <a:pt x="221107" y="6985"/>
                  </a:lnTo>
                  <a:lnTo>
                    <a:pt x="221107" y="16383"/>
                  </a:lnTo>
                  <a:lnTo>
                    <a:pt x="225298" y="20574"/>
                  </a:lnTo>
                  <a:lnTo>
                    <a:pt x="234696" y="20574"/>
                  </a:lnTo>
                  <a:lnTo>
                    <a:pt x="238887" y="17272"/>
                  </a:lnTo>
                  <a:lnTo>
                    <a:pt x="238887" y="6985"/>
                  </a:lnTo>
                  <a:close/>
                </a:path>
                <a:path w="802640" h="913764">
                  <a:moveTo>
                    <a:pt x="322453" y="47371"/>
                  </a:moveTo>
                  <a:lnTo>
                    <a:pt x="316484" y="42392"/>
                  </a:lnTo>
                  <a:lnTo>
                    <a:pt x="309905" y="38722"/>
                  </a:lnTo>
                  <a:lnTo>
                    <a:pt x="302806" y="36461"/>
                  </a:lnTo>
                  <a:lnTo>
                    <a:pt x="295275" y="35687"/>
                  </a:lnTo>
                  <a:lnTo>
                    <a:pt x="279488" y="38722"/>
                  </a:lnTo>
                  <a:lnTo>
                    <a:pt x="279755" y="38722"/>
                  </a:lnTo>
                  <a:lnTo>
                    <a:pt x="267995" y="46710"/>
                  </a:lnTo>
                  <a:lnTo>
                    <a:pt x="260375" y="58623"/>
                  </a:lnTo>
                  <a:lnTo>
                    <a:pt x="257683" y="73152"/>
                  </a:lnTo>
                  <a:lnTo>
                    <a:pt x="260375" y="88353"/>
                  </a:lnTo>
                  <a:lnTo>
                    <a:pt x="267995" y="100241"/>
                  </a:lnTo>
                  <a:lnTo>
                    <a:pt x="279857" y="107988"/>
                  </a:lnTo>
                  <a:lnTo>
                    <a:pt x="295275" y="110756"/>
                  </a:lnTo>
                  <a:lnTo>
                    <a:pt x="302869" y="110045"/>
                  </a:lnTo>
                  <a:lnTo>
                    <a:pt x="309994" y="107988"/>
                  </a:lnTo>
                  <a:lnTo>
                    <a:pt x="316484" y="104584"/>
                  </a:lnTo>
                  <a:lnTo>
                    <a:pt x="321945" y="99949"/>
                  </a:lnTo>
                  <a:lnTo>
                    <a:pt x="321208" y="99060"/>
                  </a:lnTo>
                  <a:lnTo>
                    <a:pt x="314579" y="90932"/>
                  </a:lnTo>
                  <a:lnTo>
                    <a:pt x="308864" y="95631"/>
                  </a:lnTo>
                  <a:lnTo>
                    <a:pt x="302768" y="99060"/>
                  </a:lnTo>
                  <a:lnTo>
                    <a:pt x="294767" y="99060"/>
                  </a:lnTo>
                  <a:lnTo>
                    <a:pt x="285000" y="97142"/>
                  </a:lnTo>
                  <a:lnTo>
                    <a:pt x="277279" y="91782"/>
                  </a:lnTo>
                  <a:lnTo>
                    <a:pt x="272199" y="83578"/>
                  </a:lnTo>
                  <a:lnTo>
                    <a:pt x="270383" y="73152"/>
                  </a:lnTo>
                  <a:lnTo>
                    <a:pt x="272275" y="62814"/>
                  </a:lnTo>
                  <a:lnTo>
                    <a:pt x="277469" y="54648"/>
                  </a:lnTo>
                  <a:lnTo>
                    <a:pt x="285216" y="49301"/>
                  </a:lnTo>
                  <a:lnTo>
                    <a:pt x="294767" y="47371"/>
                  </a:lnTo>
                  <a:lnTo>
                    <a:pt x="302768" y="47371"/>
                  </a:lnTo>
                  <a:lnTo>
                    <a:pt x="308864" y="50673"/>
                  </a:lnTo>
                  <a:lnTo>
                    <a:pt x="314579" y="55753"/>
                  </a:lnTo>
                  <a:lnTo>
                    <a:pt x="322453" y="47371"/>
                  </a:lnTo>
                  <a:close/>
                </a:path>
                <a:path w="802640" h="913764">
                  <a:moveTo>
                    <a:pt x="406527" y="109728"/>
                  </a:moveTo>
                  <a:lnTo>
                    <a:pt x="378574" y="77470"/>
                  </a:lnTo>
                  <a:lnTo>
                    <a:pt x="373634" y="71755"/>
                  </a:lnTo>
                  <a:lnTo>
                    <a:pt x="378904" y="66167"/>
                  </a:lnTo>
                  <a:lnTo>
                    <a:pt x="406019" y="37465"/>
                  </a:lnTo>
                  <a:lnTo>
                    <a:pt x="390017" y="37465"/>
                  </a:lnTo>
                  <a:lnTo>
                    <a:pt x="363347" y="66167"/>
                  </a:lnTo>
                  <a:lnTo>
                    <a:pt x="352933" y="66167"/>
                  </a:lnTo>
                  <a:lnTo>
                    <a:pt x="352933" y="0"/>
                  </a:lnTo>
                  <a:lnTo>
                    <a:pt x="340741" y="0"/>
                  </a:lnTo>
                  <a:lnTo>
                    <a:pt x="340741" y="109728"/>
                  </a:lnTo>
                  <a:lnTo>
                    <a:pt x="352933" y="109728"/>
                  </a:lnTo>
                  <a:lnTo>
                    <a:pt x="352933" y="77470"/>
                  </a:lnTo>
                  <a:lnTo>
                    <a:pt x="363347" y="77470"/>
                  </a:lnTo>
                  <a:lnTo>
                    <a:pt x="390525" y="109728"/>
                  </a:lnTo>
                  <a:lnTo>
                    <a:pt x="406527" y="109728"/>
                  </a:lnTo>
                  <a:close/>
                </a:path>
                <a:path w="802640" h="913764">
                  <a:moveTo>
                    <a:pt x="502666" y="79248"/>
                  </a:moveTo>
                  <a:lnTo>
                    <a:pt x="469392" y="51181"/>
                  </a:lnTo>
                  <a:lnTo>
                    <a:pt x="459994" y="49657"/>
                  </a:lnTo>
                  <a:lnTo>
                    <a:pt x="449491" y="47840"/>
                  </a:lnTo>
                  <a:lnTo>
                    <a:pt x="441985" y="44475"/>
                  </a:lnTo>
                  <a:lnTo>
                    <a:pt x="437489" y="39611"/>
                  </a:lnTo>
                  <a:lnTo>
                    <a:pt x="436105" y="33782"/>
                  </a:lnTo>
                  <a:lnTo>
                    <a:pt x="435991" y="33274"/>
                  </a:lnTo>
                  <a:lnTo>
                    <a:pt x="437921" y="25412"/>
                  </a:lnTo>
                  <a:lnTo>
                    <a:pt x="443382" y="19494"/>
                  </a:lnTo>
                  <a:lnTo>
                    <a:pt x="451840" y="15773"/>
                  </a:lnTo>
                  <a:lnTo>
                    <a:pt x="462788" y="14478"/>
                  </a:lnTo>
                  <a:lnTo>
                    <a:pt x="471652" y="15240"/>
                  </a:lnTo>
                  <a:lnTo>
                    <a:pt x="479971" y="17360"/>
                  </a:lnTo>
                  <a:lnTo>
                    <a:pt x="487692" y="20650"/>
                  </a:lnTo>
                  <a:lnTo>
                    <a:pt x="494792" y="24892"/>
                  </a:lnTo>
                  <a:lnTo>
                    <a:pt x="499706" y="14478"/>
                  </a:lnTo>
                  <a:lnTo>
                    <a:pt x="461899" y="1397"/>
                  </a:lnTo>
                  <a:lnTo>
                    <a:pt x="445960" y="3556"/>
                  </a:lnTo>
                  <a:lnTo>
                    <a:pt x="432968" y="9829"/>
                  </a:lnTo>
                  <a:lnTo>
                    <a:pt x="424205" y="19989"/>
                  </a:lnTo>
                  <a:lnTo>
                    <a:pt x="421119" y="33274"/>
                  </a:lnTo>
                  <a:lnTo>
                    <a:pt x="421005" y="33782"/>
                  </a:lnTo>
                  <a:lnTo>
                    <a:pt x="423481" y="45427"/>
                  </a:lnTo>
                  <a:lnTo>
                    <a:pt x="430288" y="53886"/>
                  </a:lnTo>
                  <a:lnTo>
                    <a:pt x="440448" y="59436"/>
                  </a:lnTo>
                  <a:lnTo>
                    <a:pt x="453009" y="62357"/>
                  </a:lnTo>
                  <a:lnTo>
                    <a:pt x="462788" y="63373"/>
                  </a:lnTo>
                  <a:lnTo>
                    <a:pt x="473773" y="65582"/>
                  </a:lnTo>
                  <a:lnTo>
                    <a:pt x="481863" y="68897"/>
                  </a:lnTo>
                  <a:lnTo>
                    <a:pt x="486854" y="73558"/>
                  </a:lnTo>
                  <a:lnTo>
                    <a:pt x="488569" y="79756"/>
                  </a:lnTo>
                  <a:lnTo>
                    <a:pt x="486397" y="88061"/>
                  </a:lnTo>
                  <a:lnTo>
                    <a:pt x="480415" y="93916"/>
                  </a:lnTo>
                  <a:lnTo>
                    <a:pt x="471360" y="97409"/>
                  </a:lnTo>
                  <a:lnTo>
                    <a:pt x="459994" y="98552"/>
                  </a:lnTo>
                  <a:lnTo>
                    <a:pt x="449821" y="97637"/>
                  </a:lnTo>
                  <a:lnTo>
                    <a:pt x="440156" y="95123"/>
                  </a:lnTo>
                  <a:lnTo>
                    <a:pt x="431711" y="91376"/>
                  </a:lnTo>
                  <a:lnTo>
                    <a:pt x="425196" y="86741"/>
                  </a:lnTo>
                  <a:lnTo>
                    <a:pt x="418134" y="97637"/>
                  </a:lnTo>
                  <a:lnTo>
                    <a:pt x="418363" y="97637"/>
                  </a:lnTo>
                  <a:lnTo>
                    <a:pt x="427278" y="103352"/>
                  </a:lnTo>
                  <a:lnTo>
                    <a:pt x="437730" y="107784"/>
                  </a:lnTo>
                  <a:lnTo>
                    <a:pt x="449033" y="110629"/>
                  </a:lnTo>
                  <a:lnTo>
                    <a:pt x="460502" y="111633"/>
                  </a:lnTo>
                  <a:lnTo>
                    <a:pt x="476783" y="109537"/>
                  </a:lnTo>
                  <a:lnTo>
                    <a:pt x="490194" y="103352"/>
                  </a:lnTo>
                  <a:lnTo>
                    <a:pt x="494499" y="98552"/>
                  </a:lnTo>
                  <a:lnTo>
                    <a:pt x="499300" y="93205"/>
                  </a:lnTo>
                  <a:lnTo>
                    <a:pt x="502539" y="79756"/>
                  </a:lnTo>
                  <a:lnTo>
                    <a:pt x="502666" y="79248"/>
                  </a:lnTo>
                  <a:close/>
                </a:path>
                <a:path w="802640" h="913764">
                  <a:moveTo>
                    <a:pt x="537464" y="37084"/>
                  </a:moveTo>
                  <a:lnTo>
                    <a:pt x="525272" y="37084"/>
                  </a:lnTo>
                  <a:lnTo>
                    <a:pt x="525272" y="109728"/>
                  </a:lnTo>
                  <a:lnTo>
                    <a:pt x="537464" y="109728"/>
                  </a:lnTo>
                  <a:lnTo>
                    <a:pt x="537464" y="37084"/>
                  </a:lnTo>
                  <a:close/>
                </a:path>
                <a:path w="802640" h="913764">
                  <a:moveTo>
                    <a:pt x="539750" y="6985"/>
                  </a:moveTo>
                  <a:lnTo>
                    <a:pt x="536067" y="3175"/>
                  </a:lnTo>
                  <a:lnTo>
                    <a:pt x="526161" y="3175"/>
                  </a:lnTo>
                  <a:lnTo>
                    <a:pt x="521970" y="6985"/>
                  </a:lnTo>
                  <a:lnTo>
                    <a:pt x="521970" y="16383"/>
                  </a:lnTo>
                  <a:lnTo>
                    <a:pt x="526161" y="20574"/>
                  </a:lnTo>
                  <a:lnTo>
                    <a:pt x="536067" y="20574"/>
                  </a:lnTo>
                  <a:lnTo>
                    <a:pt x="539750" y="17272"/>
                  </a:lnTo>
                  <a:lnTo>
                    <a:pt x="539750" y="6985"/>
                  </a:lnTo>
                  <a:close/>
                </a:path>
                <a:path w="802640" h="913764">
                  <a:moveTo>
                    <a:pt x="632206" y="36576"/>
                  </a:moveTo>
                  <a:lnTo>
                    <a:pt x="620014" y="36576"/>
                  </a:lnTo>
                  <a:lnTo>
                    <a:pt x="620014" y="46482"/>
                  </a:lnTo>
                  <a:lnTo>
                    <a:pt x="620014" y="72771"/>
                  </a:lnTo>
                  <a:lnTo>
                    <a:pt x="595122" y="98056"/>
                  </a:lnTo>
                  <a:lnTo>
                    <a:pt x="585203" y="96062"/>
                  </a:lnTo>
                  <a:lnTo>
                    <a:pt x="577494" y="90652"/>
                  </a:lnTo>
                  <a:lnTo>
                    <a:pt x="572503" y="82613"/>
                  </a:lnTo>
                  <a:lnTo>
                    <a:pt x="570738" y="72771"/>
                  </a:lnTo>
                  <a:lnTo>
                    <a:pt x="572503" y="62865"/>
                  </a:lnTo>
                  <a:lnTo>
                    <a:pt x="577494" y="54787"/>
                  </a:lnTo>
                  <a:lnTo>
                    <a:pt x="585203" y="49364"/>
                  </a:lnTo>
                  <a:lnTo>
                    <a:pt x="595122" y="47371"/>
                  </a:lnTo>
                  <a:lnTo>
                    <a:pt x="605332" y="49364"/>
                  </a:lnTo>
                  <a:lnTo>
                    <a:pt x="613181" y="54787"/>
                  </a:lnTo>
                  <a:lnTo>
                    <a:pt x="618223" y="62865"/>
                  </a:lnTo>
                  <a:lnTo>
                    <a:pt x="620014" y="72771"/>
                  </a:lnTo>
                  <a:lnTo>
                    <a:pt x="620014" y="46482"/>
                  </a:lnTo>
                  <a:lnTo>
                    <a:pt x="614819" y="42011"/>
                  </a:lnTo>
                  <a:lnTo>
                    <a:pt x="608876" y="38608"/>
                  </a:lnTo>
                  <a:lnTo>
                    <a:pt x="602056" y="36449"/>
                  </a:lnTo>
                  <a:lnTo>
                    <a:pt x="594233" y="35687"/>
                  </a:lnTo>
                  <a:lnTo>
                    <a:pt x="579920" y="38455"/>
                  </a:lnTo>
                  <a:lnTo>
                    <a:pt x="568617" y="46139"/>
                  </a:lnTo>
                  <a:lnTo>
                    <a:pt x="561200" y="57873"/>
                  </a:lnTo>
                  <a:lnTo>
                    <a:pt x="558546" y="72771"/>
                  </a:lnTo>
                  <a:lnTo>
                    <a:pt x="561200" y="88036"/>
                  </a:lnTo>
                  <a:lnTo>
                    <a:pt x="568617" y="99682"/>
                  </a:lnTo>
                  <a:lnTo>
                    <a:pt x="579920" y="107124"/>
                  </a:lnTo>
                  <a:lnTo>
                    <a:pt x="594233" y="109728"/>
                  </a:lnTo>
                  <a:lnTo>
                    <a:pt x="602043" y="108966"/>
                  </a:lnTo>
                  <a:lnTo>
                    <a:pt x="608711" y="106768"/>
                  </a:lnTo>
                  <a:lnTo>
                    <a:pt x="614235" y="103251"/>
                  </a:lnTo>
                  <a:lnTo>
                    <a:pt x="618617" y="98552"/>
                  </a:lnTo>
                  <a:lnTo>
                    <a:pt x="618617" y="105029"/>
                  </a:lnTo>
                  <a:lnTo>
                    <a:pt x="616762" y="115671"/>
                  </a:lnTo>
                  <a:lnTo>
                    <a:pt x="611530" y="123482"/>
                  </a:lnTo>
                  <a:lnTo>
                    <a:pt x="603389" y="128282"/>
                  </a:lnTo>
                  <a:lnTo>
                    <a:pt x="592836" y="129921"/>
                  </a:lnTo>
                  <a:lnTo>
                    <a:pt x="585965" y="129336"/>
                  </a:lnTo>
                  <a:lnTo>
                    <a:pt x="579539" y="127635"/>
                  </a:lnTo>
                  <a:lnTo>
                    <a:pt x="573671" y="124993"/>
                  </a:lnTo>
                  <a:lnTo>
                    <a:pt x="568452" y="121539"/>
                  </a:lnTo>
                  <a:lnTo>
                    <a:pt x="563245" y="131330"/>
                  </a:lnTo>
                  <a:lnTo>
                    <a:pt x="569518" y="135369"/>
                  </a:lnTo>
                  <a:lnTo>
                    <a:pt x="576910" y="138315"/>
                  </a:lnTo>
                  <a:lnTo>
                    <a:pt x="585076" y="140106"/>
                  </a:lnTo>
                  <a:lnTo>
                    <a:pt x="593725" y="140728"/>
                  </a:lnTo>
                  <a:lnTo>
                    <a:pt x="609269" y="138315"/>
                  </a:lnTo>
                  <a:lnTo>
                    <a:pt x="621296" y="131330"/>
                  </a:lnTo>
                  <a:lnTo>
                    <a:pt x="622350" y="129921"/>
                  </a:lnTo>
                  <a:lnTo>
                    <a:pt x="629361" y="119773"/>
                  </a:lnTo>
                  <a:lnTo>
                    <a:pt x="632206" y="104152"/>
                  </a:lnTo>
                  <a:lnTo>
                    <a:pt x="632206" y="98552"/>
                  </a:lnTo>
                  <a:lnTo>
                    <a:pt x="632206" y="98056"/>
                  </a:lnTo>
                  <a:lnTo>
                    <a:pt x="632206" y="47371"/>
                  </a:lnTo>
                  <a:lnTo>
                    <a:pt x="632206" y="46482"/>
                  </a:lnTo>
                  <a:lnTo>
                    <a:pt x="632206" y="36576"/>
                  </a:lnTo>
                  <a:close/>
                </a:path>
                <a:path w="802640" h="913764">
                  <a:moveTo>
                    <a:pt x="694182" y="374015"/>
                  </a:moveTo>
                  <a:lnTo>
                    <a:pt x="690473" y="355803"/>
                  </a:lnTo>
                  <a:lnTo>
                    <a:pt x="680402" y="340855"/>
                  </a:lnTo>
                  <a:lnTo>
                    <a:pt x="665454" y="330746"/>
                  </a:lnTo>
                  <a:lnTo>
                    <a:pt x="647192" y="327025"/>
                  </a:lnTo>
                  <a:lnTo>
                    <a:pt x="154432" y="327025"/>
                  </a:lnTo>
                  <a:lnTo>
                    <a:pt x="136207" y="330746"/>
                  </a:lnTo>
                  <a:lnTo>
                    <a:pt x="121259" y="340855"/>
                  </a:lnTo>
                  <a:lnTo>
                    <a:pt x="111150" y="355803"/>
                  </a:lnTo>
                  <a:lnTo>
                    <a:pt x="107442" y="374015"/>
                  </a:lnTo>
                  <a:lnTo>
                    <a:pt x="107442" y="866775"/>
                  </a:lnTo>
                  <a:lnTo>
                    <a:pt x="111150" y="885050"/>
                  </a:lnTo>
                  <a:lnTo>
                    <a:pt x="121259" y="899985"/>
                  </a:lnTo>
                  <a:lnTo>
                    <a:pt x="136207" y="910069"/>
                  </a:lnTo>
                  <a:lnTo>
                    <a:pt x="154432" y="913765"/>
                  </a:lnTo>
                  <a:lnTo>
                    <a:pt x="647192" y="913765"/>
                  </a:lnTo>
                  <a:lnTo>
                    <a:pt x="665454" y="910069"/>
                  </a:lnTo>
                  <a:lnTo>
                    <a:pt x="680402" y="899985"/>
                  </a:lnTo>
                  <a:lnTo>
                    <a:pt x="690473" y="885050"/>
                  </a:lnTo>
                  <a:lnTo>
                    <a:pt x="694182" y="866775"/>
                  </a:lnTo>
                  <a:lnTo>
                    <a:pt x="694182" y="374015"/>
                  </a:lnTo>
                  <a:close/>
                </a:path>
                <a:path w="802640" h="913764">
                  <a:moveTo>
                    <a:pt x="724281" y="64770"/>
                  </a:moveTo>
                  <a:lnTo>
                    <a:pt x="722223" y="53530"/>
                  </a:lnTo>
                  <a:lnTo>
                    <a:pt x="722185" y="53327"/>
                  </a:lnTo>
                  <a:lnTo>
                    <a:pt x="722083" y="52743"/>
                  </a:lnTo>
                  <a:lnTo>
                    <a:pt x="718794" y="47879"/>
                  </a:lnTo>
                  <a:lnTo>
                    <a:pt x="718096" y="46863"/>
                  </a:lnTo>
                  <a:lnTo>
                    <a:pt x="715962" y="43713"/>
                  </a:lnTo>
                  <a:lnTo>
                    <a:pt x="706589" y="38036"/>
                  </a:lnTo>
                  <a:lnTo>
                    <a:pt x="694690" y="36068"/>
                  </a:lnTo>
                  <a:lnTo>
                    <a:pt x="688213" y="36639"/>
                  </a:lnTo>
                  <a:lnTo>
                    <a:pt x="681837" y="38468"/>
                  </a:lnTo>
                  <a:lnTo>
                    <a:pt x="676021" y="41808"/>
                  </a:lnTo>
                  <a:lnTo>
                    <a:pt x="671195" y="46863"/>
                  </a:lnTo>
                  <a:lnTo>
                    <a:pt x="671195" y="0"/>
                  </a:lnTo>
                  <a:lnTo>
                    <a:pt x="658114" y="0"/>
                  </a:lnTo>
                  <a:lnTo>
                    <a:pt x="658114" y="109728"/>
                  </a:lnTo>
                  <a:lnTo>
                    <a:pt x="670687" y="109728"/>
                  </a:lnTo>
                  <a:lnTo>
                    <a:pt x="670775" y="68961"/>
                  </a:lnTo>
                  <a:lnTo>
                    <a:pt x="672414" y="60312"/>
                  </a:lnTo>
                  <a:lnTo>
                    <a:pt x="677100" y="53530"/>
                  </a:lnTo>
                  <a:lnTo>
                    <a:pt x="683971" y="49326"/>
                  </a:lnTo>
                  <a:lnTo>
                    <a:pt x="692277" y="47879"/>
                  </a:lnTo>
                  <a:lnTo>
                    <a:pt x="700849" y="49326"/>
                  </a:lnTo>
                  <a:lnTo>
                    <a:pt x="700582" y="49326"/>
                  </a:lnTo>
                  <a:lnTo>
                    <a:pt x="706691" y="53327"/>
                  </a:lnTo>
                  <a:lnTo>
                    <a:pt x="710590" y="59944"/>
                  </a:lnTo>
                  <a:lnTo>
                    <a:pt x="711962" y="68961"/>
                  </a:lnTo>
                  <a:lnTo>
                    <a:pt x="711962" y="109728"/>
                  </a:lnTo>
                  <a:lnTo>
                    <a:pt x="724281" y="109728"/>
                  </a:lnTo>
                  <a:lnTo>
                    <a:pt x="724281" y="64770"/>
                  </a:lnTo>
                  <a:close/>
                </a:path>
                <a:path w="802640" h="913764">
                  <a:moveTo>
                    <a:pt x="802132" y="104152"/>
                  </a:moveTo>
                  <a:lnTo>
                    <a:pt x="799084" y="99453"/>
                  </a:lnTo>
                  <a:lnTo>
                    <a:pt x="796036" y="94754"/>
                  </a:lnTo>
                  <a:lnTo>
                    <a:pt x="791845" y="97536"/>
                  </a:lnTo>
                  <a:lnTo>
                    <a:pt x="786638" y="99453"/>
                  </a:lnTo>
                  <a:lnTo>
                    <a:pt x="773938" y="99453"/>
                  </a:lnTo>
                  <a:lnTo>
                    <a:pt x="767842" y="94754"/>
                  </a:lnTo>
                  <a:lnTo>
                    <a:pt x="767842" y="48260"/>
                  </a:lnTo>
                  <a:lnTo>
                    <a:pt x="798449" y="48260"/>
                  </a:lnTo>
                  <a:lnTo>
                    <a:pt x="798449" y="37084"/>
                  </a:lnTo>
                  <a:lnTo>
                    <a:pt x="767461" y="37084"/>
                  </a:lnTo>
                  <a:lnTo>
                    <a:pt x="767461" y="13970"/>
                  </a:lnTo>
                  <a:lnTo>
                    <a:pt x="755142" y="13970"/>
                  </a:lnTo>
                  <a:lnTo>
                    <a:pt x="755142" y="37084"/>
                  </a:lnTo>
                  <a:lnTo>
                    <a:pt x="739775" y="37084"/>
                  </a:lnTo>
                  <a:lnTo>
                    <a:pt x="739775" y="48260"/>
                  </a:lnTo>
                  <a:lnTo>
                    <a:pt x="755142" y="48260"/>
                  </a:lnTo>
                  <a:lnTo>
                    <a:pt x="755142" y="83947"/>
                  </a:lnTo>
                  <a:lnTo>
                    <a:pt x="756843" y="95910"/>
                  </a:lnTo>
                  <a:lnTo>
                    <a:pt x="761771" y="104406"/>
                  </a:lnTo>
                  <a:lnTo>
                    <a:pt x="769607" y="109461"/>
                  </a:lnTo>
                  <a:lnTo>
                    <a:pt x="780034" y="111125"/>
                  </a:lnTo>
                  <a:lnTo>
                    <a:pt x="789051" y="111125"/>
                  </a:lnTo>
                  <a:lnTo>
                    <a:pt x="796544" y="107950"/>
                  </a:lnTo>
                  <a:lnTo>
                    <a:pt x="802132" y="10415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876271" y="4214368"/>
              <a:ext cx="280289" cy="155829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905482" y="3952875"/>
              <a:ext cx="220598" cy="224409"/>
            </a:xfrm>
            <a:prstGeom prst="rect">
              <a:avLst/>
            </a:prstGeom>
          </p:spPr>
        </p:pic>
        <p:sp>
          <p:nvSpPr>
            <p:cNvPr id="128" name="object 128" descr=""/>
            <p:cNvSpPr/>
            <p:nvPr/>
          </p:nvSpPr>
          <p:spPr>
            <a:xfrm>
              <a:off x="14809216" y="4082923"/>
              <a:ext cx="415290" cy="121285"/>
            </a:xfrm>
            <a:custGeom>
              <a:avLst/>
              <a:gdLst/>
              <a:ahLst/>
              <a:cxnLst/>
              <a:rect l="l" t="t" r="r" b="b"/>
              <a:pathLst>
                <a:path w="415290" h="121285">
                  <a:moveTo>
                    <a:pt x="72263" y="0"/>
                  </a:moveTo>
                  <a:lnTo>
                    <a:pt x="30356" y="16285"/>
                  </a:lnTo>
                  <a:lnTo>
                    <a:pt x="1571" y="43725"/>
                  </a:lnTo>
                  <a:lnTo>
                    <a:pt x="0" y="52577"/>
                  </a:lnTo>
                  <a:lnTo>
                    <a:pt x="1418" y="61352"/>
                  </a:lnTo>
                  <a:lnTo>
                    <a:pt x="38671" y="93630"/>
                  </a:lnTo>
                  <a:lnTo>
                    <a:pt x="94331" y="110603"/>
                  </a:lnTo>
                  <a:lnTo>
                    <a:pt x="167042" y="119878"/>
                  </a:lnTo>
                  <a:lnTo>
                    <a:pt x="207899" y="121157"/>
                  </a:lnTo>
                  <a:lnTo>
                    <a:pt x="248701" y="119878"/>
                  </a:lnTo>
                  <a:lnTo>
                    <a:pt x="286766" y="116252"/>
                  </a:lnTo>
                  <a:lnTo>
                    <a:pt x="351536" y="103250"/>
                  </a:lnTo>
                  <a:lnTo>
                    <a:pt x="387611" y="88356"/>
                  </a:lnTo>
                  <a:lnTo>
                    <a:pt x="415290" y="52577"/>
                  </a:lnTo>
                  <a:lnTo>
                    <a:pt x="413797" y="43850"/>
                  </a:lnTo>
                  <a:lnTo>
                    <a:pt x="384994" y="16285"/>
                  </a:lnTo>
                  <a:lnTo>
                    <a:pt x="346328" y="1015"/>
                  </a:lnTo>
                  <a:lnTo>
                    <a:pt x="336930" y="6096"/>
                  </a:lnTo>
                  <a:lnTo>
                    <a:pt x="335534" y="9905"/>
                  </a:lnTo>
                  <a:lnTo>
                    <a:pt x="337947" y="14097"/>
                  </a:lnTo>
                  <a:lnTo>
                    <a:pt x="342138" y="14986"/>
                  </a:lnTo>
                  <a:lnTo>
                    <a:pt x="355800" y="19137"/>
                  </a:lnTo>
                  <a:lnTo>
                    <a:pt x="397510" y="40893"/>
                  </a:lnTo>
                  <a:lnTo>
                    <a:pt x="400812" y="47498"/>
                  </a:lnTo>
                  <a:lnTo>
                    <a:pt x="400812" y="57276"/>
                  </a:lnTo>
                  <a:lnTo>
                    <a:pt x="359465" y="84139"/>
                  </a:lnTo>
                  <a:lnTo>
                    <a:pt x="317940" y="95597"/>
                  </a:lnTo>
                  <a:lnTo>
                    <a:pt x="247431" y="104784"/>
                  </a:lnTo>
                  <a:lnTo>
                    <a:pt x="207391" y="106044"/>
                  </a:lnTo>
                  <a:lnTo>
                    <a:pt x="167130" y="104784"/>
                  </a:lnTo>
                  <a:lnTo>
                    <a:pt x="96466" y="95597"/>
                  </a:lnTo>
                  <a:lnTo>
                    <a:pt x="54721" y="84139"/>
                  </a:lnTo>
                  <a:lnTo>
                    <a:pt x="17399" y="63880"/>
                  </a:lnTo>
                  <a:lnTo>
                    <a:pt x="13589" y="57276"/>
                  </a:lnTo>
                  <a:lnTo>
                    <a:pt x="13589" y="47498"/>
                  </a:lnTo>
                  <a:lnTo>
                    <a:pt x="46593" y="23717"/>
                  </a:lnTo>
                  <a:lnTo>
                    <a:pt x="76453" y="14604"/>
                  </a:lnTo>
                  <a:lnTo>
                    <a:pt x="78867" y="10413"/>
                  </a:lnTo>
                  <a:lnTo>
                    <a:pt x="77470" y="6096"/>
                  </a:lnTo>
                  <a:lnTo>
                    <a:pt x="76453" y="2412"/>
                  </a:lnTo>
                  <a:lnTo>
                    <a:pt x="72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4907768" y="4005452"/>
              <a:ext cx="212598" cy="172338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14733143" y="4557902"/>
              <a:ext cx="574675" cy="138430"/>
            </a:xfrm>
            <a:custGeom>
              <a:avLst/>
              <a:gdLst/>
              <a:ahLst/>
              <a:cxnLst/>
              <a:rect l="l" t="t" r="r" b="b"/>
              <a:pathLst>
                <a:path w="574675" h="138429">
                  <a:moveTo>
                    <a:pt x="539750" y="32893"/>
                  </a:moveTo>
                  <a:lnTo>
                    <a:pt x="506773" y="55074"/>
                  </a:lnTo>
                  <a:lnTo>
                    <a:pt x="504128" y="69976"/>
                  </a:lnTo>
                  <a:lnTo>
                    <a:pt x="504063" y="70358"/>
                  </a:lnTo>
                  <a:lnTo>
                    <a:pt x="506743" y="85715"/>
                  </a:lnTo>
                  <a:lnTo>
                    <a:pt x="514270" y="97583"/>
                  </a:lnTo>
                  <a:lnTo>
                    <a:pt x="525869" y="105237"/>
                  </a:lnTo>
                  <a:lnTo>
                    <a:pt x="540766" y="107950"/>
                  </a:lnTo>
                  <a:lnTo>
                    <a:pt x="548681" y="107434"/>
                  </a:lnTo>
                  <a:lnTo>
                    <a:pt x="556275" y="105632"/>
                  </a:lnTo>
                  <a:lnTo>
                    <a:pt x="563608" y="102163"/>
                  </a:lnTo>
                  <a:lnTo>
                    <a:pt x="570738" y="96647"/>
                  </a:lnTo>
                  <a:lnTo>
                    <a:pt x="542163" y="96647"/>
                  </a:lnTo>
                  <a:lnTo>
                    <a:pt x="533326" y="95250"/>
                  </a:lnTo>
                  <a:lnTo>
                    <a:pt x="525764" y="91090"/>
                  </a:lnTo>
                  <a:lnTo>
                    <a:pt x="520178" y="84216"/>
                  </a:lnTo>
                  <a:lnTo>
                    <a:pt x="517271" y="74675"/>
                  </a:lnTo>
                  <a:lnTo>
                    <a:pt x="574548" y="74675"/>
                  </a:lnTo>
                  <a:lnTo>
                    <a:pt x="574548" y="69976"/>
                  </a:lnTo>
                  <a:lnTo>
                    <a:pt x="573571" y="65277"/>
                  </a:lnTo>
                  <a:lnTo>
                    <a:pt x="516763" y="65277"/>
                  </a:lnTo>
                  <a:lnTo>
                    <a:pt x="519318" y="56820"/>
                  </a:lnTo>
                  <a:lnTo>
                    <a:pt x="524065" y="50101"/>
                  </a:lnTo>
                  <a:lnTo>
                    <a:pt x="530907" y="45668"/>
                  </a:lnTo>
                  <a:lnTo>
                    <a:pt x="539750" y="44069"/>
                  </a:lnTo>
                  <a:lnTo>
                    <a:pt x="564604" y="44069"/>
                  </a:lnTo>
                  <a:lnTo>
                    <a:pt x="564179" y="43386"/>
                  </a:lnTo>
                  <a:lnTo>
                    <a:pt x="553357" y="35657"/>
                  </a:lnTo>
                  <a:lnTo>
                    <a:pt x="539750" y="32893"/>
                  </a:lnTo>
                  <a:close/>
                </a:path>
                <a:path w="574675" h="138429">
                  <a:moveTo>
                    <a:pt x="564134" y="87757"/>
                  </a:moveTo>
                  <a:lnTo>
                    <a:pt x="558038" y="93345"/>
                  </a:lnTo>
                  <a:lnTo>
                    <a:pt x="550037" y="96647"/>
                  </a:lnTo>
                  <a:lnTo>
                    <a:pt x="570738" y="96647"/>
                  </a:lnTo>
                  <a:lnTo>
                    <a:pt x="564134" y="87757"/>
                  </a:lnTo>
                  <a:close/>
                </a:path>
                <a:path w="574675" h="138429">
                  <a:moveTo>
                    <a:pt x="564604" y="44069"/>
                  </a:moveTo>
                  <a:lnTo>
                    <a:pt x="539750" y="44069"/>
                  </a:lnTo>
                  <a:lnTo>
                    <a:pt x="547838" y="45525"/>
                  </a:lnTo>
                  <a:lnTo>
                    <a:pt x="554259" y="49720"/>
                  </a:lnTo>
                  <a:lnTo>
                    <a:pt x="558823" y="56391"/>
                  </a:lnTo>
                  <a:lnTo>
                    <a:pt x="561340" y="65277"/>
                  </a:lnTo>
                  <a:lnTo>
                    <a:pt x="573571" y="65277"/>
                  </a:lnTo>
                  <a:lnTo>
                    <a:pt x="571483" y="55235"/>
                  </a:lnTo>
                  <a:lnTo>
                    <a:pt x="571450" y="55074"/>
                  </a:lnTo>
                  <a:lnTo>
                    <a:pt x="564604" y="44069"/>
                  </a:lnTo>
                  <a:close/>
                </a:path>
                <a:path w="574675" h="138429">
                  <a:moveTo>
                    <a:pt x="254889" y="118745"/>
                  </a:moveTo>
                  <a:lnTo>
                    <a:pt x="280289" y="137922"/>
                  </a:lnTo>
                  <a:lnTo>
                    <a:pt x="296005" y="135431"/>
                  </a:lnTo>
                  <a:lnTo>
                    <a:pt x="308292" y="128190"/>
                  </a:lnTo>
                  <a:lnTo>
                    <a:pt x="309284" y="126746"/>
                  </a:lnTo>
                  <a:lnTo>
                    <a:pt x="279780" y="126746"/>
                  </a:lnTo>
                  <a:lnTo>
                    <a:pt x="272855" y="126210"/>
                  </a:lnTo>
                  <a:lnTo>
                    <a:pt x="266287" y="124650"/>
                  </a:lnTo>
                  <a:lnTo>
                    <a:pt x="260242" y="122138"/>
                  </a:lnTo>
                  <a:lnTo>
                    <a:pt x="254889" y="118745"/>
                  </a:lnTo>
                  <a:close/>
                </a:path>
                <a:path w="574675" h="138429">
                  <a:moveTo>
                    <a:pt x="319151" y="95758"/>
                  </a:moveTo>
                  <a:lnTo>
                    <a:pt x="305562" y="95758"/>
                  </a:lnTo>
                  <a:lnTo>
                    <a:pt x="305562" y="102235"/>
                  </a:lnTo>
                  <a:lnTo>
                    <a:pt x="303641" y="112601"/>
                  </a:lnTo>
                  <a:lnTo>
                    <a:pt x="298291" y="120300"/>
                  </a:lnTo>
                  <a:lnTo>
                    <a:pt x="290131" y="125095"/>
                  </a:lnTo>
                  <a:lnTo>
                    <a:pt x="279780" y="126746"/>
                  </a:lnTo>
                  <a:lnTo>
                    <a:pt x="309284" y="126746"/>
                  </a:lnTo>
                  <a:lnTo>
                    <a:pt x="316293" y="116544"/>
                  </a:lnTo>
                  <a:lnTo>
                    <a:pt x="319151" y="100837"/>
                  </a:lnTo>
                  <a:lnTo>
                    <a:pt x="319151" y="95758"/>
                  </a:lnTo>
                  <a:close/>
                </a:path>
                <a:path w="574675" h="138429">
                  <a:moveTo>
                    <a:pt x="281178" y="32893"/>
                  </a:moveTo>
                  <a:lnTo>
                    <a:pt x="266789" y="35651"/>
                  </a:lnTo>
                  <a:lnTo>
                    <a:pt x="255317" y="43338"/>
                  </a:lnTo>
                  <a:lnTo>
                    <a:pt x="247727" y="55074"/>
                  </a:lnTo>
                  <a:lnTo>
                    <a:pt x="244983" y="69976"/>
                  </a:lnTo>
                  <a:lnTo>
                    <a:pt x="247727" y="85020"/>
                  </a:lnTo>
                  <a:lnTo>
                    <a:pt x="255317" y="96694"/>
                  </a:lnTo>
                  <a:lnTo>
                    <a:pt x="266789" y="104249"/>
                  </a:lnTo>
                  <a:lnTo>
                    <a:pt x="281178" y="106934"/>
                  </a:lnTo>
                  <a:lnTo>
                    <a:pt x="288827" y="106170"/>
                  </a:lnTo>
                  <a:lnTo>
                    <a:pt x="295513" y="103965"/>
                  </a:lnTo>
                  <a:lnTo>
                    <a:pt x="301126" y="100451"/>
                  </a:lnTo>
                  <a:lnTo>
                    <a:pt x="305562" y="95758"/>
                  </a:lnTo>
                  <a:lnTo>
                    <a:pt x="319151" y="95758"/>
                  </a:lnTo>
                  <a:lnTo>
                    <a:pt x="319151" y="95250"/>
                  </a:lnTo>
                  <a:lnTo>
                    <a:pt x="282575" y="95250"/>
                  </a:lnTo>
                  <a:lnTo>
                    <a:pt x="272875" y="93337"/>
                  </a:lnTo>
                  <a:lnTo>
                    <a:pt x="272680" y="93337"/>
                  </a:lnTo>
                  <a:lnTo>
                    <a:pt x="264906" y="87899"/>
                  </a:lnTo>
                  <a:lnTo>
                    <a:pt x="260046" y="80033"/>
                  </a:lnTo>
                  <a:lnTo>
                    <a:pt x="259947" y="79873"/>
                  </a:lnTo>
                  <a:lnTo>
                    <a:pt x="258191" y="69976"/>
                  </a:lnTo>
                  <a:lnTo>
                    <a:pt x="259947" y="60061"/>
                  </a:lnTo>
                  <a:lnTo>
                    <a:pt x="264906" y="51990"/>
                  </a:lnTo>
                  <a:lnTo>
                    <a:pt x="272603" y="46563"/>
                  </a:lnTo>
                  <a:lnTo>
                    <a:pt x="282575" y="44576"/>
                  </a:lnTo>
                  <a:lnTo>
                    <a:pt x="319151" y="44576"/>
                  </a:lnTo>
                  <a:lnTo>
                    <a:pt x="319151" y="43687"/>
                  </a:lnTo>
                  <a:lnTo>
                    <a:pt x="306451" y="43687"/>
                  </a:lnTo>
                  <a:lnTo>
                    <a:pt x="301787" y="39215"/>
                  </a:lnTo>
                  <a:lnTo>
                    <a:pt x="296100" y="35813"/>
                  </a:lnTo>
                  <a:lnTo>
                    <a:pt x="289270" y="33651"/>
                  </a:lnTo>
                  <a:lnTo>
                    <a:pt x="281178" y="32893"/>
                  </a:lnTo>
                  <a:close/>
                </a:path>
                <a:path w="574675" h="138429">
                  <a:moveTo>
                    <a:pt x="319151" y="44576"/>
                  </a:moveTo>
                  <a:lnTo>
                    <a:pt x="282575" y="44576"/>
                  </a:lnTo>
                  <a:lnTo>
                    <a:pt x="292786" y="46563"/>
                  </a:lnTo>
                  <a:lnTo>
                    <a:pt x="300640" y="51990"/>
                  </a:lnTo>
                  <a:lnTo>
                    <a:pt x="305685" y="60061"/>
                  </a:lnTo>
                  <a:lnTo>
                    <a:pt x="307467" y="69976"/>
                  </a:lnTo>
                  <a:lnTo>
                    <a:pt x="305713" y="79873"/>
                  </a:lnTo>
                  <a:lnTo>
                    <a:pt x="282575" y="95250"/>
                  </a:lnTo>
                  <a:lnTo>
                    <a:pt x="319151" y="95250"/>
                  </a:lnTo>
                  <a:lnTo>
                    <a:pt x="319151" y="44576"/>
                  </a:lnTo>
                  <a:close/>
                </a:path>
                <a:path w="574675" h="138429">
                  <a:moveTo>
                    <a:pt x="319151" y="33274"/>
                  </a:moveTo>
                  <a:lnTo>
                    <a:pt x="306451" y="33274"/>
                  </a:lnTo>
                  <a:lnTo>
                    <a:pt x="306451" y="43687"/>
                  </a:lnTo>
                  <a:lnTo>
                    <a:pt x="319151" y="43687"/>
                  </a:lnTo>
                  <a:lnTo>
                    <a:pt x="319151" y="33274"/>
                  </a:lnTo>
                  <a:close/>
                </a:path>
                <a:path w="574675" h="138429">
                  <a:moveTo>
                    <a:pt x="125857" y="32893"/>
                  </a:moveTo>
                  <a:lnTo>
                    <a:pt x="111682" y="35710"/>
                  </a:lnTo>
                  <a:lnTo>
                    <a:pt x="100187" y="43529"/>
                  </a:lnTo>
                  <a:lnTo>
                    <a:pt x="92477" y="55395"/>
                  </a:lnTo>
                  <a:lnTo>
                    <a:pt x="89662" y="70358"/>
                  </a:lnTo>
                  <a:lnTo>
                    <a:pt x="92477" y="85340"/>
                  </a:lnTo>
                  <a:lnTo>
                    <a:pt x="100187" y="97250"/>
                  </a:lnTo>
                  <a:lnTo>
                    <a:pt x="111682" y="105112"/>
                  </a:lnTo>
                  <a:lnTo>
                    <a:pt x="125857" y="107950"/>
                  </a:lnTo>
                  <a:lnTo>
                    <a:pt x="133806" y="107112"/>
                  </a:lnTo>
                  <a:lnTo>
                    <a:pt x="140779" y="104775"/>
                  </a:lnTo>
                  <a:lnTo>
                    <a:pt x="146609" y="101199"/>
                  </a:lnTo>
                  <a:lnTo>
                    <a:pt x="151130" y="96647"/>
                  </a:lnTo>
                  <a:lnTo>
                    <a:pt x="163830" y="96647"/>
                  </a:lnTo>
                  <a:lnTo>
                    <a:pt x="163830" y="96138"/>
                  </a:lnTo>
                  <a:lnTo>
                    <a:pt x="127253" y="96138"/>
                  </a:lnTo>
                  <a:lnTo>
                    <a:pt x="117611" y="94164"/>
                  </a:lnTo>
                  <a:lnTo>
                    <a:pt x="117362" y="94164"/>
                  </a:lnTo>
                  <a:lnTo>
                    <a:pt x="109521" y="88534"/>
                  </a:lnTo>
                  <a:lnTo>
                    <a:pt x="104519" y="80333"/>
                  </a:lnTo>
                  <a:lnTo>
                    <a:pt x="102743" y="70358"/>
                  </a:lnTo>
                  <a:lnTo>
                    <a:pt x="104447" y="60382"/>
                  </a:lnTo>
                  <a:lnTo>
                    <a:pt x="109331" y="52181"/>
                  </a:lnTo>
                  <a:lnTo>
                    <a:pt x="117048" y="46622"/>
                  </a:lnTo>
                  <a:lnTo>
                    <a:pt x="127253" y="44576"/>
                  </a:lnTo>
                  <a:lnTo>
                    <a:pt x="163830" y="44576"/>
                  </a:lnTo>
                  <a:lnTo>
                    <a:pt x="163830" y="44069"/>
                  </a:lnTo>
                  <a:lnTo>
                    <a:pt x="151130" y="44069"/>
                  </a:lnTo>
                  <a:lnTo>
                    <a:pt x="146395" y="39375"/>
                  </a:lnTo>
                  <a:lnTo>
                    <a:pt x="140589" y="35861"/>
                  </a:lnTo>
                  <a:lnTo>
                    <a:pt x="133734" y="33656"/>
                  </a:lnTo>
                  <a:lnTo>
                    <a:pt x="125857" y="32893"/>
                  </a:lnTo>
                  <a:close/>
                </a:path>
                <a:path w="574675" h="138429">
                  <a:moveTo>
                    <a:pt x="163830" y="96647"/>
                  </a:moveTo>
                  <a:lnTo>
                    <a:pt x="151130" y="96647"/>
                  </a:lnTo>
                  <a:lnTo>
                    <a:pt x="151130" y="106934"/>
                  </a:lnTo>
                  <a:lnTo>
                    <a:pt x="163830" y="106934"/>
                  </a:lnTo>
                  <a:lnTo>
                    <a:pt x="163830" y="96647"/>
                  </a:lnTo>
                  <a:close/>
                </a:path>
                <a:path w="574675" h="138429">
                  <a:moveTo>
                    <a:pt x="163830" y="44576"/>
                  </a:moveTo>
                  <a:lnTo>
                    <a:pt x="127253" y="44576"/>
                  </a:lnTo>
                  <a:lnTo>
                    <a:pt x="137520" y="46622"/>
                  </a:lnTo>
                  <a:lnTo>
                    <a:pt x="137328" y="46622"/>
                  </a:lnTo>
                  <a:lnTo>
                    <a:pt x="145129" y="52038"/>
                  </a:lnTo>
                  <a:lnTo>
                    <a:pt x="150292" y="60221"/>
                  </a:lnTo>
                  <a:lnTo>
                    <a:pt x="152146" y="70358"/>
                  </a:lnTo>
                  <a:lnTo>
                    <a:pt x="150331" y="80333"/>
                  </a:lnTo>
                  <a:lnTo>
                    <a:pt x="127253" y="96138"/>
                  </a:lnTo>
                  <a:lnTo>
                    <a:pt x="163830" y="96138"/>
                  </a:lnTo>
                  <a:lnTo>
                    <a:pt x="163830" y="44576"/>
                  </a:lnTo>
                  <a:close/>
                </a:path>
                <a:path w="574675" h="138429">
                  <a:moveTo>
                    <a:pt x="163830" y="34289"/>
                  </a:moveTo>
                  <a:lnTo>
                    <a:pt x="151130" y="34289"/>
                  </a:lnTo>
                  <a:lnTo>
                    <a:pt x="151130" y="44069"/>
                  </a:lnTo>
                  <a:lnTo>
                    <a:pt x="163830" y="44069"/>
                  </a:lnTo>
                  <a:lnTo>
                    <a:pt x="163830" y="34289"/>
                  </a:lnTo>
                  <a:close/>
                </a:path>
                <a:path w="574675" h="138429">
                  <a:moveTo>
                    <a:pt x="375539" y="32893"/>
                  </a:moveTo>
                  <a:lnTo>
                    <a:pt x="361070" y="35710"/>
                  </a:lnTo>
                  <a:lnTo>
                    <a:pt x="349424" y="43529"/>
                  </a:lnTo>
                  <a:lnTo>
                    <a:pt x="341659" y="55395"/>
                  </a:lnTo>
                  <a:lnTo>
                    <a:pt x="338836" y="70358"/>
                  </a:lnTo>
                  <a:lnTo>
                    <a:pt x="341659" y="85340"/>
                  </a:lnTo>
                  <a:lnTo>
                    <a:pt x="349424" y="97250"/>
                  </a:lnTo>
                  <a:lnTo>
                    <a:pt x="361070" y="105112"/>
                  </a:lnTo>
                  <a:lnTo>
                    <a:pt x="375539" y="107950"/>
                  </a:lnTo>
                  <a:lnTo>
                    <a:pt x="383424" y="107112"/>
                  </a:lnTo>
                  <a:lnTo>
                    <a:pt x="390334" y="104775"/>
                  </a:lnTo>
                  <a:lnTo>
                    <a:pt x="396291" y="101199"/>
                  </a:lnTo>
                  <a:lnTo>
                    <a:pt x="401320" y="96647"/>
                  </a:lnTo>
                  <a:lnTo>
                    <a:pt x="413512" y="96647"/>
                  </a:lnTo>
                  <a:lnTo>
                    <a:pt x="413512" y="96138"/>
                  </a:lnTo>
                  <a:lnTo>
                    <a:pt x="377444" y="96138"/>
                  </a:lnTo>
                  <a:lnTo>
                    <a:pt x="367537" y="94164"/>
                  </a:lnTo>
                  <a:lnTo>
                    <a:pt x="367279" y="94164"/>
                  </a:lnTo>
                  <a:lnTo>
                    <a:pt x="359330" y="88534"/>
                  </a:lnTo>
                  <a:lnTo>
                    <a:pt x="354316" y="80333"/>
                  </a:lnTo>
                  <a:lnTo>
                    <a:pt x="352551" y="70358"/>
                  </a:lnTo>
                  <a:lnTo>
                    <a:pt x="354262" y="60382"/>
                  </a:lnTo>
                  <a:lnTo>
                    <a:pt x="359187" y="52181"/>
                  </a:lnTo>
                  <a:lnTo>
                    <a:pt x="367018" y="46622"/>
                  </a:lnTo>
                  <a:lnTo>
                    <a:pt x="377444" y="44576"/>
                  </a:lnTo>
                  <a:lnTo>
                    <a:pt x="413512" y="44576"/>
                  </a:lnTo>
                  <a:lnTo>
                    <a:pt x="413512" y="44069"/>
                  </a:lnTo>
                  <a:lnTo>
                    <a:pt x="401320" y="44069"/>
                  </a:lnTo>
                  <a:lnTo>
                    <a:pt x="396363" y="39375"/>
                  </a:lnTo>
                  <a:lnTo>
                    <a:pt x="390525" y="35861"/>
                  </a:lnTo>
                  <a:lnTo>
                    <a:pt x="383639" y="33656"/>
                  </a:lnTo>
                  <a:lnTo>
                    <a:pt x="375539" y="32893"/>
                  </a:lnTo>
                  <a:close/>
                </a:path>
                <a:path w="574675" h="138429">
                  <a:moveTo>
                    <a:pt x="413512" y="96647"/>
                  </a:moveTo>
                  <a:lnTo>
                    <a:pt x="401320" y="96647"/>
                  </a:lnTo>
                  <a:lnTo>
                    <a:pt x="401320" y="106934"/>
                  </a:lnTo>
                  <a:lnTo>
                    <a:pt x="413512" y="106934"/>
                  </a:lnTo>
                  <a:lnTo>
                    <a:pt x="413512" y="96647"/>
                  </a:lnTo>
                  <a:close/>
                </a:path>
                <a:path w="574675" h="138429">
                  <a:moveTo>
                    <a:pt x="413512" y="44576"/>
                  </a:moveTo>
                  <a:lnTo>
                    <a:pt x="377444" y="44576"/>
                  </a:lnTo>
                  <a:lnTo>
                    <a:pt x="387628" y="46622"/>
                  </a:lnTo>
                  <a:lnTo>
                    <a:pt x="387437" y="46622"/>
                  </a:lnTo>
                  <a:lnTo>
                    <a:pt x="395065" y="52038"/>
                  </a:lnTo>
                  <a:lnTo>
                    <a:pt x="400053" y="60221"/>
                  </a:lnTo>
                  <a:lnTo>
                    <a:pt x="401828" y="70358"/>
                  </a:lnTo>
                  <a:lnTo>
                    <a:pt x="400091" y="80333"/>
                  </a:lnTo>
                  <a:lnTo>
                    <a:pt x="400053" y="80547"/>
                  </a:lnTo>
                  <a:lnTo>
                    <a:pt x="395181" y="88534"/>
                  </a:lnTo>
                  <a:lnTo>
                    <a:pt x="395065" y="88725"/>
                  </a:lnTo>
                  <a:lnTo>
                    <a:pt x="387361" y="94164"/>
                  </a:lnTo>
                  <a:lnTo>
                    <a:pt x="377444" y="96138"/>
                  </a:lnTo>
                  <a:lnTo>
                    <a:pt x="413512" y="96138"/>
                  </a:lnTo>
                  <a:lnTo>
                    <a:pt x="413512" y="44576"/>
                  </a:lnTo>
                  <a:close/>
                </a:path>
                <a:path w="574675" h="138429">
                  <a:moveTo>
                    <a:pt x="413512" y="34289"/>
                  </a:moveTo>
                  <a:lnTo>
                    <a:pt x="401320" y="34289"/>
                  </a:lnTo>
                  <a:lnTo>
                    <a:pt x="401320" y="44069"/>
                  </a:lnTo>
                  <a:lnTo>
                    <a:pt x="413512" y="44069"/>
                  </a:lnTo>
                  <a:lnTo>
                    <a:pt x="413512" y="34289"/>
                  </a:lnTo>
                  <a:close/>
                </a:path>
                <a:path w="574675" h="138429">
                  <a:moveTo>
                    <a:pt x="74676" y="0"/>
                  </a:moveTo>
                  <a:lnTo>
                    <a:pt x="0" y="0"/>
                  </a:lnTo>
                  <a:lnTo>
                    <a:pt x="0" y="106934"/>
                  </a:lnTo>
                  <a:lnTo>
                    <a:pt x="13589" y="106934"/>
                  </a:lnTo>
                  <a:lnTo>
                    <a:pt x="13589" y="59182"/>
                  </a:lnTo>
                  <a:lnTo>
                    <a:pt x="71374" y="59182"/>
                  </a:lnTo>
                  <a:lnTo>
                    <a:pt x="71374" y="46862"/>
                  </a:lnTo>
                  <a:lnTo>
                    <a:pt x="13589" y="46862"/>
                  </a:lnTo>
                  <a:lnTo>
                    <a:pt x="13589" y="13081"/>
                  </a:lnTo>
                  <a:lnTo>
                    <a:pt x="74676" y="13081"/>
                  </a:lnTo>
                  <a:lnTo>
                    <a:pt x="74676" y="0"/>
                  </a:lnTo>
                  <a:close/>
                </a:path>
                <a:path w="574675" h="138429">
                  <a:moveTo>
                    <a:pt x="202311" y="34671"/>
                  </a:moveTo>
                  <a:lnTo>
                    <a:pt x="190119" y="34671"/>
                  </a:lnTo>
                  <a:lnTo>
                    <a:pt x="190119" y="106934"/>
                  </a:lnTo>
                  <a:lnTo>
                    <a:pt x="202311" y="106934"/>
                  </a:lnTo>
                  <a:lnTo>
                    <a:pt x="202311" y="66167"/>
                  </a:lnTo>
                  <a:lnTo>
                    <a:pt x="203658" y="57275"/>
                  </a:lnTo>
                  <a:lnTo>
                    <a:pt x="207470" y="50466"/>
                  </a:lnTo>
                  <a:lnTo>
                    <a:pt x="213401" y="46110"/>
                  </a:lnTo>
                  <a:lnTo>
                    <a:pt x="221107" y="44576"/>
                  </a:lnTo>
                  <a:lnTo>
                    <a:pt x="234055" y="44576"/>
                  </a:lnTo>
                  <a:lnTo>
                    <a:pt x="234193" y="44069"/>
                  </a:lnTo>
                  <a:lnTo>
                    <a:pt x="202311" y="44069"/>
                  </a:lnTo>
                  <a:lnTo>
                    <a:pt x="202311" y="34671"/>
                  </a:lnTo>
                  <a:close/>
                </a:path>
                <a:path w="574675" h="138429">
                  <a:moveTo>
                    <a:pt x="234055" y="44576"/>
                  </a:moveTo>
                  <a:lnTo>
                    <a:pt x="225298" y="44576"/>
                  </a:lnTo>
                  <a:lnTo>
                    <a:pt x="229997" y="45974"/>
                  </a:lnTo>
                  <a:lnTo>
                    <a:pt x="233299" y="47371"/>
                  </a:lnTo>
                  <a:lnTo>
                    <a:pt x="234055" y="44576"/>
                  </a:lnTo>
                  <a:close/>
                </a:path>
                <a:path w="574675" h="138429">
                  <a:moveTo>
                    <a:pt x="228600" y="32893"/>
                  </a:moveTo>
                  <a:lnTo>
                    <a:pt x="214503" y="32893"/>
                  </a:lnTo>
                  <a:lnTo>
                    <a:pt x="207010" y="37084"/>
                  </a:lnTo>
                  <a:lnTo>
                    <a:pt x="202311" y="44069"/>
                  </a:lnTo>
                  <a:lnTo>
                    <a:pt x="234193" y="44069"/>
                  </a:lnTo>
                  <a:lnTo>
                    <a:pt x="236601" y="35179"/>
                  </a:lnTo>
                  <a:lnTo>
                    <a:pt x="232791" y="33274"/>
                  </a:lnTo>
                  <a:lnTo>
                    <a:pt x="228600" y="32893"/>
                  </a:lnTo>
                  <a:close/>
                </a:path>
                <a:path w="574675" h="138429">
                  <a:moveTo>
                    <a:pt x="459486" y="45085"/>
                  </a:moveTo>
                  <a:lnTo>
                    <a:pt x="446405" y="45085"/>
                  </a:lnTo>
                  <a:lnTo>
                    <a:pt x="446405" y="81152"/>
                  </a:lnTo>
                  <a:lnTo>
                    <a:pt x="448121" y="92894"/>
                  </a:lnTo>
                  <a:lnTo>
                    <a:pt x="453088" y="101266"/>
                  </a:lnTo>
                  <a:lnTo>
                    <a:pt x="461031" y="106281"/>
                  </a:lnTo>
                  <a:lnTo>
                    <a:pt x="471678" y="107950"/>
                  </a:lnTo>
                  <a:lnTo>
                    <a:pt x="480695" y="107950"/>
                  </a:lnTo>
                  <a:lnTo>
                    <a:pt x="488061" y="105156"/>
                  </a:lnTo>
                  <a:lnTo>
                    <a:pt x="493268" y="100837"/>
                  </a:lnTo>
                  <a:lnTo>
                    <a:pt x="490474" y="96138"/>
                  </a:lnTo>
                  <a:lnTo>
                    <a:pt x="465201" y="96138"/>
                  </a:lnTo>
                  <a:lnTo>
                    <a:pt x="459486" y="91439"/>
                  </a:lnTo>
                  <a:lnTo>
                    <a:pt x="459486" y="45085"/>
                  </a:lnTo>
                  <a:close/>
                </a:path>
                <a:path w="574675" h="138429">
                  <a:moveTo>
                    <a:pt x="487680" y="91439"/>
                  </a:moveTo>
                  <a:lnTo>
                    <a:pt x="483489" y="94361"/>
                  </a:lnTo>
                  <a:lnTo>
                    <a:pt x="478282" y="96138"/>
                  </a:lnTo>
                  <a:lnTo>
                    <a:pt x="490474" y="96138"/>
                  </a:lnTo>
                  <a:lnTo>
                    <a:pt x="487680" y="91439"/>
                  </a:lnTo>
                  <a:close/>
                </a:path>
                <a:path w="574675" h="138429">
                  <a:moveTo>
                    <a:pt x="489585" y="34289"/>
                  </a:moveTo>
                  <a:lnTo>
                    <a:pt x="431292" y="34289"/>
                  </a:lnTo>
                  <a:lnTo>
                    <a:pt x="431292" y="45085"/>
                  </a:lnTo>
                  <a:lnTo>
                    <a:pt x="489585" y="45085"/>
                  </a:lnTo>
                  <a:lnTo>
                    <a:pt x="489585" y="34289"/>
                  </a:lnTo>
                  <a:close/>
                </a:path>
                <a:path w="574675" h="138429">
                  <a:moveTo>
                    <a:pt x="458597" y="11302"/>
                  </a:moveTo>
                  <a:lnTo>
                    <a:pt x="446405" y="11302"/>
                  </a:lnTo>
                  <a:lnTo>
                    <a:pt x="446405" y="34289"/>
                  </a:lnTo>
                  <a:lnTo>
                    <a:pt x="458597" y="34289"/>
                  </a:lnTo>
                  <a:lnTo>
                    <a:pt x="458597" y="1130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838555" y="6220841"/>
              <a:ext cx="1357884" cy="210185"/>
            </a:xfrm>
            <a:prstGeom prst="rect">
              <a:avLst/>
            </a:prstGeom>
          </p:spPr>
        </p:pic>
        <p:sp>
          <p:nvSpPr>
            <p:cNvPr id="132" name="object 132" descr=""/>
            <p:cNvSpPr/>
            <p:nvPr/>
          </p:nvSpPr>
          <p:spPr>
            <a:xfrm>
              <a:off x="13904009" y="7349108"/>
              <a:ext cx="140335" cy="301625"/>
            </a:xfrm>
            <a:custGeom>
              <a:avLst/>
              <a:gdLst/>
              <a:ahLst/>
              <a:cxnLst/>
              <a:rect l="l" t="t" r="r" b="b"/>
              <a:pathLst>
                <a:path w="140334" h="301625">
                  <a:moveTo>
                    <a:pt x="69800" y="0"/>
                  </a:moveTo>
                  <a:lnTo>
                    <a:pt x="69072" y="0"/>
                  </a:lnTo>
                  <a:lnTo>
                    <a:pt x="65811" y="4450"/>
                  </a:lnTo>
                  <a:lnTo>
                    <a:pt x="59989" y="12271"/>
                  </a:lnTo>
                  <a:lnTo>
                    <a:pt x="52214" y="22306"/>
                  </a:lnTo>
                  <a:lnTo>
                    <a:pt x="43130" y="33401"/>
                  </a:lnTo>
                  <a:lnTo>
                    <a:pt x="0" y="128202"/>
                  </a:lnTo>
                  <a:lnTo>
                    <a:pt x="10983" y="201549"/>
                  </a:lnTo>
                  <a:lnTo>
                    <a:pt x="42326" y="248892"/>
                  </a:lnTo>
                  <a:lnTo>
                    <a:pt x="60275" y="265684"/>
                  </a:lnTo>
                  <a:lnTo>
                    <a:pt x="61418" y="266446"/>
                  </a:lnTo>
                  <a:lnTo>
                    <a:pt x="62294" y="278050"/>
                  </a:lnTo>
                  <a:lnTo>
                    <a:pt x="63344" y="289464"/>
                  </a:lnTo>
                  <a:lnTo>
                    <a:pt x="64224" y="298164"/>
                  </a:lnTo>
                  <a:lnTo>
                    <a:pt x="64593" y="301625"/>
                  </a:lnTo>
                  <a:lnTo>
                    <a:pt x="73991" y="301625"/>
                  </a:lnTo>
                  <a:lnTo>
                    <a:pt x="74382" y="298164"/>
                  </a:lnTo>
                  <a:lnTo>
                    <a:pt x="75309" y="289464"/>
                  </a:lnTo>
                  <a:lnTo>
                    <a:pt x="76402" y="278050"/>
                  </a:lnTo>
                  <a:lnTo>
                    <a:pt x="77293" y="266446"/>
                  </a:lnTo>
                  <a:lnTo>
                    <a:pt x="78273" y="265684"/>
                  </a:lnTo>
                  <a:lnTo>
                    <a:pt x="80734" y="263652"/>
                  </a:lnTo>
                  <a:lnTo>
                    <a:pt x="69292" y="263652"/>
                  </a:lnTo>
                  <a:lnTo>
                    <a:pt x="63704" y="258699"/>
                  </a:lnTo>
                  <a:lnTo>
                    <a:pt x="62180" y="256286"/>
                  </a:lnTo>
                  <a:lnTo>
                    <a:pt x="69038" y="105029"/>
                  </a:lnTo>
                  <a:lnTo>
                    <a:pt x="69038" y="104775"/>
                  </a:lnTo>
                  <a:lnTo>
                    <a:pt x="132100" y="104775"/>
                  </a:lnTo>
                  <a:lnTo>
                    <a:pt x="128875" y="89928"/>
                  </a:lnTo>
                  <a:lnTo>
                    <a:pt x="95581" y="33401"/>
                  </a:lnTo>
                  <a:lnTo>
                    <a:pt x="86516" y="22306"/>
                  </a:lnTo>
                  <a:lnTo>
                    <a:pt x="78785" y="12271"/>
                  </a:lnTo>
                  <a:lnTo>
                    <a:pt x="73007" y="4450"/>
                  </a:lnTo>
                  <a:lnTo>
                    <a:pt x="69800" y="0"/>
                  </a:lnTo>
                  <a:close/>
                </a:path>
                <a:path w="140334" h="301625">
                  <a:moveTo>
                    <a:pt x="132100" y="104775"/>
                  </a:moveTo>
                  <a:lnTo>
                    <a:pt x="69588" y="104775"/>
                  </a:lnTo>
                  <a:lnTo>
                    <a:pt x="69673" y="105029"/>
                  </a:lnTo>
                  <a:lnTo>
                    <a:pt x="76531" y="256032"/>
                  </a:lnTo>
                  <a:lnTo>
                    <a:pt x="76531" y="256286"/>
                  </a:lnTo>
                  <a:lnTo>
                    <a:pt x="74880" y="258699"/>
                  </a:lnTo>
                  <a:lnTo>
                    <a:pt x="69292" y="263652"/>
                  </a:lnTo>
                  <a:lnTo>
                    <a:pt x="80734" y="263652"/>
                  </a:lnTo>
                  <a:lnTo>
                    <a:pt x="119521" y="217850"/>
                  </a:lnTo>
                  <a:lnTo>
                    <a:pt x="139768" y="140075"/>
                  </a:lnTo>
                  <a:lnTo>
                    <a:pt x="132155" y="105029"/>
                  </a:lnTo>
                  <a:lnTo>
                    <a:pt x="132100" y="104775"/>
                  </a:lnTo>
                  <a:close/>
                </a:path>
              </a:pathLst>
            </a:custGeom>
            <a:solidFill>
              <a:srgbClr val="001E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114271" y="7453502"/>
              <a:ext cx="1082675" cy="221869"/>
            </a:xfrm>
            <a:prstGeom prst="rect">
              <a:avLst/>
            </a:prstGeom>
          </p:spPr>
        </p:pic>
      </p:grpSp>
      <p:sp>
        <p:nvSpPr>
          <p:cNvPr id="134" name="object 134" descr=""/>
          <p:cNvSpPr txBox="1"/>
          <p:nvPr/>
        </p:nvSpPr>
        <p:spPr>
          <a:xfrm>
            <a:off x="8120888" y="8567419"/>
            <a:ext cx="14979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70">
                <a:latin typeface="Calibri"/>
                <a:cs typeface="Calibri"/>
              </a:rPr>
              <a:t>Other</a:t>
            </a:r>
            <a:r>
              <a:rPr dirty="0" sz="1600" spc="60">
                <a:latin typeface="Calibri"/>
                <a:cs typeface="Calibri"/>
              </a:rPr>
              <a:t> </a:t>
            </a:r>
            <a:r>
              <a:rPr dirty="0" sz="1600" spc="180">
                <a:latin typeface="Calibri"/>
                <a:cs typeface="Calibri"/>
              </a:rPr>
              <a:t>Regions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35" name="object 135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981817" y="8686101"/>
            <a:ext cx="1008405" cy="606552"/>
          </a:xfrm>
          <a:prstGeom prst="rect">
            <a:avLst/>
          </a:prstGeom>
        </p:spPr>
      </p:pic>
      <p:sp>
        <p:nvSpPr>
          <p:cNvPr id="136" name="object 136" descr=""/>
          <p:cNvSpPr txBox="1"/>
          <p:nvPr/>
        </p:nvSpPr>
        <p:spPr>
          <a:xfrm>
            <a:off x="2577845" y="8173339"/>
            <a:ext cx="5600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9">
                <a:latin typeface="Calibri"/>
                <a:cs typeface="Calibri"/>
              </a:rPr>
              <a:t>Edge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7" name="object 137" descr=""/>
          <p:cNvSpPr txBox="1"/>
          <p:nvPr/>
        </p:nvSpPr>
        <p:spPr>
          <a:xfrm>
            <a:off x="181152" y="9782657"/>
            <a:ext cx="3092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latin typeface="Arial"/>
                <a:cs typeface="Arial"/>
              </a:rPr>
              <a:t>15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527651" y="356615"/>
            <a:ext cx="406400" cy="406400"/>
            <a:chOff x="17527651" y="356615"/>
            <a:chExt cx="406400" cy="4064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06772" y="435990"/>
              <a:ext cx="248158" cy="24739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7527651" y="356615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03200" y="0"/>
                  </a:moveTo>
                  <a:lnTo>
                    <a:pt x="156674" y="5377"/>
                  </a:lnTo>
                  <a:lnTo>
                    <a:pt x="113929" y="20690"/>
                  </a:lnTo>
                  <a:lnTo>
                    <a:pt x="76197" y="44706"/>
                  </a:lnTo>
                  <a:lnTo>
                    <a:pt x="44706" y="76197"/>
                  </a:lnTo>
                  <a:lnTo>
                    <a:pt x="20690" y="113929"/>
                  </a:lnTo>
                  <a:lnTo>
                    <a:pt x="5463" y="156434"/>
                  </a:lnTo>
                  <a:lnTo>
                    <a:pt x="29" y="202945"/>
                  </a:lnTo>
                  <a:lnTo>
                    <a:pt x="0" y="203200"/>
                  </a:lnTo>
                  <a:lnTo>
                    <a:pt x="5349" y="249464"/>
                  </a:lnTo>
                  <a:lnTo>
                    <a:pt x="5377" y="249704"/>
                  </a:lnTo>
                  <a:lnTo>
                    <a:pt x="20617" y="292191"/>
                  </a:lnTo>
                  <a:lnTo>
                    <a:pt x="20690" y="292394"/>
                  </a:lnTo>
                  <a:lnTo>
                    <a:pt x="44608" y="329898"/>
                  </a:lnTo>
                  <a:lnTo>
                    <a:pt x="44706" y="330053"/>
                  </a:lnTo>
                  <a:lnTo>
                    <a:pt x="76197" y="361461"/>
                  </a:lnTo>
                  <a:lnTo>
                    <a:pt x="113929" y="385404"/>
                  </a:lnTo>
                  <a:lnTo>
                    <a:pt x="156674" y="400662"/>
                  </a:lnTo>
                  <a:lnTo>
                    <a:pt x="203200" y="406018"/>
                  </a:lnTo>
                  <a:lnTo>
                    <a:pt x="249603" y="400662"/>
                  </a:lnTo>
                  <a:lnTo>
                    <a:pt x="288311" y="386841"/>
                  </a:lnTo>
                  <a:lnTo>
                    <a:pt x="203200" y="386841"/>
                  </a:lnTo>
                  <a:lnTo>
                    <a:pt x="154432" y="380249"/>
                  </a:lnTo>
                  <a:lnTo>
                    <a:pt x="110537" y="361658"/>
                  </a:lnTo>
                  <a:lnTo>
                    <a:pt x="73294" y="332851"/>
                  </a:lnTo>
                  <a:lnTo>
                    <a:pt x="44487" y="295608"/>
                  </a:lnTo>
                  <a:lnTo>
                    <a:pt x="25896" y="251713"/>
                  </a:lnTo>
                  <a:lnTo>
                    <a:pt x="19338" y="203200"/>
                  </a:lnTo>
                  <a:lnTo>
                    <a:pt x="19303" y="202945"/>
                  </a:lnTo>
                  <a:lnTo>
                    <a:pt x="25896" y="154036"/>
                  </a:lnTo>
                  <a:lnTo>
                    <a:pt x="44487" y="110080"/>
                  </a:lnTo>
                  <a:lnTo>
                    <a:pt x="73294" y="72834"/>
                  </a:lnTo>
                  <a:lnTo>
                    <a:pt x="110537" y="44054"/>
                  </a:lnTo>
                  <a:lnTo>
                    <a:pt x="154432" y="25498"/>
                  </a:lnTo>
                  <a:lnTo>
                    <a:pt x="203200" y="18923"/>
                  </a:lnTo>
                  <a:lnTo>
                    <a:pt x="287666" y="18923"/>
                  </a:lnTo>
                  <a:lnTo>
                    <a:pt x="249765" y="5377"/>
                  </a:lnTo>
                  <a:lnTo>
                    <a:pt x="203200" y="0"/>
                  </a:lnTo>
                  <a:close/>
                </a:path>
                <a:path w="406400" h="406400">
                  <a:moveTo>
                    <a:pt x="287666" y="18923"/>
                  </a:moveTo>
                  <a:lnTo>
                    <a:pt x="203200" y="18923"/>
                  </a:lnTo>
                  <a:lnTo>
                    <a:pt x="252020" y="25498"/>
                  </a:lnTo>
                  <a:lnTo>
                    <a:pt x="295952" y="44054"/>
                  </a:lnTo>
                  <a:lnTo>
                    <a:pt x="333216" y="72834"/>
                  </a:lnTo>
                  <a:lnTo>
                    <a:pt x="362034" y="110080"/>
                  </a:lnTo>
                  <a:lnTo>
                    <a:pt x="380629" y="154036"/>
                  </a:lnTo>
                  <a:lnTo>
                    <a:pt x="387222" y="202945"/>
                  </a:lnTo>
                  <a:lnTo>
                    <a:pt x="380629" y="251713"/>
                  </a:lnTo>
                  <a:lnTo>
                    <a:pt x="362034" y="295608"/>
                  </a:lnTo>
                  <a:lnTo>
                    <a:pt x="333216" y="332851"/>
                  </a:lnTo>
                  <a:lnTo>
                    <a:pt x="295952" y="361658"/>
                  </a:lnTo>
                  <a:lnTo>
                    <a:pt x="252020" y="380249"/>
                  </a:lnTo>
                  <a:lnTo>
                    <a:pt x="203200" y="386841"/>
                  </a:lnTo>
                  <a:lnTo>
                    <a:pt x="288311" y="386841"/>
                  </a:lnTo>
                  <a:lnTo>
                    <a:pt x="330045" y="361461"/>
                  </a:lnTo>
                  <a:lnTo>
                    <a:pt x="361693" y="329898"/>
                  </a:lnTo>
                  <a:lnTo>
                    <a:pt x="385709" y="292191"/>
                  </a:lnTo>
                  <a:lnTo>
                    <a:pt x="400936" y="249704"/>
                  </a:lnTo>
                  <a:lnTo>
                    <a:pt x="406370" y="203200"/>
                  </a:lnTo>
                  <a:lnTo>
                    <a:pt x="406400" y="202945"/>
                  </a:lnTo>
                  <a:lnTo>
                    <a:pt x="401050" y="156674"/>
                  </a:lnTo>
                  <a:lnTo>
                    <a:pt x="401022" y="156434"/>
                  </a:lnTo>
                  <a:lnTo>
                    <a:pt x="385782" y="113929"/>
                  </a:lnTo>
                  <a:lnTo>
                    <a:pt x="361791" y="76197"/>
                  </a:lnTo>
                  <a:lnTo>
                    <a:pt x="330303" y="44706"/>
                  </a:lnTo>
                  <a:lnTo>
                    <a:pt x="292549" y="20690"/>
                  </a:lnTo>
                  <a:lnTo>
                    <a:pt x="287666" y="18923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437814" y="2020285"/>
            <a:ext cx="17489170" cy="8108315"/>
            <a:chOff x="437814" y="2020285"/>
            <a:chExt cx="17489170" cy="810831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814" y="2020285"/>
              <a:ext cx="17488697" cy="810773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695" y="2124709"/>
              <a:ext cx="16656583" cy="750059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496310" marR="5080" indent="-2580640">
              <a:lnSpc>
                <a:spcPct val="1141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스트리밍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플랫폼은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 spc="49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pc="490">
                <a:solidFill>
                  <a:srgbClr val="173360"/>
                </a:solidFill>
              </a:rPr>
              <a:t>를</a:t>
            </a:r>
            <a:r>
              <a:rPr dirty="0" spc="-35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중심으로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새로운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수명</a:t>
            </a:r>
            <a:r>
              <a:rPr dirty="0" spc="-30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주기를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가능하게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 spc="-20">
                <a:solidFill>
                  <a:srgbClr val="173360"/>
                </a:solidFill>
              </a:rPr>
              <a:t>합니다</a:t>
            </a:r>
            <a:r>
              <a:rPr dirty="0" spc="-20">
                <a:solidFill>
                  <a:srgbClr val="17336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5040248" y="4600447"/>
            <a:ext cx="5638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8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040248" y="5295138"/>
            <a:ext cx="5937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4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40248" y="5989701"/>
            <a:ext cx="594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4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040248" y="6765416"/>
            <a:ext cx="608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040248" y="7460107"/>
            <a:ext cx="5949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45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040248" y="8154669"/>
            <a:ext cx="601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95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892922" y="4600447"/>
            <a:ext cx="621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35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892922" y="5295138"/>
            <a:ext cx="6203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90" b="1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892922" y="6070853"/>
            <a:ext cx="615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85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892922" y="6765416"/>
            <a:ext cx="629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Topic</a:t>
            </a:r>
            <a:r>
              <a:rPr dirty="0" sz="12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70" b="1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969243" y="4600447"/>
            <a:ext cx="1192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20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20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969243" y="5376164"/>
            <a:ext cx="1222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20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1200" spc="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4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347976" y="2532125"/>
            <a:ext cx="1336040" cy="1228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270" b="1">
                <a:solidFill>
                  <a:srgbClr val="221F1F"/>
                </a:solidFill>
                <a:latin typeface="Calibri"/>
                <a:cs typeface="Calibri"/>
              </a:rPr>
              <a:t>Connect</a:t>
            </a:r>
            <a:endParaRPr sz="2000">
              <a:latin typeface="Calibri"/>
              <a:cs typeface="Calibri"/>
            </a:endParaRPr>
          </a:p>
          <a:p>
            <a:pPr algn="ctr" marL="12700" marR="5080" indent="635">
              <a:lnSpc>
                <a:spcPct val="100000"/>
              </a:lnSpc>
              <a:spcBef>
                <a:spcPts val="2030"/>
              </a:spcBef>
            </a:pP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Continuously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stream</a:t>
            </a:r>
            <a:r>
              <a:rPr dirty="0" sz="14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400" spc="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to </a:t>
            </a:r>
            <a:r>
              <a:rPr dirty="0" sz="1400" spc="135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135862" y="4600447"/>
            <a:ext cx="12553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30" b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200" spc="145" b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200" spc="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4135862" y="5376164"/>
            <a:ext cx="857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75" b="1">
                <a:solidFill>
                  <a:srgbClr val="FFFFFF"/>
                </a:solidFill>
                <a:latin typeface="Calibri"/>
                <a:cs typeface="Calibri"/>
              </a:rPr>
              <a:t>SaaS</a:t>
            </a:r>
            <a:r>
              <a:rPr dirty="0" sz="1200" spc="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135862" y="6151879"/>
            <a:ext cx="1367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5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200" spc="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50" b="1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135862" y="6927342"/>
            <a:ext cx="984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0" b="1">
                <a:solidFill>
                  <a:srgbClr val="FFFFFF"/>
                </a:solidFill>
                <a:latin typeface="Calibri"/>
                <a:cs typeface="Calibri"/>
              </a:rPr>
              <a:t>Dashboards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223128" y="2532125"/>
            <a:ext cx="1068705" cy="1228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0"/>
              </a:spcBef>
            </a:pPr>
            <a:r>
              <a:rPr dirty="0" sz="2000" spc="229" b="1">
                <a:solidFill>
                  <a:srgbClr val="221F1F"/>
                </a:solidFill>
                <a:latin typeface="Calibri"/>
                <a:cs typeface="Calibri"/>
              </a:rPr>
              <a:t>Govern</a:t>
            </a:r>
            <a:endParaRPr sz="2000">
              <a:latin typeface="Calibri"/>
              <a:cs typeface="Calibri"/>
            </a:endParaRPr>
          </a:p>
          <a:p>
            <a:pPr algn="ctr" marL="12700" marR="5080" indent="1270">
              <a:lnSpc>
                <a:spcPct val="100000"/>
              </a:lnSpc>
              <a:spcBef>
                <a:spcPts val="2030"/>
              </a:spcBef>
            </a:pPr>
            <a:r>
              <a:rPr dirty="0" sz="1400" spc="185">
                <a:solidFill>
                  <a:srgbClr val="221F1F"/>
                </a:solidFill>
                <a:latin typeface="Calibri"/>
                <a:cs typeface="Calibri"/>
              </a:rPr>
              <a:t>Tag</a:t>
            </a:r>
            <a:r>
              <a:rPr dirty="0" sz="1400" spc="5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and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secure</a:t>
            </a:r>
            <a:r>
              <a:rPr dirty="0" sz="14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0">
                <a:solidFill>
                  <a:srgbClr val="221F1F"/>
                </a:solidFill>
                <a:latin typeface="Calibri"/>
                <a:cs typeface="Calibri"/>
              </a:rPr>
              <a:t>data </a:t>
            </a: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streams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010270" y="2532125"/>
            <a:ext cx="1151890" cy="1015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dirty="0" sz="2000" spc="254" b="1">
                <a:solidFill>
                  <a:srgbClr val="221F1F"/>
                </a:solidFill>
                <a:latin typeface="Calibri"/>
                <a:cs typeface="Calibri"/>
              </a:rPr>
              <a:t>Process</a:t>
            </a:r>
            <a:endParaRPr sz="2000">
              <a:latin typeface="Calibri"/>
              <a:cs typeface="Calibri"/>
            </a:endParaRPr>
          </a:p>
          <a:p>
            <a:pPr marL="12700" marR="5080" indent="77470">
              <a:lnSpc>
                <a:spcPct val="100000"/>
              </a:lnSpc>
              <a:spcBef>
                <a:spcPts val="2030"/>
              </a:spcBef>
            </a:pP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Enrich</a:t>
            </a:r>
            <a:r>
              <a:rPr dirty="0" sz="14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and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cleanse</a:t>
            </a:r>
            <a:r>
              <a:rPr dirty="0" sz="1400" spc="5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0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0842752" y="2532125"/>
            <a:ext cx="1595755" cy="1228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235" b="1">
                <a:solidFill>
                  <a:srgbClr val="221F1F"/>
                </a:solidFill>
                <a:latin typeface="Calibri"/>
                <a:cs typeface="Calibri"/>
              </a:rPr>
              <a:t>Build</a:t>
            </a:r>
            <a:endParaRPr sz="2000">
              <a:latin typeface="Calibri"/>
              <a:cs typeface="Calibri"/>
            </a:endParaRPr>
          </a:p>
          <a:p>
            <a:pPr algn="ctr" marL="12065" marR="5080" indent="635">
              <a:lnSpc>
                <a:spcPct val="100000"/>
              </a:lnSpc>
              <a:spcBef>
                <a:spcPts val="2030"/>
              </a:spcBef>
            </a:pP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Create</a:t>
            </a:r>
            <a:r>
              <a:rPr dirty="0" sz="14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5">
                <a:solidFill>
                  <a:srgbClr val="221F1F"/>
                </a:solidFill>
                <a:latin typeface="Calibri"/>
                <a:cs typeface="Calibri"/>
              </a:rPr>
              <a:t>ready</a:t>
            </a:r>
            <a:r>
              <a:rPr dirty="0" sz="14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to </a:t>
            </a:r>
            <a:r>
              <a:rPr dirty="0" sz="1400" spc="110">
                <a:solidFill>
                  <a:srgbClr val="221F1F"/>
                </a:solidFill>
                <a:latin typeface="Calibri"/>
                <a:cs typeface="Calibri"/>
              </a:rPr>
              <a:t>share,</a:t>
            </a:r>
            <a:r>
              <a:rPr dirty="0" sz="1400" spc="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read</a:t>
            </a:r>
            <a:r>
              <a:rPr dirty="0" sz="14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0">
                <a:solidFill>
                  <a:srgbClr val="221F1F"/>
                </a:solidFill>
                <a:latin typeface="Calibri"/>
                <a:cs typeface="Calibri"/>
              </a:rPr>
              <a:t>use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400" spc="3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products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170533" y="2532125"/>
            <a:ext cx="1441450" cy="1015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2000" spc="245" b="1">
                <a:solidFill>
                  <a:srgbClr val="221F1F"/>
                </a:solidFill>
                <a:latin typeface="Calibri"/>
                <a:cs typeface="Calibri"/>
              </a:rPr>
              <a:t>Share</a:t>
            </a:r>
            <a:endParaRPr sz="2000">
              <a:latin typeface="Calibri"/>
              <a:cs typeface="Calibri"/>
            </a:endParaRPr>
          </a:p>
          <a:p>
            <a:pPr algn="ctr" marL="12065" marR="5080">
              <a:lnSpc>
                <a:spcPct val="100000"/>
              </a:lnSpc>
              <a:spcBef>
                <a:spcPts val="2030"/>
              </a:spcBef>
            </a:pP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Multicast</a:t>
            </a:r>
            <a:r>
              <a:rPr dirty="0" sz="1400" spc="1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14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0">
                <a:solidFill>
                  <a:srgbClr val="221F1F"/>
                </a:solidFill>
                <a:latin typeface="Calibri"/>
                <a:cs typeface="Calibri"/>
              </a:rPr>
              <a:t>any </a:t>
            </a: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destination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277617" y="4600447"/>
            <a:ext cx="7842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45" b="1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277617" y="5295138"/>
            <a:ext cx="753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75" b="1">
                <a:solidFill>
                  <a:srgbClr val="FFFFFF"/>
                </a:solidFill>
                <a:latin typeface="Calibri"/>
                <a:cs typeface="Calibri"/>
              </a:rPr>
              <a:t>SaaS</a:t>
            </a:r>
            <a:r>
              <a:rPr dirty="0" sz="1200" spc="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40" b="1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277617" y="5989701"/>
            <a:ext cx="14243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80" b="1">
                <a:solidFill>
                  <a:srgbClr val="FFFFFF"/>
                </a:solidFill>
                <a:latin typeface="Calibri"/>
                <a:cs typeface="Calibri"/>
              </a:rPr>
              <a:t>Custom</a:t>
            </a:r>
            <a:r>
              <a:rPr dirty="0" sz="1200" spc="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35" b="1">
                <a:solidFill>
                  <a:srgbClr val="FFFFFF"/>
                </a:solidFill>
                <a:latin typeface="Calibri"/>
                <a:cs typeface="Calibri"/>
              </a:rPr>
              <a:t>producer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241295" y="6765416"/>
            <a:ext cx="14319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75" b="1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12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05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20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150" b="1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2786761" y="4695697"/>
            <a:ext cx="13460730" cy="4234815"/>
          </a:xfrm>
          <a:custGeom>
            <a:avLst/>
            <a:gdLst/>
            <a:ahLst/>
            <a:cxnLst/>
            <a:rect l="l" t="t" r="r" b="b"/>
            <a:pathLst>
              <a:path w="13460730" h="4234815">
                <a:moveTo>
                  <a:pt x="1986407" y="3569589"/>
                </a:moveTo>
                <a:lnTo>
                  <a:pt x="1974227" y="3559429"/>
                </a:lnTo>
                <a:lnTo>
                  <a:pt x="1921002" y="3514979"/>
                </a:lnTo>
                <a:lnTo>
                  <a:pt x="1913686" y="3545903"/>
                </a:lnTo>
                <a:lnTo>
                  <a:pt x="1901571" y="3541395"/>
                </a:lnTo>
                <a:lnTo>
                  <a:pt x="1901215" y="3541268"/>
                </a:lnTo>
                <a:lnTo>
                  <a:pt x="1900796" y="3541014"/>
                </a:lnTo>
                <a:lnTo>
                  <a:pt x="1867916" y="3519678"/>
                </a:lnTo>
                <a:lnTo>
                  <a:pt x="1835277" y="3491611"/>
                </a:lnTo>
                <a:lnTo>
                  <a:pt x="1803781" y="3457702"/>
                </a:lnTo>
                <a:lnTo>
                  <a:pt x="1773809" y="3418332"/>
                </a:lnTo>
                <a:lnTo>
                  <a:pt x="1745488" y="3374136"/>
                </a:lnTo>
                <a:lnTo>
                  <a:pt x="1719199" y="3325622"/>
                </a:lnTo>
                <a:lnTo>
                  <a:pt x="1695196" y="3273298"/>
                </a:lnTo>
                <a:lnTo>
                  <a:pt x="1673860" y="3217545"/>
                </a:lnTo>
                <a:lnTo>
                  <a:pt x="1655318" y="3159125"/>
                </a:lnTo>
                <a:lnTo>
                  <a:pt x="1639951" y="3098419"/>
                </a:lnTo>
                <a:lnTo>
                  <a:pt x="1628013" y="3035935"/>
                </a:lnTo>
                <a:lnTo>
                  <a:pt x="1619821" y="2972816"/>
                </a:lnTo>
                <a:lnTo>
                  <a:pt x="1615567" y="2907792"/>
                </a:lnTo>
                <a:lnTo>
                  <a:pt x="1615059" y="2875280"/>
                </a:lnTo>
                <a:lnTo>
                  <a:pt x="1614424" y="2842768"/>
                </a:lnTo>
                <a:lnTo>
                  <a:pt x="1612811" y="2810510"/>
                </a:lnTo>
                <a:lnTo>
                  <a:pt x="1612773" y="2809748"/>
                </a:lnTo>
                <a:lnTo>
                  <a:pt x="1610194" y="2778379"/>
                </a:lnTo>
                <a:lnTo>
                  <a:pt x="1601851" y="2712847"/>
                </a:lnTo>
                <a:lnTo>
                  <a:pt x="1589786" y="2649728"/>
                </a:lnTo>
                <a:lnTo>
                  <a:pt x="1574292" y="2588514"/>
                </a:lnTo>
                <a:lnTo>
                  <a:pt x="1555623" y="2529459"/>
                </a:lnTo>
                <a:lnTo>
                  <a:pt x="1534033" y="2473325"/>
                </a:lnTo>
                <a:lnTo>
                  <a:pt x="1509776" y="2420366"/>
                </a:lnTo>
                <a:lnTo>
                  <a:pt x="1483233" y="2371217"/>
                </a:lnTo>
                <a:lnTo>
                  <a:pt x="1454531" y="2326513"/>
                </a:lnTo>
                <a:lnTo>
                  <a:pt x="1423924" y="2286381"/>
                </a:lnTo>
                <a:lnTo>
                  <a:pt x="1391793" y="2251710"/>
                </a:lnTo>
                <a:lnTo>
                  <a:pt x="1358265" y="2222881"/>
                </a:lnTo>
                <a:lnTo>
                  <a:pt x="1323594" y="2200402"/>
                </a:lnTo>
                <a:lnTo>
                  <a:pt x="1288034" y="2184908"/>
                </a:lnTo>
                <a:lnTo>
                  <a:pt x="1234313" y="2175891"/>
                </a:lnTo>
                <a:lnTo>
                  <a:pt x="1233817" y="2184908"/>
                </a:lnTo>
                <a:lnTo>
                  <a:pt x="1233805" y="2185289"/>
                </a:lnTo>
                <a:lnTo>
                  <a:pt x="1251331" y="2186432"/>
                </a:lnTo>
                <a:lnTo>
                  <a:pt x="1268476" y="2189226"/>
                </a:lnTo>
                <a:lnTo>
                  <a:pt x="1319403" y="2208911"/>
                </a:lnTo>
                <a:lnTo>
                  <a:pt x="1352677" y="2230628"/>
                </a:lnTo>
                <a:lnTo>
                  <a:pt x="1385316" y="2258822"/>
                </a:lnTo>
                <a:lnTo>
                  <a:pt x="1416812" y="2292731"/>
                </a:lnTo>
                <a:lnTo>
                  <a:pt x="1446911" y="2332101"/>
                </a:lnTo>
                <a:lnTo>
                  <a:pt x="1475105" y="2376297"/>
                </a:lnTo>
                <a:lnTo>
                  <a:pt x="1501394" y="2424684"/>
                </a:lnTo>
                <a:lnTo>
                  <a:pt x="1525270" y="2477135"/>
                </a:lnTo>
                <a:lnTo>
                  <a:pt x="1546733" y="2532761"/>
                </a:lnTo>
                <a:lnTo>
                  <a:pt x="1565275" y="2591181"/>
                </a:lnTo>
                <a:lnTo>
                  <a:pt x="1580642" y="2651887"/>
                </a:lnTo>
                <a:lnTo>
                  <a:pt x="1592580" y="2714498"/>
                </a:lnTo>
                <a:lnTo>
                  <a:pt x="1600708" y="2778379"/>
                </a:lnTo>
                <a:lnTo>
                  <a:pt x="1603311" y="2809748"/>
                </a:lnTo>
                <a:lnTo>
                  <a:pt x="1603375" y="2810510"/>
                </a:lnTo>
                <a:lnTo>
                  <a:pt x="1604873" y="2842387"/>
                </a:lnTo>
                <a:lnTo>
                  <a:pt x="1605521" y="2875026"/>
                </a:lnTo>
                <a:lnTo>
                  <a:pt x="1606042" y="2907792"/>
                </a:lnTo>
                <a:lnTo>
                  <a:pt x="1607654" y="2939923"/>
                </a:lnTo>
                <a:lnTo>
                  <a:pt x="1613916" y="3004185"/>
                </a:lnTo>
                <a:lnTo>
                  <a:pt x="1624203" y="3068955"/>
                </a:lnTo>
                <a:lnTo>
                  <a:pt x="1637919" y="3131185"/>
                </a:lnTo>
                <a:lnTo>
                  <a:pt x="1655064" y="3191383"/>
                </a:lnTo>
                <a:lnTo>
                  <a:pt x="1675257" y="3249168"/>
                </a:lnTo>
                <a:lnTo>
                  <a:pt x="1698244" y="3303651"/>
                </a:lnTo>
                <a:lnTo>
                  <a:pt x="1723517" y="3354705"/>
                </a:lnTo>
                <a:lnTo>
                  <a:pt x="1751330" y="3401822"/>
                </a:lnTo>
                <a:lnTo>
                  <a:pt x="1780921" y="3444240"/>
                </a:lnTo>
                <a:lnTo>
                  <a:pt x="1812290" y="3481578"/>
                </a:lnTo>
                <a:lnTo>
                  <a:pt x="1845056" y="3513455"/>
                </a:lnTo>
                <a:lnTo>
                  <a:pt x="1879219" y="3539109"/>
                </a:lnTo>
                <a:lnTo>
                  <a:pt x="1911489" y="3555212"/>
                </a:lnTo>
                <a:lnTo>
                  <a:pt x="1903476" y="3589147"/>
                </a:lnTo>
                <a:lnTo>
                  <a:pt x="1986407" y="3569589"/>
                </a:lnTo>
                <a:close/>
              </a:path>
              <a:path w="13460730" h="4234815">
                <a:moveTo>
                  <a:pt x="13460603" y="2032"/>
                </a:moveTo>
                <a:lnTo>
                  <a:pt x="13458444" y="0"/>
                </a:lnTo>
                <a:lnTo>
                  <a:pt x="13151485" y="0"/>
                </a:lnTo>
                <a:lnTo>
                  <a:pt x="13151485" y="9525"/>
                </a:lnTo>
                <a:lnTo>
                  <a:pt x="13451078" y="9525"/>
                </a:lnTo>
                <a:lnTo>
                  <a:pt x="13451078" y="4224921"/>
                </a:lnTo>
                <a:lnTo>
                  <a:pt x="42926" y="4224921"/>
                </a:lnTo>
                <a:lnTo>
                  <a:pt x="42926" y="2493822"/>
                </a:lnTo>
                <a:lnTo>
                  <a:pt x="76200" y="2515997"/>
                </a:lnTo>
                <a:lnTo>
                  <a:pt x="63500" y="2490597"/>
                </a:lnTo>
                <a:lnTo>
                  <a:pt x="38100" y="2439797"/>
                </a:lnTo>
                <a:lnTo>
                  <a:pt x="0" y="2515997"/>
                </a:lnTo>
                <a:lnTo>
                  <a:pt x="33274" y="2493822"/>
                </a:lnTo>
                <a:lnTo>
                  <a:pt x="33401" y="2490597"/>
                </a:lnTo>
                <a:lnTo>
                  <a:pt x="33401" y="2493822"/>
                </a:lnTo>
                <a:lnTo>
                  <a:pt x="33401" y="4232275"/>
                </a:lnTo>
                <a:lnTo>
                  <a:pt x="35560" y="4234434"/>
                </a:lnTo>
                <a:lnTo>
                  <a:pt x="13458444" y="4234434"/>
                </a:lnTo>
                <a:lnTo>
                  <a:pt x="13460603" y="4232275"/>
                </a:lnTo>
                <a:lnTo>
                  <a:pt x="13460603" y="4229747"/>
                </a:lnTo>
                <a:lnTo>
                  <a:pt x="42926" y="4229735"/>
                </a:lnTo>
                <a:lnTo>
                  <a:pt x="13451078" y="4229735"/>
                </a:lnTo>
                <a:lnTo>
                  <a:pt x="13460603" y="4229747"/>
                </a:lnTo>
                <a:lnTo>
                  <a:pt x="13460603" y="4224921"/>
                </a:lnTo>
                <a:lnTo>
                  <a:pt x="13460603" y="9525"/>
                </a:lnTo>
                <a:lnTo>
                  <a:pt x="13460603" y="4699"/>
                </a:lnTo>
                <a:lnTo>
                  <a:pt x="13460603" y="2032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6665" y="528904"/>
            <a:ext cx="1051179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금융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서비스에서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지속적인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사례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제공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215865" y="946139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17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156450" y="3233292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79" h="758825">
                <a:moveTo>
                  <a:pt x="2213355" y="0"/>
                </a:moveTo>
                <a:lnTo>
                  <a:pt x="52324" y="0"/>
                </a:lnTo>
                <a:lnTo>
                  <a:pt x="31932" y="4103"/>
                </a:lnTo>
                <a:lnTo>
                  <a:pt x="15303" y="15303"/>
                </a:lnTo>
                <a:lnTo>
                  <a:pt x="4103" y="31932"/>
                </a:lnTo>
                <a:lnTo>
                  <a:pt x="0" y="52324"/>
                </a:lnTo>
                <a:lnTo>
                  <a:pt x="0" y="706119"/>
                </a:lnTo>
                <a:lnTo>
                  <a:pt x="4103" y="726511"/>
                </a:lnTo>
                <a:lnTo>
                  <a:pt x="15303" y="743140"/>
                </a:lnTo>
                <a:lnTo>
                  <a:pt x="31932" y="754340"/>
                </a:lnTo>
                <a:lnTo>
                  <a:pt x="52324" y="758443"/>
                </a:lnTo>
                <a:lnTo>
                  <a:pt x="2213355" y="758443"/>
                </a:lnTo>
                <a:lnTo>
                  <a:pt x="2233674" y="754340"/>
                </a:lnTo>
                <a:lnTo>
                  <a:pt x="2250265" y="743140"/>
                </a:lnTo>
                <a:lnTo>
                  <a:pt x="2261451" y="726511"/>
                </a:lnTo>
                <a:lnTo>
                  <a:pt x="2265553" y="706119"/>
                </a:lnTo>
                <a:lnTo>
                  <a:pt x="2265553" y="52324"/>
                </a:lnTo>
                <a:lnTo>
                  <a:pt x="2261451" y="31932"/>
                </a:lnTo>
                <a:lnTo>
                  <a:pt x="2250265" y="15303"/>
                </a:lnTo>
                <a:lnTo>
                  <a:pt x="2233674" y="4103"/>
                </a:lnTo>
                <a:lnTo>
                  <a:pt x="2213355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434453" y="3347465"/>
            <a:ext cx="171068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1630" marR="5080" indent="-329565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600" spc="200" b="1" i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600" spc="10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b="1" i="1">
                <a:solidFill>
                  <a:srgbClr val="FFFFFF"/>
                </a:solidFill>
                <a:latin typeface="Calibri"/>
                <a:cs typeface="Calibri"/>
              </a:rPr>
              <a:t>fraud</a:t>
            </a:r>
            <a:r>
              <a:rPr dirty="0" sz="1600" spc="16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detection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9600565" y="3233292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79" h="758825">
                <a:moveTo>
                  <a:pt x="2213355" y="0"/>
                </a:moveTo>
                <a:lnTo>
                  <a:pt x="52324" y="0"/>
                </a:lnTo>
                <a:lnTo>
                  <a:pt x="31986" y="4103"/>
                </a:lnTo>
                <a:lnTo>
                  <a:pt x="15351" y="15303"/>
                </a:lnTo>
                <a:lnTo>
                  <a:pt x="4121" y="31932"/>
                </a:lnTo>
                <a:lnTo>
                  <a:pt x="0" y="52324"/>
                </a:lnTo>
                <a:lnTo>
                  <a:pt x="0" y="706119"/>
                </a:lnTo>
                <a:lnTo>
                  <a:pt x="4121" y="726511"/>
                </a:lnTo>
                <a:lnTo>
                  <a:pt x="15351" y="743140"/>
                </a:lnTo>
                <a:lnTo>
                  <a:pt x="31986" y="754340"/>
                </a:lnTo>
                <a:lnTo>
                  <a:pt x="52324" y="758443"/>
                </a:lnTo>
                <a:lnTo>
                  <a:pt x="2213355" y="758443"/>
                </a:lnTo>
                <a:lnTo>
                  <a:pt x="2233693" y="754340"/>
                </a:lnTo>
                <a:lnTo>
                  <a:pt x="2250328" y="743140"/>
                </a:lnTo>
                <a:lnTo>
                  <a:pt x="2261558" y="726511"/>
                </a:lnTo>
                <a:lnTo>
                  <a:pt x="2265679" y="706119"/>
                </a:lnTo>
                <a:lnTo>
                  <a:pt x="2265679" y="52324"/>
                </a:lnTo>
                <a:lnTo>
                  <a:pt x="2261558" y="31932"/>
                </a:lnTo>
                <a:lnTo>
                  <a:pt x="2250328" y="15303"/>
                </a:lnTo>
                <a:lnTo>
                  <a:pt x="2233693" y="4103"/>
                </a:lnTo>
                <a:lnTo>
                  <a:pt x="2213355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180701" y="3347465"/>
            <a:ext cx="110490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6510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5" b="1" i="1">
                <a:solidFill>
                  <a:srgbClr val="FFFFFF"/>
                </a:solidFill>
                <a:latin typeface="Calibri"/>
                <a:cs typeface="Calibri"/>
              </a:rPr>
              <a:t>payments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2044806" y="3233292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80" h="758825">
                <a:moveTo>
                  <a:pt x="2213356" y="0"/>
                </a:moveTo>
                <a:lnTo>
                  <a:pt x="52197" y="0"/>
                </a:lnTo>
                <a:lnTo>
                  <a:pt x="31878" y="4103"/>
                </a:lnTo>
                <a:lnTo>
                  <a:pt x="15287" y="15303"/>
                </a:lnTo>
                <a:lnTo>
                  <a:pt x="4101" y="31932"/>
                </a:lnTo>
                <a:lnTo>
                  <a:pt x="0" y="52324"/>
                </a:lnTo>
                <a:lnTo>
                  <a:pt x="0" y="706119"/>
                </a:lnTo>
                <a:lnTo>
                  <a:pt x="4101" y="726511"/>
                </a:lnTo>
                <a:lnTo>
                  <a:pt x="15287" y="743140"/>
                </a:lnTo>
                <a:lnTo>
                  <a:pt x="31878" y="754340"/>
                </a:lnTo>
                <a:lnTo>
                  <a:pt x="52197" y="758443"/>
                </a:lnTo>
                <a:lnTo>
                  <a:pt x="2213356" y="758443"/>
                </a:lnTo>
                <a:lnTo>
                  <a:pt x="2233674" y="754340"/>
                </a:lnTo>
                <a:lnTo>
                  <a:pt x="2250265" y="743140"/>
                </a:lnTo>
                <a:lnTo>
                  <a:pt x="2261451" y="726511"/>
                </a:lnTo>
                <a:lnTo>
                  <a:pt x="2265553" y="706119"/>
                </a:lnTo>
                <a:lnTo>
                  <a:pt x="2265553" y="52324"/>
                </a:lnTo>
                <a:lnTo>
                  <a:pt x="2261451" y="31932"/>
                </a:lnTo>
                <a:lnTo>
                  <a:pt x="2250265" y="15303"/>
                </a:lnTo>
                <a:lnTo>
                  <a:pt x="2233674" y="4103"/>
                </a:lnTo>
                <a:lnTo>
                  <a:pt x="2213356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175363" y="3469386"/>
            <a:ext cx="20040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0" b="1" i="1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r>
              <a:rPr dirty="0" sz="1600" spc="9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45" b="1" i="1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4488921" y="3233292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80" h="758825">
                <a:moveTo>
                  <a:pt x="2213356" y="0"/>
                </a:moveTo>
                <a:lnTo>
                  <a:pt x="52324" y="0"/>
                </a:lnTo>
                <a:lnTo>
                  <a:pt x="31986" y="4103"/>
                </a:lnTo>
                <a:lnTo>
                  <a:pt x="15351" y="15303"/>
                </a:lnTo>
                <a:lnTo>
                  <a:pt x="4121" y="31932"/>
                </a:lnTo>
                <a:lnTo>
                  <a:pt x="0" y="52324"/>
                </a:lnTo>
                <a:lnTo>
                  <a:pt x="0" y="706119"/>
                </a:lnTo>
                <a:lnTo>
                  <a:pt x="4121" y="726511"/>
                </a:lnTo>
                <a:lnTo>
                  <a:pt x="15351" y="743140"/>
                </a:lnTo>
                <a:lnTo>
                  <a:pt x="31986" y="754340"/>
                </a:lnTo>
                <a:lnTo>
                  <a:pt x="52324" y="758443"/>
                </a:lnTo>
                <a:lnTo>
                  <a:pt x="2213356" y="758443"/>
                </a:lnTo>
                <a:lnTo>
                  <a:pt x="2233693" y="754340"/>
                </a:lnTo>
                <a:lnTo>
                  <a:pt x="2250328" y="743140"/>
                </a:lnTo>
                <a:lnTo>
                  <a:pt x="2261558" y="726511"/>
                </a:lnTo>
                <a:lnTo>
                  <a:pt x="2265680" y="706119"/>
                </a:lnTo>
                <a:lnTo>
                  <a:pt x="2265680" y="52324"/>
                </a:lnTo>
                <a:lnTo>
                  <a:pt x="2261558" y="31932"/>
                </a:lnTo>
                <a:lnTo>
                  <a:pt x="2250328" y="15303"/>
                </a:lnTo>
                <a:lnTo>
                  <a:pt x="2233693" y="4103"/>
                </a:lnTo>
                <a:lnTo>
                  <a:pt x="2213356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584807" y="3469386"/>
            <a:ext cx="207581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 i="1">
                <a:solidFill>
                  <a:srgbClr val="FFFFFF"/>
                </a:solidFill>
                <a:latin typeface="Calibri"/>
                <a:cs typeface="Calibri"/>
              </a:rPr>
              <a:t>Trading</a:t>
            </a:r>
            <a:r>
              <a:rPr dirty="0" sz="1600" spc="10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7156450" y="432930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79" h="758825">
                <a:moveTo>
                  <a:pt x="2213355" y="0"/>
                </a:moveTo>
                <a:lnTo>
                  <a:pt x="52324" y="0"/>
                </a:lnTo>
                <a:lnTo>
                  <a:pt x="31932" y="4103"/>
                </a:lnTo>
                <a:lnTo>
                  <a:pt x="15303" y="15303"/>
                </a:lnTo>
                <a:lnTo>
                  <a:pt x="4103" y="31932"/>
                </a:lnTo>
                <a:lnTo>
                  <a:pt x="0" y="52324"/>
                </a:lnTo>
                <a:lnTo>
                  <a:pt x="0" y="706120"/>
                </a:lnTo>
                <a:lnTo>
                  <a:pt x="4103" y="726511"/>
                </a:lnTo>
                <a:lnTo>
                  <a:pt x="15303" y="743140"/>
                </a:lnTo>
                <a:lnTo>
                  <a:pt x="31932" y="754340"/>
                </a:lnTo>
                <a:lnTo>
                  <a:pt x="52324" y="758444"/>
                </a:lnTo>
                <a:lnTo>
                  <a:pt x="2213355" y="758444"/>
                </a:lnTo>
                <a:lnTo>
                  <a:pt x="2233674" y="754340"/>
                </a:lnTo>
                <a:lnTo>
                  <a:pt x="2250265" y="743140"/>
                </a:lnTo>
                <a:lnTo>
                  <a:pt x="2261451" y="726511"/>
                </a:lnTo>
                <a:lnTo>
                  <a:pt x="2265553" y="706120"/>
                </a:lnTo>
                <a:lnTo>
                  <a:pt x="2265553" y="52324"/>
                </a:lnTo>
                <a:lnTo>
                  <a:pt x="2261451" y="31932"/>
                </a:lnTo>
                <a:lnTo>
                  <a:pt x="2250265" y="15303"/>
                </a:lnTo>
                <a:lnTo>
                  <a:pt x="2233674" y="4103"/>
                </a:lnTo>
                <a:lnTo>
                  <a:pt x="2213355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298817" y="4443476"/>
            <a:ext cx="198120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4005" marR="5080" indent="-281940">
              <a:lnSpc>
                <a:spcPct val="100000"/>
              </a:lnSpc>
              <a:spcBef>
                <a:spcPts val="95"/>
              </a:spcBef>
            </a:pPr>
            <a:r>
              <a:rPr dirty="0" sz="1600" spc="200" b="1" i="1">
                <a:solidFill>
                  <a:srgbClr val="FFFFFF"/>
                </a:solidFill>
                <a:latin typeface="Calibri"/>
                <a:cs typeface="Calibri"/>
              </a:rPr>
              <a:t>Cybersecurity</a:t>
            </a:r>
            <a:r>
              <a:rPr dirty="0" sz="1600" spc="12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b="1" i="1">
                <a:solidFill>
                  <a:srgbClr val="FFFFFF"/>
                </a:solidFill>
                <a:latin typeface="Calibri"/>
                <a:cs typeface="Calibri"/>
              </a:rPr>
              <a:t>observability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600565" y="432930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79" h="758825">
                <a:moveTo>
                  <a:pt x="2213355" y="0"/>
                </a:moveTo>
                <a:lnTo>
                  <a:pt x="52324" y="0"/>
                </a:lnTo>
                <a:lnTo>
                  <a:pt x="31986" y="4103"/>
                </a:lnTo>
                <a:lnTo>
                  <a:pt x="15351" y="15303"/>
                </a:lnTo>
                <a:lnTo>
                  <a:pt x="4121" y="31932"/>
                </a:lnTo>
                <a:lnTo>
                  <a:pt x="0" y="52324"/>
                </a:lnTo>
                <a:lnTo>
                  <a:pt x="0" y="706120"/>
                </a:lnTo>
                <a:lnTo>
                  <a:pt x="4121" y="726511"/>
                </a:lnTo>
                <a:lnTo>
                  <a:pt x="15351" y="743140"/>
                </a:lnTo>
                <a:lnTo>
                  <a:pt x="31986" y="754340"/>
                </a:lnTo>
                <a:lnTo>
                  <a:pt x="52324" y="758444"/>
                </a:lnTo>
                <a:lnTo>
                  <a:pt x="2213355" y="758444"/>
                </a:lnTo>
                <a:lnTo>
                  <a:pt x="2233693" y="754340"/>
                </a:lnTo>
                <a:lnTo>
                  <a:pt x="2250328" y="743140"/>
                </a:lnTo>
                <a:lnTo>
                  <a:pt x="2261558" y="726511"/>
                </a:lnTo>
                <a:lnTo>
                  <a:pt x="2265679" y="706120"/>
                </a:lnTo>
                <a:lnTo>
                  <a:pt x="2265679" y="52324"/>
                </a:lnTo>
                <a:lnTo>
                  <a:pt x="2261558" y="31932"/>
                </a:lnTo>
                <a:lnTo>
                  <a:pt x="2250328" y="15303"/>
                </a:lnTo>
                <a:lnTo>
                  <a:pt x="2233693" y="4103"/>
                </a:lnTo>
                <a:lnTo>
                  <a:pt x="2213355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9956672" y="4565396"/>
            <a:ext cx="15551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40" b="1" i="1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dirty="0" sz="1600" spc="9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2044806" y="432930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80" h="758825">
                <a:moveTo>
                  <a:pt x="2213356" y="0"/>
                </a:moveTo>
                <a:lnTo>
                  <a:pt x="52197" y="0"/>
                </a:lnTo>
                <a:lnTo>
                  <a:pt x="31878" y="4103"/>
                </a:lnTo>
                <a:lnTo>
                  <a:pt x="15287" y="15303"/>
                </a:lnTo>
                <a:lnTo>
                  <a:pt x="4101" y="31932"/>
                </a:lnTo>
                <a:lnTo>
                  <a:pt x="0" y="52324"/>
                </a:lnTo>
                <a:lnTo>
                  <a:pt x="0" y="706120"/>
                </a:lnTo>
                <a:lnTo>
                  <a:pt x="4101" y="726511"/>
                </a:lnTo>
                <a:lnTo>
                  <a:pt x="15287" y="743140"/>
                </a:lnTo>
                <a:lnTo>
                  <a:pt x="31878" y="754340"/>
                </a:lnTo>
                <a:lnTo>
                  <a:pt x="52197" y="758444"/>
                </a:lnTo>
                <a:lnTo>
                  <a:pt x="2213356" y="758444"/>
                </a:lnTo>
                <a:lnTo>
                  <a:pt x="2233674" y="754340"/>
                </a:lnTo>
                <a:lnTo>
                  <a:pt x="2250265" y="743140"/>
                </a:lnTo>
                <a:lnTo>
                  <a:pt x="2261451" y="726511"/>
                </a:lnTo>
                <a:lnTo>
                  <a:pt x="2265553" y="706120"/>
                </a:lnTo>
                <a:lnTo>
                  <a:pt x="2265553" y="52324"/>
                </a:lnTo>
                <a:lnTo>
                  <a:pt x="2261451" y="31932"/>
                </a:lnTo>
                <a:lnTo>
                  <a:pt x="2250265" y="15303"/>
                </a:lnTo>
                <a:lnTo>
                  <a:pt x="2233674" y="4103"/>
                </a:lnTo>
                <a:lnTo>
                  <a:pt x="2213356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2522834" y="4443476"/>
            <a:ext cx="130937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3035" marR="5080" indent="-140970">
              <a:lnSpc>
                <a:spcPct val="100000"/>
              </a:lnSpc>
              <a:spcBef>
                <a:spcPts val="95"/>
              </a:spcBef>
            </a:pP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4488921" y="432930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80" h="758825">
                <a:moveTo>
                  <a:pt x="2213356" y="0"/>
                </a:moveTo>
                <a:lnTo>
                  <a:pt x="52324" y="0"/>
                </a:lnTo>
                <a:lnTo>
                  <a:pt x="31986" y="4103"/>
                </a:lnTo>
                <a:lnTo>
                  <a:pt x="15351" y="15303"/>
                </a:lnTo>
                <a:lnTo>
                  <a:pt x="4121" y="31932"/>
                </a:lnTo>
                <a:lnTo>
                  <a:pt x="0" y="52324"/>
                </a:lnTo>
                <a:lnTo>
                  <a:pt x="0" y="706120"/>
                </a:lnTo>
                <a:lnTo>
                  <a:pt x="4121" y="726511"/>
                </a:lnTo>
                <a:lnTo>
                  <a:pt x="15351" y="743140"/>
                </a:lnTo>
                <a:lnTo>
                  <a:pt x="31986" y="754340"/>
                </a:lnTo>
                <a:lnTo>
                  <a:pt x="52324" y="758444"/>
                </a:lnTo>
                <a:lnTo>
                  <a:pt x="2213356" y="758444"/>
                </a:lnTo>
                <a:lnTo>
                  <a:pt x="2233693" y="754340"/>
                </a:lnTo>
                <a:lnTo>
                  <a:pt x="2250328" y="743140"/>
                </a:lnTo>
                <a:lnTo>
                  <a:pt x="2261558" y="726511"/>
                </a:lnTo>
                <a:lnTo>
                  <a:pt x="2265680" y="706120"/>
                </a:lnTo>
                <a:lnTo>
                  <a:pt x="2265680" y="52324"/>
                </a:lnTo>
                <a:lnTo>
                  <a:pt x="2261558" y="31932"/>
                </a:lnTo>
                <a:lnTo>
                  <a:pt x="2250328" y="15303"/>
                </a:lnTo>
                <a:lnTo>
                  <a:pt x="2233693" y="4103"/>
                </a:lnTo>
                <a:lnTo>
                  <a:pt x="2213356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4833218" y="4443476"/>
            <a:ext cx="15779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85420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Mainframe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04" b="1" i="1">
                <a:solidFill>
                  <a:srgbClr val="FFFFFF"/>
                </a:solidFill>
                <a:latin typeface="Calibri"/>
                <a:cs typeface="Calibri"/>
              </a:rPr>
              <a:t>augmentation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156450" y="543077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79" h="758825">
                <a:moveTo>
                  <a:pt x="2213355" y="0"/>
                </a:moveTo>
                <a:lnTo>
                  <a:pt x="52324" y="0"/>
                </a:lnTo>
                <a:lnTo>
                  <a:pt x="31932" y="4101"/>
                </a:lnTo>
                <a:lnTo>
                  <a:pt x="15303" y="15287"/>
                </a:lnTo>
                <a:lnTo>
                  <a:pt x="4103" y="31878"/>
                </a:lnTo>
                <a:lnTo>
                  <a:pt x="0" y="52197"/>
                </a:lnTo>
                <a:lnTo>
                  <a:pt x="0" y="706120"/>
                </a:lnTo>
                <a:lnTo>
                  <a:pt x="4103" y="726438"/>
                </a:lnTo>
                <a:lnTo>
                  <a:pt x="15303" y="743029"/>
                </a:lnTo>
                <a:lnTo>
                  <a:pt x="31932" y="754215"/>
                </a:lnTo>
                <a:lnTo>
                  <a:pt x="52324" y="758316"/>
                </a:lnTo>
                <a:lnTo>
                  <a:pt x="2213355" y="758316"/>
                </a:lnTo>
                <a:lnTo>
                  <a:pt x="2233674" y="754215"/>
                </a:lnTo>
                <a:lnTo>
                  <a:pt x="2250265" y="743029"/>
                </a:lnTo>
                <a:lnTo>
                  <a:pt x="2261451" y="726438"/>
                </a:lnTo>
                <a:lnTo>
                  <a:pt x="2265553" y="706120"/>
                </a:lnTo>
                <a:lnTo>
                  <a:pt x="2265553" y="52197"/>
                </a:lnTo>
                <a:lnTo>
                  <a:pt x="2261451" y="31878"/>
                </a:lnTo>
                <a:lnTo>
                  <a:pt x="2250265" y="15287"/>
                </a:lnTo>
                <a:lnTo>
                  <a:pt x="2233674" y="4101"/>
                </a:lnTo>
                <a:lnTo>
                  <a:pt x="2213355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7589901" y="5545073"/>
            <a:ext cx="139890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62560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b="1" i="1">
                <a:solidFill>
                  <a:srgbClr val="FFFFFF"/>
                </a:solidFill>
                <a:latin typeface="Calibri"/>
                <a:cs typeface="Calibri"/>
              </a:rPr>
              <a:t>Notifications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600565" y="543077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79" h="758825">
                <a:moveTo>
                  <a:pt x="2213355" y="0"/>
                </a:moveTo>
                <a:lnTo>
                  <a:pt x="52324" y="0"/>
                </a:lnTo>
                <a:lnTo>
                  <a:pt x="31986" y="4101"/>
                </a:lnTo>
                <a:lnTo>
                  <a:pt x="15351" y="15287"/>
                </a:lnTo>
                <a:lnTo>
                  <a:pt x="4121" y="31878"/>
                </a:lnTo>
                <a:lnTo>
                  <a:pt x="0" y="52197"/>
                </a:lnTo>
                <a:lnTo>
                  <a:pt x="0" y="706120"/>
                </a:lnTo>
                <a:lnTo>
                  <a:pt x="4121" y="726438"/>
                </a:lnTo>
                <a:lnTo>
                  <a:pt x="15351" y="743029"/>
                </a:lnTo>
                <a:lnTo>
                  <a:pt x="31986" y="754215"/>
                </a:lnTo>
                <a:lnTo>
                  <a:pt x="52324" y="758316"/>
                </a:lnTo>
                <a:lnTo>
                  <a:pt x="2213355" y="758316"/>
                </a:lnTo>
                <a:lnTo>
                  <a:pt x="2233693" y="754215"/>
                </a:lnTo>
                <a:lnTo>
                  <a:pt x="2250328" y="743029"/>
                </a:lnTo>
                <a:lnTo>
                  <a:pt x="2261558" y="726438"/>
                </a:lnTo>
                <a:lnTo>
                  <a:pt x="2265679" y="706120"/>
                </a:lnTo>
                <a:lnTo>
                  <a:pt x="2265679" y="52197"/>
                </a:lnTo>
                <a:lnTo>
                  <a:pt x="2261558" y="31878"/>
                </a:lnTo>
                <a:lnTo>
                  <a:pt x="2250328" y="15287"/>
                </a:lnTo>
                <a:lnTo>
                  <a:pt x="2233693" y="4101"/>
                </a:lnTo>
                <a:lnTo>
                  <a:pt x="2213355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9955148" y="5545073"/>
            <a:ext cx="155829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0835" marR="5080" indent="-318770">
              <a:lnSpc>
                <a:spcPct val="100000"/>
              </a:lnSpc>
              <a:spcBef>
                <a:spcPts val="95"/>
              </a:spcBef>
            </a:pP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Omni-</a:t>
            </a:r>
            <a:r>
              <a:rPr dirty="0" sz="1600" spc="210" b="1" i="1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dirty="0" sz="1600" spc="2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2044806" y="543077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80" h="758825">
                <a:moveTo>
                  <a:pt x="2213356" y="0"/>
                </a:moveTo>
                <a:lnTo>
                  <a:pt x="52197" y="0"/>
                </a:lnTo>
                <a:lnTo>
                  <a:pt x="31878" y="4101"/>
                </a:lnTo>
                <a:lnTo>
                  <a:pt x="15287" y="15287"/>
                </a:lnTo>
                <a:lnTo>
                  <a:pt x="4101" y="31878"/>
                </a:lnTo>
                <a:lnTo>
                  <a:pt x="0" y="52197"/>
                </a:lnTo>
                <a:lnTo>
                  <a:pt x="0" y="706120"/>
                </a:lnTo>
                <a:lnTo>
                  <a:pt x="4101" y="726438"/>
                </a:lnTo>
                <a:lnTo>
                  <a:pt x="15287" y="743029"/>
                </a:lnTo>
                <a:lnTo>
                  <a:pt x="31878" y="754215"/>
                </a:lnTo>
                <a:lnTo>
                  <a:pt x="52197" y="758316"/>
                </a:lnTo>
                <a:lnTo>
                  <a:pt x="2213356" y="758316"/>
                </a:lnTo>
                <a:lnTo>
                  <a:pt x="2233674" y="754215"/>
                </a:lnTo>
                <a:lnTo>
                  <a:pt x="2250265" y="743029"/>
                </a:lnTo>
                <a:lnTo>
                  <a:pt x="2261451" y="726438"/>
                </a:lnTo>
                <a:lnTo>
                  <a:pt x="2265553" y="706120"/>
                </a:lnTo>
                <a:lnTo>
                  <a:pt x="2265553" y="52197"/>
                </a:lnTo>
                <a:lnTo>
                  <a:pt x="2261451" y="31878"/>
                </a:lnTo>
                <a:lnTo>
                  <a:pt x="2250265" y="15287"/>
                </a:lnTo>
                <a:lnTo>
                  <a:pt x="2233674" y="4101"/>
                </a:lnTo>
                <a:lnTo>
                  <a:pt x="2213356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2178410" y="5545073"/>
            <a:ext cx="199771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62915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recommendations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4488921" y="5430773"/>
            <a:ext cx="2265680" cy="758825"/>
          </a:xfrm>
          <a:custGeom>
            <a:avLst/>
            <a:gdLst/>
            <a:ahLst/>
            <a:cxnLst/>
            <a:rect l="l" t="t" r="r" b="b"/>
            <a:pathLst>
              <a:path w="2265680" h="758825">
                <a:moveTo>
                  <a:pt x="2213356" y="0"/>
                </a:moveTo>
                <a:lnTo>
                  <a:pt x="52324" y="0"/>
                </a:lnTo>
                <a:lnTo>
                  <a:pt x="31986" y="4101"/>
                </a:lnTo>
                <a:lnTo>
                  <a:pt x="15351" y="15287"/>
                </a:lnTo>
                <a:lnTo>
                  <a:pt x="4121" y="31878"/>
                </a:lnTo>
                <a:lnTo>
                  <a:pt x="0" y="52197"/>
                </a:lnTo>
                <a:lnTo>
                  <a:pt x="0" y="706120"/>
                </a:lnTo>
                <a:lnTo>
                  <a:pt x="4121" y="726438"/>
                </a:lnTo>
                <a:lnTo>
                  <a:pt x="15351" y="743029"/>
                </a:lnTo>
                <a:lnTo>
                  <a:pt x="31986" y="754215"/>
                </a:lnTo>
                <a:lnTo>
                  <a:pt x="52324" y="758316"/>
                </a:lnTo>
                <a:lnTo>
                  <a:pt x="2213356" y="758316"/>
                </a:lnTo>
                <a:lnTo>
                  <a:pt x="2233693" y="754215"/>
                </a:lnTo>
                <a:lnTo>
                  <a:pt x="2250328" y="743029"/>
                </a:lnTo>
                <a:lnTo>
                  <a:pt x="2261558" y="726438"/>
                </a:lnTo>
                <a:lnTo>
                  <a:pt x="2265680" y="706120"/>
                </a:lnTo>
                <a:lnTo>
                  <a:pt x="2265680" y="52197"/>
                </a:lnTo>
                <a:lnTo>
                  <a:pt x="2261558" y="31878"/>
                </a:lnTo>
                <a:lnTo>
                  <a:pt x="2250328" y="15287"/>
                </a:lnTo>
                <a:lnTo>
                  <a:pt x="2233693" y="4101"/>
                </a:lnTo>
                <a:lnTo>
                  <a:pt x="2213356" y="0"/>
                </a:lnTo>
                <a:close/>
              </a:path>
            </a:pathLst>
          </a:custGeom>
          <a:solidFill>
            <a:srgbClr val="0D68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4632051" y="5666994"/>
            <a:ext cx="19818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 i="1">
                <a:solidFill>
                  <a:srgbClr val="FFFFFF"/>
                </a:solidFill>
                <a:latin typeface="Calibri"/>
                <a:cs typeface="Calibri"/>
              </a:rPr>
              <a:t>Claims</a:t>
            </a:r>
            <a:r>
              <a:rPr dirty="0" sz="1600" spc="1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b="1" i="1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617207" y="6498361"/>
            <a:ext cx="10751820" cy="3461385"/>
            <a:chOff x="6617207" y="6498361"/>
            <a:chExt cx="10751820" cy="3461385"/>
          </a:xfrm>
        </p:grpSpPr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7207" y="6498361"/>
              <a:ext cx="10751693" cy="346125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7156449" y="6920992"/>
              <a:ext cx="9598660" cy="2307590"/>
            </a:xfrm>
            <a:custGeom>
              <a:avLst/>
              <a:gdLst/>
              <a:ahLst/>
              <a:cxnLst/>
              <a:rect l="l" t="t" r="r" b="b"/>
              <a:pathLst>
                <a:path w="9598660" h="2307590">
                  <a:moveTo>
                    <a:pt x="9447276" y="0"/>
                  </a:moveTo>
                  <a:lnTo>
                    <a:pt x="150875" y="0"/>
                  </a:lnTo>
                  <a:lnTo>
                    <a:pt x="103193" y="7694"/>
                  </a:lnTo>
                  <a:lnTo>
                    <a:pt x="61776" y="29122"/>
                  </a:lnTo>
                  <a:lnTo>
                    <a:pt x="29114" y="61804"/>
                  </a:lnTo>
                  <a:lnTo>
                    <a:pt x="7693" y="103258"/>
                  </a:lnTo>
                  <a:lnTo>
                    <a:pt x="0" y="151002"/>
                  </a:lnTo>
                  <a:lnTo>
                    <a:pt x="0" y="2156104"/>
                  </a:lnTo>
                  <a:lnTo>
                    <a:pt x="7693" y="2203812"/>
                  </a:lnTo>
                  <a:lnTo>
                    <a:pt x="29114" y="2245243"/>
                  </a:lnTo>
                  <a:lnTo>
                    <a:pt x="61776" y="2277913"/>
                  </a:lnTo>
                  <a:lnTo>
                    <a:pt x="103193" y="2299337"/>
                  </a:lnTo>
                  <a:lnTo>
                    <a:pt x="150875" y="2307031"/>
                  </a:lnTo>
                  <a:lnTo>
                    <a:pt x="9447276" y="2307031"/>
                  </a:lnTo>
                  <a:lnTo>
                    <a:pt x="9494958" y="2299337"/>
                  </a:lnTo>
                  <a:lnTo>
                    <a:pt x="9536375" y="2277913"/>
                  </a:lnTo>
                  <a:lnTo>
                    <a:pt x="9569037" y="2245243"/>
                  </a:lnTo>
                  <a:lnTo>
                    <a:pt x="9590458" y="2203812"/>
                  </a:lnTo>
                  <a:lnTo>
                    <a:pt x="9598152" y="2156104"/>
                  </a:lnTo>
                  <a:lnTo>
                    <a:pt x="9598152" y="151002"/>
                  </a:lnTo>
                  <a:lnTo>
                    <a:pt x="9590458" y="103258"/>
                  </a:lnTo>
                  <a:lnTo>
                    <a:pt x="9569037" y="61804"/>
                  </a:lnTo>
                  <a:lnTo>
                    <a:pt x="9536375" y="29122"/>
                  </a:lnTo>
                  <a:lnTo>
                    <a:pt x="9494958" y="7694"/>
                  </a:lnTo>
                  <a:lnTo>
                    <a:pt x="94472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484614" y="7300976"/>
            <a:ext cx="663829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175">
                <a:solidFill>
                  <a:srgbClr val="221F1F"/>
                </a:solidFill>
                <a:latin typeface="Calibri"/>
                <a:cs typeface="Calibri"/>
              </a:rPr>
              <a:t>“There</a:t>
            </a:r>
            <a:r>
              <a:rPr dirty="0" sz="24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155">
                <a:solidFill>
                  <a:srgbClr val="221F1F"/>
                </a:solidFill>
                <a:latin typeface="Calibri"/>
                <a:cs typeface="Calibri"/>
              </a:rPr>
              <a:t>isn't</a:t>
            </a:r>
            <a:r>
              <a:rPr dirty="0" sz="24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40">
                <a:solidFill>
                  <a:srgbClr val="221F1F"/>
                </a:solidFill>
                <a:latin typeface="Calibri"/>
                <a:cs typeface="Calibri"/>
              </a:rPr>
              <a:t>another</a:t>
            </a:r>
            <a:r>
              <a:rPr dirty="0" sz="24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75">
                <a:solidFill>
                  <a:srgbClr val="221F1F"/>
                </a:solidFill>
                <a:latin typeface="Calibri"/>
                <a:cs typeface="Calibri"/>
              </a:rPr>
              <a:t>product</a:t>
            </a:r>
            <a:r>
              <a:rPr dirty="0" sz="24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29">
                <a:solidFill>
                  <a:srgbClr val="221F1F"/>
                </a:solidFill>
                <a:latin typeface="Calibri"/>
                <a:cs typeface="Calibri"/>
              </a:rPr>
              <a:t>that</a:t>
            </a:r>
            <a:r>
              <a:rPr dirty="0" sz="2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85">
                <a:solidFill>
                  <a:srgbClr val="221F1F"/>
                </a:solidFill>
                <a:latin typeface="Calibri"/>
                <a:cs typeface="Calibri"/>
              </a:rPr>
              <a:t>competes </a:t>
            </a:r>
            <a:r>
              <a:rPr dirty="0" sz="2400" spc="245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dirty="0" sz="24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15">
                <a:solidFill>
                  <a:srgbClr val="221F1F"/>
                </a:solidFill>
                <a:latin typeface="Calibri"/>
                <a:cs typeface="Calibri"/>
              </a:rPr>
              <a:t>Confluent.</a:t>
            </a:r>
            <a:r>
              <a:rPr dirty="0" sz="24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305">
                <a:solidFill>
                  <a:srgbClr val="221F1F"/>
                </a:solidFill>
                <a:latin typeface="Calibri"/>
                <a:cs typeface="Calibri"/>
              </a:rPr>
              <a:t>Streaming</a:t>
            </a:r>
            <a:r>
              <a:rPr dirty="0" sz="24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60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24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40">
                <a:solidFill>
                  <a:srgbClr val="221F1F"/>
                </a:solidFill>
                <a:latin typeface="Calibri"/>
                <a:cs typeface="Calibri"/>
              </a:rPr>
              <a:t>as</a:t>
            </a:r>
            <a:r>
              <a:rPr dirty="0" sz="24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25">
                <a:solidFill>
                  <a:srgbClr val="221F1F"/>
                </a:solidFill>
                <a:latin typeface="Calibri"/>
                <a:cs typeface="Calibri"/>
              </a:rPr>
              <a:t>events </a:t>
            </a:r>
            <a:r>
              <a:rPr dirty="0" sz="2400" spc="250">
                <a:solidFill>
                  <a:srgbClr val="221F1F"/>
                </a:solidFill>
                <a:latin typeface="Calibri"/>
                <a:cs typeface="Calibri"/>
              </a:rPr>
              <a:t>enables</a:t>
            </a:r>
            <a:r>
              <a:rPr dirty="0" sz="24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60">
                <a:solidFill>
                  <a:srgbClr val="221F1F"/>
                </a:solidFill>
                <a:latin typeface="Calibri"/>
                <a:cs typeface="Calibri"/>
              </a:rPr>
              <a:t>completely</a:t>
            </a:r>
            <a:r>
              <a:rPr dirty="0" sz="24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330">
                <a:solidFill>
                  <a:srgbClr val="221F1F"/>
                </a:solidFill>
                <a:latin typeface="Calibri"/>
                <a:cs typeface="Calibri"/>
              </a:rPr>
              <a:t>new</a:t>
            </a:r>
            <a:r>
              <a:rPr dirty="0" sz="24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65">
                <a:solidFill>
                  <a:srgbClr val="221F1F"/>
                </a:solidFill>
                <a:latin typeface="Calibri"/>
                <a:cs typeface="Calibri"/>
              </a:rPr>
              <a:t>ways</a:t>
            </a:r>
            <a:r>
              <a:rPr dirty="0" sz="24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14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dirty="0" sz="24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29">
                <a:solidFill>
                  <a:srgbClr val="221F1F"/>
                </a:solidFill>
                <a:latin typeface="Calibri"/>
                <a:cs typeface="Calibri"/>
              </a:rPr>
              <a:t>solving </a:t>
            </a:r>
            <a:r>
              <a:rPr dirty="0" sz="2400" spc="285">
                <a:solidFill>
                  <a:srgbClr val="221F1F"/>
                </a:solidFill>
                <a:latin typeface="Calibri"/>
                <a:cs typeface="Calibri"/>
              </a:rPr>
              <a:t>problems</a:t>
            </a:r>
            <a:r>
              <a:rPr dirty="0" sz="2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10">
                <a:solidFill>
                  <a:srgbClr val="221F1F"/>
                </a:solidFill>
                <a:latin typeface="Calibri"/>
                <a:cs typeface="Calibri"/>
              </a:rPr>
              <a:t>at</a:t>
            </a:r>
            <a:r>
              <a:rPr dirty="0" sz="2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135">
                <a:solidFill>
                  <a:srgbClr val="221F1F"/>
                </a:solidFill>
                <a:latin typeface="Calibri"/>
                <a:cs typeface="Calibri"/>
              </a:rPr>
              <a:t>scale.”</a:t>
            </a:r>
            <a:r>
              <a:rPr dirty="0" sz="2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175">
                <a:solidFill>
                  <a:srgbClr val="221F1F"/>
                </a:solidFill>
                <a:latin typeface="Calibri"/>
                <a:cs typeface="Calibri"/>
              </a:rPr>
              <a:t>-</a:t>
            </a:r>
            <a:r>
              <a:rPr dirty="0" sz="2400" spc="-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u="sng" sz="1600" spc="150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3"/>
              </a:rPr>
              <a:t>Royal</a:t>
            </a:r>
            <a:r>
              <a:rPr dirty="0" u="sng" sz="1600" spc="95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600" spc="235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3"/>
              </a:rPr>
              <a:t>Bank</a:t>
            </a:r>
            <a:r>
              <a:rPr dirty="0" u="sng" sz="1600" spc="114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600" spc="95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3"/>
              </a:rPr>
              <a:t>of</a:t>
            </a:r>
            <a:r>
              <a:rPr dirty="0" u="sng" sz="1600" spc="60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600" spc="200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3"/>
              </a:rPr>
              <a:t>Canada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243749" y="3046222"/>
            <a:ext cx="7545070" cy="6219825"/>
            <a:chOff x="1243749" y="3046222"/>
            <a:chExt cx="7545070" cy="6219825"/>
          </a:xfrm>
        </p:grpSpPr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1810" y="3084398"/>
              <a:ext cx="5268595" cy="614337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262799" y="3065272"/>
              <a:ext cx="5306695" cy="6181725"/>
            </a:xfrm>
            <a:custGeom>
              <a:avLst/>
              <a:gdLst/>
              <a:ahLst/>
              <a:cxnLst/>
              <a:rect l="l" t="t" r="r" b="b"/>
              <a:pathLst>
                <a:path w="5306695" h="6181725">
                  <a:moveTo>
                    <a:pt x="171665" y="0"/>
                  </a:moveTo>
                  <a:lnTo>
                    <a:pt x="5134952" y="0"/>
                  </a:lnTo>
                  <a:lnTo>
                    <a:pt x="5168861" y="3428"/>
                  </a:lnTo>
                  <a:lnTo>
                    <a:pt x="5230583" y="29463"/>
                  </a:lnTo>
                  <a:lnTo>
                    <a:pt x="5277319" y="76073"/>
                  </a:lnTo>
                  <a:lnTo>
                    <a:pt x="5303227" y="137922"/>
                  </a:lnTo>
                  <a:lnTo>
                    <a:pt x="5306656" y="171830"/>
                  </a:lnTo>
                  <a:lnTo>
                    <a:pt x="5306656" y="6009830"/>
                  </a:lnTo>
                  <a:lnTo>
                    <a:pt x="5293194" y="6076111"/>
                  </a:lnTo>
                  <a:lnTo>
                    <a:pt x="5256237" y="6131039"/>
                  </a:lnTo>
                  <a:lnTo>
                    <a:pt x="5201246" y="6168072"/>
                  </a:lnTo>
                  <a:lnTo>
                    <a:pt x="5134952" y="6181547"/>
                  </a:lnTo>
                  <a:lnTo>
                    <a:pt x="171665" y="6181547"/>
                  </a:lnTo>
                  <a:lnTo>
                    <a:pt x="105498" y="6168072"/>
                  </a:lnTo>
                  <a:lnTo>
                    <a:pt x="50507" y="6131039"/>
                  </a:lnTo>
                  <a:lnTo>
                    <a:pt x="13423" y="6076111"/>
                  </a:lnTo>
                  <a:lnTo>
                    <a:pt x="0" y="6009830"/>
                  </a:lnTo>
                  <a:lnTo>
                    <a:pt x="0" y="171830"/>
                  </a:lnTo>
                  <a:lnTo>
                    <a:pt x="13423" y="105536"/>
                  </a:lnTo>
                  <a:lnTo>
                    <a:pt x="50507" y="50546"/>
                  </a:lnTo>
                  <a:lnTo>
                    <a:pt x="105498" y="13588"/>
                  </a:lnTo>
                  <a:lnTo>
                    <a:pt x="171665" y="0"/>
                  </a:lnTo>
                  <a:close/>
                </a:path>
              </a:pathLst>
            </a:custGeom>
            <a:ln w="38100">
              <a:solidFill>
                <a:srgbClr val="D6EE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0306" y="7420610"/>
              <a:ext cx="997966" cy="130809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4825746" y="1741170"/>
            <a:ext cx="89509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AEB9"/>
                </a:solidFill>
                <a:latin typeface="Malgun Gothic"/>
                <a:cs typeface="Malgun Gothic"/>
              </a:rPr>
              <a:t>미국의</a:t>
            </a:r>
            <a:r>
              <a:rPr dirty="0" sz="3200" spc="-235" b="1">
                <a:solidFill>
                  <a:srgbClr val="00AEB9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00AEB9"/>
                </a:solidFill>
                <a:latin typeface="Malgun Gothic"/>
                <a:cs typeface="Malgun Gothic"/>
              </a:rPr>
              <a:t>상위</a:t>
            </a:r>
            <a:r>
              <a:rPr dirty="0" sz="3200" spc="-235" b="1">
                <a:solidFill>
                  <a:srgbClr val="00AEB9"/>
                </a:solidFill>
                <a:latin typeface="Malgun Gothic"/>
                <a:cs typeface="Malgun Gothic"/>
              </a:rPr>
              <a:t> </a:t>
            </a:r>
            <a:r>
              <a:rPr dirty="0" sz="3200" spc="50" b="1">
                <a:solidFill>
                  <a:srgbClr val="00AEB9"/>
                </a:solidFill>
                <a:latin typeface="Calibri"/>
                <a:cs typeface="Calibri"/>
              </a:rPr>
              <a:t>10</a:t>
            </a:r>
            <a:r>
              <a:rPr dirty="0" sz="3200" spc="50" b="1">
                <a:solidFill>
                  <a:srgbClr val="00AEB9"/>
                </a:solidFill>
                <a:latin typeface="Malgun Gothic"/>
                <a:cs typeface="Malgun Gothic"/>
              </a:rPr>
              <a:t>대</a:t>
            </a:r>
            <a:r>
              <a:rPr dirty="0" sz="3200" spc="-235" b="1">
                <a:solidFill>
                  <a:srgbClr val="00AEB9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00AEB9"/>
                </a:solidFill>
                <a:latin typeface="Malgun Gothic"/>
                <a:cs typeface="Malgun Gothic"/>
              </a:rPr>
              <a:t>은행은</a:t>
            </a:r>
            <a:r>
              <a:rPr dirty="0" sz="3200" spc="-229" b="1">
                <a:solidFill>
                  <a:srgbClr val="00AEB9"/>
                </a:solidFill>
                <a:latin typeface="Malgun Gothic"/>
                <a:cs typeface="Malgun Gothic"/>
              </a:rPr>
              <a:t> </a:t>
            </a:r>
            <a:r>
              <a:rPr dirty="0" sz="3200" spc="385" b="1">
                <a:solidFill>
                  <a:srgbClr val="00AEB9"/>
                </a:solidFill>
                <a:latin typeface="Calibri"/>
                <a:cs typeface="Calibri"/>
              </a:rPr>
              <a:t>Confluent</a:t>
            </a:r>
            <a:r>
              <a:rPr dirty="0" sz="3200" spc="200" b="1">
                <a:solidFill>
                  <a:srgbClr val="00AEB9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AEB9"/>
                </a:solidFill>
                <a:latin typeface="Malgun Gothic"/>
                <a:cs typeface="Malgun Gothic"/>
              </a:rPr>
              <a:t>고객입니다</a:t>
            </a:r>
            <a:r>
              <a:rPr dirty="0" sz="3200" spc="-10" b="1">
                <a:solidFill>
                  <a:srgbClr val="00AEB9"/>
                </a:solidFill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3313684" y="2346030"/>
            <a:ext cx="11225530" cy="27940"/>
          </a:xfrm>
          <a:custGeom>
            <a:avLst/>
            <a:gdLst/>
            <a:ahLst/>
            <a:cxnLst/>
            <a:rect l="l" t="t" r="r" b="b"/>
            <a:pathLst>
              <a:path w="11225530" h="27939">
                <a:moveTo>
                  <a:pt x="11225402" y="0"/>
                </a:moveTo>
                <a:lnTo>
                  <a:pt x="0" y="0"/>
                </a:lnTo>
                <a:lnTo>
                  <a:pt x="0" y="27599"/>
                </a:lnTo>
                <a:lnTo>
                  <a:pt x="11225402" y="27599"/>
                </a:lnTo>
                <a:lnTo>
                  <a:pt x="11225402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8204" y="757555"/>
            <a:ext cx="18148300" cy="7873365"/>
            <a:chOff x="108204" y="757555"/>
            <a:chExt cx="18148300" cy="78733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204" y="1164336"/>
              <a:ext cx="18147919" cy="746658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47103" y="1587500"/>
              <a:ext cx="16993870" cy="6312535"/>
            </a:xfrm>
            <a:custGeom>
              <a:avLst/>
              <a:gdLst/>
              <a:ahLst/>
              <a:cxnLst/>
              <a:rect l="l" t="t" r="r" b="b"/>
              <a:pathLst>
                <a:path w="16993870" h="6312534">
                  <a:moveTo>
                    <a:pt x="16908487" y="0"/>
                  </a:moveTo>
                  <a:lnTo>
                    <a:pt x="85280" y="0"/>
                  </a:lnTo>
                  <a:lnTo>
                    <a:pt x="52083" y="6689"/>
                  </a:lnTo>
                  <a:lnTo>
                    <a:pt x="24976" y="24939"/>
                  </a:lnTo>
                  <a:lnTo>
                    <a:pt x="6701" y="52024"/>
                  </a:lnTo>
                  <a:lnTo>
                    <a:pt x="0" y="85217"/>
                  </a:lnTo>
                  <a:lnTo>
                    <a:pt x="0" y="6226937"/>
                  </a:lnTo>
                  <a:lnTo>
                    <a:pt x="6701" y="6260149"/>
                  </a:lnTo>
                  <a:lnTo>
                    <a:pt x="24976" y="6287277"/>
                  </a:lnTo>
                  <a:lnTo>
                    <a:pt x="52083" y="6305571"/>
                  </a:lnTo>
                  <a:lnTo>
                    <a:pt x="85280" y="6312281"/>
                  </a:lnTo>
                  <a:lnTo>
                    <a:pt x="16908487" y="6312281"/>
                  </a:lnTo>
                  <a:lnTo>
                    <a:pt x="16941700" y="6305571"/>
                  </a:lnTo>
                  <a:lnTo>
                    <a:pt x="16968828" y="6287277"/>
                  </a:lnTo>
                  <a:lnTo>
                    <a:pt x="16987122" y="6260149"/>
                  </a:lnTo>
                  <a:lnTo>
                    <a:pt x="16993831" y="6226937"/>
                  </a:lnTo>
                  <a:lnTo>
                    <a:pt x="16993831" y="85217"/>
                  </a:lnTo>
                  <a:lnTo>
                    <a:pt x="16987122" y="52024"/>
                  </a:lnTo>
                  <a:lnTo>
                    <a:pt x="16968828" y="24939"/>
                  </a:lnTo>
                  <a:lnTo>
                    <a:pt x="16941700" y="6689"/>
                  </a:lnTo>
                  <a:lnTo>
                    <a:pt x="16908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690" rIns="0" bIns="0" rtlCol="0" vert="horz">
            <a:spAutoFit/>
          </a:bodyPr>
          <a:lstStyle/>
          <a:p>
            <a:pPr marL="513334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How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Confluent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Can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 spc="-20">
                <a:solidFill>
                  <a:srgbClr val="173360"/>
                </a:solidFill>
              </a:rPr>
              <a:t>Help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2307316" y="3853712"/>
            <a:ext cx="4331335" cy="86741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Fraud</a:t>
            </a:r>
            <a:r>
              <a:rPr dirty="0" sz="16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5" b="1">
                <a:solidFill>
                  <a:srgbClr val="173360"/>
                </a:solidFill>
                <a:latin typeface="Calibri"/>
                <a:cs typeface="Calibri"/>
              </a:rPr>
              <a:t>Prevention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  <a:spcBef>
                <a:spcPts val="100"/>
              </a:spcBef>
            </a:pPr>
            <a:r>
              <a:rPr dirty="0" sz="1600" spc="120">
                <a:solidFill>
                  <a:srgbClr val="173360"/>
                </a:solidFill>
                <a:latin typeface="Calibri"/>
                <a:cs typeface="Calibri"/>
              </a:rPr>
              <a:t>incl.</a:t>
            </a:r>
            <a:r>
              <a:rPr dirty="0" sz="16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173360"/>
                </a:solidFill>
                <a:latin typeface="Calibri"/>
                <a:cs typeface="Calibri"/>
              </a:rPr>
              <a:t>Anti-</a:t>
            </a:r>
            <a:r>
              <a:rPr dirty="0" sz="1600" spc="165">
                <a:solidFill>
                  <a:srgbClr val="173360"/>
                </a:solidFill>
                <a:latin typeface="Calibri"/>
                <a:cs typeface="Calibri"/>
              </a:rPr>
              <a:t>Money-</a:t>
            </a:r>
            <a:r>
              <a:rPr dirty="0" sz="1600" spc="210">
                <a:solidFill>
                  <a:srgbClr val="173360"/>
                </a:solidFill>
                <a:latin typeface="Calibri"/>
                <a:cs typeface="Calibri"/>
              </a:rPr>
              <a:t>Laundering</a:t>
            </a:r>
            <a:r>
              <a:rPr dirty="0" sz="1600" spc="10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20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1600" spc="5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15">
                <a:solidFill>
                  <a:srgbClr val="173360"/>
                </a:solidFill>
                <a:latin typeface="Calibri"/>
                <a:cs typeface="Calibri"/>
              </a:rPr>
              <a:t>AML</a:t>
            </a:r>
            <a:r>
              <a:rPr dirty="0" sz="16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173360"/>
                </a:solidFill>
                <a:latin typeface="Calibri"/>
                <a:cs typeface="Calibri"/>
              </a:rPr>
              <a:t>Real- </a:t>
            </a:r>
            <a:r>
              <a:rPr dirty="0" sz="1600" spc="190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dirty="0" sz="16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173360"/>
                </a:solidFill>
                <a:latin typeface="Calibri"/>
                <a:cs typeface="Calibri"/>
              </a:rPr>
              <a:t>ATM</a:t>
            </a:r>
            <a:r>
              <a:rPr dirty="0" sz="1600" spc="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173360"/>
                </a:solidFill>
                <a:latin typeface="Calibri"/>
                <a:cs typeface="Calibri"/>
              </a:rPr>
              <a:t>dispute</a:t>
            </a:r>
            <a:r>
              <a:rPr dirty="0" sz="16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35">
                <a:solidFill>
                  <a:srgbClr val="173360"/>
                </a:solidFill>
                <a:latin typeface="Calibri"/>
                <a:cs typeface="Calibri"/>
              </a:rPr>
              <a:t>resolution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307316" y="4975631"/>
            <a:ext cx="1583690" cy="5867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Cyber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5" b="1">
                <a:solidFill>
                  <a:srgbClr val="173360"/>
                </a:solidFill>
                <a:latin typeface="Calibri"/>
                <a:cs typeface="Calibri"/>
              </a:rPr>
              <a:t>Security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120">
                <a:solidFill>
                  <a:srgbClr val="173360"/>
                </a:solidFill>
                <a:latin typeface="Calibri"/>
                <a:cs typeface="Calibri"/>
              </a:rPr>
              <a:t>incl.</a:t>
            </a:r>
            <a:r>
              <a:rPr dirty="0" sz="16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173360"/>
                </a:solidFill>
                <a:latin typeface="Calibri"/>
                <a:cs typeface="Calibri"/>
              </a:rPr>
              <a:t>SIEM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307316" y="5816879"/>
            <a:ext cx="4261485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spc="210" b="1">
                <a:solidFill>
                  <a:srgbClr val="173360"/>
                </a:solidFill>
                <a:latin typeface="Calibri"/>
                <a:cs typeface="Calibri"/>
              </a:rPr>
              <a:t>Risk</a:t>
            </a:r>
            <a:r>
              <a:rPr dirty="0" sz="1600" spc="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90" b="1">
                <a:solidFill>
                  <a:srgbClr val="173360"/>
                </a:solidFill>
                <a:latin typeface="Calibri"/>
                <a:cs typeface="Calibri"/>
              </a:rPr>
              <a:t>Simulations</a:t>
            </a:r>
            <a:r>
              <a:rPr dirty="0" sz="16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5" b="1">
                <a:solidFill>
                  <a:srgbClr val="173360"/>
                </a:solidFill>
                <a:latin typeface="Calibri"/>
                <a:cs typeface="Calibri"/>
              </a:rPr>
              <a:t>Real-</a:t>
            </a: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dirty="0" sz="1600" spc="10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stock</a:t>
            </a:r>
            <a:r>
              <a:rPr dirty="0" sz="1600" spc="8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5" b="1">
                <a:solidFill>
                  <a:srgbClr val="173360"/>
                </a:solidFill>
                <a:latin typeface="Calibri"/>
                <a:cs typeface="Calibri"/>
              </a:rPr>
              <a:t>price </a:t>
            </a:r>
            <a:r>
              <a:rPr dirty="0" sz="1600" spc="229" b="1">
                <a:solidFill>
                  <a:srgbClr val="173360"/>
                </a:solidFill>
                <a:latin typeface="Calibri"/>
                <a:cs typeface="Calibri"/>
              </a:rPr>
              <a:t>movement</a:t>
            </a:r>
            <a:r>
              <a:rPr dirty="0" sz="16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alerts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307316" y="6695693"/>
            <a:ext cx="3863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0" b="1">
                <a:solidFill>
                  <a:srgbClr val="173360"/>
                </a:solidFill>
                <a:latin typeface="Calibri"/>
                <a:cs typeface="Calibri"/>
              </a:rPr>
              <a:t>Regulatory</a:t>
            </a:r>
            <a:r>
              <a:rPr dirty="0" sz="1600" spc="15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Reporting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3360"/>
                </a:solidFill>
                <a:latin typeface="Calibri"/>
                <a:cs typeface="Calibri"/>
              </a:rPr>
              <a:t>&amp;</a:t>
            </a:r>
            <a:r>
              <a:rPr dirty="0" sz="16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Compliance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45767" y="3818661"/>
            <a:ext cx="2499360" cy="5867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170" b="1">
                <a:solidFill>
                  <a:srgbClr val="173360"/>
                </a:solidFill>
                <a:latin typeface="Calibri"/>
                <a:cs typeface="Calibri"/>
              </a:rPr>
              <a:t>Real-</a:t>
            </a: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dirty="0" sz="1600" spc="13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9" b="1">
                <a:solidFill>
                  <a:srgbClr val="173360"/>
                </a:solidFill>
                <a:latin typeface="Calibri"/>
                <a:cs typeface="Calibri"/>
              </a:rPr>
              <a:t>App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90" b="1">
                <a:solidFill>
                  <a:srgbClr val="173360"/>
                </a:solidFill>
                <a:latin typeface="Calibri"/>
                <a:cs typeface="Calibri"/>
              </a:rPr>
              <a:t>Updates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170">
                <a:solidFill>
                  <a:srgbClr val="173360"/>
                </a:solidFill>
                <a:latin typeface="Calibri"/>
                <a:cs typeface="Calibri"/>
              </a:rPr>
              <a:t>Digital</a:t>
            </a:r>
            <a:r>
              <a:rPr dirty="0" sz="16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90">
                <a:solidFill>
                  <a:srgbClr val="173360"/>
                </a:solidFill>
                <a:latin typeface="Calibri"/>
                <a:cs typeface="Calibri"/>
              </a:rPr>
              <a:t>mobile</a:t>
            </a:r>
            <a:r>
              <a:rPr dirty="0" sz="16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5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173360"/>
                </a:solidFill>
                <a:latin typeface="Calibri"/>
                <a:cs typeface="Calibri"/>
              </a:rPr>
              <a:t>online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45767" y="4660162"/>
            <a:ext cx="4164965" cy="5867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Customer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0" b="1">
                <a:solidFill>
                  <a:srgbClr val="173360"/>
                </a:solidFill>
                <a:latin typeface="Calibri"/>
                <a:cs typeface="Calibri"/>
              </a:rPr>
              <a:t>360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160">
                <a:solidFill>
                  <a:srgbClr val="173360"/>
                </a:solidFill>
                <a:latin typeface="Calibri"/>
                <a:cs typeface="Calibri"/>
              </a:rPr>
              <a:t>Call</a:t>
            </a:r>
            <a:r>
              <a:rPr dirty="0" sz="16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173360"/>
                </a:solidFill>
                <a:latin typeface="Calibri"/>
                <a:cs typeface="Calibri"/>
              </a:rPr>
              <a:t>Center</a:t>
            </a:r>
            <a:r>
              <a:rPr dirty="0" sz="1600" spc="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20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16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45">
                <a:solidFill>
                  <a:srgbClr val="173360"/>
                </a:solidFill>
                <a:latin typeface="Calibri"/>
                <a:cs typeface="Calibri"/>
              </a:rPr>
              <a:t>Know</a:t>
            </a:r>
            <a:r>
              <a:rPr dirty="0" sz="16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173360"/>
                </a:solidFill>
                <a:latin typeface="Calibri"/>
                <a:cs typeface="Calibri"/>
              </a:rPr>
              <a:t>Your</a:t>
            </a:r>
            <a:r>
              <a:rPr dirty="0" sz="16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4">
                <a:solidFill>
                  <a:srgbClr val="173360"/>
                </a:solidFill>
                <a:latin typeface="Calibri"/>
                <a:cs typeface="Calibri"/>
              </a:rPr>
              <a:t>Customer</a:t>
            </a:r>
            <a:r>
              <a:rPr dirty="0" sz="1600" spc="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20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16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60">
                <a:solidFill>
                  <a:srgbClr val="173360"/>
                </a:solidFill>
                <a:latin typeface="Calibri"/>
                <a:cs typeface="Calibri"/>
              </a:rPr>
              <a:t>KYC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45767" y="5501411"/>
            <a:ext cx="4476115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185" b="1">
                <a:solidFill>
                  <a:srgbClr val="173360"/>
                </a:solidFill>
                <a:latin typeface="Calibri"/>
                <a:cs typeface="Calibri"/>
              </a:rPr>
              <a:t>Policy</a:t>
            </a:r>
            <a:r>
              <a:rPr dirty="0" sz="1600" spc="13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9" b="1">
                <a:solidFill>
                  <a:srgbClr val="173360"/>
                </a:solidFill>
                <a:latin typeface="Calibri"/>
                <a:cs typeface="Calibri"/>
              </a:rPr>
              <a:t>Admin</a:t>
            </a:r>
            <a:r>
              <a:rPr dirty="0" sz="1600" spc="9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8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Customer</a:t>
            </a:r>
            <a:r>
              <a:rPr dirty="0" sz="16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Onboarding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</a:pPr>
            <a:r>
              <a:rPr dirty="0" sz="1600" spc="105">
                <a:solidFill>
                  <a:srgbClr val="173360"/>
                </a:solidFill>
                <a:latin typeface="Calibri"/>
                <a:cs typeface="Calibri"/>
              </a:rPr>
              <a:t>e.g.</a:t>
            </a:r>
            <a:r>
              <a:rPr dirty="0" sz="16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4">
                <a:solidFill>
                  <a:srgbClr val="173360"/>
                </a:solidFill>
                <a:latin typeface="Calibri"/>
                <a:cs typeface="Calibri"/>
              </a:rPr>
              <a:t>Account</a:t>
            </a:r>
            <a:r>
              <a:rPr dirty="0" sz="16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5">
                <a:solidFill>
                  <a:srgbClr val="173360"/>
                </a:solidFill>
                <a:latin typeface="Calibri"/>
                <a:cs typeface="Calibri"/>
              </a:rPr>
              <a:t>Opening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0">
                <a:solidFill>
                  <a:srgbClr val="173360"/>
                </a:solidFill>
                <a:latin typeface="Calibri"/>
                <a:cs typeface="Calibri"/>
              </a:rPr>
              <a:t>Loans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90">
                <a:solidFill>
                  <a:srgbClr val="173360"/>
                </a:solidFill>
                <a:latin typeface="Calibri"/>
                <a:cs typeface="Calibri"/>
              </a:rPr>
              <a:t>Mortgages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173360"/>
                </a:solidFill>
                <a:latin typeface="Calibri"/>
                <a:cs typeface="Calibri"/>
              </a:rPr>
              <a:t>/ </a:t>
            </a:r>
            <a:r>
              <a:rPr dirty="0" sz="1600" spc="175">
                <a:solidFill>
                  <a:srgbClr val="173360"/>
                </a:solidFill>
                <a:latin typeface="Calibri"/>
                <a:cs typeface="Calibri"/>
              </a:rPr>
              <a:t>Next</a:t>
            </a:r>
            <a:r>
              <a:rPr dirty="0" sz="16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95">
                <a:solidFill>
                  <a:srgbClr val="173360"/>
                </a:solidFill>
                <a:latin typeface="Calibri"/>
                <a:cs typeface="Calibri"/>
              </a:rPr>
              <a:t>Best</a:t>
            </a:r>
            <a:r>
              <a:rPr dirty="0" sz="16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173360"/>
                </a:solidFill>
                <a:latin typeface="Calibri"/>
                <a:cs typeface="Calibri"/>
              </a:rPr>
              <a:t>Action</a:t>
            </a:r>
            <a:r>
              <a:rPr dirty="0" sz="16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5">
                <a:solidFill>
                  <a:srgbClr val="173360"/>
                </a:solidFill>
                <a:latin typeface="Calibri"/>
                <a:cs typeface="Calibri"/>
              </a:rPr>
              <a:t>Targeted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30">
                <a:solidFill>
                  <a:srgbClr val="173360"/>
                </a:solidFill>
                <a:latin typeface="Calibri"/>
                <a:cs typeface="Calibri"/>
              </a:rPr>
              <a:t>Offers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45767" y="6660642"/>
            <a:ext cx="31807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70" b="1">
                <a:solidFill>
                  <a:srgbClr val="173360"/>
                </a:solidFill>
                <a:latin typeface="Calibri"/>
                <a:cs typeface="Calibri"/>
              </a:rPr>
              <a:t>Real-</a:t>
            </a: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dirty="0" sz="1600" spc="13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9" b="1">
                <a:solidFill>
                  <a:srgbClr val="173360"/>
                </a:solidFill>
                <a:latin typeface="Calibri"/>
                <a:cs typeface="Calibri"/>
              </a:rPr>
              <a:t>Payments</a:t>
            </a:r>
            <a:r>
              <a:rPr dirty="0" sz="16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0" b="1">
                <a:solidFill>
                  <a:srgbClr val="173360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76668" y="3818661"/>
            <a:ext cx="4076700" cy="5867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245" b="1">
                <a:solidFill>
                  <a:srgbClr val="173360"/>
                </a:solidFill>
                <a:latin typeface="Calibri"/>
                <a:cs typeface="Calibri"/>
              </a:rPr>
              <a:t>Legacy</a:t>
            </a:r>
            <a:r>
              <a:rPr dirty="0" sz="16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IT</a:t>
            </a:r>
            <a:r>
              <a:rPr dirty="0" sz="1600" spc="9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173360"/>
                </a:solidFill>
                <a:latin typeface="Calibri"/>
                <a:cs typeface="Calibri"/>
              </a:rPr>
              <a:t>Modernization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105">
                <a:solidFill>
                  <a:srgbClr val="173360"/>
                </a:solidFill>
                <a:latin typeface="Calibri"/>
                <a:cs typeface="Calibri"/>
              </a:rPr>
              <a:t>e.g.</a:t>
            </a:r>
            <a:r>
              <a:rPr dirty="0" sz="1600" spc="5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173360"/>
                </a:solidFill>
                <a:latin typeface="Calibri"/>
                <a:cs typeface="Calibri"/>
              </a:rPr>
              <a:t>Mainframe</a:t>
            </a:r>
            <a:r>
              <a:rPr dirty="0" sz="1600" spc="4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05">
                <a:solidFill>
                  <a:srgbClr val="173360"/>
                </a:solidFill>
                <a:latin typeface="Calibri"/>
                <a:cs typeface="Calibri"/>
              </a:rPr>
              <a:t>off-</a:t>
            </a:r>
            <a:r>
              <a:rPr dirty="0" sz="1600" spc="165">
                <a:solidFill>
                  <a:srgbClr val="173360"/>
                </a:solidFill>
                <a:latin typeface="Calibri"/>
                <a:cs typeface="Calibri"/>
              </a:rPr>
              <a:t>load</a:t>
            </a:r>
            <a:r>
              <a:rPr dirty="0" sz="16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600" spc="5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0">
                <a:solidFill>
                  <a:srgbClr val="173360"/>
                </a:solidFill>
                <a:latin typeface="Calibri"/>
                <a:cs typeface="Calibri"/>
              </a:rPr>
              <a:t>augmentation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76668" y="4660162"/>
            <a:ext cx="4203065" cy="5867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245" b="1">
                <a:solidFill>
                  <a:srgbClr val="173360"/>
                </a:solidFill>
                <a:latin typeface="Calibri"/>
                <a:cs typeface="Calibri"/>
              </a:rPr>
              <a:t>Legacy</a:t>
            </a:r>
            <a:r>
              <a:rPr dirty="0" sz="16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IT</a:t>
            </a:r>
            <a:r>
              <a:rPr dirty="0" sz="1600" spc="9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Replacement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spc="105">
                <a:solidFill>
                  <a:srgbClr val="173360"/>
                </a:solidFill>
                <a:latin typeface="Calibri"/>
                <a:cs typeface="Calibri"/>
              </a:rPr>
              <a:t>e.g.</a:t>
            </a:r>
            <a:r>
              <a:rPr dirty="0" sz="16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10">
                <a:solidFill>
                  <a:srgbClr val="173360"/>
                </a:solidFill>
                <a:latin typeface="Calibri"/>
                <a:cs typeface="Calibri"/>
              </a:rPr>
              <a:t>Messaging</a:t>
            </a:r>
            <a:r>
              <a:rPr dirty="0" sz="16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173360"/>
                </a:solidFill>
                <a:latin typeface="Calibri"/>
                <a:cs typeface="Calibri"/>
              </a:rPr>
              <a:t>Middleware</a:t>
            </a:r>
            <a:r>
              <a:rPr dirty="0" sz="16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5">
                <a:solidFill>
                  <a:srgbClr val="173360"/>
                </a:solidFill>
                <a:latin typeface="Calibri"/>
                <a:cs typeface="Calibri"/>
              </a:rPr>
              <a:t>replacement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876668" y="5501411"/>
            <a:ext cx="4472305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220" b="1">
                <a:solidFill>
                  <a:srgbClr val="173360"/>
                </a:solidFill>
                <a:latin typeface="Calibri"/>
                <a:cs typeface="Calibri"/>
              </a:rPr>
              <a:t>Bridge</a:t>
            </a:r>
            <a:r>
              <a:rPr dirty="0" sz="16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173360"/>
                </a:solidFill>
                <a:latin typeface="Calibri"/>
                <a:cs typeface="Calibri"/>
              </a:rPr>
              <a:t>to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95" b="1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</a:pPr>
            <a:r>
              <a:rPr dirty="0" sz="1600" spc="140">
                <a:solidFill>
                  <a:srgbClr val="173360"/>
                </a:solidFill>
                <a:latin typeface="Calibri"/>
                <a:cs typeface="Calibri"/>
              </a:rPr>
              <a:t>Mobilize</a:t>
            </a:r>
            <a:r>
              <a:rPr dirty="0" sz="1600" spc="10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5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6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173360"/>
                </a:solidFill>
                <a:latin typeface="Calibri"/>
                <a:cs typeface="Calibri"/>
              </a:rPr>
              <a:t>across</a:t>
            </a:r>
            <a:r>
              <a:rPr dirty="0" sz="16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173360"/>
                </a:solidFill>
                <a:latin typeface="Calibri"/>
                <a:cs typeface="Calibri"/>
              </a:rPr>
              <a:t>Hybrid</a:t>
            </a:r>
            <a:r>
              <a:rPr dirty="0" sz="16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5">
                <a:solidFill>
                  <a:srgbClr val="173360"/>
                </a:solidFill>
                <a:latin typeface="Calibri"/>
                <a:cs typeface="Calibri"/>
              </a:rPr>
              <a:t>and</a:t>
            </a:r>
            <a:r>
              <a:rPr dirty="0" sz="16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173360"/>
                </a:solidFill>
                <a:latin typeface="Calibri"/>
                <a:cs typeface="Calibri"/>
              </a:rPr>
              <a:t>Multicloud </a:t>
            </a:r>
            <a:r>
              <a:rPr dirty="0" sz="1600" spc="155">
                <a:solidFill>
                  <a:srgbClr val="173360"/>
                </a:solidFill>
                <a:latin typeface="Calibri"/>
                <a:cs typeface="Calibri"/>
              </a:rPr>
              <a:t>architectures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678803" y="2525395"/>
            <a:ext cx="4930775" cy="928369"/>
          </a:xfrm>
          <a:custGeom>
            <a:avLst/>
            <a:gdLst/>
            <a:ahLst/>
            <a:cxnLst/>
            <a:rect l="l" t="t" r="r" b="b"/>
            <a:pathLst>
              <a:path w="4930775" h="928370">
                <a:moveTo>
                  <a:pt x="4895723" y="0"/>
                </a:moveTo>
                <a:lnTo>
                  <a:pt x="34671" y="0"/>
                </a:lnTo>
                <a:lnTo>
                  <a:pt x="21163" y="2720"/>
                </a:lnTo>
                <a:lnTo>
                  <a:pt x="10144" y="10144"/>
                </a:lnTo>
                <a:lnTo>
                  <a:pt x="2720" y="21163"/>
                </a:lnTo>
                <a:lnTo>
                  <a:pt x="0" y="34671"/>
                </a:lnTo>
                <a:lnTo>
                  <a:pt x="0" y="893190"/>
                </a:lnTo>
                <a:lnTo>
                  <a:pt x="2720" y="906698"/>
                </a:lnTo>
                <a:lnTo>
                  <a:pt x="10144" y="917717"/>
                </a:lnTo>
                <a:lnTo>
                  <a:pt x="21163" y="925141"/>
                </a:lnTo>
                <a:lnTo>
                  <a:pt x="34671" y="927861"/>
                </a:lnTo>
                <a:lnTo>
                  <a:pt x="4895723" y="927861"/>
                </a:lnTo>
                <a:lnTo>
                  <a:pt x="4909230" y="925141"/>
                </a:lnTo>
                <a:lnTo>
                  <a:pt x="4920249" y="917717"/>
                </a:lnTo>
                <a:lnTo>
                  <a:pt x="4927673" y="906698"/>
                </a:lnTo>
                <a:lnTo>
                  <a:pt x="4930394" y="893190"/>
                </a:lnTo>
                <a:lnTo>
                  <a:pt x="4930394" y="34671"/>
                </a:lnTo>
                <a:lnTo>
                  <a:pt x="4927673" y="21163"/>
                </a:lnTo>
                <a:lnTo>
                  <a:pt x="4920249" y="10144"/>
                </a:lnTo>
                <a:lnTo>
                  <a:pt x="4909230" y="2720"/>
                </a:lnTo>
                <a:lnTo>
                  <a:pt x="4895723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859651" y="2690622"/>
            <a:ext cx="3231515" cy="57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85" b="1" i="1">
                <a:solidFill>
                  <a:srgbClr val="173360"/>
                </a:solidFill>
                <a:latin typeface="Calibri"/>
                <a:cs typeface="Calibri"/>
              </a:rPr>
              <a:t>Decrease</a:t>
            </a:r>
            <a:r>
              <a:rPr dirty="0" sz="2000" spc="95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70" b="1" i="1">
                <a:solidFill>
                  <a:srgbClr val="173360"/>
                </a:solidFill>
                <a:latin typeface="Calibri"/>
                <a:cs typeface="Calibri"/>
              </a:rPr>
              <a:t>Costs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 spc="175" i="1">
                <a:solidFill>
                  <a:srgbClr val="173360"/>
                </a:solidFill>
                <a:latin typeface="Calibri"/>
                <a:cs typeface="Calibri"/>
              </a:rPr>
              <a:t>Increase</a:t>
            </a:r>
            <a:r>
              <a:rPr dirty="0" sz="1600" spc="95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75" i="1">
                <a:solidFill>
                  <a:srgbClr val="173360"/>
                </a:solidFill>
                <a:latin typeface="Calibri"/>
                <a:cs typeface="Calibri"/>
              </a:rPr>
              <a:t>Operational</a:t>
            </a:r>
            <a:r>
              <a:rPr dirty="0" sz="1600" spc="100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45" i="1">
                <a:solidFill>
                  <a:srgbClr val="173360"/>
                </a:solidFill>
                <a:latin typeface="Calibri"/>
                <a:cs typeface="Calibri"/>
              </a:rPr>
              <a:t>Efficiency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2109068" y="2525395"/>
            <a:ext cx="4930775" cy="928369"/>
          </a:xfrm>
          <a:custGeom>
            <a:avLst/>
            <a:gdLst/>
            <a:ahLst/>
            <a:cxnLst/>
            <a:rect l="l" t="t" r="r" b="b"/>
            <a:pathLst>
              <a:path w="4930775" h="928370">
                <a:moveTo>
                  <a:pt x="4895723" y="0"/>
                </a:moveTo>
                <a:lnTo>
                  <a:pt x="34671" y="0"/>
                </a:lnTo>
                <a:lnTo>
                  <a:pt x="21163" y="2720"/>
                </a:lnTo>
                <a:lnTo>
                  <a:pt x="10144" y="10144"/>
                </a:lnTo>
                <a:lnTo>
                  <a:pt x="2720" y="21163"/>
                </a:lnTo>
                <a:lnTo>
                  <a:pt x="0" y="34671"/>
                </a:lnTo>
                <a:lnTo>
                  <a:pt x="0" y="893190"/>
                </a:lnTo>
                <a:lnTo>
                  <a:pt x="2720" y="906698"/>
                </a:lnTo>
                <a:lnTo>
                  <a:pt x="10144" y="917717"/>
                </a:lnTo>
                <a:lnTo>
                  <a:pt x="21163" y="925141"/>
                </a:lnTo>
                <a:lnTo>
                  <a:pt x="34671" y="927861"/>
                </a:lnTo>
                <a:lnTo>
                  <a:pt x="4895723" y="927861"/>
                </a:lnTo>
                <a:lnTo>
                  <a:pt x="4909230" y="925141"/>
                </a:lnTo>
                <a:lnTo>
                  <a:pt x="4920249" y="917717"/>
                </a:lnTo>
                <a:lnTo>
                  <a:pt x="4927673" y="906698"/>
                </a:lnTo>
                <a:lnTo>
                  <a:pt x="4930394" y="893190"/>
                </a:lnTo>
                <a:lnTo>
                  <a:pt x="4930394" y="34671"/>
                </a:lnTo>
                <a:lnTo>
                  <a:pt x="4927673" y="21163"/>
                </a:lnTo>
                <a:lnTo>
                  <a:pt x="4920249" y="10144"/>
                </a:lnTo>
                <a:lnTo>
                  <a:pt x="4909230" y="2720"/>
                </a:lnTo>
                <a:lnTo>
                  <a:pt x="4895723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2290297" y="2690622"/>
            <a:ext cx="2462530" cy="57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10" b="1" i="1">
                <a:solidFill>
                  <a:srgbClr val="173360"/>
                </a:solidFill>
                <a:latin typeface="Calibri"/>
                <a:cs typeface="Calibri"/>
              </a:rPr>
              <a:t>Mitigate</a:t>
            </a:r>
            <a:r>
              <a:rPr dirty="0" sz="2000" spc="100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50" b="1" i="1">
                <a:solidFill>
                  <a:srgbClr val="173360"/>
                </a:solidFill>
                <a:latin typeface="Calibri"/>
                <a:cs typeface="Calibri"/>
              </a:rPr>
              <a:t>Risks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 spc="175" i="1">
                <a:solidFill>
                  <a:srgbClr val="173360"/>
                </a:solidFill>
                <a:latin typeface="Calibri"/>
                <a:cs typeface="Calibri"/>
              </a:rPr>
              <a:t>Regulatory</a:t>
            </a:r>
            <a:r>
              <a:rPr dirty="0" sz="1600" spc="125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4" i="1">
                <a:solidFill>
                  <a:srgbClr val="173360"/>
                </a:solidFill>
                <a:latin typeface="Calibri"/>
                <a:cs typeface="Calibri"/>
              </a:rPr>
              <a:t>Compliance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248473" y="2525395"/>
            <a:ext cx="4930775" cy="928369"/>
          </a:xfrm>
          <a:custGeom>
            <a:avLst/>
            <a:gdLst/>
            <a:ahLst/>
            <a:cxnLst/>
            <a:rect l="l" t="t" r="r" b="b"/>
            <a:pathLst>
              <a:path w="4930775" h="928370">
                <a:moveTo>
                  <a:pt x="4895786" y="0"/>
                </a:moveTo>
                <a:lnTo>
                  <a:pt x="34734" y="0"/>
                </a:lnTo>
                <a:lnTo>
                  <a:pt x="21206" y="2720"/>
                </a:lnTo>
                <a:lnTo>
                  <a:pt x="10166" y="10144"/>
                </a:lnTo>
                <a:lnTo>
                  <a:pt x="2726" y="21163"/>
                </a:lnTo>
                <a:lnTo>
                  <a:pt x="0" y="34671"/>
                </a:lnTo>
                <a:lnTo>
                  <a:pt x="0" y="893190"/>
                </a:lnTo>
                <a:lnTo>
                  <a:pt x="2726" y="906698"/>
                </a:lnTo>
                <a:lnTo>
                  <a:pt x="10166" y="917717"/>
                </a:lnTo>
                <a:lnTo>
                  <a:pt x="21206" y="925141"/>
                </a:lnTo>
                <a:lnTo>
                  <a:pt x="34734" y="927861"/>
                </a:lnTo>
                <a:lnTo>
                  <a:pt x="4895786" y="927861"/>
                </a:lnTo>
                <a:lnTo>
                  <a:pt x="4909294" y="925141"/>
                </a:lnTo>
                <a:lnTo>
                  <a:pt x="4920313" y="917717"/>
                </a:lnTo>
                <a:lnTo>
                  <a:pt x="4927736" y="906698"/>
                </a:lnTo>
                <a:lnTo>
                  <a:pt x="4930457" y="893190"/>
                </a:lnTo>
                <a:lnTo>
                  <a:pt x="4930457" y="34671"/>
                </a:lnTo>
                <a:lnTo>
                  <a:pt x="4927736" y="21163"/>
                </a:lnTo>
                <a:lnTo>
                  <a:pt x="4920313" y="10144"/>
                </a:lnTo>
                <a:lnTo>
                  <a:pt x="4909294" y="2720"/>
                </a:lnTo>
                <a:lnTo>
                  <a:pt x="489578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429003" y="2690622"/>
            <a:ext cx="3061335" cy="57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54" b="1" i="1">
                <a:solidFill>
                  <a:srgbClr val="173360"/>
                </a:solidFill>
                <a:latin typeface="Calibri"/>
                <a:cs typeface="Calibri"/>
              </a:rPr>
              <a:t>Increase</a:t>
            </a:r>
            <a:r>
              <a:rPr dirty="0" sz="2000" spc="114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80" b="1" i="1">
                <a:solidFill>
                  <a:srgbClr val="173360"/>
                </a:solidFill>
                <a:latin typeface="Calibri"/>
                <a:cs typeface="Calibri"/>
              </a:rPr>
              <a:t>Revenue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 spc="210" i="1">
                <a:solidFill>
                  <a:srgbClr val="173360"/>
                </a:solidFill>
                <a:latin typeface="Calibri"/>
                <a:cs typeface="Calibri"/>
              </a:rPr>
              <a:t>Customer</a:t>
            </a:r>
            <a:r>
              <a:rPr dirty="0" sz="1600" spc="90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5" i="1">
                <a:solidFill>
                  <a:srgbClr val="173360"/>
                </a:solidFill>
                <a:latin typeface="Calibri"/>
                <a:cs typeface="Calibri"/>
              </a:rPr>
              <a:t>Experience,</a:t>
            </a:r>
            <a:r>
              <a:rPr dirty="0" sz="1600" spc="100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50" i="1">
                <a:solidFill>
                  <a:srgbClr val="173360"/>
                </a:solidFill>
                <a:latin typeface="Calibri"/>
                <a:cs typeface="Calibri"/>
              </a:rPr>
              <a:t>Loyalty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47103" y="8168640"/>
            <a:ext cx="16993870" cy="1826895"/>
          </a:xfrm>
          <a:custGeom>
            <a:avLst/>
            <a:gdLst/>
            <a:ahLst/>
            <a:cxnLst/>
            <a:rect l="l" t="t" r="r" b="b"/>
            <a:pathLst>
              <a:path w="16993870" h="1826895">
                <a:moveTo>
                  <a:pt x="16993832" y="69850"/>
                </a:moveTo>
                <a:lnTo>
                  <a:pt x="16988320" y="42659"/>
                </a:lnTo>
                <a:lnTo>
                  <a:pt x="16973322" y="20447"/>
                </a:lnTo>
                <a:lnTo>
                  <a:pt x="16951071" y="5486"/>
                </a:lnTo>
                <a:lnTo>
                  <a:pt x="16923855" y="0"/>
                </a:lnTo>
                <a:lnTo>
                  <a:pt x="69951" y="0"/>
                </a:lnTo>
                <a:lnTo>
                  <a:pt x="42722" y="5486"/>
                </a:lnTo>
                <a:lnTo>
                  <a:pt x="20485" y="20447"/>
                </a:lnTo>
                <a:lnTo>
                  <a:pt x="5486" y="42659"/>
                </a:lnTo>
                <a:lnTo>
                  <a:pt x="0" y="69850"/>
                </a:lnTo>
                <a:lnTo>
                  <a:pt x="0" y="1756702"/>
                </a:lnTo>
                <a:lnTo>
                  <a:pt x="5486" y="1783930"/>
                </a:lnTo>
                <a:lnTo>
                  <a:pt x="20485" y="1806168"/>
                </a:lnTo>
                <a:lnTo>
                  <a:pt x="42722" y="1821167"/>
                </a:lnTo>
                <a:lnTo>
                  <a:pt x="69951" y="1826653"/>
                </a:lnTo>
                <a:lnTo>
                  <a:pt x="16923855" y="1826653"/>
                </a:lnTo>
                <a:lnTo>
                  <a:pt x="16951071" y="1821167"/>
                </a:lnTo>
                <a:lnTo>
                  <a:pt x="16973322" y="1806168"/>
                </a:lnTo>
                <a:lnTo>
                  <a:pt x="16988320" y="1783930"/>
                </a:lnTo>
                <a:lnTo>
                  <a:pt x="16993832" y="1756702"/>
                </a:lnTo>
                <a:lnTo>
                  <a:pt x="16993832" y="6985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723389" y="9063329"/>
            <a:ext cx="100076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34315">
              <a:lnSpc>
                <a:spcPct val="100000"/>
              </a:lnSpc>
              <a:spcBef>
                <a:spcPts val="95"/>
              </a:spcBef>
            </a:pPr>
            <a:r>
              <a:rPr dirty="0" sz="1600" spc="180" b="1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1600" spc="175" b="1">
                <a:solidFill>
                  <a:srgbClr val="FFFFFF"/>
                </a:solidFill>
                <a:latin typeface="Calibri"/>
                <a:cs typeface="Calibri"/>
              </a:rPr>
              <a:t>Pipelines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442970" y="8771508"/>
            <a:ext cx="2176145" cy="1112520"/>
          </a:xfrm>
          <a:custGeom>
            <a:avLst/>
            <a:gdLst/>
            <a:ahLst/>
            <a:cxnLst/>
            <a:rect l="l" t="t" r="r" b="b"/>
            <a:pathLst>
              <a:path w="2176145" h="1112520">
                <a:moveTo>
                  <a:pt x="2134107" y="0"/>
                </a:moveTo>
                <a:lnTo>
                  <a:pt x="41655" y="0"/>
                </a:lnTo>
                <a:lnTo>
                  <a:pt x="25449" y="3276"/>
                </a:lnTo>
                <a:lnTo>
                  <a:pt x="12207" y="12207"/>
                </a:lnTo>
                <a:lnTo>
                  <a:pt x="3276" y="25449"/>
                </a:lnTo>
                <a:lnTo>
                  <a:pt x="0" y="41656"/>
                </a:lnTo>
                <a:lnTo>
                  <a:pt x="0" y="1070864"/>
                </a:lnTo>
                <a:lnTo>
                  <a:pt x="3276" y="1087055"/>
                </a:lnTo>
                <a:lnTo>
                  <a:pt x="12207" y="1100275"/>
                </a:lnTo>
                <a:lnTo>
                  <a:pt x="25449" y="1109188"/>
                </a:lnTo>
                <a:lnTo>
                  <a:pt x="41655" y="1112456"/>
                </a:lnTo>
                <a:lnTo>
                  <a:pt x="2134107" y="1112456"/>
                </a:lnTo>
                <a:lnTo>
                  <a:pt x="2150294" y="1109188"/>
                </a:lnTo>
                <a:lnTo>
                  <a:pt x="2163492" y="1100275"/>
                </a:lnTo>
                <a:lnTo>
                  <a:pt x="2172380" y="1087055"/>
                </a:lnTo>
                <a:lnTo>
                  <a:pt x="2175637" y="1070864"/>
                </a:lnTo>
                <a:lnTo>
                  <a:pt x="2175637" y="41656"/>
                </a:lnTo>
                <a:lnTo>
                  <a:pt x="2172380" y="25449"/>
                </a:lnTo>
                <a:lnTo>
                  <a:pt x="2163492" y="12207"/>
                </a:lnTo>
                <a:lnTo>
                  <a:pt x="2150294" y="3276"/>
                </a:lnTo>
                <a:lnTo>
                  <a:pt x="2134107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3944873" y="9185249"/>
            <a:ext cx="11728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4" b="1">
                <a:solidFill>
                  <a:srgbClr val="FFFFFF"/>
                </a:solidFill>
                <a:latin typeface="Calibri"/>
                <a:cs typeface="Calibri"/>
              </a:rPr>
              <a:t>Messaging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5749671" y="8771508"/>
            <a:ext cx="2175510" cy="1112520"/>
          </a:xfrm>
          <a:custGeom>
            <a:avLst/>
            <a:gdLst/>
            <a:ahLst/>
            <a:cxnLst/>
            <a:rect l="l" t="t" r="r" b="b"/>
            <a:pathLst>
              <a:path w="2175509" h="1112520">
                <a:moveTo>
                  <a:pt x="2133980" y="0"/>
                </a:moveTo>
                <a:lnTo>
                  <a:pt x="41528" y="0"/>
                </a:lnTo>
                <a:lnTo>
                  <a:pt x="25342" y="3276"/>
                </a:lnTo>
                <a:lnTo>
                  <a:pt x="12144" y="12207"/>
                </a:lnTo>
                <a:lnTo>
                  <a:pt x="3256" y="25449"/>
                </a:lnTo>
                <a:lnTo>
                  <a:pt x="0" y="41656"/>
                </a:lnTo>
                <a:lnTo>
                  <a:pt x="0" y="1070864"/>
                </a:lnTo>
                <a:lnTo>
                  <a:pt x="3256" y="1087055"/>
                </a:lnTo>
                <a:lnTo>
                  <a:pt x="12144" y="1100275"/>
                </a:lnTo>
                <a:lnTo>
                  <a:pt x="25342" y="1109188"/>
                </a:lnTo>
                <a:lnTo>
                  <a:pt x="41528" y="1112456"/>
                </a:lnTo>
                <a:lnTo>
                  <a:pt x="2133980" y="1112456"/>
                </a:lnTo>
                <a:lnTo>
                  <a:pt x="2150167" y="1109188"/>
                </a:lnTo>
                <a:lnTo>
                  <a:pt x="2163365" y="1100275"/>
                </a:lnTo>
                <a:lnTo>
                  <a:pt x="2172253" y="1087055"/>
                </a:lnTo>
                <a:lnTo>
                  <a:pt x="2175509" y="1070864"/>
                </a:lnTo>
                <a:lnTo>
                  <a:pt x="2175509" y="41656"/>
                </a:lnTo>
                <a:lnTo>
                  <a:pt x="2172253" y="25449"/>
                </a:lnTo>
                <a:lnTo>
                  <a:pt x="2163365" y="12207"/>
                </a:lnTo>
                <a:lnTo>
                  <a:pt x="2150167" y="3276"/>
                </a:lnTo>
                <a:lnTo>
                  <a:pt x="213398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012307" y="9063329"/>
            <a:ext cx="16497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6675">
              <a:lnSpc>
                <a:spcPct val="100000"/>
              </a:lnSpc>
              <a:spcBef>
                <a:spcPts val="95"/>
              </a:spcBef>
            </a:pPr>
            <a:r>
              <a:rPr dirty="0" sz="1600" spc="165" b="1">
                <a:solidFill>
                  <a:srgbClr val="FFFFFF"/>
                </a:solidFill>
                <a:latin typeface="Calibri"/>
                <a:cs typeface="Calibri"/>
              </a:rPr>
              <a:t>Microservice</a:t>
            </a:r>
            <a:r>
              <a:rPr dirty="0" sz="1600" spc="1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/ </a:t>
            </a:r>
            <a:r>
              <a:rPr dirty="0" sz="1600" spc="210" b="1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dirty="0" sz="1600" spc="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00" b="1">
                <a:solidFill>
                  <a:srgbClr val="FFFFFF"/>
                </a:solidFill>
                <a:latin typeface="Calibri"/>
                <a:cs typeface="Calibri"/>
              </a:rPr>
              <a:t>Sourcing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8056244" y="8771508"/>
            <a:ext cx="2176145" cy="1112520"/>
          </a:xfrm>
          <a:custGeom>
            <a:avLst/>
            <a:gdLst/>
            <a:ahLst/>
            <a:cxnLst/>
            <a:rect l="l" t="t" r="r" b="b"/>
            <a:pathLst>
              <a:path w="2176145" h="1112520">
                <a:moveTo>
                  <a:pt x="2133980" y="0"/>
                </a:moveTo>
                <a:lnTo>
                  <a:pt x="41528" y="0"/>
                </a:lnTo>
                <a:lnTo>
                  <a:pt x="25396" y="3276"/>
                </a:lnTo>
                <a:lnTo>
                  <a:pt x="12192" y="12207"/>
                </a:lnTo>
                <a:lnTo>
                  <a:pt x="3274" y="25449"/>
                </a:lnTo>
                <a:lnTo>
                  <a:pt x="0" y="41656"/>
                </a:lnTo>
                <a:lnTo>
                  <a:pt x="0" y="1070864"/>
                </a:lnTo>
                <a:lnTo>
                  <a:pt x="3274" y="1087055"/>
                </a:lnTo>
                <a:lnTo>
                  <a:pt x="12192" y="1100275"/>
                </a:lnTo>
                <a:lnTo>
                  <a:pt x="25396" y="1109188"/>
                </a:lnTo>
                <a:lnTo>
                  <a:pt x="41528" y="1112456"/>
                </a:lnTo>
                <a:lnTo>
                  <a:pt x="2133980" y="1112456"/>
                </a:lnTo>
                <a:lnTo>
                  <a:pt x="2150187" y="1109188"/>
                </a:lnTo>
                <a:lnTo>
                  <a:pt x="2163429" y="1100275"/>
                </a:lnTo>
                <a:lnTo>
                  <a:pt x="2172360" y="1087055"/>
                </a:lnTo>
                <a:lnTo>
                  <a:pt x="2175636" y="1070864"/>
                </a:lnTo>
                <a:lnTo>
                  <a:pt x="2175636" y="41656"/>
                </a:lnTo>
                <a:lnTo>
                  <a:pt x="2172360" y="25449"/>
                </a:lnTo>
                <a:lnTo>
                  <a:pt x="2163429" y="12207"/>
                </a:lnTo>
                <a:lnTo>
                  <a:pt x="2150187" y="3276"/>
                </a:lnTo>
                <a:lnTo>
                  <a:pt x="213398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8544814" y="9063329"/>
            <a:ext cx="120078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0066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FFFFFF"/>
                </a:solidFill>
                <a:latin typeface="Calibri"/>
                <a:cs typeface="Calibri"/>
              </a:rPr>
              <a:t>Stream </a:t>
            </a:r>
            <a:r>
              <a:rPr dirty="0" sz="1600" spc="204" b="1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10362818" y="8771508"/>
            <a:ext cx="2176145" cy="1112520"/>
          </a:xfrm>
          <a:custGeom>
            <a:avLst/>
            <a:gdLst/>
            <a:ahLst/>
            <a:cxnLst/>
            <a:rect l="l" t="t" r="r" b="b"/>
            <a:pathLst>
              <a:path w="2176145" h="1112520">
                <a:moveTo>
                  <a:pt x="2133980" y="0"/>
                </a:moveTo>
                <a:lnTo>
                  <a:pt x="41655" y="0"/>
                </a:lnTo>
                <a:lnTo>
                  <a:pt x="25449" y="3276"/>
                </a:lnTo>
                <a:lnTo>
                  <a:pt x="12207" y="12207"/>
                </a:lnTo>
                <a:lnTo>
                  <a:pt x="3276" y="25449"/>
                </a:lnTo>
                <a:lnTo>
                  <a:pt x="0" y="41656"/>
                </a:lnTo>
                <a:lnTo>
                  <a:pt x="0" y="1070864"/>
                </a:lnTo>
                <a:lnTo>
                  <a:pt x="3276" y="1087055"/>
                </a:lnTo>
                <a:lnTo>
                  <a:pt x="12207" y="1100275"/>
                </a:lnTo>
                <a:lnTo>
                  <a:pt x="25449" y="1109188"/>
                </a:lnTo>
                <a:lnTo>
                  <a:pt x="41655" y="1112456"/>
                </a:lnTo>
                <a:lnTo>
                  <a:pt x="2133980" y="1112456"/>
                </a:lnTo>
                <a:lnTo>
                  <a:pt x="2150187" y="1109188"/>
                </a:lnTo>
                <a:lnTo>
                  <a:pt x="2163429" y="1100275"/>
                </a:lnTo>
                <a:lnTo>
                  <a:pt x="2172360" y="1087055"/>
                </a:lnTo>
                <a:lnTo>
                  <a:pt x="2175636" y="1070864"/>
                </a:lnTo>
                <a:lnTo>
                  <a:pt x="2175636" y="41656"/>
                </a:lnTo>
                <a:lnTo>
                  <a:pt x="2172360" y="25449"/>
                </a:lnTo>
                <a:lnTo>
                  <a:pt x="2163429" y="12207"/>
                </a:lnTo>
                <a:lnTo>
                  <a:pt x="2150187" y="3276"/>
                </a:lnTo>
                <a:lnTo>
                  <a:pt x="213398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0839450" y="9063329"/>
            <a:ext cx="12255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45440">
              <a:lnSpc>
                <a:spcPct val="100000"/>
              </a:lnSpc>
              <a:spcBef>
                <a:spcPts val="95"/>
              </a:spcBef>
            </a:pPr>
            <a:r>
              <a:rPr dirty="0" sz="1600" spc="180" b="1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1600" spc="170" b="1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12669519" y="8771508"/>
            <a:ext cx="2175510" cy="1112520"/>
          </a:xfrm>
          <a:custGeom>
            <a:avLst/>
            <a:gdLst/>
            <a:ahLst/>
            <a:cxnLst/>
            <a:rect l="l" t="t" r="r" b="b"/>
            <a:pathLst>
              <a:path w="2175509" h="1112520">
                <a:moveTo>
                  <a:pt x="2133981" y="0"/>
                </a:moveTo>
                <a:lnTo>
                  <a:pt x="41528" y="0"/>
                </a:lnTo>
                <a:lnTo>
                  <a:pt x="25342" y="3276"/>
                </a:lnTo>
                <a:lnTo>
                  <a:pt x="12144" y="12207"/>
                </a:lnTo>
                <a:lnTo>
                  <a:pt x="3256" y="25449"/>
                </a:lnTo>
                <a:lnTo>
                  <a:pt x="0" y="41656"/>
                </a:lnTo>
                <a:lnTo>
                  <a:pt x="0" y="1070864"/>
                </a:lnTo>
                <a:lnTo>
                  <a:pt x="3256" y="1087055"/>
                </a:lnTo>
                <a:lnTo>
                  <a:pt x="12144" y="1100275"/>
                </a:lnTo>
                <a:lnTo>
                  <a:pt x="25342" y="1109188"/>
                </a:lnTo>
                <a:lnTo>
                  <a:pt x="41528" y="1112456"/>
                </a:lnTo>
                <a:lnTo>
                  <a:pt x="2133981" y="1112456"/>
                </a:lnTo>
                <a:lnTo>
                  <a:pt x="2150167" y="1109188"/>
                </a:lnTo>
                <a:lnTo>
                  <a:pt x="2163365" y="1100275"/>
                </a:lnTo>
                <a:lnTo>
                  <a:pt x="2172253" y="1087055"/>
                </a:lnTo>
                <a:lnTo>
                  <a:pt x="2175510" y="1070864"/>
                </a:lnTo>
                <a:lnTo>
                  <a:pt x="2175510" y="41656"/>
                </a:lnTo>
                <a:lnTo>
                  <a:pt x="2172253" y="25449"/>
                </a:lnTo>
                <a:lnTo>
                  <a:pt x="2163365" y="12207"/>
                </a:lnTo>
                <a:lnTo>
                  <a:pt x="2150167" y="3276"/>
                </a:lnTo>
                <a:lnTo>
                  <a:pt x="2133981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3188822" y="9063329"/>
            <a:ext cx="11398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7825" marR="5080" indent="-365760">
              <a:lnSpc>
                <a:spcPct val="100000"/>
              </a:lnSpc>
              <a:spcBef>
                <a:spcPts val="95"/>
              </a:spcBef>
            </a:pPr>
            <a:r>
              <a:rPr dirty="0" sz="1600" spc="204" b="1">
                <a:solidFill>
                  <a:srgbClr val="FFFFFF"/>
                </a:solidFill>
                <a:latin typeface="Calibri"/>
                <a:cs typeface="Calibri"/>
              </a:rPr>
              <a:t>Streaming </a:t>
            </a:r>
            <a:r>
              <a:rPr dirty="0" sz="1600" spc="229" b="1">
                <a:solidFill>
                  <a:srgbClr val="FFFFFF"/>
                </a:solidFill>
                <a:latin typeface="Calibri"/>
                <a:cs typeface="Calibri"/>
              </a:rPr>
              <a:t>ETL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14976093" y="8771508"/>
            <a:ext cx="2176145" cy="1112520"/>
          </a:xfrm>
          <a:custGeom>
            <a:avLst/>
            <a:gdLst/>
            <a:ahLst/>
            <a:cxnLst/>
            <a:rect l="l" t="t" r="r" b="b"/>
            <a:pathLst>
              <a:path w="2176144" h="1112520">
                <a:moveTo>
                  <a:pt x="2133980" y="0"/>
                </a:moveTo>
                <a:lnTo>
                  <a:pt x="41528" y="0"/>
                </a:lnTo>
                <a:lnTo>
                  <a:pt x="25342" y="3276"/>
                </a:lnTo>
                <a:lnTo>
                  <a:pt x="12144" y="12207"/>
                </a:lnTo>
                <a:lnTo>
                  <a:pt x="3256" y="25449"/>
                </a:lnTo>
                <a:lnTo>
                  <a:pt x="0" y="41656"/>
                </a:lnTo>
                <a:lnTo>
                  <a:pt x="0" y="1070864"/>
                </a:lnTo>
                <a:lnTo>
                  <a:pt x="3256" y="1087055"/>
                </a:lnTo>
                <a:lnTo>
                  <a:pt x="12144" y="1100275"/>
                </a:lnTo>
                <a:lnTo>
                  <a:pt x="25342" y="1109188"/>
                </a:lnTo>
                <a:lnTo>
                  <a:pt x="41528" y="1112456"/>
                </a:lnTo>
                <a:lnTo>
                  <a:pt x="2133980" y="1112456"/>
                </a:lnTo>
                <a:lnTo>
                  <a:pt x="2150187" y="1109188"/>
                </a:lnTo>
                <a:lnTo>
                  <a:pt x="2163429" y="1100275"/>
                </a:lnTo>
                <a:lnTo>
                  <a:pt x="2172360" y="1087055"/>
                </a:lnTo>
                <a:lnTo>
                  <a:pt x="2175636" y="1070864"/>
                </a:lnTo>
                <a:lnTo>
                  <a:pt x="2175636" y="41656"/>
                </a:lnTo>
                <a:lnTo>
                  <a:pt x="2172360" y="25449"/>
                </a:lnTo>
                <a:lnTo>
                  <a:pt x="2163429" y="12207"/>
                </a:lnTo>
                <a:lnTo>
                  <a:pt x="2150187" y="3276"/>
                </a:lnTo>
                <a:lnTo>
                  <a:pt x="213398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5381223" y="9063329"/>
            <a:ext cx="13684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72440">
              <a:lnSpc>
                <a:spcPct val="100000"/>
              </a:lnSpc>
              <a:spcBef>
                <a:spcPts val="95"/>
              </a:spcBef>
            </a:pPr>
            <a:r>
              <a:rPr dirty="0" sz="1600" spc="240" b="1">
                <a:solidFill>
                  <a:srgbClr val="FFFFFF"/>
                </a:solidFill>
                <a:latin typeface="Calibri"/>
                <a:cs typeface="Calibri"/>
              </a:rPr>
              <a:t>Log </a:t>
            </a:r>
            <a:r>
              <a:rPr dirty="0" sz="1600" spc="210" b="1">
                <a:solidFill>
                  <a:srgbClr val="FFFFFF"/>
                </a:solidFill>
                <a:latin typeface="Calibri"/>
                <a:cs typeface="Calibri"/>
              </a:rPr>
              <a:t>Aggregation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243711" y="1833943"/>
            <a:ext cx="3322320" cy="439420"/>
            <a:chOff x="1243711" y="1833943"/>
            <a:chExt cx="3322320" cy="439420"/>
          </a:xfrm>
        </p:grpSpPr>
        <p:sp>
          <p:nvSpPr>
            <p:cNvPr id="38" name="object 38" descr=""/>
            <p:cNvSpPr/>
            <p:nvPr/>
          </p:nvSpPr>
          <p:spPr>
            <a:xfrm>
              <a:off x="1248473" y="1838705"/>
              <a:ext cx="3312795" cy="429895"/>
            </a:xfrm>
            <a:custGeom>
              <a:avLst/>
              <a:gdLst/>
              <a:ahLst/>
              <a:cxnLst/>
              <a:rect l="l" t="t" r="r" b="b"/>
              <a:pathLst>
                <a:path w="3312795" h="429894">
                  <a:moveTo>
                    <a:pt x="3240595" y="0"/>
                  </a:moveTo>
                  <a:lnTo>
                    <a:pt x="71564" y="0"/>
                  </a:lnTo>
                  <a:lnTo>
                    <a:pt x="43719" y="5619"/>
                  </a:lnTo>
                  <a:lnTo>
                    <a:pt x="20970" y="20954"/>
                  </a:lnTo>
                  <a:lnTo>
                    <a:pt x="5627" y="43719"/>
                  </a:lnTo>
                  <a:lnTo>
                    <a:pt x="0" y="71627"/>
                  </a:lnTo>
                  <a:lnTo>
                    <a:pt x="0" y="358013"/>
                  </a:lnTo>
                  <a:lnTo>
                    <a:pt x="5627" y="385867"/>
                  </a:lnTo>
                  <a:lnTo>
                    <a:pt x="20970" y="408638"/>
                  </a:lnTo>
                  <a:lnTo>
                    <a:pt x="43719" y="424003"/>
                  </a:lnTo>
                  <a:lnTo>
                    <a:pt x="71564" y="429641"/>
                  </a:lnTo>
                  <a:lnTo>
                    <a:pt x="3240595" y="429641"/>
                  </a:lnTo>
                  <a:lnTo>
                    <a:pt x="3268503" y="424003"/>
                  </a:lnTo>
                  <a:lnTo>
                    <a:pt x="3291268" y="408638"/>
                  </a:lnTo>
                  <a:lnTo>
                    <a:pt x="3306603" y="385867"/>
                  </a:lnTo>
                  <a:lnTo>
                    <a:pt x="3312223" y="358013"/>
                  </a:lnTo>
                  <a:lnTo>
                    <a:pt x="3312223" y="71627"/>
                  </a:lnTo>
                  <a:lnTo>
                    <a:pt x="3306603" y="43719"/>
                  </a:lnTo>
                  <a:lnTo>
                    <a:pt x="3291268" y="20954"/>
                  </a:lnTo>
                  <a:lnTo>
                    <a:pt x="3268503" y="5619"/>
                  </a:lnTo>
                  <a:lnTo>
                    <a:pt x="3240595" y="0"/>
                  </a:lnTo>
                  <a:close/>
                </a:path>
              </a:pathLst>
            </a:custGeom>
            <a:solidFill>
              <a:srgbClr val="87DF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48473" y="1838705"/>
              <a:ext cx="3312795" cy="429895"/>
            </a:xfrm>
            <a:custGeom>
              <a:avLst/>
              <a:gdLst/>
              <a:ahLst/>
              <a:cxnLst/>
              <a:rect l="l" t="t" r="r" b="b"/>
              <a:pathLst>
                <a:path w="3312795" h="429894">
                  <a:moveTo>
                    <a:pt x="0" y="71627"/>
                  </a:moveTo>
                  <a:lnTo>
                    <a:pt x="5627" y="43719"/>
                  </a:lnTo>
                  <a:lnTo>
                    <a:pt x="20970" y="20954"/>
                  </a:lnTo>
                  <a:lnTo>
                    <a:pt x="43719" y="5619"/>
                  </a:lnTo>
                  <a:lnTo>
                    <a:pt x="71564" y="0"/>
                  </a:lnTo>
                  <a:lnTo>
                    <a:pt x="3240595" y="0"/>
                  </a:lnTo>
                  <a:lnTo>
                    <a:pt x="3268503" y="5619"/>
                  </a:lnTo>
                  <a:lnTo>
                    <a:pt x="3291268" y="20954"/>
                  </a:lnTo>
                  <a:lnTo>
                    <a:pt x="3306603" y="43719"/>
                  </a:lnTo>
                  <a:lnTo>
                    <a:pt x="3312223" y="71627"/>
                  </a:lnTo>
                  <a:lnTo>
                    <a:pt x="3312223" y="358013"/>
                  </a:lnTo>
                  <a:lnTo>
                    <a:pt x="3306603" y="385867"/>
                  </a:lnTo>
                  <a:lnTo>
                    <a:pt x="3291268" y="408638"/>
                  </a:lnTo>
                  <a:lnTo>
                    <a:pt x="3268503" y="424003"/>
                  </a:lnTo>
                  <a:lnTo>
                    <a:pt x="3240595" y="429641"/>
                  </a:lnTo>
                  <a:lnTo>
                    <a:pt x="71564" y="429641"/>
                  </a:lnTo>
                  <a:lnTo>
                    <a:pt x="43719" y="424003"/>
                  </a:lnTo>
                  <a:lnTo>
                    <a:pt x="20970" y="408638"/>
                  </a:lnTo>
                  <a:lnTo>
                    <a:pt x="5627" y="385867"/>
                  </a:lnTo>
                  <a:lnTo>
                    <a:pt x="0" y="358013"/>
                  </a:lnTo>
                  <a:lnTo>
                    <a:pt x="0" y="71627"/>
                  </a:lnTo>
                  <a:close/>
                </a:path>
              </a:pathLst>
            </a:custGeom>
            <a:ln w="9524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484502" y="1911476"/>
            <a:ext cx="28397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0" b="1">
                <a:solidFill>
                  <a:srgbClr val="173360"/>
                </a:solidFill>
                <a:latin typeface="Calibri"/>
                <a:cs typeface="Calibri"/>
              </a:rPr>
              <a:t>Business</a:t>
            </a:r>
            <a:r>
              <a:rPr dirty="0" sz="1600" spc="11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Application</a:t>
            </a:r>
            <a:r>
              <a:rPr dirty="0" sz="1600" spc="13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243711" y="8413559"/>
            <a:ext cx="3186430" cy="439420"/>
            <a:chOff x="1243711" y="8413559"/>
            <a:chExt cx="3186430" cy="439420"/>
          </a:xfrm>
        </p:grpSpPr>
        <p:sp>
          <p:nvSpPr>
            <p:cNvPr id="42" name="object 42" descr=""/>
            <p:cNvSpPr/>
            <p:nvPr/>
          </p:nvSpPr>
          <p:spPr>
            <a:xfrm>
              <a:off x="1248473" y="8418321"/>
              <a:ext cx="3176905" cy="429895"/>
            </a:xfrm>
            <a:custGeom>
              <a:avLst/>
              <a:gdLst/>
              <a:ahLst/>
              <a:cxnLst/>
              <a:rect l="l" t="t" r="r" b="b"/>
              <a:pathLst>
                <a:path w="3176904" h="429895">
                  <a:moveTo>
                    <a:pt x="3105213" y="0"/>
                  </a:moveTo>
                  <a:lnTo>
                    <a:pt x="71564" y="0"/>
                  </a:lnTo>
                  <a:lnTo>
                    <a:pt x="43719" y="5619"/>
                  </a:lnTo>
                  <a:lnTo>
                    <a:pt x="20970" y="20955"/>
                  </a:lnTo>
                  <a:lnTo>
                    <a:pt x="5627" y="43719"/>
                  </a:lnTo>
                  <a:lnTo>
                    <a:pt x="0" y="71627"/>
                  </a:lnTo>
                  <a:lnTo>
                    <a:pt x="0" y="358012"/>
                  </a:lnTo>
                  <a:lnTo>
                    <a:pt x="5627" y="385847"/>
                  </a:lnTo>
                  <a:lnTo>
                    <a:pt x="20970" y="408574"/>
                  </a:lnTo>
                  <a:lnTo>
                    <a:pt x="43719" y="423896"/>
                  </a:lnTo>
                  <a:lnTo>
                    <a:pt x="71564" y="429513"/>
                  </a:lnTo>
                  <a:lnTo>
                    <a:pt x="3105213" y="429513"/>
                  </a:lnTo>
                  <a:lnTo>
                    <a:pt x="3133048" y="423896"/>
                  </a:lnTo>
                  <a:lnTo>
                    <a:pt x="3155775" y="408574"/>
                  </a:lnTo>
                  <a:lnTo>
                    <a:pt x="3171096" y="385847"/>
                  </a:lnTo>
                  <a:lnTo>
                    <a:pt x="3176714" y="358012"/>
                  </a:lnTo>
                  <a:lnTo>
                    <a:pt x="3176714" y="71627"/>
                  </a:lnTo>
                  <a:lnTo>
                    <a:pt x="3171096" y="43719"/>
                  </a:lnTo>
                  <a:lnTo>
                    <a:pt x="3155775" y="20954"/>
                  </a:lnTo>
                  <a:lnTo>
                    <a:pt x="3133048" y="5619"/>
                  </a:lnTo>
                  <a:lnTo>
                    <a:pt x="3105213" y="0"/>
                  </a:lnTo>
                  <a:close/>
                </a:path>
              </a:pathLst>
            </a:custGeom>
            <a:solidFill>
              <a:srgbClr val="12A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248473" y="8418321"/>
              <a:ext cx="3176905" cy="429895"/>
            </a:xfrm>
            <a:custGeom>
              <a:avLst/>
              <a:gdLst/>
              <a:ahLst/>
              <a:cxnLst/>
              <a:rect l="l" t="t" r="r" b="b"/>
              <a:pathLst>
                <a:path w="3176904" h="429895">
                  <a:moveTo>
                    <a:pt x="0" y="71627"/>
                  </a:moveTo>
                  <a:lnTo>
                    <a:pt x="5627" y="43719"/>
                  </a:lnTo>
                  <a:lnTo>
                    <a:pt x="20970" y="20955"/>
                  </a:lnTo>
                  <a:lnTo>
                    <a:pt x="43719" y="5619"/>
                  </a:lnTo>
                  <a:lnTo>
                    <a:pt x="71564" y="0"/>
                  </a:lnTo>
                  <a:lnTo>
                    <a:pt x="3105213" y="0"/>
                  </a:lnTo>
                  <a:lnTo>
                    <a:pt x="3133048" y="5619"/>
                  </a:lnTo>
                  <a:lnTo>
                    <a:pt x="3155775" y="20954"/>
                  </a:lnTo>
                  <a:lnTo>
                    <a:pt x="3171096" y="43719"/>
                  </a:lnTo>
                  <a:lnTo>
                    <a:pt x="3176714" y="71627"/>
                  </a:lnTo>
                  <a:lnTo>
                    <a:pt x="3176714" y="358012"/>
                  </a:lnTo>
                  <a:lnTo>
                    <a:pt x="3171096" y="385847"/>
                  </a:lnTo>
                  <a:lnTo>
                    <a:pt x="3155775" y="408574"/>
                  </a:lnTo>
                  <a:lnTo>
                    <a:pt x="3133048" y="423896"/>
                  </a:lnTo>
                  <a:lnTo>
                    <a:pt x="3105213" y="429513"/>
                  </a:lnTo>
                  <a:lnTo>
                    <a:pt x="71564" y="429513"/>
                  </a:lnTo>
                  <a:lnTo>
                    <a:pt x="43719" y="423896"/>
                  </a:lnTo>
                  <a:lnTo>
                    <a:pt x="20970" y="408574"/>
                  </a:lnTo>
                  <a:lnTo>
                    <a:pt x="5627" y="385847"/>
                  </a:lnTo>
                  <a:lnTo>
                    <a:pt x="0" y="358012"/>
                  </a:lnTo>
                  <a:lnTo>
                    <a:pt x="0" y="7162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1508505" y="8490584"/>
            <a:ext cx="26568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600" spc="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b="1">
                <a:solidFill>
                  <a:srgbClr val="FFFFFF"/>
                </a:solidFill>
                <a:latin typeface="Calibri"/>
                <a:cs typeface="Calibri"/>
              </a:rPr>
              <a:t>Infrastructure</a:t>
            </a:r>
            <a:r>
              <a:rPr dirty="0" sz="1600" spc="1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5" b="1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20892" y="1149096"/>
            <a:ext cx="12158345" cy="8674100"/>
            <a:chOff x="5720892" y="1149096"/>
            <a:chExt cx="12158345" cy="86741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0892" y="5573101"/>
              <a:ext cx="6593992" cy="424998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754497" y="5655183"/>
              <a:ext cx="6372225" cy="4027804"/>
            </a:xfrm>
            <a:custGeom>
              <a:avLst/>
              <a:gdLst/>
              <a:ahLst/>
              <a:cxnLst/>
              <a:rect l="l" t="t" r="r" b="b"/>
              <a:pathLst>
                <a:path w="6372225" h="4027804">
                  <a:moveTo>
                    <a:pt x="5700776" y="0"/>
                  </a:moveTo>
                  <a:lnTo>
                    <a:pt x="671194" y="0"/>
                  </a:lnTo>
                  <a:lnTo>
                    <a:pt x="623258" y="1685"/>
                  </a:lnTo>
                  <a:lnTo>
                    <a:pt x="576231" y="6664"/>
                  </a:lnTo>
                  <a:lnTo>
                    <a:pt x="530228" y="14825"/>
                  </a:lnTo>
                  <a:lnTo>
                    <a:pt x="485363" y="26053"/>
                  </a:lnTo>
                  <a:lnTo>
                    <a:pt x="441748" y="40235"/>
                  </a:lnTo>
                  <a:lnTo>
                    <a:pt x="399497" y="57258"/>
                  </a:lnTo>
                  <a:lnTo>
                    <a:pt x="358724" y="77007"/>
                  </a:lnTo>
                  <a:lnTo>
                    <a:pt x="319543" y="99370"/>
                  </a:lnTo>
                  <a:lnTo>
                    <a:pt x="282067" y="124232"/>
                  </a:lnTo>
                  <a:lnTo>
                    <a:pt x="246409" y="151481"/>
                  </a:lnTo>
                  <a:lnTo>
                    <a:pt x="212683" y="181002"/>
                  </a:lnTo>
                  <a:lnTo>
                    <a:pt x="181002" y="212683"/>
                  </a:lnTo>
                  <a:lnTo>
                    <a:pt x="151481" y="246409"/>
                  </a:lnTo>
                  <a:lnTo>
                    <a:pt x="124232" y="282067"/>
                  </a:lnTo>
                  <a:lnTo>
                    <a:pt x="99370" y="319543"/>
                  </a:lnTo>
                  <a:lnTo>
                    <a:pt x="77007" y="358724"/>
                  </a:lnTo>
                  <a:lnTo>
                    <a:pt x="57258" y="399497"/>
                  </a:lnTo>
                  <a:lnTo>
                    <a:pt x="40235" y="441748"/>
                  </a:lnTo>
                  <a:lnTo>
                    <a:pt x="26053" y="485363"/>
                  </a:lnTo>
                  <a:lnTo>
                    <a:pt x="14825" y="530228"/>
                  </a:lnTo>
                  <a:lnTo>
                    <a:pt x="6664" y="576231"/>
                  </a:lnTo>
                  <a:lnTo>
                    <a:pt x="1685" y="623258"/>
                  </a:lnTo>
                  <a:lnTo>
                    <a:pt x="0" y="671194"/>
                  </a:lnTo>
                  <a:lnTo>
                    <a:pt x="0" y="3355975"/>
                  </a:lnTo>
                  <a:lnTo>
                    <a:pt x="1685" y="3403910"/>
                  </a:lnTo>
                  <a:lnTo>
                    <a:pt x="6664" y="3450935"/>
                  </a:lnTo>
                  <a:lnTo>
                    <a:pt x="14825" y="3496938"/>
                  </a:lnTo>
                  <a:lnTo>
                    <a:pt x="26053" y="3541804"/>
                  </a:lnTo>
                  <a:lnTo>
                    <a:pt x="40235" y="3585419"/>
                  </a:lnTo>
                  <a:lnTo>
                    <a:pt x="57258" y="3627671"/>
                  </a:lnTo>
                  <a:lnTo>
                    <a:pt x="77007" y="3668445"/>
                  </a:lnTo>
                  <a:lnTo>
                    <a:pt x="99370" y="3707627"/>
                  </a:lnTo>
                  <a:lnTo>
                    <a:pt x="124232" y="3745106"/>
                  </a:lnTo>
                  <a:lnTo>
                    <a:pt x="151481" y="3780765"/>
                  </a:lnTo>
                  <a:lnTo>
                    <a:pt x="181002" y="3814493"/>
                  </a:lnTo>
                  <a:lnTo>
                    <a:pt x="212683" y="3846176"/>
                  </a:lnTo>
                  <a:lnTo>
                    <a:pt x="246409" y="3875699"/>
                  </a:lnTo>
                  <a:lnTo>
                    <a:pt x="282067" y="3902950"/>
                  </a:lnTo>
                  <a:lnTo>
                    <a:pt x="319543" y="3927814"/>
                  </a:lnTo>
                  <a:lnTo>
                    <a:pt x="358724" y="3950179"/>
                  </a:lnTo>
                  <a:lnTo>
                    <a:pt x="399497" y="3969930"/>
                  </a:lnTo>
                  <a:lnTo>
                    <a:pt x="441748" y="3986955"/>
                  </a:lnTo>
                  <a:lnTo>
                    <a:pt x="485363" y="4001138"/>
                  </a:lnTo>
                  <a:lnTo>
                    <a:pt x="530228" y="4012368"/>
                  </a:lnTo>
                  <a:lnTo>
                    <a:pt x="576231" y="4020529"/>
                  </a:lnTo>
                  <a:lnTo>
                    <a:pt x="623258" y="4025510"/>
                  </a:lnTo>
                  <a:lnTo>
                    <a:pt x="671194" y="4027195"/>
                  </a:lnTo>
                  <a:lnTo>
                    <a:pt x="5700776" y="4027195"/>
                  </a:lnTo>
                  <a:lnTo>
                    <a:pt x="5748712" y="4025510"/>
                  </a:lnTo>
                  <a:lnTo>
                    <a:pt x="5795739" y="4020529"/>
                  </a:lnTo>
                  <a:lnTo>
                    <a:pt x="5841742" y="4012368"/>
                  </a:lnTo>
                  <a:lnTo>
                    <a:pt x="5886607" y="4001138"/>
                  </a:lnTo>
                  <a:lnTo>
                    <a:pt x="5930222" y="3986955"/>
                  </a:lnTo>
                  <a:lnTo>
                    <a:pt x="5972473" y="3969930"/>
                  </a:lnTo>
                  <a:lnTo>
                    <a:pt x="6013246" y="3950179"/>
                  </a:lnTo>
                  <a:lnTo>
                    <a:pt x="6052427" y="3927814"/>
                  </a:lnTo>
                  <a:lnTo>
                    <a:pt x="6089903" y="3902950"/>
                  </a:lnTo>
                  <a:lnTo>
                    <a:pt x="6125561" y="3875699"/>
                  </a:lnTo>
                  <a:lnTo>
                    <a:pt x="6159287" y="3846176"/>
                  </a:lnTo>
                  <a:lnTo>
                    <a:pt x="6190968" y="3814493"/>
                  </a:lnTo>
                  <a:lnTo>
                    <a:pt x="6220489" y="3780765"/>
                  </a:lnTo>
                  <a:lnTo>
                    <a:pt x="6247738" y="3745106"/>
                  </a:lnTo>
                  <a:lnTo>
                    <a:pt x="6272600" y="3707627"/>
                  </a:lnTo>
                  <a:lnTo>
                    <a:pt x="6294963" y="3668445"/>
                  </a:lnTo>
                  <a:lnTo>
                    <a:pt x="6314712" y="3627671"/>
                  </a:lnTo>
                  <a:lnTo>
                    <a:pt x="6331735" y="3585419"/>
                  </a:lnTo>
                  <a:lnTo>
                    <a:pt x="6345917" y="3541804"/>
                  </a:lnTo>
                  <a:lnTo>
                    <a:pt x="6357145" y="3496938"/>
                  </a:lnTo>
                  <a:lnTo>
                    <a:pt x="6365306" y="3450935"/>
                  </a:lnTo>
                  <a:lnTo>
                    <a:pt x="6370285" y="3403910"/>
                  </a:lnTo>
                  <a:lnTo>
                    <a:pt x="6371971" y="3355975"/>
                  </a:lnTo>
                  <a:lnTo>
                    <a:pt x="6371971" y="671194"/>
                  </a:lnTo>
                  <a:lnTo>
                    <a:pt x="6370285" y="623258"/>
                  </a:lnTo>
                  <a:lnTo>
                    <a:pt x="6365306" y="576231"/>
                  </a:lnTo>
                  <a:lnTo>
                    <a:pt x="6357145" y="530228"/>
                  </a:lnTo>
                  <a:lnTo>
                    <a:pt x="6345917" y="485363"/>
                  </a:lnTo>
                  <a:lnTo>
                    <a:pt x="6331735" y="441748"/>
                  </a:lnTo>
                  <a:lnTo>
                    <a:pt x="6314712" y="399497"/>
                  </a:lnTo>
                  <a:lnTo>
                    <a:pt x="6294963" y="358724"/>
                  </a:lnTo>
                  <a:lnTo>
                    <a:pt x="6272600" y="319543"/>
                  </a:lnTo>
                  <a:lnTo>
                    <a:pt x="6247738" y="282067"/>
                  </a:lnTo>
                  <a:lnTo>
                    <a:pt x="6220489" y="246409"/>
                  </a:lnTo>
                  <a:lnTo>
                    <a:pt x="6190968" y="212683"/>
                  </a:lnTo>
                  <a:lnTo>
                    <a:pt x="6159287" y="181002"/>
                  </a:lnTo>
                  <a:lnTo>
                    <a:pt x="6125561" y="151481"/>
                  </a:lnTo>
                  <a:lnTo>
                    <a:pt x="6089903" y="124232"/>
                  </a:lnTo>
                  <a:lnTo>
                    <a:pt x="6052427" y="99370"/>
                  </a:lnTo>
                  <a:lnTo>
                    <a:pt x="6013246" y="77007"/>
                  </a:lnTo>
                  <a:lnTo>
                    <a:pt x="5972473" y="57258"/>
                  </a:lnTo>
                  <a:lnTo>
                    <a:pt x="5930222" y="40235"/>
                  </a:lnTo>
                  <a:lnTo>
                    <a:pt x="5886607" y="26053"/>
                  </a:lnTo>
                  <a:lnTo>
                    <a:pt x="5841742" y="14825"/>
                  </a:lnTo>
                  <a:lnTo>
                    <a:pt x="5795739" y="6664"/>
                  </a:lnTo>
                  <a:lnTo>
                    <a:pt x="5748712" y="1685"/>
                  </a:lnTo>
                  <a:lnTo>
                    <a:pt x="5700776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54497" y="5655183"/>
              <a:ext cx="6372225" cy="4027804"/>
            </a:xfrm>
            <a:custGeom>
              <a:avLst/>
              <a:gdLst/>
              <a:ahLst/>
              <a:cxnLst/>
              <a:rect l="l" t="t" r="r" b="b"/>
              <a:pathLst>
                <a:path w="6372225" h="4027804">
                  <a:moveTo>
                    <a:pt x="0" y="671194"/>
                  </a:moveTo>
                  <a:lnTo>
                    <a:pt x="1685" y="623258"/>
                  </a:lnTo>
                  <a:lnTo>
                    <a:pt x="6664" y="576231"/>
                  </a:lnTo>
                  <a:lnTo>
                    <a:pt x="14825" y="530228"/>
                  </a:lnTo>
                  <a:lnTo>
                    <a:pt x="26053" y="485363"/>
                  </a:lnTo>
                  <a:lnTo>
                    <a:pt x="40235" y="441748"/>
                  </a:lnTo>
                  <a:lnTo>
                    <a:pt x="57258" y="399497"/>
                  </a:lnTo>
                  <a:lnTo>
                    <a:pt x="77007" y="358724"/>
                  </a:lnTo>
                  <a:lnTo>
                    <a:pt x="99370" y="319543"/>
                  </a:lnTo>
                  <a:lnTo>
                    <a:pt x="124232" y="282067"/>
                  </a:lnTo>
                  <a:lnTo>
                    <a:pt x="151481" y="246409"/>
                  </a:lnTo>
                  <a:lnTo>
                    <a:pt x="181002" y="212683"/>
                  </a:lnTo>
                  <a:lnTo>
                    <a:pt x="212683" y="181002"/>
                  </a:lnTo>
                  <a:lnTo>
                    <a:pt x="246409" y="151481"/>
                  </a:lnTo>
                  <a:lnTo>
                    <a:pt x="282067" y="124232"/>
                  </a:lnTo>
                  <a:lnTo>
                    <a:pt x="319543" y="99370"/>
                  </a:lnTo>
                  <a:lnTo>
                    <a:pt x="358724" y="77007"/>
                  </a:lnTo>
                  <a:lnTo>
                    <a:pt x="399497" y="57258"/>
                  </a:lnTo>
                  <a:lnTo>
                    <a:pt x="441748" y="40235"/>
                  </a:lnTo>
                  <a:lnTo>
                    <a:pt x="485363" y="26053"/>
                  </a:lnTo>
                  <a:lnTo>
                    <a:pt x="530228" y="14825"/>
                  </a:lnTo>
                  <a:lnTo>
                    <a:pt x="576231" y="6664"/>
                  </a:lnTo>
                  <a:lnTo>
                    <a:pt x="623258" y="1685"/>
                  </a:lnTo>
                  <a:lnTo>
                    <a:pt x="671194" y="0"/>
                  </a:lnTo>
                  <a:lnTo>
                    <a:pt x="5700776" y="0"/>
                  </a:lnTo>
                  <a:lnTo>
                    <a:pt x="5748712" y="1685"/>
                  </a:lnTo>
                  <a:lnTo>
                    <a:pt x="5795739" y="6664"/>
                  </a:lnTo>
                  <a:lnTo>
                    <a:pt x="5841742" y="14825"/>
                  </a:lnTo>
                  <a:lnTo>
                    <a:pt x="5886607" y="26053"/>
                  </a:lnTo>
                  <a:lnTo>
                    <a:pt x="5930222" y="40235"/>
                  </a:lnTo>
                  <a:lnTo>
                    <a:pt x="5972473" y="57258"/>
                  </a:lnTo>
                  <a:lnTo>
                    <a:pt x="6013246" y="77007"/>
                  </a:lnTo>
                  <a:lnTo>
                    <a:pt x="6052427" y="99370"/>
                  </a:lnTo>
                  <a:lnTo>
                    <a:pt x="6089903" y="124232"/>
                  </a:lnTo>
                  <a:lnTo>
                    <a:pt x="6125561" y="151481"/>
                  </a:lnTo>
                  <a:lnTo>
                    <a:pt x="6159287" y="181002"/>
                  </a:lnTo>
                  <a:lnTo>
                    <a:pt x="6190968" y="212683"/>
                  </a:lnTo>
                  <a:lnTo>
                    <a:pt x="6220489" y="246409"/>
                  </a:lnTo>
                  <a:lnTo>
                    <a:pt x="6247738" y="282067"/>
                  </a:lnTo>
                  <a:lnTo>
                    <a:pt x="6272600" y="319543"/>
                  </a:lnTo>
                  <a:lnTo>
                    <a:pt x="6294963" y="358724"/>
                  </a:lnTo>
                  <a:lnTo>
                    <a:pt x="6314712" y="399497"/>
                  </a:lnTo>
                  <a:lnTo>
                    <a:pt x="6331735" y="441748"/>
                  </a:lnTo>
                  <a:lnTo>
                    <a:pt x="6345917" y="485363"/>
                  </a:lnTo>
                  <a:lnTo>
                    <a:pt x="6357145" y="530228"/>
                  </a:lnTo>
                  <a:lnTo>
                    <a:pt x="6365306" y="576231"/>
                  </a:lnTo>
                  <a:lnTo>
                    <a:pt x="6370285" y="623258"/>
                  </a:lnTo>
                  <a:lnTo>
                    <a:pt x="6371971" y="671194"/>
                  </a:lnTo>
                  <a:lnTo>
                    <a:pt x="6371971" y="3355975"/>
                  </a:lnTo>
                  <a:lnTo>
                    <a:pt x="6370285" y="3403910"/>
                  </a:lnTo>
                  <a:lnTo>
                    <a:pt x="6365306" y="3450935"/>
                  </a:lnTo>
                  <a:lnTo>
                    <a:pt x="6357145" y="3496938"/>
                  </a:lnTo>
                  <a:lnTo>
                    <a:pt x="6345917" y="3541804"/>
                  </a:lnTo>
                  <a:lnTo>
                    <a:pt x="6331735" y="3585419"/>
                  </a:lnTo>
                  <a:lnTo>
                    <a:pt x="6314712" y="3627671"/>
                  </a:lnTo>
                  <a:lnTo>
                    <a:pt x="6294963" y="3668445"/>
                  </a:lnTo>
                  <a:lnTo>
                    <a:pt x="6272600" y="3707627"/>
                  </a:lnTo>
                  <a:lnTo>
                    <a:pt x="6247738" y="3745106"/>
                  </a:lnTo>
                  <a:lnTo>
                    <a:pt x="6220489" y="3780765"/>
                  </a:lnTo>
                  <a:lnTo>
                    <a:pt x="6190968" y="3814493"/>
                  </a:lnTo>
                  <a:lnTo>
                    <a:pt x="6159287" y="3846176"/>
                  </a:lnTo>
                  <a:lnTo>
                    <a:pt x="6125561" y="3875699"/>
                  </a:lnTo>
                  <a:lnTo>
                    <a:pt x="6089903" y="3902950"/>
                  </a:lnTo>
                  <a:lnTo>
                    <a:pt x="6052427" y="3927814"/>
                  </a:lnTo>
                  <a:lnTo>
                    <a:pt x="6013246" y="3950179"/>
                  </a:lnTo>
                  <a:lnTo>
                    <a:pt x="5972473" y="3969930"/>
                  </a:lnTo>
                  <a:lnTo>
                    <a:pt x="5930222" y="3986955"/>
                  </a:lnTo>
                  <a:lnTo>
                    <a:pt x="5886607" y="4001138"/>
                  </a:lnTo>
                  <a:lnTo>
                    <a:pt x="5841742" y="4012368"/>
                  </a:lnTo>
                  <a:lnTo>
                    <a:pt x="5795739" y="4020529"/>
                  </a:lnTo>
                  <a:lnTo>
                    <a:pt x="5748712" y="4025510"/>
                  </a:lnTo>
                  <a:lnTo>
                    <a:pt x="5700776" y="4027195"/>
                  </a:lnTo>
                  <a:lnTo>
                    <a:pt x="671194" y="4027195"/>
                  </a:lnTo>
                  <a:lnTo>
                    <a:pt x="623258" y="4025510"/>
                  </a:lnTo>
                  <a:lnTo>
                    <a:pt x="576231" y="4020529"/>
                  </a:lnTo>
                  <a:lnTo>
                    <a:pt x="530228" y="4012368"/>
                  </a:lnTo>
                  <a:lnTo>
                    <a:pt x="485363" y="4001138"/>
                  </a:lnTo>
                  <a:lnTo>
                    <a:pt x="441748" y="3986955"/>
                  </a:lnTo>
                  <a:lnTo>
                    <a:pt x="399497" y="3969930"/>
                  </a:lnTo>
                  <a:lnTo>
                    <a:pt x="358724" y="3950179"/>
                  </a:lnTo>
                  <a:lnTo>
                    <a:pt x="319543" y="3927814"/>
                  </a:lnTo>
                  <a:lnTo>
                    <a:pt x="282067" y="3902950"/>
                  </a:lnTo>
                  <a:lnTo>
                    <a:pt x="246409" y="3875699"/>
                  </a:lnTo>
                  <a:lnTo>
                    <a:pt x="212683" y="3846176"/>
                  </a:lnTo>
                  <a:lnTo>
                    <a:pt x="181002" y="3814493"/>
                  </a:lnTo>
                  <a:lnTo>
                    <a:pt x="151481" y="3780765"/>
                  </a:lnTo>
                  <a:lnTo>
                    <a:pt x="124232" y="3745106"/>
                  </a:lnTo>
                  <a:lnTo>
                    <a:pt x="99370" y="3707627"/>
                  </a:lnTo>
                  <a:lnTo>
                    <a:pt x="77007" y="3668445"/>
                  </a:lnTo>
                  <a:lnTo>
                    <a:pt x="57258" y="3627671"/>
                  </a:lnTo>
                  <a:lnTo>
                    <a:pt x="40235" y="3585419"/>
                  </a:lnTo>
                  <a:lnTo>
                    <a:pt x="26053" y="3541804"/>
                  </a:lnTo>
                  <a:lnTo>
                    <a:pt x="14825" y="3496938"/>
                  </a:lnTo>
                  <a:lnTo>
                    <a:pt x="6664" y="3450935"/>
                  </a:lnTo>
                  <a:lnTo>
                    <a:pt x="1685" y="3403910"/>
                  </a:lnTo>
                  <a:lnTo>
                    <a:pt x="0" y="3355975"/>
                  </a:lnTo>
                  <a:lnTo>
                    <a:pt x="0" y="67119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8096" y="1149096"/>
              <a:ext cx="5680709" cy="498855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736448" y="1571752"/>
              <a:ext cx="4526280" cy="3837304"/>
            </a:xfrm>
            <a:custGeom>
              <a:avLst/>
              <a:gdLst/>
              <a:ahLst/>
              <a:cxnLst/>
              <a:rect l="l" t="t" r="r" b="b"/>
              <a:pathLst>
                <a:path w="4526280" h="3837304">
                  <a:moveTo>
                    <a:pt x="4474337" y="0"/>
                  </a:moveTo>
                  <a:lnTo>
                    <a:pt x="51943" y="0"/>
                  </a:lnTo>
                  <a:lnTo>
                    <a:pt x="31718" y="4077"/>
                  </a:lnTo>
                  <a:lnTo>
                    <a:pt x="15208" y="15192"/>
                  </a:lnTo>
                  <a:lnTo>
                    <a:pt x="4079" y="31664"/>
                  </a:lnTo>
                  <a:lnTo>
                    <a:pt x="0" y="51816"/>
                  </a:lnTo>
                  <a:lnTo>
                    <a:pt x="0" y="3785108"/>
                  </a:lnTo>
                  <a:lnTo>
                    <a:pt x="4079" y="3805259"/>
                  </a:lnTo>
                  <a:lnTo>
                    <a:pt x="15208" y="3821731"/>
                  </a:lnTo>
                  <a:lnTo>
                    <a:pt x="31718" y="3832846"/>
                  </a:lnTo>
                  <a:lnTo>
                    <a:pt x="51943" y="3836924"/>
                  </a:lnTo>
                  <a:lnTo>
                    <a:pt x="4474337" y="3836924"/>
                  </a:lnTo>
                  <a:lnTo>
                    <a:pt x="4494488" y="3832846"/>
                  </a:lnTo>
                  <a:lnTo>
                    <a:pt x="4510960" y="3821731"/>
                  </a:lnTo>
                  <a:lnTo>
                    <a:pt x="4522075" y="3805259"/>
                  </a:lnTo>
                  <a:lnTo>
                    <a:pt x="4526153" y="3785108"/>
                  </a:lnTo>
                  <a:lnTo>
                    <a:pt x="4526153" y="51816"/>
                  </a:lnTo>
                  <a:lnTo>
                    <a:pt x="4522075" y="31664"/>
                  </a:lnTo>
                  <a:lnTo>
                    <a:pt x="4510960" y="15192"/>
                  </a:lnTo>
                  <a:lnTo>
                    <a:pt x="4494488" y="4077"/>
                  </a:lnTo>
                  <a:lnTo>
                    <a:pt x="4474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736957" y="1571752"/>
              <a:ext cx="4526280" cy="109220"/>
            </a:xfrm>
            <a:custGeom>
              <a:avLst/>
              <a:gdLst/>
              <a:ahLst/>
              <a:cxnLst/>
              <a:rect l="l" t="t" r="r" b="b"/>
              <a:pathLst>
                <a:path w="4526280" h="109219">
                  <a:moveTo>
                    <a:pt x="4488560" y="0"/>
                  </a:moveTo>
                  <a:lnTo>
                    <a:pt x="37465" y="0"/>
                  </a:lnTo>
                  <a:lnTo>
                    <a:pt x="22877" y="2942"/>
                  </a:lnTo>
                  <a:lnTo>
                    <a:pt x="10969" y="10969"/>
                  </a:lnTo>
                  <a:lnTo>
                    <a:pt x="2942" y="22877"/>
                  </a:lnTo>
                  <a:lnTo>
                    <a:pt x="0" y="37465"/>
                  </a:lnTo>
                  <a:lnTo>
                    <a:pt x="0" y="109093"/>
                  </a:lnTo>
                  <a:lnTo>
                    <a:pt x="4526026" y="109093"/>
                  </a:lnTo>
                  <a:lnTo>
                    <a:pt x="4526026" y="37465"/>
                  </a:lnTo>
                  <a:lnTo>
                    <a:pt x="4523083" y="22877"/>
                  </a:lnTo>
                  <a:lnTo>
                    <a:pt x="4515056" y="10969"/>
                  </a:lnTo>
                  <a:lnTo>
                    <a:pt x="4503148" y="2942"/>
                  </a:lnTo>
                  <a:lnTo>
                    <a:pt x="448856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6047" y="1681740"/>
              <a:ext cx="4054497" cy="166698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995162" y="6525018"/>
              <a:ext cx="2750185" cy="677545"/>
            </a:xfrm>
            <a:custGeom>
              <a:avLst/>
              <a:gdLst/>
              <a:ahLst/>
              <a:cxnLst/>
              <a:rect l="l" t="t" r="r" b="b"/>
              <a:pathLst>
                <a:path w="2750184" h="677545">
                  <a:moveTo>
                    <a:pt x="2749804" y="0"/>
                  </a:moveTo>
                  <a:lnTo>
                    <a:pt x="0" y="0"/>
                  </a:lnTo>
                  <a:lnTo>
                    <a:pt x="0" y="677405"/>
                  </a:lnTo>
                  <a:lnTo>
                    <a:pt x="2749804" y="677405"/>
                  </a:lnTo>
                  <a:lnTo>
                    <a:pt x="2749804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291453" y="6599046"/>
            <a:ext cx="215709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28600">
              <a:lnSpc>
                <a:spcPct val="100000"/>
              </a:lnSpc>
              <a:spcBef>
                <a:spcPts val="95"/>
              </a:spcBef>
            </a:pP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Bridge</a:t>
            </a:r>
            <a:r>
              <a:rPr dirty="0" sz="1600" spc="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6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b="1">
                <a:solidFill>
                  <a:srgbClr val="FFFFFF"/>
                </a:solidFill>
                <a:latin typeface="Calibri"/>
                <a:cs typeface="Calibri"/>
              </a:rPr>
              <a:t>Cloud </a:t>
            </a:r>
            <a:r>
              <a:rPr dirty="0" sz="1600" spc="150" b="1">
                <a:solidFill>
                  <a:srgbClr val="FFFFFF"/>
                </a:solidFill>
                <a:latin typeface="Calibri"/>
                <a:cs typeface="Calibri"/>
              </a:rPr>
              <a:t>(hybrid/multi</a:t>
            </a:r>
            <a:r>
              <a:rPr dirty="0" sz="1600" spc="1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b="1">
                <a:solidFill>
                  <a:srgbClr val="FFFFFF"/>
                </a:solidFill>
                <a:latin typeface="Calibri"/>
                <a:cs typeface="Calibri"/>
              </a:rPr>
              <a:t>cloud)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995161" y="7896237"/>
            <a:ext cx="2750185" cy="677545"/>
          </a:xfrm>
          <a:custGeom>
            <a:avLst/>
            <a:gdLst/>
            <a:ahLst/>
            <a:cxnLst/>
            <a:rect l="l" t="t" r="r" b="b"/>
            <a:pathLst>
              <a:path w="2750184" h="677545">
                <a:moveTo>
                  <a:pt x="2749804" y="0"/>
                </a:moveTo>
                <a:lnTo>
                  <a:pt x="0" y="0"/>
                </a:lnTo>
                <a:lnTo>
                  <a:pt x="0" y="677405"/>
                </a:lnTo>
                <a:lnTo>
                  <a:pt x="2749804" y="677405"/>
                </a:lnTo>
                <a:lnTo>
                  <a:pt x="2749804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588632" y="7848345"/>
            <a:ext cx="156527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95"/>
              </a:spcBef>
            </a:pPr>
            <a:r>
              <a:rPr dirty="0" sz="1600" spc="215" b="1">
                <a:solidFill>
                  <a:srgbClr val="FFFFFF"/>
                </a:solidFill>
                <a:latin typeface="Calibri"/>
                <a:cs typeface="Calibri"/>
              </a:rPr>
              <a:t>Messaging</a:t>
            </a:r>
            <a:r>
              <a:rPr dirty="0" sz="1600" spc="1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dirty="0" sz="1600" spc="165" b="1">
                <a:solidFill>
                  <a:srgbClr val="FFFFFF"/>
                </a:solidFill>
                <a:latin typeface="Calibri"/>
                <a:cs typeface="Calibri"/>
              </a:rPr>
              <a:t>Mainframe </a:t>
            </a:r>
            <a:r>
              <a:rPr dirty="0" sz="1600" spc="160" b="1">
                <a:solidFill>
                  <a:srgbClr val="FFFFFF"/>
                </a:solidFill>
                <a:latin typeface="Calibri"/>
                <a:cs typeface="Calibri"/>
              </a:rPr>
              <a:t>Modernization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500616" y="6515493"/>
            <a:ext cx="2501265" cy="677545"/>
          </a:xfrm>
          <a:custGeom>
            <a:avLst/>
            <a:gdLst/>
            <a:ahLst/>
            <a:cxnLst/>
            <a:rect l="l" t="t" r="r" b="b"/>
            <a:pathLst>
              <a:path w="2501265" h="677545">
                <a:moveTo>
                  <a:pt x="2500756" y="0"/>
                </a:moveTo>
                <a:lnTo>
                  <a:pt x="0" y="0"/>
                </a:lnTo>
                <a:lnTo>
                  <a:pt x="0" y="677405"/>
                </a:lnTo>
                <a:lnTo>
                  <a:pt x="2500756" y="677405"/>
                </a:lnTo>
                <a:lnTo>
                  <a:pt x="2500756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0181335" y="6589521"/>
            <a:ext cx="11398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9375" marR="5080" indent="-67310">
              <a:lnSpc>
                <a:spcPct val="100000"/>
              </a:lnSpc>
              <a:spcBef>
                <a:spcPts val="95"/>
              </a:spcBef>
            </a:pPr>
            <a:r>
              <a:rPr dirty="0" sz="1600" spc="204" b="1">
                <a:solidFill>
                  <a:srgbClr val="FFFFFF"/>
                </a:solidFill>
                <a:latin typeface="Calibri"/>
                <a:cs typeface="Calibri"/>
              </a:rPr>
              <a:t>Streaming </a:t>
            </a:r>
            <a:r>
              <a:rPr dirty="0" sz="1600" spc="170" b="1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440418" y="7896237"/>
            <a:ext cx="2501265" cy="677545"/>
          </a:xfrm>
          <a:custGeom>
            <a:avLst/>
            <a:gdLst/>
            <a:ahLst/>
            <a:cxnLst/>
            <a:rect l="l" t="t" r="r" b="b"/>
            <a:pathLst>
              <a:path w="2501265" h="677545">
                <a:moveTo>
                  <a:pt x="2500756" y="0"/>
                </a:moveTo>
                <a:lnTo>
                  <a:pt x="0" y="0"/>
                </a:lnTo>
                <a:lnTo>
                  <a:pt x="0" y="677405"/>
                </a:lnTo>
                <a:lnTo>
                  <a:pt x="2500756" y="677405"/>
                </a:lnTo>
                <a:lnTo>
                  <a:pt x="2500756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988422" y="7969960"/>
            <a:ext cx="1404620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0" b="1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dirty="0" sz="1600" spc="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5" b="1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endParaRPr sz="1600">
              <a:latin typeface="Calibri"/>
              <a:cs typeface="Calibri"/>
            </a:endParaRPr>
          </a:p>
          <a:p>
            <a:pPr marL="134620">
              <a:lnSpc>
                <a:spcPct val="100000"/>
              </a:lnSpc>
              <a:spcBef>
                <a:spcPts val="5"/>
              </a:spcBef>
            </a:pPr>
            <a:r>
              <a:rPr dirty="0" sz="1600" spc="20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600" spc="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>
                <a:solidFill>
                  <a:srgbClr val="FFFFFF"/>
                </a:solidFill>
                <a:latin typeface="Calibri"/>
                <a:cs typeface="Calibri"/>
              </a:rPr>
              <a:t>Mesh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455916" y="8776639"/>
            <a:ext cx="2929255" cy="677545"/>
          </a:xfrm>
          <a:custGeom>
            <a:avLst/>
            <a:gdLst/>
            <a:ahLst/>
            <a:cxnLst/>
            <a:rect l="l" t="t" r="r" b="b"/>
            <a:pathLst>
              <a:path w="2929254" h="677545">
                <a:moveTo>
                  <a:pt x="2929254" y="0"/>
                </a:moveTo>
                <a:lnTo>
                  <a:pt x="0" y="0"/>
                </a:lnTo>
                <a:lnTo>
                  <a:pt x="0" y="677405"/>
                </a:lnTo>
                <a:lnTo>
                  <a:pt x="2929254" y="677405"/>
                </a:lnTo>
                <a:lnTo>
                  <a:pt x="2929254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843519" y="8850883"/>
            <a:ext cx="215328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95"/>
              </a:spcBef>
            </a:pPr>
            <a:r>
              <a:rPr dirty="0" sz="1600" spc="305" b="1">
                <a:solidFill>
                  <a:srgbClr val="FFFFFF"/>
                </a:solidFill>
                <a:latin typeface="Calibri"/>
                <a:cs typeface="Calibri"/>
              </a:rPr>
              <a:t>CDC</a:t>
            </a:r>
            <a:r>
              <a:rPr dirty="0" sz="1600" spc="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0" b="1">
                <a:solidFill>
                  <a:srgbClr val="FFFFFF"/>
                </a:solidFill>
                <a:latin typeface="Calibri"/>
                <a:cs typeface="Calibri"/>
              </a:rPr>
              <a:t>Patterns</a:t>
            </a:r>
            <a:r>
              <a:rPr dirty="0" sz="1600" spc="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FFFFFF"/>
                </a:solidFill>
                <a:latin typeface="Calibri"/>
                <a:cs typeface="Calibri"/>
              </a:rPr>
              <a:t>from </a:t>
            </a:r>
            <a:r>
              <a:rPr dirty="0" sz="1600" spc="220" b="1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r>
              <a:rPr dirty="0" sz="16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5" b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6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00" b="1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200138" y="5850127"/>
            <a:ext cx="35890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65" b="1">
                <a:solidFill>
                  <a:srgbClr val="173360"/>
                </a:solidFill>
                <a:latin typeface="Calibri"/>
                <a:cs typeface="Calibri"/>
              </a:rPr>
              <a:t>Technology</a:t>
            </a:r>
            <a:r>
              <a:rPr dirty="0" sz="2000" spc="16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10" b="1">
                <a:solidFill>
                  <a:srgbClr val="173360"/>
                </a:solidFill>
                <a:latin typeface="Calibri"/>
                <a:cs typeface="Calibri"/>
              </a:rPr>
              <a:t>Modernization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85928" y="1117091"/>
            <a:ext cx="5680710" cy="5022850"/>
            <a:chOff x="185928" y="1117091"/>
            <a:chExt cx="5680710" cy="5022850"/>
          </a:xfrm>
        </p:grpSpPr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8" y="1117091"/>
              <a:ext cx="5680710" cy="5022595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725157" y="1540509"/>
              <a:ext cx="4526280" cy="3867785"/>
            </a:xfrm>
            <a:custGeom>
              <a:avLst/>
              <a:gdLst/>
              <a:ahLst/>
              <a:cxnLst/>
              <a:rect l="l" t="t" r="r" b="b"/>
              <a:pathLst>
                <a:path w="4526280" h="3867785">
                  <a:moveTo>
                    <a:pt x="4473841" y="0"/>
                  </a:moveTo>
                  <a:lnTo>
                    <a:pt x="52247" y="0"/>
                  </a:lnTo>
                  <a:lnTo>
                    <a:pt x="31911" y="4101"/>
                  </a:lnTo>
                  <a:lnTo>
                    <a:pt x="15303" y="15287"/>
                  </a:lnTo>
                  <a:lnTo>
                    <a:pt x="4106" y="31878"/>
                  </a:lnTo>
                  <a:lnTo>
                    <a:pt x="0" y="52197"/>
                  </a:lnTo>
                  <a:lnTo>
                    <a:pt x="0" y="3815207"/>
                  </a:lnTo>
                  <a:lnTo>
                    <a:pt x="4106" y="3835525"/>
                  </a:lnTo>
                  <a:lnTo>
                    <a:pt x="15303" y="3852116"/>
                  </a:lnTo>
                  <a:lnTo>
                    <a:pt x="31911" y="3863302"/>
                  </a:lnTo>
                  <a:lnTo>
                    <a:pt x="52247" y="3867404"/>
                  </a:lnTo>
                  <a:lnTo>
                    <a:pt x="4473841" y="3867404"/>
                  </a:lnTo>
                  <a:lnTo>
                    <a:pt x="4494159" y="3863302"/>
                  </a:lnTo>
                  <a:lnTo>
                    <a:pt x="4510751" y="3852116"/>
                  </a:lnTo>
                  <a:lnTo>
                    <a:pt x="4521936" y="3835525"/>
                  </a:lnTo>
                  <a:lnTo>
                    <a:pt x="4526038" y="3815207"/>
                  </a:lnTo>
                  <a:lnTo>
                    <a:pt x="4526038" y="52197"/>
                  </a:lnTo>
                  <a:lnTo>
                    <a:pt x="4521936" y="31878"/>
                  </a:lnTo>
                  <a:lnTo>
                    <a:pt x="4510751" y="15287"/>
                  </a:lnTo>
                  <a:lnTo>
                    <a:pt x="4494159" y="4101"/>
                  </a:lnTo>
                  <a:lnTo>
                    <a:pt x="4473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5563" y="1540509"/>
              <a:ext cx="4526280" cy="110489"/>
            </a:xfrm>
            <a:custGeom>
              <a:avLst/>
              <a:gdLst/>
              <a:ahLst/>
              <a:cxnLst/>
              <a:rect l="l" t="t" r="r" b="b"/>
              <a:pathLst>
                <a:path w="4526280" h="110489">
                  <a:moveTo>
                    <a:pt x="4488294" y="0"/>
                  </a:moveTo>
                  <a:lnTo>
                    <a:pt x="37782" y="0"/>
                  </a:lnTo>
                  <a:lnTo>
                    <a:pt x="23076" y="2964"/>
                  </a:lnTo>
                  <a:lnTo>
                    <a:pt x="11066" y="11049"/>
                  </a:lnTo>
                  <a:lnTo>
                    <a:pt x="2969" y="23038"/>
                  </a:lnTo>
                  <a:lnTo>
                    <a:pt x="0" y="37719"/>
                  </a:lnTo>
                  <a:lnTo>
                    <a:pt x="0" y="109982"/>
                  </a:lnTo>
                  <a:lnTo>
                    <a:pt x="4526140" y="109982"/>
                  </a:lnTo>
                  <a:lnTo>
                    <a:pt x="4526140" y="37719"/>
                  </a:lnTo>
                  <a:lnTo>
                    <a:pt x="4523155" y="23038"/>
                  </a:lnTo>
                  <a:lnTo>
                    <a:pt x="4515027" y="11049"/>
                  </a:lnTo>
                  <a:lnTo>
                    <a:pt x="4502994" y="2964"/>
                  </a:lnTo>
                  <a:lnTo>
                    <a:pt x="4488294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067511" y="2484882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67511" y="3045968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67511" y="3326384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067511" y="3606799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67511" y="4167632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067511" y="4448047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128471" y="1794128"/>
            <a:ext cx="3820160" cy="28225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30" b="1">
                <a:solidFill>
                  <a:srgbClr val="221F1F"/>
                </a:solidFill>
                <a:latin typeface="Calibri"/>
                <a:cs typeface="Calibri"/>
              </a:rPr>
              <a:t>Risk</a:t>
            </a:r>
            <a:r>
              <a:rPr dirty="0" sz="2800" spc="5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221F1F"/>
                </a:solidFill>
                <a:latin typeface="Calibri"/>
                <a:cs typeface="Calibri"/>
              </a:rPr>
              <a:t>/</a:t>
            </a:r>
            <a:r>
              <a:rPr dirty="0" sz="2800" spc="5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280" b="1">
                <a:solidFill>
                  <a:srgbClr val="221F1F"/>
                </a:solidFill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  <a:p>
            <a:pPr marL="510540" marR="514350">
              <a:lnSpc>
                <a:spcPct val="114999"/>
              </a:lnSpc>
              <a:spcBef>
                <a:spcPts val="1000"/>
              </a:spcBef>
            </a:pP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Intraday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Risk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calculations</a:t>
            </a:r>
            <a:r>
              <a:rPr dirty="0" sz="16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221F1F"/>
                </a:solidFill>
                <a:latin typeface="Calibri"/>
                <a:cs typeface="Calibri"/>
              </a:rPr>
              <a:t>&amp; </a:t>
            </a: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aggregation</a:t>
            </a:r>
            <a:endParaRPr sz="1600">
              <a:latin typeface="Calibri"/>
              <a:cs typeface="Calibri"/>
            </a:endParaRPr>
          </a:p>
          <a:p>
            <a:pPr marL="510540" marR="28575">
              <a:lnSpc>
                <a:spcPct val="114999"/>
              </a:lnSpc>
            </a:pPr>
            <a:r>
              <a:rPr dirty="0" sz="1600" spc="185">
                <a:solidFill>
                  <a:srgbClr val="221F1F"/>
                </a:solidFill>
                <a:latin typeface="Calibri"/>
                <a:cs typeface="Calibri"/>
              </a:rPr>
              <a:t>Pricing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Valuation</a:t>
            </a:r>
            <a:r>
              <a:rPr dirty="0" sz="16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Architecture </a:t>
            </a: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Trading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95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  <a:p>
            <a:pPr marL="510540" marR="5080">
              <a:lnSpc>
                <a:spcPct val="114999"/>
              </a:lnSpc>
            </a:pPr>
            <a:r>
              <a:rPr dirty="0" sz="1600" spc="114">
                <a:solidFill>
                  <a:srgbClr val="221F1F"/>
                </a:solidFill>
                <a:latin typeface="Calibri"/>
                <a:cs typeface="Calibri"/>
              </a:rPr>
              <a:t>Market,</a:t>
            </a:r>
            <a:r>
              <a:rPr dirty="0" sz="16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20">
                <a:solidFill>
                  <a:srgbClr val="221F1F"/>
                </a:solidFill>
                <a:latin typeface="Calibri"/>
                <a:cs typeface="Calibri"/>
              </a:rPr>
              <a:t>Credit,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20">
                <a:solidFill>
                  <a:srgbClr val="221F1F"/>
                </a:solidFill>
                <a:latin typeface="Calibri"/>
                <a:cs typeface="Calibri"/>
              </a:rPr>
              <a:t>Liquidity,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Counterparty</a:t>
            </a:r>
            <a:r>
              <a:rPr dirty="0" sz="1600" spc="114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Credit</a:t>
            </a:r>
            <a:r>
              <a:rPr dirty="0" sz="16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Risk,</a:t>
            </a:r>
            <a:r>
              <a:rPr dirty="0" sz="16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10">
                <a:solidFill>
                  <a:srgbClr val="221F1F"/>
                </a:solidFill>
                <a:latin typeface="Calibri"/>
                <a:cs typeface="Calibri"/>
              </a:rPr>
              <a:t>CVA </a:t>
            </a: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Cyber</a:t>
            </a:r>
            <a:r>
              <a:rPr dirty="0" sz="1600" spc="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Security,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Threat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Detection </a:t>
            </a: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Fusion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Center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85928" y="5231851"/>
            <a:ext cx="5680710" cy="5055235"/>
            <a:chOff x="185928" y="5231851"/>
            <a:chExt cx="5680710" cy="5055235"/>
          </a:xfrm>
        </p:grpSpPr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928" y="5231851"/>
              <a:ext cx="5680710" cy="5055148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725157" y="5655182"/>
              <a:ext cx="4526280" cy="3945890"/>
            </a:xfrm>
            <a:custGeom>
              <a:avLst/>
              <a:gdLst/>
              <a:ahLst/>
              <a:cxnLst/>
              <a:rect l="l" t="t" r="r" b="b"/>
              <a:pathLst>
                <a:path w="4526280" h="3945890">
                  <a:moveTo>
                    <a:pt x="4472825" y="0"/>
                  </a:moveTo>
                  <a:lnTo>
                    <a:pt x="53301" y="0"/>
                  </a:lnTo>
                  <a:lnTo>
                    <a:pt x="32554" y="4191"/>
                  </a:lnTo>
                  <a:lnTo>
                    <a:pt x="15611" y="15621"/>
                  </a:lnTo>
                  <a:lnTo>
                    <a:pt x="4188" y="32575"/>
                  </a:lnTo>
                  <a:lnTo>
                    <a:pt x="0" y="53339"/>
                  </a:lnTo>
                  <a:lnTo>
                    <a:pt x="0" y="3892550"/>
                  </a:lnTo>
                  <a:lnTo>
                    <a:pt x="4188" y="3913299"/>
                  </a:lnTo>
                  <a:lnTo>
                    <a:pt x="15611" y="3930246"/>
                  </a:lnTo>
                  <a:lnTo>
                    <a:pt x="32554" y="3941673"/>
                  </a:lnTo>
                  <a:lnTo>
                    <a:pt x="53301" y="3945864"/>
                  </a:lnTo>
                  <a:lnTo>
                    <a:pt x="4472825" y="3945864"/>
                  </a:lnTo>
                  <a:lnTo>
                    <a:pt x="4493516" y="3941673"/>
                  </a:lnTo>
                  <a:lnTo>
                    <a:pt x="4510433" y="3930246"/>
                  </a:lnTo>
                  <a:lnTo>
                    <a:pt x="4521849" y="3913299"/>
                  </a:lnTo>
                  <a:lnTo>
                    <a:pt x="4526038" y="3892550"/>
                  </a:lnTo>
                  <a:lnTo>
                    <a:pt x="4526038" y="53339"/>
                  </a:lnTo>
                  <a:lnTo>
                    <a:pt x="4521849" y="32575"/>
                  </a:lnTo>
                  <a:lnTo>
                    <a:pt x="4510433" y="15620"/>
                  </a:lnTo>
                  <a:lnTo>
                    <a:pt x="4493516" y="4190"/>
                  </a:lnTo>
                  <a:lnTo>
                    <a:pt x="4472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25563" y="5655182"/>
              <a:ext cx="4526280" cy="112395"/>
            </a:xfrm>
            <a:custGeom>
              <a:avLst/>
              <a:gdLst/>
              <a:ahLst/>
              <a:cxnLst/>
              <a:rect l="l" t="t" r="r" b="b"/>
              <a:pathLst>
                <a:path w="4526280" h="112395">
                  <a:moveTo>
                    <a:pt x="4487532" y="0"/>
                  </a:moveTo>
                  <a:lnTo>
                    <a:pt x="38544" y="0"/>
                  </a:lnTo>
                  <a:lnTo>
                    <a:pt x="23542" y="3030"/>
                  </a:lnTo>
                  <a:lnTo>
                    <a:pt x="11290" y="11287"/>
                  </a:lnTo>
                  <a:lnTo>
                    <a:pt x="3029" y="23520"/>
                  </a:lnTo>
                  <a:lnTo>
                    <a:pt x="0" y="38480"/>
                  </a:lnTo>
                  <a:lnTo>
                    <a:pt x="0" y="112267"/>
                  </a:lnTo>
                  <a:lnTo>
                    <a:pt x="4526140" y="112267"/>
                  </a:lnTo>
                  <a:lnTo>
                    <a:pt x="4526140" y="38480"/>
                  </a:lnTo>
                  <a:lnTo>
                    <a:pt x="4523108" y="23520"/>
                  </a:lnTo>
                  <a:lnTo>
                    <a:pt x="4514837" y="11287"/>
                  </a:lnTo>
                  <a:lnTo>
                    <a:pt x="4502565" y="3030"/>
                  </a:lnTo>
                  <a:lnTo>
                    <a:pt x="4487532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067511" y="6600190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067511" y="7161021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67511" y="7722234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067511" y="8283067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67511" y="8563482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067511" y="9124289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28471" y="5909564"/>
            <a:ext cx="3675379" cy="3383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280" b="1">
                <a:solidFill>
                  <a:srgbClr val="221F1F"/>
                </a:solidFill>
                <a:latin typeface="Calibri"/>
                <a:cs typeface="Calibri"/>
              </a:rPr>
              <a:t>Capital</a:t>
            </a:r>
            <a:r>
              <a:rPr dirty="0" sz="2800" spc="18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265" b="1">
                <a:solidFill>
                  <a:srgbClr val="221F1F"/>
                </a:solidFill>
                <a:latin typeface="Calibri"/>
                <a:cs typeface="Calibri"/>
              </a:rPr>
              <a:t>Markets</a:t>
            </a:r>
            <a:endParaRPr sz="2800">
              <a:latin typeface="Calibri"/>
              <a:cs typeface="Calibri"/>
            </a:endParaRPr>
          </a:p>
          <a:p>
            <a:pPr marL="510540">
              <a:lnSpc>
                <a:spcPct val="100000"/>
              </a:lnSpc>
              <a:spcBef>
                <a:spcPts val="1285"/>
              </a:spcBef>
            </a:pP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Trade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Life-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cycle</a:t>
            </a:r>
            <a:r>
              <a:rPr dirty="0" sz="1600" spc="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25">
                <a:solidFill>
                  <a:srgbClr val="221F1F"/>
                </a:solidFill>
                <a:latin typeface="Calibri"/>
                <a:cs typeface="Calibri"/>
              </a:rPr>
              <a:t>(Equities,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FICC,</a:t>
            </a:r>
            <a:endParaRPr sz="1600">
              <a:latin typeface="Calibri"/>
              <a:cs typeface="Calibri"/>
            </a:endParaRPr>
          </a:p>
          <a:p>
            <a:pPr marL="510540">
              <a:lnSpc>
                <a:spcPct val="100000"/>
              </a:lnSpc>
              <a:spcBef>
                <a:spcPts val="290"/>
              </a:spcBef>
            </a:pPr>
            <a:r>
              <a:rPr dirty="0" sz="1600" spc="105">
                <a:solidFill>
                  <a:srgbClr val="221F1F"/>
                </a:solidFill>
                <a:latin typeface="Calibri"/>
                <a:cs typeface="Calibri"/>
              </a:rPr>
              <a:t>Derivatives…)</a:t>
            </a:r>
            <a:endParaRPr sz="1600">
              <a:latin typeface="Calibri"/>
              <a:cs typeface="Calibri"/>
            </a:endParaRPr>
          </a:p>
          <a:p>
            <a:pPr marL="510540">
              <a:lnSpc>
                <a:spcPct val="100000"/>
              </a:lnSpc>
              <a:spcBef>
                <a:spcPts val="285"/>
              </a:spcBef>
            </a:pP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Trading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95">
                <a:solidFill>
                  <a:srgbClr val="221F1F"/>
                </a:solidFill>
                <a:latin typeface="Calibri"/>
                <a:cs typeface="Calibri"/>
              </a:rPr>
              <a:t>System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Integrations</a:t>
            </a:r>
            <a:r>
              <a:rPr dirty="0" sz="16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endParaRPr sz="1600">
              <a:latin typeface="Calibri"/>
              <a:cs typeface="Calibri"/>
            </a:endParaRPr>
          </a:p>
          <a:p>
            <a:pPr marL="510540">
              <a:lnSpc>
                <a:spcPct val="100000"/>
              </a:lnSpc>
              <a:spcBef>
                <a:spcPts val="290"/>
              </a:spcBef>
            </a:pP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Automation</a:t>
            </a:r>
            <a:endParaRPr sz="1600">
              <a:latin typeface="Calibri"/>
              <a:cs typeface="Calibri"/>
            </a:endParaRPr>
          </a:p>
          <a:p>
            <a:pPr marL="510540" marR="154305">
              <a:lnSpc>
                <a:spcPct val="114999"/>
              </a:lnSpc>
            </a:pPr>
            <a:r>
              <a:rPr dirty="0" sz="1600" spc="114">
                <a:solidFill>
                  <a:srgbClr val="221F1F"/>
                </a:solidFill>
                <a:latin typeface="Calibri"/>
                <a:cs typeface="Calibri"/>
              </a:rPr>
              <a:t>Market,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Reference</a:t>
            </a:r>
            <a:r>
              <a:rPr dirty="0" sz="16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Security </a:t>
            </a:r>
            <a:r>
              <a:rPr dirty="0" sz="1600" spc="135">
                <a:solidFill>
                  <a:srgbClr val="221F1F"/>
                </a:solidFill>
                <a:latin typeface="Calibri"/>
                <a:cs typeface="Calibri"/>
              </a:rPr>
              <a:t>Master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95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6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Distribution </a:t>
            </a:r>
            <a:r>
              <a:rPr dirty="0" sz="1600" spc="195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Analytics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as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Service </a:t>
            </a: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Meeting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constantly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20">
                <a:solidFill>
                  <a:srgbClr val="221F1F"/>
                </a:solidFill>
                <a:latin typeface="Calibri"/>
                <a:cs typeface="Calibri"/>
              </a:rPr>
              <a:t>changing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regulatory</a:t>
            </a:r>
            <a:r>
              <a:rPr dirty="0" sz="1600" spc="114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requirements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Client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Advisor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Workstation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5977128" y="1117091"/>
            <a:ext cx="6083935" cy="5022850"/>
            <a:chOff x="5977128" y="1117091"/>
            <a:chExt cx="6083935" cy="5022850"/>
          </a:xfrm>
        </p:grpSpPr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77128" y="1117091"/>
              <a:ext cx="6083427" cy="502259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6516116" y="1540383"/>
              <a:ext cx="4929505" cy="3867785"/>
            </a:xfrm>
            <a:custGeom>
              <a:avLst/>
              <a:gdLst/>
              <a:ahLst/>
              <a:cxnLst/>
              <a:rect l="l" t="t" r="r" b="b"/>
              <a:pathLst>
                <a:path w="4929505" h="3867785">
                  <a:moveTo>
                    <a:pt x="4877308" y="0"/>
                  </a:moveTo>
                  <a:lnTo>
                    <a:pt x="52324" y="0"/>
                  </a:lnTo>
                  <a:lnTo>
                    <a:pt x="31932" y="4103"/>
                  </a:lnTo>
                  <a:lnTo>
                    <a:pt x="15303" y="15303"/>
                  </a:lnTo>
                  <a:lnTo>
                    <a:pt x="4103" y="31932"/>
                  </a:lnTo>
                  <a:lnTo>
                    <a:pt x="0" y="52324"/>
                  </a:lnTo>
                  <a:lnTo>
                    <a:pt x="0" y="3815207"/>
                  </a:lnTo>
                  <a:lnTo>
                    <a:pt x="4103" y="3835598"/>
                  </a:lnTo>
                  <a:lnTo>
                    <a:pt x="15303" y="3852227"/>
                  </a:lnTo>
                  <a:lnTo>
                    <a:pt x="31932" y="3863427"/>
                  </a:lnTo>
                  <a:lnTo>
                    <a:pt x="52324" y="3867531"/>
                  </a:lnTo>
                  <a:lnTo>
                    <a:pt x="4877308" y="3867531"/>
                  </a:lnTo>
                  <a:lnTo>
                    <a:pt x="4897626" y="3863427"/>
                  </a:lnTo>
                  <a:lnTo>
                    <a:pt x="4914217" y="3852227"/>
                  </a:lnTo>
                  <a:lnTo>
                    <a:pt x="4925403" y="3835598"/>
                  </a:lnTo>
                  <a:lnTo>
                    <a:pt x="4929505" y="3815207"/>
                  </a:lnTo>
                  <a:lnTo>
                    <a:pt x="4929505" y="52324"/>
                  </a:lnTo>
                  <a:lnTo>
                    <a:pt x="4925403" y="31932"/>
                  </a:lnTo>
                  <a:lnTo>
                    <a:pt x="4914217" y="15303"/>
                  </a:lnTo>
                  <a:lnTo>
                    <a:pt x="4897626" y="4103"/>
                  </a:lnTo>
                  <a:lnTo>
                    <a:pt x="48773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516624" y="1540383"/>
              <a:ext cx="4929505" cy="110489"/>
            </a:xfrm>
            <a:custGeom>
              <a:avLst/>
              <a:gdLst/>
              <a:ahLst/>
              <a:cxnLst/>
              <a:rect l="l" t="t" r="r" b="b"/>
              <a:pathLst>
                <a:path w="4929505" h="110489">
                  <a:moveTo>
                    <a:pt x="4891658" y="0"/>
                  </a:moveTo>
                  <a:lnTo>
                    <a:pt x="37719" y="0"/>
                  </a:lnTo>
                  <a:lnTo>
                    <a:pt x="23038" y="2966"/>
                  </a:lnTo>
                  <a:lnTo>
                    <a:pt x="11049" y="11064"/>
                  </a:lnTo>
                  <a:lnTo>
                    <a:pt x="2964" y="23092"/>
                  </a:lnTo>
                  <a:lnTo>
                    <a:pt x="0" y="37846"/>
                  </a:lnTo>
                  <a:lnTo>
                    <a:pt x="0" y="110109"/>
                  </a:lnTo>
                  <a:lnTo>
                    <a:pt x="4929505" y="110109"/>
                  </a:lnTo>
                  <a:lnTo>
                    <a:pt x="4929505" y="37846"/>
                  </a:lnTo>
                  <a:lnTo>
                    <a:pt x="4926520" y="23092"/>
                  </a:lnTo>
                  <a:lnTo>
                    <a:pt x="4918392" y="11064"/>
                  </a:lnTo>
                  <a:lnTo>
                    <a:pt x="4906359" y="2966"/>
                  </a:lnTo>
                  <a:lnTo>
                    <a:pt x="4891658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6863842" y="2484882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6863842" y="2765298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6863842" y="3045968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6863842" y="3606799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863842" y="4167632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6863842" y="4448047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6863842" y="4728463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7423531" y="1794128"/>
            <a:ext cx="3608070" cy="33832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63245">
              <a:lnSpc>
                <a:spcPct val="100000"/>
              </a:lnSpc>
              <a:spcBef>
                <a:spcPts val="95"/>
              </a:spcBef>
            </a:pPr>
            <a:r>
              <a:rPr dirty="0" sz="2800" spc="360" b="1">
                <a:solidFill>
                  <a:srgbClr val="221F1F"/>
                </a:solidFill>
                <a:latin typeface="Calibri"/>
                <a:cs typeface="Calibri"/>
              </a:rPr>
              <a:t>Payments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  <a:spcBef>
                <a:spcPts val="1000"/>
              </a:spcBef>
            </a:pPr>
            <a:r>
              <a:rPr dirty="0" sz="1600" spc="210">
                <a:solidFill>
                  <a:srgbClr val="221F1F"/>
                </a:solidFill>
                <a:latin typeface="Calibri"/>
                <a:cs typeface="Calibri"/>
              </a:rPr>
              <a:t>Payment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 order</a:t>
            </a:r>
            <a:r>
              <a:rPr dirty="0" sz="16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221F1F"/>
                </a:solidFill>
                <a:latin typeface="Calibri"/>
                <a:cs typeface="Calibri"/>
              </a:rPr>
              <a:t>processing</a:t>
            </a:r>
            <a:r>
              <a:rPr dirty="0" sz="16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systems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Real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85">
                <a:solidFill>
                  <a:srgbClr val="221F1F"/>
                </a:solidFill>
                <a:latin typeface="Calibri"/>
                <a:cs typeface="Calibri"/>
              </a:rPr>
              <a:t>time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transaction</a:t>
            </a:r>
            <a:r>
              <a:rPr dirty="0" sz="1600" spc="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processing </a:t>
            </a:r>
            <a:r>
              <a:rPr dirty="0" sz="1600" spc="195">
                <a:solidFill>
                  <a:srgbClr val="221F1F"/>
                </a:solidFill>
                <a:latin typeface="Calibri"/>
                <a:cs typeface="Calibri"/>
              </a:rPr>
              <a:t>Compliance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95">
                <a:solidFill>
                  <a:srgbClr val="221F1F"/>
                </a:solidFill>
                <a:latin typeface="Calibri"/>
                <a:cs typeface="Calibri"/>
              </a:rPr>
              <a:t>ISO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5">
                <a:solidFill>
                  <a:srgbClr val="221F1F"/>
                </a:solidFill>
                <a:latin typeface="Calibri"/>
                <a:cs typeface="Calibri"/>
              </a:rPr>
              <a:t>20022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standards</a:t>
            </a:r>
            <a:endParaRPr sz="1600">
              <a:latin typeface="Calibri"/>
              <a:cs typeface="Calibri"/>
            </a:endParaRPr>
          </a:p>
          <a:p>
            <a:pPr marL="12700" marR="346075">
              <a:lnSpc>
                <a:spcPct val="114999"/>
              </a:lnSpc>
            </a:pPr>
            <a:r>
              <a:rPr dirty="0" sz="1600" spc="125">
                <a:solidFill>
                  <a:srgbClr val="221F1F"/>
                </a:solidFill>
                <a:latin typeface="Calibri"/>
                <a:cs typeface="Calibri"/>
              </a:rPr>
              <a:t>Error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5">
                <a:solidFill>
                  <a:srgbClr val="221F1F"/>
                </a:solidFill>
                <a:latin typeface="Calibri"/>
                <a:cs typeface="Calibri"/>
              </a:rPr>
              <a:t>detection,</a:t>
            </a:r>
            <a:r>
              <a:rPr dirty="0" sz="16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prevention,</a:t>
            </a:r>
            <a:r>
              <a:rPr dirty="0" sz="1600" spc="1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and </a:t>
            </a:r>
            <a:r>
              <a:rPr dirty="0" sz="1600" spc="125">
                <a:solidFill>
                  <a:srgbClr val="221F1F"/>
                </a:solidFill>
                <a:latin typeface="Calibri"/>
                <a:cs typeface="Calibri"/>
              </a:rPr>
              <a:t>recovery</a:t>
            </a:r>
            <a:endParaRPr sz="1600">
              <a:latin typeface="Calibri"/>
              <a:cs typeface="Calibri"/>
            </a:endParaRPr>
          </a:p>
          <a:p>
            <a:pPr marL="12700" marR="302260">
              <a:lnSpc>
                <a:spcPct val="114999"/>
              </a:lnSpc>
            </a:pPr>
            <a:r>
              <a:rPr dirty="0" sz="1600" spc="210">
                <a:solidFill>
                  <a:srgbClr val="221F1F"/>
                </a:solidFill>
                <a:latin typeface="Calibri"/>
                <a:cs typeface="Calibri"/>
              </a:rPr>
              <a:t>Payment</a:t>
            </a:r>
            <a:r>
              <a:rPr dirty="0" sz="1600" spc="1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Gateway</a:t>
            </a:r>
            <a:r>
              <a:rPr dirty="0" sz="1600" spc="114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Integration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Merchant</a:t>
            </a:r>
            <a:r>
              <a:rPr dirty="0" sz="16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Services</a:t>
            </a:r>
            <a:r>
              <a:rPr dirty="0" sz="16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Monitoring </a:t>
            </a: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r>
              <a:rPr dirty="0" sz="16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Detection,</a:t>
            </a:r>
            <a:r>
              <a:rPr dirty="0" sz="16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Investigation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221F1F"/>
                </a:solidFill>
                <a:latin typeface="Calibri"/>
                <a:cs typeface="Calibri"/>
              </a:rPr>
              <a:t>&amp;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Resolution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6452538" y="1849011"/>
            <a:ext cx="247015" cy="433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70"/>
              </a:lnSpc>
            </a:pPr>
            <a:r>
              <a:rPr dirty="0" sz="2800" spc="555" b="1">
                <a:solidFill>
                  <a:srgbClr val="221F1F"/>
                </a:solidFill>
                <a:latin typeface="Calibri"/>
                <a:cs typeface="Calibri"/>
              </a:rPr>
              <a:t>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3079984" y="2516250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3079984" y="2796667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3079984" y="3077083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3079984" y="3357498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3079984" y="3918330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3079984" y="4198746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3079984" y="4479163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3079984" y="4759832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13140689" y="1824939"/>
            <a:ext cx="3545204" cy="3103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85" b="1">
                <a:solidFill>
                  <a:srgbClr val="221F1F"/>
                </a:solidFill>
                <a:latin typeface="Calibri"/>
                <a:cs typeface="Calibri"/>
              </a:rPr>
              <a:t>Consumer</a:t>
            </a:r>
            <a:r>
              <a:rPr dirty="0" sz="2800" spc="16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355" b="1">
                <a:solidFill>
                  <a:srgbClr val="221F1F"/>
                </a:solidFill>
                <a:latin typeface="Calibri"/>
                <a:cs typeface="Calibri"/>
              </a:rPr>
              <a:t>Bankin</a:t>
            </a:r>
            <a:endParaRPr sz="2800">
              <a:latin typeface="Calibri"/>
              <a:cs typeface="Calibri"/>
            </a:endParaRPr>
          </a:p>
          <a:p>
            <a:pPr marL="511175" marR="1282065">
              <a:lnSpc>
                <a:spcPct val="114999"/>
              </a:lnSpc>
              <a:spcBef>
                <a:spcPts val="1005"/>
              </a:spcBef>
            </a:pP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Internet</a:t>
            </a:r>
            <a:r>
              <a:rPr dirty="0" sz="1600" spc="114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15">
                <a:solidFill>
                  <a:srgbClr val="221F1F"/>
                </a:solidFill>
                <a:latin typeface="Calibri"/>
                <a:cs typeface="Calibri"/>
              </a:rPr>
              <a:t>Banking </a:t>
            </a:r>
            <a:r>
              <a:rPr dirty="0" sz="1600" spc="135">
                <a:solidFill>
                  <a:srgbClr val="221F1F"/>
                </a:solidFill>
                <a:latin typeface="Calibri"/>
                <a:cs typeface="Calibri"/>
              </a:rPr>
              <a:t>Mobile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15">
                <a:solidFill>
                  <a:srgbClr val="221F1F"/>
                </a:solidFill>
                <a:latin typeface="Calibri"/>
                <a:cs typeface="Calibri"/>
              </a:rPr>
              <a:t>Banking</a:t>
            </a:r>
            <a:endParaRPr sz="1600">
              <a:latin typeface="Calibri"/>
              <a:cs typeface="Calibri"/>
            </a:endParaRPr>
          </a:p>
          <a:p>
            <a:pPr marL="511175">
              <a:lnSpc>
                <a:spcPct val="100000"/>
              </a:lnSpc>
              <a:spcBef>
                <a:spcPts val="285"/>
              </a:spcBef>
            </a:pPr>
            <a:r>
              <a:rPr dirty="0" sz="1600" spc="220">
                <a:solidFill>
                  <a:srgbClr val="221F1F"/>
                </a:solidFill>
                <a:latin typeface="Calibri"/>
                <a:cs typeface="Calibri"/>
              </a:rPr>
              <a:t>Open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25">
                <a:solidFill>
                  <a:srgbClr val="221F1F"/>
                </a:solidFill>
                <a:latin typeface="Calibri"/>
                <a:cs typeface="Calibri"/>
              </a:rPr>
              <a:t>Banking</a:t>
            </a:r>
            <a:r>
              <a:rPr dirty="0" sz="16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14">
                <a:solidFill>
                  <a:srgbClr val="221F1F"/>
                </a:solidFill>
                <a:latin typeface="Calibri"/>
                <a:cs typeface="Calibri"/>
              </a:rPr>
              <a:t>API’s</a:t>
            </a:r>
            <a:endParaRPr sz="1600">
              <a:latin typeface="Calibri"/>
              <a:cs typeface="Calibri"/>
            </a:endParaRPr>
          </a:p>
          <a:p>
            <a:pPr marL="511175" marR="5080">
              <a:lnSpc>
                <a:spcPct val="114999"/>
              </a:lnSpc>
            </a:pP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Hyper-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personalized</a:t>
            </a:r>
            <a:r>
              <a:rPr dirty="0" sz="1600" spc="13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221F1F"/>
                </a:solidFill>
                <a:latin typeface="Calibri"/>
                <a:cs typeface="Calibri"/>
              </a:rPr>
              <a:t>customer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experiences</a:t>
            </a:r>
            <a:endParaRPr sz="1600">
              <a:latin typeface="Calibri"/>
              <a:cs typeface="Calibri"/>
            </a:endParaRPr>
          </a:p>
          <a:p>
            <a:pPr marL="511175" marR="830580">
              <a:lnSpc>
                <a:spcPct val="114999"/>
              </a:lnSpc>
            </a:pP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Detection</a:t>
            </a:r>
            <a:r>
              <a:rPr dirty="0" sz="1600" spc="5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Next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best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00">
                <a:solidFill>
                  <a:srgbClr val="221F1F"/>
                </a:solidFill>
                <a:latin typeface="Calibri"/>
                <a:cs typeface="Calibri"/>
              </a:rPr>
              <a:t>action/offer 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Activity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Tracking</a:t>
            </a:r>
            <a:endParaRPr sz="1600">
              <a:latin typeface="Calibri"/>
              <a:cs typeface="Calibri"/>
            </a:endParaRPr>
          </a:p>
          <a:p>
            <a:pPr marL="511175">
              <a:lnSpc>
                <a:spcPct val="100000"/>
              </a:lnSpc>
              <a:spcBef>
                <a:spcPts val="290"/>
              </a:spcBef>
            </a:pPr>
            <a:r>
              <a:rPr dirty="0" sz="1600" spc="225">
                <a:solidFill>
                  <a:srgbClr val="221F1F"/>
                </a:solidFill>
                <a:latin typeface="Calibri"/>
                <a:cs typeface="Calibri"/>
              </a:rPr>
              <a:t>Banking</a:t>
            </a:r>
            <a:r>
              <a:rPr dirty="0" sz="16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as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Service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APIs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12198095" y="5416340"/>
            <a:ext cx="5680710" cy="4871085"/>
            <a:chOff x="12198095" y="5416340"/>
            <a:chExt cx="5680710" cy="4871085"/>
          </a:xfrm>
        </p:grpSpPr>
        <p:pic>
          <p:nvPicPr>
            <p:cNvPr id="66" name="object 6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98095" y="5416340"/>
              <a:ext cx="5680709" cy="4870659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2736448" y="5838824"/>
              <a:ext cx="4526280" cy="3763010"/>
            </a:xfrm>
            <a:custGeom>
              <a:avLst/>
              <a:gdLst/>
              <a:ahLst/>
              <a:cxnLst/>
              <a:rect l="l" t="t" r="r" b="b"/>
              <a:pathLst>
                <a:path w="4526280" h="3763009">
                  <a:moveTo>
                    <a:pt x="4475353" y="0"/>
                  </a:moveTo>
                  <a:lnTo>
                    <a:pt x="50926" y="0"/>
                  </a:lnTo>
                  <a:lnTo>
                    <a:pt x="31128" y="3990"/>
                  </a:lnTo>
                  <a:lnTo>
                    <a:pt x="14938" y="14874"/>
                  </a:lnTo>
                  <a:lnTo>
                    <a:pt x="4010" y="31021"/>
                  </a:lnTo>
                  <a:lnTo>
                    <a:pt x="0" y="50800"/>
                  </a:lnTo>
                  <a:lnTo>
                    <a:pt x="0" y="3711714"/>
                  </a:lnTo>
                  <a:lnTo>
                    <a:pt x="4010" y="3731496"/>
                  </a:lnTo>
                  <a:lnTo>
                    <a:pt x="14938" y="3747652"/>
                  </a:lnTo>
                  <a:lnTo>
                    <a:pt x="31128" y="3758545"/>
                  </a:lnTo>
                  <a:lnTo>
                    <a:pt x="50926" y="3762540"/>
                  </a:lnTo>
                  <a:lnTo>
                    <a:pt x="4475353" y="3762540"/>
                  </a:lnTo>
                  <a:lnTo>
                    <a:pt x="4495131" y="3758545"/>
                  </a:lnTo>
                  <a:lnTo>
                    <a:pt x="4511278" y="3747652"/>
                  </a:lnTo>
                  <a:lnTo>
                    <a:pt x="4522162" y="3731496"/>
                  </a:lnTo>
                  <a:lnTo>
                    <a:pt x="4526153" y="3711714"/>
                  </a:lnTo>
                  <a:lnTo>
                    <a:pt x="4526153" y="50800"/>
                  </a:lnTo>
                  <a:lnTo>
                    <a:pt x="4522162" y="31021"/>
                  </a:lnTo>
                  <a:lnTo>
                    <a:pt x="4511278" y="14874"/>
                  </a:lnTo>
                  <a:lnTo>
                    <a:pt x="4495131" y="3990"/>
                  </a:lnTo>
                  <a:lnTo>
                    <a:pt x="4475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2736956" y="5838824"/>
              <a:ext cx="4526280" cy="107314"/>
            </a:xfrm>
            <a:custGeom>
              <a:avLst/>
              <a:gdLst/>
              <a:ahLst/>
              <a:cxnLst/>
              <a:rect l="l" t="t" r="r" b="b"/>
              <a:pathLst>
                <a:path w="4526280" h="107314">
                  <a:moveTo>
                    <a:pt x="4489323" y="0"/>
                  </a:moveTo>
                  <a:lnTo>
                    <a:pt x="36702" y="0"/>
                  </a:lnTo>
                  <a:lnTo>
                    <a:pt x="22395" y="2895"/>
                  </a:lnTo>
                  <a:lnTo>
                    <a:pt x="10731" y="10779"/>
                  </a:lnTo>
                  <a:lnTo>
                    <a:pt x="2877" y="22449"/>
                  </a:lnTo>
                  <a:lnTo>
                    <a:pt x="0" y="36702"/>
                  </a:lnTo>
                  <a:lnTo>
                    <a:pt x="0" y="107061"/>
                  </a:lnTo>
                  <a:lnTo>
                    <a:pt x="4526026" y="107061"/>
                  </a:lnTo>
                  <a:lnTo>
                    <a:pt x="4526026" y="36702"/>
                  </a:lnTo>
                  <a:lnTo>
                    <a:pt x="4523148" y="22449"/>
                  </a:lnTo>
                  <a:lnTo>
                    <a:pt x="4515294" y="10779"/>
                  </a:lnTo>
                  <a:lnTo>
                    <a:pt x="4503630" y="2895"/>
                  </a:lnTo>
                  <a:lnTo>
                    <a:pt x="4489323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13079984" y="6783705"/>
            <a:ext cx="558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3079984" y="7064502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3079984" y="7344918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3079984" y="7625333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3079984" y="7905750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3079984" y="8186166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3079984" y="8466581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3079984" y="8746997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13079984" y="9027362"/>
            <a:ext cx="558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3140689" y="6092774"/>
            <a:ext cx="3433445" cy="3103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15" b="1">
                <a:solidFill>
                  <a:srgbClr val="221F1F"/>
                </a:solidFill>
                <a:latin typeface="Calibri"/>
                <a:cs typeface="Calibri"/>
              </a:rPr>
              <a:t>Insurance</a:t>
            </a:r>
            <a:endParaRPr sz="2800">
              <a:latin typeface="Calibri"/>
              <a:cs typeface="Calibri"/>
            </a:endParaRPr>
          </a:p>
          <a:p>
            <a:pPr marL="511175" marR="14604">
              <a:lnSpc>
                <a:spcPct val="115100"/>
              </a:lnSpc>
              <a:spcBef>
                <a:spcPts val="1000"/>
              </a:spcBef>
            </a:pPr>
            <a:r>
              <a:rPr dirty="0" sz="1600" spc="225">
                <a:solidFill>
                  <a:srgbClr val="221F1F"/>
                </a:solidFill>
                <a:latin typeface="Calibri"/>
                <a:cs typeface="Calibri"/>
              </a:rPr>
              <a:t>Premiums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221F1F"/>
                </a:solidFill>
                <a:latin typeface="Calibri"/>
                <a:cs typeface="Calibri"/>
              </a:rPr>
              <a:t>Pricing </a:t>
            </a:r>
            <a:r>
              <a:rPr dirty="0" sz="1600" spc="220">
                <a:solidFill>
                  <a:srgbClr val="221F1F"/>
                </a:solidFill>
                <a:latin typeface="Calibri"/>
                <a:cs typeface="Calibri"/>
              </a:rPr>
              <a:t>Premiums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r>
              <a:rPr dirty="0" sz="1600" spc="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Prevention </a:t>
            </a: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Insurance</a:t>
            </a:r>
            <a:r>
              <a:rPr dirty="0" sz="1600" spc="1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Risk,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Solvency</a:t>
            </a:r>
            <a:r>
              <a:rPr dirty="0" sz="16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35">
                <a:solidFill>
                  <a:srgbClr val="221F1F"/>
                </a:solidFill>
                <a:latin typeface="Calibri"/>
                <a:cs typeface="Calibri"/>
              </a:rPr>
              <a:t>2 </a:t>
            </a:r>
            <a:r>
              <a:rPr dirty="0" sz="1600" spc="220">
                <a:solidFill>
                  <a:srgbClr val="221F1F"/>
                </a:solidFill>
                <a:latin typeface="Calibri"/>
                <a:cs typeface="Calibri"/>
              </a:rPr>
              <a:t>Dynamic</a:t>
            </a:r>
            <a:r>
              <a:rPr dirty="0" sz="16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221F1F"/>
                </a:solidFill>
                <a:latin typeface="Calibri"/>
                <a:cs typeface="Calibri"/>
              </a:rPr>
              <a:t>Pricing</a:t>
            </a:r>
            <a:endParaRPr sz="1600">
              <a:latin typeface="Calibri"/>
              <a:cs typeface="Calibri"/>
            </a:endParaRPr>
          </a:p>
          <a:p>
            <a:pPr marL="511175">
              <a:lnSpc>
                <a:spcPct val="100000"/>
              </a:lnSpc>
              <a:spcBef>
                <a:spcPts val="285"/>
              </a:spcBef>
            </a:pP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Telematics</a:t>
            </a:r>
            <a:endParaRPr sz="1600">
              <a:latin typeface="Calibri"/>
              <a:cs typeface="Calibri"/>
            </a:endParaRPr>
          </a:p>
          <a:p>
            <a:pPr marL="511175" marR="5080">
              <a:lnSpc>
                <a:spcPct val="114999"/>
              </a:lnSpc>
            </a:pP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Claims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process</a:t>
            </a:r>
            <a:r>
              <a:rPr dirty="0" sz="16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Optimisation </a:t>
            </a: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Claims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endParaRPr sz="1600">
              <a:latin typeface="Calibri"/>
              <a:cs typeface="Calibri"/>
            </a:endParaRPr>
          </a:p>
          <a:p>
            <a:pPr marL="511175">
              <a:lnSpc>
                <a:spcPct val="100000"/>
              </a:lnSpc>
              <a:spcBef>
                <a:spcPts val="290"/>
              </a:spcBef>
            </a:pP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Renewals</a:t>
            </a:r>
            <a:endParaRPr sz="1600">
              <a:latin typeface="Calibri"/>
              <a:cs typeface="Calibri"/>
            </a:endParaRPr>
          </a:p>
          <a:p>
            <a:pPr marL="511175">
              <a:lnSpc>
                <a:spcPct val="100000"/>
              </a:lnSpc>
              <a:spcBef>
                <a:spcPts val="285"/>
              </a:spcBef>
            </a:pP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Customer</a:t>
            </a:r>
            <a:r>
              <a:rPr dirty="0" sz="16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Experience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4265739" y="1109789"/>
            <a:ext cx="13510260" cy="8556625"/>
            <a:chOff x="4265739" y="1109789"/>
            <a:chExt cx="13510260" cy="8556625"/>
          </a:xfrm>
        </p:grpSpPr>
        <p:pic>
          <p:nvPicPr>
            <p:cNvPr id="80" name="object 8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81206" y="8250201"/>
              <a:ext cx="107144" cy="106652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11529695" y="8067802"/>
              <a:ext cx="411480" cy="473709"/>
            </a:xfrm>
            <a:custGeom>
              <a:avLst/>
              <a:gdLst/>
              <a:ahLst/>
              <a:cxnLst/>
              <a:rect l="l" t="t" r="r" b="b"/>
              <a:pathLst>
                <a:path w="411479" h="473709">
                  <a:moveTo>
                    <a:pt x="211835" y="0"/>
                  </a:moveTo>
                  <a:lnTo>
                    <a:pt x="199516" y="0"/>
                  </a:lnTo>
                  <a:lnTo>
                    <a:pt x="193294" y="1905"/>
                  </a:lnTo>
                  <a:lnTo>
                    <a:pt x="17906" y="105664"/>
                  </a:lnTo>
                  <a:lnTo>
                    <a:pt x="0" y="337439"/>
                  </a:lnTo>
                  <a:lnTo>
                    <a:pt x="1297" y="346721"/>
                  </a:lnTo>
                  <a:lnTo>
                    <a:pt x="4952" y="355123"/>
                  </a:lnTo>
                  <a:lnTo>
                    <a:pt x="10608" y="362334"/>
                  </a:lnTo>
                  <a:lnTo>
                    <a:pt x="17906" y="368046"/>
                  </a:lnTo>
                  <a:lnTo>
                    <a:pt x="187198" y="468249"/>
                  </a:lnTo>
                  <a:lnTo>
                    <a:pt x="192912" y="471805"/>
                  </a:lnTo>
                  <a:lnTo>
                    <a:pt x="199262" y="473202"/>
                  </a:lnTo>
                  <a:lnTo>
                    <a:pt x="211454" y="473202"/>
                  </a:lnTo>
                  <a:lnTo>
                    <a:pt x="217931" y="471805"/>
                  </a:lnTo>
                  <a:lnTo>
                    <a:pt x="223647" y="468249"/>
                  </a:lnTo>
                  <a:lnTo>
                    <a:pt x="276627" y="437006"/>
                  </a:lnTo>
                  <a:lnTo>
                    <a:pt x="205104" y="437006"/>
                  </a:lnTo>
                  <a:lnTo>
                    <a:pt x="35813" y="336677"/>
                  </a:lnTo>
                  <a:lnTo>
                    <a:pt x="35813" y="134747"/>
                  </a:lnTo>
                  <a:lnTo>
                    <a:pt x="205104" y="34543"/>
                  </a:lnTo>
                  <a:lnTo>
                    <a:pt x="272966" y="34543"/>
                  </a:lnTo>
                  <a:lnTo>
                    <a:pt x="223647" y="5461"/>
                  </a:lnTo>
                  <a:lnTo>
                    <a:pt x="217931" y="1905"/>
                  </a:lnTo>
                  <a:lnTo>
                    <a:pt x="211835" y="0"/>
                  </a:lnTo>
                  <a:close/>
                </a:path>
                <a:path w="411479" h="473709">
                  <a:moveTo>
                    <a:pt x="272966" y="34543"/>
                  </a:moveTo>
                  <a:lnTo>
                    <a:pt x="205104" y="34543"/>
                  </a:lnTo>
                  <a:lnTo>
                    <a:pt x="375030" y="134747"/>
                  </a:lnTo>
                  <a:lnTo>
                    <a:pt x="375030" y="336677"/>
                  </a:lnTo>
                  <a:lnTo>
                    <a:pt x="205104" y="437006"/>
                  </a:lnTo>
                  <a:lnTo>
                    <a:pt x="276627" y="437006"/>
                  </a:lnTo>
                  <a:lnTo>
                    <a:pt x="393573" y="368046"/>
                  </a:lnTo>
                  <a:lnTo>
                    <a:pt x="411479" y="337439"/>
                  </a:lnTo>
                  <a:lnTo>
                    <a:pt x="411369" y="134747"/>
                  </a:lnTo>
                  <a:lnTo>
                    <a:pt x="410200" y="126648"/>
                  </a:lnTo>
                  <a:lnTo>
                    <a:pt x="406574" y="118443"/>
                  </a:lnTo>
                  <a:lnTo>
                    <a:pt x="400925" y="111309"/>
                  </a:lnTo>
                  <a:lnTo>
                    <a:pt x="393573" y="105664"/>
                  </a:lnTo>
                  <a:lnTo>
                    <a:pt x="272966" y="3454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54141" y="7038839"/>
              <a:ext cx="237096" cy="40902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5961380" y="6921118"/>
              <a:ext cx="404495" cy="308610"/>
            </a:xfrm>
            <a:custGeom>
              <a:avLst/>
              <a:gdLst/>
              <a:ahLst/>
              <a:cxnLst/>
              <a:rect l="l" t="t" r="r" b="b"/>
              <a:pathLst>
                <a:path w="404495" h="308609">
                  <a:moveTo>
                    <a:pt x="89789" y="308101"/>
                  </a:moveTo>
                  <a:lnTo>
                    <a:pt x="88137" y="308101"/>
                  </a:lnTo>
                  <a:lnTo>
                    <a:pt x="88137" y="308609"/>
                  </a:lnTo>
                  <a:lnTo>
                    <a:pt x="89154" y="308609"/>
                  </a:lnTo>
                  <a:lnTo>
                    <a:pt x="89789" y="308101"/>
                  </a:lnTo>
                  <a:close/>
                </a:path>
                <a:path w="404495" h="308609">
                  <a:moveTo>
                    <a:pt x="292862" y="308101"/>
                  </a:moveTo>
                  <a:lnTo>
                    <a:pt x="90297" y="308101"/>
                  </a:lnTo>
                  <a:lnTo>
                    <a:pt x="90297" y="308609"/>
                  </a:lnTo>
                  <a:lnTo>
                    <a:pt x="292227" y="308609"/>
                  </a:lnTo>
                  <a:lnTo>
                    <a:pt x="292862" y="308101"/>
                  </a:lnTo>
                  <a:close/>
                </a:path>
                <a:path w="404495" h="308609">
                  <a:moveTo>
                    <a:pt x="298450" y="308101"/>
                  </a:moveTo>
                  <a:lnTo>
                    <a:pt x="294005" y="308101"/>
                  </a:lnTo>
                  <a:lnTo>
                    <a:pt x="295021" y="308609"/>
                  </a:lnTo>
                  <a:lnTo>
                    <a:pt x="297307" y="308609"/>
                  </a:lnTo>
                  <a:lnTo>
                    <a:pt x="298450" y="308101"/>
                  </a:lnTo>
                  <a:close/>
                </a:path>
                <a:path w="404495" h="308609">
                  <a:moveTo>
                    <a:pt x="159004" y="33781"/>
                  </a:moveTo>
                  <a:lnTo>
                    <a:pt x="150622" y="33781"/>
                  </a:lnTo>
                  <a:lnTo>
                    <a:pt x="113224" y="41140"/>
                  </a:lnTo>
                  <a:lnTo>
                    <a:pt x="82708" y="61213"/>
                  </a:lnTo>
                  <a:lnTo>
                    <a:pt x="62146" y="91003"/>
                  </a:lnTo>
                  <a:lnTo>
                    <a:pt x="54610" y="127507"/>
                  </a:lnTo>
                  <a:lnTo>
                    <a:pt x="54684" y="136778"/>
                  </a:lnTo>
                  <a:lnTo>
                    <a:pt x="55245" y="140588"/>
                  </a:lnTo>
                  <a:lnTo>
                    <a:pt x="32950" y="153370"/>
                  </a:lnTo>
                  <a:lnTo>
                    <a:pt x="15478" y="171973"/>
                  </a:lnTo>
                  <a:lnTo>
                    <a:pt x="4077" y="195077"/>
                  </a:lnTo>
                  <a:lnTo>
                    <a:pt x="0" y="221360"/>
                  </a:lnTo>
                  <a:lnTo>
                    <a:pt x="6770" y="254881"/>
                  </a:lnTo>
                  <a:lnTo>
                    <a:pt x="25304" y="282352"/>
                  </a:lnTo>
                  <a:lnTo>
                    <a:pt x="52935" y="301013"/>
                  </a:lnTo>
                  <a:lnTo>
                    <a:pt x="86995" y="308101"/>
                  </a:lnTo>
                  <a:lnTo>
                    <a:pt x="299593" y="308101"/>
                  </a:lnTo>
                  <a:lnTo>
                    <a:pt x="340395" y="298725"/>
                  </a:lnTo>
                  <a:lnTo>
                    <a:pt x="365148" y="281304"/>
                  </a:lnTo>
                  <a:lnTo>
                    <a:pt x="88646" y="281304"/>
                  </a:lnTo>
                  <a:lnTo>
                    <a:pt x="65049" y="276546"/>
                  </a:lnTo>
                  <a:lnTo>
                    <a:pt x="45704" y="263620"/>
                  </a:lnTo>
                  <a:lnTo>
                    <a:pt x="32621" y="244550"/>
                  </a:lnTo>
                  <a:lnTo>
                    <a:pt x="27812" y="221360"/>
                  </a:lnTo>
                  <a:lnTo>
                    <a:pt x="30603" y="203346"/>
                  </a:lnTo>
                  <a:lnTo>
                    <a:pt x="38417" y="187451"/>
                  </a:lnTo>
                  <a:lnTo>
                    <a:pt x="50422" y="174605"/>
                  </a:lnTo>
                  <a:lnTo>
                    <a:pt x="65786" y="165734"/>
                  </a:lnTo>
                  <a:lnTo>
                    <a:pt x="85852" y="157606"/>
                  </a:lnTo>
                  <a:lnTo>
                    <a:pt x="83058" y="136778"/>
                  </a:lnTo>
                  <a:lnTo>
                    <a:pt x="82550" y="133603"/>
                  </a:lnTo>
                  <a:lnTo>
                    <a:pt x="82550" y="127507"/>
                  </a:lnTo>
                  <a:lnTo>
                    <a:pt x="87846" y="101484"/>
                  </a:lnTo>
                  <a:lnTo>
                    <a:pt x="102346" y="80390"/>
                  </a:lnTo>
                  <a:lnTo>
                    <a:pt x="123965" y="66250"/>
                  </a:lnTo>
                  <a:lnTo>
                    <a:pt x="150622" y="61086"/>
                  </a:lnTo>
                  <a:lnTo>
                    <a:pt x="190951" y="61086"/>
                  </a:lnTo>
                  <a:lnTo>
                    <a:pt x="196850" y="54482"/>
                  </a:lnTo>
                  <a:lnTo>
                    <a:pt x="208909" y="43305"/>
                  </a:lnTo>
                  <a:lnTo>
                    <a:pt x="219169" y="37083"/>
                  </a:lnTo>
                  <a:lnTo>
                    <a:pt x="175641" y="37083"/>
                  </a:lnTo>
                  <a:lnTo>
                    <a:pt x="167259" y="34797"/>
                  </a:lnTo>
                  <a:lnTo>
                    <a:pt x="159004" y="33781"/>
                  </a:lnTo>
                  <a:close/>
                </a:path>
                <a:path w="404495" h="308609">
                  <a:moveTo>
                    <a:pt x="118237" y="280796"/>
                  </a:moveTo>
                  <a:lnTo>
                    <a:pt x="89154" y="280796"/>
                  </a:lnTo>
                  <a:lnTo>
                    <a:pt x="89154" y="281304"/>
                  </a:lnTo>
                  <a:lnTo>
                    <a:pt x="118237" y="281304"/>
                  </a:lnTo>
                  <a:lnTo>
                    <a:pt x="118237" y="280796"/>
                  </a:lnTo>
                  <a:close/>
                </a:path>
                <a:path w="404495" h="308609">
                  <a:moveTo>
                    <a:pt x="264922" y="280288"/>
                  </a:moveTo>
                  <a:lnTo>
                    <a:pt x="264922" y="281304"/>
                  </a:lnTo>
                  <a:lnTo>
                    <a:pt x="295021" y="281304"/>
                  </a:lnTo>
                  <a:lnTo>
                    <a:pt x="294513" y="280796"/>
                  </a:lnTo>
                  <a:lnTo>
                    <a:pt x="293370" y="280796"/>
                  </a:lnTo>
                  <a:lnTo>
                    <a:pt x="264922" y="280288"/>
                  </a:lnTo>
                  <a:close/>
                </a:path>
                <a:path w="404495" h="308609">
                  <a:moveTo>
                    <a:pt x="326651" y="27177"/>
                  </a:moveTo>
                  <a:lnTo>
                    <a:pt x="256540" y="27177"/>
                  </a:lnTo>
                  <a:lnTo>
                    <a:pt x="287220" y="33220"/>
                  </a:lnTo>
                  <a:lnTo>
                    <a:pt x="312245" y="49704"/>
                  </a:lnTo>
                  <a:lnTo>
                    <a:pt x="329102" y="74166"/>
                  </a:lnTo>
                  <a:lnTo>
                    <a:pt x="335280" y="104139"/>
                  </a:lnTo>
                  <a:lnTo>
                    <a:pt x="335280" y="106298"/>
                  </a:lnTo>
                  <a:lnTo>
                    <a:pt x="334645" y="108457"/>
                  </a:lnTo>
                  <a:lnTo>
                    <a:pt x="334645" y="110616"/>
                  </a:lnTo>
                  <a:lnTo>
                    <a:pt x="333502" y="125348"/>
                  </a:lnTo>
                  <a:lnTo>
                    <a:pt x="344678" y="134619"/>
                  </a:lnTo>
                  <a:lnTo>
                    <a:pt x="357695" y="147224"/>
                  </a:lnTo>
                  <a:lnTo>
                    <a:pt x="367760" y="162591"/>
                  </a:lnTo>
                  <a:lnTo>
                    <a:pt x="374253" y="180197"/>
                  </a:lnTo>
                  <a:lnTo>
                    <a:pt x="376555" y="199516"/>
                  </a:lnTo>
                  <a:lnTo>
                    <a:pt x="370119" y="231638"/>
                  </a:lnTo>
                  <a:lnTo>
                    <a:pt x="352694" y="257603"/>
                  </a:lnTo>
                  <a:lnTo>
                    <a:pt x="327102" y="274972"/>
                  </a:lnTo>
                  <a:lnTo>
                    <a:pt x="296164" y="281304"/>
                  </a:lnTo>
                  <a:lnTo>
                    <a:pt x="365148" y="281304"/>
                  </a:lnTo>
                  <a:lnTo>
                    <a:pt x="373697" y="275288"/>
                  </a:lnTo>
                  <a:lnTo>
                    <a:pt x="396140" y="241111"/>
                  </a:lnTo>
                  <a:lnTo>
                    <a:pt x="404368" y="199516"/>
                  </a:lnTo>
                  <a:lnTo>
                    <a:pt x="401461" y="174605"/>
                  </a:lnTo>
                  <a:lnTo>
                    <a:pt x="401375" y="173864"/>
                  </a:lnTo>
                  <a:lnTo>
                    <a:pt x="392906" y="150510"/>
                  </a:lnTo>
                  <a:lnTo>
                    <a:pt x="379722" y="130133"/>
                  </a:lnTo>
                  <a:lnTo>
                    <a:pt x="362585" y="113410"/>
                  </a:lnTo>
                  <a:lnTo>
                    <a:pt x="362585" y="110108"/>
                  </a:lnTo>
                  <a:lnTo>
                    <a:pt x="363093" y="107441"/>
                  </a:lnTo>
                  <a:lnTo>
                    <a:pt x="363093" y="104139"/>
                  </a:lnTo>
                  <a:lnTo>
                    <a:pt x="354695" y="63704"/>
                  </a:lnTo>
                  <a:lnTo>
                    <a:pt x="331819" y="30591"/>
                  </a:lnTo>
                  <a:lnTo>
                    <a:pt x="326651" y="27177"/>
                  </a:lnTo>
                  <a:close/>
                </a:path>
                <a:path w="404495" h="308609">
                  <a:moveTo>
                    <a:pt x="190951" y="61086"/>
                  </a:moveTo>
                  <a:lnTo>
                    <a:pt x="156718" y="61086"/>
                  </a:lnTo>
                  <a:lnTo>
                    <a:pt x="162814" y="61594"/>
                  </a:lnTo>
                  <a:lnTo>
                    <a:pt x="168402" y="63245"/>
                  </a:lnTo>
                  <a:lnTo>
                    <a:pt x="185166" y="67563"/>
                  </a:lnTo>
                  <a:lnTo>
                    <a:pt x="190837" y="61213"/>
                  </a:lnTo>
                  <a:lnTo>
                    <a:pt x="190951" y="61086"/>
                  </a:lnTo>
                  <a:close/>
                </a:path>
                <a:path w="404495" h="308609">
                  <a:moveTo>
                    <a:pt x="256540" y="0"/>
                  </a:moveTo>
                  <a:lnTo>
                    <a:pt x="233041" y="2633"/>
                  </a:lnTo>
                  <a:lnTo>
                    <a:pt x="211327" y="10112"/>
                  </a:lnTo>
                  <a:lnTo>
                    <a:pt x="191996" y="21806"/>
                  </a:lnTo>
                  <a:lnTo>
                    <a:pt x="175641" y="37083"/>
                  </a:lnTo>
                  <a:lnTo>
                    <a:pt x="219169" y="37083"/>
                  </a:lnTo>
                  <a:lnTo>
                    <a:pt x="222939" y="34797"/>
                  </a:lnTo>
                  <a:lnTo>
                    <a:pt x="222802" y="34797"/>
                  </a:lnTo>
                  <a:lnTo>
                    <a:pt x="239123" y="29140"/>
                  </a:lnTo>
                  <a:lnTo>
                    <a:pt x="256540" y="27177"/>
                  </a:lnTo>
                  <a:lnTo>
                    <a:pt x="326651" y="27177"/>
                  </a:lnTo>
                  <a:lnTo>
                    <a:pt x="297942" y="8217"/>
                  </a:lnTo>
                  <a:lnTo>
                    <a:pt x="256540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579" y="7066153"/>
              <a:ext cx="209169" cy="163576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27695" y="6656188"/>
              <a:ext cx="237096" cy="40902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8234934" y="6538341"/>
              <a:ext cx="400685" cy="309245"/>
            </a:xfrm>
            <a:custGeom>
              <a:avLst/>
              <a:gdLst/>
              <a:ahLst/>
              <a:cxnLst/>
              <a:rect l="l" t="t" r="r" b="b"/>
              <a:pathLst>
                <a:path w="400684" h="309245">
                  <a:moveTo>
                    <a:pt x="159004" y="33909"/>
                  </a:moveTo>
                  <a:lnTo>
                    <a:pt x="150622" y="33909"/>
                  </a:lnTo>
                  <a:lnTo>
                    <a:pt x="113224" y="41267"/>
                  </a:lnTo>
                  <a:lnTo>
                    <a:pt x="82708" y="61341"/>
                  </a:lnTo>
                  <a:lnTo>
                    <a:pt x="62146" y="91130"/>
                  </a:lnTo>
                  <a:lnTo>
                    <a:pt x="54610" y="127635"/>
                  </a:lnTo>
                  <a:lnTo>
                    <a:pt x="54684" y="136906"/>
                  </a:lnTo>
                  <a:lnTo>
                    <a:pt x="55245" y="140716"/>
                  </a:lnTo>
                  <a:lnTo>
                    <a:pt x="32950" y="153497"/>
                  </a:lnTo>
                  <a:lnTo>
                    <a:pt x="15478" y="172100"/>
                  </a:lnTo>
                  <a:lnTo>
                    <a:pt x="4077" y="195204"/>
                  </a:lnTo>
                  <a:lnTo>
                    <a:pt x="0" y="221488"/>
                  </a:lnTo>
                  <a:lnTo>
                    <a:pt x="6486" y="254204"/>
                  </a:lnTo>
                  <a:lnTo>
                    <a:pt x="24272" y="281193"/>
                  </a:lnTo>
                  <a:lnTo>
                    <a:pt x="50845" y="300015"/>
                  </a:lnTo>
                  <a:lnTo>
                    <a:pt x="83693" y="308229"/>
                  </a:lnTo>
                  <a:lnTo>
                    <a:pt x="83693" y="308737"/>
                  </a:lnTo>
                  <a:lnTo>
                    <a:pt x="313436" y="308737"/>
                  </a:lnTo>
                  <a:lnTo>
                    <a:pt x="313436" y="304419"/>
                  </a:lnTo>
                  <a:lnTo>
                    <a:pt x="347783" y="293731"/>
                  </a:lnTo>
                  <a:lnTo>
                    <a:pt x="363757" y="281432"/>
                  </a:lnTo>
                  <a:lnTo>
                    <a:pt x="86995" y="281432"/>
                  </a:lnTo>
                  <a:lnTo>
                    <a:pt x="84709" y="280924"/>
                  </a:lnTo>
                  <a:lnTo>
                    <a:pt x="62424" y="275387"/>
                  </a:lnTo>
                  <a:lnTo>
                    <a:pt x="44354" y="262445"/>
                  </a:lnTo>
                  <a:lnTo>
                    <a:pt x="32238" y="243883"/>
                  </a:lnTo>
                  <a:lnTo>
                    <a:pt x="27813" y="221488"/>
                  </a:lnTo>
                  <a:lnTo>
                    <a:pt x="30603" y="203420"/>
                  </a:lnTo>
                  <a:lnTo>
                    <a:pt x="38417" y="187531"/>
                  </a:lnTo>
                  <a:lnTo>
                    <a:pt x="50422" y="174714"/>
                  </a:lnTo>
                  <a:lnTo>
                    <a:pt x="65786" y="165862"/>
                  </a:lnTo>
                  <a:lnTo>
                    <a:pt x="85851" y="157607"/>
                  </a:lnTo>
                  <a:lnTo>
                    <a:pt x="83058" y="136906"/>
                  </a:lnTo>
                  <a:lnTo>
                    <a:pt x="82550" y="133731"/>
                  </a:lnTo>
                  <a:lnTo>
                    <a:pt x="82550" y="127635"/>
                  </a:lnTo>
                  <a:lnTo>
                    <a:pt x="87846" y="101592"/>
                  </a:lnTo>
                  <a:lnTo>
                    <a:pt x="102346" y="80454"/>
                  </a:lnTo>
                  <a:lnTo>
                    <a:pt x="123965" y="66270"/>
                  </a:lnTo>
                  <a:lnTo>
                    <a:pt x="150622" y="61087"/>
                  </a:lnTo>
                  <a:lnTo>
                    <a:pt x="191064" y="61087"/>
                  </a:lnTo>
                  <a:lnTo>
                    <a:pt x="196850" y="54610"/>
                  </a:lnTo>
                  <a:lnTo>
                    <a:pt x="208980" y="43432"/>
                  </a:lnTo>
                  <a:lnTo>
                    <a:pt x="219467" y="37084"/>
                  </a:lnTo>
                  <a:lnTo>
                    <a:pt x="175641" y="37084"/>
                  </a:lnTo>
                  <a:lnTo>
                    <a:pt x="167386" y="34925"/>
                  </a:lnTo>
                  <a:lnTo>
                    <a:pt x="159004" y="33909"/>
                  </a:lnTo>
                  <a:close/>
                </a:path>
                <a:path w="400684" h="309245">
                  <a:moveTo>
                    <a:pt x="326757" y="27305"/>
                  </a:moveTo>
                  <a:lnTo>
                    <a:pt x="256540" y="27305"/>
                  </a:lnTo>
                  <a:lnTo>
                    <a:pt x="287220" y="33347"/>
                  </a:lnTo>
                  <a:lnTo>
                    <a:pt x="312245" y="49831"/>
                  </a:lnTo>
                  <a:lnTo>
                    <a:pt x="329102" y="74293"/>
                  </a:lnTo>
                  <a:lnTo>
                    <a:pt x="335280" y="104267"/>
                  </a:lnTo>
                  <a:lnTo>
                    <a:pt x="335280" y="110744"/>
                  </a:lnTo>
                  <a:lnTo>
                    <a:pt x="334137" y="116713"/>
                  </a:lnTo>
                  <a:lnTo>
                    <a:pt x="332486" y="122809"/>
                  </a:lnTo>
                  <a:lnTo>
                    <a:pt x="328041" y="140716"/>
                  </a:lnTo>
                  <a:lnTo>
                    <a:pt x="364728" y="175799"/>
                  </a:lnTo>
                  <a:lnTo>
                    <a:pt x="372618" y="207899"/>
                  </a:lnTo>
                  <a:lnTo>
                    <a:pt x="367801" y="233340"/>
                  </a:lnTo>
                  <a:lnTo>
                    <a:pt x="354568" y="254555"/>
                  </a:lnTo>
                  <a:lnTo>
                    <a:pt x="334738" y="269746"/>
                  </a:lnTo>
                  <a:lnTo>
                    <a:pt x="310134" y="277114"/>
                  </a:lnTo>
                  <a:lnTo>
                    <a:pt x="285623" y="280416"/>
                  </a:lnTo>
                  <a:lnTo>
                    <a:pt x="285623" y="281432"/>
                  </a:lnTo>
                  <a:lnTo>
                    <a:pt x="363757" y="281432"/>
                  </a:lnTo>
                  <a:lnTo>
                    <a:pt x="375427" y="272446"/>
                  </a:lnTo>
                  <a:lnTo>
                    <a:pt x="393856" y="243018"/>
                  </a:lnTo>
                  <a:lnTo>
                    <a:pt x="400558" y="207899"/>
                  </a:lnTo>
                  <a:lnTo>
                    <a:pt x="397635" y="184471"/>
                  </a:lnTo>
                  <a:lnTo>
                    <a:pt x="389366" y="163068"/>
                  </a:lnTo>
                  <a:lnTo>
                    <a:pt x="376501" y="144426"/>
                  </a:lnTo>
                  <a:lnTo>
                    <a:pt x="359791" y="129286"/>
                  </a:lnTo>
                  <a:lnTo>
                    <a:pt x="362076" y="121158"/>
                  </a:lnTo>
                  <a:lnTo>
                    <a:pt x="363093" y="112903"/>
                  </a:lnTo>
                  <a:lnTo>
                    <a:pt x="363093" y="104267"/>
                  </a:lnTo>
                  <a:lnTo>
                    <a:pt x="354695" y="63811"/>
                  </a:lnTo>
                  <a:lnTo>
                    <a:pt x="331819" y="30654"/>
                  </a:lnTo>
                  <a:lnTo>
                    <a:pt x="326757" y="27305"/>
                  </a:lnTo>
                  <a:close/>
                </a:path>
                <a:path w="400684" h="309245">
                  <a:moveTo>
                    <a:pt x="191064" y="61087"/>
                  </a:moveTo>
                  <a:lnTo>
                    <a:pt x="156718" y="61087"/>
                  </a:lnTo>
                  <a:lnTo>
                    <a:pt x="162814" y="61722"/>
                  </a:lnTo>
                  <a:lnTo>
                    <a:pt x="168401" y="63373"/>
                  </a:lnTo>
                  <a:lnTo>
                    <a:pt x="185166" y="67691"/>
                  </a:lnTo>
                  <a:lnTo>
                    <a:pt x="191064" y="61087"/>
                  </a:lnTo>
                  <a:close/>
                </a:path>
                <a:path w="400684" h="309245">
                  <a:moveTo>
                    <a:pt x="256540" y="0"/>
                  </a:moveTo>
                  <a:lnTo>
                    <a:pt x="233041" y="2651"/>
                  </a:lnTo>
                  <a:lnTo>
                    <a:pt x="211327" y="10160"/>
                  </a:lnTo>
                  <a:lnTo>
                    <a:pt x="191996" y="21859"/>
                  </a:lnTo>
                  <a:lnTo>
                    <a:pt x="175641" y="37084"/>
                  </a:lnTo>
                  <a:lnTo>
                    <a:pt x="219467" y="37084"/>
                  </a:lnTo>
                  <a:lnTo>
                    <a:pt x="223034" y="34925"/>
                  </a:lnTo>
                  <a:lnTo>
                    <a:pt x="222898" y="34925"/>
                  </a:lnTo>
                  <a:lnTo>
                    <a:pt x="239194" y="29267"/>
                  </a:lnTo>
                  <a:lnTo>
                    <a:pt x="256540" y="27305"/>
                  </a:lnTo>
                  <a:lnTo>
                    <a:pt x="326757" y="27305"/>
                  </a:lnTo>
                  <a:lnTo>
                    <a:pt x="297942" y="8237"/>
                  </a:lnTo>
                  <a:lnTo>
                    <a:pt x="256540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94954" y="6737985"/>
              <a:ext cx="230504" cy="95503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8381111" y="6724396"/>
              <a:ext cx="258445" cy="123189"/>
            </a:xfrm>
            <a:custGeom>
              <a:avLst/>
              <a:gdLst/>
              <a:ahLst/>
              <a:cxnLst/>
              <a:rect l="l" t="t" r="r" b="b"/>
              <a:pathLst>
                <a:path w="258445" h="123190">
                  <a:moveTo>
                    <a:pt x="209169" y="53467"/>
                  </a:moveTo>
                  <a:lnTo>
                    <a:pt x="203073" y="47371"/>
                  </a:lnTo>
                  <a:lnTo>
                    <a:pt x="145542" y="47371"/>
                  </a:lnTo>
                  <a:lnTo>
                    <a:pt x="139446" y="53467"/>
                  </a:lnTo>
                  <a:lnTo>
                    <a:pt x="139446" y="61087"/>
                  </a:lnTo>
                  <a:lnTo>
                    <a:pt x="139446" y="68707"/>
                  </a:lnTo>
                  <a:lnTo>
                    <a:pt x="145542" y="74676"/>
                  </a:lnTo>
                  <a:lnTo>
                    <a:pt x="203073" y="74676"/>
                  </a:lnTo>
                  <a:lnTo>
                    <a:pt x="209169" y="68707"/>
                  </a:lnTo>
                  <a:lnTo>
                    <a:pt x="209169" y="53467"/>
                  </a:lnTo>
                  <a:close/>
                </a:path>
                <a:path w="258445" h="123190">
                  <a:moveTo>
                    <a:pt x="258191" y="27305"/>
                  </a:moveTo>
                  <a:lnTo>
                    <a:pt x="255943" y="16560"/>
                  </a:lnTo>
                  <a:lnTo>
                    <a:pt x="249897" y="7899"/>
                  </a:lnTo>
                  <a:lnTo>
                    <a:pt x="241046" y="2108"/>
                  </a:lnTo>
                  <a:lnTo>
                    <a:pt x="230378" y="0"/>
                  </a:lnTo>
                  <a:lnTo>
                    <a:pt x="230378" y="27305"/>
                  </a:lnTo>
                  <a:lnTo>
                    <a:pt x="230378" y="95377"/>
                  </a:lnTo>
                  <a:lnTo>
                    <a:pt x="27813" y="95377"/>
                  </a:lnTo>
                  <a:lnTo>
                    <a:pt x="27813" y="27305"/>
                  </a:lnTo>
                  <a:lnTo>
                    <a:pt x="230378" y="27305"/>
                  </a:lnTo>
                  <a:lnTo>
                    <a:pt x="230378" y="0"/>
                  </a:lnTo>
                  <a:lnTo>
                    <a:pt x="27813" y="0"/>
                  </a:lnTo>
                  <a:lnTo>
                    <a:pt x="16865" y="2108"/>
                  </a:lnTo>
                  <a:lnTo>
                    <a:pt x="8039" y="7899"/>
                  </a:lnTo>
                  <a:lnTo>
                    <a:pt x="2146" y="16560"/>
                  </a:lnTo>
                  <a:lnTo>
                    <a:pt x="0" y="27305"/>
                  </a:lnTo>
                  <a:lnTo>
                    <a:pt x="0" y="95377"/>
                  </a:lnTo>
                  <a:lnTo>
                    <a:pt x="2146" y="105867"/>
                  </a:lnTo>
                  <a:lnTo>
                    <a:pt x="8039" y="114554"/>
                  </a:lnTo>
                  <a:lnTo>
                    <a:pt x="16865" y="120497"/>
                  </a:lnTo>
                  <a:lnTo>
                    <a:pt x="27813" y="122682"/>
                  </a:lnTo>
                  <a:lnTo>
                    <a:pt x="230378" y="122682"/>
                  </a:lnTo>
                  <a:lnTo>
                    <a:pt x="241046" y="120497"/>
                  </a:lnTo>
                  <a:lnTo>
                    <a:pt x="249897" y="114554"/>
                  </a:lnTo>
                  <a:lnTo>
                    <a:pt x="255943" y="105867"/>
                  </a:lnTo>
                  <a:lnTo>
                    <a:pt x="258191" y="95377"/>
                  </a:lnTo>
                  <a:lnTo>
                    <a:pt x="258191" y="2730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99139" y="6646925"/>
              <a:ext cx="411479" cy="411480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707368" y="6955200"/>
              <a:ext cx="94949" cy="94950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5996876" y="8210677"/>
              <a:ext cx="454025" cy="342900"/>
            </a:xfrm>
            <a:custGeom>
              <a:avLst/>
              <a:gdLst/>
              <a:ahLst/>
              <a:cxnLst/>
              <a:rect l="l" t="t" r="r" b="b"/>
              <a:pathLst>
                <a:path w="454025" h="342900">
                  <a:moveTo>
                    <a:pt x="123901" y="324231"/>
                  </a:moveTo>
                  <a:lnTo>
                    <a:pt x="121856" y="318643"/>
                  </a:lnTo>
                  <a:lnTo>
                    <a:pt x="31305" y="170561"/>
                  </a:lnTo>
                  <a:lnTo>
                    <a:pt x="121856" y="23114"/>
                  </a:lnTo>
                  <a:lnTo>
                    <a:pt x="123837" y="17411"/>
                  </a:lnTo>
                  <a:lnTo>
                    <a:pt x="123342" y="11671"/>
                  </a:lnTo>
                  <a:lnTo>
                    <a:pt x="120713" y="6388"/>
                  </a:lnTo>
                  <a:lnTo>
                    <a:pt x="116268" y="2032"/>
                  </a:lnTo>
                  <a:lnTo>
                    <a:pt x="113728" y="635"/>
                  </a:lnTo>
                  <a:lnTo>
                    <a:pt x="111315" y="0"/>
                  </a:lnTo>
                  <a:lnTo>
                    <a:pt x="108775" y="0"/>
                  </a:lnTo>
                  <a:lnTo>
                    <a:pt x="103314" y="0"/>
                  </a:lnTo>
                  <a:lnTo>
                    <a:pt x="4762" y="155067"/>
                  </a:lnTo>
                  <a:lnTo>
                    <a:pt x="0" y="171221"/>
                  </a:lnTo>
                  <a:lnTo>
                    <a:pt x="1181" y="179374"/>
                  </a:lnTo>
                  <a:lnTo>
                    <a:pt x="4762" y="187452"/>
                  </a:lnTo>
                  <a:lnTo>
                    <a:pt x="94678" y="334772"/>
                  </a:lnTo>
                  <a:lnTo>
                    <a:pt x="97853" y="340360"/>
                  </a:lnTo>
                  <a:lnTo>
                    <a:pt x="102298" y="342900"/>
                  </a:lnTo>
                  <a:lnTo>
                    <a:pt x="110426" y="342900"/>
                  </a:lnTo>
                  <a:lnTo>
                    <a:pt x="113728" y="341630"/>
                  </a:lnTo>
                  <a:lnTo>
                    <a:pt x="116268" y="339725"/>
                  </a:lnTo>
                  <a:lnTo>
                    <a:pt x="120916" y="335584"/>
                  </a:lnTo>
                  <a:lnTo>
                    <a:pt x="123532" y="330136"/>
                  </a:lnTo>
                  <a:lnTo>
                    <a:pt x="123901" y="324231"/>
                  </a:lnTo>
                  <a:close/>
                </a:path>
                <a:path w="454025" h="342900">
                  <a:moveTo>
                    <a:pt x="454025" y="172148"/>
                  </a:moveTo>
                  <a:lnTo>
                    <a:pt x="452831" y="164020"/>
                  </a:lnTo>
                  <a:lnTo>
                    <a:pt x="449262" y="156210"/>
                  </a:lnTo>
                  <a:lnTo>
                    <a:pt x="356425" y="3302"/>
                  </a:lnTo>
                  <a:lnTo>
                    <a:pt x="350964" y="508"/>
                  </a:lnTo>
                  <a:lnTo>
                    <a:pt x="345503" y="508"/>
                  </a:lnTo>
                  <a:lnTo>
                    <a:pt x="342836" y="508"/>
                  </a:lnTo>
                  <a:lnTo>
                    <a:pt x="330022" y="18224"/>
                  </a:lnTo>
                  <a:lnTo>
                    <a:pt x="332168" y="23749"/>
                  </a:lnTo>
                  <a:lnTo>
                    <a:pt x="422719" y="171831"/>
                  </a:lnTo>
                  <a:lnTo>
                    <a:pt x="332168" y="319278"/>
                  </a:lnTo>
                  <a:lnTo>
                    <a:pt x="330200" y="324777"/>
                  </a:lnTo>
                  <a:lnTo>
                    <a:pt x="330733" y="330542"/>
                  </a:lnTo>
                  <a:lnTo>
                    <a:pt x="333413" y="335953"/>
                  </a:lnTo>
                  <a:lnTo>
                    <a:pt x="337883" y="340360"/>
                  </a:lnTo>
                  <a:lnTo>
                    <a:pt x="340296" y="341630"/>
                  </a:lnTo>
                  <a:lnTo>
                    <a:pt x="342201" y="342900"/>
                  </a:lnTo>
                  <a:lnTo>
                    <a:pt x="350456" y="342900"/>
                  </a:lnTo>
                  <a:lnTo>
                    <a:pt x="356171" y="339725"/>
                  </a:lnTo>
                  <a:lnTo>
                    <a:pt x="359346" y="335407"/>
                  </a:lnTo>
                  <a:lnTo>
                    <a:pt x="449262" y="188087"/>
                  </a:lnTo>
                  <a:lnTo>
                    <a:pt x="452831" y="180289"/>
                  </a:lnTo>
                  <a:lnTo>
                    <a:pt x="454025" y="17214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36513" y="8258174"/>
              <a:ext cx="176022" cy="251841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364839" y="5327065"/>
              <a:ext cx="1230172" cy="1158951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6344138" y="5282184"/>
              <a:ext cx="1265555" cy="1265555"/>
            </a:xfrm>
            <a:custGeom>
              <a:avLst/>
              <a:gdLst/>
              <a:ahLst/>
              <a:cxnLst/>
              <a:rect l="l" t="t" r="r" b="b"/>
              <a:pathLst>
                <a:path w="1265555" h="1265554">
                  <a:moveTo>
                    <a:pt x="632586" y="0"/>
                  </a:moveTo>
                  <a:lnTo>
                    <a:pt x="697229" y="3175"/>
                  </a:lnTo>
                  <a:lnTo>
                    <a:pt x="760094" y="12826"/>
                  </a:lnTo>
                  <a:lnTo>
                    <a:pt x="820673" y="28448"/>
                  </a:lnTo>
                  <a:lnTo>
                    <a:pt x="878840" y="49656"/>
                  </a:lnTo>
                  <a:lnTo>
                    <a:pt x="934211" y="76326"/>
                  </a:lnTo>
                  <a:lnTo>
                    <a:pt x="986281" y="108076"/>
                  </a:lnTo>
                  <a:lnTo>
                    <a:pt x="1035050" y="144399"/>
                  </a:lnTo>
                  <a:lnTo>
                    <a:pt x="1079880" y="185292"/>
                  </a:lnTo>
                  <a:lnTo>
                    <a:pt x="1120775" y="230124"/>
                  </a:lnTo>
                  <a:lnTo>
                    <a:pt x="1157223" y="278891"/>
                  </a:lnTo>
                  <a:lnTo>
                    <a:pt x="1188846" y="331088"/>
                  </a:lnTo>
                  <a:lnTo>
                    <a:pt x="1215517" y="386333"/>
                  </a:lnTo>
                  <a:lnTo>
                    <a:pt x="1236725" y="444500"/>
                  </a:lnTo>
                  <a:lnTo>
                    <a:pt x="1252346" y="505078"/>
                  </a:lnTo>
                  <a:lnTo>
                    <a:pt x="1261998" y="567943"/>
                  </a:lnTo>
                  <a:lnTo>
                    <a:pt x="1265173" y="632587"/>
                  </a:lnTo>
                  <a:lnTo>
                    <a:pt x="1261998" y="697229"/>
                  </a:lnTo>
                  <a:lnTo>
                    <a:pt x="1252346" y="760094"/>
                  </a:lnTo>
                  <a:lnTo>
                    <a:pt x="1236725" y="820674"/>
                  </a:lnTo>
                  <a:lnTo>
                    <a:pt x="1215517" y="878839"/>
                  </a:lnTo>
                  <a:lnTo>
                    <a:pt x="1188846" y="934085"/>
                  </a:lnTo>
                  <a:lnTo>
                    <a:pt x="1157223" y="986281"/>
                  </a:lnTo>
                  <a:lnTo>
                    <a:pt x="1120775" y="1034923"/>
                  </a:lnTo>
                  <a:lnTo>
                    <a:pt x="1079880" y="1079880"/>
                  </a:lnTo>
                  <a:lnTo>
                    <a:pt x="1035050" y="1120775"/>
                  </a:lnTo>
                  <a:lnTo>
                    <a:pt x="986281" y="1157096"/>
                  </a:lnTo>
                  <a:lnTo>
                    <a:pt x="934211" y="1188846"/>
                  </a:lnTo>
                  <a:lnTo>
                    <a:pt x="878840" y="1215516"/>
                  </a:lnTo>
                  <a:lnTo>
                    <a:pt x="820673" y="1236726"/>
                  </a:lnTo>
                  <a:lnTo>
                    <a:pt x="760094" y="1252346"/>
                  </a:lnTo>
                  <a:lnTo>
                    <a:pt x="697229" y="1261871"/>
                  </a:lnTo>
                  <a:lnTo>
                    <a:pt x="632586" y="1265174"/>
                  </a:lnTo>
                  <a:lnTo>
                    <a:pt x="567944" y="1261871"/>
                  </a:lnTo>
                  <a:lnTo>
                    <a:pt x="505078" y="1252346"/>
                  </a:lnTo>
                  <a:lnTo>
                    <a:pt x="444500" y="1236726"/>
                  </a:lnTo>
                  <a:lnTo>
                    <a:pt x="386333" y="1215516"/>
                  </a:lnTo>
                  <a:lnTo>
                    <a:pt x="331088" y="1188846"/>
                  </a:lnTo>
                  <a:lnTo>
                    <a:pt x="278892" y="1157096"/>
                  </a:lnTo>
                  <a:lnTo>
                    <a:pt x="230250" y="1120775"/>
                  </a:lnTo>
                  <a:lnTo>
                    <a:pt x="185292" y="1079880"/>
                  </a:lnTo>
                  <a:lnTo>
                    <a:pt x="144525" y="1034923"/>
                  </a:lnTo>
                  <a:lnTo>
                    <a:pt x="108076" y="986281"/>
                  </a:lnTo>
                  <a:lnTo>
                    <a:pt x="76326" y="934085"/>
                  </a:lnTo>
                  <a:lnTo>
                    <a:pt x="49783" y="878839"/>
                  </a:lnTo>
                  <a:lnTo>
                    <a:pt x="28448" y="820674"/>
                  </a:lnTo>
                  <a:lnTo>
                    <a:pt x="12826" y="760094"/>
                  </a:lnTo>
                  <a:lnTo>
                    <a:pt x="3301" y="697229"/>
                  </a:lnTo>
                  <a:lnTo>
                    <a:pt x="0" y="632587"/>
                  </a:lnTo>
                  <a:lnTo>
                    <a:pt x="3301" y="567943"/>
                  </a:lnTo>
                  <a:lnTo>
                    <a:pt x="12826" y="505078"/>
                  </a:lnTo>
                  <a:lnTo>
                    <a:pt x="28448" y="444500"/>
                  </a:lnTo>
                  <a:lnTo>
                    <a:pt x="49783" y="386333"/>
                  </a:lnTo>
                  <a:lnTo>
                    <a:pt x="76326" y="331088"/>
                  </a:lnTo>
                  <a:lnTo>
                    <a:pt x="108076" y="278891"/>
                  </a:lnTo>
                  <a:lnTo>
                    <a:pt x="144525" y="230124"/>
                  </a:lnTo>
                  <a:lnTo>
                    <a:pt x="185292" y="185292"/>
                  </a:lnTo>
                  <a:lnTo>
                    <a:pt x="230250" y="144399"/>
                  </a:lnTo>
                  <a:lnTo>
                    <a:pt x="278892" y="108076"/>
                  </a:lnTo>
                  <a:lnTo>
                    <a:pt x="331088" y="76326"/>
                  </a:lnTo>
                  <a:lnTo>
                    <a:pt x="386333" y="49656"/>
                  </a:lnTo>
                  <a:lnTo>
                    <a:pt x="444500" y="28448"/>
                  </a:lnTo>
                  <a:lnTo>
                    <a:pt x="505078" y="12826"/>
                  </a:lnTo>
                  <a:lnTo>
                    <a:pt x="567944" y="3175"/>
                  </a:lnTo>
                  <a:lnTo>
                    <a:pt x="632586" y="0"/>
                  </a:lnTo>
                  <a:close/>
                </a:path>
              </a:pathLst>
            </a:custGeom>
            <a:ln w="28574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603357" y="1196365"/>
              <a:ext cx="1189608" cy="1199997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10542016" y="1145540"/>
              <a:ext cx="1265555" cy="1265555"/>
            </a:xfrm>
            <a:custGeom>
              <a:avLst/>
              <a:gdLst/>
              <a:ahLst/>
              <a:cxnLst/>
              <a:rect l="l" t="t" r="r" b="b"/>
              <a:pathLst>
                <a:path w="1265554" h="1265555">
                  <a:moveTo>
                    <a:pt x="632713" y="0"/>
                  </a:moveTo>
                  <a:lnTo>
                    <a:pt x="697356" y="3301"/>
                  </a:lnTo>
                  <a:lnTo>
                    <a:pt x="760094" y="12826"/>
                  </a:lnTo>
                  <a:lnTo>
                    <a:pt x="820801" y="28448"/>
                  </a:lnTo>
                  <a:lnTo>
                    <a:pt x="878839" y="49656"/>
                  </a:lnTo>
                  <a:lnTo>
                    <a:pt x="934211" y="76326"/>
                  </a:lnTo>
                  <a:lnTo>
                    <a:pt x="986408" y="108076"/>
                  </a:lnTo>
                  <a:lnTo>
                    <a:pt x="1035050" y="144399"/>
                  </a:lnTo>
                  <a:lnTo>
                    <a:pt x="1080007" y="185292"/>
                  </a:lnTo>
                  <a:lnTo>
                    <a:pt x="1120775" y="230124"/>
                  </a:lnTo>
                  <a:lnTo>
                    <a:pt x="1157224" y="278891"/>
                  </a:lnTo>
                  <a:lnTo>
                    <a:pt x="1188847" y="331088"/>
                  </a:lnTo>
                  <a:lnTo>
                    <a:pt x="1215516" y="386333"/>
                  </a:lnTo>
                  <a:lnTo>
                    <a:pt x="1236852" y="444500"/>
                  </a:lnTo>
                  <a:lnTo>
                    <a:pt x="1252474" y="505078"/>
                  </a:lnTo>
                  <a:lnTo>
                    <a:pt x="1261999" y="567943"/>
                  </a:lnTo>
                  <a:lnTo>
                    <a:pt x="1265301" y="632586"/>
                  </a:lnTo>
                  <a:lnTo>
                    <a:pt x="1261999" y="697229"/>
                  </a:lnTo>
                  <a:lnTo>
                    <a:pt x="1252474" y="760094"/>
                  </a:lnTo>
                  <a:lnTo>
                    <a:pt x="1236852" y="820674"/>
                  </a:lnTo>
                  <a:lnTo>
                    <a:pt x="1215516" y="878839"/>
                  </a:lnTo>
                  <a:lnTo>
                    <a:pt x="1188847" y="934084"/>
                  </a:lnTo>
                  <a:lnTo>
                    <a:pt x="1157224" y="986281"/>
                  </a:lnTo>
                  <a:lnTo>
                    <a:pt x="1120775" y="1034923"/>
                  </a:lnTo>
                  <a:lnTo>
                    <a:pt x="1080007" y="1079880"/>
                  </a:lnTo>
                  <a:lnTo>
                    <a:pt x="1035050" y="1120775"/>
                  </a:lnTo>
                  <a:lnTo>
                    <a:pt x="986408" y="1157096"/>
                  </a:lnTo>
                  <a:lnTo>
                    <a:pt x="934211" y="1188846"/>
                  </a:lnTo>
                  <a:lnTo>
                    <a:pt x="878839" y="1215516"/>
                  </a:lnTo>
                  <a:lnTo>
                    <a:pt x="820801" y="1236726"/>
                  </a:lnTo>
                  <a:lnTo>
                    <a:pt x="760094" y="1252346"/>
                  </a:lnTo>
                  <a:lnTo>
                    <a:pt x="697356" y="1261871"/>
                  </a:lnTo>
                  <a:lnTo>
                    <a:pt x="632713" y="1265174"/>
                  </a:lnTo>
                  <a:lnTo>
                    <a:pt x="567943" y="1261871"/>
                  </a:lnTo>
                  <a:lnTo>
                    <a:pt x="505205" y="1252346"/>
                  </a:lnTo>
                  <a:lnTo>
                    <a:pt x="444500" y="1236726"/>
                  </a:lnTo>
                  <a:lnTo>
                    <a:pt x="386460" y="1215516"/>
                  </a:lnTo>
                  <a:lnTo>
                    <a:pt x="331088" y="1188846"/>
                  </a:lnTo>
                  <a:lnTo>
                    <a:pt x="279018" y="1157096"/>
                  </a:lnTo>
                  <a:lnTo>
                    <a:pt x="230250" y="1120775"/>
                  </a:lnTo>
                  <a:lnTo>
                    <a:pt x="185292" y="1079880"/>
                  </a:lnTo>
                  <a:lnTo>
                    <a:pt x="144525" y="1034923"/>
                  </a:lnTo>
                  <a:lnTo>
                    <a:pt x="108076" y="986281"/>
                  </a:lnTo>
                  <a:lnTo>
                    <a:pt x="76453" y="934084"/>
                  </a:lnTo>
                  <a:lnTo>
                    <a:pt x="49783" y="878839"/>
                  </a:lnTo>
                  <a:lnTo>
                    <a:pt x="28448" y="820674"/>
                  </a:lnTo>
                  <a:lnTo>
                    <a:pt x="12953" y="760094"/>
                  </a:lnTo>
                  <a:lnTo>
                    <a:pt x="3301" y="697229"/>
                  </a:lnTo>
                  <a:lnTo>
                    <a:pt x="0" y="632586"/>
                  </a:lnTo>
                  <a:lnTo>
                    <a:pt x="3301" y="567943"/>
                  </a:lnTo>
                  <a:lnTo>
                    <a:pt x="12953" y="505078"/>
                  </a:lnTo>
                  <a:lnTo>
                    <a:pt x="28448" y="444500"/>
                  </a:lnTo>
                  <a:lnTo>
                    <a:pt x="49783" y="386333"/>
                  </a:lnTo>
                  <a:lnTo>
                    <a:pt x="76453" y="331088"/>
                  </a:lnTo>
                  <a:lnTo>
                    <a:pt x="108076" y="278891"/>
                  </a:lnTo>
                  <a:lnTo>
                    <a:pt x="144525" y="230124"/>
                  </a:lnTo>
                  <a:lnTo>
                    <a:pt x="185292" y="185292"/>
                  </a:lnTo>
                  <a:lnTo>
                    <a:pt x="230250" y="144399"/>
                  </a:lnTo>
                  <a:lnTo>
                    <a:pt x="279018" y="108076"/>
                  </a:lnTo>
                  <a:lnTo>
                    <a:pt x="331088" y="76326"/>
                  </a:lnTo>
                  <a:lnTo>
                    <a:pt x="386460" y="49656"/>
                  </a:lnTo>
                  <a:lnTo>
                    <a:pt x="444500" y="28448"/>
                  </a:lnTo>
                  <a:lnTo>
                    <a:pt x="505205" y="12826"/>
                  </a:lnTo>
                  <a:lnTo>
                    <a:pt x="567943" y="3301"/>
                  </a:lnTo>
                  <a:lnTo>
                    <a:pt x="632713" y="0"/>
                  </a:lnTo>
                  <a:close/>
                </a:path>
              </a:pathLst>
            </a:custGeom>
            <a:ln w="28575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94378" y="1249260"/>
              <a:ext cx="1222997" cy="1003719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4280027" y="1149858"/>
              <a:ext cx="1268730" cy="1268730"/>
            </a:xfrm>
            <a:custGeom>
              <a:avLst/>
              <a:gdLst/>
              <a:ahLst/>
              <a:cxnLst/>
              <a:rect l="l" t="t" r="r" b="b"/>
              <a:pathLst>
                <a:path w="1268729" h="1268730">
                  <a:moveTo>
                    <a:pt x="634111" y="0"/>
                  </a:moveTo>
                  <a:lnTo>
                    <a:pt x="698881" y="3301"/>
                  </a:lnTo>
                  <a:lnTo>
                    <a:pt x="761873" y="12826"/>
                  </a:lnTo>
                  <a:lnTo>
                    <a:pt x="822706" y="28448"/>
                  </a:lnTo>
                  <a:lnTo>
                    <a:pt x="880999" y="49784"/>
                  </a:lnTo>
                  <a:lnTo>
                    <a:pt x="936371" y="76581"/>
                  </a:lnTo>
                  <a:lnTo>
                    <a:pt x="988695" y="108331"/>
                  </a:lnTo>
                  <a:lnTo>
                    <a:pt x="1037463" y="144780"/>
                  </a:lnTo>
                  <a:lnTo>
                    <a:pt x="1082548" y="185674"/>
                  </a:lnTo>
                  <a:lnTo>
                    <a:pt x="1123442" y="230759"/>
                  </a:lnTo>
                  <a:lnTo>
                    <a:pt x="1159890" y="279526"/>
                  </a:lnTo>
                  <a:lnTo>
                    <a:pt x="1191640" y="331850"/>
                  </a:lnTo>
                  <a:lnTo>
                    <a:pt x="1218438" y="387223"/>
                  </a:lnTo>
                  <a:lnTo>
                    <a:pt x="1239774" y="445516"/>
                  </a:lnTo>
                  <a:lnTo>
                    <a:pt x="1255395" y="506349"/>
                  </a:lnTo>
                  <a:lnTo>
                    <a:pt x="1264920" y="569214"/>
                  </a:lnTo>
                  <a:lnTo>
                    <a:pt x="1268222" y="634111"/>
                  </a:lnTo>
                  <a:lnTo>
                    <a:pt x="1264920" y="698881"/>
                  </a:lnTo>
                  <a:lnTo>
                    <a:pt x="1255395" y="761873"/>
                  </a:lnTo>
                  <a:lnTo>
                    <a:pt x="1239774" y="822706"/>
                  </a:lnTo>
                  <a:lnTo>
                    <a:pt x="1218438" y="880872"/>
                  </a:lnTo>
                  <a:lnTo>
                    <a:pt x="1191640" y="936371"/>
                  </a:lnTo>
                  <a:lnTo>
                    <a:pt x="1159890" y="988695"/>
                  </a:lnTo>
                  <a:lnTo>
                    <a:pt x="1123442" y="1037463"/>
                  </a:lnTo>
                  <a:lnTo>
                    <a:pt x="1082548" y="1082421"/>
                  </a:lnTo>
                  <a:lnTo>
                    <a:pt x="1037463" y="1123442"/>
                  </a:lnTo>
                  <a:lnTo>
                    <a:pt x="988695" y="1159891"/>
                  </a:lnTo>
                  <a:lnTo>
                    <a:pt x="936371" y="1191641"/>
                  </a:lnTo>
                  <a:lnTo>
                    <a:pt x="880999" y="1218311"/>
                  </a:lnTo>
                  <a:lnTo>
                    <a:pt x="822706" y="1239647"/>
                  </a:lnTo>
                  <a:lnTo>
                    <a:pt x="761873" y="1255268"/>
                  </a:lnTo>
                  <a:lnTo>
                    <a:pt x="698881" y="1264920"/>
                  </a:lnTo>
                  <a:lnTo>
                    <a:pt x="634111" y="1268222"/>
                  </a:lnTo>
                  <a:lnTo>
                    <a:pt x="569340" y="1264920"/>
                  </a:lnTo>
                  <a:lnTo>
                    <a:pt x="506349" y="1255268"/>
                  </a:lnTo>
                  <a:lnTo>
                    <a:pt x="445515" y="1239647"/>
                  </a:lnTo>
                  <a:lnTo>
                    <a:pt x="387350" y="1218311"/>
                  </a:lnTo>
                  <a:lnTo>
                    <a:pt x="331850" y="1191641"/>
                  </a:lnTo>
                  <a:lnTo>
                    <a:pt x="279526" y="1159891"/>
                  </a:lnTo>
                  <a:lnTo>
                    <a:pt x="230759" y="1123442"/>
                  </a:lnTo>
                  <a:lnTo>
                    <a:pt x="185800" y="1082421"/>
                  </a:lnTo>
                  <a:lnTo>
                    <a:pt x="144780" y="1037463"/>
                  </a:lnTo>
                  <a:lnTo>
                    <a:pt x="108331" y="988695"/>
                  </a:lnTo>
                  <a:lnTo>
                    <a:pt x="76581" y="936371"/>
                  </a:lnTo>
                  <a:lnTo>
                    <a:pt x="49911" y="880872"/>
                  </a:lnTo>
                  <a:lnTo>
                    <a:pt x="28575" y="822706"/>
                  </a:lnTo>
                  <a:lnTo>
                    <a:pt x="12953" y="761873"/>
                  </a:lnTo>
                  <a:lnTo>
                    <a:pt x="3301" y="698881"/>
                  </a:lnTo>
                  <a:lnTo>
                    <a:pt x="0" y="634111"/>
                  </a:lnTo>
                  <a:lnTo>
                    <a:pt x="3301" y="569214"/>
                  </a:lnTo>
                  <a:lnTo>
                    <a:pt x="12953" y="506349"/>
                  </a:lnTo>
                  <a:lnTo>
                    <a:pt x="28575" y="445516"/>
                  </a:lnTo>
                  <a:lnTo>
                    <a:pt x="49911" y="387223"/>
                  </a:lnTo>
                  <a:lnTo>
                    <a:pt x="76581" y="331850"/>
                  </a:lnTo>
                  <a:lnTo>
                    <a:pt x="108331" y="279526"/>
                  </a:lnTo>
                  <a:lnTo>
                    <a:pt x="144780" y="230759"/>
                  </a:lnTo>
                  <a:lnTo>
                    <a:pt x="185800" y="185674"/>
                  </a:lnTo>
                  <a:lnTo>
                    <a:pt x="230759" y="144780"/>
                  </a:lnTo>
                  <a:lnTo>
                    <a:pt x="279526" y="108331"/>
                  </a:lnTo>
                  <a:lnTo>
                    <a:pt x="331850" y="76581"/>
                  </a:lnTo>
                  <a:lnTo>
                    <a:pt x="387350" y="49784"/>
                  </a:lnTo>
                  <a:lnTo>
                    <a:pt x="445515" y="28448"/>
                  </a:lnTo>
                  <a:lnTo>
                    <a:pt x="506349" y="12826"/>
                  </a:lnTo>
                  <a:lnTo>
                    <a:pt x="569340" y="3301"/>
                  </a:lnTo>
                  <a:lnTo>
                    <a:pt x="634111" y="0"/>
                  </a:lnTo>
                  <a:close/>
                </a:path>
              </a:pathLst>
            </a:custGeom>
            <a:ln w="28575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63212" y="5243067"/>
              <a:ext cx="1213967" cy="1141349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4326255" y="5228717"/>
              <a:ext cx="1265555" cy="1265555"/>
            </a:xfrm>
            <a:custGeom>
              <a:avLst/>
              <a:gdLst/>
              <a:ahLst/>
              <a:cxnLst/>
              <a:rect l="l" t="t" r="r" b="b"/>
              <a:pathLst>
                <a:path w="1265554" h="1265554">
                  <a:moveTo>
                    <a:pt x="632587" y="0"/>
                  </a:moveTo>
                  <a:lnTo>
                    <a:pt x="697357" y="3302"/>
                  </a:lnTo>
                  <a:lnTo>
                    <a:pt x="760095" y="12954"/>
                  </a:lnTo>
                  <a:lnTo>
                    <a:pt x="820801" y="28448"/>
                  </a:lnTo>
                  <a:lnTo>
                    <a:pt x="878840" y="49784"/>
                  </a:lnTo>
                  <a:lnTo>
                    <a:pt x="934212" y="76454"/>
                  </a:lnTo>
                  <a:lnTo>
                    <a:pt x="986282" y="108077"/>
                  </a:lnTo>
                  <a:lnTo>
                    <a:pt x="1035050" y="144525"/>
                  </a:lnTo>
                  <a:lnTo>
                    <a:pt x="1080008" y="185293"/>
                  </a:lnTo>
                  <a:lnTo>
                    <a:pt x="1120775" y="230250"/>
                  </a:lnTo>
                  <a:lnTo>
                    <a:pt x="1157224" y="278892"/>
                  </a:lnTo>
                  <a:lnTo>
                    <a:pt x="1188847" y="331088"/>
                  </a:lnTo>
                  <a:lnTo>
                    <a:pt x="1215517" y="386461"/>
                  </a:lnTo>
                  <a:lnTo>
                    <a:pt x="1236853" y="444500"/>
                  </a:lnTo>
                  <a:lnTo>
                    <a:pt x="1252347" y="505206"/>
                  </a:lnTo>
                  <a:lnTo>
                    <a:pt x="1261999" y="567944"/>
                  </a:lnTo>
                  <a:lnTo>
                    <a:pt x="1265301" y="632713"/>
                  </a:lnTo>
                  <a:lnTo>
                    <a:pt x="1261999" y="697357"/>
                  </a:lnTo>
                  <a:lnTo>
                    <a:pt x="1252347" y="760095"/>
                  </a:lnTo>
                  <a:lnTo>
                    <a:pt x="1236853" y="820801"/>
                  </a:lnTo>
                  <a:lnTo>
                    <a:pt x="1215517" y="878840"/>
                  </a:lnTo>
                  <a:lnTo>
                    <a:pt x="1188847" y="934212"/>
                  </a:lnTo>
                  <a:lnTo>
                    <a:pt x="1157224" y="986409"/>
                  </a:lnTo>
                  <a:lnTo>
                    <a:pt x="1120775" y="1035050"/>
                  </a:lnTo>
                  <a:lnTo>
                    <a:pt x="1080008" y="1080008"/>
                  </a:lnTo>
                  <a:lnTo>
                    <a:pt x="1035050" y="1120775"/>
                  </a:lnTo>
                  <a:lnTo>
                    <a:pt x="986282" y="1157224"/>
                  </a:lnTo>
                  <a:lnTo>
                    <a:pt x="934212" y="1188847"/>
                  </a:lnTo>
                  <a:lnTo>
                    <a:pt x="878840" y="1215517"/>
                  </a:lnTo>
                  <a:lnTo>
                    <a:pt x="820801" y="1236853"/>
                  </a:lnTo>
                  <a:lnTo>
                    <a:pt x="760095" y="1252347"/>
                  </a:lnTo>
                  <a:lnTo>
                    <a:pt x="697357" y="1261999"/>
                  </a:lnTo>
                  <a:lnTo>
                    <a:pt x="632587" y="1265301"/>
                  </a:lnTo>
                  <a:lnTo>
                    <a:pt x="567944" y="1261999"/>
                  </a:lnTo>
                  <a:lnTo>
                    <a:pt x="505206" y="1252347"/>
                  </a:lnTo>
                  <a:lnTo>
                    <a:pt x="444500" y="1236853"/>
                  </a:lnTo>
                  <a:lnTo>
                    <a:pt x="386461" y="1215517"/>
                  </a:lnTo>
                  <a:lnTo>
                    <a:pt x="331089" y="1188847"/>
                  </a:lnTo>
                  <a:lnTo>
                    <a:pt x="278892" y="1157224"/>
                  </a:lnTo>
                  <a:lnTo>
                    <a:pt x="230250" y="1120775"/>
                  </a:lnTo>
                  <a:lnTo>
                    <a:pt x="185293" y="1080008"/>
                  </a:lnTo>
                  <a:lnTo>
                    <a:pt x="144525" y="1035050"/>
                  </a:lnTo>
                  <a:lnTo>
                    <a:pt x="108077" y="986409"/>
                  </a:lnTo>
                  <a:lnTo>
                    <a:pt x="76454" y="934212"/>
                  </a:lnTo>
                  <a:lnTo>
                    <a:pt x="49784" y="878840"/>
                  </a:lnTo>
                  <a:lnTo>
                    <a:pt x="28448" y="820801"/>
                  </a:lnTo>
                  <a:lnTo>
                    <a:pt x="12827" y="760095"/>
                  </a:lnTo>
                  <a:lnTo>
                    <a:pt x="3302" y="697357"/>
                  </a:lnTo>
                  <a:lnTo>
                    <a:pt x="0" y="632713"/>
                  </a:lnTo>
                  <a:lnTo>
                    <a:pt x="3302" y="567944"/>
                  </a:lnTo>
                  <a:lnTo>
                    <a:pt x="12827" y="505206"/>
                  </a:lnTo>
                  <a:lnTo>
                    <a:pt x="28448" y="444500"/>
                  </a:lnTo>
                  <a:lnTo>
                    <a:pt x="49784" y="386461"/>
                  </a:lnTo>
                  <a:lnTo>
                    <a:pt x="76454" y="331088"/>
                  </a:lnTo>
                  <a:lnTo>
                    <a:pt x="108077" y="278892"/>
                  </a:lnTo>
                  <a:lnTo>
                    <a:pt x="144525" y="230250"/>
                  </a:lnTo>
                  <a:lnTo>
                    <a:pt x="185293" y="185293"/>
                  </a:lnTo>
                  <a:lnTo>
                    <a:pt x="230250" y="144525"/>
                  </a:lnTo>
                  <a:lnTo>
                    <a:pt x="278892" y="108077"/>
                  </a:lnTo>
                  <a:lnTo>
                    <a:pt x="331089" y="76454"/>
                  </a:lnTo>
                  <a:lnTo>
                    <a:pt x="386461" y="49784"/>
                  </a:lnTo>
                  <a:lnTo>
                    <a:pt x="444500" y="28448"/>
                  </a:lnTo>
                  <a:lnTo>
                    <a:pt x="505206" y="12954"/>
                  </a:lnTo>
                  <a:lnTo>
                    <a:pt x="567944" y="3302"/>
                  </a:lnTo>
                  <a:lnTo>
                    <a:pt x="632587" y="0"/>
                  </a:lnTo>
                  <a:close/>
                </a:path>
              </a:pathLst>
            </a:custGeom>
            <a:ln w="28575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16596" y="6321552"/>
              <a:ext cx="2589529" cy="2589530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8354822" y="6743827"/>
              <a:ext cx="1439545" cy="1438910"/>
            </a:xfrm>
            <a:custGeom>
              <a:avLst/>
              <a:gdLst/>
              <a:ahLst/>
              <a:cxnLst/>
              <a:rect l="l" t="t" r="r" b="b"/>
              <a:pathLst>
                <a:path w="1439545" h="1438909">
                  <a:moveTo>
                    <a:pt x="719454" y="0"/>
                  </a:moveTo>
                  <a:lnTo>
                    <a:pt x="672160" y="1530"/>
                  </a:lnTo>
                  <a:lnTo>
                    <a:pt x="625681" y="6057"/>
                  </a:lnTo>
                  <a:lnTo>
                    <a:pt x="580112" y="13487"/>
                  </a:lnTo>
                  <a:lnTo>
                    <a:pt x="535548" y="23724"/>
                  </a:lnTo>
                  <a:lnTo>
                    <a:pt x="492085" y="36674"/>
                  </a:lnTo>
                  <a:lnTo>
                    <a:pt x="449817" y="52242"/>
                  </a:lnTo>
                  <a:lnTo>
                    <a:pt x="408838" y="70334"/>
                  </a:lnTo>
                  <a:lnTo>
                    <a:pt x="369245" y="90854"/>
                  </a:lnTo>
                  <a:lnTo>
                    <a:pt x="331131" y="113708"/>
                  </a:lnTo>
                  <a:lnTo>
                    <a:pt x="294592" y="138801"/>
                  </a:lnTo>
                  <a:lnTo>
                    <a:pt x="259722" y="166039"/>
                  </a:lnTo>
                  <a:lnTo>
                    <a:pt x="226617" y="195326"/>
                  </a:lnTo>
                  <a:lnTo>
                    <a:pt x="195372" y="226568"/>
                  </a:lnTo>
                  <a:lnTo>
                    <a:pt x="166080" y="259670"/>
                  </a:lnTo>
                  <a:lnTo>
                    <a:pt x="138838" y="294537"/>
                  </a:lnTo>
                  <a:lnTo>
                    <a:pt x="113740" y="331075"/>
                  </a:lnTo>
                  <a:lnTo>
                    <a:pt x="90881" y="369188"/>
                  </a:lnTo>
                  <a:lnTo>
                    <a:pt x="70355" y="408783"/>
                  </a:lnTo>
                  <a:lnTo>
                    <a:pt x="52259" y="449764"/>
                  </a:lnTo>
                  <a:lnTo>
                    <a:pt x="36686" y="492036"/>
                  </a:lnTo>
                  <a:lnTo>
                    <a:pt x="23732" y="535505"/>
                  </a:lnTo>
                  <a:lnTo>
                    <a:pt x="13491" y="580076"/>
                  </a:lnTo>
                  <a:lnTo>
                    <a:pt x="6059" y="625655"/>
                  </a:lnTo>
                  <a:lnTo>
                    <a:pt x="1530" y="672146"/>
                  </a:lnTo>
                  <a:lnTo>
                    <a:pt x="0" y="719455"/>
                  </a:lnTo>
                  <a:lnTo>
                    <a:pt x="1530" y="766763"/>
                  </a:lnTo>
                  <a:lnTo>
                    <a:pt x="6059" y="813254"/>
                  </a:lnTo>
                  <a:lnTo>
                    <a:pt x="13491" y="858833"/>
                  </a:lnTo>
                  <a:lnTo>
                    <a:pt x="23732" y="903404"/>
                  </a:lnTo>
                  <a:lnTo>
                    <a:pt x="36686" y="946873"/>
                  </a:lnTo>
                  <a:lnTo>
                    <a:pt x="52259" y="989145"/>
                  </a:lnTo>
                  <a:lnTo>
                    <a:pt x="70355" y="1030126"/>
                  </a:lnTo>
                  <a:lnTo>
                    <a:pt x="90881" y="1069721"/>
                  </a:lnTo>
                  <a:lnTo>
                    <a:pt x="113740" y="1107834"/>
                  </a:lnTo>
                  <a:lnTo>
                    <a:pt x="138838" y="1144372"/>
                  </a:lnTo>
                  <a:lnTo>
                    <a:pt x="166080" y="1179239"/>
                  </a:lnTo>
                  <a:lnTo>
                    <a:pt x="195372" y="1212341"/>
                  </a:lnTo>
                  <a:lnTo>
                    <a:pt x="226617" y="1243583"/>
                  </a:lnTo>
                  <a:lnTo>
                    <a:pt x="259722" y="1272870"/>
                  </a:lnTo>
                  <a:lnTo>
                    <a:pt x="294592" y="1300108"/>
                  </a:lnTo>
                  <a:lnTo>
                    <a:pt x="331131" y="1325201"/>
                  </a:lnTo>
                  <a:lnTo>
                    <a:pt x="369245" y="1348055"/>
                  </a:lnTo>
                  <a:lnTo>
                    <a:pt x="408838" y="1368575"/>
                  </a:lnTo>
                  <a:lnTo>
                    <a:pt x="449817" y="1386667"/>
                  </a:lnTo>
                  <a:lnTo>
                    <a:pt x="492085" y="1402235"/>
                  </a:lnTo>
                  <a:lnTo>
                    <a:pt x="535548" y="1415185"/>
                  </a:lnTo>
                  <a:lnTo>
                    <a:pt x="580112" y="1425422"/>
                  </a:lnTo>
                  <a:lnTo>
                    <a:pt x="625681" y="1432852"/>
                  </a:lnTo>
                  <a:lnTo>
                    <a:pt x="672160" y="1437379"/>
                  </a:lnTo>
                  <a:lnTo>
                    <a:pt x="719454" y="1438910"/>
                  </a:lnTo>
                  <a:lnTo>
                    <a:pt x="766764" y="1437379"/>
                  </a:lnTo>
                  <a:lnTo>
                    <a:pt x="813256" y="1432852"/>
                  </a:lnTo>
                  <a:lnTo>
                    <a:pt x="858838" y="1425422"/>
                  </a:lnTo>
                  <a:lnTo>
                    <a:pt x="903412" y="1415185"/>
                  </a:lnTo>
                  <a:lnTo>
                    <a:pt x="946886" y="1402235"/>
                  </a:lnTo>
                  <a:lnTo>
                    <a:pt x="989164" y="1386667"/>
                  </a:lnTo>
                  <a:lnTo>
                    <a:pt x="1030150" y="1368575"/>
                  </a:lnTo>
                  <a:lnTo>
                    <a:pt x="1069751" y="1348055"/>
                  </a:lnTo>
                  <a:lnTo>
                    <a:pt x="1107872" y="1325201"/>
                  </a:lnTo>
                  <a:lnTo>
                    <a:pt x="1144417" y="1300108"/>
                  </a:lnTo>
                  <a:lnTo>
                    <a:pt x="1179291" y="1272870"/>
                  </a:lnTo>
                  <a:lnTo>
                    <a:pt x="1212401" y="1243583"/>
                  </a:lnTo>
                  <a:lnTo>
                    <a:pt x="1243650" y="1212341"/>
                  </a:lnTo>
                  <a:lnTo>
                    <a:pt x="1272945" y="1179239"/>
                  </a:lnTo>
                  <a:lnTo>
                    <a:pt x="1300190" y="1144372"/>
                  </a:lnTo>
                  <a:lnTo>
                    <a:pt x="1325290" y="1107834"/>
                  </a:lnTo>
                  <a:lnTo>
                    <a:pt x="1348151" y="1069721"/>
                  </a:lnTo>
                  <a:lnTo>
                    <a:pt x="1368678" y="1030126"/>
                  </a:lnTo>
                  <a:lnTo>
                    <a:pt x="1386775" y="989145"/>
                  </a:lnTo>
                  <a:lnTo>
                    <a:pt x="1402349" y="946873"/>
                  </a:lnTo>
                  <a:lnTo>
                    <a:pt x="1415303" y="903404"/>
                  </a:lnTo>
                  <a:lnTo>
                    <a:pt x="1425544" y="858833"/>
                  </a:lnTo>
                  <a:lnTo>
                    <a:pt x="1432977" y="813254"/>
                  </a:lnTo>
                  <a:lnTo>
                    <a:pt x="1437506" y="766763"/>
                  </a:lnTo>
                  <a:lnTo>
                    <a:pt x="1439036" y="719455"/>
                  </a:lnTo>
                  <a:lnTo>
                    <a:pt x="1437506" y="672146"/>
                  </a:lnTo>
                  <a:lnTo>
                    <a:pt x="1432977" y="625655"/>
                  </a:lnTo>
                  <a:lnTo>
                    <a:pt x="1425544" y="580076"/>
                  </a:lnTo>
                  <a:lnTo>
                    <a:pt x="1415303" y="535505"/>
                  </a:lnTo>
                  <a:lnTo>
                    <a:pt x="1402349" y="492036"/>
                  </a:lnTo>
                  <a:lnTo>
                    <a:pt x="1386775" y="449764"/>
                  </a:lnTo>
                  <a:lnTo>
                    <a:pt x="1368678" y="408783"/>
                  </a:lnTo>
                  <a:lnTo>
                    <a:pt x="1348151" y="369188"/>
                  </a:lnTo>
                  <a:lnTo>
                    <a:pt x="1325290" y="331075"/>
                  </a:lnTo>
                  <a:lnTo>
                    <a:pt x="1300190" y="294537"/>
                  </a:lnTo>
                  <a:lnTo>
                    <a:pt x="1272945" y="259670"/>
                  </a:lnTo>
                  <a:lnTo>
                    <a:pt x="1243650" y="226568"/>
                  </a:lnTo>
                  <a:lnTo>
                    <a:pt x="1212401" y="195326"/>
                  </a:lnTo>
                  <a:lnTo>
                    <a:pt x="1179291" y="166039"/>
                  </a:lnTo>
                  <a:lnTo>
                    <a:pt x="1144417" y="138801"/>
                  </a:lnTo>
                  <a:lnTo>
                    <a:pt x="1107872" y="113708"/>
                  </a:lnTo>
                  <a:lnTo>
                    <a:pt x="1069751" y="90854"/>
                  </a:lnTo>
                  <a:lnTo>
                    <a:pt x="1030150" y="70334"/>
                  </a:lnTo>
                  <a:lnTo>
                    <a:pt x="989164" y="52242"/>
                  </a:lnTo>
                  <a:lnTo>
                    <a:pt x="946886" y="36674"/>
                  </a:lnTo>
                  <a:lnTo>
                    <a:pt x="903412" y="23724"/>
                  </a:lnTo>
                  <a:lnTo>
                    <a:pt x="858838" y="13487"/>
                  </a:lnTo>
                  <a:lnTo>
                    <a:pt x="813256" y="6057"/>
                  </a:lnTo>
                  <a:lnTo>
                    <a:pt x="766764" y="1530"/>
                  </a:lnTo>
                  <a:lnTo>
                    <a:pt x="719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440166" y="6831583"/>
              <a:ext cx="1268730" cy="1267460"/>
            </a:xfrm>
            <a:custGeom>
              <a:avLst/>
              <a:gdLst/>
              <a:ahLst/>
              <a:cxnLst/>
              <a:rect l="l" t="t" r="r" b="b"/>
              <a:pathLst>
                <a:path w="1268729" h="1267459">
                  <a:moveTo>
                    <a:pt x="1021334" y="619379"/>
                  </a:moveTo>
                  <a:lnTo>
                    <a:pt x="996962" y="617448"/>
                  </a:lnTo>
                  <a:lnTo>
                    <a:pt x="972693" y="616077"/>
                  </a:lnTo>
                  <a:lnTo>
                    <a:pt x="924814" y="614299"/>
                  </a:lnTo>
                  <a:lnTo>
                    <a:pt x="825246" y="613283"/>
                  </a:lnTo>
                  <a:lnTo>
                    <a:pt x="698004" y="610577"/>
                  </a:lnTo>
                  <a:lnTo>
                    <a:pt x="655447" y="610235"/>
                  </a:lnTo>
                  <a:lnTo>
                    <a:pt x="655408" y="568579"/>
                  </a:lnTo>
                  <a:lnTo>
                    <a:pt x="655294" y="546150"/>
                  </a:lnTo>
                  <a:lnTo>
                    <a:pt x="655243" y="537083"/>
                  </a:lnTo>
                  <a:lnTo>
                    <a:pt x="655154" y="522871"/>
                  </a:lnTo>
                  <a:lnTo>
                    <a:pt x="655104" y="519811"/>
                  </a:lnTo>
                  <a:lnTo>
                    <a:pt x="654989" y="511683"/>
                  </a:lnTo>
                  <a:lnTo>
                    <a:pt x="654900" y="505587"/>
                  </a:lnTo>
                  <a:lnTo>
                    <a:pt x="654786" y="497459"/>
                  </a:lnTo>
                  <a:lnTo>
                    <a:pt x="654659" y="488784"/>
                  </a:lnTo>
                  <a:lnTo>
                    <a:pt x="654583" y="483082"/>
                  </a:lnTo>
                  <a:lnTo>
                    <a:pt x="653427" y="441452"/>
                  </a:lnTo>
                  <a:lnTo>
                    <a:pt x="651510" y="350139"/>
                  </a:lnTo>
                  <a:lnTo>
                    <a:pt x="651471" y="348615"/>
                  </a:lnTo>
                  <a:lnTo>
                    <a:pt x="651383" y="343916"/>
                  </a:lnTo>
                  <a:lnTo>
                    <a:pt x="650455" y="319557"/>
                  </a:lnTo>
                  <a:lnTo>
                    <a:pt x="649262" y="295287"/>
                  </a:lnTo>
                  <a:lnTo>
                    <a:pt x="647852" y="271195"/>
                  </a:lnTo>
                  <a:lnTo>
                    <a:pt x="646303" y="247396"/>
                  </a:lnTo>
                  <a:lnTo>
                    <a:pt x="619887" y="247396"/>
                  </a:lnTo>
                  <a:lnTo>
                    <a:pt x="618083" y="269748"/>
                  </a:lnTo>
                  <a:lnTo>
                    <a:pt x="617956" y="271195"/>
                  </a:lnTo>
                  <a:lnTo>
                    <a:pt x="615645" y="319557"/>
                  </a:lnTo>
                  <a:lnTo>
                    <a:pt x="611759" y="440563"/>
                  </a:lnTo>
                  <a:lnTo>
                    <a:pt x="611098" y="465074"/>
                  </a:lnTo>
                  <a:lnTo>
                    <a:pt x="610984" y="472059"/>
                  </a:lnTo>
                  <a:lnTo>
                    <a:pt x="610870" y="480199"/>
                  </a:lnTo>
                  <a:lnTo>
                    <a:pt x="610743" y="519811"/>
                  </a:lnTo>
                  <a:lnTo>
                    <a:pt x="602818" y="501904"/>
                  </a:lnTo>
                  <a:lnTo>
                    <a:pt x="594614" y="483577"/>
                  </a:lnTo>
                  <a:lnTo>
                    <a:pt x="586587" y="465074"/>
                  </a:lnTo>
                  <a:lnTo>
                    <a:pt x="579247" y="446659"/>
                  </a:lnTo>
                  <a:lnTo>
                    <a:pt x="539623" y="358140"/>
                  </a:lnTo>
                  <a:lnTo>
                    <a:pt x="529107" y="336067"/>
                  </a:lnTo>
                  <a:lnTo>
                    <a:pt x="508469" y="291909"/>
                  </a:lnTo>
                  <a:lnTo>
                    <a:pt x="497967" y="269748"/>
                  </a:lnTo>
                  <a:lnTo>
                    <a:pt x="472567" y="279908"/>
                  </a:lnTo>
                  <a:lnTo>
                    <a:pt x="480352" y="302844"/>
                  </a:lnTo>
                  <a:lnTo>
                    <a:pt x="488442" y="325742"/>
                  </a:lnTo>
                  <a:lnTo>
                    <a:pt x="496709" y="348615"/>
                  </a:lnTo>
                  <a:lnTo>
                    <a:pt x="505079" y="371475"/>
                  </a:lnTo>
                  <a:lnTo>
                    <a:pt x="539623" y="461899"/>
                  </a:lnTo>
                  <a:lnTo>
                    <a:pt x="547077" y="480796"/>
                  </a:lnTo>
                  <a:lnTo>
                    <a:pt x="561619" y="518198"/>
                  </a:lnTo>
                  <a:lnTo>
                    <a:pt x="569087" y="537083"/>
                  </a:lnTo>
                  <a:lnTo>
                    <a:pt x="554609" y="522871"/>
                  </a:lnTo>
                  <a:lnTo>
                    <a:pt x="525653" y="495350"/>
                  </a:lnTo>
                  <a:lnTo>
                    <a:pt x="442087" y="415163"/>
                  </a:lnTo>
                  <a:lnTo>
                    <a:pt x="405866" y="382270"/>
                  </a:lnTo>
                  <a:lnTo>
                    <a:pt x="368808" y="350139"/>
                  </a:lnTo>
                  <a:lnTo>
                    <a:pt x="350647" y="369316"/>
                  </a:lnTo>
                  <a:lnTo>
                    <a:pt x="414655" y="441452"/>
                  </a:lnTo>
                  <a:lnTo>
                    <a:pt x="480695" y="511683"/>
                  </a:lnTo>
                  <a:lnTo>
                    <a:pt x="494563" y="525995"/>
                  </a:lnTo>
                  <a:lnTo>
                    <a:pt x="522693" y="554215"/>
                  </a:lnTo>
                  <a:lnTo>
                    <a:pt x="536575" y="568579"/>
                  </a:lnTo>
                  <a:lnTo>
                    <a:pt x="500253" y="553466"/>
                  </a:lnTo>
                  <a:lnTo>
                    <a:pt x="371983" y="505587"/>
                  </a:lnTo>
                  <a:lnTo>
                    <a:pt x="349173" y="497459"/>
                  </a:lnTo>
                  <a:lnTo>
                    <a:pt x="303479" y="480199"/>
                  </a:lnTo>
                  <a:lnTo>
                    <a:pt x="280416" y="472059"/>
                  </a:lnTo>
                  <a:lnTo>
                    <a:pt x="270256" y="497459"/>
                  </a:lnTo>
                  <a:lnTo>
                    <a:pt x="357632" y="539115"/>
                  </a:lnTo>
                  <a:lnTo>
                    <a:pt x="447167" y="578739"/>
                  </a:lnTo>
                  <a:lnTo>
                    <a:pt x="464883" y="586955"/>
                  </a:lnTo>
                  <a:lnTo>
                    <a:pt x="482968" y="594880"/>
                  </a:lnTo>
                  <a:lnTo>
                    <a:pt x="501446" y="602602"/>
                  </a:lnTo>
                  <a:lnTo>
                    <a:pt x="520319" y="610235"/>
                  </a:lnTo>
                  <a:lnTo>
                    <a:pt x="499884" y="610577"/>
                  </a:lnTo>
                  <a:lnTo>
                    <a:pt x="460019" y="611962"/>
                  </a:lnTo>
                  <a:lnTo>
                    <a:pt x="433057" y="612381"/>
                  </a:lnTo>
                  <a:lnTo>
                    <a:pt x="434771" y="612381"/>
                  </a:lnTo>
                  <a:lnTo>
                    <a:pt x="343535" y="614299"/>
                  </a:lnTo>
                  <a:lnTo>
                    <a:pt x="319735" y="615238"/>
                  </a:lnTo>
                  <a:lnTo>
                    <a:pt x="247015" y="619379"/>
                  </a:lnTo>
                  <a:lnTo>
                    <a:pt x="247015" y="645795"/>
                  </a:lnTo>
                  <a:lnTo>
                    <a:pt x="271373" y="647738"/>
                  </a:lnTo>
                  <a:lnTo>
                    <a:pt x="295656" y="649097"/>
                  </a:lnTo>
                  <a:lnTo>
                    <a:pt x="440055" y="653923"/>
                  </a:lnTo>
                  <a:lnTo>
                    <a:pt x="610743" y="655955"/>
                  </a:lnTo>
                  <a:lnTo>
                    <a:pt x="610831" y="678218"/>
                  </a:lnTo>
                  <a:lnTo>
                    <a:pt x="611352" y="740448"/>
                  </a:lnTo>
                  <a:lnTo>
                    <a:pt x="612000" y="782967"/>
                  </a:lnTo>
                  <a:lnTo>
                    <a:pt x="612775" y="826643"/>
                  </a:lnTo>
                  <a:lnTo>
                    <a:pt x="615950" y="923290"/>
                  </a:lnTo>
                  <a:lnTo>
                    <a:pt x="616661" y="947242"/>
                  </a:lnTo>
                  <a:lnTo>
                    <a:pt x="617613" y="971562"/>
                  </a:lnTo>
                  <a:lnTo>
                    <a:pt x="618934" y="995426"/>
                  </a:lnTo>
                  <a:lnTo>
                    <a:pt x="620903" y="1019810"/>
                  </a:lnTo>
                  <a:lnTo>
                    <a:pt x="646303" y="1019810"/>
                  </a:lnTo>
                  <a:lnTo>
                    <a:pt x="647852" y="995870"/>
                  </a:lnTo>
                  <a:lnTo>
                    <a:pt x="649147" y="973493"/>
                  </a:lnTo>
                  <a:lnTo>
                    <a:pt x="649262" y="971562"/>
                  </a:lnTo>
                  <a:lnTo>
                    <a:pt x="650455" y="947242"/>
                  </a:lnTo>
                  <a:lnTo>
                    <a:pt x="651383" y="923290"/>
                  </a:lnTo>
                  <a:lnTo>
                    <a:pt x="653415" y="826643"/>
                  </a:lnTo>
                  <a:lnTo>
                    <a:pt x="654583" y="806513"/>
                  </a:lnTo>
                  <a:lnTo>
                    <a:pt x="655180" y="786130"/>
                  </a:lnTo>
                  <a:lnTo>
                    <a:pt x="655218" y="782967"/>
                  </a:lnTo>
                  <a:lnTo>
                    <a:pt x="655345" y="771588"/>
                  </a:lnTo>
                  <a:lnTo>
                    <a:pt x="655447" y="745363"/>
                  </a:lnTo>
                  <a:lnTo>
                    <a:pt x="663232" y="764260"/>
                  </a:lnTo>
                  <a:lnTo>
                    <a:pt x="671322" y="782967"/>
                  </a:lnTo>
                  <a:lnTo>
                    <a:pt x="687959" y="820547"/>
                  </a:lnTo>
                  <a:lnTo>
                    <a:pt x="727583" y="907923"/>
                  </a:lnTo>
                  <a:lnTo>
                    <a:pt x="738009" y="929944"/>
                  </a:lnTo>
                  <a:lnTo>
                    <a:pt x="748118" y="951725"/>
                  </a:lnTo>
                  <a:lnTo>
                    <a:pt x="758367" y="973493"/>
                  </a:lnTo>
                  <a:lnTo>
                    <a:pt x="769239" y="995426"/>
                  </a:lnTo>
                  <a:lnTo>
                    <a:pt x="792607" y="986282"/>
                  </a:lnTo>
                  <a:lnTo>
                    <a:pt x="784669" y="963422"/>
                  </a:lnTo>
                  <a:lnTo>
                    <a:pt x="768032" y="917702"/>
                  </a:lnTo>
                  <a:lnTo>
                    <a:pt x="760095" y="894842"/>
                  </a:lnTo>
                  <a:lnTo>
                    <a:pt x="726567" y="804291"/>
                  </a:lnTo>
                  <a:lnTo>
                    <a:pt x="718134" y="783145"/>
                  </a:lnTo>
                  <a:lnTo>
                    <a:pt x="711568" y="766508"/>
                  </a:lnTo>
                  <a:lnTo>
                    <a:pt x="704126" y="747141"/>
                  </a:lnTo>
                  <a:lnTo>
                    <a:pt x="703478" y="745363"/>
                  </a:lnTo>
                  <a:lnTo>
                    <a:pt x="697103" y="728091"/>
                  </a:lnTo>
                  <a:lnTo>
                    <a:pt x="726694" y="757072"/>
                  </a:lnTo>
                  <a:lnTo>
                    <a:pt x="757047" y="786130"/>
                  </a:lnTo>
                  <a:lnTo>
                    <a:pt x="828294" y="852170"/>
                  </a:lnTo>
                  <a:lnTo>
                    <a:pt x="881722" y="900607"/>
                  </a:lnTo>
                  <a:lnTo>
                    <a:pt x="900430" y="917194"/>
                  </a:lnTo>
                  <a:lnTo>
                    <a:pt x="917702" y="898779"/>
                  </a:lnTo>
                  <a:lnTo>
                    <a:pt x="853694" y="826643"/>
                  </a:lnTo>
                  <a:lnTo>
                    <a:pt x="787654" y="755523"/>
                  </a:lnTo>
                  <a:lnTo>
                    <a:pt x="761060" y="728091"/>
                  </a:lnTo>
                  <a:lnTo>
                    <a:pt x="744118" y="710692"/>
                  </a:lnTo>
                  <a:lnTo>
                    <a:pt x="729615" y="695579"/>
                  </a:lnTo>
                  <a:lnTo>
                    <a:pt x="786828" y="718019"/>
                  </a:lnTo>
                  <a:lnTo>
                    <a:pt x="896366" y="758571"/>
                  </a:lnTo>
                  <a:lnTo>
                    <a:pt x="919213" y="766508"/>
                  </a:lnTo>
                  <a:lnTo>
                    <a:pt x="964946" y="783145"/>
                  </a:lnTo>
                  <a:lnTo>
                    <a:pt x="987806" y="791083"/>
                  </a:lnTo>
                  <a:lnTo>
                    <a:pt x="996950" y="767715"/>
                  </a:lnTo>
                  <a:lnTo>
                    <a:pt x="909574" y="726059"/>
                  </a:lnTo>
                  <a:lnTo>
                    <a:pt x="841578" y="695579"/>
                  </a:lnTo>
                  <a:lnTo>
                    <a:pt x="746887" y="653923"/>
                  </a:lnTo>
                  <a:lnTo>
                    <a:pt x="766927" y="653605"/>
                  </a:lnTo>
                  <a:lnTo>
                    <a:pt x="807669" y="652208"/>
                  </a:lnTo>
                  <a:lnTo>
                    <a:pt x="924814" y="649859"/>
                  </a:lnTo>
                  <a:lnTo>
                    <a:pt x="948601" y="648931"/>
                  </a:lnTo>
                  <a:lnTo>
                    <a:pt x="1021334" y="644779"/>
                  </a:lnTo>
                  <a:lnTo>
                    <a:pt x="1021334" y="619379"/>
                  </a:lnTo>
                  <a:close/>
                </a:path>
                <a:path w="1268729" h="1267459">
                  <a:moveTo>
                    <a:pt x="1268349" y="633095"/>
                  </a:moveTo>
                  <a:lnTo>
                    <a:pt x="1266634" y="586867"/>
                  </a:lnTo>
                  <a:lnTo>
                    <a:pt x="1261567" y="540537"/>
                  </a:lnTo>
                  <a:lnTo>
                    <a:pt x="1253020" y="494309"/>
                  </a:lnTo>
                  <a:lnTo>
                    <a:pt x="1241437" y="450265"/>
                  </a:lnTo>
                  <a:lnTo>
                    <a:pt x="1226820" y="407517"/>
                  </a:lnTo>
                  <a:lnTo>
                    <a:pt x="1209294" y="366217"/>
                  </a:lnTo>
                  <a:lnTo>
                    <a:pt x="1208405" y="364490"/>
                  </a:lnTo>
                  <a:lnTo>
                    <a:pt x="1208405" y="633095"/>
                  </a:lnTo>
                  <a:lnTo>
                    <a:pt x="1206487" y="680059"/>
                  </a:lnTo>
                  <a:lnTo>
                    <a:pt x="1200848" y="725995"/>
                  </a:lnTo>
                  <a:lnTo>
                    <a:pt x="1191641" y="770750"/>
                  </a:lnTo>
                  <a:lnTo>
                    <a:pt x="1179017" y="814197"/>
                  </a:lnTo>
                  <a:lnTo>
                    <a:pt x="1163116" y="856170"/>
                  </a:lnTo>
                  <a:lnTo>
                    <a:pt x="1144092" y="896518"/>
                  </a:lnTo>
                  <a:lnTo>
                    <a:pt x="1122095" y="935101"/>
                  </a:lnTo>
                  <a:lnTo>
                    <a:pt x="1097280" y="971765"/>
                  </a:lnTo>
                  <a:lnTo>
                    <a:pt x="1069797" y="1006360"/>
                  </a:lnTo>
                  <a:lnTo>
                    <a:pt x="1039787" y="1038720"/>
                  </a:lnTo>
                  <a:lnTo>
                    <a:pt x="1007414" y="1068717"/>
                  </a:lnTo>
                  <a:lnTo>
                    <a:pt x="972807" y="1096200"/>
                  </a:lnTo>
                  <a:lnTo>
                    <a:pt x="936142" y="1121003"/>
                  </a:lnTo>
                  <a:lnTo>
                    <a:pt x="897559" y="1142987"/>
                  </a:lnTo>
                  <a:lnTo>
                    <a:pt x="857199" y="1162011"/>
                  </a:lnTo>
                  <a:lnTo>
                    <a:pt x="815213" y="1177899"/>
                  </a:lnTo>
                  <a:lnTo>
                    <a:pt x="771766" y="1190523"/>
                  </a:lnTo>
                  <a:lnTo>
                    <a:pt x="726998" y="1199730"/>
                  </a:lnTo>
                  <a:lnTo>
                    <a:pt x="681062" y="1205357"/>
                  </a:lnTo>
                  <a:lnTo>
                    <a:pt x="634111" y="1207262"/>
                  </a:lnTo>
                  <a:lnTo>
                    <a:pt x="587171" y="1205357"/>
                  </a:lnTo>
                  <a:lnTo>
                    <a:pt x="541248" y="1199730"/>
                  </a:lnTo>
                  <a:lnTo>
                    <a:pt x="496493" y="1190523"/>
                  </a:lnTo>
                  <a:lnTo>
                    <a:pt x="453059" y="1177899"/>
                  </a:lnTo>
                  <a:lnTo>
                    <a:pt x="411086" y="1162011"/>
                  </a:lnTo>
                  <a:lnTo>
                    <a:pt x="370738" y="1142987"/>
                  </a:lnTo>
                  <a:lnTo>
                    <a:pt x="332155" y="1121003"/>
                  </a:lnTo>
                  <a:lnTo>
                    <a:pt x="295490" y="1096200"/>
                  </a:lnTo>
                  <a:lnTo>
                    <a:pt x="260908" y="1068717"/>
                  </a:lnTo>
                  <a:lnTo>
                    <a:pt x="228536" y="1038720"/>
                  </a:lnTo>
                  <a:lnTo>
                    <a:pt x="198526" y="1006360"/>
                  </a:lnTo>
                  <a:lnTo>
                    <a:pt x="171043" y="971765"/>
                  </a:lnTo>
                  <a:lnTo>
                    <a:pt x="146227" y="935101"/>
                  </a:lnTo>
                  <a:lnTo>
                    <a:pt x="124244" y="896518"/>
                  </a:lnTo>
                  <a:lnTo>
                    <a:pt x="105219" y="856170"/>
                  </a:lnTo>
                  <a:lnTo>
                    <a:pt x="89319" y="814197"/>
                  </a:lnTo>
                  <a:lnTo>
                    <a:pt x="76695" y="770750"/>
                  </a:lnTo>
                  <a:lnTo>
                    <a:pt x="67487" y="725995"/>
                  </a:lnTo>
                  <a:lnTo>
                    <a:pt x="62001" y="681342"/>
                  </a:lnTo>
                  <a:lnTo>
                    <a:pt x="61887" y="680339"/>
                  </a:lnTo>
                  <a:lnTo>
                    <a:pt x="61849" y="680059"/>
                  </a:lnTo>
                  <a:lnTo>
                    <a:pt x="59982" y="634111"/>
                  </a:lnTo>
                  <a:lnTo>
                    <a:pt x="59944" y="633095"/>
                  </a:lnTo>
                  <a:lnTo>
                    <a:pt x="61810" y="586867"/>
                  </a:lnTo>
                  <a:lnTo>
                    <a:pt x="67411" y="540537"/>
                  </a:lnTo>
                  <a:lnTo>
                    <a:pt x="76657" y="495274"/>
                  </a:lnTo>
                  <a:lnTo>
                    <a:pt x="89319" y="451612"/>
                  </a:lnTo>
                  <a:lnTo>
                    <a:pt x="105219" y="409600"/>
                  </a:lnTo>
                  <a:lnTo>
                    <a:pt x="124244" y="369227"/>
                  </a:lnTo>
                  <a:lnTo>
                    <a:pt x="146227" y="330644"/>
                  </a:lnTo>
                  <a:lnTo>
                    <a:pt x="171043" y="294005"/>
                  </a:lnTo>
                  <a:lnTo>
                    <a:pt x="198526" y="259435"/>
                  </a:lnTo>
                  <a:lnTo>
                    <a:pt x="228523" y="227101"/>
                  </a:lnTo>
                  <a:lnTo>
                    <a:pt x="260908" y="197142"/>
                  </a:lnTo>
                  <a:lnTo>
                    <a:pt x="295490" y="169710"/>
                  </a:lnTo>
                  <a:lnTo>
                    <a:pt x="332155" y="144957"/>
                  </a:lnTo>
                  <a:lnTo>
                    <a:pt x="370738" y="123024"/>
                  </a:lnTo>
                  <a:lnTo>
                    <a:pt x="411086" y="104051"/>
                  </a:lnTo>
                  <a:lnTo>
                    <a:pt x="453059" y="88201"/>
                  </a:lnTo>
                  <a:lnTo>
                    <a:pt x="496493" y="75615"/>
                  </a:lnTo>
                  <a:lnTo>
                    <a:pt x="541248" y="66446"/>
                  </a:lnTo>
                  <a:lnTo>
                    <a:pt x="587171" y="60833"/>
                  </a:lnTo>
                  <a:lnTo>
                    <a:pt x="631596" y="59042"/>
                  </a:lnTo>
                  <a:lnTo>
                    <a:pt x="636612" y="59042"/>
                  </a:lnTo>
                  <a:lnTo>
                    <a:pt x="681062" y="60833"/>
                  </a:lnTo>
                  <a:lnTo>
                    <a:pt x="726998" y="66446"/>
                  </a:lnTo>
                  <a:lnTo>
                    <a:pt x="771766" y="75615"/>
                  </a:lnTo>
                  <a:lnTo>
                    <a:pt x="815213" y="88201"/>
                  </a:lnTo>
                  <a:lnTo>
                    <a:pt x="857199" y="104051"/>
                  </a:lnTo>
                  <a:lnTo>
                    <a:pt x="897559" y="123024"/>
                  </a:lnTo>
                  <a:lnTo>
                    <a:pt x="936142" y="144957"/>
                  </a:lnTo>
                  <a:lnTo>
                    <a:pt x="972807" y="169710"/>
                  </a:lnTo>
                  <a:lnTo>
                    <a:pt x="1007414" y="197142"/>
                  </a:lnTo>
                  <a:lnTo>
                    <a:pt x="1039787" y="227101"/>
                  </a:lnTo>
                  <a:lnTo>
                    <a:pt x="1069797" y="259435"/>
                  </a:lnTo>
                  <a:lnTo>
                    <a:pt x="1097280" y="294005"/>
                  </a:lnTo>
                  <a:lnTo>
                    <a:pt x="1122095" y="330644"/>
                  </a:lnTo>
                  <a:lnTo>
                    <a:pt x="1144092" y="369227"/>
                  </a:lnTo>
                  <a:lnTo>
                    <a:pt x="1163116" y="409600"/>
                  </a:lnTo>
                  <a:lnTo>
                    <a:pt x="1179017" y="451612"/>
                  </a:lnTo>
                  <a:lnTo>
                    <a:pt x="1191641" y="495122"/>
                  </a:lnTo>
                  <a:lnTo>
                    <a:pt x="1200772" y="539546"/>
                  </a:lnTo>
                  <a:lnTo>
                    <a:pt x="1206474" y="585851"/>
                  </a:lnTo>
                  <a:lnTo>
                    <a:pt x="1208405" y="633095"/>
                  </a:lnTo>
                  <a:lnTo>
                    <a:pt x="1208405" y="364490"/>
                  </a:lnTo>
                  <a:lnTo>
                    <a:pt x="1188974" y="326453"/>
                  </a:lnTo>
                  <a:lnTo>
                    <a:pt x="1165999" y="288378"/>
                  </a:lnTo>
                  <a:lnTo>
                    <a:pt x="1140485" y="252107"/>
                  </a:lnTo>
                  <a:lnTo>
                    <a:pt x="1112558" y="217754"/>
                  </a:lnTo>
                  <a:lnTo>
                    <a:pt x="1082332" y="185445"/>
                  </a:lnTo>
                  <a:lnTo>
                    <a:pt x="1049947" y="155295"/>
                  </a:lnTo>
                  <a:lnTo>
                    <a:pt x="1015517" y="127444"/>
                  </a:lnTo>
                  <a:lnTo>
                    <a:pt x="979170" y="102006"/>
                  </a:lnTo>
                  <a:lnTo>
                    <a:pt x="941019" y="79095"/>
                  </a:lnTo>
                  <a:lnTo>
                    <a:pt x="901573" y="59042"/>
                  </a:lnTo>
                  <a:lnTo>
                    <a:pt x="859840" y="41376"/>
                  </a:lnTo>
                  <a:lnTo>
                    <a:pt x="817308" y="26898"/>
                  </a:lnTo>
                  <a:lnTo>
                    <a:pt x="773150" y="15316"/>
                  </a:lnTo>
                  <a:lnTo>
                    <a:pt x="727811" y="6896"/>
                  </a:lnTo>
                  <a:lnTo>
                    <a:pt x="681418" y="1752"/>
                  </a:lnTo>
                  <a:lnTo>
                    <a:pt x="634111" y="0"/>
                  </a:lnTo>
                  <a:lnTo>
                    <a:pt x="586854" y="1752"/>
                  </a:lnTo>
                  <a:lnTo>
                    <a:pt x="540524" y="6896"/>
                  </a:lnTo>
                  <a:lnTo>
                    <a:pt x="495261" y="15316"/>
                  </a:lnTo>
                  <a:lnTo>
                    <a:pt x="451180" y="26898"/>
                  </a:lnTo>
                  <a:lnTo>
                    <a:pt x="408393" y="41516"/>
                  </a:lnTo>
                  <a:lnTo>
                    <a:pt x="367030" y="59042"/>
                  </a:lnTo>
                  <a:lnTo>
                    <a:pt x="327215" y="79336"/>
                  </a:lnTo>
                  <a:lnTo>
                    <a:pt x="289077" y="102311"/>
                  </a:lnTo>
                  <a:lnTo>
                    <a:pt x="252742" y="127812"/>
                  </a:lnTo>
                  <a:lnTo>
                    <a:pt x="218313" y="155740"/>
                  </a:lnTo>
                  <a:lnTo>
                    <a:pt x="185940" y="185953"/>
                  </a:lnTo>
                  <a:lnTo>
                    <a:pt x="155727" y="218325"/>
                  </a:lnTo>
                  <a:lnTo>
                    <a:pt x="127800" y="252755"/>
                  </a:lnTo>
                  <a:lnTo>
                    <a:pt x="102298" y="289090"/>
                  </a:lnTo>
                  <a:lnTo>
                    <a:pt x="79324" y="327228"/>
                  </a:lnTo>
                  <a:lnTo>
                    <a:pt x="59029" y="367042"/>
                  </a:lnTo>
                  <a:lnTo>
                    <a:pt x="41503" y="408406"/>
                  </a:lnTo>
                  <a:lnTo>
                    <a:pt x="26885" y="451192"/>
                  </a:lnTo>
                  <a:lnTo>
                    <a:pt x="15354" y="495122"/>
                  </a:lnTo>
                  <a:lnTo>
                    <a:pt x="7061" y="539546"/>
                  </a:lnTo>
                  <a:lnTo>
                    <a:pt x="1854" y="585851"/>
                  </a:lnTo>
                  <a:lnTo>
                    <a:pt x="1739" y="586867"/>
                  </a:lnTo>
                  <a:lnTo>
                    <a:pt x="25" y="633095"/>
                  </a:lnTo>
                  <a:lnTo>
                    <a:pt x="0" y="634111"/>
                  </a:lnTo>
                  <a:lnTo>
                    <a:pt x="1689" y="680059"/>
                  </a:lnTo>
                  <a:lnTo>
                    <a:pt x="1739" y="681342"/>
                  </a:lnTo>
                  <a:lnTo>
                    <a:pt x="6692" y="725995"/>
                  </a:lnTo>
                  <a:lnTo>
                    <a:pt x="6769" y="726643"/>
                  </a:lnTo>
                  <a:lnTo>
                    <a:pt x="6883" y="727633"/>
                  </a:lnTo>
                  <a:lnTo>
                    <a:pt x="15303" y="772871"/>
                  </a:lnTo>
                  <a:lnTo>
                    <a:pt x="26885" y="816914"/>
                  </a:lnTo>
                  <a:lnTo>
                    <a:pt x="41503" y="859650"/>
                  </a:lnTo>
                  <a:lnTo>
                    <a:pt x="59029" y="900950"/>
                  </a:lnTo>
                  <a:lnTo>
                    <a:pt x="79324" y="940701"/>
                  </a:lnTo>
                  <a:lnTo>
                    <a:pt x="102298" y="978776"/>
                  </a:lnTo>
                  <a:lnTo>
                    <a:pt x="127800" y="1015060"/>
                  </a:lnTo>
                  <a:lnTo>
                    <a:pt x="155727" y="1049413"/>
                  </a:lnTo>
                  <a:lnTo>
                    <a:pt x="185940" y="1081722"/>
                  </a:lnTo>
                  <a:lnTo>
                    <a:pt x="218313" y="1111872"/>
                  </a:lnTo>
                  <a:lnTo>
                    <a:pt x="252742" y="1139736"/>
                  </a:lnTo>
                  <a:lnTo>
                    <a:pt x="289077" y="1165174"/>
                  </a:lnTo>
                  <a:lnTo>
                    <a:pt x="327215" y="1188097"/>
                  </a:lnTo>
                  <a:lnTo>
                    <a:pt x="367030" y="1208341"/>
                  </a:lnTo>
                  <a:lnTo>
                    <a:pt x="408393" y="1225816"/>
                  </a:lnTo>
                  <a:lnTo>
                    <a:pt x="451180" y="1240396"/>
                  </a:lnTo>
                  <a:lnTo>
                    <a:pt x="495261" y="1251940"/>
                  </a:lnTo>
                  <a:lnTo>
                    <a:pt x="540524" y="1260348"/>
                  </a:lnTo>
                  <a:lnTo>
                    <a:pt x="586854" y="1265478"/>
                  </a:lnTo>
                  <a:lnTo>
                    <a:pt x="634111" y="1267206"/>
                  </a:lnTo>
                  <a:lnTo>
                    <a:pt x="681189" y="1265478"/>
                  </a:lnTo>
                  <a:lnTo>
                    <a:pt x="727468" y="1260348"/>
                  </a:lnTo>
                  <a:lnTo>
                    <a:pt x="772680" y="1251940"/>
                  </a:lnTo>
                  <a:lnTo>
                    <a:pt x="816711" y="1240396"/>
                  </a:lnTo>
                  <a:lnTo>
                    <a:pt x="859840" y="1225689"/>
                  </a:lnTo>
                  <a:lnTo>
                    <a:pt x="901204" y="1208163"/>
                  </a:lnTo>
                  <a:lnTo>
                    <a:pt x="902957" y="1207262"/>
                  </a:lnTo>
                  <a:lnTo>
                    <a:pt x="941019" y="1187843"/>
                  </a:lnTo>
                  <a:lnTo>
                    <a:pt x="979170" y="1164869"/>
                  </a:lnTo>
                  <a:lnTo>
                    <a:pt x="1015517" y="1139367"/>
                  </a:lnTo>
                  <a:lnTo>
                    <a:pt x="1049947" y="1111440"/>
                  </a:lnTo>
                  <a:lnTo>
                    <a:pt x="1082332" y="1081214"/>
                  </a:lnTo>
                  <a:lnTo>
                    <a:pt x="1112558" y="1048842"/>
                  </a:lnTo>
                  <a:lnTo>
                    <a:pt x="1140485" y="1014412"/>
                  </a:lnTo>
                  <a:lnTo>
                    <a:pt x="1165999" y="978065"/>
                  </a:lnTo>
                  <a:lnTo>
                    <a:pt x="1188974" y="939927"/>
                  </a:lnTo>
                  <a:lnTo>
                    <a:pt x="1209294" y="900125"/>
                  </a:lnTo>
                  <a:lnTo>
                    <a:pt x="1226820" y="858761"/>
                  </a:lnTo>
                  <a:lnTo>
                    <a:pt x="1241437" y="815987"/>
                  </a:lnTo>
                  <a:lnTo>
                    <a:pt x="1253020" y="771906"/>
                  </a:lnTo>
                  <a:lnTo>
                    <a:pt x="1261452" y="726643"/>
                  </a:lnTo>
                  <a:lnTo>
                    <a:pt x="1266482" y="681342"/>
                  </a:lnTo>
                  <a:lnTo>
                    <a:pt x="1268310" y="634111"/>
                  </a:lnTo>
                  <a:lnTo>
                    <a:pt x="1268349" y="63309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605631" y="1223492"/>
              <a:ext cx="1047902" cy="1151407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16496538" y="1124077"/>
              <a:ext cx="1265555" cy="1265555"/>
            </a:xfrm>
            <a:custGeom>
              <a:avLst/>
              <a:gdLst/>
              <a:ahLst/>
              <a:cxnLst/>
              <a:rect l="l" t="t" r="r" b="b"/>
              <a:pathLst>
                <a:path w="1265555" h="1265555">
                  <a:moveTo>
                    <a:pt x="632586" y="0"/>
                  </a:moveTo>
                  <a:lnTo>
                    <a:pt x="697229" y="3175"/>
                  </a:lnTo>
                  <a:lnTo>
                    <a:pt x="760094" y="12826"/>
                  </a:lnTo>
                  <a:lnTo>
                    <a:pt x="820673" y="28448"/>
                  </a:lnTo>
                  <a:lnTo>
                    <a:pt x="878840" y="49656"/>
                  </a:lnTo>
                  <a:lnTo>
                    <a:pt x="934211" y="76326"/>
                  </a:lnTo>
                  <a:lnTo>
                    <a:pt x="986281" y="108076"/>
                  </a:lnTo>
                  <a:lnTo>
                    <a:pt x="1035050" y="144399"/>
                  </a:lnTo>
                  <a:lnTo>
                    <a:pt x="1079880" y="185293"/>
                  </a:lnTo>
                  <a:lnTo>
                    <a:pt x="1120775" y="230124"/>
                  </a:lnTo>
                  <a:lnTo>
                    <a:pt x="1157223" y="278892"/>
                  </a:lnTo>
                  <a:lnTo>
                    <a:pt x="1188846" y="331089"/>
                  </a:lnTo>
                  <a:lnTo>
                    <a:pt x="1215517" y="386333"/>
                  </a:lnTo>
                  <a:lnTo>
                    <a:pt x="1236725" y="444500"/>
                  </a:lnTo>
                  <a:lnTo>
                    <a:pt x="1252346" y="505078"/>
                  </a:lnTo>
                  <a:lnTo>
                    <a:pt x="1261998" y="567944"/>
                  </a:lnTo>
                  <a:lnTo>
                    <a:pt x="1265173" y="632587"/>
                  </a:lnTo>
                  <a:lnTo>
                    <a:pt x="1261998" y="697229"/>
                  </a:lnTo>
                  <a:lnTo>
                    <a:pt x="1252346" y="760095"/>
                  </a:lnTo>
                  <a:lnTo>
                    <a:pt x="1236725" y="820674"/>
                  </a:lnTo>
                  <a:lnTo>
                    <a:pt x="1215517" y="878840"/>
                  </a:lnTo>
                  <a:lnTo>
                    <a:pt x="1188846" y="934084"/>
                  </a:lnTo>
                  <a:lnTo>
                    <a:pt x="1157223" y="986281"/>
                  </a:lnTo>
                  <a:lnTo>
                    <a:pt x="1120775" y="1034923"/>
                  </a:lnTo>
                  <a:lnTo>
                    <a:pt x="1079880" y="1079880"/>
                  </a:lnTo>
                  <a:lnTo>
                    <a:pt x="1035050" y="1120775"/>
                  </a:lnTo>
                  <a:lnTo>
                    <a:pt x="986281" y="1157097"/>
                  </a:lnTo>
                  <a:lnTo>
                    <a:pt x="934211" y="1188847"/>
                  </a:lnTo>
                  <a:lnTo>
                    <a:pt x="878840" y="1215517"/>
                  </a:lnTo>
                  <a:lnTo>
                    <a:pt x="820673" y="1236726"/>
                  </a:lnTo>
                  <a:lnTo>
                    <a:pt x="760094" y="1252347"/>
                  </a:lnTo>
                  <a:lnTo>
                    <a:pt x="697229" y="1261872"/>
                  </a:lnTo>
                  <a:lnTo>
                    <a:pt x="632586" y="1265174"/>
                  </a:lnTo>
                  <a:lnTo>
                    <a:pt x="567944" y="1261872"/>
                  </a:lnTo>
                  <a:lnTo>
                    <a:pt x="505078" y="1252347"/>
                  </a:lnTo>
                  <a:lnTo>
                    <a:pt x="444500" y="1236726"/>
                  </a:lnTo>
                  <a:lnTo>
                    <a:pt x="386333" y="1215517"/>
                  </a:lnTo>
                  <a:lnTo>
                    <a:pt x="331088" y="1188847"/>
                  </a:lnTo>
                  <a:lnTo>
                    <a:pt x="278892" y="1157097"/>
                  </a:lnTo>
                  <a:lnTo>
                    <a:pt x="230250" y="1120775"/>
                  </a:lnTo>
                  <a:lnTo>
                    <a:pt x="185292" y="1079880"/>
                  </a:lnTo>
                  <a:lnTo>
                    <a:pt x="144525" y="1034923"/>
                  </a:lnTo>
                  <a:lnTo>
                    <a:pt x="108076" y="986281"/>
                  </a:lnTo>
                  <a:lnTo>
                    <a:pt x="76326" y="934084"/>
                  </a:lnTo>
                  <a:lnTo>
                    <a:pt x="49783" y="878840"/>
                  </a:lnTo>
                  <a:lnTo>
                    <a:pt x="28448" y="820674"/>
                  </a:lnTo>
                  <a:lnTo>
                    <a:pt x="12826" y="760095"/>
                  </a:lnTo>
                  <a:lnTo>
                    <a:pt x="3301" y="697229"/>
                  </a:lnTo>
                  <a:lnTo>
                    <a:pt x="0" y="632587"/>
                  </a:lnTo>
                  <a:lnTo>
                    <a:pt x="3301" y="567944"/>
                  </a:lnTo>
                  <a:lnTo>
                    <a:pt x="12826" y="505078"/>
                  </a:lnTo>
                  <a:lnTo>
                    <a:pt x="28448" y="444500"/>
                  </a:lnTo>
                  <a:lnTo>
                    <a:pt x="49783" y="386333"/>
                  </a:lnTo>
                  <a:lnTo>
                    <a:pt x="76326" y="331089"/>
                  </a:lnTo>
                  <a:lnTo>
                    <a:pt x="108076" y="278892"/>
                  </a:lnTo>
                  <a:lnTo>
                    <a:pt x="144525" y="230124"/>
                  </a:lnTo>
                  <a:lnTo>
                    <a:pt x="185292" y="185293"/>
                  </a:lnTo>
                  <a:lnTo>
                    <a:pt x="230250" y="144399"/>
                  </a:lnTo>
                  <a:lnTo>
                    <a:pt x="278892" y="108076"/>
                  </a:lnTo>
                  <a:lnTo>
                    <a:pt x="331088" y="76326"/>
                  </a:lnTo>
                  <a:lnTo>
                    <a:pt x="386333" y="49656"/>
                  </a:lnTo>
                  <a:lnTo>
                    <a:pt x="444500" y="28448"/>
                  </a:lnTo>
                  <a:lnTo>
                    <a:pt x="505078" y="12826"/>
                  </a:lnTo>
                  <a:lnTo>
                    <a:pt x="567944" y="3175"/>
                  </a:lnTo>
                  <a:lnTo>
                    <a:pt x="632586" y="0"/>
                  </a:lnTo>
                  <a:close/>
                </a:path>
              </a:pathLst>
            </a:custGeom>
            <a:ln w="28574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9931527" y="8920098"/>
              <a:ext cx="350520" cy="351790"/>
            </a:xfrm>
            <a:custGeom>
              <a:avLst/>
              <a:gdLst/>
              <a:ahLst/>
              <a:cxnLst/>
              <a:rect l="l" t="t" r="r" b="b"/>
              <a:pathLst>
                <a:path w="350520" h="351790">
                  <a:moveTo>
                    <a:pt x="175259" y="0"/>
                  </a:moveTo>
                  <a:lnTo>
                    <a:pt x="128675" y="6291"/>
                  </a:lnTo>
                  <a:lnTo>
                    <a:pt x="86811" y="24042"/>
                  </a:lnTo>
                  <a:lnTo>
                    <a:pt x="51339" y="51566"/>
                  </a:lnTo>
                  <a:lnTo>
                    <a:pt x="23932" y="87180"/>
                  </a:lnTo>
                  <a:lnTo>
                    <a:pt x="6261" y="129197"/>
                  </a:lnTo>
                  <a:lnTo>
                    <a:pt x="0" y="175933"/>
                  </a:lnTo>
                  <a:lnTo>
                    <a:pt x="6261" y="222418"/>
                  </a:lnTo>
                  <a:lnTo>
                    <a:pt x="23932" y="264349"/>
                  </a:lnTo>
                  <a:lnTo>
                    <a:pt x="51339" y="299986"/>
                  </a:lnTo>
                  <a:lnTo>
                    <a:pt x="86811" y="327593"/>
                  </a:lnTo>
                  <a:lnTo>
                    <a:pt x="128675" y="345432"/>
                  </a:lnTo>
                  <a:lnTo>
                    <a:pt x="175259" y="351764"/>
                  </a:lnTo>
                  <a:lnTo>
                    <a:pt x="221623" y="345432"/>
                  </a:lnTo>
                  <a:lnTo>
                    <a:pt x="263426" y="327593"/>
                  </a:lnTo>
                  <a:lnTo>
                    <a:pt x="277555" y="316610"/>
                  </a:lnTo>
                  <a:lnTo>
                    <a:pt x="175259" y="316610"/>
                  </a:lnTo>
                  <a:lnTo>
                    <a:pt x="131076" y="309411"/>
                  </a:lnTo>
                  <a:lnTo>
                    <a:pt x="92604" y="289385"/>
                  </a:lnTo>
                  <a:lnTo>
                    <a:pt x="62203" y="258891"/>
                  </a:lnTo>
                  <a:lnTo>
                    <a:pt x="42233" y="220287"/>
                  </a:lnTo>
                  <a:lnTo>
                    <a:pt x="35051" y="175933"/>
                  </a:lnTo>
                  <a:lnTo>
                    <a:pt x="42233" y="131588"/>
                  </a:lnTo>
                  <a:lnTo>
                    <a:pt x="62203" y="92998"/>
                  </a:lnTo>
                  <a:lnTo>
                    <a:pt x="92604" y="62517"/>
                  </a:lnTo>
                  <a:lnTo>
                    <a:pt x="131076" y="42501"/>
                  </a:lnTo>
                  <a:lnTo>
                    <a:pt x="175259" y="35306"/>
                  </a:lnTo>
                  <a:lnTo>
                    <a:pt x="277960" y="35306"/>
                  </a:lnTo>
                  <a:lnTo>
                    <a:pt x="263426" y="24042"/>
                  </a:lnTo>
                  <a:lnTo>
                    <a:pt x="221623" y="6291"/>
                  </a:lnTo>
                  <a:lnTo>
                    <a:pt x="175259" y="0"/>
                  </a:lnTo>
                  <a:close/>
                </a:path>
                <a:path w="350520" h="351790">
                  <a:moveTo>
                    <a:pt x="277960" y="35306"/>
                  </a:moveTo>
                  <a:lnTo>
                    <a:pt x="175259" y="35306"/>
                  </a:lnTo>
                  <a:lnTo>
                    <a:pt x="219457" y="42501"/>
                  </a:lnTo>
                  <a:lnTo>
                    <a:pt x="257960" y="62517"/>
                  </a:lnTo>
                  <a:lnTo>
                    <a:pt x="288398" y="92998"/>
                  </a:lnTo>
                  <a:lnTo>
                    <a:pt x="308400" y="131588"/>
                  </a:lnTo>
                  <a:lnTo>
                    <a:pt x="315595" y="175933"/>
                  </a:lnTo>
                  <a:lnTo>
                    <a:pt x="308400" y="220287"/>
                  </a:lnTo>
                  <a:lnTo>
                    <a:pt x="288398" y="258891"/>
                  </a:lnTo>
                  <a:lnTo>
                    <a:pt x="257960" y="289385"/>
                  </a:lnTo>
                  <a:lnTo>
                    <a:pt x="219457" y="309411"/>
                  </a:lnTo>
                  <a:lnTo>
                    <a:pt x="175259" y="316610"/>
                  </a:lnTo>
                  <a:lnTo>
                    <a:pt x="277555" y="316610"/>
                  </a:lnTo>
                  <a:lnTo>
                    <a:pt x="298942" y="299986"/>
                  </a:lnTo>
                  <a:lnTo>
                    <a:pt x="326446" y="264349"/>
                  </a:lnTo>
                  <a:lnTo>
                    <a:pt x="344214" y="222418"/>
                  </a:lnTo>
                  <a:lnTo>
                    <a:pt x="350520" y="175933"/>
                  </a:lnTo>
                  <a:lnTo>
                    <a:pt x="344214" y="129197"/>
                  </a:lnTo>
                  <a:lnTo>
                    <a:pt x="326446" y="87180"/>
                  </a:lnTo>
                  <a:lnTo>
                    <a:pt x="298942" y="51566"/>
                  </a:lnTo>
                  <a:lnTo>
                    <a:pt x="277960" y="3530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54209" y="9042565"/>
              <a:ext cx="105169" cy="105524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203275" y="9192755"/>
              <a:ext cx="183673" cy="184632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5511165" y="3942079"/>
              <a:ext cx="844550" cy="1117600"/>
            </a:xfrm>
            <a:custGeom>
              <a:avLst/>
              <a:gdLst/>
              <a:ahLst/>
              <a:cxnLst/>
              <a:rect l="l" t="t" r="r" b="b"/>
              <a:pathLst>
                <a:path w="844550" h="1117600">
                  <a:moveTo>
                    <a:pt x="435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23114" y="17780"/>
                  </a:lnTo>
                  <a:lnTo>
                    <a:pt x="23114" y="123190"/>
                  </a:lnTo>
                  <a:lnTo>
                    <a:pt x="43561" y="123190"/>
                  </a:lnTo>
                  <a:lnTo>
                    <a:pt x="43561" y="17780"/>
                  </a:lnTo>
                  <a:lnTo>
                    <a:pt x="43561" y="0"/>
                  </a:lnTo>
                  <a:close/>
                </a:path>
                <a:path w="844550" h="1117600">
                  <a:moveTo>
                    <a:pt x="49911" y="996950"/>
                  </a:moveTo>
                  <a:lnTo>
                    <a:pt x="6477" y="996950"/>
                  </a:lnTo>
                  <a:lnTo>
                    <a:pt x="6477" y="1013460"/>
                  </a:lnTo>
                  <a:lnTo>
                    <a:pt x="29464" y="1013460"/>
                  </a:lnTo>
                  <a:lnTo>
                    <a:pt x="29464" y="1117600"/>
                  </a:lnTo>
                  <a:lnTo>
                    <a:pt x="49911" y="1117600"/>
                  </a:lnTo>
                  <a:lnTo>
                    <a:pt x="49911" y="1013460"/>
                  </a:lnTo>
                  <a:lnTo>
                    <a:pt x="49911" y="996950"/>
                  </a:lnTo>
                  <a:close/>
                </a:path>
                <a:path w="844550" h="1117600">
                  <a:moveTo>
                    <a:pt x="49911" y="585470"/>
                  </a:moveTo>
                  <a:lnTo>
                    <a:pt x="6477" y="585470"/>
                  </a:lnTo>
                  <a:lnTo>
                    <a:pt x="6477" y="603250"/>
                  </a:lnTo>
                  <a:lnTo>
                    <a:pt x="29464" y="603250"/>
                  </a:lnTo>
                  <a:lnTo>
                    <a:pt x="29464" y="708660"/>
                  </a:lnTo>
                  <a:lnTo>
                    <a:pt x="49911" y="708660"/>
                  </a:lnTo>
                  <a:lnTo>
                    <a:pt x="49911" y="603250"/>
                  </a:lnTo>
                  <a:lnTo>
                    <a:pt x="49911" y="585470"/>
                  </a:lnTo>
                  <a:close/>
                </a:path>
                <a:path w="844550" h="1117600">
                  <a:moveTo>
                    <a:pt x="187960" y="391160"/>
                  </a:moveTo>
                  <a:lnTo>
                    <a:pt x="144526" y="391160"/>
                  </a:lnTo>
                  <a:lnTo>
                    <a:pt x="144526" y="408940"/>
                  </a:lnTo>
                  <a:lnTo>
                    <a:pt x="167513" y="408940"/>
                  </a:lnTo>
                  <a:lnTo>
                    <a:pt x="167513" y="514350"/>
                  </a:lnTo>
                  <a:lnTo>
                    <a:pt x="187960" y="514350"/>
                  </a:lnTo>
                  <a:lnTo>
                    <a:pt x="187960" y="408940"/>
                  </a:lnTo>
                  <a:lnTo>
                    <a:pt x="187960" y="391160"/>
                  </a:lnTo>
                  <a:close/>
                </a:path>
                <a:path w="844550" h="1117600">
                  <a:moveTo>
                    <a:pt x="209804" y="996950"/>
                  </a:moveTo>
                  <a:lnTo>
                    <a:pt x="166243" y="996950"/>
                  </a:lnTo>
                  <a:lnTo>
                    <a:pt x="166243" y="1013460"/>
                  </a:lnTo>
                  <a:lnTo>
                    <a:pt x="189230" y="1013460"/>
                  </a:lnTo>
                  <a:lnTo>
                    <a:pt x="189230" y="1117600"/>
                  </a:lnTo>
                  <a:lnTo>
                    <a:pt x="209804" y="1117600"/>
                  </a:lnTo>
                  <a:lnTo>
                    <a:pt x="209804" y="1013460"/>
                  </a:lnTo>
                  <a:lnTo>
                    <a:pt x="209804" y="996950"/>
                  </a:lnTo>
                  <a:close/>
                </a:path>
                <a:path w="844550" h="1117600">
                  <a:moveTo>
                    <a:pt x="209804" y="788670"/>
                  </a:moveTo>
                  <a:lnTo>
                    <a:pt x="166243" y="788670"/>
                  </a:lnTo>
                  <a:lnTo>
                    <a:pt x="166243" y="806450"/>
                  </a:lnTo>
                  <a:lnTo>
                    <a:pt x="189230" y="806450"/>
                  </a:lnTo>
                  <a:lnTo>
                    <a:pt x="189230" y="910590"/>
                  </a:lnTo>
                  <a:lnTo>
                    <a:pt x="209804" y="910590"/>
                  </a:lnTo>
                  <a:lnTo>
                    <a:pt x="209804" y="806450"/>
                  </a:lnTo>
                  <a:lnTo>
                    <a:pt x="209804" y="788670"/>
                  </a:lnTo>
                  <a:close/>
                </a:path>
                <a:path w="844550" h="1117600">
                  <a:moveTo>
                    <a:pt x="342773" y="585470"/>
                  </a:moveTo>
                  <a:lnTo>
                    <a:pt x="298069" y="585470"/>
                  </a:lnTo>
                  <a:lnTo>
                    <a:pt x="298069" y="603250"/>
                  </a:lnTo>
                  <a:lnTo>
                    <a:pt x="322326" y="603250"/>
                  </a:lnTo>
                  <a:lnTo>
                    <a:pt x="322326" y="708660"/>
                  </a:lnTo>
                  <a:lnTo>
                    <a:pt x="342773" y="708660"/>
                  </a:lnTo>
                  <a:lnTo>
                    <a:pt x="342773" y="603250"/>
                  </a:lnTo>
                  <a:lnTo>
                    <a:pt x="342773" y="585470"/>
                  </a:lnTo>
                  <a:close/>
                </a:path>
                <a:path w="844550" h="1117600">
                  <a:moveTo>
                    <a:pt x="746887" y="585470"/>
                  </a:moveTo>
                  <a:lnTo>
                    <a:pt x="702056" y="585470"/>
                  </a:lnTo>
                  <a:lnTo>
                    <a:pt x="702056" y="603250"/>
                  </a:lnTo>
                  <a:lnTo>
                    <a:pt x="726440" y="603250"/>
                  </a:lnTo>
                  <a:lnTo>
                    <a:pt x="726440" y="708660"/>
                  </a:lnTo>
                  <a:lnTo>
                    <a:pt x="746887" y="708660"/>
                  </a:lnTo>
                  <a:lnTo>
                    <a:pt x="746887" y="603250"/>
                  </a:lnTo>
                  <a:lnTo>
                    <a:pt x="746887" y="585470"/>
                  </a:lnTo>
                  <a:close/>
                </a:path>
                <a:path w="844550" h="1117600">
                  <a:moveTo>
                    <a:pt x="844042" y="585470"/>
                  </a:moveTo>
                  <a:lnTo>
                    <a:pt x="800608" y="585470"/>
                  </a:lnTo>
                  <a:lnTo>
                    <a:pt x="800608" y="603250"/>
                  </a:lnTo>
                  <a:lnTo>
                    <a:pt x="823595" y="603250"/>
                  </a:lnTo>
                  <a:lnTo>
                    <a:pt x="823595" y="708660"/>
                  </a:lnTo>
                  <a:lnTo>
                    <a:pt x="844042" y="708660"/>
                  </a:lnTo>
                  <a:lnTo>
                    <a:pt x="844042" y="603250"/>
                  </a:lnTo>
                  <a:lnTo>
                    <a:pt x="844042" y="58547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49341" y="4524121"/>
              <a:ext cx="99822" cy="126491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07659" y="4524121"/>
              <a:ext cx="98425" cy="126491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11165" y="4741417"/>
              <a:ext cx="99822" cy="126619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11165" y="5130165"/>
              <a:ext cx="99822" cy="126619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07659" y="4330953"/>
              <a:ext cx="98425" cy="126619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60593" y="4330953"/>
              <a:ext cx="99695" cy="126619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494528" y="4330953"/>
              <a:ext cx="99822" cy="126619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94528" y="4134103"/>
              <a:ext cx="99822" cy="126492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630164" y="4134103"/>
              <a:ext cx="98425" cy="126492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907659" y="4726050"/>
              <a:ext cx="98425" cy="126746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782310" y="4726050"/>
              <a:ext cx="98551" cy="126746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61075" y="4524121"/>
              <a:ext cx="98551" cy="126491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408928" y="4524121"/>
              <a:ext cx="99822" cy="126491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5348859" y="3729989"/>
              <a:ext cx="43815" cy="1744980"/>
            </a:xfrm>
            <a:custGeom>
              <a:avLst/>
              <a:gdLst/>
              <a:ahLst/>
              <a:cxnLst/>
              <a:rect l="l" t="t" r="r" b="b"/>
              <a:pathLst>
                <a:path w="43814" h="1744979">
                  <a:moveTo>
                    <a:pt x="43434" y="1623060"/>
                  </a:moveTo>
                  <a:lnTo>
                    <a:pt x="0" y="1623060"/>
                  </a:lnTo>
                  <a:lnTo>
                    <a:pt x="0" y="1640840"/>
                  </a:lnTo>
                  <a:lnTo>
                    <a:pt x="22987" y="1640840"/>
                  </a:lnTo>
                  <a:lnTo>
                    <a:pt x="22987" y="1744980"/>
                  </a:lnTo>
                  <a:lnTo>
                    <a:pt x="43434" y="1744980"/>
                  </a:lnTo>
                  <a:lnTo>
                    <a:pt x="43434" y="1640840"/>
                  </a:lnTo>
                  <a:lnTo>
                    <a:pt x="43434" y="1623060"/>
                  </a:lnTo>
                  <a:close/>
                </a:path>
                <a:path w="43814" h="1744979">
                  <a:moveTo>
                    <a:pt x="43434" y="1410970"/>
                  </a:moveTo>
                  <a:lnTo>
                    <a:pt x="0" y="1410970"/>
                  </a:lnTo>
                  <a:lnTo>
                    <a:pt x="0" y="1428750"/>
                  </a:lnTo>
                  <a:lnTo>
                    <a:pt x="22987" y="1428750"/>
                  </a:lnTo>
                  <a:lnTo>
                    <a:pt x="22987" y="1532890"/>
                  </a:lnTo>
                  <a:lnTo>
                    <a:pt x="43434" y="1532890"/>
                  </a:lnTo>
                  <a:lnTo>
                    <a:pt x="43434" y="1428750"/>
                  </a:lnTo>
                  <a:lnTo>
                    <a:pt x="43434" y="1410970"/>
                  </a:lnTo>
                  <a:close/>
                </a:path>
                <a:path w="43814" h="1744979">
                  <a:moveTo>
                    <a:pt x="43434" y="1038860"/>
                  </a:moveTo>
                  <a:lnTo>
                    <a:pt x="0" y="1038860"/>
                  </a:lnTo>
                  <a:lnTo>
                    <a:pt x="0" y="1056640"/>
                  </a:lnTo>
                  <a:lnTo>
                    <a:pt x="22987" y="1056640"/>
                  </a:lnTo>
                  <a:lnTo>
                    <a:pt x="22987" y="1160780"/>
                  </a:lnTo>
                  <a:lnTo>
                    <a:pt x="43434" y="1160780"/>
                  </a:lnTo>
                  <a:lnTo>
                    <a:pt x="43434" y="1056640"/>
                  </a:lnTo>
                  <a:lnTo>
                    <a:pt x="43434" y="1038860"/>
                  </a:lnTo>
                  <a:close/>
                </a:path>
                <a:path w="43814" h="1744979">
                  <a:moveTo>
                    <a:pt x="43434" y="621030"/>
                  </a:moveTo>
                  <a:lnTo>
                    <a:pt x="0" y="621030"/>
                  </a:lnTo>
                  <a:lnTo>
                    <a:pt x="0" y="637540"/>
                  </a:lnTo>
                  <a:lnTo>
                    <a:pt x="22987" y="637540"/>
                  </a:lnTo>
                  <a:lnTo>
                    <a:pt x="22987" y="742950"/>
                  </a:lnTo>
                  <a:lnTo>
                    <a:pt x="43434" y="742950"/>
                  </a:lnTo>
                  <a:lnTo>
                    <a:pt x="43434" y="637540"/>
                  </a:lnTo>
                  <a:lnTo>
                    <a:pt x="43434" y="621030"/>
                  </a:lnTo>
                  <a:close/>
                </a:path>
                <a:path w="43814" h="1744979">
                  <a:moveTo>
                    <a:pt x="43434" y="408940"/>
                  </a:moveTo>
                  <a:lnTo>
                    <a:pt x="0" y="408940"/>
                  </a:lnTo>
                  <a:lnTo>
                    <a:pt x="0" y="425450"/>
                  </a:lnTo>
                  <a:lnTo>
                    <a:pt x="22987" y="425450"/>
                  </a:lnTo>
                  <a:lnTo>
                    <a:pt x="22987" y="530860"/>
                  </a:lnTo>
                  <a:lnTo>
                    <a:pt x="43434" y="530860"/>
                  </a:lnTo>
                  <a:lnTo>
                    <a:pt x="43434" y="425450"/>
                  </a:lnTo>
                  <a:lnTo>
                    <a:pt x="43434" y="408940"/>
                  </a:lnTo>
                  <a:close/>
                </a:path>
                <a:path w="43814" h="1744979">
                  <a:moveTo>
                    <a:pt x="43434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22987" y="17780"/>
                  </a:lnTo>
                  <a:lnTo>
                    <a:pt x="22987" y="123190"/>
                  </a:lnTo>
                  <a:lnTo>
                    <a:pt x="43434" y="123190"/>
                  </a:lnTo>
                  <a:lnTo>
                    <a:pt x="43434" y="17780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29682" y="4938394"/>
              <a:ext cx="99694" cy="126618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329682" y="3935730"/>
              <a:ext cx="99694" cy="126746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29682" y="4541900"/>
              <a:ext cx="99694" cy="126619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11654536" y="3934459"/>
              <a:ext cx="843280" cy="1118870"/>
            </a:xfrm>
            <a:custGeom>
              <a:avLst/>
              <a:gdLst/>
              <a:ahLst/>
              <a:cxnLst/>
              <a:rect l="l" t="t" r="r" b="b"/>
              <a:pathLst>
                <a:path w="843279" h="1118870">
                  <a:moveTo>
                    <a:pt x="43434" y="588010"/>
                  </a:moveTo>
                  <a:lnTo>
                    <a:pt x="0" y="588010"/>
                  </a:lnTo>
                  <a:lnTo>
                    <a:pt x="0" y="604520"/>
                  </a:lnTo>
                  <a:lnTo>
                    <a:pt x="22987" y="604520"/>
                  </a:lnTo>
                  <a:lnTo>
                    <a:pt x="22987" y="708660"/>
                  </a:lnTo>
                  <a:lnTo>
                    <a:pt x="43434" y="708660"/>
                  </a:lnTo>
                  <a:lnTo>
                    <a:pt x="43434" y="604520"/>
                  </a:lnTo>
                  <a:lnTo>
                    <a:pt x="43434" y="588010"/>
                  </a:lnTo>
                  <a:close/>
                </a:path>
                <a:path w="843279" h="1118870">
                  <a:moveTo>
                    <a:pt x="140589" y="588010"/>
                  </a:moveTo>
                  <a:lnTo>
                    <a:pt x="97155" y="588010"/>
                  </a:lnTo>
                  <a:lnTo>
                    <a:pt x="97155" y="604520"/>
                  </a:lnTo>
                  <a:lnTo>
                    <a:pt x="120142" y="604520"/>
                  </a:lnTo>
                  <a:lnTo>
                    <a:pt x="120142" y="708660"/>
                  </a:lnTo>
                  <a:lnTo>
                    <a:pt x="140589" y="708660"/>
                  </a:lnTo>
                  <a:lnTo>
                    <a:pt x="140589" y="604520"/>
                  </a:lnTo>
                  <a:lnTo>
                    <a:pt x="140589" y="588010"/>
                  </a:lnTo>
                  <a:close/>
                </a:path>
                <a:path w="843279" h="1118870">
                  <a:moveTo>
                    <a:pt x="544703" y="588010"/>
                  </a:moveTo>
                  <a:lnTo>
                    <a:pt x="501269" y="588010"/>
                  </a:lnTo>
                  <a:lnTo>
                    <a:pt x="501269" y="604520"/>
                  </a:lnTo>
                  <a:lnTo>
                    <a:pt x="524256" y="604520"/>
                  </a:lnTo>
                  <a:lnTo>
                    <a:pt x="524256" y="708660"/>
                  </a:lnTo>
                  <a:lnTo>
                    <a:pt x="544703" y="708660"/>
                  </a:lnTo>
                  <a:lnTo>
                    <a:pt x="544703" y="604520"/>
                  </a:lnTo>
                  <a:lnTo>
                    <a:pt x="544703" y="588010"/>
                  </a:lnTo>
                  <a:close/>
                </a:path>
                <a:path w="843279" h="1118870">
                  <a:moveTo>
                    <a:pt x="676402" y="996950"/>
                  </a:moveTo>
                  <a:lnTo>
                    <a:pt x="632968" y="996950"/>
                  </a:lnTo>
                  <a:lnTo>
                    <a:pt x="632968" y="1014730"/>
                  </a:lnTo>
                  <a:lnTo>
                    <a:pt x="655955" y="1014730"/>
                  </a:lnTo>
                  <a:lnTo>
                    <a:pt x="655955" y="1118870"/>
                  </a:lnTo>
                  <a:lnTo>
                    <a:pt x="676402" y="1118870"/>
                  </a:lnTo>
                  <a:lnTo>
                    <a:pt x="676402" y="1014730"/>
                  </a:lnTo>
                  <a:lnTo>
                    <a:pt x="676402" y="996950"/>
                  </a:lnTo>
                  <a:close/>
                </a:path>
                <a:path w="843279" h="1118870">
                  <a:moveTo>
                    <a:pt x="676402" y="789940"/>
                  </a:moveTo>
                  <a:lnTo>
                    <a:pt x="632968" y="789940"/>
                  </a:lnTo>
                  <a:lnTo>
                    <a:pt x="632968" y="807720"/>
                  </a:lnTo>
                  <a:lnTo>
                    <a:pt x="655955" y="807720"/>
                  </a:lnTo>
                  <a:lnTo>
                    <a:pt x="655955" y="911860"/>
                  </a:lnTo>
                  <a:lnTo>
                    <a:pt x="676402" y="911860"/>
                  </a:lnTo>
                  <a:lnTo>
                    <a:pt x="676402" y="807720"/>
                  </a:lnTo>
                  <a:lnTo>
                    <a:pt x="676402" y="789940"/>
                  </a:lnTo>
                  <a:close/>
                </a:path>
                <a:path w="843279" h="1118870">
                  <a:moveTo>
                    <a:pt x="698119" y="391160"/>
                  </a:moveTo>
                  <a:lnTo>
                    <a:pt x="654685" y="391160"/>
                  </a:lnTo>
                  <a:lnTo>
                    <a:pt x="654685" y="410210"/>
                  </a:lnTo>
                  <a:lnTo>
                    <a:pt x="677672" y="410210"/>
                  </a:lnTo>
                  <a:lnTo>
                    <a:pt x="677672" y="514350"/>
                  </a:lnTo>
                  <a:lnTo>
                    <a:pt x="698119" y="514350"/>
                  </a:lnTo>
                  <a:lnTo>
                    <a:pt x="698119" y="410210"/>
                  </a:lnTo>
                  <a:lnTo>
                    <a:pt x="698119" y="391160"/>
                  </a:lnTo>
                  <a:close/>
                </a:path>
                <a:path w="843279" h="1118870">
                  <a:moveTo>
                    <a:pt x="836295" y="996950"/>
                  </a:moveTo>
                  <a:lnTo>
                    <a:pt x="792861" y="996950"/>
                  </a:lnTo>
                  <a:lnTo>
                    <a:pt x="792861" y="1014730"/>
                  </a:lnTo>
                  <a:lnTo>
                    <a:pt x="815848" y="1014730"/>
                  </a:lnTo>
                  <a:lnTo>
                    <a:pt x="815848" y="1118870"/>
                  </a:lnTo>
                  <a:lnTo>
                    <a:pt x="836295" y="1118870"/>
                  </a:lnTo>
                  <a:lnTo>
                    <a:pt x="836295" y="1014730"/>
                  </a:lnTo>
                  <a:lnTo>
                    <a:pt x="836295" y="996950"/>
                  </a:lnTo>
                  <a:close/>
                </a:path>
                <a:path w="843279" h="1118870">
                  <a:moveTo>
                    <a:pt x="836295" y="588010"/>
                  </a:moveTo>
                  <a:lnTo>
                    <a:pt x="792861" y="588010"/>
                  </a:lnTo>
                  <a:lnTo>
                    <a:pt x="792861" y="604520"/>
                  </a:lnTo>
                  <a:lnTo>
                    <a:pt x="815848" y="604520"/>
                  </a:lnTo>
                  <a:lnTo>
                    <a:pt x="815848" y="708660"/>
                  </a:lnTo>
                  <a:lnTo>
                    <a:pt x="836295" y="708660"/>
                  </a:lnTo>
                  <a:lnTo>
                    <a:pt x="836295" y="604520"/>
                  </a:lnTo>
                  <a:lnTo>
                    <a:pt x="836295" y="588010"/>
                  </a:lnTo>
                  <a:close/>
                </a:path>
                <a:path w="843279" h="1118870">
                  <a:moveTo>
                    <a:pt x="842772" y="0"/>
                  </a:moveTo>
                  <a:lnTo>
                    <a:pt x="799211" y="0"/>
                  </a:lnTo>
                  <a:lnTo>
                    <a:pt x="799211" y="17780"/>
                  </a:lnTo>
                  <a:lnTo>
                    <a:pt x="822198" y="17780"/>
                  </a:lnTo>
                  <a:lnTo>
                    <a:pt x="822198" y="123190"/>
                  </a:lnTo>
                  <a:lnTo>
                    <a:pt x="842772" y="123190"/>
                  </a:lnTo>
                  <a:lnTo>
                    <a:pt x="842772" y="17780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002389" y="4516755"/>
              <a:ext cx="99694" cy="126492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259309" y="4516755"/>
              <a:ext cx="99822" cy="126492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397485" y="4734052"/>
              <a:ext cx="99822" cy="126746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397485" y="5122925"/>
              <a:ext cx="99822" cy="127762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002389" y="4324858"/>
              <a:ext cx="99694" cy="12661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148058" y="4324858"/>
              <a:ext cx="99822" cy="126618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415393" y="4324858"/>
              <a:ext cx="98425" cy="126618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415393" y="4128008"/>
              <a:ext cx="98425" cy="126618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279757" y="4128008"/>
              <a:ext cx="99822" cy="126618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002389" y="4720081"/>
              <a:ext cx="99694" cy="126618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127610" y="4720081"/>
              <a:ext cx="99822" cy="126618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848845" y="4516755"/>
              <a:ext cx="99822" cy="126492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500993" y="4516755"/>
              <a:ext cx="99822" cy="126492"/>
            </a:xfrm>
            <a:prstGeom prst="rect">
              <a:avLst/>
            </a:prstGeom>
          </p:spPr>
        </p:pic>
        <p:sp>
          <p:nvSpPr>
            <p:cNvPr id="141" name="object 141" descr=""/>
            <p:cNvSpPr/>
            <p:nvPr/>
          </p:nvSpPr>
          <p:spPr>
            <a:xfrm>
              <a:off x="12600813" y="3716019"/>
              <a:ext cx="60325" cy="1752600"/>
            </a:xfrm>
            <a:custGeom>
              <a:avLst/>
              <a:gdLst/>
              <a:ahLst/>
              <a:cxnLst/>
              <a:rect l="l" t="t" r="r" b="b"/>
              <a:pathLst>
                <a:path w="60325" h="1752600">
                  <a:moveTo>
                    <a:pt x="43434" y="1014730"/>
                  </a:moveTo>
                  <a:lnTo>
                    <a:pt x="0" y="1014730"/>
                  </a:lnTo>
                  <a:lnTo>
                    <a:pt x="0" y="1032510"/>
                  </a:lnTo>
                  <a:lnTo>
                    <a:pt x="22987" y="1032510"/>
                  </a:lnTo>
                  <a:lnTo>
                    <a:pt x="22987" y="1136650"/>
                  </a:lnTo>
                  <a:lnTo>
                    <a:pt x="43434" y="1136650"/>
                  </a:lnTo>
                  <a:lnTo>
                    <a:pt x="43434" y="1032510"/>
                  </a:lnTo>
                  <a:lnTo>
                    <a:pt x="43434" y="1014730"/>
                  </a:lnTo>
                  <a:close/>
                </a:path>
                <a:path w="60325" h="1752600">
                  <a:moveTo>
                    <a:pt x="60071" y="1630680"/>
                  </a:moveTo>
                  <a:lnTo>
                    <a:pt x="15367" y="1630680"/>
                  </a:lnTo>
                  <a:lnTo>
                    <a:pt x="15367" y="1647190"/>
                  </a:lnTo>
                  <a:lnTo>
                    <a:pt x="39624" y="1647190"/>
                  </a:lnTo>
                  <a:lnTo>
                    <a:pt x="39624" y="1752600"/>
                  </a:lnTo>
                  <a:lnTo>
                    <a:pt x="60071" y="1752600"/>
                  </a:lnTo>
                  <a:lnTo>
                    <a:pt x="60071" y="1647190"/>
                  </a:lnTo>
                  <a:lnTo>
                    <a:pt x="60071" y="1630680"/>
                  </a:lnTo>
                  <a:close/>
                </a:path>
                <a:path w="60325" h="1752600">
                  <a:moveTo>
                    <a:pt x="60071" y="1418590"/>
                  </a:moveTo>
                  <a:lnTo>
                    <a:pt x="15367" y="1418590"/>
                  </a:lnTo>
                  <a:lnTo>
                    <a:pt x="15367" y="1435100"/>
                  </a:lnTo>
                  <a:lnTo>
                    <a:pt x="39624" y="1435100"/>
                  </a:lnTo>
                  <a:lnTo>
                    <a:pt x="39624" y="1541780"/>
                  </a:lnTo>
                  <a:lnTo>
                    <a:pt x="60071" y="1541780"/>
                  </a:lnTo>
                  <a:lnTo>
                    <a:pt x="60071" y="1435100"/>
                  </a:lnTo>
                  <a:lnTo>
                    <a:pt x="60071" y="1418590"/>
                  </a:lnTo>
                  <a:close/>
                </a:path>
                <a:path w="60325" h="1752600">
                  <a:moveTo>
                    <a:pt x="60071" y="628650"/>
                  </a:moveTo>
                  <a:lnTo>
                    <a:pt x="15367" y="628650"/>
                  </a:lnTo>
                  <a:lnTo>
                    <a:pt x="15367" y="646430"/>
                  </a:lnTo>
                  <a:lnTo>
                    <a:pt x="39624" y="646430"/>
                  </a:lnTo>
                  <a:lnTo>
                    <a:pt x="39624" y="750570"/>
                  </a:lnTo>
                  <a:lnTo>
                    <a:pt x="60071" y="750570"/>
                  </a:lnTo>
                  <a:lnTo>
                    <a:pt x="60071" y="646430"/>
                  </a:lnTo>
                  <a:lnTo>
                    <a:pt x="60071" y="628650"/>
                  </a:lnTo>
                  <a:close/>
                </a:path>
                <a:path w="60325" h="1752600">
                  <a:moveTo>
                    <a:pt x="60071" y="415290"/>
                  </a:moveTo>
                  <a:lnTo>
                    <a:pt x="15367" y="415290"/>
                  </a:lnTo>
                  <a:lnTo>
                    <a:pt x="15367" y="434340"/>
                  </a:lnTo>
                  <a:lnTo>
                    <a:pt x="39624" y="434340"/>
                  </a:lnTo>
                  <a:lnTo>
                    <a:pt x="39624" y="538480"/>
                  </a:lnTo>
                  <a:lnTo>
                    <a:pt x="60071" y="538480"/>
                  </a:lnTo>
                  <a:lnTo>
                    <a:pt x="60071" y="434340"/>
                  </a:lnTo>
                  <a:lnTo>
                    <a:pt x="60071" y="415290"/>
                  </a:lnTo>
                  <a:close/>
                </a:path>
                <a:path w="60325" h="1752600">
                  <a:moveTo>
                    <a:pt x="60071" y="0"/>
                  </a:moveTo>
                  <a:lnTo>
                    <a:pt x="15367" y="0"/>
                  </a:lnTo>
                  <a:lnTo>
                    <a:pt x="15367" y="16510"/>
                  </a:lnTo>
                  <a:lnTo>
                    <a:pt x="39624" y="16510"/>
                  </a:lnTo>
                  <a:lnTo>
                    <a:pt x="39624" y="120650"/>
                  </a:lnTo>
                  <a:lnTo>
                    <a:pt x="60071" y="120650"/>
                  </a:lnTo>
                  <a:lnTo>
                    <a:pt x="60071" y="16510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579095" y="4931029"/>
              <a:ext cx="99695" cy="126619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579095" y="3929761"/>
              <a:ext cx="99695" cy="126618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579095" y="4534661"/>
              <a:ext cx="99695" cy="127762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11654536" y="8125459"/>
              <a:ext cx="843280" cy="1118870"/>
            </a:xfrm>
            <a:custGeom>
              <a:avLst/>
              <a:gdLst/>
              <a:ahLst/>
              <a:cxnLst/>
              <a:rect l="l" t="t" r="r" b="b"/>
              <a:pathLst>
                <a:path w="843279" h="1118870">
                  <a:moveTo>
                    <a:pt x="43434" y="588010"/>
                  </a:moveTo>
                  <a:lnTo>
                    <a:pt x="0" y="588010"/>
                  </a:lnTo>
                  <a:lnTo>
                    <a:pt x="0" y="604520"/>
                  </a:lnTo>
                  <a:lnTo>
                    <a:pt x="22987" y="604520"/>
                  </a:lnTo>
                  <a:lnTo>
                    <a:pt x="22987" y="708660"/>
                  </a:lnTo>
                  <a:lnTo>
                    <a:pt x="43434" y="708660"/>
                  </a:lnTo>
                  <a:lnTo>
                    <a:pt x="43434" y="604520"/>
                  </a:lnTo>
                  <a:lnTo>
                    <a:pt x="43434" y="588010"/>
                  </a:lnTo>
                  <a:close/>
                </a:path>
                <a:path w="843279" h="1118870">
                  <a:moveTo>
                    <a:pt x="140589" y="588010"/>
                  </a:moveTo>
                  <a:lnTo>
                    <a:pt x="97155" y="588010"/>
                  </a:lnTo>
                  <a:lnTo>
                    <a:pt x="97155" y="604520"/>
                  </a:lnTo>
                  <a:lnTo>
                    <a:pt x="120142" y="604520"/>
                  </a:lnTo>
                  <a:lnTo>
                    <a:pt x="120142" y="708660"/>
                  </a:lnTo>
                  <a:lnTo>
                    <a:pt x="140589" y="708660"/>
                  </a:lnTo>
                  <a:lnTo>
                    <a:pt x="140589" y="604520"/>
                  </a:lnTo>
                  <a:lnTo>
                    <a:pt x="140589" y="588010"/>
                  </a:lnTo>
                  <a:close/>
                </a:path>
                <a:path w="843279" h="1118870">
                  <a:moveTo>
                    <a:pt x="544703" y="588010"/>
                  </a:moveTo>
                  <a:lnTo>
                    <a:pt x="501269" y="588010"/>
                  </a:lnTo>
                  <a:lnTo>
                    <a:pt x="501269" y="604520"/>
                  </a:lnTo>
                  <a:lnTo>
                    <a:pt x="524256" y="604520"/>
                  </a:lnTo>
                  <a:lnTo>
                    <a:pt x="524256" y="708660"/>
                  </a:lnTo>
                  <a:lnTo>
                    <a:pt x="544703" y="708660"/>
                  </a:lnTo>
                  <a:lnTo>
                    <a:pt x="544703" y="604520"/>
                  </a:lnTo>
                  <a:lnTo>
                    <a:pt x="544703" y="588010"/>
                  </a:lnTo>
                  <a:close/>
                </a:path>
                <a:path w="843279" h="1118870">
                  <a:moveTo>
                    <a:pt x="676402" y="996950"/>
                  </a:moveTo>
                  <a:lnTo>
                    <a:pt x="632968" y="996950"/>
                  </a:lnTo>
                  <a:lnTo>
                    <a:pt x="632968" y="1014730"/>
                  </a:lnTo>
                  <a:lnTo>
                    <a:pt x="655955" y="1014730"/>
                  </a:lnTo>
                  <a:lnTo>
                    <a:pt x="655955" y="1118870"/>
                  </a:lnTo>
                  <a:lnTo>
                    <a:pt x="676402" y="1118870"/>
                  </a:lnTo>
                  <a:lnTo>
                    <a:pt x="676402" y="1014730"/>
                  </a:lnTo>
                  <a:lnTo>
                    <a:pt x="676402" y="996950"/>
                  </a:lnTo>
                  <a:close/>
                </a:path>
                <a:path w="843279" h="1118870">
                  <a:moveTo>
                    <a:pt x="676402" y="789940"/>
                  </a:moveTo>
                  <a:lnTo>
                    <a:pt x="632968" y="789940"/>
                  </a:lnTo>
                  <a:lnTo>
                    <a:pt x="632968" y="807720"/>
                  </a:lnTo>
                  <a:lnTo>
                    <a:pt x="655955" y="807720"/>
                  </a:lnTo>
                  <a:lnTo>
                    <a:pt x="655955" y="911860"/>
                  </a:lnTo>
                  <a:lnTo>
                    <a:pt x="676402" y="911860"/>
                  </a:lnTo>
                  <a:lnTo>
                    <a:pt x="676402" y="807720"/>
                  </a:lnTo>
                  <a:lnTo>
                    <a:pt x="676402" y="789940"/>
                  </a:lnTo>
                  <a:close/>
                </a:path>
                <a:path w="843279" h="1118870">
                  <a:moveTo>
                    <a:pt x="698119" y="391160"/>
                  </a:moveTo>
                  <a:lnTo>
                    <a:pt x="654685" y="391160"/>
                  </a:lnTo>
                  <a:lnTo>
                    <a:pt x="654685" y="410210"/>
                  </a:lnTo>
                  <a:lnTo>
                    <a:pt x="677672" y="410210"/>
                  </a:lnTo>
                  <a:lnTo>
                    <a:pt x="677672" y="514350"/>
                  </a:lnTo>
                  <a:lnTo>
                    <a:pt x="698119" y="514350"/>
                  </a:lnTo>
                  <a:lnTo>
                    <a:pt x="698119" y="410210"/>
                  </a:lnTo>
                  <a:lnTo>
                    <a:pt x="698119" y="391160"/>
                  </a:lnTo>
                  <a:close/>
                </a:path>
                <a:path w="843279" h="1118870">
                  <a:moveTo>
                    <a:pt x="836295" y="996950"/>
                  </a:moveTo>
                  <a:lnTo>
                    <a:pt x="792861" y="996950"/>
                  </a:lnTo>
                  <a:lnTo>
                    <a:pt x="792861" y="1014730"/>
                  </a:lnTo>
                  <a:lnTo>
                    <a:pt x="815848" y="1014730"/>
                  </a:lnTo>
                  <a:lnTo>
                    <a:pt x="815848" y="1118870"/>
                  </a:lnTo>
                  <a:lnTo>
                    <a:pt x="836295" y="1118870"/>
                  </a:lnTo>
                  <a:lnTo>
                    <a:pt x="836295" y="1014730"/>
                  </a:lnTo>
                  <a:lnTo>
                    <a:pt x="836295" y="996950"/>
                  </a:lnTo>
                  <a:close/>
                </a:path>
                <a:path w="843279" h="1118870">
                  <a:moveTo>
                    <a:pt x="836295" y="588010"/>
                  </a:moveTo>
                  <a:lnTo>
                    <a:pt x="792861" y="588010"/>
                  </a:lnTo>
                  <a:lnTo>
                    <a:pt x="792861" y="604520"/>
                  </a:lnTo>
                  <a:lnTo>
                    <a:pt x="815848" y="604520"/>
                  </a:lnTo>
                  <a:lnTo>
                    <a:pt x="815848" y="708660"/>
                  </a:lnTo>
                  <a:lnTo>
                    <a:pt x="836295" y="708660"/>
                  </a:lnTo>
                  <a:lnTo>
                    <a:pt x="836295" y="604520"/>
                  </a:lnTo>
                  <a:lnTo>
                    <a:pt x="836295" y="588010"/>
                  </a:lnTo>
                  <a:close/>
                </a:path>
                <a:path w="843279" h="1118870">
                  <a:moveTo>
                    <a:pt x="842772" y="0"/>
                  </a:moveTo>
                  <a:lnTo>
                    <a:pt x="799211" y="0"/>
                  </a:lnTo>
                  <a:lnTo>
                    <a:pt x="799211" y="17780"/>
                  </a:lnTo>
                  <a:lnTo>
                    <a:pt x="822198" y="17780"/>
                  </a:lnTo>
                  <a:lnTo>
                    <a:pt x="822198" y="123190"/>
                  </a:lnTo>
                  <a:lnTo>
                    <a:pt x="842772" y="123190"/>
                  </a:lnTo>
                  <a:lnTo>
                    <a:pt x="842772" y="17780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002389" y="8707755"/>
              <a:ext cx="99694" cy="126491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259309" y="8707755"/>
              <a:ext cx="99822" cy="126491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397485" y="8925052"/>
              <a:ext cx="99822" cy="126695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397485" y="9313875"/>
              <a:ext cx="99822" cy="127876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002389" y="8515858"/>
              <a:ext cx="99694" cy="126618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148058" y="8515858"/>
              <a:ext cx="99822" cy="126618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415393" y="8515858"/>
              <a:ext cx="98425" cy="126618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415393" y="8319008"/>
              <a:ext cx="98425" cy="126618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279757" y="8319008"/>
              <a:ext cx="99822" cy="126618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002389" y="8911082"/>
              <a:ext cx="99694" cy="126593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2127610" y="8911082"/>
              <a:ext cx="99822" cy="126593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848845" y="8707755"/>
              <a:ext cx="99822" cy="126491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1500993" y="8707755"/>
              <a:ext cx="99822" cy="126491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12600813" y="7907019"/>
              <a:ext cx="60325" cy="1752600"/>
            </a:xfrm>
            <a:custGeom>
              <a:avLst/>
              <a:gdLst/>
              <a:ahLst/>
              <a:cxnLst/>
              <a:rect l="l" t="t" r="r" b="b"/>
              <a:pathLst>
                <a:path w="60325" h="1752600">
                  <a:moveTo>
                    <a:pt x="43434" y="1014730"/>
                  </a:moveTo>
                  <a:lnTo>
                    <a:pt x="0" y="1014730"/>
                  </a:lnTo>
                  <a:lnTo>
                    <a:pt x="0" y="1032510"/>
                  </a:lnTo>
                  <a:lnTo>
                    <a:pt x="22987" y="1032510"/>
                  </a:lnTo>
                  <a:lnTo>
                    <a:pt x="22987" y="1136650"/>
                  </a:lnTo>
                  <a:lnTo>
                    <a:pt x="43434" y="1136650"/>
                  </a:lnTo>
                  <a:lnTo>
                    <a:pt x="43434" y="1032510"/>
                  </a:lnTo>
                  <a:lnTo>
                    <a:pt x="43434" y="1014730"/>
                  </a:lnTo>
                  <a:close/>
                </a:path>
                <a:path w="60325" h="1752600">
                  <a:moveTo>
                    <a:pt x="60071" y="1630680"/>
                  </a:moveTo>
                  <a:lnTo>
                    <a:pt x="15367" y="1630680"/>
                  </a:lnTo>
                  <a:lnTo>
                    <a:pt x="15367" y="1647190"/>
                  </a:lnTo>
                  <a:lnTo>
                    <a:pt x="39624" y="1647190"/>
                  </a:lnTo>
                  <a:lnTo>
                    <a:pt x="39624" y="1752600"/>
                  </a:lnTo>
                  <a:lnTo>
                    <a:pt x="60071" y="1752600"/>
                  </a:lnTo>
                  <a:lnTo>
                    <a:pt x="60071" y="1647190"/>
                  </a:lnTo>
                  <a:lnTo>
                    <a:pt x="60071" y="1630680"/>
                  </a:lnTo>
                  <a:close/>
                </a:path>
                <a:path w="60325" h="1752600">
                  <a:moveTo>
                    <a:pt x="60071" y="1418590"/>
                  </a:moveTo>
                  <a:lnTo>
                    <a:pt x="15367" y="1418590"/>
                  </a:lnTo>
                  <a:lnTo>
                    <a:pt x="15367" y="1435100"/>
                  </a:lnTo>
                  <a:lnTo>
                    <a:pt x="39624" y="1435100"/>
                  </a:lnTo>
                  <a:lnTo>
                    <a:pt x="39624" y="1540510"/>
                  </a:lnTo>
                  <a:lnTo>
                    <a:pt x="60071" y="1540510"/>
                  </a:lnTo>
                  <a:lnTo>
                    <a:pt x="60071" y="1435100"/>
                  </a:lnTo>
                  <a:lnTo>
                    <a:pt x="60071" y="1418590"/>
                  </a:lnTo>
                  <a:close/>
                </a:path>
                <a:path w="60325" h="1752600">
                  <a:moveTo>
                    <a:pt x="60071" y="628650"/>
                  </a:moveTo>
                  <a:lnTo>
                    <a:pt x="15367" y="628650"/>
                  </a:lnTo>
                  <a:lnTo>
                    <a:pt x="15367" y="646430"/>
                  </a:lnTo>
                  <a:lnTo>
                    <a:pt x="39624" y="646430"/>
                  </a:lnTo>
                  <a:lnTo>
                    <a:pt x="39624" y="750570"/>
                  </a:lnTo>
                  <a:lnTo>
                    <a:pt x="60071" y="750570"/>
                  </a:lnTo>
                  <a:lnTo>
                    <a:pt x="60071" y="646430"/>
                  </a:lnTo>
                  <a:lnTo>
                    <a:pt x="60071" y="628650"/>
                  </a:lnTo>
                  <a:close/>
                </a:path>
                <a:path w="60325" h="1752600">
                  <a:moveTo>
                    <a:pt x="60071" y="415290"/>
                  </a:moveTo>
                  <a:lnTo>
                    <a:pt x="15367" y="415290"/>
                  </a:lnTo>
                  <a:lnTo>
                    <a:pt x="15367" y="434340"/>
                  </a:lnTo>
                  <a:lnTo>
                    <a:pt x="39624" y="434340"/>
                  </a:lnTo>
                  <a:lnTo>
                    <a:pt x="39624" y="538480"/>
                  </a:lnTo>
                  <a:lnTo>
                    <a:pt x="60071" y="538480"/>
                  </a:lnTo>
                  <a:lnTo>
                    <a:pt x="60071" y="434340"/>
                  </a:lnTo>
                  <a:lnTo>
                    <a:pt x="60071" y="415290"/>
                  </a:lnTo>
                  <a:close/>
                </a:path>
                <a:path w="60325" h="1752600">
                  <a:moveTo>
                    <a:pt x="60071" y="0"/>
                  </a:moveTo>
                  <a:lnTo>
                    <a:pt x="15367" y="0"/>
                  </a:lnTo>
                  <a:lnTo>
                    <a:pt x="15367" y="16510"/>
                  </a:lnTo>
                  <a:lnTo>
                    <a:pt x="39624" y="16510"/>
                  </a:lnTo>
                  <a:lnTo>
                    <a:pt x="39624" y="120650"/>
                  </a:lnTo>
                  <a:lnTo>
                    <a:pt x="60071" y="120650"/>
                  </a:lnTo>
                  <a:lnTo>
                    <a:pt x="60071" y="16510"/>
                  </a:lnTo>
                  <a:lnTo>
                    <a:pt x="60071" y="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579095" y="9122067"/>
              <a:ext cx="99695" cy="126593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579095" y="8120760"/>
              <a:ext cx="99695" cy="126618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579095" y="8725661"/>
              <a:ext cx="99695" cy="127762"/>
            </a:xfrm>
            <a:prstGeom prst="rect">
              <a:avLst/>
            </a:prstGeom>
          </p:spPr>
        </p:pic>
        <p:sp>
          <p:nvSpPr>
            <p:cNvPr id="163" name="object 163" descr=""/>
            <p:cNvSpPr/>
            <p:nvPr/>
          </p:nvSpPr>
          <p:spPr>
            <a:xfrm>
              <a:off x="5511165" y="8133080"/>
              <a:ext cx="844550" cy="1117600"/>
            </a:xfrm>
            <a:custGeom>
              <a:avLst/>
              <a:gdLst/>
              <a:ahLst/>
              <a:cxnLst/>
              <a:rect l="l" t="t" r="r" b="b"/>
              <a:pathLst>
                <a:path w="844550" h="1117600">
                  <a:moveTo>
                    <a:pt x="4356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23114" y="17780"/>
                  </a:lnTo>
                  <a:lnTo>
                    <a:pt x="23114" y="123190"/>
                  </a:lnTo>
                  <a:lnTo>
                    <a:pt x="43561" y="123190"/>
                  </a:lnTo>
                  <a:lnTo>
                    <a:pt x="43561" y="17780"/>
                  </a:lnTo>
                  <a:lnTo>
                    <a:pt x="43561" y="0"/>
                  </a:lnTo>
                  <a:close/>
                </a:path>
                <a:path w="844550" h="1117600">
                  <a:moveTo>
                    <a:pt x="49911" y="996950"/>
                  </a:moveTo>
                  <a:lnTo>
                    <a:pt x="6477" y="996950"/>
                  </a:lnTo>
                  <a:lnTo>
                    <a:pt x="6477" y="1013460"/>
                  </a:lnTo>
                  <a:lnTo>
                    <a:pt x="29464" y="1013460"/>
                  </a:lnTo>
                  <a:lnTo>
                    <a:pt x="29464" y="1117600"/>
                  </a:lnTo>
                  <a:lnTo>
                    <a:pt x="49911" y="1117600"/>
                  </a:lnTo>
                  <a:lnTo>
                    <a:pt x="49911" y="1013460"/>
                  </a:lnTo>
                  <a:lnTo>
                    <a:pt x="49911" y="996950"/>
                  </a:lnTo>
                  <a:close/>
                </a:path>
                <a:path w="844550" h="1117600">
                  <a:moveTo>
                    <a:pt x="49911" y="585470"/>
                  </a:moveTo>
                  <a:lnTo>
                    <a:pt x="6477" y="585470"/>
                  </a:lnTo>
                  <a:lnTo>
                    <a:pt x="6477" y="603250"/>
                  </a:lnTo>
                  <a:lnTo>
                    <a:pt x="29464" y="603250"/>
                  </a:lnTo>
                  <a:lnTo>
                    <a:pt x="29464" y="708660"/>
                  </a:lnTo>
                  <a:lnTo>
                    <a:pt x="49911" y="708660"/>
                  </a:lnTo>
                  <a:lnTo>
                    <a:pt x="49911" y="603250"/>
                  </a:lnTo>
                  <a:lnTo>
                    <a:pt x="49911" y="585470"/>
                  </a:lnTo>
                  <a:close/>
                </a:path>
                <a:path w="844550" h="1117600">
                  <a:moveTo>
                    <a:pt x="187960" y="391160"/>
                  </a:moveTo>
                  <a:lnTo>
                    <a:pt x="144526" y="391160"/>
                  </a:lnTo>
                  <a:lnTo>
                    <a:pt x="144526" y="408940"/>
                  </a:lnTo>
                  <a:lnTo>
                    <a:pt x="167513" y="408940"/>
                  </a:lnTo>
                  <a:lnTo>
                    <a:pt x="167513" y="514350"/>
                  </a:lnTo>
                  <a:lnTo>
                    <a:pt x="187960" y="514350"/>
                  </a:lnTo>
                  <a:lnTo>
                    <a:pt x="187960" y="408940"/>
                  </a:lnTo>
                  <a:lnTo>
                    <a:pt x="187960" y="391160"/>
                  </a:lnTo>
                  <a:close/>
                </a:path>
                <a:path w="844550" h="1117600">
                  <a:moveTo>
                    <a:pt x="209804" y="996950"/>
                  </a:moveTo>
                  <a:lnTo>
                    <a:pt x="166243" y="996950"/>
                  </a:lnTo>
                  <a:lnTo>
                    <a:pt x="166243" y="1013460"/>
                  </a:lnTo>
                  <a:lnTo>
                    <a:pt x="189230" y="1013460"/>
                  </a:lnTo>
                  <a:lnTo>
                    <a:pt x="189230" y="1117600"/>
                  </a:lnTo>
                  <a:lnTo>
                    <a:pt x="209804" y="1117600"/>
                  </a:lnTo>
                  <a:lnTo>
                    <a:pt x="209804" y="1013460"/>
                  </a:lnTo>
                  <a:lnTo>
                    <a:pt x="209804" y="996950"/>
                  </a:lnTo>
                  <a:close/>
                </a:path>
                <a:path w="844550" h="1117600">
                  <a:moveTo>
                    <a:pt x="209804" y="788670"/>
                  </a:moveTo>
                  <a:lnTo>
                    <a:pt x="166243" y="788670"/>
                  </a:lnTo>
                  <a:lnTo>
                    <a:pt x="166243" y="806450"/>
                  </a:lnTo>
                  <a:lnTo>
                    <a:pt x="189230" y="806450"/>
                  </a:lnTo>
                  <a:lnTo>
                    <a:pt x="189230" y="910590"/>
                  </a:lnTo>
                  <a:lnTo>
                    <a:pt x="209804" y="910590"/>
                  </a:lnTo>
                  <a:lnTo>
                    <a:pt x="209804" y="806450"/>
                  </a:lnTo>
                  <a:lnTo>
                    <a:pt x="209804" y="788670"/>
                  </a:lnTo>
                  <a:close/>
                </a:path>
                <a:path w="844550" h="1117600">
                  <a:moveTo>
                    <a:pt x="342773" y="585470"/>
                  </a:moveTo>
                  <a:lnTo>
                    <a:pt x="298069" y="585470"/>
                  </a:lnTo>
                  <a:lnTo>
                    <a:pt x="298069" y="603250"/>
                  </a:lnTo>
                  <a:lnTo>
                    <a:pt x="322326" y="603250"/>
                  </a:lnTo>
                  <a:lnTo>
                    <a:pt x="322326" y="708660"/>
                  </a:lnTo>
                  <a:lnTo>
                    <a:pt x="342773" y="708660"/>
                  </a:lnTo>
                  <a:lnTo>
                    <a:pt x="342773" y="603250"/>
                  </a:lnTo>
                  <a:lnTo>
                    <a:pt x="342773" y="585470"/>
                  </a:lnTo>
                  <a:close/>
                </a:path>
                <a:path w="844550" h="1117600">
                  <a:moveTo>
                    <a:pt x="746887" y="585470"/>
                  </a:moveTo>
                  <a:lnTo>
                    <a:pt x="702056" y="585470"/>
                  </a:lnTo>
                  <a:lnTo>
                    <a:pt x="702056" y="603250"/>
                  </a:lnTo>
                  <a:lnTo>
                    <a:pt x="726440" y="603250"/>
                  </a:lnTo>
                  <a:lnTo>
                    <a:pt x="726440" y="708660"/>
                  </a:lnTo>
                  <a:lnTo>
                    <a:pt x="746887" y="708660"/>
                  </a:lnTo>
                  <a:lnTo>
                    <a:pt x="746887" y="603250"/>
                  </a:lnTo>
                  <a:lnTo>
                    <a:pt x="746887" y="585470"/>
                  </a:lnTo>
                  <a:close/>
                </a:path>
                <a:path w="844550" h="1117600">
                  <a:moveTo>
                    <a:pt x="844042" y="585470"/>
                  </a:moveTo>
                  <a:lnTo>
                    <a:pt x="800608" y="585470"/>
                  </a:lnTo>
                  <a:lnTo>
                    <a:pt x="800608" y="603250"/>
                  </a:lnTo>
                  <a:lnTo>
                    <a:pt x="823595" y="603250"/>
                  </a:lnTo>
                  <a:lnTo>
                    <a:pt x="823595" y="708660"/>
                  </a:lnTo>
                  <a:lnTo>
                    <a:pt x="844042" y="708660"/>
                  </a:lnTo>
                  <a:lnTo>
                    <a:pt x="844042" y="603250"/>
                  </a:lnTo>
                  <a:lnTo>
                    <a:pt x="844042" y="58547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4" name="object 164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907659" y="8715120"/>
              <a:ext cx="98425" cy="126491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49341" y="8715120"/>
              <a:ext cx="99822" cy="126491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511165" y="8932418"/>
              <a:ext cx="99822" cy="126669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511165" y="9321228"/>
              <a:ext cx="99822" cy="126593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07659" y="8521954"/>
              <a:ext cx="98425" cy="126618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60593" y="8521954"/>
              <a:ext cx="99695" cy="126618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494528" y="8521954"/>
              <a:ext cx="99822" cy="126618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494528" y="8325104"/>
              <a:ext cx="99822" cy="126491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630164" y="8325104"/>
              <a:ext cx="98425" cy="126491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907659" y="8917050"/>
              <a:ext cx="98425" cy="126695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782310" y="8917050"/>
              <a:ext cx="98551" cy="126695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61075" y="8715120"/>
              <a:ext cx="98551" cy="126491"/>
            </a:xfrm>
            <a:prstGeom prst="rect">
              <a:avLst/>
            </a:prstGeom>
          </p:spPr>
        </p:pic>
        <p:pic>
          <p:nvPicPr>
            <p:cNvPr id="176" name="object 176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408928" y="8715120"/>
              <a:ext cx="99822" cy="126491"/>
            </a:xfrm>
            <a:prstGeom prst="rect">
              <a:avLst/>
            </a:prstGeom>
          </p:spPr>
        </p:pic>
        <p:sp>
          <p:nvSpPr>
            <p:cNvPr id="177" name="object 177" descr=""/>
            <p:cNvSpPr/>
            <p:nvPr/>
          </p:nvSpPr>
          <p:spPr>
            <a:xfrm>
              <a:off x="5348859" y="7920990"/>
              <a:ext cx="43815" cy="1744980"/>
            </a:xfrm>
            <a:custGeom>
              <a:avLst/>
              <a:gdLst/>
              <a:ahLst/>
              <a:cxnLst/>
              <a:rect l="l" t="t" r="r" b="b"/>
              <a:pathLst>
                <a:path w="43814" h="1744979">
                  <a:moveTo>
                    <a:pt x="43434" y="1623060"/>
                  </a:moveTo>
                  <a:lnTo>
                    <a:pt x="0" y="1623060"/>
                  </a:lnTo>
                  <a:lnTo>
                    <a:pt x="0" y="1640840"/>
                  </a:lnTo>
                  <a:lnTo>
                    <a:pt x="22987" y="1640840"/>
                  </a:lnTo>
                  <a:lnTo>
                    <a:pt x="22987" y="1744980"/>
                  </a:lnTo>
                  <a:lnTo>
                    <a:pt x="43434" y="1744980"/>
                  </a:lnTo>
                  <a:lnTo>
                    <a:pt x="43434" y="1640840"/>
                  </a:lnTo>
                  <a:lnTo>
                    <a:pt x="43434" y="1623060"/>
                  </a:lnTo>
                  <a:close/>
                </a:path>
                <a:path w="43814" h="1744979">
                  <a:moveTo>
                    <a:pt x="43434" y="1410970"/>
                  </a:moveTo>
                  <a:lnTo>
                    <a:pt x="0" y="1410970"/>
                  </a:lnTo>
                  <a:lnTo>
                    <a:pt x="0" y="1428750"/>
                  </a:lnTo>
                  <a:lnTo>
                    <a:pt x="22987" y="1428750"/>
                  </a:lnTo>
                  <a:lnTo>
                    <a:pt x="22987" y="1532890"/>
                  </a:lnTo>
                  <a:lnTo>
                    <a:pt x="43434" y="1532890"/>
                  </a:lnTo>
                  <a:lnTo>
                    <a:pt x="43434" y="1428750"/>
                  </a:lnTo>
                  <a:lnTo>
                    <a:pt x="43434" y="1410970"/>
                  </a:lnTo>
                  <a:close/>
                </a:path>
                <a:path w="43814" h="1744979">
                  <a:moveTo>
                    <a:pt x="43434" y="1038860"/>
                  </a:moveTo>
                  <a:lnTo>
                    <a:pt x="0" y="1038860"/>
                  </a:lnTo>
                  <a:lnTo>
                    <a:pt x="0" y="1056640"/>
                  </a:lnTo>
                  <a:lnTo>
                    <a:pt x="22987" y="1056640"/>
                  </a:lnTo>
                  <a:lnTo>
                    <a:pt x="22987" y="1160780"/>
                  </a:lnTo>
                  <a:lnTo>
                    <a:pt x="43434" y="1160780"/>
                  </a:lnTo>
                  <a:lnTo>
                    <a:pt x="43434" y="1056640"/>
                  </a:lnTo>
                  <a:lnTo>
                    <a:pt x="43434" y="1038860"/>
                  </a:lnTo>
                  <a:close/>
                </a:path>
                <a:path w="43814" h="1744979">
                  <a:moveTo>
                    <a:pt x="43434" y="621030"/>
                  </a:moveTo>
                  <a:lnTo>
                    <a:pt x="0" y="621030"/>
                  </a:lnTo>
                  <a:lnTo>
                    <a:pt x="0" y="637540"/>
                  </a:lnTo>
                  <a:lnTo>
                    <a:pt x="22987" y="637540"/>
                  </a:lnTo>
                  <a:lnTo>
                    <a:pt x="22987" y="742950"/>
                  </a:lnTo>
                  <a:lnTo>
                    <a:pt x="43434" y="742950"/>
                  </a:lnTo>
                  <a:lnTo>
                    <a:pt x="43434" y="637540"/>
                  </a:lnTo>
                  <a:lnTo>
                    <a:pt x="43434" y="621030"/>
                  </a:lnTo>
                  <a:close/>
                </a:path>
                <a:path w="43814" h="1744979">
                  <a:moveTo>
                    <a:pt x="43434" y="408940"/>
                  </a:moveTo>
                  <a:lnTo>
                    <a:pt x="0" y="408940"/>
                  </a:lnTo>
                  <a:lnTo>
                    <a:pt x="0" y="425450"/>
                  </a:lnTo>
                  <a:lnTo>
                    <a:pt x="22987" y="425450"/>
                  </a:lnTo>
                  <a:lnTo>
                    <a:pt x="22987" y="530860"/>
                  </a:lnTo>
                  <a:lnTo>
                    <a:pt x="43434" y="530860"/>
                  </a:lnTo>
                  <a:lnTo>
                    <a:pt x="43434" y="425450"/>
                  </a:lnTo>
                  <a:lnTo>
                    <a:pt x="43434" y="408940"/>
                  </a:lnTo>
                  <a:close/>
                </a:path>
                <a:path w="43814" h="1744979">
                  <a:moveTo>
                    <a:pt x="43434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22987" y="17780"/>
                  </a:lnTo>
                  <a:lnTo>
                    <a:pt x="22987" y="123190"/>
                  </a:lnTo>
                  <a:lnTo>
                    <a:pt x="43434" y="123190"/>
                  </a:lnTo>
                  <a:lnTo>
                    <a:pt x="43434" y="17780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D7EB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329682" y="9129420"/>
              <a:ext cx="99694" cy="126593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329682" y="8126730"/>
              <a:ext cx="99694" cy="126745"/>
            </a:xfrm>
            <a:prstGeom prst="rect">
              <a:avLst/>
            </a:prstGeom>
          </p:spPr>
        </p:pic>
        <p:pic>
          <p:nvPicPr>
            <p:cNvPr id="180" name="object 180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29682" y="8732900"/>
              <a:ext cx="99694" cy="126618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901565" y="2826609"/>
              <a:ext cx="119833" cy="120044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701794" y="2726533"/>
              <a:ext cx="119833" cy="120044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101209" y="2726533"/>
              <a:ext cx="119833" cy="120044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4741672" y="2427223"/>
              <a:ext cx="439420" cy="490220"/>
            </a:xfrm>
            <a:custGeom>
              <a:avLst/>
              <a:gdLst/>
              <a:ahLst/>
              <a:cxnLst/>
              <a:rect l="l" t="t" r="r" b="b"/>
              <a:pathLst>
                <a:path w="439420" h="490219">
                  <a:moveTo>
                    <a:pt x="139827" y="20066"/>
                  </a:moveTo>
                  <a:lnTo>
                    <a:pt x="138277" y="12166"/>
                  </a:lnTo>
                  <a:lnTo>
                    <a:pt x="134048" y="5803"/>
                  </a:lnTo>
                  <a:lnTo>
                    <a:pt x="127711" y="1549"/>
                  </a:lnTo>
                  <a:lnTo>
                    <a:pt x="119888" y="0"/>
                  </a:lnTo>
                  <a:lnTo>
                    <a:pt x="112369" y="1549"/>
                  </a:lnTo>
                  <a:lnTo>
                    <a:pt x="106006" y="5803"/>
                  </a:lnTo>
                  <a:lnTo>
                    <a:pt x="101600" y="12166"/>
                  </a:lnTo>
                  <a:lnTo>
                    <a:pt x="99949" y="20066"/>
                  </a:lnTo>
                  <a:lnTo>
                    <a:pt x="99949" y="300101"/>
                  </a:lnTo>
                  <a:lnTo>
                    <a:pt x="96837" y="315468"/>
                  </a:lnTo>
                  <a:lnTo>
                    <a:pt x="88328" y="328206"/>
                  </a:lnTo>
                  <a:lnTo>
                    <a:pt x="75615" y="336892"/>
                  </a:lnTo>
                  <a:lnTo>
                    <a:pt x="59944" y="340106"/>
                  </a:lnTo>
                  <a:lnTo>
                    <a:pt x="20066" y="340106"/>
                  </a:lnTo>
                  <a:lnTo>
                    <a:pt x="12534" y="341680"/>
                  </a:lnTo>
                  <a:lnTo>
                    <a:pt x="6121" y="345948"/>
                  </a:lnTo>
                  <a:lnTo>
                    <a:pt x="1663" y="352323"/>
                  </a:lnTo>
                  <a:lnTo>
                    <a:pt x="0" y="360172"/>
                  </a:lnTo>
                  <a:lnTo>
                    <a:pt x="1663" y="367690"/>
                  </a:lnTo>
                  <a:lnTo>
                    <a:pt x="6121" y="374053"/>
                  </a:lnTo>
                  <a:lnTo>
                    <a:pt x="12534" y="378460"/>
                  </a:lnTo>
                  <a:lnTo>
                    <a:pt x="20066" y="380111"/>
                  </a:lnTo>
                  <a:lnTo>
                    <a:pt x="59944" y="380111"/>
                  </a:lnTo>
                  <a:lnTo>
                    <a:pt x="90957" y="373811"/>
                  </a:lnTo>
                  <a:lnTo>
                    <a:pt x="116357" y="356641"/>
                  </a:lnTo>
                  <a:lnTo>
                    <a:pt x="133515" y="331203"/>
                  </a:lnTo>
                  <a:lnTo>
                    <a:pt x="139827" y="300101"/>
                  </a:lnTo>
                  <a:lnTo>
                    <a:pt x="139827" y="20066"/>
                  </a:lnTo>
                  <a:close/>
                </a:path>
                <a:path w="439420" h="490219">
                  <a:moveTo>
                    <a:pt x="239649" y="20066"/>
                  </a:moveTo>
                  <a:lnTo>
                    <a:pt x="238099" y="12166"/>
                  </a:lnTo>
                  <a:lnTo>
                    <a:pt x="233870" y="5803"/>
                  </a:lnTo>
                  <a:lnTo>
                    <a:pt x="227533" y="1549"/>
                  </a:lnTo>
                  <a:lnTo>
                    <a:pt x="219710" y="0"/>
                  </a:lnTo>
                  <a:lnTo>
                    <a:pt x="212191" y="1549"/>
                  </a:lnTo>
                  <a:lnTo>
                    <a:pt x="205828" y="5803"/>
                  </a:lnTo>
                  <a:lnTo>
                    <a:pt x="201409" y="12166"/>
                  </a:lnTo>
                  <a:lnTo>
                    <a:pt x="199771" y="20066"/>
                  </a:lnTo>
                  <a:lnTo>
                    <a:pt x="199771" y="469773"/>
                  </a:lnTo>
                  <a:lnTo>
                    <a:pt x="201409" y="477608"/>
                  </a:lnTo>
                  <a:lnTo>
                    <a:pt x="205828" y="483933"/>
                  </a:lnTo>
                  <a:lnTo>
                    <a:pt x="212191" y="488175"/>
                  </a:lnTo>
                  <a:lnTo>
                    <a:pt x="219710" y="489712"/>
                  </a:lnTo>
                  <a:lnTo>
                    <a:pt x="227533" y="488175"/>
                  </a:lnTo>
                  <a:lnTo>
                    <a:pt x="233870" y="483933"/>
                  </a:lnTo>
                  <a:lnTo>
                    <a:pt x="238099" y="477608"/>
                  </a:lnTo>
                  <a:lnTo>
                    <a:pt x="239649" y="469773"/>
                  </a:lnTo>
                  <a:lnTo>
                    <a:pt x="239649" y="20066"/>
                  </a:lnTo>
                  <a:close/>
                </a:path>
                <a:path w="439420" h="490219">
                  <a:moveTo>
                    <a:pt x="439420" y="360172"/>
                  </a:moveTo>
                  <a:lnTo>
                    <a:pt x="437870" y="352323"/>
                  </a:lnTo>
                  <a:lnTo>
                    <a:pt x="433641" y="345948"/>
                  </a:lnTo>
                  <a:lnTo>
                    <a:pt x="427304" y="341680"/>
                  </a:lnTo>
                  <a:lnTo>
                    <a:pt x="419481" y="340106"/>
                  </a:lnTo>
                  <a:lnTo>
                    <a:pt x="379476" y="340106"/>
                  </a:lnTo>
                  <a:lnTo>
                    <a:pt x="364109" y="336892"/>
                  </a:lnTo>
                  <a:lnTo>
                    <a:pt x="351370" y="328206"/>
                  </a:lnTo>
                  <a:lnTo>
                    <a:pt x="342684" y="315468"/>
                  </a:lnTo>
                  <a:lnTo>
                    <a:pt x="339471" y="300101"/>
                  </a:lnTo>
                  <a:lnTo>
                    <a:pt x="339471" y="20066"/>
                  </a:lnTo>
                  <a:lnTo>
                    <a:pt x="337934" y="12166"/>
                  </a:lnTo>
                  <a:lnTo>
                    <a:pt x="333756" y="5803"/>
                  </a:lnTo>
                  <a:lnTo>
                    <a:pt x="327469" y="1549"/>
                  </a:lnTo>
                  <a:lnTo>
                    <a:pt x="319659" y="0"/>
                  </a:lnTo>
                  <a:lnTo>
                    <a:pt x="312127" y="1549"/>
                  </a:lnTo>
                  <a:lnTo>
                    <a:pt x="305714" y="5803"/>
                  </a:lnTo>
                  <a:lnTo>
                    <a:pt x="301256" y="12166"/>
                  </a:lnTo>
                  <a:lnTo>
                    <a:pt x="299593" y="20066"/>
                  </a:lnTo>
                  <a:lnTo>
                    <a:pt x="299593" y="300101"/>
                  </a:lnTo>
                  <a:lnTo>
                    <a:pt x="305892" y="331203"/>
                  </a:lnTo>
                  <a:lnTo>
                    <a:pt x="323049" y="356641"/>
                  </a:lnTo>
                  <a:lnTo>
                    <a:pt x="348449" y="373811"/>
                  </a:lnTo>
                  <a:lnTo>
                    <a:pt x="379476" y="380111"/>
                  </a:lnTo>
                  <a:lnTo>
                    <a:pt x="419481" y="380111"/>
                  </a:lnTo>
                  <a:lnTo>
                    <a:pt x="427304" y="378460"/>
                  </a:lnTo>
                  <a:lnTo>
                    <a:pt x="433641" y="374053"/>
                  </a:lnTo>
                  <a:lnTo>
                    <a:pt x="437870" y="367690"/>
                  </a:lnTo>
                  <a:lnTo>
                    <a:pt x="439420" y="36017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1181460" y="2820132"/>
              <a:ext cx="119832" cy="120044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0981690" y="2719929"/>
              <a:ext cx="119833" cy="120044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1381105" y="2719929"/>
              <a:ext cx="119833" cy="120044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11021568" y="2420746"/>
              <a:ext cx="439420" cy="490220"/>
            </a:xfrm>
            <a:custGeom>
              <a:avLst/>
              <a:gdLst/>
              <a:ahLst/>
              <a:cxnLst/>
              <a:rect l="l" t="t" r="r" b="b"/>
              <a:pathLst>
                <a:path w="439420" h="490219">
                  <a:moveTo>
                    <a:pt x="139827" y="19939"/>
                  </a:moveTo>
                  <a:lnTo>
                    <a:pt x="138277" y="12115"/>
                  </a:lnTo>
                  <a:lnTo>
                    <a:pt x="134048" y="5778"/>
                  </a:lnTo>
                  <a:lnTo>
                    <a:pt x="127711" y="1549"/>
                  </a:lnTo>
                  <a:lnTo>
                    <a:pt x="119888" y="0"/>
                  </a:lnTo>
                  <a:lnTo>
                    <a:pt x="112369" y="1549"/>
                  </a:lnTo>
                  <a:lnTo>
                    <a:pt x="106006" y="5778"/>
                  </a:lnTo>
                  <a:lnTo>
                    <a:pt x="101600" y="12115"/>
                  </a:lnTo>
                  <a:lnTo>
                    <a:pt x="99949" y="19939"/>
                  </a:lnTo>
                  <a:lnTo>
                    <a:pt x="99949" y="300101"/>
                  </a:lnTo>
                  <a:lnTo>
                    <a:pt x="96850" y="315468"/>
                  </a:lnTo>
                  <a:lnTo>
                    <a:pt x="88366" y="328206"/>
                  </a:lnTo>
                  <a:lnTo>
                    <a:pt x="75666" y="336892"/>
                  </a:lnTo>
                  <a:lnTo>
                    <a:pt x="59944" y="340106"/>
                  </a:lnTo>
                  <a:lnTo>
                    <a:pt x="20066" y="340106"/>
                  </a:lnTo>
                  <a:lnTo>
                    <a:pt x="12534" y="341655"/>
                  </a:lnTo>
                  <a:lnTo>
                    <a:pt x="6121" y="345884"/>
                  </a:lnTo>
                  <a:lnTo>
                    <a:pt x="1663" y="352221"/>
                  </a:lnTo>
                  <a:lnTo>
                    <a:pt x="0" y="360045"/>
                  </a:lnTo>
                  <a:lnTo>
                    <a:pt x="1663" y="367576"/>
                  </a:lnTo>
                  <a:lnTo>
                    <a:pt x="6121" y="373989"/>
                  </a:lnTo>
                  <a:lnTo>
                    <a:pt x="12534" y="378447"/>
                  </a:lnTo>
                  <a:lnTo>
                    <a:pt x="20066" y="380111"/>
                  </a:lnTo>
                  <a:lnTo>
                    <a:pt x="59944" y="380111"/>
                  </a:lnTo>
                  <a:lnTo>
                    <a:pt x="90957" y="373799"/>
                  </a:lnTo>
                  <a:lnTo>
                    <a:pt x="116357" y="356590"/>
                  </a:lnTo>
                  <a:lnTo>
                    <a:pt x="133515" y="331152"/>
                  </a:lnTo>
                  <a:lnTo>
                    <a:pt x="139827" y="300101"/>
                  </a:lnTo>
                  <a:lnTo>
                    <a:pt x="139827" y="19939"/>
                  </a:lnTo>
                  <a:close/>
                </a:path>
                <a:path w="439420" h="490219">
                  <a:moveTo>
                    <a:pt x="239776" y="19939"/>
                  </a:moveTo>
                  <a:lnTo>
                    <a:pt x="238213" y="12115"/>
                  </a:lnTo>
                  <a:lnTo>
                    <a:pt x="233946" y="5778"/>
                  </a:lnTo>
                  <a:lnTo>
                    <a:pt x="227609" y="1549"/>
                  </a:lnTo>
                  <a:lnTo>
                    <a:pt x="219837" y="0"/>
                  </a:lnTo>
                  <a:lnTo>
                    <a:pt x="212305" y="1549"/>
                  </a:lnTo>
                  <a:lnTo>
                    <a:pt x="205892" y="5778"/>
                  </a:lnTo>
                  <a:lnTo>
                    <a:pt x="201434" y="12115"/>
                  </a:lnTo>
                  <a:lnTo>
                    <a:pt x="199771" y="19939"/>
                  </a:lnTo>
                  <a:lnTo>
                    <a:pt x="199771" y="469646"/>
                  </a:lnTo>
                  <a:lnTo>
                    <a:pt x="201434" y="477558"/>
                  </a:lnTo>
                  <a:lnTo>
                    <a:pt x="205892" y="483920"/>
                  </a:lnTo>
                  <a:lnTo>
                    <a:pt x="212305" y="488175"/>
                  </a:lnTo>
                  <a:lnTo>
                    <a:pt x="219837" y="489712"/>
                  </a:lnTo>
                  <a:lnTo>
                    <a:pt x="227609" y="488175"/>
                  </a:lnTo>
                  <a:lnTo>
                    <a:pt x="233946" y="483920"/>
                  </a:lnTo>
                  <a:lnTo>
                    <a:pt x="238213" y="477558"/>
                  </a:lnTo>
                  <a:lnTo>
                    <a:pt x="239776" y="469646"/>
                  </a:lnTo>
                  <a:lnTo>
                    <a:pt x="239776" y="19939"/>
                  </a:lnTo>
                  <a:close/>
                </a:path>
                <a:path w="439420" h="490219">
                  <a:moveTo>
                    <a:pt x="439420" y="360045"/>
                  </a:moveTo>
                  <a:lnTo>
                    <a:pt x="437870" y="352221"/>
                  </a:lnTo>
                  <a:lnTo>
                    <a:pt x="433641" y="345884"/>
                  </a:lnTo>
                  <a:lnTo>
                    <a:pt x="427304" y="341655"/>
                  </a:lnTo>
                  <a:lnTo>
                    <a:pt x="419481" y="340106"/>
                  </a:lnTo>
                  <a:lnTo>
                    <a:pt x="379603" y="340106"/>
                  </a:lnTo>
                  <a:lnTo>
                    <a:pt x="364185" y="336892"/>
                  </a:lnTo>
                  <a:lnTo>
                    <a:pt x="351447" y="328206"/>
                  </a:lnTo>
                  <a:lnTo>
                    <a:pt x="342785" y="315468"/>
                  </a:lnTo>
                  <a:lnTo>
                    <a:pt x="339598" y="300101"/>
                  </a:lnTo>
                  <a:lnTo>
                    <a:pt x="339598" y="19939"/>
                  </a:lnTo>
                  <a:lnTo>
                    <a:pt x="338048" y="12115"/>
                  </a:lnTo>
                  <a:lnTo>
                    <a:pt x="333819" y="5778"/>
                  </a:lnTo>
                  <a:lnTo>
                    <a:pt x="327482" y="1549"/>
                  </a:lnTo>
                  <a:lnTo>
                    <a:pt x="319659" y="0"/>
                  </a:lnTo>
                  <a:lnTo>
                    <a:pt x="312127" y="1549"/>
                  </a:lnTo>
                  <a:lnTo>
                    <a:pt x="305714" y="5778"/>
                  </a:lnTo>
                  <a:lnTo>
                    <a:pt x="301256" y="12115"/>
                  </a:lnTo>
                  <a:lnTo>
                    <a:pt x="299593" y="19939"/>
                  </a:lnTo>
                  <a:lnTo>
                    <a:pt x="299593" y="300101"/>
                  </a:lnTo>
                  <a:lnTo>
                    <a:pt x="305892" y="331152"/>
                  </a:lnTo>
                  <a:lnTo>
                    <a:pt x="323062" y="356590"/>
                  </a:lnTo>
                  <a:lnTo>
                    <a:pt x="348500" y="373799"/>
                  </a:lnTo>
                  <a:lnTo>
                    <a:pt x="379603" y="380111"/>
                  </a:lnTo>
                  <a:lnTo>
                    <a:pt x="419481" y="380111"/>
                  </a:lnTo>
                  <a:lnTo>
                    <a:pt x="427304" y="378447"/>
                  </a:lnTo>
                  <a:lnTo>
                    <a:pt x="433641" y="373989"/>
                  </a:lnTo>
                  <a:lnTo>
                    <a:pt x="437870" y="367576"/>
                  </a:lnTo>
                  <a:lnTo>
                    <a:pt x="439420" y="36004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7069054" y="2809210"/>
              <a:ext cx="119833" cy="120044"/>
            </a:xfrm>
            <a:prstGeom prst="rect">
              <a:avLst/>
            </a:prstGeom>
          </p:spPr>
        </p:pic>
        <p:pic>
          <p:nvPicPr>
            <p:cNvPr id="190" name="object 190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6869283" y="2709134"/>
              <a:ext cx="119833" cy="120044"/>
            </a:xfrm>
            <a:prstGeom prst="rect">
              <a:avLst/>
            </a:prstGeom>
          </p:spPr>
        </p:pic>
        <p:pic>
          <p:nvPicPr>
            <p:cNvPr id="191" name="object 191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7268697" y="2709134"/>
              <a:ext cx="119833" cy="120044"/>
            </a:xfrm>
            <a:prstGeom prst="rect">
              <a:avLst/>
            </a:prstGeom>
          </p:spPr>
        </p:pic>
        <p:sp>
          <p:nvSpPr>
            <p:cNvPr id="192" name="object 192" descr=""/>
            <p:cNvSpPr/>
            <p:nvPr/>
          </p:nvSpPr>
          <p:spPr>
            <a:xfrm>
              <a:off x="16909288" y="2409824"/>
              <a:ext cx="439420" cy="490220"/>
            </a:xfrm>
            <a:custGeom>
              <a:avLst/>
              <a:gdLst/>
              <a:ahLst/>
              <a:cxnLst/>
              <a:rect l="l" t="t" r="r" b="b"/>
              <a:pathLst>
                <a:path w="439419" h="490219">
                  <a:moveTo>
                    <a:pt x="139827" y="20066"/>
                  </a:moveTo>
                  <a:lnTo>
                    <a:pt x="138277" y="12166"/>
                  </a:lnTo>
                  <a:lnTo>
                    <a:pt x="134023" y="5803"/>
                  </a:lnTo>
                  <a:lnTo>
                    <a:pt x="127660" y="1549"/>
                  </a:lnTo>
                  <a:lnTo>
                    <a:pt x="119761" y="0"/>
                  </a:lnTo>
                  <a:lnTo>
                    <a:pt x="112242" y="1549"/>
                  </a:lnTo>
                  <a:lnTo>
                    <a:pt x="105879" y="5803"/>
                  </a:lnTo>
                  <a:lnTo>
                    <a:pt x="101460" y="12166"/>
                  </a:lnTo>
                  <a:lnTo>
                    <a:pt x="99822" y="20066"/>
                  </a:lnTo>
                  <a:lnTo>
                    <a:pt x="99822" y="300101"/>
                  </a:lnTo>
                  <a:lnTo>
                    <a:pt x="96723" y="315468"/>
                  </a:lnTo>
                  <a:lnTo>
                    <a:pt x="88265" y="328206"/>
                  </a:lnTo>
                  <a:lnTo>
                    <a:pt x="75603" y="336892"/>
                  </a:lnTo>
                  <a:lnTo>
                    <a:pt x="59944" y="340106"/>
                  </a:lnTo>
                  <a:lnTo>
                    <a:pt x="19939" y="340106"/>
                  </a:lnTo>
                  <a:lnTo>
                    <a:pt x="12420" y="341680"/>
                  </a:lnTo>
                  <a:lnTo>
                    <a:pt x="6057" y="345948"/>
                  </a:lnTo>
                  <a:lnTo>
                    <a:pt x="1651" y="352323"/>
                  </a:lnTo>
                  <a:lnTo>
                    <a:pt x="0" y="360172"/>
                  </a:lnTo>
                  <a:lnTo>
                    <a:pt x="1651" y="367690"/>
                  </a:lnTo>
                  <a:lnTo>
                    <a:pt x="6057" y="374053"/>
                  </a:lnTo>
                  <a:lnTo>
                    <a:pt x="12420" y="378460"/>
                  </a:lnTo>
                  <a:lnTo>
                    <a:pt x="19939" y="380111"/>
                  </a:lnTo>
                  <a:lnTo>
                    <a:pt x="59944" y="380111"/>
                  </a:lnTo>
                  <a:lnTo>
                    <a:pt x="90957" y="373811"/>
                  </a:lnTo>
                  <a:lnTo>
                    <a:pt x="116357" y="356641"/>
                  </a:lnTo>
                  <a:lnTo>
                    <a:pt x="133515" y="331203"/>
                  </a:lnTo>
                  <a:lnTo>
                    <a:pt x="139827" y="300101"/>
                  </a:lnTo>
                  <a:lnTo>
                    <a:pt x="139827" y="20066"/>
                  </a:lnTo>
                  <a:close/>
                </a:path>
                <a:path w="439419" h="490219">
                  <a:moveTo>
                    <a:pt x="239649" y="20066"/>
                  </a:moveTo>
                  <a:lnTo>
                    <a:pt x="238099" y="12166"/>
                  </a:lnTo>
                  <a:lnTo>
                    <a:pt x="233870" y="5803"/>
                  </a:lnTo>
                  <a:lnTo>
                    <a:pt x="227533" y="1549"/>
                  </a:lnTo>
                  <a:lnTo>
                    <a:pt x="219710" y="0"/>
                  </a:lnTo>
                  <a:lnTo>
                    <a:pt x="212191" y="1549"/>
                  </a:lnTo>
                  <a:lnTo>
                    <a:pt x="205828" y="5803"/>
                  </a:lnTo>
                  <a:lnTo>
                    <a:pt x="201422" y="12166"/>
                  </a:lnTo>
                  <a:lnTo>
                    <a:pt x="199771" y="20066"/>
                  </a:lnTo>
                  <a:lnTo>
                    <a:pt x="199771" y="469773"/>
                  </a:lnTo>
                  <a:lnTo>
                    <a:pt x="201422" y="477634"/>
                  </a:lnTo>
                  <a:lnTo>
                    <a:pt x="205828" y="483997"/>
                  </a:lnTo>
                  <a:lnTo>
                    <a:pt x="212191" y="488276"/>
                  </a:lnTo>
                  <a:lnTo>
                    <a:pt x="219710" y="489839"/>
                  </a:lnTo>
                  <a:lnTo>
                    <a:pt x="227533" y="488276"/>
                  </a:lnTo>
                  <a:lnTo>
                    <a:pt x="233857" y="484009"/>
                  </a:lnTo>
                  <a:lnTo>
                    <a:pt x="238099" y="477634"/>
                  </a:lnTo>
                  <a:lnTo>
                    <a:pt x="239649" y="469773"/>
                  </a:lnTo>
                  <a:lnTo>
                    <a:pt x="239649" y="20066"/>
                  </a:lnTo>
                  <a:close/>
                </a:path>
                <a:path w="439419" h="490219">
                  <a:moveTo>
                    <a:pt x="439420" y="360172"/>
                  </a:moveTo>
                  <a:lnTo>
                    <a:pt x="437845" y="352323"/>
                  </a:lnTo>
                  <a:lnTo>
                    <a:pt x="433578" y="345948"/>
                  </a:lnTo>
                  <a:lnTo>
                    <a:pt x="427202" y="341680"/>
                  </a:lnTo>
                  <a:lnTo>
                    <a:pt x="419354" y="340106"/>
                  </a:lnTo>
                  <a:lnTo>
                    <a:pt x="379476" y="340106"/>
                  </a:lnTo>
                  <a:lnTo>
                    <a:pt x="364109" y="336892"/>
                  </a:lnTo>
                  <a:lnTo>
                    <a:pt x="351370" y="328206"/>
                  </a:lnTo>
                  <a:lnTo>
                    <a:pt x="342684" y="315468"/>
                  </a:lnTo>
                  <a:lnTo>
                    <a:pt x="339471" y="300101"/>
                  </a:lnTo>
                  <a:lnTo>
                    <a:pt x="339471" y="20066"/>
                  </a:lnTo>
                  <a:lnTo>
                    <a:pt x="337921" y="12166"/>
                  </a:lnTo>
                  <a:lnTo>
                    <a:pt x="333692" y="5803"/>
                  </a:lnTo>
                  <a:lnTo>
                    <a:pt x="327355" y="1549"/>
                  </a:lnTo>
                  <a:lnTo>
                    <a:pt x="319532" y="0"/>
                  </a:lnTo>
                  <a:lnTo>
                    <a:pt x="312013" y="1549"/>
                  </a:lnTo>
                  <a:lnTo>
                    <a:pt x="305650" y="5803"/>
                  </a:lnTo>
                  <a:lnTo>
                    <a:pt x="301231" y="12166"/>
                  </a:lnTo>
                  <a:lnTo>
                    <a:pt x="299593" y="20066"/>
                  </a:lnTo>
                  <a:lnTo>
                    <a:pt x="299593" y="300101"/>
                  </a:lnTo>
                  <a:lnTo>
                    <a:pt x="305892" y="331203"/>
                  </a:lnTo>
                  <a:lnTo>
                    <a:pt x="323049" y="356641"/>
                  </a:lnTo>
                  <a:lnTo>
                    <a:pt x="348449" y="373811"/>
                  </a:lnTo>
                  <a:lnTo>
                    <a:pt x="379476" y="380111"/>
                  </a:lnTo>
                  <a:lnTo>
                    <a:pt x="419354" y="380111"/>
                  </a:lnTo>
                  <a:lnTo>
                    <a:pt x="427202" y="378460"/>
                  </a:lnTo>
                  <a:lnTo>
                    <a:pt x="433578" y="374053"/>
                  </a:lnTo>
                  <a:lnTo>
                    <a:pt x="437845" y="367690"/>
                  </a:lnTo>
                  <a:lnTo>
                    <a:pt x="439420" y="36017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919599" y="6903690"/>
              <a:ext cx="119833" cy="120044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719955" y="6803614"/>
              <a:ext cx="119833" cy="120044"/>
            </a:xfrm>
            <a:prstGeom prst="rect">
              <a:avLst/>
            </a:prstGeom>
          </p:spPr>
        </p:pic>
        <p:pic>
          <p:nvPicPr>
            <p:cNvPr id="195" name="object 195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119370" y="6803614"/>
              <a:ext cx="119833" cy="120044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4759833" y="6504304"/>
              <a:ext cx="439420" cy="490220"/>
            </a:xfrm>
            <a:custGeom>
              <a:avLst/>
              <a:gdLst/>
              <a:ahLst/>
              <a:cxnLst/>
              <a:rect l="l" t="t" r="r" b="b"/>
              <a:pathLst>
                <a:path w="439420" h="490220">
                  <a:moveTo>
                    <a:pt x="139827" y="20066"/>
                  </a:moveTo>
                  <a:lnTo>
                    <a:pt x="138277" y="12217"/>
                  </a:lnTo>
                  <a:lnTo>
                    <a:pt x="134023" y="5842"/>
                  </a:lnTo>
                  <a:lnTo>
                    <a:pt x="127660" y="1574"/>
                  </a:lnTo>
                  <a:lnTo>
                    <a:pt x="119761" y="0"/>
                  </a:lnTo>
                  <a:lnTo>
                    <a:pt x="112318" y="1574"/>
                  </a:lnTo>
                  <a:lnTo>
                    <a:pt x="105994" y="5842"/>
                  </a:lnTo>
                  <a:lnTo>
                    <a:pt x="101587" y="12217"/>
                  </a:lnTo>
                  <a:lnTo>
                    <a:pt x="99949" y="20066"/>
                  </a:lnTo>
                  <a:lnTo>
                    <a:pt x="99949" y="300101"/>
                  </a:lnTo>
                  <a:lnTo>
                    <a:pt x="96837" y="315544"/>
                  </a:lnTo>
                  <a:lnTo>
                    <a:pt x="88328" y="328320"/>
                  </a:lnTo>
                  <a:lnTo>
                    <a:pt x="75615" y="337019"/>
                  </a:lnTo>
                  <a:lnTo>
                    <a:pt x="59944" y="340233"/>
                  </a:lnTo>
                  <a:lnTo>
                    <a:pt x="19939" y="340233"/>
                  </a:lnTo>
                  <a:lnTo>
                    <a:pt x="12420" y="341782"/>
                  </a:lnTo>
                  <a:lnTo>
                    <a:pt x="6057" y="346011"/>
                  </a:lnTo>
                  <a:lnTo>
                    <a:pt x="1651" y="352348"/>
                  </a:lnTo>
                  <a:lnTo>
                    <a:pt x="0" y="360172"/>
                  </a:lnTo>
                  <a:lnTo>
                    <a:pt x="1651" y="367703"/>
                  </a:lnTo>
                  <a:lnTo>
                    <a:pt x="6057" y="374116"/>
                  </a:lnTo>
                  <a:lnTo>
                    <a:pt x="12420" y="378574"/>
                  </a:lnTo>
                  <a:lnTo>
                    <a:pt x="19939" y="380238"/>
                  </a:lnTo>
                  <a:lnTo>
                    <a:pt x="59944" y="380238"/>
                  </a:lnTo>
                  <a:lnTo>
                    <a:pt x="90957" y="373926"/>
                  </a:lnTo>
                  <a:lnTo>
                    <a:pt x="116357" y="356704"/>
                  </a:lnTo>
                  <a:lnTo>
                    <a:pt x="133515" y="331216"/>
                  </a:lnTo>
                  <a:lnTo>
                    <a:pt x="139827" y="300101"/>
                  </a:lnTo>
                  <a:lnTo>
                    <a:pt x="139827" y="20066"/>
                  </a:lnTo>
                  <a:close/>
                </a:path>
                <a:path w="439420" h="490220">
                  <a:moveTo>
                    <a:pt x="239649" y="20066"/>
                  </a:moveTo>
                  <a:lnTo>
                    <a:pt x="238099" y="12217"/>
                  </a:lnTo>
                  <a:lnTo>
                    <a:pt x="233870" y="5842"/>
                  </a:lnTo>
                  <a:lnTo>
                    <a:pt x="227533" y="1574"/>
                  </a:lnTo>
                  <a:lnTo>
                    <a:pt x="219710" y="0"/>
                  </a:lnTo>
                  <a:lnTo>
                    <a:pt x="212191" y="1574"/>
                  </a:lnTo>
                  <a:lnTo>
                    <a:pt x="205828" y="5842"/>
                  </a:lnTo>
                  <a:lnTo>
                    <a:pt x="201422" y="12217"/>
                  </a:lnTo>
                  <a:lnTo>
                    <a:pt x="199771" y="20066"/>
                  </a:lnTo>
                  <a:lnTo>
                    <a:pt x="199771" y="469773"/>
                  </a:lnTo>
                  <a:lnTo>
                    <a:pt x="201422" y="477634"/>
                  </a:lnTo>
                  <a:lnTo>
                    <a:pt x="205828" y="484009"/>
                  </a:lnTo>
                  <a:lnTo>
                    <a:pt x="212191" y="488276"/>
                  </a:lnTo>
                  <a:lnTo>
                    <a:pt x="219710" y="489851"/>
                  </a:lnTo>
                  <a:lnTo>
                    <a:pt x="227533" y="488276"/>
                  </a:lnTo>
                  <a:lnTo>
                    <a:pt x="233870" y="483997"/>
                  </a:lnTo>
                  <a:lnTo>
                    <a:pt x="238099" y="477634"/>
                  </a:lnTo>
                  <a:lnTo>
                    <a:pt x="239649" y="469773"/>
                  </a:lnTo>
                  <a:lnTo>
                    <a:pt x="239649" y="20066"/>
                  </a:lnTo>
                  <a:close/>
                </a:path>
                <a:path w="439420" h="490220">
                  <a:moveTo>
                    <a:pt x="439420" y="360172"/>
                  </a:moveTo>
                  <a:lnTo>
                    <a:pt x="437870" y="352348"/>
                  </a:lnTo>
                  <a:lnTo>
                    <a:pt x="433616" y="346011"/>
                  </a:lnTo>
                  <a:lnTo>
                    <a:pt x="427253" y="341782"/>
                  </a:lnTo>
                  <a:lnTo>
                    <a:pt x="419354" y="340233"/>
                  </a:lnTo>
                  <a:lnTo>
                    <a:pt x="379476" y="340233"/>
                  </a:lnTo>
                  <a:lnTo>
                    <a:pt x="364109" y="337019"/>
                  </a:lnTo>
                  <a:lnTo>
                    <a:pt x="351370" y="328320"/>
                  </a:lnTo>
                  <a:lnTo>
                    <a:pt x="342684" y="315544"/>
                  </a:lnTo>
                  <a:lnTo>
                    <a:pt x="339471" y="300101"/>
                  </a:lnTo>
                  <a:lnTo>
                    <a:pt x="339471" y="20066"/>
                  </a:lnTo>
                  <a:lnTo>
                    <a:pt x="337921" y="12217"/>
                  </a:lnTo>
                  <a:lnTo>
                    <a:pt x="333692" y="5842"/>
                  </a:lnTo>
                  <a:lnTo>
                    <a:pt x="327355" y="1574"/>
                  </a:lnTo>
                  <a:lnTo>
                    <a:pt x="319532" y="0"/>
                  </a:lnTo>
                  <a:lnTo>
                    <a:pt x="312013" y="1574"/>
                  </a:lnTo>
                  <a:lnTo>
                    <a:pt x="305650" y="5842"/>
                  </a:lnTo>
                  <a:lnTo>
                    <a:pt x="301244" y="12217"/>
                  </a:lnTo>
                  <a:lnTo>
                    <a:pt x="299593" y="20066"/>
                  </a:lnTo>
                  <a:lnTo>
                    <a:pt x="299593" y="300101"/>
                  </a:lnTo>
                  <a:lnTo>
                    <a:pt x="305892" y="331216"/>
                  </a:lnTo>
                  <a:lnTo>
                    <a:pt x="323049" y="356704"/>
                  </a:lnTo>
                  <a:lnTo>
                    <a:pt x="348449" y="373926"/>
                  </a:lnTo>
                  <a:lnTo>
                    <a:pt x="379476" y="380238"/>
                  </a:lnTo>
                  <a:lnTo>
                    <a:pt x="419354" y="380238"/>
                  </a:lnTo>
                  <a:lnTo>
                    <a:pt x="427253" y="378574"/>
                  </a:lnTo>
                  <a:lnTo>
                    <a:pt x="433616" y="374116"/>
                  </a:lnTo>
                  <a:lnTo>
                    <a:pt x="437870" y="367703"/>
                  </a:lnTo>
                  <a:lnTo>
                    <a:pt x="439420" y="36017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6909542" y="6981922"/>
              <a:ext cx="119833" cy="120044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6709770" y="6881846"/>
              <a:ext cx="119833" cy="120044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7109185" y="6881846"/>
              <a:ext cx="119833" cy="120044"/>
            </a:xfrm>
            <a:prstGeom prst="rect">
              <a:avLst/>
            </a:prstGeom>
          </p:spPr>
        </p:pic>
        <p:sp>
          <p:nvSpPr>
            <p:cNvPr id="200" name="object 200" descr=""/>
            <p:cNvSpPr/>
            <p:nvPr/>
          </p:nvSpPr>
          <p:spPr>
            <a:xfrm>
              <a:off x="16749776" y="6582536"/>
              <a:ext cx="439420" cy="490220"/>
            </a:xfrm>
            <a:custGeom>
              <a:avLst/>
              <a:gdLst/>
              <a:ahLst/>
              <a:cxnLst/>
              <a:rect l="l" t="t" r="r" b="b"/>
              <a:pathLst>
                <a:path w="439419" h="490220">
                  <a:moveTo>
                    <a:pt x="139827" y="20066"/>
                  </a:moveTo>
                  <a:lnTo>
                    <a:pt x="138252" y="12217"/>
                  </a:lnTo>
                  <a:lnTo>
                    <a:pt x="133985" y="5842"/>
                  </a:lnTo>
                  <a:lnTo>
                    <a:pt x="127609" y="1574"/>
                  </a:lnTo>
                  <a:lnTo>
                    <a:pt x="119761" y="0"/>
                  </a:lnTo>
                  <a:lnTo>
                    <a:pt x="112242" y="1574"/>
                  </a:lnTo>
                  <a:lnTo>
                    <a:pt x="105879" y="5854"/>
                  </a:lnTo>
                  <a:lnTo>
                    <a:pt x="101473" y="12217"/>
                  </a:lnTo>
                  <a:lnTo>
                    <a:pt x="99822" y="20066"/>
                  </a:lnTo>
                  <a:lnTo>
                    <a:pt x="99822" y="300228"/>
                  </a:lnTo>
                  <a:lnTo>
                    <a:pt x="96723" y="315595"/>
                  </a:lnTo>
                  <a:lnTo>
                    <a:pt x="88239" y="328333"/>
                  </a:lnTo>
                  <a:lnTo>
                    <a:pt x="75539" y="337019"/>
                  </a:lnTo>
                  <a:lnTo>
                    <a:pt x="59817" y="340233"/>
                  </a:lnTo>
                  <a:lnTo>
                    <a:pt x="19939" y="340233"/>
                  </a:lnTo>
                  <a:lnTo>
                    <a:pt x="12420" y="341782"/>
                  </a:lnTo>
                  <a:lnTo>
                    <a:pt x="6057" y="346011"/>
                  </a:lnTo>
                  <a:lnTo>
                    <a:pt x="1651" y="352348"/>
                  </a:lnTo>
                  <a:lnTo>
                    <a:pt x="0" y="360172"/>
                  </a:lnTo>
                  <a:lnTo>
                    <a:pt x="1651" y="367703"/>
                  </a:lnTo>
                  <a:lnTo>
                    <a:pt x="6057" y="374116"/>
                  </a:lnTo>
                  <a:lnTo>
                    <a:pt x="12420" y="378574"/>
                  </a:lnTo>
                  <a:lnTo>
                    <a:pt x="19939" y="380238"/>
                  </a:lnTo>
                  <a:lnTo>
                    <a:pt x="59817" y="380238"/>
                  </a:lnTo>
                  <a:lnTo>
                    <a:pt x="90906" y="373926"/>
                  </a:lnTo>
                  <a:lnTo>
                    <a:pt x="116344" y="356717"/>
                  </a:lnTo>
                  <a:lnTo>
                    <a:pt x="133515" y="331279"/>
                  </a:lnTo>
                  <a:lnTo>
                    <a:pt x="139827" y="300228"/>
                  </a:lnTo>
                  <a:lnTo>
                    <a:pt x="139827" y="20066"/>
                  </a:lnTo>
                  <a:close/>
                </a:path>
                <a:path w="439419" h="490220">
                  <a:moveTo>
                    <a:pt x="239649" y="20066"/>
                  </a:moveTo>
                  <a:lnTo>
                    <a:pt x="238099" y="12217"/>
                  </a:lnTo>
                  <a:lnTo>
                    <a:pt x="233870" y="5842"/>
                  </a:lnTo>
                  <a:lnTo>
                    <a:pt x="227533" y="1574"/>
                  </a:lnTo>
                  <a:lnTo>
                    <a:pt x="219710" y="0"/>
                  </a:lnTo>
                  <a:lnTo>
                    <a:pt x="212178" y="1574"/>
                  </a:lnTo>
                  <a:lnTo>
                    <a:pt x="205765" y="5854"/>
                  </a:lnTo>
                  <a:lnTo>
                    <a:pt x="201307" y="12217"/>
                  </a:lnTo>
                  <a:lnTo>
                    <a:pt x="199644" y="20066"/>
                  </a:lnTo>
                  <a:lnTo>
                    <a:pt x="199644" y="469773"/>
                  </a:lnTo>
                  <a:lnTo>
                    <a:pt x="201307" y="477685"/>
                  </a:lnTo>
                  <a:lnTo>
                    <a:pt x="205765" y="484047"/>
                  </a:lnTo>
                  <a:lnTo>
                    <a:pt x="212178" y="488302"/>
                  </a:lnTo>
                  <a:lnTo>
                    <a:pt x="219710" y="489839"/>
                  </a:lnTo>
                  <a:lnTo>
                    <a:pt x="227533" y="488302"/>
                  </a:lnTo>
                  <a:lnTo>
                    <a:pt x="233857" y="484047"/>
                  </a:lnTo>
                  <a:lnTo>
                    <a:pt x="238099" y="477685"/>
                  </a:lnTo>
                  <a:lnTo>
                    <a:pt x="239649" y="469773"/>
                  </a:lnTo>
                  <a:lnTo>
                    <a:pt x="239649" y="20066"/>
                  </a:lnTo>
                  <a:close/>
                </a:path>
                <a:path w="439419" h="490220">
                  <a:moveTo>
                    <a:pt x="439420" y="360172"/>
                  </a:moveTo>
                  <a:lnTo>
                    <a:pt x="437845" y="352348"/>
                  </a:lnTo>
                  <a:lnTo>
                    <a:pt x="433578" y="346011"/>
                  </a:lnTo>
                  <a:lnTo>
                    <a:pt x="427202" y="341782"/>
                  </a:lnTo>
                  <a:lnTo>
                    <a:pt x="419354" y="340233"/>
                  </a:lnTo>
                  <a:lnTo>
                    <a:pt x="379476" y="340233"/>
                  </a:lnTo>
                  <a:lnTo>
                    <a:pt x="364109" y="337019"/>
                  </a:lnTo>
                  <a:lnTo>
                    <a:pt x="351370" y="328333"/>
                  </a:lnTo>
                  <a:lnTo>
                    <a:pt x="342684" y="315595"/>
                  </a:lnTo>
                  <a:lnTo>
                    <a:pt x="339471" y="300228"/>
                  </a:lnTo>
                  <a:lnTo>
                    <a:pt x="339471" y="20066"/>
                  </a:lnTo>
                  <a:lnTo>
                    <a:pt x="337921" y="12217"/>
                  </a:lnTo>
                  <a:lnTo>
                    <a:pt x="333692" y="5842"/>
                  </a:lnTo>
                  <a:lnTo>
                    <a:pt x="327355" y="1574"/>
                  </a:lnTo>
                  <a:lnTo>
                    <a:pt x="319532" y="0"/>
                  </a:lnTo>
                  <a:lnTo>
                    <a:pt x="312013" y="1574"/>
                  </a:lnTo>
                  <a:lnTo>
                    <a:pt x="305650" y="5854"/>
                  </a:lnTo>
                  <a:lnTo>
                    <a:pt x="301244" y="12217"/>
                  </a:lnTo>
                  <a:lnTo>
                    <a:pt x="299593" y="20066"/>
                  </a:lnTo>
                  <a:lnTo>
                    <a:pt x="299593" y="300228"/>
                  </a:lnTo>
                  <a:lnTo>
                    <a:pt x="305892" y="331279"/>
                  </a:lnTo>
                  <a:lnTo>
                    <a:pt x="323049" y="356717"/>
                  </a:lnTo>
                  <a:lnTo>
                    <a:pt x="348449" y="373926"/>
                  </a:lnTo>
                  <a:lnTo>
                    <a:pt x="379476" y="380238"/>
                  </a:lnTo>
                  <a:lnTo>
                    <a:pt x="419354" y="380238"/>
                  </a:lnTo>
                  <a:lnTo>
                    <a:pt x="427202" y="378574"/>
                  </a:lnTo>
                  <a:lnTo>
                    <a:pt x="433578" y="374116"/>
                  </a:lnTo>
                  <a:lnTo>
                    <a:pt x="437845" y="367703"/>
                  </a:lnTo>
                  <a:lnTo>
                    <a:pt x="439420" y="36017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>
            <a:spLocks noGrp="1"/>
          </p:cNvSpPr>
          <p:nvPr>
            <p:ph type="title"/>
          </p:nvPr>
        </p:nvSpPr>
        <p:spPr>
          <a:xfrm>
            <a:off x="2525648" y="356997"/>
            <a:ext cx="12757150" cy="6051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00">
                <a:solidFill>
                  <a:srgbClr val="173360"/>
                </a:solidFill>
              </a:rPr>
              <a:t>데이터</a:t>
            </a:r>
            <a:r>
              <a:rPr dirty="0" sz="3800" spc="-15">
                <a:solidFill>
                  <a:srgbClr val="173360"/>
                </a:solidFill>
              </a:rPr>
              <a:t> </a:t>
            </a:r>
            <a:r>
              <a:rPr dirty="0" sz="3800">
                <a:solidFill>
                  <a:srgbClr val="173360"/>
                </a:solidFill>
              </a:rPr>
              <a:t>스트리밍은</a:t>
            </a:r>
            <a:r>
              <a:rPr dirty="0" sz="3800" spc="-20">
                <a:solidFill>
                  <a:srgbClr val="173360"/>
                </a:solidFill>
              </a:rPr>
              <a:t> </a:t>
            </a:r>
            <a:r>
              <a:rPr dirty="0" sz="3800">
                <a:solidFill>
                  <a:srgbClr val="173360"/>
                </a:solidFill>
              </a:rPr>
              <a:t>금융</a:t>
            </a:r>
            <a:r>
              <a:rPr dirty="0" sz="3800" spc="-5">
                <a:solidFill>
                  <a:srgbClr val="173360"/>
                </a:solidFill>
              </a:rPr>
              <a:t> </a:t>
            </a:r>
            <a:r>
              <a:rPr dirty="0" sz="3800">
                <a:solidFill>
                  <a:srgbClr val="173360"/>
                </a:solidFill>
              </a:rPr>
              <a:t>서비스</a:t>
            </a:r>
            <a:r>
              <a:rPr dirty="0" sz="3800" spc="-5">
                <a:solidFill>
                  <a:srgbClr val="173360"/>
                </a:solidFill>
              </a:rPr>
              <a:t> </a:t>
            </a:r>
            <a:r>
              <a:rPr dirty="0" sz="3800">
                <a:solidFill>
                  <a:srgbClr val="173360"/>
                </a:solidFill>
              </a:rPr>
              <a:t>산업에서</a:t>
            </a:r>
            <a:r>
              <a:rPr dirty="0" sz="3800" spc="-15">
                <a:solidFill>
                  <a:srgbClr val="173360"/>
                </a:solidFill>
              </a:rPr>
              <a:t> </a:t>
            </a:r>
            <a:r>
              <a:rPr dirty="0" sz="3800">
                <a:solidFill>
                  <a:srgbClr val="173360"/>
                </a:solidFill>
              </a:rPr>
              <a:t>매우</a:t>
            </a:r>
            <a:r>
              <a:rPr dirty="0" sz="3800" spc="-20">
                <a:solidFill>
                  <a:srgbClr val="173360"/>
                </a:solidFill>
              </a:rPr>
              <a:t> </a:t>
            </a:r>
            <a:r>
              <a:rPr dirty="0" sz="3800" spc="-10">
                <a:solidFill>
                  <a:srgbClr val="173360"/>
                </a:solidFill>
              </a:rPr>
              <a:t>중요합니다.</a:t>
            </a:r>
            <a:endParaRPr sz="3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215865" y="946139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20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5831" rIns="0" bIns="0" rtlCol="0" vert="horz">
            <a:spAutoFit/>
          </a:bodyPr>
          <a:lstStyle/>
          <a:p>
            <a:pPr marL="215582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금융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서비스의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스트리밍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사례*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02842" y="9705238"/>
            <a:ext cx="2921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70" i="1">
                <a:latin typeface="Calibri"/>
                <a:cs typeface="Calibri"/>
              </a:rPr>
              <a:t>*Download</a:t>
            </a:r>
            <a:r>
              <a:rPr dirty="0" sz="1600" spc="110" i="1">
                <a:latin typeface="Calibri"/>
                <a:cs typeface="Calibri"/>
              </a:rPr>
              <a:t> </a:t>
            </a:r>
            <a:r>
              <a:rPr dirty="0" sz="1600" spc="180" i="1">
                <a:latin typeface="Calibri"/>
                <a:cs typeface="Calibri"/>
              </a:rPr>
              <a:t>the</a:t>
            </a:r>
            <a:r>
              <a:rPr dirty="0" sz="1600" spc="75" i="1">
                <a:latin typeface="Calibri"/>
                <a:cs typeface="Calibri"/>
              </a:rPr>
              <a:t> </a:t>
            </a:r>
            <a:r>
              <a:rPr dirty="0" u="sng" sz="1600" spc="165" i="1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Calibri"/>
                <a:cs typeface="Calibri"/>
                <a:hlinkClick r:id="rId2"/>
              </a:rPr>
              <a:t>WhitePaper</a:t>
            </a:r>
            <a:r>
              <a:rPr dirty="0" u="none" sz="1600" spc="165" i="1">
                <a:latin typeface="Calibri"/>
                <a:cs typeface="Calibri"/>
              </a:rPr>
              <a:t>!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231310" y="2039111"/>
            <a:ext cx="4522470" cy="2127885"/>
            <a:chOff x="1231310" y="2039111"/>
            <a:chExt cx="4522470" cy="212788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1310" y="2101441"/>
              <a:ext cx="4522084" cy="191838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9403" y="2039111"/>
              <a:ext cx="3059811" cy="212788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447418" y="2364612"/>
              <a:ext cx="3853815" cy="1087120"/>
            </a:xfrm>
            <a:custGeom>
              <a:avLst/>
              <a:gdLst/>
              <a:ahLst/>
              <a:cxnLst/>
              <a:rect l="l" t="t" r="r" b="b"/>
              <a:pathLst>
                <a:path w="3853815" h="1087120">
                  <a:moveTo>
                    <a:pt x="3310508" y="0"/>
                  </a:moveTo>
                  <a:lnTo>
                    <a:pt x="543306" y="0"/>
                  </a:lnTo>
                  <a:lnTo>
                    <a:pt x="496421" y="1993"/>
                  </a:lnTo>
                  <a:lnTo>
                    <a:pt x="450645" y="7867"/>
                  </a:lnTo>
                  <a:lnTo>
                    <a:pt x="406141" y="17456"/>
                  </a:lnTo>
                  <a:lnTo>
                    <a:pt x="363072" y="30599"/>
                  </a:lnTo>
                  <a:lnTo>
                    <a:pt x="321599" y="47132"/>
                  </a:lnTo>
                  <a:lnTo>
                    <a:pt x="281888" y="66892"/>
                  </a:lnTo>
                  <a:lnTo>
                    <a:pt x="244100" y="89716"/>
                  </a:lnTo>
                  <a:lnTo>
                    <a:pt x="208398" y="115442"/>
                  </a:lnTo>
                  <a:lnTo>
                    <a:pt x="174946" y="143907"/>
                  </a:lnTo>
                  <a:lnTo>
                    <a:pt x="143907" y="174946"/>
                  </a:lnTo>
                  <a:lnTo>
                    <a:pt x="115442" y="208398"/>
                  </a:lnTo>
                  <a:lnTo>
                    <a:pt x="89716" y="244100"/>
                  </a:lnTo>
                  <a:lnTo>
                    <a:pt x="66892" y="281888"/>
                  </a:lnTo>
                  <a:lnTo>
                    <a:pt x="47132" y="321599"/>
                  </a:lnTo>
                  <a:lnTo>
                    <a:pt x="30599" y="363072"/>
                  </a:lnTo>
                  <a:lnTo>
                    <a:pt x="17456" y="406141"/>
                  </a:lnTo>
                  <a:lnTo>
                    <a:pt x="7867" y="450645"/>
                  </a:lnTo>
                  <a:lnTo>
                    <a:pt x="1993" y="496421"/>
                  </a:lnTo>
                  <a:lnTo>
                    <a:pt x="0" y="543305"/>
                  </a:lnTo>
                  <a:lnTo>
                    <a:pt x="1993" y="590190"/>
                  </a:lnTo>
                  <a:lnTo>
                    <a:pt x="7867" y="635966"/>
                  </a:lnTo>
                  <a:lnTo>
                    <a:pt x="17456" y="680470"/>
                  </a:lnTo>
                  <a:lnTo>
                    <a:pt x="30599" y="723539"/>
                  </a:lnTo>
                  <a:lnTo>
                    <a:pt x="47132" y="765012"/>
                  </a:lnTo>
                  <a:lnTo>
                    <a:pt x="66892" y="804723"/>
                  </a:lnTo>
                  <a:lnTo>
                    <a:pt x="89716" y="842511"/>
                  </a:lnTo>
                  <a:lnTo>
                    <a:pt x="115442" y="878213"/>
                  </a:lnTo>
                  <a:lnTo>
                    <a:pt x="143907" y="911665"/>
                  </a:lnTo>
                  <a:lnTo>
                    <a:pt x="174946" y="942704"/>
                  </a:lnTo>
                  <a:lnTo>
                    <a:pt x="208398" y="971169"/>
                  </a:lnTo>
                  <a:lnTo>
                    <a:pt x="244100" y="996895"/>
                  </a:lnTo>
                  <a:lnTo>
                    <a:pt x="281888" y="1019719"/>
                  </a:lnTo>
                  <a:lnTo>
                    <a:pt x="321599" y="1039479"/>
                  </a:lnTo>
                  <a:lnTo>
                    <a:pt x="363072" y="1056012"/>
                  </a:lnTo>
                  <a:lnTo>
                    <a:pt x="406141" y="1069155"/>
                  </a:lnTo>
                  <a:lnTo>
                    <a:pt x="450645" y="1078744"/>
                  </a:lnTo>
                  <a:lnTo>
                    <a:pt x="496421" y="1084618"/>
                  </a:lnTo>
                  <a:lnTo>
                    <a:pt x="543306" y="1086611"/>
                  </a:lnTo>
                  <a:lnTo>
                    <a:pt x="3310508" y="1086611"/>
                  </a:lnTo>
                  <a:lnTo>
                    <a:pt x="3357375" y="1084618"/>
                  </a:lnTo>
                  <a:lnTo>
                    <a:pt x="3403137" y="1078744"/>
                  </a:lnTo>
                  <a:lnTo>
                    <a:pt x="3447630" y="1069155"/>
                  </a:lnTo>
                  <a:lnTo>
                    <a:pt x="3490692" y="1056012"/>
                  </a:lnTo>
                  <a:lnTo>
                    <a:pt x="3532160" y="1039479"/>
                  </a:lnTo>
                  <a:lnTo>
                    <a:pt x="3571870" y="1019719"/>
                  </a:lnTo>
                  <a:lnTo>
                    <a:pt x="3609658" y="996895"/>
                  </a:lnTo>
                  <a:lnTo>
                    <a:pt x="3645362" y="971169"/>
                  </a:lnTo>
                  <a:lnTo>
                    <a:pt x="3678818" y="942704"/>
                  </a:lnTo>
                  <a:lnTo>
                    <a:pt x="3709862" y="911665"/>
                  </a:lnTo>
                  <a:lnTo>
                    <a:pt x="3738333" y="878213"/>
                  </a:lnTo>
                  <a:lnTo>
                    <a:pt x="3764065" y="842511"/>
                  </a:lnTo>
                  <a:lnTo>
                    <a:pt x="3786896" y="804723"/>
                  </a:lnTo>
                  <a:lnTo>
                    <a:pt x="3806663" y="765012"/>
                  </a:lnTo>
                  <a:lnTo>
                    <a:pt x="3823202" y="723539"/>
                  </a:lnTo>
                  <a:lnTo>
                    <a:pt x="3836350" y="680470"/>
                  </a:lnTo>
                  <a:lnTo>
                    <a:pt x="3845944" y="635966"/>
                  </a:lnTo>
                  <a:lnTo>
                    <a:pt x="3851820" y="590190"/>
                  </a:lnTo>
                  <a:lnTo>
                    <a:pt x="3853815" y="543305"/>
                  </a:lnTo>
                  <a:lnTo>
                    <a:pt x="3851820" y="496421"/>
                  </a:lnTo>
                  <a:lnTo>
                    <a:pt x="3845944" y="450645"/>
                  </a:lnTo>
                  <a:lnTo>
                    <a:pt x="3836350" y="406141"/>
                  </a:lnTo>
                  <a:lnTo>
                    <a:pt x="3823202" y="363072"/>
                  </a:lnTo>
                  <a:lnTo>
                    <a:pt x="3806663" y="321599"/>
                  </a:lnTo>
                  <a:lnTo>
                    <a:pt x="3786896" y="281888"/>
                  </a:lnTo>
                  <a:lnTo>
                    <a:pt x="3764065" y="244100"/>
                  </a:lnTo>
                  <a:lnTo>
                    <a:pt x="3738333" y="208398"/>
                  </a:lnTo>
                  <a:lnTo>
                    <a:pt x="3709862" y="174946"/>
                  </a:lnTo>
                  <a:lnTo>
                    <a:pt x="3678818" y="143907"/>
                  </a:lnTo>
                  <a:lnTo>
                    <a:pt x="3645362" y="115442"/>
                  </a:lnTo>
                  <a:lnTo>
                    <a:pt x="3609658" y="89716"/>
                  </a:lnTo>
                  <a:lnTo>
                    <a:pt x="3571870" y="66892"/>
                  </a:lnTo>
                  <a:lnTo>
                    <a:pt x="3532160" y="47132"/>
                  </a:lnTo>
                  <a:lnTo>
                    <a:pt x="3490692" y="30599"/>
                  </a:lnTo>
                  <a:lnTo>
                    <a:pt x="3447630" y="17456"/>
                  </a:lnTo>
                  <a:lnTo>
                    <a:pt x="3403137" y="7867"/>
                  </a:lnTo>
                  <a:lnTo>
                    <a:pt x="3357375" y="1993"/>
                  </a:lnTo>
                  <a:lnTo>
                    <a:pt x="3310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782570" y="2469921"/>
            <a:ext cx="1517015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290" b="1">
                <a:solidFill>
                  <a:srgbClr val="221F1F"/>
                </a:solidFill>
                <a:latin typeface="Calibri"/>
                <a:cs typeface="Calibri"/>
              </a:rPr>
              <a:t>Consumer </a:t>
            </a:r>
            <a:r>
              <a:rPr dirty="0" sz="2200" spc="300" b="1">
                <a:solidFill>
                  <a:srgbClr val="221F1F"/>
                </a:solidFill>
                <a:latin typeface="Calibri"/>
                <a:cs typeface="Calibri"/>
              </a:rPr>
              <a:t>Banking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08303" y="2607817"/>
            <a:ext cx="5006975" cy="2907030"/>
            <a:chOff x="908303" y="2607817"/>
            <a:chExt cx="5006975" cy="2907030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5672" y="2979553"/>
              <a:ext cx="351142" cy="6196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998395" y="2607817"/>
              <a:ext cx="535305" cy="537210"/>
            </a:xfrm>
            <a:custGeom>
              <a:avLst/>
              <a:gdLst/>
              <a:ahLst/>
              <a:cxnLst/>
              <a:rect l="l" t="t" r="r" b="b"/>
              <a:pathLst>
                <a:path w="535305" h="537210">
                  <a:moveTo>
                    <a:pt x="534746" y="494030"/>
                  </a:moveTo>
                  <a:lnTo>
                    <a:pt x="527088" y="449262"/>
                  </a:lnTo>
                  <a:lnTo>
                    <a:pt x="512292" y="407339"/>
                  </a:lnTo>
                  <a:lnTo>
                    <a:pt x="492582" y="371678"/>
                  </a:lnTo>
                  <a:lnTo>
                    <a:pt x="492582" y="495681"/>
                  </a:lnTo>
                  <a:lnTo>
                    <a:pt x="39827" y="495681"/>
                  </a:lnTo>
                  <a:lnTo>
                    <a:pt x="49936" y="447814"/>
                  </a:lnTo>
                  <a:lnTo>
                    <a:pt x="69532" y="404152"/>
                  </a:lnTo>
                  <a:lnTo>
                    <a:pt x="97370" y="365836"/>
                  </a:lnTo>
                  <a:lnTo>
                    <a:pt x="132207" y="334035"/>
                  </a:lnTo>
                  <a:lnTo>
                    <a:pt x="172796" y="309880"/>
                  </a:lnTo>
                  <a:lnTo>
                    <a:pt x="217893" y="294551"/>
                  </a:lnTo>
                  <a:lnTo>
                    <a:pt x="266268" y="289179"/>
                  </a:lnTo>
                  <a:lnTo>
                    <a:pt x="314896" y="294551"/>
                  </a:lnTo>
                  <a:lnTo>
                    <a:pt x="360172" y="309880"/>
                  </a:lnTo>
                  <a:lnTo>
                    <a:pt x="400824" y="334035"/>
                  </a:lnTo>
                  <a:lnTo>
                    <a:pt x="435635" y="365836"/>
                  </a:lnTo>
                  <a:lnTo>
                    <a:pt x="463359" y="404152"/>
                  </a:lnTo>
                  <a:lnTo>
                    <a:pt x="482752" y="447814"/>
                  </a:lnTo>
                  <a:lnTo>
                    <a:pt x="492582" y="495681"/>
                  </a:lnTo>
                  <a:lnTo>
                    <a:pt x="492582" y="371678"/>
                  </a:lnTo>
                  <a:lnTo>
                    <a:pt x="464045" y="334594"/>
                  </a:lnTo>
                  <a:lnTo>
                    <a:pt x="431977" y="305066"/>
                  </a:lnTo>
                  <a:lnTo>
                    <a:pt x="395554" y="280974"/>
                  </a:lnTo>
                  <a:lnTo>
                    <a:pt x="355460" y="262966"/>
                  </a:lnTo>
                  <a:lnTo>
                    <a:pt x="323227" y="254533"/>
                  </a:lnTo>
                  <a:lnTo>
                    <a:pt x="346176" y="242760"/>
                  </a:lnTo>
                  <a:lnTo>
                    <a:pt x="361911" y="227203"/>
                  </a:lnTo>
                  <a:lnTo>
                    <a:pt x="375437" y="213842"/>
                  </a:lnTo>
                  <a:lnTo>
                    <a:pt x="394703" y="177076"/>
                  </a:lnTo>
                  <a:lnTo>
                    <a:pt x="401650" y="134620"/>
                  </a:lnTo>
                  <a:lnTo>
                    <a:pt x="394779" y="92049"/>
                  </a:lnTo>
                  <a:lnTo>
                    <a:pt x="375653" y="55092"/>
                  </a:lnTo>
                  <a:lnTo>
                    <a:pt x="361835" y="41275"/>
                  </a:lnTo>
                  <a:lnTo>
                    <a:pt x="360375" y="39827"/>
                  </a:lnTo>
                  <a:lnTo>
                    <a:pt x="360375" y="134620"/>
                  </a:lnTo>
                  <a:lnTo>
                    <a:pt x="353110" y="170688"/>
                  </a:lnTo>
                  <a:lnTo>
                    <a:pt x="333222" y="200113"/>
                  </a:lnTo>
                  <a:lnTo>
                    <a:pt x="303580" y="219938"/>
                  </a:lnTo>
                  <a:lnTo>
                    <a:pt x="267030" y="227203"/>
                  </a:lnTo>
                  <a:lnTo>
                    <a:pt x="230911" y="219938"/>
                  </a:lnTo>
                  <a:lnTo>
                    <a:pt x="201498" y="200113"/>
                  </a:lnTo>
                  <a:lnTo>
                    <a:pt x="181686" y="170688"/>
                  </a:lnTo>
                  <a:lnTo>
                    <a:pt x="174447" y="134620"/>
                  </a:lnTo>
                  <a:lnTo>
                    <a:pt x="181686" y="98069"/>
                  </a:lnTo>
                  <a:lnTo>
                    <a:pt x="201498" y="68427"/>
                  </a:lnTo>
                  <a:lnTo>
                    <a:pt x="230911" y="48539"/>
                  </a:lnTo>
                  <a:lnTo>
                    <a:pt x="267030" y="41275"/>
                  </a:lnTo>
                  <a:lnTo>
                    <a:pt x="303250" y="48539"/>
                  </a:lnTo>
                  <a:lnTo>
                    <a:pt x="332943" y="68427"/>
                  </a:lnTo>
                  <a:lnTo>
                    <a:pt x="352996" y="98069"/>
                  </a:lnTo>
                  <a:lnTo>
                    <a:pt x="360375" y="134620"/>
                  </a:lnTo>
                  <a:lnTo>
                    <a:pt x="360375" y="39827"/>
                  </a:lnTo>
                  <a:lnTo>
                    <a:pt x="346506" y="25958"/>
                  </a:lnTo>
                  <a:lnTo>
                    <a:pt x="309549" y="6858"/>
                  </a:lnTo>
                  <a:lnTo>
                    <a:pt x="267030" y="0"/>
                  </a:lnTo>
                  <a:lnTo>
                    <a:pt x="224574" y="6858"/>
                  </a:lnTo>
                  <a:lnTo>
                    <a:pt x="187807" y="25958"/>
                  </a:lnTo>
                  <a:lnTo>
                    <a:pt x="158889" y="55092"/>
                  </a:lnTo>
                  <a:lnTo>
                    <a:pt x="139954" y="92049"/>
                  </a:lnTo>
                  <a:lnTo>
                    <a:pt x="133172" y="134620"/>
                  </a:lnTo>
                  <a:lnTo>
                    <a:pt x="139954" y="177076"/>
                  </a:lnTo>
                  <a:lnTo>
                    <a:pt x="158889" y="213842"/>
                  </a:lnTo>
                  <a:lnTo>
                    <a:pt x="187807" y="242760"/>
                  </a:lnTo>
                  <a:lnTo>
                    <a:pt x="210718" y="254571"/>
                  </a:lnTo>
                  <a:lnTo>
                    <a:pt x="178511" y="262966"/>
                  </a:lnTo>
                  <a:lnTo>
                    <a:pt x="178676" y="262966"/>
                  </a:lnTo>
                  <a:lnTo>
                    <a:pt x="138861" y="280784"/>
                  </a:lnTo>
                  <a:lnTo>
                    <a:pt x="102450" y="304774"/>
                  </a:lnTo>
                  <a:lnTo>
                    <a:pt x="70408" y="334225"/>
                  </a:lnTo>
                  <a:lnTo>
                    <a:pt x="43434" y="368503"/>
                  </a:lnTo>
                  <a:lnTo>
                    <a:pt x="22263" y="406971"/>
                  </a:lnTo>
                  <a:lnTo>
                    <a:pt x="7607" y="449033"/>
                  </a:lnTo>
                  <a:lnTo>
                    <a:pt x="203" y="494030"/>
                  </a:lnTo>
                  <a:lnTo>
                    <a:pt x="0" y="502069"/>
                  </a:lnTo>
                  <a:lnTo>
                    <a:pt x="1727" y="509866"/>
                  </a:lnTo>
                  <a:lnTo>
                    <a:pt x="31661" y="536079"/>
                  </a:lnTo>
                  <a:lnTo>
                    <a:pt x="39827" y="536956"/>
                  </a:lnTo>
                  <a:lnTo>
                    <a:pt x="494233" y="536956"/>
                  </a:lnTo>
                  <a:lnTo>
                    <a:pt x="529272" y="517194"/>
                  </a:lnTo>
                  <a:lnTo>
                    <a:pt x="534682" y="495681"/>
                  </a:lnTo>
                  <a:lnTo>
                    <a:pt x="534746" y="49403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8303" y="3276599"/>
              <a:ext cx="5006594" cy="223812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9403" y="3566159"/>
              <a:ext cx="2943987" cy="173837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447418" y="3699509"/>
              <a:ext cx="3853815" cy="1086485"/>
            </a:xfrm>
            <a:custGeom>
              <a:avLst/>
              <a:gdLst/>
              <a:ahLst/>
              <a:cxnLst/>
              <a:rect l="l" t="t" r="r" b="b"/>
              <a:pathLst>
                <a:path w="3853815" h="1086485">
                  <a:moveTo>
                    <a:pt x="3310508" y="0"/>
                  </a:moveTo>
                  <a:lnTo>
                    <a:pt x="543306" y="0"/>
                  </a:lnTo>
                  <a:lnTo>
                    <a:pt x="496421" y="1993"/>
                  </a:lnTo>
                  <a:lnTo>
                    <a:pt x="450645" y="7866"/>
                  </a:lnTo>
                  <a:lnTo>
                    <a:pt x="406141" y="17455"/>
                  </a:lnTo>
                  <a:lnTo>
                    <a:pt x="363072" y="30597"/>
                  </a:lnTo>
                  <a:lnTo>
                    <a:pt x="321599" y="47129"/>
                  </a:lnTo>
                  <a:lnTo>
                    <a:pt x="281888" y="66888"/>
                  </a:lnTo>
                  <a:lnTo>
                    <a:pt x="244100" y="89710"/>
                  </a:lnTo>
                  <a:lnTo>
                    <a:pt x="208398" y="115433"/>
                  </a:lnTo>
                  <a:lnTo>
                    <a:pt x="174946" y="143893"/>
                  </a:lnTo>
                  <a:lnTo>
                    <a:pt x="143907" y="174928"/>
                  </a:lnTo>
                  <a:lnTo>
                    <a:pt x="115442" y="208374"/>
                  </a:lnTo>
                  <a:lnTo>
                    <a:pt x="89716" y="244068"/>
                  </a:lnTo>
                  <a:lnTo>
                    <a:pt x="66892" y="281847"/>
                  </a:lnTo>
                  <a:lnTo>
                    <a:pt x="47132" y="321549"/>
                  </a:lnTo>
                  <a:lnTo>
                    <a:pt x="30599" y="363009"/>
                  </a:lnTo>
                  <a:lnTo>
                    <a:pt x="17456" y="406065"/>
                  </a:lnTo>
                  <a:lnTo>
                    <a:pt x="7867" y="450554"/>
                  </a:lnTo>
                  <a:lnTo>
                    <a:pt x="1993" y="496313"/>
                  </a:lnTo>
                  <a:lnTo>
                    <a:pt x="0" y="543179"/>
                  </a:lnTo>
                  <a:lnTo>
                    <a:pt x="1993" y="590063"/>
                  </a:lnTo>
                  <a:lnTo>
                    <a:pt x="7867" y="635839"/>
                  </a:lnTo>
                  <a:lnTo>
                    <a:pt x="17456" y="680343"/>
                  </a:lnTo>
                  <a:lnTo>
                    <a:pt x="30599" y="723412"/>
                  </a:lnTo>
                  <a:lnTo>
                    <a:pt x="47132" y="764885"/>
                  </a:lnTo>
                  <a:lnTo>
                    <a:pt x="66892" y="804596"/>
                  </a:lnTo>
                  <a:lnTo>
                    <a:pt x="89716" y="842384"/>
                  </a:lnTo>
                  <a:lnTo>
                    <a:pt x="115442" y="878086"/>
                  </a:lnTo>
                  <a:lnTo>
                    <a:pt x="143907" y="911538"/>
                  </a:lnTo>
                  <a:lnTo>
                    <a:pt x="174946" y="942577"/>
                  </a:lnTo>
                  <a:lnTo>
                    <a:pt x="208398" y="971042"/>
                  </a:lnTo>
                  <a:lnTo>
                    <a:pt x="244100" y="996768"/>
                  </a:lnTo>
                  <a:lnTo>
                    <a:pt x="281888" y="1019592"/>
                  </a:lnTo>
                  <a:lnTo>
                    <a:pt x="321599" y="1039352"/>
                  </a:lnTo>
                  <a:lnTo>
                    <a:pt x="363072" y="1055885"/>
                  </a:lnTo>
                  <a:lnTo>
                    <a:pt x="406141" y="1069028"/>
                  </a:lnTo>
                  <a:lnTo>
                    <a:pt x="450645" y="1078617"/>
                  </a:lnTo>
                  <a:lnTo>
                    <a:pt x="496421" y="1084491"/>
                  </a:lnTo>
                  <a:lnTo>
                    <a:pt x="543306" y="1086485"/>
                  </a:lnTo>
                  <a:lnTo>
                    <a:pt x="3310508" y="1086485"/>
                  </a:lnTo>
                  <a:lnTo>
                    <a:pt x="3357375" y="1084491"/>
                  </a:lnTo>
                  <a:lnTo>
                    <a:pt x="3403137" y="1078617"/>
                  </a:lnTo>
                  <a:lnTo>
                    <a:pt x="3447630" y="1069028"/>
                  </a:lnTo>
                  <a:lnTo>
                    <a:pt x="3490692" y="1055885"/>
                  </a:lnTo>
                  <a:lnTo>
                    <a:pt x="3532160" y="1039352"/>
                  </a:lnTo>
                  <a:lnTo>
                    <a:pt x="3571870" y="1019592"/>
                  </a:lnTo>
                  <a:lnTo>
                    <a:pt x="3609658" y="996768"/>
                  </a:lnTo>
                  <a:lnTo>
                    <a:pt x="3645362" y="971042"/>
                  </a:lnTo>
                  <a:lnTo>
                    <a:pt x="3678818" y="942577"/>
                  </a:lnTo>
                  <a:lnTo>
                    <a:pt x="3709862" y="911538"/>
                  </a:lnTo>
                  <a:lnTo>
                    <a:pt x="3738333" y="878086"/>
                  </a:lnTo>
                  <a:lnTo>
                    <a:pt x="3764065" y="842384"/>
                  </a:lnTo>
                  <a:lnTo>
                    <a:pt x="3786896" y="804596"/>
                  </a:lnTo>
                  <a:lnTo>
                    <a:pt x="3806663" y="764885"/>
                  </a:lnTo>
                  <a:lnTo>
                    <a:pt x="3823202" y="723412"/>
                  </a:lnTo>
                  <a:lnTo>
                    <a:pt x="3836350" y="680343"/>
                  </a:lnTo>
                  <a:lnTo>
                    <a:pt x="3845944" y="635839"/>
                  </a:lnTo>
                  <a:lnTo>
                    <a:pt x="3851820" y="590063"/>
                  </a:lnTo>
                  <a:lnTo>
                    <a:pt x="3853815" y="543179"/>
                  </a:lnTo>
                  <a:lnTo>
                    <a:pt x="3851820" y="496313"/>
                  </a:lnTo>
                  <a:lnTo>
                    <a:pt x="3845944" y="450554"/>
                  </a:lnTo>
                  <a:lnTo>
                    <a:pt x="3836350" y="406065"/>
                  </a:lnTo>
                  <a:lnTo>
                    <a:pt x="3823202" y="363009"/>
                  </a:lnTo>
                  <a:lnTo>
                    <a:pt x="3806663" y="321549"/>
                  </a:lnTo>
                  <a:lnTo>
                    <a:pt x="3786896" y="281847"/>
                  </a:lnTo>
                  <a:lnTo>
                    <a:pt x="3764065" y="244068"/>
                  </a:lnTo>
                  <a:lnTo>
                    <a:pt x="3738333" y="208374"/>
                  </a:lnTo>
                  <a:lnTo>
                    <a:pt x="3709862" y="174928"/>
                  </a:lnTo>
                  <a:lnTo>
                    <a:pt x="3678818" y="143893"/>
                  </a:lnTo>
                  <a:lnTo>
                    <a:pt x="3645362" y="115433"/>
                  </a:lnTo>
                  <a:lnTo>
                    <a:pt x="3609658" y="89710"/>
                  </a:lnTo>
                  <a:lnTo>
                    <a:pt x="3571870" y="66888"/>
                  </a:lnTo>
                  <a:lnTo>
                    <a:pt x="3532160" y="47129"/>
                  </a:lnTo>
                  <a:lnTo>
                    <a:pt x="3490692" y="30597"/>
                  </a:lnTo>
                  <a:lnTo>
                    <a:pt x="3447630" y="17455"/>
                  </a:lnTo>
                  <a:lnTo>
                    <a:pt x="3403137" y="7866"/>
                  </a:lnTo>
                  <a:lnTo>
                    <a:pt x="3357375" y="1993"/>
                  </a:lnTo>
                  <a:lnTo>
                    <a:pt x="3310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782570" y="4048505"/>
            <a:ext cx="14795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85" b="1">
                <a:solidFill>
                  <a:srgbClr val="221F1F"/>
                </a:solidFill>
                <a:latin typeface="Calibri"/>
                <a:cs typeface="Calibri"/>
              </a:rPr>
              <a:t>Payments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08303" y="4611623"/>
            <a:ext cx="5006975" cy="2238375"/>
            <a:chOff x="908303" y="4611623"/>
            <a:chExt cx="5006975" cy="2238375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8303" y="4611623"/>
              <a:ext cx="5006594" cy="2238121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89403" y="4901183"/>
              <a:ext cx="2336546" cy="173837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447418" y="5034279"/>
              <a:ext cx="3853815" cy="1087120"/>
            </a:xfrm>
            <a:custGeom>
              <a:avLst/>
              <a:gdLst/>
              <a:ahLst/>
              <a:cxnLst/>
              <a:rect l="l" t="t" r="r" b="b"/>
              <a:pathLst>
                <a:path w="3853815" h="1087120">
                  <a:moveTo>
                    <a:pt x="3310508" y="0"/>
                  </a:moveTo>
                  <a:lnTo>
                    <a:pt x="543306" y="0"/>
                  </a:lnTo>
                  <a:lnTo>
                    <a:pt x="496421" y="1993"/>
                  </a:lnTo>
                  <a:lnTo>
                    <a:pt x="450645" y="7867"/>
                  </a:lnTo>
                  <a:lnTo>
                    <a:pt x="406141" y="17456"/>
                  </a:lnTo>
                  <a:lnTo>
                    <a:pt x="363072" y="30599"/>
                  </a:lnTo>
                  <a:lnTo>
                    <a:pt x="321599" y="47132"/>
                  </a:lnTo>
                  <a:lnTo>
                    <a:pt x="281888" y="66892"/>
                  </a:lnTo>
                  <a:lnTo>
                    <a:pt x="244100" y="89716"/>
                  </a:lnTo>
                  <a:lnTo>
                    <a:pt x="208398" y="115442"/>
                  </a:lnTo>
                  <a:lnTo>
                    <a:pt x="174946" y="143907"/>
                  </a:lnTo>
                  <a:lnTo>
                    <a:pt x="143907" y="174946"/>
                  </a:lnTo>
                  <a:lnTo>
                    <a:pt x="115442" y="208398"/>
                  </a:lnTo>
                  <a:lnTo>
                    <a:pt x="89716" y="244100"/>
                  </a:lnTo>
                  <a:lnTo>
                    <a:pt x="66892" y="281888"/>
                  </a:lnTo>
                  <a:lnTo>
                    <a:pt x="47132" y="321599"/>
                  </a:lnTo>
                  <a:lnTo>
                    <a:pt x="30599" y="363072"/>
                  </a:lnTo>
                  <a:lnTo>
                    <a:pt x="17456" y="406141"/>
                  </a:lnTo>
                  <a:lnTo>
                    <a:pt x="7867" y="450645"/>
                  </a:lnTo>
                  <a:lnTo>
                    <a:pt x="1993" y="496421"/>
                  </a:lnTo>
                  <a:lnTo>
                    <a:pt x="0" y="543306"/>
                  </a:lnTo>
                  <a:lnTo>
                    <a:pt x="1993" y="590190"/>
                  </a:lnTo>
                  <a:lnTo>
                    <a:pt x="7867" y="635966"/>
                  </a:lnTo>
                  <a:lnTo>
                    <a:pt x="17456" y="680470"/>
                  </a:lnTo>
                  <a:lnTo>
                    <a:pt x="30599" y="723539"/>
                  </a:lnTo>
                  <a:lnTo>
                    <a:pt x="47132" y="765012"/>
                  </a:lnTo>
                  <a:lnTo>
                    <a:pt x="66892" y="804723"/>
                  </a:lnTo>
                  <a:lnTo>
                    <a:pt x="89716" y="842511"/>
                  </a:lnTo>
                  <a:lnTo>
                    <a:pt x="115442" y="878213"/>
                  </a:lnTo>
                  <a:lnTo>
                    <a:pt x="143907" y="911665"/>
                  </a:lnTo>
                  <a:lnTo>
                    <a:pt x="174946" y="942704"/>
                  </a:lnTo>
                  <a:lnTo>
                    <a:pt x="208398" y="971169"/>
                  </a:lnTo>
                  <a:lnTo>
                    <a:pt x="244100" y="996895"/>
                  </a:lnTo>
                  <a:lnTo>
                    <a:pt x="281888" y="1019719"/>
                  </a:lnTo>
                  <a:lnTo>
                    <a:pt x="321599" y="1039479"/>
                  </a:lnTo>
                  <a:lnTo>
                    <a:pt x="363072" y="1056012"/>
                  </a:lnTo>
                  <a:lnTo>
                    <a:pt x="406141" y="1069155"/>
                  </a:lnTo>
                  <a:lnTo>
                    <a:pt x="450645" y="1078744"/>
                  </a:lnTo>
                  <a:lnTo>
                    <a:pt x="496421" y="1084618"/>
                  </a:lnTo>
                  <a:lnTo>
                    <a:pt x="543306" y="1086612"/>
                  </a:lnTo>
                  <a:lnTo>
                    <a:pt x="3310508" y="1086612"/>
                  </a:lnTo>
                  <a:lnTo>
                    <a:pt x="3357375" y="1084618"/>
                  </a:lnTo>
                  <a:lnTo>
                    <a:pt x="3403137" y="1078744"/>
                  </a:lnTo>
                  <a:lnTo>
                    <a:pt x="3447630" y="1069155"/>
                  </a:lnTo>
                  <a:lnTo>
                    <a:pt x="3490692" y="1056012"/>
                  </a:lnTo>
                  <a:lnTo>
                    <a:pt x="3532160" y="1039479"/>
                  </a:lnTo>
                  <a:lnTo>
                    <a:pt x="3571870" y="1019719"/>
                  </a:lnTo>
                  <a:lnTo>
                    <a:pt x="3609658" y="996895"/>
                  </a:lnTo>
                  <a:lnTo>
                    <a:pt x="3645362" y="971169"/>
                  </a:lnTo>
                  <a:lnTo>
                    <a:pt x="3678818" y="942704"/>
                  </a:lnTo>
                  <a:lnTo>
                    <a:pt x="3709862" y="911665"/>
                  </a:lnTo>
                  <a:lnTo>
                    <a:pt x="3738333" y="878213"/>
                  </a:lnTo>
                  <a:lnTo>
                    <a:pt x="3764065" y="842511"/>
                  </a:lnTo>
                  <a:lnTo>
                    <a:pt x="3786896" y="804723"/>
                  </a:lnTo>
                  <a:lnTo>
                    <a:pt x="3806663" y="765012"/>
                  </a:lnTo>
                  <a:lnTo>
                    <a:pt x="3823202" y="723539"/>
                  </a:lnTo>
                  <a:lnTo>
                    <a:pt x="3836350" y="680470"/>
                  </a:lnTo>
                  <a:lnTo>
                    <a:pt x="3845944" y="635966"/>
                  </a:lnTo>
                  <a:lnTo>
                    <a:pt x="3851820" y="590190"/>
                  </a:lnTo>
                  <a:lnTo>
                    <a:pt x="3853815" y="543306"/>
                  </a:lnTo>
                  <a:lnTo>
                    <a:pt x="3851820" y="496421"/>
                  </a:lnTo>
                  <a:lnTo>
                    <a:pt x="3845944" y="450645"/>
                  </a:lnTo>
                  <a:lnTo>
                    <a:pt x="3836350" y="406141"/>
                  </a:lnTo>
                  <a:lnTo>
                    <a:pt x="3823202" y="363072"/>
                  </a:lnTo>
                  <a:lnTo>
                    <a:pt x="3806663" y="321599"/>
                  </a:lnTo>
                  <a:lnTo>
                    <a:pt x="3786896" y="281888"/>
                  </a:lnTo>
                  <a:lnTo>
                    <a:pt x="3764065" y="244100"/>
                  </a:lnTo>
                  <a:lnTo>
                    <a:pt x="3738333" y="208398"/>
                  </a:lnTo>
                  <a:lnTo>
                    <a:pt x="3709862" y="174946"/>
                  </a:lnTo>
                  <a:lnTo>
                    <a:pt x="3678818" y="143907"/>
                  </a:lnTo>
                  <a:lnTo>
                    <a:pt x="3645362" y="115442"/>
                  </a:lnTo>
                  <a:lnTo>
                    <a:pt x="3609658" y="89716"/>
                  </a:lnTo>
                  <a:lnTo>
                    <a:pt x="3571870" y="66892"/>
                  </a:lnTo>
                  <a:lnTo>
                    <a:pt x="3532160" y="47132"/>
                  </a:lnTo>
                  <a:lnTo>
                    <a:pt x="3490692" y="30599"/>
                  </a:lnTo>
                  <a:lnTo>
                    <a:pt x="3447630" y="17456"/>
                  </a:lnTo>
                  <a:lnTo>
                    <a:pt x="3403137" y="7867"/>
                  </a:lnTo>
                  <a:lnTo>
                    <a:pt x="3357375" y="1993"/>
                  </a:lnTo>
                  <a:lnTo>
                    <a:pt x="3310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782570" y="5383529"/>
            <a:ext cx="8718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65" b="1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08303" y="5946647"/>
            <a:ext cx="5006975" cy="2238375"/>
            <a:chOff x="908303" y="5946647"/>
            <a:chExt cx="5006975" cy="2238375"/>
          </a:xfrm>
        </p:grpSpPr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8303" y="5946647"/>
              <a:ext cx="5006594" cy="223812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9403" y="6236207"/>
              <a:ext cx="2596896" cy="1738376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447418" y="6369049"/>
              <a:ext cx="3853815" cy="1087120"/>
            </a:xfrm>
            <a:custGeom>
              <a:avLst/>
              <a:gdLst/>
              <a:ahLst/>
              <a:cxnLst/>
              <a:rect l="l" t="t" r="r" b="b"/>
              <a:pathLst>
                <a:path w="3853815" h="1087120">
                  <a:moveTo>
                    <a:pt x="3310508" y="0"/>
                  </a:moveTo>
                  <a:lnTo>
                    <a:pt x="543306" y="0"/>
                  </a:lnTo>
                  <a:lnTo>
                    <a:pt x="496421" y="1994"/>
                  </a:lnTo>
                  <a:lnTo>
                    <a:pt x="450645" y="7870"/>
                  </a:lnTo>
                  <a:lnTo>
                    <a:pt x="406141" y="17464"/>
                  </a:lnTo>
                  <a:lnTo>
                    <a:pt x="363072" y="30612"/>
                  </a:lnTo>
                  <a:lnTo>
                    <a:pt x="321599" y="47151"/>
                  </a:lnTo>
                  <a:lnTo>
                    <a:pt x="281888" y="66918"/>
                  </a:lnTo>
                  <a:lnTo>
                    <a:pt x="244100" y="89749"/>
                  </a:lnTo>
                  <a:lnTo>
                    <a:pt x="208398" y="115481"/>
                  </a:lnTo>
                  <a:lnTo>
                    <a:pt x="174946" y="143952"/>
                  </a:lnTo>
                  <a:lnTo>
                    <a:pt x="143907" y="174996"/>
                  </a:lnTo>
                  <a:lnTo>
                    <a:pt x="115442" y="208452"/>
                  </a:lnTo>
                  <a:lnTo>
                    <a:pt x="89716" y="244156"/>
                  </a:lnTo>
                  <a:lnTo>
                    <a:pt x="66892" y="281944"/>
                  </a:lnTo>
                  <a:lnTo>
                    <a:pt x="47132" y="321654"/>
                  </a:lnTo>
                  <a:lnTo>
                    <a:pt x="30599" y="363122"/>
                  </a:lnTo>
                  <a:lnTo>
                    <a:pt x="17456" y="406184"/>
                  </a:lnTo>
                  <a:lnTo>
                    <a:pt x="7867" y="450677"/>
                  </a:lnTo>
                  <a:lnTo>
                    <a:pt x="1993" y="496439"/>
                  </a:lnTo>
                  <a:lnTo>
                    <a:pt x="0" y="543305"/>
                  </a:lnTo>
                  <a:lnTo>
                    <a:pt x="1993" y="590190"/>
                  </a:lnTo>
                  <a:lnTo>
                    <a:pt x="7867" y="635966"/>
                  </a:lnTo>
                  <a:lnTo>
                    <a:pt x="17456" y="680470"/>
                  </a:lnTo>
                  <a:lnTo>
                    <a:pt x="30599" y="723539"/>
                  </a:lnTo>
                  <a:lnTo>
                    <a:pt x="47132" y="765012"/>
                  </a:lnTo>
                  <a:lnTo>
                    <a:pt x="66892" y="804723"/>
                  </a:lnTo>
                  <a:lnTo>
                    <a:pt x="89716" y="842511"/>
                  </a:lnTo>
                  <a:lnTo>
                    <a:pt x="115442" y="878213"/>
                  </a:lnTo>
                  <a:lnTo>
                    <a:pt x="143907" y="911665"/>
                  </a:lnTo>
                  <a:lnTo>
                    <a:pt x="174946" y="942704"/>
                  </a:lnTo>
                  <a:lnTo>
                    <a:pt x="208398" y="971169"/>
                  </a:lnTo>
                  <a:lnTo>
                    <a:pt x="244100" y="996895"/>
                  </a:lnTo>
                  <a:lnTo>
                    <a:pt x="281888" y="1019719"/>
                  </a:lnTo>
                  <a:lnTo>
                    <a:pt x="321599" y="1039479"/>
                  </a:lnTo>
                  <a:lnTo>
                    <a:pt x="363072" y="1056012"/>
                  </a:lnTo>
                  <a:lnTo>
                    <a:pt x="406141" y="1069155"/>
                  </a:lnTo>
                  <a:lnTo>
                    <a:pt x="450645" y="1078744"/>
                  </a:lnTo>
                  <a:lnTo>
                    <a:pt x="496421" y="1084618"/>
                  </a:lnTo>
                  <a:lnTo>
                    <a:pt x="543306" y="1086612"/>
                  </a:lnTo>
                  <a:lnTo>
                    <a:pt x="3310508" y="1086612"/>
                  </a:lnTo>
                  <a:lnTo>
                    <a:pt x="3357375" y="1084618"/>
                  </a:lnTo>
                  <a:lnTo>
                    <a:pt x="3403137" y="1078744"/>
                  </a:lnTo>
                  <a:lnTo>
                    <a:pt x="3447630" y="1069155"/>
                  </a:lnTo>
                  <a:lnTo>
                    <a:pt x="3490692" y="1056012"/>
                  </a:lnTo>
                  <a:lnTo>
                    <a:pt x="3532160" y="1039479"/>
                  </a:lnTo>
                  <a:lnTo>
                    <a:pt x="3571870" y="1019719"/>
                  </a:lnTo>
                  <a:lnTo>
                    <a:pt x="3609658" y="996895"/>
                  </a:lnTo>
                  <a:lnTo>
                    <a:pt x="3645362" y="971169"/>
                  </a:lnTo>
                  <a:lnTo>
                    <a:pt x="3678818" y="942704"/>
                  </a:lnTo>
                  <a:lnTo>
                    <a:pt x="3709862" y="911665"/>
                  </a:lnTo>
                  <a:lnTo>
                    <a:pt x="3738333" y="878213"/>
                  </a:lnTo>
                  <a:lnTo>
                    <a:pt x="3764065" y="842511"/>
                  </a:lnTo>
                  <a:lnTo>
                    <a:pt x="3786896" y="804723"/>
                  </a:lnTo>
                  <a:lnTo>
                    <a:pt x="3806663" y="765012"/>
                  </a:lnTo>
                  <a:lnTo>
                    <a:pt x="3823202" y="723539"/>
                  </a:lnTo>
                  <a:lnTo>
                    <a:pt x="3836350" y="680470"/>
                  </a:lnTo>
                  <a:lnTo>
                    <a:pt x="3845944" y="635966"/>
                  </a:lnTo>
                  <a:lnTo>
                    <a:pt x="3851820" y="590190"/>
                  </a:lnTo>
                  <a:lnTo>
                    <a:pt x="3853815" y="543305"/>
                  </a:lnTo>
                  <a:lnTo>
                    <a:pt x="3851820" y="496439"/>
                  </a:lnTo>
                  <a:lnTo>
                    <a:pt x="3845944" y="450677"/>
                  </a:lnTo>
                  <a:lnTo>
                    <a:pt x="3836350" y="406184"/>
                  </a:lnTo>
                  <a:lnTo>
                    <a:pt x="3823202" y="363122"/>
                  </a:lnTo>
                  <a:lnTo>
                    <a:pt x="3806663" y="321654"/>
                  </a:lnTo>
                  <a:lnTo>
                    <a:pt x="3786896" y="281944"/>
                  </a:lnTo>
                  <a:lnTo>
                    <a:pt x="3764065" y="244156"/>
                  </a:lnTo>
                  <a:lnTo>
                    <a:pt x="3738333" y="208452"/>
                  </a:lnTo>
                  <a:lnTo>
                    <a:pt x="3709862" y="174996"/>
                  </a:lnTo>
                  <a:lnTo>
                    <a:pt x="3678818" y="143952"/>
                  </a:lnTo>
                  <a:lnTo>
                    <a:pt x="3645362" y="115481"/>
                  </a:lnTo>
                  <a:lnTo>
                    <a:pt x="3609658" y="89749"/>
                  </a:lnTo>
                  <a:lnTo>
                    <a:pt x="3571870" y="66918"/>
                  </a:lnTo>
                  <a:lnTo>
                    <a:pt x="3532160" y="47151"/>
                  </a:lnTo>
                  <a:lnTo>
                    <a:pt x="3490692" y="30612"/>
                  </a:lnTo>
                  <a:lnTo>
                    <a:pt x="3447630" y="17464"/>
                  </a:lnTo>
                  <a:lnTo>
                    <a:pt x="3403137" y="7870"/>
                  </a:lnTo>
                  <a:lnTo>
                    <a:pt x="3357375" y="1994"/>
                  </a:lnTo>
                  <a:lnTo>
                    <a:pt x="3310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2782570" y="6718554"/>
            <a:ext cx="11366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54" b="1">
                <a:solidFill>
                  <a:srgbClr val="221F1F"/>
                </a:solidFill>
                <a:latin typeface="Calibri"/>
                <a:cs typeface="Calibri"/>
              </a:rPr>
              <a:t>Trading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908303" y="7281709"/>
            <a:ext cx="5006975" cy="2238375"/>
            <a:chOff x="908303" y="7281709"/>
            <a:chExt cx="5006975" cy="2238375"/>
          </a:xfrm>
        </p:grpSpPr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8303" y="7281709"/>
              <a:ext cx="5006594" cy="223812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9403" y="7377734"/>
              <a:ext cx="3430016" cy="212788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447418" y="7703946"/>
              <a:ext cx="3853815" cy="1087120"/>
            </a:xfrm>
            <a:custGeom>
              <a:avLst/>
              <a:gdLst/>
              <a:ahLst/>
              <a:cxnLst/>
              <a:rect l="l" t="t" r="r" b="b"/>
              <a:pathLst>
                <a:path w="3853815" h="1087120">
                  <a:moveTo>
                    <a:pt x="3310508" y="0"/>
                  </a:moveTo>
                  <a:lnTo>
                    <a:pt x="543306" y="0"/>
                  </a:lnTo>
                  <a:lnTo>
                    <a:pt x="496421" y="1993"/>
                  </a:lnTo>
                  <a:lnTo>
                    <a:pt x="450645" y="7867"/>
                  </a:lnTo>
                  <a:lnTo>
                    <a:pt x="406141" y="17456"/>
                  </a:lnTo>
                  <a:lnTo>
                    <a:pt x="363072" y="30599"/>
                  </a:lnTo>
                  <a:lnTo>
                    <a:pt x="321599" y="47132"/>
                  </a:lnTo>
                  <a:lnTo>
                    <a:pt x="281888" y="66892"/>
                  </a:lnTo>
                  <a:lnTo>
                    <a:pt x="244100" y="89716"/>
                  </a:lnTo>
                  <a:lnTo>
                    <a:pt x="208398" y="115442"/>
                  </a:lnTo>
                  <a:lnTo>
                    <a:pt x="174946" y="143907"/>
                  </a:lnTo>
                  <a:lnTo>
                    <a:pt x="143907" y="174946"/>
                  </a:lnTo>
                  <a:lnTo>
                    <a:pt x="115442" y="208398"/>
                  </a:lnTo>
                  <a:lnTo>
                    <a:pt x="89716" y="244100"/>
                  </a:lnTo>
                  <a:lnTo>
                    <a:pt x="66892" y="281888"/>
                  </a:lnTo>
                  <a:lnTo>
                    <a:pt x="47132" y="321599"/>
                  </a:lnTo>
                  <a:lnTo>
                    <a:pt x="30599" y="363072"/>
                  </a:lnTo>
                  <a:lnTo>
                    <a:pt x="17456" y="406141"/>
                  </a:lnTo>
                  <a:lnTo>
                    <a:pt x="7867" y="450645"/>
                  </a:lnTo>
                  <a:lnTo>
                    <a:pt x="1993" y="496421"/>
                  </a:lnTo>
                  <a:lnTo>
                    <a:pt x="0" y="543305"/>
                  </a:lnTo>
                  <a:lnTo>
                    <a:pt x="1993" y="590172"/>
                  </a:lnTo>
                  <a:lnTo>
                    <a:pt x="7867" y="635934"/>
                  </a:lnTo>
                  <a:lnTo>
                    <a:pt x="17456" y="680427"/>
                  </a:lnTo>
                  <a:lnTo>
                    <a:pt x="30599" y="723489"/>
                  </a:lnTo>
                  <a:lnTo>
                    <a:pt x="47132" y="764957"/>
                  </a:lnTo>
                  <a:lnTo>
                    <a:pt x="66892" y="804667"/>
                  </a:lnTo>
                  <a:lnTo>
                    <a:pt x="89716" y="842455"/>
                  </a:lnTo>
                  <a:lnTo>
                    <a:pt x="115442" y="878159"/>
                  </a:lnTo>
                  <a:lnTo>
                    <a:pt x="143907" y="911615"/>
                  </a:lnTo>
                  <a:lnTo>
                    <a:pt x="174946" y="942659"/>
                  </a:lnTo>
                  <a:lnTo>
                    <a:pt x="208398" y="971130"/>
                  </a:lnTo>
                  <a:lnTo>
                    <a:pt x="244100" y="996862"/>
                  </a:lnTo>
                  <a:lnTo>
                    <a:pt x="281888" y="1019693"/>
                  </a:lnTo>
                  <a:lnTo>
                    <a:pt x="321599" y="1039460"/>
                  </a:lnTo>
                  <a:lnTo>
                    <a:pt x="363072" y="1055999"/>
                  </a:lnTo>
                  <a:lnTo>
                    <a:pt x="406141" y="1069147"/>
                  </a:lnTo>
                  <a:lnTo>
                    <a:pt x="450645" y="1078741"/>
                  </a:lnTo>
                  <a:lnTo>
                    <a:pt x="496421" y="1084617"/>
                  </a:lnTo>
                  <a:lnTo>
                    <a:pt x="543306" y="1086611"/>
                  </a:lnTo>
                  <a:lnTo>
                    <a:pt x="3310508" y="1086611"/>
                  </a:lnTo>
                  <a:lnTo>
                    <a:pt x="3357375" y="1084617"/>
                  </a:lnTo>
                  <a:lnTo>
                    <a:pt x="3403137" y="1078741"/>
                  </a:lnTo>
                  <a:lnTo>
                    <a:pt x="3447630" y="1069147"/>
                  </a:lnTo>
                  <a:lnTo>
                    <a:pt x="3490692" y="1055999"/>
                  </a:lnTo>
                  <a:lnTo>
                    <a:pt x="3532160" y="1039460"/>
                  </a:lnTo>
                  <a:lnTo>
                    <a:pt x="3571870" y="1019693"/>
                  </a:lnTo>
                  <a:lnTo>
                    <a:pt x="3609658" y="996862"/>
                  </a:lnTo>
                  <a:lnTo>
                    <a:pt x="3645362" y="971130"/>
                  </a:lnTo>
                  <a:lnTo>
                    <a:pt x="3678818" y="942659"/>
                  </a:lnTo>
                  <a:lnTo>
                    <a:pt x="3709862" y="911615"/>
                  </a:lnTo>
                  <a:lnTo>
                    <a:pt x="3738333" y="878159"/>
                  </a:lnTo>
                  <a:lnTo>
                    <a:pt x="3764065" y="842455"/>
                  </a:lnTo>
                  <a:lnTo>
                    <a:pt x="3786896" y="804667"/>
                  </a:lnTo>
                  <a:lnTo>
                    <a:pt x="3806663" y="764957"/>
                  </a:lnTo>
                  <a:lnTo>
                    <a:pt x="3823202" y="723489"/>
                  </a:lnTo>
                  <a:lnTo>
                    <a:pt x="3836350" y="680427"/>
                  </a:lnTo>
                  <a:lnTo>
                    <a:pt x="3845944" y="635934"/>
                  </a:lnTo>
                  <a:lnTo>
                    <a:pt x="3851820" y="590172"/>
                  </a:lnTo>
                  <a:lnTo>
                    <a:pt x="3853815" y="543305"/>
                  </a:lnTo>
                  <a:lnTo>
                    <a:pt x="3851820" y="496421"/>
                  </a:lnTo>
                  <a:lnTo>
                    <a:pt x="3845944" y="450645"/>
                  </a:lnTo>
                  <a:lnTo>
                    <a:pt x="3836350" y="406141"/>
                  </a:lnTo>
                  <a:lnTo>
                    <a:pt x="3823202" y="363072"/>
                  </a:lnTo>
                  <a:lnTo>
                    <a:pt x="3806663" y="321599"/>
                  </a:lnTo>
                  <a:lnTo>
                    <a:pt x="3786896" y="281888"/>
                  </a:lnTo>
                  <a:lnTo>
                    <a:pt x="3764065" y="244100"/>
                  </a:lnTo>
                  <a:lnTo>
                    <a:pt x="3738333" y="208398"/>
                  </a:lnTo>
                  <a:lnTo>
                    <a:pt x="3709862" y="174946"/>
                  </a:lnTo>
                  <a:lnTo>
                    <a:pt x="3678818" y="143907"/>
                  </a:lnTo>
                  <a:lnTo>
                    <a:pt x="3645362" y="115442"/>
                  </a:lnTo>
                  <a:lnTo>
                    <a:pt x="3609658" y="89716"/>
                  </a:lnTo>
                  <a:lnTo>
                    <a:pt x="3571870" y="66892"/>
                  </a:lnTo>
                  <a:lnTo>
                    <a:pt x="3532160" y="47132"/>
                  </a:lnTo>
                  <a:lnTo>
                    <a:pt x="3490692" y="30599"/>
                  </a:lnTo>
                  <a:lnTo>
                    <a:pt x="3447630" y="17456"/>
                  </a:lnTo>
                  <a:lnTo>
                    <a:pt x="3403137" y="7867"/>
                  </a:lnTo>
                  <a:lnTo>
                    <a:pt x="3357375" y="1993"/>
                  </a:lnTo>
                  <a:lnTo>
                    <a:pt x="3310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782570" y="7810017"/>
            <a:ext cx="196596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235" b="1">
                <a:solidFill>
                  <a:srgbClr val="221F1F"/>
                </a:solidFill>
                <a:latin typeface="Calibri"/>
                <a:cs typeface="Calibri"/>
              </a:rPr>
              <a:t>Risk </a:t>
            </a:r>
            <a:r>
              <a:rPr dirty="0" sz="2200" spc="280" b="1">
                <a:solidFill>
                  <a:srgbClr val="221F1F"/>
                </a:solidFill>
                <a:latin typeface="Calibri"/>
                <a:cs typeface="Calibri"/>
              </a:rPr>
              <a:t>Management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2770134" y="2101441"/>
            <a:ext cx="4831715" cy="1918970"/>
            <a:chOff x="12770134" y="2101441"/>
            <a:chExt cx="4831715" cy="1918970"/>
          </a:xfrm>
        </p:grpSpPr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70134" y="2101441"/>
              <a:ext cx="4831541" cy="191838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444727" y="2231135"/>
              <a:ext cx="2915792" cy="1738375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12986765" y="2364612"/>
              <a:ext cx="4163060" cy="1087120"/>
            </a:xfrm>
            <a:custGeom>
              <a:avLst/>
              <a:gdLst/>
              <a:ahLst/>
              <a:cxnLst/>
              <a:rect l="l" t="t" r="r" b="b"/>
              <a:pathLst>
                <a:path w="4163059" h="1087120">
                  <a:moveTo>
                    <a:pt x="3619245" y="0"/>
                  </a:moveTo>
                  <a:lnTo>
                    <a:pt x="543305" y="0"/>
                  </a:lnTo>
                  <a:lnTo>
                    <a:pt x="496439" y="1993"/>
                  </a:lnTo>
                  <a:lnTo>
                    <a:pt x="450677" y="7867"/>
                  </a:lnTo>
                  <a:lnTo>
                    <a:pt x="406184" y="17456"/>
                  </a:lnTo>
                  <a:lnTo>
                    <a:pt x="363122" y="30599"/>
                  </a:lnTo>
                  <a:lnTo>
                    <a:pt x="321654" y="47132"/>
                  </a:lnTo>
                  <a:lnTo>
                    <a:pt x="281944" y="66892"/>
                  </a:lnTo>
                  <a:lnTo>
                    <a:pt x="244156" y="89716"/>
                  </a:lnTo>
                  <a:lnTo>
                    <a:pt x="208452" y="115442"/>
                  </a:lnTo>
                  <a:lnTo>
                    <a:pt x="174996" y="143907"/>
                  </a:lnTo>
                  <a:lnTo>
                    <a:pt x="143952" y="174946"/>
                  </a:lnTo>
                  <a:lnTo>
                    <a:pt x="115481" y="208398"/>
                  </a:lnTo>
                  <a:lnTo>
                    <a:pt x="89749" y="244100"/>
                  </a:lnTo>
                  <a:lnTo>
                    <a:pt x="66918" y="281888"/>
                  </a:lnTo>
                  <a:lnTo>
                    <a:pt x="47151" y="321599"/>
                  </a:lnTo>
                  <a:lnTo>
                    <a:pt x="30612" y="363072"/>
                  </a:lnTo>
                  <a:lnTo>
                    <a:pt x="17464" y="406141"/>
                  </a:lnTo>
                  <a:lnTo>
                    <a:pt x="7870" y="450645"/>
                  </a:lnTo>
                  <a:lnTo>
                    <a:pt x="1994" y="496421"/>
                  </a:lnTo>
                  <a:lnTo>
                    <a:pt x="0" y="543305"/>
                  </a:lnTo>
                  <a:lnTo>
                    <a:pt x="1994" y="590190"/>
                  </a:lnTo>
                  <a:lnTo>
                    <a:pt x="7870" y="635966"/>
                  </a:lnTo>
                  <a:lnTo>
                    <a:pt x="17464" y="680470"/>
                  </a:lnTo>
                  <a:lnTo>
                    <a:pt x="30612" y="723539"/>
                  </a:lnTo>
                  <a:lnTo>
                    <a:pt x="47151" y="765012"/>
                  </a:lnTo>
                  <a:lnTo>
                    <a:pt x="66918" y="804723"/>
                  </a:lnTo>
                  <a:lnTo>
                    <a:pt x="89749" y="842511"/>
                  </a:lnTo>
                  <a:lnTo>
                    <a:pt x="115481" y="878213"/>
                  </a:lnTo>
                  <a:lnTo>
                    <a:pt x="143952" y="911665"/>
                  </a:lnTo>
                  <a:lnTo>
                    <a:pt x="174996" y="942704"/>
                  </a:lnTo>
                  <a:lnTo>
                    <a:pt x="208452" y="971169"/>
                  </a:lnTo>
                  <a:lnTo>
                    <a:pt x="244156" y="996895"/>
                  </a:lnTo>
                  <a:lnTo>
                    <a:pt x="281944" y="1019719"/>
                  </a:lnTo>
                  <a:lnTo>
                    <a:pt x="321654" y="1039479"/>
                  </a:lnTo>
                  <a:lnTo>
                    <a:pt x="363122" y="1056012"/>
                  </a:lnTo>
                  <a:lnTo>
                    <a:pt x="406184" y="1069155"/>
                  </a:lnTo>
                  <a:lnTo>
                    <a:pt x="450677" y="1078744"/>
                  </a:lnTo>
                  <a:lnTo>
                    <a:pt x="496439" y="1084618"/>
                  </a:lnTo>
                  <a:lnTo>
                    <a:pt x="543305" y="1086611"/>
                  </a:lnTo>
                  <a:lnTo>
                    <a:pt x="3619245" y="1086611"/>
                  </a:lnTo>
                  <a:lnTo>
                    <a:pt x="3666130" y="1084618"/>
                  </a:lnTo>
                  <a:lnTo>
                    <a:pt x="3711906" y="1078744"/>
                  </a:lnTo>
                  <a:lnTo>
                    <a:pt x="3756410" y="1069155"/>
                  </a:lnTo>
                  <a:lnTo>
                    <a:pt x="3799479" y="1056012"/>
                  </a:lnTo>
                  <a:lnTo>
                    <a:pt x="3840952" y="1039479"/>
                  </a:lnTo>
                  <a:lnTo>
                    <a:pt x="3880663" y="1019719"/>
                  </a:lnTo>
                  <a:lnTo>
                    <a:pt x="3918451" y="996895"/>
                  </a:lnTo>
                  <a:lnTo>
                    <a:pt x="3954153" y="971169"/>
                  </a:lnTo>
                  <a:lnTo>
                    <a:pt x="3987605" y="942704"/>
                  </a:lnTo>
                  <a:lnTo>
                    <a:pt x="4018644" y="911665"/>
                  </a:lnTo>
                  <a:lnTo>
                    <a:pt x="4047109" y="878213"/>
                  </a:lnTo>
                  <a:lnTo>
                    <a:pt x="4072835" y="842511"/>
                  </a:lnTo>
                  <a:lnTo>
                    <a:pt x="4095659" y="804723"/>
                  </a:lnTo>
                  <a:lnTo>
                    <a:pt x="4115419" y="765012"/>
                  </a:lnTo>
                  <a:lnTo>
                    <a:pt x="4131952" y="723539"/>
                  </a:lnTo>
                  <a:lnTo>
                    <a:pt x="4145095" y="680470"/>
                  </a:lnTo>
                  <a:lnTo>
                    <a:pt x="4154684" y="635966"/>
                  </a:lnTo>
                  <a:lnTo>
                    <a:pt x="4160558" y="590190"/>
                  </a:lnTo>
                  <a:lnTo>
                    <a:pt x="4162551" y="543305"/>
                  </a:lnTo>
                  <a:lnTo>
                    <a:pt x="4160558" y="496421"/>
                  </a:lnTo>
                  <a:lnTo>
                    <a:pt x="4154684" y="450645"/>
                  </a:lnTo>
                  <a:lnTo>
                    <a:pt x="4145095" y="406141"/>
                  </a:lnTo>
                  <a:lnTo>
                    <a:pt x="4131952" y="363072"/>
                  </a:lnTo>
                  <a:lnTo>
                    <a:pt x="4115419" y="321599"/>
                  </a:lnTo>
                  <a:lnTo>
                    <a:pt x="4095659" y="281888"/>
                  </a:lnTo>
                  <a:lnTo>
                    <a:pt x="4072835" y="244100"/>
                  </a:lnTo>
                  <a:lnTo>
                    <a:pt x="4047109" y="208398"/>
                  </a:lnTo>
                  <a:lnTo>
                    <a:pt x="4018644" y="174946"/>
                  </a:lnTo>
                  <a:lnTo>
                    <a:pt x="3987605" y="143907"/>
                  </a:lnTo>
                  <a:lnTo>
                    <a:pt x="3954153" y="115442"/>
                  </a:lnTo>
                  <a:lnTo>
                    <a:pt x="3918451" y="89716"/>
                  </a:lnTo>
                  <a:lnTo>
                    <a:pt x="3880663" y="66892"/>
                  </a:lnTo>
                  <a:lnTo>
                    <a:pt x="3840952" y="47132"/>
                  </a:lnTo>
                  <a:lnTo>
                    <a:pt x="3799479" y="30599"/>
                  </a:lnTo>
                  <a:lnTo>
                    <a:pt x="3756410" y="17456"/>
                  </a:lnTo>
                  <a:lnTo>
                    <a:pt x="3711906" y="7867"/>
                  </a:lnTo>
                  <a:lnTo>
                    <a:pt x="3666130" y="1993"/>
                  </a:lnTo>
                  <a:lnTo>
                    <a:pt x="3619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4140434" y="2713481"/>
            <a:ext cx="14509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40" b="1">
                <a:solidFill>
                  <a:srgbClr val="221F1F"/>
                </a:solidFill>
                <a:latin typeface="Calibri"/>
                <a:cs typeface="Calibri"/>
              </a:rPr>
              <a:t>Insurance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2448031" y="3276600"/>
            <a:ext cx="5314950" cy="2238375"/>
            <a:chOff x="12448031" y="3276600"/>
            <a:chExt cx="5314950" cy="2238375"/>
          </a:xfrm>
        </p:grpSpPr>
        <p:pic>
          <p:nvPicPr>
            <p:cNvPr id="38" name="object 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48031" y="3276600"/>
              <a:ext cx="5314695" cy="2238121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444727" y="3372611"/>
              <a:ext cx="3430015" cy="2127885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2986765" y="3699509"/>
              <a:ext cx="4163060" cy="1086485"/>
            </a:xfrm>
            <a:custGeom>
              <a:avLst/>
              <a:gdLst/>
              <a:ahLst/>
              <a:cxnLst/>
              <a:rect l="l" t="t" r="r" b="b"/>
              <a:pathLst>
                <a:path w="4163059" h="1086485">
                  <a:moveTo>
                    <a:pt x="3619245" y="0"/>
                  </a:moveTo>
                  <a:lnTo>
                    <a:pt x="543305" y="0"/>
                  </a:lnTo>
                  <a:lnTo>
                    <a:pt x="496439" y="1993"/>
                  </a:lnTo>
                  <a:lnTo>
                    <a:pt x="450677" y="7866"/>
                  </a:lnTo>
                  <a:lnTo>
                    <a:pt x="406184" y="17455"/>
                  </a:lnTo>
                  <a:lnTo>
                    <a:pt x="363122" y="30597"/>
                  </a:lnTo>
                  <a:lnTo>
                    <a:pt x="321654" y="47129"/>
                  </a:lnTo>
                  <a:lnTo>
                    <a:pt x="281944" y="66888"/>
                  </a:lnTo>
                  <a:lnTo>
                    <a:pt x="244156" y="89710"/>
                  </a:lnTo>
                  <a:lnTo>
                    <a:pt x="208452" y="115433"/>
                  </a:lnTo>
                  <a:lnTo>
                    <a:pt x="174996" y="143893"/>
                  </a:lnTo>
                  <a:lnTo>
                    <a:pt x="143952" y="174928"/>
                  </a:lnTo>
                  <a:lnTo>
                    <a:pt x="115481" y="208374"/>
                  </a:lnTo>
                  <a:lnTo>
                    <a:pt x="89749" y="244068"/>
                  </a:lnTo>
                  <a:lnTo>
                    <a:pt x="66918" y="281847"/>
                  </a:lnTo>
                  <a:lnTo>
                    <a:pt x="47151" y="321549"/>
                  </a:lnTo>
                  <a:lnTo>
                    <a:pt x="30612" y="363009"/>
                  </a:lnTo>
                  <a:lnTo>
                    <a:pt x="17464" y="406065"/>
                  </a:lnTo>
                  <a:lnTo>
                    <a:pt x="7870" y="450554"/>
                  </a:lnTo>
                  <a:lnTo>
                    <a:pt x="1994" y="496313"/>
                  </a:lnTo>
                  <a:lnTo>
                    <a:pt x="0" y="543179"/>
                  </a:lnTo>
                  <a:lnTo>
                    <a:pt x="1994" y="590063"/>
                  </a:lnTo>
                  <a:lnTo>
                    <a:pt x="7870" y="635839"/>
                  </a:lnTo>
                  <a:lnTo>
                    <a:pt x="17464" y="680343"/>
                  </a:lnTo>
                  <a:lnTo>
                    <a:pt x="30612" y="723412"/>
                  </a:lnTo>
                  <a:lnTo>
                    <a:pt x="47151" y="764885"/>
                  </a:lnTo>
                  <a:lnTo>
                    <a:pt x="66918" y="804596"/>
                  </a:lnTo>
                  <a:lnTo>
                    <a:pt x="89749" y="842384"/>
                  </a:lnTo>
                  <a:lnTo>
                    <a:pt x="115481" y="878086"/>
                  </a:lnTo>
                  <a:lnTo>
                    <a:pt x="143952" y="911538"/>
                  </a:lnTo>
                  <a:lnTo>
                    <a:pt x="174996" y="942577"/>
                  </a:lnTo>
                  <a:lnTo>
                    <a:pt x="208452" y="971042"/>
                  </a:lnTo>
                  <a:lnTo>
                    <a:pt x="244156" y="996768"/>
                  </a:lnTo>
                  <a:lnTo>
                    <a:pt x="281944" y="1019592"/>
                  </a:lnTo>
                  <a:lnTo>
                    <a:pt x="321654" y="1039352"/>
                  </a:lnTo>
                  <a:lnTo>
                    <a:pt x="363122" y="1055885"/>
                  </a:lnTo>
                  <a:lnTo>
                    <a:pt x="406184" y="1069028"/>
                  </a:lnTo>
                  <a:lnTo>
                    <a:pt x="450677" y="1078617"/>
                  </a:lnTo>
                  <a:lnTo>
                    <a:pt x="496439" y="1084491"/>
                  </a:lnTo>
                  <a:lnTo>
                    <a:pt x="543305" y="1086485"/>
                  </a:lnTo>
                  <a:lnTo>
                    <a:pt x="3619245" y="1086485"/>
                  </a:lnTo>
                  <a:lnTo>
                    <a:pt x="3666130" y="1084491"/>
                  </a:lnTo>
                  <a:lnTo>
                    <a:pt x="3711906" y="1078617"/>
                  </a:lnTo>
                  <a:lnTo>
                    <a:pt x="3756410" y="1069028"/>
                  </a:lnTo>
                  <a:lnTo>
                    <a:pt x="3799479" y="1055885"/>
                  </a:lnTo>
                  <a:lnTo>
                    <a:pt x="3840952" y="1039352"/>
                  </a:lnTo>
                  <a:lnTo>
                    <a:pt x="3880663" y="1019592"/>
                  </a:lnTo>
                  <a:lnTo>
                    <a:pt x="3918451" y="996768"/>
                  </a:lnTo>
                  <a:lnTo>
                    <a:pt x="3954153" y="971042"/>
                  </a:lnTo>
                  <a:lnTo>
                    <a:pt x="3987605" y="942577"/>
                  </a:lnTo>
                  <a:lnTo>
                    <a:pt x="4018644" y="911538"/>
                  </a:lnTo>
                  <a:lnTo>
                    <a:pt x="4047109" y="878086"/>
                  </a:lnTo>
                  <a:lnTo>
                    <a:pt x="4072835" y="842384"/>
                  </a:lnTo>
                  <a:lnTo>
                    <a:pt x="4095659" y="804596"/>
                  </a:lnTo>
                  <a:lnTo>
                    <a:pt x="4115419" y="764885"/>
                  </a:lnTo>
                  <a:lnTo>
                    <a:pt x="4131952" y="723412"/>
                  </a:lnTo>
                  <a:lnTo>
                    <a:pt x="4145095" y="680343"/>
                  </a:lnTo>
                  <a:lnTo>
                    <a:pt x="4154684" y="635839"/>
                  </a:lnTo>
                  <a:lnTo>
                    <a:pt x="4160558" y="590063"/>
                  </a:lnTo>
                  <a:lnTo>
                    <a:pt x="4162551" y="543179"/>
                  </a:lnTo>
                  <a:lnTo>
                    <a:pt x="4160558" y="496313"/>
                  </a:lnTo>
                  <a:lnTo>
                    <a:pt x="4154684" y="450554"/>
                  </a:lnTo>
                  <a:lnTo>
                    <a:pt x="4145095" y="406065"/>
                  </a:lnTo>
                  <a:lnTo>
                    <a:pt x="4131952" y="363009"/>
                  </a:lnTo>
                  <a:lnTo>
                    <a:pt x="4115419" y="321549"/>
                  </a:lnTo>
                  <a:lnTo>
                    <a:pt x="4095659" y="281847"/>
                  </a:lnTo>
                  <a:lnTo>
                    <a:pt x="4072835" y="244068"/>
                  </a:lnTo>
                  <a:lnTo>
                    <a:pt x="4047109" y="208374"/>
                  </a:lnTo>
                  <a:lnTo>
                    <a:pt x="4018644" y="174928"/>
                  </a:lnTo>
                  <a:lnTo>
                    <a:pt x="3987605" y="143893"/>
                  </a:lnTo>
                  <a:lnTo>
                    <a:pt x="3954153" y="115433"/>
                  </a:lnTo>
                  <a:lnTo>
                    <a:pt x="3918451" y="89710"/>
                  </a:lnTo>
                  <a:lnTo>
                    <a:pt x="3880663" y="66888"/>
                  </a:lnTo>
                  <a:lnTo>
                    <a:pt x="3840952" y="47129"/>
                  </a:lnTo>
                  <a:lnTo>
                    <a:pt x="3799479" y="30597"/>
                  </a:lnTo>
                  <a:lnTo>
                    <a:pt x="3756410" y="17455"/>
                  </a:lnTo>
                  <a:lnTo>
                    <a:pt x="3711906" y="7866"/>
                  </a:lnTo>
                  <a:lnTo>
                    <a:pt x="3666130" y="1993"/>
                  </a:lnTo>
                  <a:lnTo>
                    <a:pt x="3619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4140434" y="3804945"/>
            <a:ext cx="1965325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254" b="1">
                <a:solidFill>
                  <a:srgbClr val="221F1F"/>
                </a:solidFill>
                <a:latin typeface="Calibri"/>
                <a:cs typeface="Calibri"/>
              </a:rPr>
              <a:t>Wealth </a:t>
            </a:r>
            <a:r>
              <a:rPr dirty="0" sz="2200" spc="280" b="1">
                <a:solidFill>
                  <a:srgbClr val="221F1F"/>
                </a:solidFill>
                <a:latin typeface="Calibri"/>
                <a:cs typeface="Calibri"/>
              </a:rPr>
              <a:t>Management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2448031" y="4611623"/>
            <a:ext cx="5314950" cy="2238375"/>
            <a:chOff x="12448031" y="4611623"/>
            <a:chExt cx="5314950" cy="2238375"/>
          </a:xfrm>
        </p:grpSpPr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448031" y="4611623"/>
              <a:ext cx="5314695" cy="223812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44727" y="4901183"/>
              <a:ext cx="2632963" cy="173837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2986765" y="5034279"/>
              <a:ext cx="4163060" cy="1087120"/>
            </a:xfrm>
            <a:custGeom>
              <a:avLst/>
              <a:gdLst/>
              <a:ahLst/>
              <a:cxnLst/>
              <a:rect l="l" t="t" r="r" b="b"/>
              <a:pathLst>
                <a:path w="4163059" h="1087120">
                  <a:moveTo>
                    <a:pt x="3619245" y="0"/>
                  </a:moveTo>
                  <a:lnTo>
                    <a:pt x="543305" y="0"/>
                  </a:lnTo>
                  <a:lnTo>
                    <a:pt x="496439" y="1993"/>
                  </a:lnTo>
                  <a:lnTo>
                    <a:pt x="450677" y="7867"/>
                  </a:lnTo>
                  <a:lnTo>
                    <a:pt x="406184" y="17456"/>
                  </a:lnTo>
                  <a:lnTo>
                    <a:pt x="363122" y="30599"/>
                  </a:lnTo>
                  <a:lnTo>
                    <a:pt x="321654" y="47132"/>
                  </a:lnTo>
                  <a:lnTo>
                    <a:pt x="281944" y="66892"/>
                  </a:lnTo>
                  <a:lnTo>
                    <a:pt x="244156" y="89716"/>
                  </a:lnTo>
                  <a:lnTo>
                    <a:pt x="208452" y="115442"/>
                  </a:lnTo>
                  <a:lnTo>
                    <a:pt x="174996" y="143907"/>
                  </a:lnTo>
                  <a:lnTo>
                    <a:pt x="143952" y="174946"/>
                  </a:lnTo>
                  <a:lnTo>
                    <a:pt x="115481" y="208398"/>
                  </a:lnTo>
                  <a:lnTo>
                    <a:pt x="89749" y="244100"/>
                  </a:lnTo>
                  <a:lnTo>
                    <a:pt x="66918" y="281888"/>
                  </a:lnTo>
                  <a:lnTo>
                    <a:pt x="47151" y="321599"/>
                  </a:lnTo>
                  <a:lnTo>
                    <a:pt x="30612" y="363072"/>
                  </a:lnTo>
                  <a:lnTo>
                    <a:pt x="17464" y="406141"/>
                  </a:lnTo>
                  <a:lnTo>
                    <a:pt x="7870" y="450645"/>
                  </a:lnTo>
                  <a:lnTo>
                    <a:pt x="1994" y="496421"/>
                  </a:lnTo>
                  <a:lnTo>
                    <a:pt x="0" y="543306"/>
                  </a:lnTo>
                  <a:lnTo>
                    <a:pt x="1994" y="590190"/>
                  </a:lnTo>
                  <a:lnTo>
                    <a:pt x="7870" y="635966"/>
                  </a:lnTo>
                  <a:lnTo>
                    <a:pt x="17464" y="680470"/>
                  </a:lnTo>
                  <a:lnTo>
                    <a:pt x="30612" y="723539"/>
                  </a:lnTo>
                  <a:lnTo>
                    <a:pt x="47151" y="765012"/>
                  </a:lnTo>
                  <a:lnTo>
                    <a:pt x="66918" y="804723"/>
                  </a:lnTo>
                  <a:lnTo>
                    <a:pt x="89749" y="842511"/>
                  </a:lnTo>
                  <a:lnTo>
                    <a:pt x="115481" y="878213"/>
                  </a:lnTo>
                  <a:lnTo>
                    <a:pt x="143952" y="911665"/>
                  </a:lnTo>
                  <a:lnTo>
                    <a:pt x="174996" y="942704"/>
                  </a:lnTo>
                  <a:lnTo>
                    <a:pt x="208452" y="971169"/>
                  </a:lnTo>
                  <a:lnTo>
                    <a:pt x="244156" y="996895"/>
                  </a:lnTo>
                  <a:lnTo>
                    <a:pt x="281944" y="1019719"/>
                  </a:lnTo>
                  <a:lnTo>
                    <a:pt x="321654" y="1039479"/>
                  </a:lnTo>
                  <a:lnTo>
                    <a:pt x="363122" y="1056012"/>
                  </a:lnTo>
                  <a:lnTo>
                    <a:pt x="406184" y="1069155"/>
                  </a:lnTo>
                  <a:lnTo>
                    <a:pt x="450677" y="1078744"/>
                  </a:lnTo>
                  <a:lnTo>
                    <a:pt x="496439" y="1084618"/>
                  </a:lnTo>
                  <a:lnTo>
                    <a:pt x="543305" y="1086612"/>
                  </a:lnTo>
                  <a:lnTo>
                    <a:pt x="3619245" y="1086612"/>
                  </a:lnTo>
                  <a:lnTo>
                    <a:pt x="3666130" y="1084618"/>
                  </a:lnTo>
                  <a:lnTo>
                    <a:pt x="3711906" y="1078744"/>
                  </a:lnTo>
                  <a:lnTo>
                    <a:pt x="3756410" y="1069155"/>
                  </a:lnTo>
                  <a:lnTo>
                    <a:pt x="3799479" y="1056012"/>
                  </a:lnTo>
                  <a:lnTo>
                    <a:pt x="3840952" y="1039479"/>
                  </a:lnTo>
                  <a:lnTo>
                    <a:pt x="3880663" y="1019719"/>
                  </a:lnTo>
                  <a:lnTo>
                    <a:pt x="3918451" y="996895"/>
                  </a:lnTo>
                  <a:lnTo>
                    <a:pt x="3954153" y="971169"/>
                  </a:lnTo>
                  <a:lnTo>
                    <a:pt x="3987605" y="942704"/>
                  </a:lnTo>
                  <a:lnTo>
                    <a:pt x="4018644" y="911665"/>
                  </a:lnTo>
                  <a:lnTo>
                    <a:pt x="4047109" y="878213"/>
                  </a:lnTo>
                  <a:lnTo>
                    <a:pt x="4072835" y="842511"/>
                  </a:lnTo>
                  <a:lnTo>
                    <a:pt x="4095659" y="804723"/>
                  </a:lnTo>
                  <a:lnTo>
                    <a:pt x="4115419" y="765012"/>
                  </a:lnTo>
                  <a:lnTo>
                    <a:pt x="4131952" y="723539"/>
                  </a:lnTo>
                  <a:lnTo>
                    <a:pt x="4145095" y="680470"/>
                  </a:lnTo>
                  <a:lnTo>
                    <a:pt x="4154684" y="635966"/>
                  </a:lnTo>
                  <a:lnTo>
                    <a:pt x="4160558" y="590190"/>
                  </a:lnTo>
                  <a:lnTo>
                    <a:pt x="4162551" y="543306"/>
                  </a:lnTo>
                  <a:lnTo>
                    <a:pt x="4160558" y="496421"/>
                  </a:lnTo>
                  <a:lnTo>
                    <a:pt x="4154684" y="450645"/>
                  </a:lnTo>
                  <a:lnTo>
                    <a:pt x="4145095" y="406141"/>
                  </a:lnTo>
                  <a:lnTo>
                    <a:pt x="4131952" y="363072"/>
                  </a:lnTo>
                  <a:lnTo>
                    <a:pt x="4115419" y="321599"/>
                  </a:lnTo>
                  <a:lnTo>
                    <a:pt x="4095659" y="281888"/>
                  </a:lnTo>
                  <a:lnTo>
                    <a:pt x="4072835" y="244100"/>
                  </a:lnTo>
                  <a:lnTo>
                    <a:pt x="4047109" y="208398"/>
                  </a:lnTo>
                  <a:lnTo>
                    <a:pt x="4018644" y="174946"/>
                  </a:lnTo>
                  <a:lnTo>
                    <a:pt x="3987605" y="143907"/>
                  </a:lnTo>
                  <a:lnTo>
                    <a:pt x="3954153" y="115442"/>
                  </a:lnTo>
                  <a:lnTo>
                    <a:pt x="3918451" y="89716"/>
                  </a:lnTo>
                  <a:lnTo>
                    <a:pt x="3880663" y="66892"/>
                  </a:lnTo>
                  <a:lnTo>
                    <a:pt x="3840952" y="47132"/>
                  </a:lnTo>
                  <a:lnTo>
                    <a:pt x="3799479" y="30599"/>
                  </a:lnTo>
                  <a:lnTo>
                    <a:pt x="3756410" y="17456"/>
                  </a:lnTo>
                  <a:lnTo>
                    <a:pt x="3711906" y="7867"/>
                  </a:lnTo>
                  <a:lnTo>
                    <a:pt x="3666130" y="1993"/>
                  </a:lnTo>
                  <a:lnTo>
                    <a:pt x="3619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4140434" y="5383529"/>
            <a:ext cx="11696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70" b="1">
                <a:solidFill>
                  <a:srgbClr val="221F1F"/>
                </a:solidFill>
                <a:latin typeface="Calibri"/>
                <a:cs typeface="Calibri"/>
              </a:rPr>
              <a:t>FinTech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2448031" y="5946647"/>
            <a:ext cx="5314950" cy="2238375"/>
            <a:chOff x="12448031" y="5946647"/>
            <a:chExt cx="5314950" cy="2238375"/>
          </a:xfrm>
        </p:grpSpPr>
        <p:pic>
          <p:nvPicPr>
            <p:cNvPr id="48" name="object 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448031" y="5946647"/>
              <a:ext cx="5314695" cy="2238121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444727" y="6236207"/>
              <a:ext cx="2634361" cy="1738376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2986765" y="6369049"/>
              <a:ext cx="4163060" cy="1087120"/>
            </a:xfrm>
            <a:custGeom>
              <a:avLst/>
              <a:gdLst/>
              <a:ahLst/>
              <a:cxnLst/>
              <a:rect l="l" t="t" r="r" b="b"/>
              <a:pathLst>
                <a:path w="4163059" h="1087120">
                  <a:moveTo>
                    <a:pt x="3619245" y="0"/>
                  </a:moveTo>
                  <a:lnTo>
                    <a:pt x="543305" y="0"/>
                  </a:lnTo>
                  <a:lnTo>
                    <a:pt x="496439" y="1994"/>
                  </a:lnTo>
                  <a:lnTo>
                    <a:pt x="450677" y="7870"/>
                  </a:lnTo>
                  <a:lnTo>
                    <a:pt x="406184" y="17464"/>
                  </a:lnTo>
                  <a:lnTo>
                    <a:pt x="363122" y="30612"/>
                  </a:lnTo>
                  <a:lnTo>
                    <a:pt x="321654" y="47151"/>
                  </a:lnTo>
                  <a:lnTo>
                    <a:pt x="281944" y="66918"/>
                  </a:lnTo>
                  <a:lnTo>
                    <a:pt x="244156" y="89749"/>
                  </a:lnTo>
                  <a:lnTo>
                    <a:pt x="208452" y="115481"/>
                  </a:lnTo>
                  <a:lnTo>
                    <a:pt x="174996" y="143952"/>
                  </a:lnTo>
                  <a:lnTo>
                    <a:pt x="143952" y="174996"/>
                  </a:lnTo>
                  <a:lnTo>
                    <a:pt x="115481" y="208452"/>
                  </a:lnTo>
                  <a:lnTo>
                    <a:pt x="89749" y="244156"/>
                  </a:lnTo>
                  <a:lnTo>
                    <a:pt x="66918" y="281944"/>
                  </a:lnTo>
                  <a:lnTo>
                    <a:pt x="47151" y="321654"/>
                  </a:lnTo>
                  <a:lnTo>
                    <a:pt x="30612" y="363122"/>
                  </a:lnTo>
                  <a:lnTo>
                    <a:pt x="17464" y="406184"/>
                  </a:lnTo>
                  <a:lnTo>
                    <a:pt x="7870" y="450677"/>
                  </a:lnTo>
                  <a:lnTo>
                    <a:pt x="1994" y="496439"/>
                  </a:lnTo>
                  <a:lnTo>
                    <a:pt x="0" y="543305"/>
                  </a:lnTo>
                  <a:lnTo>
                    <a:pt x="1994" y="590190"/>
                  </a:lnTo>
                  <a:lnTo>
                    <a:pt x="7870" y="635966"/>
                  </a:lnTo>
                  <a:lnTo>
                    <a:pt x="17464" y="680470"/>
                  </a:lnTo>
                  <a:lnTo>
                    <a:pt x="30612" y="723539"/>
                  </a:lnTo>
                  <a:lnTo>
                    <a:pt x="47151" y="765012"/>
                  </a:lnTo>
                  <a:lnTo>
                    <a:pt x="66918" y="804723"/>
                  </a:lnTo>
                  <a:lnTo>
                    <a:pt x="89749" y="842511"/>
                  </a:lnTo>
                  <a:lnTo>
                    <a:pt x="115481" y="878213"/>
                  </a:lnTo>
                  <a:lnTo>
                    <a:pt x="143952" y="911665"/>
                  </a:lnTo>
                  <a:lnTo>
                    <a:pt x="174996" y="942704"/>
                  </a:lnTo>
                  <a:lnTo>
                    <a:pt x="208452" y="971169"/>
                  </a:lnTo>
                  <a:lnTo>
                    <a:pt x="244156" y="996895"/>
                  </a:lnTo>
                  <a:lnTo>
                    <a:pt x="281944" y="1019719"/>
                  </a:lnTo>
                  <a:lnTo>
                    <a:pt x="321654" y="1039479"/>
                  </a:lnTo>
                  <a:lnTo>
                    <a:pt x="363122" y="1056012"/>
                  </a:lnTo>
                  <a:lnTo>
                    <a:pt x="406184" y="1069155"/>
                  </a:lnTo>
                  <a:lnTo>
                    <a:pt x="450677" y="1078744"/>
                  </a:lnTo>
                  <a:lnTo>
                    <a:pt x="496439" y="1084618"/>
                  </a:lnTo>
                  <a:lnTo>
                    <a:pt x="543305" y="1086612"/>
                  </a:lnTo>
                  <a:lnTo>
                    <a:pt x="3619245" y="1086612"/>
                  </a:lnTo>
                  <a:lnTo>
                    <a:pt x="3666130" y="1084618"/>
                  </a:lnTo>
                  <a:lnTo>
                    <a:pt x="3711906" y="1078744"/>
                  </a:lnTo>
                  <a:lnTo>
                    <a:pt x="3756410" y="1069155"/>
                  </a:lnTo>
                  <a:lnTo>
                    <a:pt x="3799479" y="1056012"/>
                  </a:lnTo>
                  <a:lnTo>
                    <a:pt x="3840952" y="1039479"/>
                  </a:lnTo>
                  <a:lnTo>
                    <a:pt x="3880663" y="1019719"/>
                  </a:lnTo>
                  <a:lnTo>
                    <a:pt x="3918451" y="996895"/>
                  </a:lnTo>
                  <a:lnTo>
                    <a:pt x="3954153" y="971169"/>
                  </a:lnTo>
                  <a:lnTo>
                    <a:pt x="3987605" y="942704"/>
                  </a:lnTo>
                  <a:lnTo>
                    <a:pt x="4018644" y="911665"/>
                  </a:lnTo>
                  <a:lnTo>
                    <a:pt x="4047109" y="878213"/>
                  </a:lnTo>
                  <a:lnTo>
                    <a:pt x="4072835" y="842511"/>
                  </a:lnTo>
                  <a:lnTo>
                    <a:pt x="4095659" y="804723"/>
                  </a:lnTo>
                  <a:lnTo>
                    <a:pt x="4115419" y="765012"/>
                  </a:lnTo>
                  <a:lnTo>
                    <a:pt x="4131952" y="723539"/>
                  </a:lnTo>
                  <a:lnTo>
                    <a:pt x="4145095" y="680470"/>
                  </a:lnTo>
                  <a:lnTo>
                    <a:pt x="4154684" y="635966"/>
                  </a:lnTo>
                  <a:lnTo>
                    <a:pt x="4160558" y="590190"/>
                  </a:lnTo>
                  <a:lnTo>
                    <a:pt x="4162551" y="543305"/>
                  </a:lnTo>
                  <a:lnTo>
                    <a:pt x="4160558" y="496439"/>
                  </a:lnTo>
                  <a:lnTo>
                    <a:pt x="4154684" y="450677"/>
                  </a:lnTo>
                  <a:lnTo>
                    <a:pt x="4145095" y="406184"/>
                  </a:lnTo>
                  <a:lnTo>
                    <a:pt x="4131952" y="363122"/>
                  </a:lnTo>
                  <a:lnTo>
                    <a:pt x="4115419" y="321654"/>
                  </a:lnTo>
                  <a:lnTo>
                    <a:pt x="4095659" y="281944"/>
                  </a:lnTo>
                  <a:lnTo>
                    <a:pt x="4072835" y="244156"/>
                  </a:lnTo>
                  <a:lnTo>
                    <a:pt x="4047109" y="208452"/>
                  </a:lnTo>
                  <a:lnTo>
                    <a:pt x="4018644" y="174996"/>
                  </a:lnTo>
                  <a:lnTo>
                    <a:pt x="3987605" y="143952"/>
                  </a:lnTo>
                  <a:lnTo>
                    <a:pt x="3954153" y="115481"/>
                  </a:lnTo>
                  <a:lnTo>
                    <a:pt x="3918451" y="89749"/>
                  </a:lnTo>
                  <a:lnTo>
                    <a:pt x="3880663" y="66918"/>
                  </a:lnTo>
                  <a:lnTo>
                    <a:pt x="3840952" y="47151"/>
                  </a:lnTo>
                  <a:lnTo>
                    <a:pt x="3799479" y="30612"/>
                  </a:lnTo>
                  <a:lnTo>
                    <a:pt x="3756410" y="17464"/>
                  </a:lnTo>
                  <a:lnTo>
                    <a:pt x="3711906" y="7870"/>
                  </a:lnTo>
                  <a:lnTo>
                    <a:pt x="3666130" y="1994"/>
                  </a:lnTo>
                  <a:lnTo>
                    <a:pt x="3619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4140434" y="6718554"/>
            <a:ext cx="117030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65" b="1">
                <a:solidFill>
                  <a:srgbClr val="221F1F"/>
                </a:solidFill>
                <a:latin typeface="Calibri"/>
                <a:cs typeface="Calibri"/>
              </a:rPr>
              <a:t>Finance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2448031" y="7281709"/>
            <a:ext cx="5314950" cy="2238375"/>
            <a:chOff x="12448031" y="7281709"/>
            <a:chExt cx="5314950" cy="2238375"/>
          </a:xfrm>
        </p:grpSpPr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448031" y="7281709"/>
              <a:ext cx="5314695" cy="2238121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444727" y="7377734"/>
              <a:ext cx="3322065" cy="2127885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2986765" y="7703946"/>
              <a:ext cx="4163060" cy="1087120"/>
            </a:xfrm>
            <a:custGeom>
              <a:avLst/>
              <a:gdLst/>
              <a:ahLst/>
              <a:cxnLst/>
              <a:rect l="l" t="t" r="r" b="b"/>
              <a:pathLst>
                <a:path w="4163059" h="1087120">
                  <a:moveTo>
                    <a:pt x="3619245" y="0"/>
                  </a:moveTo>
                  <a:lnTo>
                    <a:pt x="543305" y="0"/>
                  </a:lnTo>
                  <a:lnTo>
                    <a:pt x="496439" y="1993"/>
                  </a:lnTo>
                  <a:lnTo>
                    <a:pt x="450677" y="7867"/>
                  </a:lnTo>
                  <a:lnTo>
                    <a:pt x="406184" y="17456"/>
                  </a:lnTo>
                  <a:lnTo>
                    <a:pt x="363122" y="30599"/>
                  </a:lnTo>
                  <a:lnTo>
                    <a:pt x="321654" y="47132"/>
                  </a:lnTo>
                  <a:lnTo>
                    <a:pt x="281944" y="66892"/>
                  </a:lnTo>
                  <a:lnTo>
                    <a:pt x="244156" y="89716"/>
                  </a:lnTo>
                  <a:lnTo>
                    <a:pt x="208452" y="115442"/>
                  </a:lnTo>
                  <a:lnTo>
                    <a:pt x="174996" y="143907"/>
                  </a:lnTo>
                  <a:lnTo>
                    <a:pt x="143952" y="174946"/>
                  </a:lnTo>
                  <a:lnTo>
                    <a:pt x="115481" y="208398"/>
                  </a:lnTo>
                  <a:lnTo>
                    <a:pt x="89749" y="244100"/>
                  </a:lnTo>
                  <a:lnTo>
                    <a:pt x="66918" y="281888"/>
                  </a:lnTo>
                  <a:lnTo>
                    <a:pt x="47151" y="321599"/>
                  </a:lnTo>
                  <a:lnTo>
                    <a:pt x="30612" y="363072"/>
                  </a:lnTo>
                  <a:lnTo>
                    <a:pt x="17464" y="406141"/>
                  </a:lnTo>
                  <a:lnTo>
                    <a:pt x="7870" y="450645"/>
                  </a:lnTo>
                  <a:lnTo>
                    <a:pt x="1994" y="496421"/>
                  </a:lnTo>
                  <a:lnTo>
                    <a:pt x="0" y="543305"/>
                  </a:lnTo>
                  <a:lnTo>
                    <a:pt x="1994" y="590172"/>
                  </a:lnTo>
                  <a:lnTo>
                    <a:pt x="7870" y="635934"/>
                  </a:lnTo>
                  <a:lnTo>
                    <a:pt x="17464" y="680427"/>
                  </a:lnTo>
                  <a:lnTo>
                    <a:pt x="30612" y="723489"/>
                  </a:lnTo>
                  <a:lnTo>
                    <a:pt x="47151" y="764957"/>
                  </a:lnTo>
                  <a:lnTo>
                    <a:pt x="66918" y="804667"/>
                  </a:lnTo>
                  <a:lnTo>
                    <a:pt x="89749" y="842455"/>
                  </a:lnTo>
                  <a:lnTo>
                    <a:pt x="115481" y="878159"/>
                  </a:lnTo>
                  <a:lnTo>
                    <a:pt x="143952" y="911615"/>
                  </a:lnTo>
                  <a:lnTo>
                    <a:pt x="174996" y="942659"/>
                  </a:lnTo>
                  <a:lnTo>
                    <a:pt x="208452" y="971130"/>
                  </a:lnTo>
                  <a:lnTo>
                    <a:pt x="244156" y="996862"/>
                  </a:lnTo>
                  <a:lnTo>
                    <a:pt x="281944" y="1019693"/>
                  </a:lnTo>
                  <a:lnTo>
                    <a:pt x="321654" y="1039460"/>
                  </a:lnTo>
                  <a:lnTo>
                    <a:pt x="363122" y="1055999"/>
                  </a:lnTo>
                  <a:lnTo>
                    <a:pt x="406184" y="1069147"/>
                  </a:lnTo>
                  <a:lnTo>
                    <a:pt x="450677" y="1078741"/>
                  </a:lnTo>
                  <a:lnTo>
                    <a:pt x="496439" y="1084617"/>
                  </a:lnTo>
                  <a:lnTo>
                    <a:pt x="543305" y="1086611"/>
                  </a:lnTo>
                  <a:lnTo>
                    <a:pt x="3619245" y="1086611"/>
                  </a:lnTo>
                  <a:lnTo>
                    <a:pt x="3666130" y="1084617"/>
                  </a:lnTo>
                  <a:lnTo>
                    <a:pt x="3711906" y="1078741"/>
                  </a:lnTo>
                  <a:lnTo>
                    <a:pt x="3756410" y="1069147"/>
                  </a:lnTo>
                  <a:lnTo>
                    <a:pt x="3799479" y="1055999"/>
                  </a:lnTo>
                  <a:lnTo>
                    <a:pt x="3840952" y="1039460"/>
                  </a:lnTo>
                  <a:lnTo>
                    <a:pt x="3880663" y="1019693"/>
                  </a:lnTo>
                  <a:lnTo>
                    <a:pt x="3918451" y="996862"/>
                  </a:lnTo>
                  <a:lnTo>
                    <a:pt x="3954153" y="971130"/>
                  </a:lnTo>
                  <a:lnTo>
                    <a:pt x="3987605" y="942659"/>
                  </a:lnTo>
                  <a:lnTo>
                    <a:pt x="4018644" y="911615"/>
                  </a:lnTo>
                  <a:lnTo>
                    <a:pt x="4047109" y="878159"/>
                  </a:lnTo>
                  <a:lnTo>
                    <a:pt x="4072835" y="842455"/>
                  </a:lnTo>
                  <a:lnTo>
                    <a:pt x="4095659" y="804667"/>
                  </a:lnTo>
                  <a:lnTo>
                    <a:pt x="4115419" y="764957"/>
                  </a:lnTo>
                  <a:lnTo>
                    <a:pt x="4131952" y="723489"/>
                  </a:lnTo>
                  <a:lnTo>
                    <a:pt x="4145095" y="680427"/>
                  </a:lnTo>
                  <a:lnTo>
                    <a:pt x="4154684" y="635934"/>
                  </a:lnTo>
                  <a:lnTo>
                    <a:pt x="4160558" y="590172"/>
                  </a:lnTo>
                  <a:lnTo>
                    <a:pt x="4162551" y="543305"/>
                  </a:lnTo>
                  <a:lnTo>
                    <a:pt x="4160558" y="496421"/>
                  </a:lnTo>
                  <a:lnTo>
                    <a:pt x="4154684" y="450645"/>
                  </a:lnTo>
                  <a:lnTo>
                    <a:pt x="4145095" y="406141"/>
                  </a:lnTo>
                  <a:lnTo>
                    <a:pt x="4131952" y="363072"/>
                  </a:lnTo>
                  <a:lnTo>
                    <a:pt x="4115419" y="321599"/>
                  </a:lnTo>
                  <a:lnTo>
                    <a:pt x="4095659" y="281888"/>
                  </a:lnTo>
                  <a:lnTo>
                    <a:pt x="4072835" y="244100"/>
                  </a:lnTo>
                  <a:lnTo>
                    <a:pt x="4047109" y="208398"/>
                  </a:lnTo>
                  <a:lnTo>
                    <a:pt x="4018644" y="174946"/>
                  </a:lnTo>
                  <a:lnTo>
                    <a:pt x="3987605" y="143907"/>
                  </a:lnTo>
                  <a:lnTo>
                    <a:pt x="3954153" y="115442"/>
                  </a:lnTo>
                  <a:lnTo>
                    <a:pt x="3918451" y="89716"/>
                  </a:lnTo>
                  <a:lnTo>
                    <a:pt x="3880663" y="66892"/>
                  </a:lnTo>
                  <a:lnTo>
                    <a:pt x="3840952" y="47132"/>
                  </a:lnTo>
                  <a:lnTo>
                    <a:pt x="3799479" y="30599"/>
                  </a:lnTo>
                  <a:lnTo>
                    <a:pt x="3756410" y="17456"/>
                  </a:lnTo>
                  <a:lnTo>
                    <a:pt x="3711906" y="7867"/>
                  </a:lnTo>
                  <a:lnTo>
                    <a:pt x="3666130" y="1993"/>
                  </a:lnTo>
                  <a:lnTo>
                    <a:pt x="3619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14140434" y="7810017"/>
            <a:ext cx="185928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220" b="1">
                <a:solidFill>
                  <a:srgbClr val="221F1F"/>
                </a:solidFill>
                <a:latin typeface="Calibri"/>
                <a:cs typeface="Calibri"/>
              </a:rPr>
              <a:t>Real-</a:t>
            </a:r>
            <a:r>
              <a:rPr dirty="0" sz="2200" spc="235" b="1">
                <a:solidFill>
                  <a:srgbClr val="221F1F"/>
                </a:solidFill>
                <a:latin typeface="Calibri"/>
                <a:cs typeface="Calibri"/>
              </a:rPr>
              <a:t>time </a:t>
            </a:r>
            <a:r>
              <a:rPr dirty="0" sz="2200" spc="195" b="1">
                <a:solidFill>
                  <a:srgbClr val="221F1F"/>
                </a:solidFill>
                <a:latin typeface="Calibri"/>
                <a:cs typeface="Calibri"/>
              </a:rPr>
              <a:t>Notifications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2224532" y="8370696"/>
            <a:ext cx="39370" cy="53340"/>
          </a:xfrm>
          <a:custGeom>
            <a:avLst/>
            <a:gdLst/>
            <a:ahLst/>
            <a:cxnLst/>
            <a:rect l="l" t="t" r="r" b="b"/>
            <a:pathLst>
              <a:path w="39369" h="53340">
                <a:moveTo>
                  <a:pt x="19050" y="0"/>
                </a:moveTo>
                <a:lnTo>
                  <a:pt x="11680" y="1494"/>
                </a:lnTo>
                <a:lnTo>
                  <a:pt x="5619" y="5572"/>
                </a:lnTo>
                <a:lnTo>
                  <a:pt x="1512" y="11626"/>
                </a:lnTo>
                <a:lnTo>
                  <a:pt x="0" y="19050"/>
                </a:lnTo>
                <a:lnTo>
                  <a:pt x="0" y="32765"/>
                </a:lnTo>
                <a:lnTo>
                  <a:pt x="1512" y="40421"/>
                </a:lnTo>
                <a:lnTo>
                  <a:pt x="5619" y="46862"/>
                </a:lnTo>
                <a:lnTo>
                  <a:pt x="11680" y="51304"/>
                </a:lnTo>
                <a:lnTo>
                  <a:pt x="19050" y="52958"/>
                </a:lnTo>
                <a:lnTo>
                  <a:pt x="26705" y="51304"/>
                </a:lnTo>
                <a:lnTo>
                  <a:pt x="33147" y="46862"/>
                </a:lnTo>
                <a:lnTo>
                  <a:pt x="37588" y="40421"/>
                </a:lnTo>
                <a:lnTo>
                  <a:pt x="39243" y="32765"/>
                </a:lnTo>
                <a:lnTo>
                  <a:pt x="39243" y="19050"/>
                </a:lnTo>
                <a:lnTo>
                  <a:pt x="37588" y="11626"/>
                </a:lnTo>
                <a:lnTo>
                  <a:pt x="33147" y="5572"/>
                </a:lnTo>
                <a:lnTo>
                  <a:pt x="26705" y="1494"/>
                </a:lnTo>
                <a:lnTo>
                  <a:pt x="19050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1955545" y="2612694"/>
            <a:ext cx="12019915" cy="5940425"/>
            <a:chOff x="1955545" y="2612694"/>
            <a:chExt cx="12019915" cy="5940425"/>
          </a:xfrm>
        </p:grpSpPr>
        <p:pic>
          <p:nvPicPr>
            <p:cNvPr id="59" name="object 5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548994" y="6803009"/>
              <a:ext cx="218948" cy="218820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3340715" y="6693534"/>
              <a:ext cx="635000" cy="438150"/>
            </a:xfrm>
            <a:custGeom>
              <a:avLst/>
              <a:gdLst/>
              <a:ahLst/>
              <a:cxnLst/>
              <a:rect l="l" t="t" r="r" b="b"/>
              <a:pathLst>
                <a:path w="635000" h="438150">
                  <a:moveTo>
                    <a:pt x="164592" y="328295"/>
                  </a:moveTo>
                  <a:lnTo>
                    <a:pt x="162890" y="319747"/>
                  </a:lnTo>
                  <a:lnTo>
                    <a:pt x="158216" y="312801"/>
                  </a:lnTo>
                  <a:lnTo>
                    <a:pt x="151244" y="308152"/>
                  </a:lnTo>
                  <a:lnTo>
                    <a:pt x="142621" y="306451"/>
                  </a:lnTo>
                  <a:lnTo>
                    <a:pt x="98933" y="306451"/>
                  </a:lnTo>
                  <a:lnTo>
                    <a:pt x="90322" y="308152"/>
                  </a:lnTo>
                  <a:lnTo>
                    <a:pt x="83388" y="312801"/>
                  </a:lnTo>
                  <a:lnTo>
                    <a:pt x="78765" y="319747"/>
                  </a:lnTo>
                  <a:lnTo>
                    <a:pt x="77089" y="328295"/>
                  </a:lnTo>
                  <a:lnTo>
                    <a:pt x="78765" y="336486"/>
                  </a:lnTo>
                  <a:lnTo>
                    <a:pt x="83388" y="343458"/>
                  </a:lnTo>
                  <a:lnTo>
                    <a:pt x="90322" y="348322"/>
                  </a:lnTo>
                  <a:lnTo>
                    <a:pt x="98933" y="350139"/>
                  </a:lnTo>
                  <a:lnTo>
                    <a:pt x="142621" y="350139"/>
                  </a:lnTo>
                  <a:lnTo>
                    <a:pt x="151244" y="348322"/>
                  </a:lnTo>
                  <a:lnTo>
                    <a:pt x="158216" y="343458"/>
                  </a:lnTo>
                  <a:lnTo>
                    <a:pt x="162890" y="336486"/>
                  </a:lnTo>
                  <a:lnTo>
                    <a:pt x="164592" y="328295"/>
                  </a:lnTo>
                  <a:close/>
                </a:path>
                <a:path w="635000" h="438150">
                  <a:moveTo>
                    <a:pt x="558546" y="98044"/>
                  </a:moveTo>
                  <a:lnTo>
                    <a:pt x="556844" y="89496"/>
                  </a:lnTo>
                  <a:lnTo>
                    <a:pt x="552170" y="82550"/>
                  </a:lnTo>
                  <a:lnTo>
                    <a:pt x="545198" y="77901"/>
                  </a:lnTo>
                  <a:lnTo>
                    <a:pt x="536575" y="76200"/>
                  </a:lnTo>
                  <a:lnTo>
                    <a:pt x="492887" y="76200"/>
                  </a:lnTo>
                  <a:lnTo>
                    <a:pt x="484251" y="77901"/>
                  </a:lnTo>
                  <a:lnTo>
                    <a:pt x="477278" y="82550"/>
                  </a:lnTo>
                  <a:lnTo>
                    <a:pt x="472605" y="89496"/>
                  </a:lnTo>
                  <a:lnTo>
                    <a:pt x="470916" y="98044"/>
                  </a:lnTo>
                  <a:lnTo>
                    <a:pt x="472605" y="106680"/>
                  </a:lnTo>
                  <a:lnTo>
                    <a:pt x="477278" y="113652"/>
                  </a:lnTo>
                  <a:lnTo>
                    <a:pt x="484251" y="118325"/>
                  </a:lnTo>
                  <a:lnTo>
                    <a:pt x="492887" y="120015"/>
                  </a:lnTo>
                  <a:lnTo>
                    <a:pt x="536575" y="120015"/>
                  </a:lnTo>
                  <a:lnTo>
                    <a:pt x="545198" y="118325"/>
                  </a:lnTo>
                  <a:lnTo>
                    <a:pt x="552170" y="113652"/>
                  </a:lnTo>
                  <a:lnTo>
                    <a:pt x="556844" y="106680"/>
                  </a:lnTo>
                  <a:lnTo>
                    <a:pt x="558546" y="98044"/>
                  </a:lnTo>
                  <a:close/>
                </a:path>
                <a:path w="635000" h="438150">
                  <a:moveTo>
                    <a:pt x="634619" y="43815"/>
                  </a:moveTo>
                  <a:lnTo>
                    <a:pt x="631228" y="26631"/>
                  </a:lnTo>
                  <a:lnTo>
                    <a:pt x="621944" y="12725"/>
                  </a:lnTo>
                  <a:lnTo>
                    <a:pt x="608037" y="3403"/>
                  </a:lnTo>
                  <a:lnTo>
                    <a:pt x="590804" y="0"/>
                  </a:lnTo>
                  <a:lnTo>
                    <a:pt x="590804" y="43815"/>
                  </a:lnTo>
                  <a:lnTo>
                    <a:pt x="590804" y="393954"/>
                  </a:lnTo>
                  <a:lnTo>
                    <a:pt x="43815" y="393954"/>
                  </a:lnTo>
                  <a:lnTo>
                    <a:pt x="43815" y="43815"/>
                  </a:lnTo>
                  <a:lnTo>
                    <a:pt x="590804" y="43815"/>
                  </a:lnTo>
                  <a:lnTo>
                    <a:pt x="590804" y="0"/>
                  </a:lnTo>
                  <a:lnTo>
                    <a:pt x="43815" y="0"/>
                  </a:lnTo>
                  <a:lnTo>
                    <a:pt x="27000" y="3403"/>
                  </a:lnTo>
                  <a:lnTo>
                    <a:pt x="13042" y="12725"/>
                  </a:lnTo>
                  <a:lnTo>
                    <a:pt x="3517" y="26631"/>
                  </a:lnTo>
                  <a:lnTo>
                    <a:pt x="0" y="43815"/>
                  </a:lnTo>
                  <a:lnTo>
                    <a:pt x="0" y="393954"/>
                  </a:lnTo>
                  <a:lnTo>
                    <a:pt x="3517" y="410768"/>
                  </a:lnTo>
                  <a:lnTo>
                    <a:pt x="13042" y="424726"/>
                  </a:lnTo>
                  <a:lnTo>
                    <a:pt x="27000" y="434251"/>
                  </a:lnTo>
                  <a:lnTo>
                    <a:pt x="43815" y="437769"/>
                  </a:lnTo>
                  <a:lnTo>
                    <a:pt x="590804" y="437769"/>
                  </a:lnTo>
                  <a:lnTo>
                    <a:pt x="608037" y="434251"/>
                  </a:lnTo>
                  <a:lnTo>
                    <a:pt x="621944" y="424726"/>
                  </a:lnTo>
                  <a:lnTo>
                    <a:pt x="631228" y="410768"/>
                  </a:lnTo>
                  <a:lnTo>
                    <a:pt x="634619" y="393954"/>
                  </a:lnTo>
                  <a:lnTo>
                    <a:pt x="634619" y="4381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008885" y="6768210"/>
              <a:ext cx="466725" cy="35560"/>
            </a:xfrm>
            <a:custGeom>
              <a:avLst/>
              <a:gdLst/>
              <a:ahLst/>
              <a:cxnLst/>
              <a:rect l="l" t="t" r="r" b="b"/>
              <a:pathLst>
                <a:path w="466725" h="35559">
                  <a:moveTo>
                    <a:pt x="457834" y="0"/>
                  </a:moveTo>
                  <a:lnTo>
                    <a:pt x="7365" y="0"/>
                  </a:lnTo>
                  <a:lnTo>
                    <a:pt x="0" y="8381"/>
                  </a:lnTo>
                  <a:lnTo>
                    <a:pt x="0" y="26669"/>
                  </a:lnTo>
                  <a:lnTo>
                    <a:pt x="7365" y="35051"/>
                  </a:lnTo>
                  <a:lnTo>
                    <a:pt x="448690" y="35051"/>
                  </a:lnTo>
                  <a:lnTo>
                    <a:pt x="457834" y="35051"/>
                  </a:lnTo>
                  <a:lnTo>
                    <a:pt x="466216" y="26669"/>
                  </a:lnTo>
                  <a:lnTo>
                    <a:pt x="466216" y="8381"/>
                  </a:lnTo>
                  <a:lnTo>
                    <a:pt x="457834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76487" y="6675850"/>
              <a:ext cx="117443" cy="218566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2014473" y="7021576"/>
              <a:ext cx="466090" cy="35560"/>
            </a:xfrm>
            <a:custGeom>
              <a:avLst/>
              <a:gdLst/>
              <a:ahLst/>
              <a:cxnLst/>
              <a:rect l="l" t="t" r="r" b="b"/>
              <a:pathLst>
                <a:path w="466089" h="35559">
                  <a:moveTo>
                    <a:pt x="457834" y="0"/>
                  </a:moveTo>
                  <a:lnTo>
                    <a:pt x="17399" y="0"/>
                  </a:lnTo>
                  <a:lnTo>
                    <a:pt x="7365" y="0"/>
                  </a:lnTo>
                  <a:lnTo>
                    <a:pt x="0" y="8254"/>
                  </a:lnTo>
                  <a:lnTo>
                    <a:pt x="0" y="26669"/>
                  </a:lnTo>
                  <a:lnTo>
                    <a:pt x="8255" y="35051"/>
                  </a:lnTo>
                  <a:lnTo>
                    <a:pt x="457834" y="35051"/>
                  </a:lnTo>
                  <a:lnTo>
                    <a:pt x="466089" y="26669"/>
                  </a:lnTo>
                  <a:lnTo>
                    <a:pt x="466089" y="8254"/>
                  </a:lnTo>
                  <a:lnTo>
                    <a:pt x="457834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95265" y="6930104"/>
              <a:ext cx="117030" cy="21875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98623" y="6865803"/>
              <a:ext cx="92151" cy="9214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966388" y="7952327"/>
              <a:ext cx="556895" cy="554355"/>
            </a:xfrm>
            <a:custGeom>
              <a:avLst/>
              <a:gdLst/>
              <a:ahLst/>
              <a:cxnLst/>
              <a:rect l="l" t="t" r="r" b="b"/>
              <a:pathLst>
                <a:path w="556894" h="554354">
                  <a:moveTo>
                    <a:pt x="278336" y="0"/>
                  </a:moveTo>
                  <a:lnTo>
                    <a:pt x="254710" y="6357"/>
                  </a:lnTo>
                  <a:lnTo>
                    <a:pt x="237061" y="25431"/>
                  </a:lnTo>
                  <a:lnTo>
                    <a:pt x="5159" y="487203"/>
                  </a:lnTo>
                  <a:lnTo>
                    <a:pt x="0" y="510105"/>
                  </a:lnTo>
                  <a:lnTo>
                    <a:pt x="6746" y="531637"/>
                  </a:lnTo>
                  <a:lnTo>
                    <a:pt x="23018" y="547622"/>
                  </a:lnTo>
                  <a:lnTo>
                    <a:pt x="46434" y="553878"/>
                  </a:lnTo>
                  <a:lnTo>
                    <a:pt x="510365" y="553878"/>
                  </a:lnTo>
                  <a:lnTo>
                    <a:pt x="533781" y="547622"/>
                  </a:lnTo>
                  <a:lnTo>
                    <a:pt x="550052" y="531637"/>
                  </a:lnTo>
                  <a:lnTo>
                    <a:pt x="555698" y="513619"/>
                  </a:lnTo>
                  <a:lnTo>
                    <a:pt x="42116" y="513619"/>
                  </a:lnTo>
                  <a:lnTo>
                    <a:pt x="37925" y="508412"/>
                  </a:lnTo>
                  <a:lnTo>
                    <a:pt x="41100" y="504221"/>
                  </a:lnTo>
                  <a:lnTo>
                    <a:pt x="271986" y="43338"/>
                  </a:lnTo>
                  <a:lnTo>
                    <a:pt x="275161" y="38131"/>
                  </a:lnTo>
                  <a:lnTo>
                    <a:pt x="325992" y="38131"/>
                  </a:lnTo>
                  <a:lnTo>
                    <a:pt x="319611" y="25431"/>
                  </a:lnTo>
                  <a:lnTo>
                    <a:pt x="301962" y="6357"/>
                  </a:lnTo>
                  <a:lnTo>
                    <a:pt x="278336" y="0"/>
                  </a:lnTo>
                  <a:close/>
                </a:path>
                <a:path w="556894" h="554354">
                  <a:moveTo>
                    <a:pt x="325992" y="38131"/>
                  </a:moveTo>
                  <a:lnTo>
                    <a:pt x="281511" y="38131"/>
                  </a:lnTo>
                  <a:lnTo>
                    <a:pt x="284686" y="43338"/>
                  </a:lnTo>
                  <a:lnTo>
                    <a:pt x="515572" y="504221"/>
                  </a:lnTo>
                  <a:lnTo>
                    <a:pt x="518747" y="508412"/>
                  </a:lnTo>
                  <a:lnTo>
                    <a:pt x="515572" y="513619"/>
                  </a:lnTo>
                  <a:lnTo>
                    <a:pt x="555698" y="513619"/>
                  </a:lnTo>
                  <a:lnTo>
                    <a:pt x="556799" y="510105"/>
                  </a:lnTo>
                  <a:lnTo>
                    <a:pt x="551640" y="487203"/>
                  </a:lnTo>
                  <a:lnTo>
                    <a:pt x="325992" y="3813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90749" y="8297603"/>
              <a:ext cx="105939" cy="105859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2022221" y="5296407"/>
              <a:ext cx="445770" cy="3048000"/>
            </a:xfrm>
            <a:custGeom>
              <a:avLst/>
              <a:gdLst/>
              <a:ahLst/>
              <a:cxnLst/>
              <a:rect l="l" t="t" r="r" b="b"/>
              <a:pathLst>
                <a:path w="445769" h="3048000">
                  <a:moveTo>
                    <a:pt x="241554" y="2868803"/>
                  </a:moveTo>
                  <a:lnTo>
                    <a:pt x="239890" y="2861221"/>
                  </a:lnTo>
                  <a:lnTo>
                    <a:pt x="235458" y="2854820"/>
                  </a:lnTo>
                  <a:lnTo>
                    <a:pt x="229006" y="2850400"/>
                  </a:lnTo>
                  <a:lnTo>
                    <a:pt x="221361" y="2848737"/>
                  </a:lnTo>
                  <a:lnTo>
                    <a:pt x="213982" y="2850400"/>
                  </a:lnTo>
                  <a:lnTo>
                    <a:pt x="207924" y="2854820"/>
                  </a:lnTo>
                  <a:lnTo>
                    <a:pt x="203822" y="2861221"/>
                  </a:lnTo>
                  <a:lnTo>
                    <a:pt x="202311" y="2868803"/>
                  </a:lnTo>
                  <a:lnTo>
                    <a:pt x="202311" y="3027680"/>
                  </a:lnTo>
                  <a:lnTo>
                    <a:pt x="203822" y="3035325"/>
                  </a:lnTo>
                  <a:lnTo>
                    <a:pt x="207924" y="3041726"/>
                  </a:lnTo>
                  <a:lnTo>
                    <a:pt x="213982" y="3046120"/>
                  </a:lnTo>
                  <a:lnTo>
                    <a:pt x="221361" y="3047746"/>
                  </a:lnTo>
                  <a:lnTo>
                    <a:pt x="229006" y="3046120"/>
                  </a:lnTo>
                  <a:lnTo>
                    <a:pt x="235458" y="3041713"/>
                  </a:lnTo>
                  <a:lnTo>
                    <a:pt x="239890" y="3035325"/>
                  </a:lnTo>
                  <a:lnTo>
                    <a:pt x="241554" y="3027680"/>
                  </a:lnTo>
                  <a:lnTo>
                    <a:pt x="241554" y="2868803"/>
                  </a:lnTo>
                  <a:close/>
                </a:path>
                <a:path w="445769" h="3048000">
                  <a:moveTo>
                    <a:pt x="445262" y="223012"/>
                  </a:moveTo>
                  <a:lnTo>
                    <a:pt x="440740" y="177927"/>
                  </a:lnTo>
                  <a:lnTo>
                    <a:pt x="427799" y="135991"/>
                  </a:lnTo>
                  <a:lnTo>
                    <a:pt x="410464" y="103924"/>
                  </a:lnTo>
                  <a:lnTo>
                    <a:pt x="410464" y="223012"/>
                  </a:lnTo>
                  <a:lnTo>
                    <a:pt x="406260" y="261962"/>
                  </a:lnTo>
                  <a:lnTo>
                    <a:pt x="406234" y="262229"/>
                  </a:lnTo>
                  <a:lnTo>
                    <a:pt x="394208" y="298894"/>
                  </a:lnTo>
                  <a:lnTo>
                    <a:pt x="375310" y="331851"/>
                  </a:lnTo>
                  <a:lnTo>
                    <a:pt x="350520" y="359918"/>
                  </a:lnTo>
                  <a:lnTo>
                    <a:pt x="346125" y="365861"/>
                  </a:lnTo>
                  <a:lnTo>
                    <a:pt x="342900" y="372237"/>
                  </a:lnTo>
                  <a:lnTo>
                    <a:pt x="340906" y="378815"/>
                  </a:lnTo>
                  <a:lnTo>
                    <a:pt x="340233" y="385318"/>
                  </a:lnTo>
                  <a:lnTo>
                    <a:pt x="340233" y="527685"/>
                  </a:lnTo>
                  <a:lnTo>
                    <a:pt x="105791" y="527685"/>
                  </a:lnTo>
                  <a:lnTo>
                    <a:pt x="105791" y="385318"/>
                  </a:lnTo>
                  <a:lnTo>
                    <a:pt x="105117" y="378815"/>
                  </a:lnTo>
                  <a:lnTo>
                    <a:pt x="103212" y="372237"/>
                  </a:lnTo>
                  <a:lnTo>
                    <a:pt x="103124" y="371906"/>
                  </a:lnTo>
                  <a:lnTo>
                    <a:pt x="99885" y="365480"/>
                  </a:lnTo>
                  <a:lnTo>
                    <a:pt x="95504" y="359918"/>
                  </a:lnTo>
                  <a:lnTo>
                    <a:pt x="70319" y="331050"/>
                  </a:lnTo>
                  <a:lnTo>
                    <a:pt x="51473" y="298183"/>
                  </a:lnTo>
                  <a:lnTo>
                    <a:pt x="39738" y="262229"/>
                  </a:lnTo>
                  <a:lnTo>
                    <a:pt x="39649" y="261962"/>
                  </a:lnTo>
                  <a:lnTo>
                    <a:pt x="35560" y="223012"/>
                  </a:lnTo>
                  <a:lnTo>
                    <a:pt x="42278" y="173329"/>
                  </a:lnTo>
                  <a:lnTo>
                    <a:pt x="61239" y="128625"/>
                  </a:lnTo>
                  <a:lnTo>
                    <a:pt x="90601" y="90678"/>
                  </a:lnTo>
                  <a:lnTo>
                    <a:pt x="128574" y="61341"/>
                  </a:lnTo>
                  <a:lnTo>
                    <a:pt x="173316" y="42405"/>
                  </a:lnTo>
                  <a:lnTo>
                    <a:pt x="223012" y="35687"/>
                  </a:lnTo>
                  <a:lnTo>
                    <a:pt x="272694" y="42405"/>
                  </a:lnTo>
                  <a:lnTo>
                    <a:pt x="317436" y="61341"/>
                  </a:lnTo>
                  <a:lnTo>
                    <a:pt x="355409" y="90678"/>
                  </a:lnTo>
                  <a:lnTo>
                    <a:pt x="384771" y="128625"/>
                  </a:lnTo>
                  <a:lnTo>
                    <a:pt x="403733" y="173329"/>
                  </a:lnTo>
                  <a:lnTo>
                    <a:pt x="410464" y="223012"/>
                  </a:lnTo>
                  <a:lnTo>
                    <a:pt x="410464" y="103924"/>
                  </a:lnTo>
                  <a:lnTo>
                    <a:pt x="380187" y="65125"/>
                  </a:lnTo>
                  <a:lnTo>
                    <a:pt x="347294" y="37947"/>
                  </a:lnTo>
                  <a:lnTo>
                    <a:pt x="309537" y="17462"/>
                  </a:lnTo>
                  <a:lnTo>
                    <a:pt x="267817" y="4521"/>
                  </a:lnTo>
                  <a:lnTo>
                    <a:pt x="223012" y="0"/>
                  </a:lnTo>
                  <a:lnTo>
                    <a:pt x="178168" y="4521"/>
                  </a:lnTo>
                  <a:lnTo>
                    <a:pt x="136347" y="17462"/>
                  </a:lnTo>
                  <a:lnTo>
                    <a:pt x="98475" y="37947"/>
                  </a:lnTo>
                  <a:lnTo>
                    <a:pt x="65443" y="65125"/>
                  </a:lnTo>
                  <a:lnTo>
                    <a:pt x="38176" y="98094"/>
                  </a:lnTo>
                  <a:lnTo>
                    <a:pt x="17564" y="135991"/>
                  </a:lnTo>
                  <a:lnTo>
                    <a:pt x="4533" y="177927"/>
                  </a:lnTo>
                  <a:lnTo>
                    <a:pt x="0" y="223012"/>
                  </a:lnTo>
                  <a:lnTo>
                    <a:pt x="4889" y="269646"/>
                  </a:lnTo>
                  <a:lnTo>
                    <a:pt x="18923" y="312978"/>
                  </a:lnTo>
                  <a:lnTo>
                    <a:pt x="41148" y="352031"/>
                  </a:lnTo>
                  <a:lnTo>
                    <a:pt x="70231" y="385318"/>
                  </a:lnTo>
                  <a:lnTo>
                    <a:pt x="70231" y="538988"/>
                  </a:lnTo>
                  <a:lnTo>
                    <a:pt x="72174" y="548170"/>
                  </a:lnTo>
                  <a:lnTo>
                    <a:pt x="77381" y="555586"/>
                  </a:lnTo>
                  <a:lnTo>
                    <a:pt x="84848" y="560552"/>
                  </a:lnTo>
                  <a:lnTo>
                    <a:pt x="93599" y="562356"/>
                  </a:lnTo>
                  <a:lnTo>
                    <a:pt x="351409" y="562356"/>
                  </a:lnTo>
                  <a:lnTo>
                    <a:pt x="360591" y="560552"/>
                  </a:lnTo>
                  <a:lnTo>
                    <a:pt x="368058" y="555586"/>
                  </a:lnTo>
                  <a:lnTo>
                    <a:pt x="373062" y="548170"/>
                  </a:lnTo>
                  <a:lnTo>
                    <a:pt x="374904" y="538988"/>
                  </a:lnTo>
                  <a:lnTo>
                    <a:pt x="374904" y="527685"/>
                  </a:lnTo>
                  <a:lnTo>
                    <a:pt x="374904" y="385318"/>
                  </a:lnTo>
                  <a:lnTo>
                    <a:pt x="404482" y="352031"/>
                  </a:lnTo>
                  <a:lnTo>
                    <a:pt x="426605" y="313309"/>
                  </a:lnTo>
                  <a:lnTo>
                    <a:pt x="440461" y="270027"/>
                  </a:lnTo>
                  <a:lnTo>
                    <a:pt x="445262" y="22301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80589" y="5701410"/>
              <a:ext cx="129412" cy="151764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28011" y="5472602"/>
              <a:ext cx="93769" cy="93680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68727" y="5472602"/>
              <a:ext cx="93769" cy="93680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753718" y="2612694"/>
              <a:ext cx="48131" cy="336499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13375780" y="2649346"/>
              <a:ext cx="564515" cy="1879600"/>
            </a:xfrm>
            <a:custGeom>
              <a:avLst/>
              <a:gdLst/>
              <a:ahLst/>
              <a:cxnLst/>
              <a:rect l="l" t="t" r="r" b="b"/>
              <a:pathLst>
                <a:path w="564515" h="1879600">
                  <a:moveTo>
                    <a:pt x="535673" y="24003"/>
                  </a:moveTo>
                  <a:lnTo>
                    <a:pt x="533666" y="14579"/>
                  </a:lnTo>
                  <a:lnTo>
                    <a:pt x="528320" y="6959"/>
                  </a:lnTo>
                  <a:lnTo>
                    <a:pt x="520611" y="1866"/>
                  </a:lnTo>
                  <a:lnTo>
                    <a:pt x="511543" y="0"/>
                  </a:lnTo>
                  <a:lnTo>
                    <a:pt x="498081" y="0"/>
                  </a:lnTo>
                  <a:lnTo>
                    <a:pt x="498081" y="35433"/>
                  </a:lnTo>
                  <a:lnTo>
                    <a:pt x="498081" y="344170"/>
                  </a:lnTo>
                  <a:lnTo>
                    <a:pt x="281800" y="474980"/>
                  </a:lnTo>
                  <a:lnTo>
                    <a:pt x="65392" y="344170"/>
                  </a:lnTo>
                  <a:lnTo>
                    <a:pt x="65392" y="35433"/>
                  </a:lnTo>
                  <a:lnTo>
                    <a:pt x="498081" y="35433"/>
                  </a:lnTo>
                  <a:lnTo>
                    <a:pt x="498081" y="0"/>
                  </a:lnTo>
                  <a:lnTo>
                    <a:pt x="52946" y="0"/>
                  </a:lnTo>
                  <a:lnTo>
                    <a:pt x="43916" y="1866"/>
                  </a:lnTo>
                  <a:lnTo>
                    <a:pt x="36207" y="6959"/>
                  </a:lnTo>
                  <a:lnTo>
                    <a:pt x="30835" y="14579"/>
                  </a:lnTo>
                  <a:lnTo>
                    <a:pt x="28816" y="24003"/>
                  </a:lnTo>
                  <a:lnTo>
                    <a:pt x="28816" y="360426"/>
                  </a:lnTo>
                  <a:lnTo>
                    <a:pt x="33769" y="368173"/>
                  </a:lnTo>
                  <a:lnTo>
                    <a:pt x="41389" y="372110"/>
                  </a:lnTo>
                  <a:lnTo>
                    <a:pt x="269227" y="509524"/>
                  </a:lnTo>
                  <a:lnTo>
                    <a:pt x="275323" y="512241"/>
                  </a:lnTo>
                  <a:lnTo>
                    <a:pt x="281863" y="513143"/>
                  </a:lnTo>
                  <a:lnTo>
                    <a:pt x="288582" y="512241"/>
                  </a:lnTo>
                  <a:lnTo>
                    <a:pt x="295262" y="509524"/>
                  </a:lnTo>
                  <a:lnTo>
                    <a:pt x="352526" y="474980"/>
                  </a:lnTo>
                  <a:lnTo>
                    <a:pt x="523100" y="372110"/>
                  </a:lnTo>
                  <a:lnTo>
                    <a:pt x="530847" y="367157"/>
                  </a:lnTo>
                  <a:lnTo>
                    <a:pt x="535673" y="360426"/>
                  </a:lnTo>
                  <a:lnTo>
                    <a:pt x="535673" y="35433"/>
                  </a:lnTo>
                  <a:lnTo>
                    <a:pt x="535673" y="24003"/>
                  </a:lnTo>
                  <a:close/>
                </a:path>
                <a:path w="564515" h="1879600">
                  <a:moveTo>
                    <a:pt x="564426" y="1504251"/>
                  </a:moveTo>
                  <a:lnTo>
                    <a:pt x="558152" y="1486916"/>
                  </a:lnTo>
                  <a:lnTo>
                    <a:pt x="526707" y="1436116"/>
                  </a:lnTo>
                  <a:lnTo>
                    <a:pt x="524878" y="1433169"/>
                  </a:lnTo>
                  <a:lnTo>
                    <a:pt x="524878" y="1511173"/>
                  </a:lnTo>
                  <a:lnTo>
                    <a:pt x="523862" y="1514602"/>
                  </a:lnTo>
                  <a:lnTo>
                    <a:pt x="483984" y="1543596"/>
                  </a:lnTo>
                  <a:lnTo>
                    <a:pt x="472935" y="1580896"/>
                  </a:lnTo>
                  <a:lnTo>
                    <a:pt x="472935" y="1608455"/>
                  </a:lnTo>
                  <a:lnTo>
                    <a:pt x="493890" y="1653921"/>
                  </a:lnTo>
                  <a:lnTo>
                    <a:pt x="520560" y="1671574"/>
                  </a:lnTo>
                  <a:lnTo>
                    <a:pt x="523862" y="1674876"/>
                  </a:lnTo>
                  <a:lnTo>
                    <a:pt x="523862" y="1678305"/>
                  </a:lnTo>
                  <a:lnTo>
                    <a:pt x="521576" y="1681480"/>
                  </a:lnTo>
                  <a:lnTo>
                    <a:pt x="481825" y="1747901"/>
                  </a:lnTo>
                  <a:lnTo>
                    <a:pt x="480682" y="1750060"/>
                  </a:lnTo>
                  <a:lnTo>
                    <a:pt x="476364" y="1752346"/>
                  </a:lnTo>
                  <a:lnTo>
                    <a:pt x="472935" y="1750060"/>
                  </a:lnTo>
                  <a:lnTo>
                    <a:pt x="440931" y="1736852"/>
                  </a:lnTo>
                  <a:lnTo>
                    <a:pt x="427736" y="1733537"/>
                  </a:lnTo>
                  <a:lnTo>
                    <a:pt x="414934" y="1733397"/>
                  </a:lnTo>
                  <a:lnTo>
                    <a:pt x="402971" y="1736356"/>
                  </a:lnTo>
                  <a:lnTo>
                    <a:pt x="392290" y="1742313"/>
                  </a:lnTo>
                  <a:lnTo>
                    <a:pt x="384784" y="1747139"/>
                  </a:lnTo>
                  <a:lnTo>
                    <a:pt x="377317" y="1751495"/>
                  </a:lnTo>
                  <a:lnTo>
                    <a:pt x="369874" y="1755432"/>
                  </a:lnTo>
                  <a:lnTo>
                    <a:pt x="362445" y="1758950"/>
                  </a:lnTo>
                  <a:lnTo>
                    <a:pt x="351967" y="1765312"/>
                  </a:lnTo>
                  <a:lnTo>
                    <a:pt x="342887" y="1774278"/>
                  </a:lnTo>
                  <a:lnTo>
                    <a:pt x="336080" y="1785543"/>
                  </a:lnTo>
                  <a:lnTo>
                    <a:pt x="332473" y="1798828"/>
                  </a:lnTo>
                  <a:lnTo>
                    <a:pt x="328155" y="1830832"/>
                  </a:lnTo>
                  <a:lnTo>
                    <a:pt x="328155" y="1833118"/>
                  </a:lnTo>
                  <a:lnTo>
                    <a:pt x="325996" y="1836420"/>
                  </a:lnTo>
                  <a:lnTo>
                    <a:pt x="236334" y="1836420"/>
                  </a:lnTo>
                  <a:lnTo>
                    <a:pt x="233032" y="1835150"/>
                  </a:lnTo>
                  <a:lnTo>
                    <a:pt x="233032" y="1830832"/>
                  </a:lnTo>
                  <a:lnTo>
                    <a:pt x="228587" y="1798828"/>
                  </a:lnTo>
                  <a:lnTo>
                    <a:pt x="209626" y="1765477"/>
                  </a:lnTo>
                  <a:lnTo>
                    <a:pt x="190817" y="1754784"/>
                  </a:lnTo>
                  <a:lnTo>
                    <a:pt x="186486" y="1752346"/>
                  </a:lnTo>
                  <a:lnTo>
                    <a:pt x="183438" y="1750644"/>
                  </a:lnTo>
                  <a:lnTo>
                    <a:pt x="168897" y="1742313"/>
                  </a:lnTo>
                  <a:lnTo>
                    <a:pt x="158216" y="1736356"/>
                  </a:lnTo>
                  <a:lnTo>
                    <a:pt x="146380" y="1733397"/>
                  </a:lnTo>
                  <a:lnTo>
                    <a:pt x="133921" y="1733537"/>
                  </a:lnTo>
                  <a:lnTo>
                    <a:pt x="121399" y="1736852"/>
                  </a:lnTo>
                  <a:lnTo>
                    <a:pt x="88125" y="1750060"/>
                  </a:lnTo>
                  <a:lnTo>
                    <a:pt x="84823" y="1752346"/>
                  </a:lnTo>
                  <a:lnTo>
                    <a:pt x="81521" y="1750060"/>
                  </a:lnTo>
                  <a:lnTo>
                    <a:pt x="79362" y="1747901"/>
                  </a:lnTo>
                  <a:lnTo>
                    <a:pt x="39484" y="1681480"/>
                  </a:lnTo>
                  <a:lnTo>
                    <a:pt x="37325" y="1677035"/>
                  </a:lnTo>
                  <a:lnTo>
                    <a:pt x="38341" y="1674876"/>
                  </a:lnTo>
                  <a:lnTo>
                    <a:pt x="40627" y="1671574"/>
                  </a:lnTo>
                  <a:lnTo>
                    <a:pt x="67170" y="1653921"/>
                  </a:lnTo>
                  <a:lnTo>
                    <a:pt x="77139" y="1645005"/>
                  </a:lnTo>
                  <a:lnTo>
                    <a:pt x="83883" y="1633766"/>
                  </a:lnTo>
                  <a:lnTo>
                    <a:pt x="87503" y="1621243"/>
                  </a:lnTo>
                  <a:lnTo>
                    <a:pt x="88125" y="1608455"/>
                  </a:lnTo>
                  <a:lnTo>
                    <a:pt x="88125" y="1580896"/>
                  </a:lnTo>
                  <a:lnTo>
                    <a:pt x="87744" y="1573149"/>
                  </a:lnTo>
                  <a:lnTo>
                    <a:pt x="87642" y="1570990"/>
                  </a:lnTo>
                  <a:lnTo>
                    <a:pt x="67170" y="1534414"/>
                  </a:lnTo>
                  <a:lnTo>
                    <a:pt x="40627" y="1516761"/>
                  </a:lnTo>
                  <a:lnTo>
                    <a:pt x="38341" y="1514602"/>
                  </a:lnTo>
                  <a:lnTo>
                    <a:pt x="38341" y="1510157"/>
                  </a:lnTo>
                  <a:lnTo>
                    <a:pt x="39484" y="1506855"/>
                  </a:lnTo>
                  <a:lnTo>
                    <a:pt x="79362" y="1440561"/>
                  </a:lnTo>
                  <a:lnTo>
                    <a:pt x="81521" y="1438275"/>
                  </a:lnTo>
                  <a:lnTo>
                    <a:pt x="84823" y="1437132"/>
                  </a:lnTo>
                  <a:lnTo>
                    <a:pt x="88125" y="1438275"/>
                  </a:lnTo>
                  <a:lnTo>
                    <a:pt x="121399" y="1451610"/>
                  </a:lnTo>
                  <a:lnTo>
                    <a:pt x="134048" y="1455445"/>
                  </a:lnTo>
                  <a:lnTo>
                    <a:pt x="146380" y="1455445"/>
                  </a:lnTo>
                  <a:lnTo>
                    <a:pt x="158216" y="1452168"/>
                  </a:lnTo>
                  <a:lnTo>
                    <a:pt x="168897" y="1446022"/>
                  </a:lnTo>
                  <a:lnTo>
                    <a:pt x="176390" y="1441272"/>
                  </a:lnTo>
                  <a:lnTo>
                    <a:pt x="183451" y="1437132"/>
                  </a:lnTo>
                  <a:lnTo>
                    <a:pt x="183857" y="1436903"/>
                  </a:lnTo>
                  <a:lnTo>
                    <a:pt x="191300" y="1432941"/>
                  </a:lnTo>
                  <a:lnTo>
                    <a:pt x="198742" y="1429385"/>
                  </a:lnTo>
                  <a:lnTo>
                    <a:pt x="209626" y="1423200"/>
                  </a:lnTo>
                  <a:lnTo>
                    <a:pt x="228587" y="1389634"/>
                  </a:lnTo>
                  <a:lnTo>
                    <a:pt x="233032" y="1357503"/>
                  </a:lnTo>
                  <a:lnTo>
                    <a:pt x="233032" y="1355344"/>
                  </a:lnTo>
                  <a:lnTo>
                    <a:pt x="236334" y="1352042"/>
                  </a:lnTo>
                  <a:lnTo>
                    <a:pt x="325996" y="1352042"/>
                  </a:lnTo>
                  <a:lnTo>
                    <a:pt x="328155" y="1354328"/>
                  </a:lnTo>
                  <a:lnTo>
                    <a:pt x="328155" y="1357503"/>
                  </a:lnTo>
                  <a:lnTo>
                    <a:pt x="332473" y="1389634"/>
                  </a:lnTo>
                  <a:lnTo>
                    <a:pt x="351967" y="1422882"/>
                  </a:lnTo>
                  <a:lnTo>
                    <a:pt x="370776" y="1433576"/>
                  </a:lnTo>
                  <a:lnTo>
                    <a:pt x="378129" y="1437754"/>
                  </a:lnTo>
                  <a:lnTo>
                    <a:pt x="385089" y="1441907"/>
                  </a:lnTo>
                  <a:lnTo>
                    <a:pt x="402971" y="1452168"/>
                  </a:lnTo>
                  <a:lnTo>
                    <a:pt x="414934" y="1455445"/>
                  </a:lnTo>
                  <a:lnTo>
                    <a:pt x="427609" y="1455445"/>
                  </a:lnTo>
                  <a:lnTo>
                    <a:pt x="440931" y="1451610"/>
                  </a:lnTo>
                  <a:lnTo>
                    <a:pt x="472935" y="1438275"/>
                  </a:lnTo>
                  <a:lnTo>
                    <a:pt x="476364" y="1436116"/>
                  </a:lnTo>
                  <a:lnTo>
                    <a:pt x="480682" y="1438275"/>
                  </a:lnTo>
                  <a:lnTo>
                    <a:pt x="481825" y="1440561"/>
                  </a:lnTo>
                  <a:lnTo>
                    <a:pt x="521576" y="1506855"/>
                  </a:lnTo>
                  <a:lnTo>
                    <a:pt x="524878" y="1511173"/>
                  </a:lnTo>
                  <a:lnTo>
                    <a:pt x="524878" y="1433169"/>
                  </a:lnTo>
                  <a:lnTo>
                    <a:pt x="517131" y="1420622"/>
                  </a:lnTo>
                  <a:lnTo>
                    <a:pt x="513321" y="1416177"/>
                  </a:lnTo>
                  <a:lnTo>
                    <a:pt x="505663" y="1407223"/>
                  </a:lnTo>
                  <a:lnTo>
                    <a:pt x="490537" y="1399032"/>
                  </a:lnTo>
                  <a:lnTo>
                    <a:pt x="473532" y="1396657"/>
                  </a:lnTo>
                  <a:lnTo>
                    <a:pt x="456425" y="1400683"/>
                  </a:lnTo>
                  <a:lnTo>
                    <a:pt x="423278" y="1415034"/>
                  </a:lnTo>
                  <a:lnTo>
                    <a:pt x="422135" y="1416177"/>
                  </a:lnTo>
                  <a:lnTo>
                    <a:pt x="417690" y="1416177"/>
                  </a:lnTo>
                  <a:lnTo>
                    <a:pt x="381241" y="1394079"/>
                  </a:lnTo>
                  <a:lnTo>
                    <a:pt x="376796" y="1392936"/>
                  </a:lnTo>
                  <a:lnTo>
                    <a:pt x="375653" y="1389634"/>
                  </a:lnTo>
                  <a:lnTo>
                    <a:pt x="375653" y="1387348"/>
                  </a:lnTo>
                  <a:lnTo>
                    <a:pt x="371208" y="1355344"/>
                  </a:lnTo>
                  <a:lnTo>
                    <a:pt x="370179" y="1352042"/>
                  </a:lnTo>
                  <a:lnTo>
                    <a:pt x="365785" y="1337906"/>
                  </a:lnTo>
                  <a:lnTo>
                    <a:pt x="355168" y="1324292"/>
                  </a:lnTo>
                  <a:lnTo>
                    <a:pt x="340410" y="1315453"/>
                  </a:lnTo>
                  <a:lnTo>
                    <a:pt x="322567" y="1312291"/>
                  </a:lnTo>
                  <a:lnTo>
                    <a:pt x="241922" y="1312291"/>
                  </a:lnTo>
                  <a:lnTo>
                    <a:pt x="198145" y="1337906"/>
                  </a:lnTo>
                  <a:lnTo>
                    <a:pt x="188836" y="1387348"/>
                  </a:lnTo>
                  <a:lnTo>
                    <a:pt x="188836" y="1389634"/>
                  </a:lnTo>
                  <a:lnTo>
                    <a:pt x="187693" y="1392936"/>
                  </a:lnTo>
                  <a:lnTo>
                    <a:pt x="148958" y="1412875"/>
                  </a:lnTo>
                  <a:lnTo>
                    <a:pt x="145656" y="1416177"/>
                  </a:lnTo>
                  <a:lnTo>
                    <a:pt x="142354" y="1416177"/>
                  </a:lnTo>
                  <a:lnTo>
                    <a:pt x="140195" y="1415034"/>
                  </a:lnTo>
                  <a:lnTo>
                    <a:pt x="106921" y="1400683"/>
                  </a:lnTo>
                  <a:lnTo>
                    <a:pt x="89966" y="1396657"/>
                  </a:lnTo>
                  <a:lnTo>
                    <a:pt x="73215" y="1399032"/>
                  </a:lnTo>
                  <a:lnTo>
                    <a:pt x="58102" y="1407223"/>
                  </a:lnTo>
                  <a:lnTo>
                    <a:pt x="46088" y="1420622"/>
                  </a:lnTo>
                  <a:lnTo>
                    <a:pt x="6337" y="1486916"/>
                  </a:lnTo>
                  <a:lnTo>
                    <a:pt x="533" y="1504251"/>
                  </a:lnTo>
                  <a:lnTo>
                    <a:pt x="1143" y="1521891"/>
                  </a:lnTo>
                  <a:lnTo>
                    <a:pt x="7950" y="1538084"/>
                  </a:lnTo>
                  <a:lnTo>
                    <a:pt x="20815" y="1551051"/>
                  </a:lnTo>
                  <a:lnTo>
                    <a:pt x="46088" y="1569847"/>
                  </a:lnTo>
                  <a:lnTo>
                    <a:pt x="48374" y="1570990"/>
                  </a:lnTo>
                  <a:lnTo>
                    <a:pt x="49517" y="1573149"/>
                  </a:lnTo>
                  <a:lnTo>
                    <a:pt x="49517" y="1577594"/>
                  </a:lnTo>
                  <a:lnTo>
                    <a:pt x="48374" y="1583182"/>
                  </a:lnTo>
                  <a:lnTo>
                    <a:pt x="48374" y="1600835"/>
                  </a:lnTo>
                  <a:lnTo>
                    <a:pt x="49517" y="1608455"/>
                  </a:lnTo>
                  <a:lnTo>
                    <a:pt x="49517" y="1614043"/>
                  </a:lnTo>
                  <a:lnTo>
                    <a:pt x="50533" y="1617472"/>
                  </a:lnTo>
                  <a:lnTo>
                    <a:pt x="48374" y="1620774"/>
                  </a:lnTo>
                  <a:lnTo>
                    <a:pt x="46088" y="1621790"/>
                  </a:lnTo>
                  <a:lnTo>
                    <a:pt x="20815" y="1639443"/>
                  </a:lnTo>
                  <a:lnTo>
                    <a:pt x="7772" y="1653133"/>
                  </a:lnTo>
                  <a:lnTo>
                    <a:pt x="660" y="1669656"/>
                  </a:lnTo>
                  <a:lnTo>
                    <a:pt x="0" y="1687398"/>
                  </a:lnTo>
                  <a:lnTo>
                    <a:pt x="6337" y="1704721"/>
                  </a:lnTo>
                  <a:lnTo>
                    <a:pt x="46088" y="1771142"/>
                  </a:lnTo>
                  <a:lnTo>
                    <a:pt x="58102" y="1784337"/>
                  </a:lnTo>
                  <a:lnTo>
                    <a:pt x="73215" y="1792262"/>
                  </a:lnTo>
                  <a:lnTo>
                    <a:pt x="89966" y="1794611"/>
                  </a:lnTo>
                  <a:lnTo>
                    <a:pt x="106921" y="1791081"/>
                  </a:lnTo>
                  <a:lnTo>
                    <a:pt x="140195" y="1776603"/>
                  </a:lnTo>
                  <a:lnTo>
                    <a:pt x="142354" y="1775587"/>
                  </a:lnTo>
                  <a:lnTo>
                    <a:pt x="145656" y="1775587"/>
                  </a:lnTo>
                  <a:lnTo>
                    <a:pt x="148958" y="1777746"/>
                  </a:lnTo>
                  <a:lnTo>
                    <a:pt x="157327" y="1783346"/>
                  </a:lnTo>
                  <a:lnTo>
                    <a:pt x="165760" y="1788528"/>
                  </a:lnTo>
                  <a:lnTo>
                    <a:pt x="174371" y="1793303"/>
                  </a:lnTo>
                  <a:lnTo>
                    <a:pt x="183248" y="1797685"/>
                  </a:lnTo>
                  <a:lnTo>
                    <a:pt x="187693" y="1798828"/>
                  </a:lnTo>
                  <a:lnTo>
                    <a:pt x="188836" y="1802130"/>
                  </a:lnTo>
                  <a:lnTo>
                    <a:pt x="188836" y="1804289"/>
                  </a:lnTo>
                  <a:lnTo>
                    <a:pt x="193154" y="1836420"/>
                  </a:lnTo>
                  <a:lnTo>
                    <a:pt x="198145" y="1853387"/>
                  </a:lnTo>
                  <a:lnTo>
                    <a:pt x="208813" y="1867052"/>
                  </a:lnTo>
                  <a:lnTo>
                    <a:pt x="223850" y="1876158"/>
                  </a:lnTo>
                  <a:lnTo>
                    <a:pt x="241922" y="1879473"/>
                  </a:lnTo>
                  <a:lnTo>
                    <a:pt x="322567" y="1879473"/>
                  </a:lnTo>
                  <a:lnTo>
                    <a:pt x="365785" y="1853387"/>
                  </a:lnTo>
                  <a:lnTo>
                    <a:pt x="375653" y="1804289"/>
                  </a:lnTo>
                  <a:lnTo>
                    <a:pt x="375653" y="1802130"/>
                  </a:lnTo>
                  <a:lnTo>
                    <a:pt x="376796" y="1798828"/>
                  </a:lnTo>
                  <a:lnTo>
                    <a:pt x="415531" y="1777746"/>
                  </a:lnTo>
                  <a:lnTo>
                    <a:pt x="417690" y="1775587"/>
                  </a:lnTo>
                  <a:lnTo>
                    <a:pt x="422135" y="1775587"/>
                  </a:lnTo>
                  <a:lnTo>
                    <a:pt x="423278" y="1776603"/>
                  </a:lnTo>
                  <a:lnTo>
                    <a:pt x="456425" y="1791081"/>
                  </a:lnTo>
                  <a:lnTo>
                    <a:pt x="473532" y="1794611"/>
                  </a:lnTo>
                  <a:lnTo>
                    <a:pt x="490537" y="1792262"/>
                  </a:lnTo>
                  <a:lnTo>
                    <a:pt x="505663" y="1784337"/>
                  </a:lnTo>
                  <a:lnTo>
                    <a:pt x="513257" y="1775587"/>
                  </a:lnTo>
                  <a:lnTo>
                    <a:pt x="517131" y="1771142"/>
                  </a:lnTo>
                  <a:lnTo>
                    <a:pt x="528739" y="1752346"/>
                  </a:lnTo>
                  <a:lnTo>
                    <a:pt x="558152" y="1704721"/>
                  </a:lnTo>
                  <a:lnTo>
                    <a:pt x="563943" y="1687398"/>
                  </a:lnTo>
                  <a:lnTo>
                    <a:pt x="563740" y="1681480"/>
                  </a:lnTo>
                  <a:lnTo>
                    <a:pt x="563626" y="1678305"/>
                  </a:lnTo>
                  <a:lnTo>
                    <a:pt x="563511" y="1674876"/>
                  </a:lnTo>
                  <a:lnTo>
                    <a:pt x="563397" y="1671574"/>
                  </a:lnTo>
                  <a:lnTo>
                    <a:pt x="563333" y="1669656"/>
                  </a:lnTo>
                  <a:lnTo>
                    <a:pt x="556526" y="1653133"/>
                  </a:lnTo>
                  <a:lnTo>
                    <a:pt x="543674" y="1639443"/>
                  </a:lnTo>
                  <a:lnTo>
                    <a:pt x="517131" y="1621790"/>
                  </a:lnTo>
                  <a:lnTo>
                    <a:pt x="516115" y="1620774"/>
                  </a:lnTo>
                  <a:lnTo>
                    <a:pt x="514972" y="1617472"/>
                  </a:lnTo>
                  <a:lnTo>
                    <a:pt x="514972" y="1614043"/>
                  </a:lnTo>
                  <a:lnTo>
                    <a:pt x="516115" y="1608455"/>
                  </a:lnTo>
                  <a:lnTo>
                    <a:pt x="516115" y="1589786"/>
                  </a:lnTo>
                  <a:lnTo>
                    <a:pt x="514972" y="1583182"/>
                  </a:lnTo>
                  <a:lnTo>
                    <a:pt x="514972" y="1577594"/>
                  </a:lnTo>
                  <a:lnTo>
                    <a:pt x="513829" y="1573149"/>
                  </a:lnTo>
                  <a:lnTo>
                    <a:pt x="516115" y="1570990"/>
                  </a:lnTo>
                  <a:lnTo>
                    <a:pt x="517131" y="1569847"/>
                  </a:lnTo>
                  <a:lnTo>
                    <a:pt x="543674" y="1551051"/>
                  </a:lnTo>
                  <a:lnTo>
                    <a:pt x="556679" y="1538084"/>
                  </a:lnTo>
                  <a:lnTo>
                    <a:pt x="563765" y="1521891"/>
                  </a:lnTo>
                  <a:lnTo>
                    <a:pt x="564159" y="1511173"/>
                  </a:lnTo>
                  <a:lnTo>
                    <a:pt x="564197" y="1510157"/>
                  </a:lnTo>
                  <a:lnTo>
                    <a:pt x="564324" y="1506855"/>
                  </a:lnTo>
                  <a:lnTo>
                    <a:pt x="564426" y="150425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559916" y="4101211"/>
              <a:ext cx="196215" cy="287909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13645895" y="5308879"/>
              <a:ext cx="165735" cy="542290"/>
            </a:xfrm>
            <a:custGeom>
              <a:avLst/>
              <a:gdLst/>
              <a:ahLst/>
              <a:cxnLst/>
              <a:rect l="l" t="t" r="r" b="b"/>
              <a:pathLst>
                <a:path w="165734" h="542289">
                  <a:moveTo>
                    <a:pt x="165519" y="0"/>
                  </a:moveTo>
                  <a:lnTo>
                    <a:pt x="0" y="0"/>
                  </a:lnTo>
                  <a:lnTo>
                    <a:pt x="0" y="542264"/>
                  </a:lnTo>
                  <a:lnTo>
                    <a:pt x="165519" y="542264"/>
                  </a:lnTo>
                  <a:lnTo>
                    <a:pt x="165519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884402" y="5534597"/>
              <a:ext cx="90862" cy="90867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688440" y="5318316"/>
              <a:ext cx="90943" cy="90867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3523849" y="5358256"/>
              <a:ext cx="409575" cy="238125"/>
            </a:xfrm>
            <a:custGeom>
              <a:avLst/>
              <a:gdLst/>
              <a:ahLst/>
              <a:cxnLst/>
              <a:rect l="l" t="t" r="r" b="b"/>
              <a:pathLst>
                <a:path w="409575" h="238125">
                  <a:moveTo>
                    <a:pt x="227330" y="7366"/>
                  </a:moveTo>
                  <a:lnTo>
                    <a:pt x="219202" y="0"/>
                  </a:lnTo>
                  <a:lnTo>
                    <a:pt x="210058" y="0"/>
                  </a:lnTo>
                  <a:lnTo>
                    <a:pt x="201041" y="0"/>
                  </a:lnTo>
                  <a:lnTo>
                    <a:pt x="193802" y="7366"/>
                  </a:lnTo>
                  <a:lnTo>
                    <a:pt x="193802" y="124587"/>
                  </a:lnTo>
                  <a:lnTo>
                    <a:pt x="8255" y="124587"/>
                  </a:lnTo>
                  <a:lnTo>
                    <a:pt x="0" y="132842"/>
                  </a:lnTo>
                  <a:lnTo>
                    <a:pt x="0" y="151003"/>
                  </a:lnTo>
                  <a:lnTo>
                    <a:pt x="8255" y="159131"/>
                  </a:lnTo>
                  <a:lnTo>
                    <a:pt x="201041" y="159131"/>
                  </a:lnTo>
                  <a:lnTo>
                    <a:pt x="219202" y="159131"/>
                  </a:lnTo>
                  <a:lnTo>
                    <a:pt x="227330" y="151003"/>
                  </a:lnTo>
                  <a:lnTo>
                    <a:pt x="227330" y="141859"/>
                  </a:lnTo>
                  <a:lnTo>
                    <a:pt x="227330" y="132842"/>
                  </a:lnTo>
                  <a:lnTo>
                    <a:pt x="227330" y="7366"/>
                  </a:lnTo>
                  <a:close/>
                </a:path>
                <a:path w="409575" h="238125">
                  <a:moveTo>
                    <a:pt x="409194" y="211455"/>
                  </a:moveTo>
                  <a:lnTo>
                    <a:pt x="401828" y="203327"/>
                  </a:lnTo>
                  <a:lnTo>
                    <a:pt x="8255" y="203327"/>
                  </a:lnTo>
                  <a:lnTo>
                    <a:pt x="127" y="211455"/>
                  </a:lnTo>
                  <a:lnTo>
                    <a:pt x="127" y="229743"/>
                  </a:lnTo>
                  <a:lnTo>
                    <a:pt x="8255" y="237871"/>
                  </a:lnTo>
                  <a:lnTo>
                    <a:pt x="401828" y="237871"/>
                  </a:lnTo>
                  <a:lnTo>
                    <a:pt x="409194" y="229743"/>
                  </a:lnTo>
                  <a:lnTo>
                    <a:pt x="409194" y="220599"/>
                  </a:lnTo>
                  <a:lnTo>
                    <a:pt x="409194" y="21145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688440" y="5748465"/>
              <a:ext cx="90943" cy="90867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3523849" y="5640323"/>
              <a:ext cx="227329" cy="159385"/>
            </a:xfrm>
            <a:custGeom>
              <a:avLst/>
              <a:gdLst/>
              <a:ahLst/>
              <a:cxnLst/>
              <a:rect l="l" t="t" r="r" b="b"/>
              <a:pathLst>
                <a:path w="227330" h="159385">
                  <a:moveTo>
                    <a:pt x="227330" y="8128"/>
                  </a:moveTo>
                  <a:lnTo>
                    <a:pt x="219202" y="0"/>
                  </a:lnTo>
                  <a:lnTo>
                    <a:pt x="201041" y="0"/>
                  </a:lnTo>
                  <a:lnTo>
                    <a:pt x="8255" y="0"/>
                  </a:lnTo>
                  <a:lnTo>
                    <a:pt x="0" y="8128"/>
                  </a:lnTo>
                  <a:lnTo>
                    <a:pt x="0" y="26289"/>
                  </a:lnTo>
                  <a:lnTo>
                    <a:pt x="8255" y="34544"/>
                  </a:lnTo>
                  <a:lnTo>
                    <a:pt x="193802" y="34544"/>
                  </a:lnTo>
                  <a:lnTo>
                    <a:pt x="193802" y="151765"/>
                  </a:lnTo>
                  <a:lnTo>
                    <a:pt x="201041" y="159131"/>
                  </a:lnTo>
                  <a:lnTo>
                    <a:pt x="210058" y="159131"/>
                  </a:lnTo>
                  <a:lnTo>
                    <a:pt x="219202" y="159131"/>
                  </a:lnTo>
                  <a:lnTo>
                    <a:pt x="227330" y="151765"/>
                  </a:lnTo>
                  <a:lnTo>
                    <a:pt x="227330" y="26289"/>
                  </a:lnTo>
                  <a:lnTo>
                    <a:pt x="227330" y="17272"/>
                  </a:lnTo>
                  <a:lnTo>
                    <a:pt x="227330" y="812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3220445" y="5361177"/>
              <a:ext cx="384810" cy="438150"/>
            </a:xfrm>
            <a:custGeom>
              <a:avLst/>
              <a:gdLst/>
              <a:ahLst/>
              <a:cxnLst/>
              <a:rect l="l" t="t" r="r" b="b"/>
              <a:pathLst>
                <a:path w="384809" h="438150">
                  <a:moveTo>
                    <a:pt x="320675" y="0"/>
                  </a:moveTo>
                  <a:lnTo>
                    <a:pt x="64134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5"/>
                  </a:lnTo>
                  <a:lnTo>
                    <a:pt x="0" y="373507"/>
                  </a:lnTo>
                  <a:lnTo>
                    <a:pt x="5038" y="398476"/>
                  </a:lnTo>
                  <a:lnTo>
                    <a:pt x="18780" y="418861"/>
                  </a:lnTo>
                  <a:lnTo>
                    <a:pt x="39165" y="432603"/>
                  </a:lnTo>
                  <a:lnTo>
                    <a:pt x="64134" y="437642"/>
                  </a:lnTo>
                  <a:lnTo>
                    <a:pt x="320675" y="437642"/>
                  </a:lnTo>
                  <a:lnTo>
                    <a:pt x="345644" y="432603"/>
                  </a:lnTo>
                  <a:lnTo>
                    <a:pt x="366029" y="418861"/>
                  </a:lnTo>
                  <a:lnTo>
                    <a:pt x="379771" y="398476"/>
                  </a:lnTo>
                  <a:lnTo>
                    <a:pt x="384809" y="373507"/>
                  </a:lnTo>
                  <a:lnTo>
                    <a:pt x="384809" y="64135"/>
                  </a:lnTo>
                  <a:lnTo>
                    <a:pt x="379771" y="39165"/>
                  </a:lnTo>
                  <a:lnTo>
                    <a:pt x="366029" y="18780"/>
                  </a:lnTo>
                  <a:lnTo>
                    <a:pt x="345644" y="5038"/>
                  </a:lnTo>
                  <a:lnTo>
                    <a:pt x="320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3340714" y="5419598"/>
              <a:ext cx="219710" cy="321310"/>
            </a:xfrm>
            <a:custGeom>
              <a:avLst/>
              <a:gdLst/>
              <a:ahLst/>
              <a:cxnLst/>
              <a:rect l="l" t="t" r="r" b="b"/>
              <a:pathLst>
                <a:path w="219709" h="321310">
                  <a:moveTo>
                    <a:pt x="138302" y="0"/>
                  </a:moveTo>
                  <a:lnTo>
                    <a:pt x="91567" y="0"/>
                  </a:lnTo>
                  <a:lnTo>
                    <a:pt x="91567" y="34162"/>
                  </a:lnTo>
                  <a:lnTo>
                    <a:pt x="58265" y="43717"/>
                  </a:lnTo>
                  <a:lnTo>
                    <a:pt x="32797" y="59642"/>
                  </a:lnTo>
                  <a:lnTo>
                    <a:pt x="16521" y="81972"/>
                  </a:lnTo>
                  <a:lnTo>
                    <a:pt x="10794" y="110743"/>
                  </a:lnTo>
                  <a:lnTo>
                    <a:pt x="16236" y="139124"/>
                  </a:lnTo>
                  <a:lnTo>
                    <a:pt x="32035" y="160718"/>
                  </a:lnTo>
                  <a:lnTo>
                    <a:pt x="57407" y="175930"/>
                  </a:lnTo>
                  <a:lnTo>
                    <a:pt x="91567" y="185165"/>
                  </a:lnTo>
                  <a:lnTo>
                    <a:pt x="104267" y="187198"/>
                  </a:lnTo>
                  <a:lnTo>
                    <a:pt x="126603" y="191849"/>
                  </a:lnTo>
                  <a:lnTo>
                    <a:pt x="142557" y="196881"/>
                  </a:lnTo>
                  <a:lnTo>
                    <a:pt x="152130" y="203485"/>
                  </a:lnTo>
                  <a:lnTo>
                    <a:pt x="155321" y="212851"/>
                  </a:lnTo>
                  <a:lnTo>
                    <a:pt x="151979" y="222825"/>
                  </a:lnTo>
                  <a:lnTo>
                    <a:pt x="142875" y="230155"/>
                  </a:lnTo>
                  <a:lnTo>
                    <a:pt x="129389" y="234676"/>
                  </a:lnTo>
                  <a:lnTo>
                    <a:pt x="112902" y="236219"/>
                  </a:lnTo>
                  <a:lnTo>
                    <a:pt x="89725" y="234287"/>
                  </a:lnTo>
                  <a:lnTo>
                    <a:pt x="68167" y="228758"/>
                  </a:lnTo>
                  <a:lnTo>
                    <a:pt x="48180" y="220039"/>
                  </a:lnTo>
                  <a:lnTo>
                    <a:pt x="29717" y="208534"/>
                  </a:lnTo>
                  <a:lnTo>
                    <a:pt x="0" y="257555"/>
                  </a:lnTo>
                  <a:lnTo>
                    <a:pt x="20343" y="267844"/>
                  </a:lnTo>
                  <a:lnTo>
                    <a:pt x="42640" y="276145"/>
                  </a:lnTo>
                  <a:lnTo>
                    <a:pt x="66508" y="282041"/>
                  </a:lnTo>
                  <a:lnTo>
                    <a:pt x="91567" y="285114"/>
                  </a:lnTo>
                  <a:lnTo>
                    <a:pt x="91567" y="321310"/>
                  </a:lnTo>
                  <a:lnTo>
                    <a:pt x="138302" y="321310"/>
                  </a:lnTo>
                  <a:lnTo>
                    <a:pt x="138302" y="283082"/>
                  </a:lnTo>
                  <a:lnTo>
                    <a:pt x="170660" y="273409"/>
                  </a:lnTo>
                  <a:lnTo>
                    <a:pt x="196278" y="256746"/>
                  </a:lnTo>
                  <a:lnTo>
                    <a:pt x="213133" y="232487"/>
                  </a:lnTo>
                  <a:lnTo>
                    <a:pt x="219201" y="200025"/>
                  </a:lnTo>
                  <a:lnTo>
                    <a:pt x="213455" y="174458"/>
                  </a:lnTo>
                  <a:lnTo>
                    <a:pt x="197135" y="154844"/>
                  </a:lnTo>
                  <a:lnTo>
                    <a:pt x="171624" y="140803"/>
                  </a:lnTo>
                  <a:lnTo>
                    <a:pt x="138302" y="131952"/>
                  </a:lnTo>
                  <a:lnTo>
                    <a:pt x="125475" y="129921"/>
                  </a:lnTo>
                  <a:lnTo>
                    <a:pt x="104644" y="125626"/>
                  </a:lnTo>
                  <a:lnTo>
                    <a:pt x="87788" y="121094"/>
                  </a:lnTo>
                  <a:lnTo>
                    <a:pt x="76505" y="114561"/>
                  </a:lnTo>
                  <a:lnTo>
                    <a:pt x="72390" y="104266"/>
                  </a:lnTo>
                  <a:lnTo>
                    <a:pt x="75751" y="94684"/>
                  </a:lnTo>
                  <a:lnTo>
                    <a:pt x="84899" y="88090"/>
                  </a:lnTo>
                  <a:lnTo>
                    <a:pt x="98428" y="84282"/>
                  </a:lnTo>
                  <a:lnTo>
                    <a:pt x="114934" y="83057"/>
                  </a:lnTo>
                  <a:lnTo>
                    <a:pt x="136140" y="84889"/>
                  </a:lnTo>
                  <a:lnTo>
                    <a:pt x="155130" y="89709"/>
                  </a:lnTo>
                  <a:lnTo>
                    <a:pt x="172120" y="96506"/>
                  </a:lnTo>
                  <a:lnTo>
                    <a:pt x="187325" y="104266"/>
                  </a:lnTo>
                  <a:lnTo>
                    <a:pt x="217169" y="57530"/>
                  </a:lnTo>
                  <a:lnTo>
                    <a:pt x="198506" y="48754"/>
                  </a:lnTo>
                  <a:lnTo>
                    <a:pt x="180070" y="41798"/>
                  </a:lnTo>
                  <a:lnTo>
                    <a:pt x="160466" y="36867"/>
                  </a:lnTo>
                  <a:lnTo>
                    <a:pt x="138302" y="34162"/>
                  </a:lnTo>
                  <a:lnTo>
                    <a:pt x="138302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55545" y="4349212"/>
              <a:ext cx="329717" cy="47146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2038476" y="3960241"/>
              <a:ext cx="424180" cy="565150"/>
            </a:xfrm>
            <a:custGeom>
              <a:avLst/>
              <a:gdLst/>
              <a:ahLst/>
              <a:cxnLst/>
              <a:rect l="l" t="t" r="r" b="b"/>
              <a:pathLst>
                <a:path w="424180" h="565150">
                  <a:moveTo>
                    <a:pt x="272288" y="0"/>
                  </a:moveTo>
                  <a:lnTo>
                    <a:pt x="23495" y="0"/>
                  </a:lnTo>
                  <a:lnTo>
                    <a:pt x="14305" y="1956"/>
                  </a:lnTo>
                  <a:lnTo>
                    <a:pt x="6842" y="7175"/>
                  </a:lnTo>
                  <a:lnTo>
                    <a:pt x="1831" y="14680"/>
                  </a:lnTo>
                  <a:lnTo>
                    <a:pt x="0" y="23495"/>
                  </a:lnTo>
                  <a:lnTo>
                    <a:pt x="0" y="541528"/>
                  </a:lnTo>
                  <a:lnTo>
                    <a:pt x="1831" y="550791"/>
                  </a:lnTo>
                  <a:lnTo>
                    <a:pt x="6842" y="558292"/>
                  </a:lnTo>
                  <a:lnTo>
                    <a:pt x="14305" y="563316"/>
                  </a:lnTo>
                  <a:lnTo>
                    <a:pt x="23495" y="565150"/>
                  </a:lnTo>
                  <a:lnTo>
                    <a:pt x="400304" y="565150"/>
                  </a:lnTo>
                  <a:lnTo>
                    <a:pt x="409567" y="563316"/>
                  </a:lnTo>
                  <a:lnTo>
                    <a:pt x="417067" y="558292"/>
                  </a:lnTo>
                  <a:lnTo>
                    <a:pt x="422092" y="550791"/>
                  </a:lnTo>
                  <a:lnTo>
                    <a:pt x="423925" y="541528"/>
                  </a:lnTo>
                  <a:lnTo>
                    <a:pt x="423925" y="530225"/>
                  </a:lnTo>
                  <a:lnTo>
                    <a:pt x="34798" y="530225"/>
                  </a:lnTo>
                  <a:lnTo>
                    <a:pt x="34798" y="35813"/>
                  </a:lnTo>
                  <a:lnTo>
                    <a:pt x="312131" y="35813"/>
                  </a:lnTo>
                  <a:lnTo>
                    <a:pt x="282575" y="7493"/>
                  </a:lnTo>
                  <a:lnTo>
                    <a:pt x="277875" y="2794"/>
                  </a:lnTo>
                  <a:lnTo>
                    <a:pt x="272288" y="0"/>
                  </a:lnTo>
                  <a:close/>
                </a:path>
                <a:path w="424180" h="565150">
                  <a:moveTo>
                    <a:pt x="312131" y="35813"/>
                  </a:moveTo>
                  <a:lnTo>
                    <a:pt x="260858" y="35813"/>
                  </a:lnTo>
                  <a:lnTo>
                    <a:pt x="388112" y="157353"/>
                  </a:lnTo>
                  <a:lnTo>
                    <a:pt x="388112" y="530225"/>
                  </a:lnTo>
                  <a:lnTo>
                    <a:pt x="423925" y="530225"/>
                  </a:lnTo>
                  <a:lnTo>
                    <a:pt x="423925" y="145923"/>
                  </a:lnTo>
                  <a:lnTo>
                    <a:pt x="421005" y="139319"/>
                  </a:lnTo>
                  <a:lnTo>
                    <a:pt x="416306" y="135636"/>
                  </a:lnTo>
                  <a:lnTo>
                    <a:pt x="312131" y="35813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91841" y="3978147"/>
              <a:ext cx="164845" cy="164718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129916" y="4079875"/>
              <a:ext cx="96900" cy="142239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13368781" y="7974202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4" h="578484">
                  <a:moveTo>
                    <a:pt x="289813" y="0"/>
                  </a:moveTo>
                  <a:lnTo>
                    <a:pt x="242876" y="3765"/>
                  </a:lnTo>
                  <a:lnTo>
                    <a:pt x="198323" y="14672"/>
                  </a:lnTo>
                  <a:lnTo>
                    <a:pt x="156757" y="32133"/>
                  </a:lnTo>
                  <a:lnTo>
                    <a:pt x="118780" y="55563"/>
                  </a:lnTo>
                  <a:lnTo>
                    <a:pt x="84994" y="84375"/>
                  </a:lnTo>
                  <a:lnTo>
                    <a:pt x="56001" y="117985"/>
                  </a:lnTo>
                  <a:lnTo>
                    <a:pt x="32404" y="155805"/>
                  </a:lnTo>
                  <a:lnTo>
                    <a:pt x="14803" y="197250"/>
                  </a:lnTo>
                  <a:lnTo>
                    <a:pt x="3801" y="241734"/>
                  </a:lnTo>
                  <a:lnTo>
                    <a:pt x="0" y="288671"/>
                  </a:lnTo>
                  <a:lnTo>
                    <a:pt x="3801" y="335574"/>
                  </a:lnTo>
                  <a:lnTo>
                    <a:pt x="14803" y="380099"/>
                  </a:lnTo>
                  <a:lnTo>
                    <a:pt x="32404" y="421644"/>
                  </a:lnTo>
                  <a:lnTo>
                    <a:pt x="56001" y="459604"/>
                  </a:lnTo>
                  <a:lnTo>
                    <a:pt x="84994" y="493379"/>
                  </a:lnTo>
                  <a:lnTo>
                    <a:pt x="118780" y="522364"/>
                  </a:lnTo>
                  <a:lnTo>
                    <a:pt x="156757" y="545957"/>
                  </a:lnTo>
                  <a:lnTo>
                    <a:pt x="198323" y="563555"/>
                  </a:lnTo>
                  <a:lnTo>
                    <a:pt x="242876" y="574557"/>
                  </a:lnTo>
                  <a:lnTo>
                    <a:pt x="289813" y="578358"/>
                  </a:lnTo>
                  <a:lnTo>
                    <a:pt x="336689" y="574557"/>
                  </a:lnTo>
                  <a:lnTo>
                    <a:pt x="381137" y="563555"/>
                  </a:lnTo>
                  <a:lnTo>
                    <a:pt x="422567" y="545957"/>
                  </a:lnTo>
                  <a:lnTo>
                    <a:pt x="437812" y="536448"/>
                  </a:lnTo>
                  <a:lnTo>
                    <a:pt x="289813" y="536448"/>
                  </a:lnTo>
                  <a:lnTo>
                    <a:pt x="239927" y="531400"/>
                  </a:lnTo>
                  <a:lnTo>
                    <a:pt x="193428" y="516931"/>
                  </a:lnTo>
                  <a:lnTo>
                    <a:pt x="151323" y="494047"/>
                  </a:lnTo>
                  <a:lnTo>
                    <a:pt x="114617" y="463756"/>
                  </a:lnTo>
                  <a:lnTo>
                    <a:pt x="84317" y="427065"/>
                  </a:lnTo>
                  <a:lnTo>
                    <a:pt x="61428" y="384982"/>
                  </a:lnTo>
                  <a:lnTo>
                    <a:pt x="46957" y="338515"/>
                  </a:lnTo>
                  <a:lnTo>
                    <a:pt x="41909" y="288671"/>
                  </a:lnTo>
                  <a:lnTo>
                    <a:pt x="46957" y="239107"/>
                  </a:lnTo>
                  <a:lnTo>
                    <a:pt x="61428" y="192748"/>
                  </a:lnTo>
                  <a:lnTo>
                    <a:pt x="84317" y="150642"/>
                  </a:lnTo>
                  <a:lnTo>
                    <a:pt x="114617" y="113839"/>
                  </a:lnTo>
                  <a:lnTo>
                    <a:pt x="151323" y="83388"/>
                  </a:lnTo>
                  <a:lnTo>
                    <a:pt x="193428" y="60338"/>
                  </a:lnTo>
                  <a:lnTo>
                    <a:pt x="239927" y="45739"/>
                  </a:lnTo>
                  <a:lnTo>
                    <a:pt x="289813" y="40640"/>
                  </a:lnTo>
                  <a:lnTo>
                    <a:pt x="436300" y="40640"/>
                  </a:lnTo>
                  <a:lnTo>
                    <a:pt x="422567" y="32133"/>
                  </a:lnTo>
                  <a:lnTo>
                    <a:pt x="381137" y="14672"/>
                  </a:lnTo>
                  <a:lnTo>
                    <a:pt x="336689" y="3765"/>
                  </a:lnTo>
                  <a:lnTo>
                    <a:pt x="289813" y="0"/>
                  </a:lnTo>
                  <a:close/>
                </a:path>
                <a:path w="578484" h="578484">
                  <a:moveTo>
                    <a:pt x="436300" y="40640"/>
                  </a:moveTo>
                  <a:lnTo>
                    <a:pt x="289813" y="40640"/>
                  </a:lnTo>
                  <a:lnTo>
                    <a:pt x="339658" y="45739"/>
                  </a:lnTo>
                  <a:lnTo>
                    <a:pt x="386125" y="60338"/>
                  </a:lnTo>
                  <a:lnTo>
                    <a:pt x="428208" y="83388"/>
                  </a:lnTo>
                  <a:lnTo>
                    <a:pt x="464899" y="113839"/>
                  </a:lnTo>
                  <a:lnTo>
                    <a:pt x="495190" y="150642"/>
                  </a:lnTo>
                  <a:lnTo>
                    <a:pt x="518074" y="192748"/>
                  </a:lnTo>
                  <a:lnTo>
                    <a:pt x="532543" y="239107"/>
                  </a:lnTo>
                  <a:lnTo>
                    <a:pt x="537590" y="288671"/>
                  </a:lnTo>
                  <a:lnTo>
                    <a:pt x="532543" y="338515"/>
                  </a:lnTo>
                  <a:lnTo>
                    <a:pt x="518074" y="384982"/>
                  </a:lnTo>
                  <a:lnTo>
                    <a:pt x="495190" y="427065"/>
                  </a:lnTo>
                  <a:lnTo>
                    <a:pt x="464899" y="463756"/>
                  </a:lnTo>
                  <a:lnTo>
                    <a:pt x="428208" y="494047"/>
                  </a:lnTo>
                  <a:lnTo>
                    <a:pt x="386125" y="516931"/>
                  </a:lnTo>
                  <a:lnTo>
                    <a:pt x="339658" y="531400"/>
                  </a:lnTo>
                  <a:lnTo>
                    <a:pt x="289813" y="536448"/>
                  </a:lnTo>
                  <a:lnTo>
                    <a:pt x="437812" y="536448"/>
                  </a:lnTo>
                  <a:lnTo>
                    <a:pt x="494014" y="493379"/>
                  </a:lnTo>
                  <a:lnTo>
                    <a:pt x="522848" y="459604"/>
                  </a:lnTo>
                  <a:lnTo>
                    <a:pt x="546303" y="421644"/>
                  </a:lnTo>
                  <a:lnTo>
                    <a:pt x="563788" y="380099"/>
                  </a:lnTo>
                  <a:lnTo>
                    <a:pt x="574712" y="335574"/>
                  </a:lnTo>
                  <a:lnTo>
                    <a:pt x="578484" y="288671"/>
                  </a:lnTo>
                  <a:lnTo>
                    <a:pt x="574712" y="241734"/>
                  </a:lnTo>
                  <a:lnTo>
                    <a:pt x="563788" y="197250"/>
                  </a:lnTo>
                  <a:lnTo>
                    <a:pt x="546303" y="155805"/>
                  </a:lnTo>
                  <a:lnTo>
                    <a:pt x="522848" y="117985"/>
                  </a:lnTo>
                  <a:lnTo>
                    <a:pt x="494014" y="84375"/>
                  </a:lnTo>
                  <a:lnTo>
                    <a:pt x="460390" y="55563"/>
                  </a:lnTo>
                  <a:lnTo>
                    <a:pt x="436300" y="4064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559916" y="8119364"/>
              <a:ext cx="196215" cy="288036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5301233" y="4242688"/>
              <a:ext cx="7686040" cy="2670175"/>
            </a:xfrm>
            <a:custGeom>
              <a:avLst/>
              <a:gdLst/>
              <a:ahLst/>
              <a:cxnLst/>
              <a:rect l="l" t="t" r="r" b="b"/>
              <a:pathLst>
                <a:path w="7686040" h="2670175">
                  <a:moveTo>
                    <a:pt x="0" y="0"/>
                  </a:moveTo>
                  <a:lnTo>
                    <a:pt x="7685659" y="0"/>
                  </a:lnTo>
                </a:path>
                <a:path w="7686040" h="2670175">
                  <a:moveTo>
                    <a:pt x="0" y="1334897"/>
                  </a:moveTo>
                  <a:lnTo>
                    <a:pt x="7685659" y="1334897"/>
                  </a:lnTo>
                </a:path>
                <a:path w="7686040" h="2670175">
                  <a:moveTo>
                    <a:pt x="0" y="2669666"/>
                  </a:moveTo>
                  <a:lnTo>
                    <a:pt x="7685659" y="2669666"/>
                  </a:lnTo>
                </a:path>
              </a:pathLst>
            </a:custGeom>
            <a:ln w="28575">
              <a:solidFill>
                <a:srgbClr val="221F1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75298" y="3008756"/>
              <a:ext cx="5137404" cy="5137531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5301233" y="2907918"/>
              <a:ext cx="7686040" cy="5339715"/>
            </a:xfrm>
            <a:custGeom>
              <a:avLst/>
              <a:gdLst/>
              <a:ahLst/>
              <a:cxnLst/>
              <a:rect l="l" t="t" r="r" b="b"/>
              <a:pathLst>
                <a:path w="7686040" h="5339715">
                  <a:moveTo>
                    <a:pt x="0" y="5339333"/>
                  </a:moveTo>
                  <a:lnTo>
                    <a:pt x="2026412" y="5339333"/>
                  </a:lnTo>
                  <a:lnTo>
                    <a:pt x="2026412" y="4486148"/>
                  </a:lnTo>
                </a:path>
                <a:path w="7686040" h="5339715">
                  <a:moveTo>
                    <a:pt x="7685532" y="5339333"/>
                  </a:moveTo>
                  <a:lnTo>
                    <a:pt x="5659120" y="5339333"/>
                  </a:lnTo>
                  <a:lnTo>
                    <a:pt x="5659120" y="4486148"/>
                  </a:lnTo>
                </a:path>
                <a:path w="7686040" h="5339715">
                  <a:moveTo>
                    <a:pt x="0" y="0"/>
                  </a:moveTo>
                  <a:lnTo>
                    <a:pt x="2026412" y="0"/>
                  </a:lnTo>
                  <a:lnTo>
                    <a:pt x="2026412" y="853185"/>
                  </a:lnTo>
                </a:path>
                <a:path w="7686040" h="5339715">
                  <a:moveTo>
                    <a:pt x="7685532" y="0"/>
                  </a:moveTo>
                  <a:lnTo>
                    <a:pt x="5659120" y="0"/>
                  </a:lnTo>
                  <a:lnTo>
                    <a:pt x="5659120" y="853185"/>
                  </a:lnTo>
                </a:path>
              </a:pathLst>
            </a:custGeom>
            <a:ln w="28575">
              <a:solidFill>
                <a:srgbClr val="221F1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76299" y="5060950"/>
            <a:ext cx="2250440" cy="4088765"/>
          </a:xfrm>
          <a:custGeom>
            <a:avLst/>
            <a:gdLst/>
            <a:ahLst/>
            <a:cxnLst/>
            <a:rect l="l" t="t" r="r" b="b"/>
            <a:pathLst>
              <a:path w="2250440" h="4088765">
                <a:moveTo>
                  <a:pt x="2236216" y="0"/>
                </a:moveTo>
                <a:lnTo>
                  <a:pt x="14604" y="0"/>
                </a:lnTo>
                <a:lnTo>
                  <a:pt x="9001" y="5601"/>
                </a:lnTo>
                <a:lnTo>
                  <a:pt x="4349" y="21002"/>
                </a:lnTo>
                <a:lnTo>
                  <a:pt x="1174" y="44094"/>
                </a:lnTo>
                <a:lnTo>
                  <a:pt x="0" y="72771"/>
                </a:lnTo>
                <a:lnTo>
                  <a:pt x="0" y="4015371"/>
                </a:lnTo>
                <a:lnTo>
                  <a:pt x="1174" y="4043813"/>
                </a:lnTo>
                <a:lnTo>
                  <a:pt x="4349" y="4066973"/>
                </a:lnTo>
                <a:lnTo>
                  <a:pt x="9001" y="4082553"/>
                </a:lnTo>
                <a:lnTo>
                  <a:pt x="14604" y="4088256"/>
                </a:lnTo>
                <a:lnTo>
                  <a:pt x="2236216" y="4088256"/>
                </a:lnTo>
                <a:lnTo>
                  <a:pt x="2241432" y="4082553"/>
                </a:lnTo>
                <a:lnTo>
                  <a:pt x="2245852" y="4066973"/>
                </a:lnTo>
                <a:lnTo>
                  <a:pt x="2248914" y="4043813"/>
                </a:lnTo>
                <a:lnTo>
                  <a:pt x="2250059" y="4015371"/>
                </a:lnTo>
                <a:lnTo>
                  <a:pt x="2250059" y="72771"/>
                </a:lnTo>
                <a:lnTo>
                  <a:pt x="2248914" y="44094"/>
                </a:lnTo>
                <a:lnTo>
                  <a:pt x="2245852" y="21002"/>
                </a:lnTo>
                <a:lnTo>
                  <a:pt x="2241432" y="5601"/>
                </a:lnTo>
                <a:lnTo>
                  <a:pt x="2236216" y="0"/>
                </a:lnTo>
                <a:close/>
              </a:path>
            </a:pathLst>
          </a:custGeom>
          <a:solidFill>
            <a:srgbClr val="B9D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469263" y="5132577"/>
            <a:ext cx="206311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45">
                <a:latin typeface="Calibri"/>
                <a:cs typeface="Calibri"/>
              </a:rPr>
              <a:t>Existing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 spc="190">
                <a:latin typeface="Calibri"/>
                <a:cs typeface="Calibri"/>
              </a:rPr>
              <a:t>Payment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00">
                <a:latin typeface="Calibri"/>
                <a:cs typeface="Calibri"/>
              </a:rPr>
              <a:t>Rails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100" rIns="0" bIns="0" rtlCol="0" vert="horz">
            <a:spAutoFit/>
          </a:bodyPr>
          <a:lstStyle/>
          <a:p>
            <a:pPr marL="527431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결재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통합 뷰 플랫폼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구현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7215865" y="946139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21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363091" y="4164710"/>
            <a:ext cx="15504794" cy="676275"/>
          </a:xfrm>
          <a:custGeom>
            <a:avLst/>
            <a:gdLst/>
            <a:ahLst/>
            <a:cxnLst/>
            <a:rect l="l" t="t" r="r" b="b"/>
            <a:pathLst>
              <a:path w="15504794" h="676275">
                <a:moveTo>
                  <a:pt x="15479649" y="0"/>
                </a:moveTo>
                <a:lnTo>
                  <a:pt x="25146" y="0"/>
                </a:lnTo>
                <a:lnTo>
                  <a:pt x="15055" y="1166"/>
                </a:lnTo>
                <a:lnTo>
                  <a:pt x="7096" y="4381"/>
                </a:lnTo>
                <a:lnTo>
                  <a:pt x="1875" y="9215"/>
                </a:lnTo>
                <a:lnTo>
                  <a:pt x="0" y="15239"/>
                </a:lnTo>
                <a:lnTo>
                  <a:pt x="0" y="661542"/>
                </a:lnTo>
                <a:lnTo>
                  <a:pt x="1875" y="667200"/>
                </a:lnTo>
                <a:lnTo>
                  <a:pt x="7096" y="671845"/>
                </a:lnTo>
                <a:lnTo>
                  <a:pt x="15055" y="674991"/>
                </a:lnTo>
                <a:lnTo>
                  <a:pt x="25146" y="676148"/>
                </a:lnTo>
                <a:lnTo>
                  <a:pt x="15479649" y="676148"/>
                </a:lnTo>
                <a:lnTo>
                  <a:pt x="15489471" y="674991"/>
                </a:lnTo>
                <a:lnTo>
                  <a:pt x="15497460" y="671845"/>
                </a:lnTo>
                <a:lnTo>
                  <a:pt x="15502830" y="667200"/>
                </a:lnTo>
                <a:lnTo>
                  <a:pt x="15504795" y="661542"/>
                </a:lnTo>
                <a:lnTo>
                  <a:pt x="15504795" y="15239"/>
                </a:lnTo>
                <a:lnTo>
                  <a:pt x="15502830" y="9215"/>
                </a:lnTo>
                <a:lnTo>
                  <a:pt x="15497460" y="4381"/>
                </a:lnTo>
                <a:lnTo>
                  <a:pt x="15489471" y="1166"/>
                </a:lnTo>
                <a:lnTo>
                  <a:pt x="15479649" y="0"/>
                </a:lnTo>
                <a:close/>
              </a:path>
            </a:pathLst>
          </a:custGeom>
          <a:solidFill>
            <a:srgbClr val="D1E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022596" y="4310888"/>
            <a:ext cx="81838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70">
                <a:solidFill>
                  <a:srgbClr val="221F1F"/>
                </a:solidFill>
                <a:latin typeface="Calibri"/>
                <a:cs typeface="Calibri"/>
              </a:rPr>
              <a:t>Business</a:t>
            </a:r>
            <a:r>
              <a:rPr dirty="0" sz="22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200" spc="229">
                <a:solidFill>
                  <a:srgbClr val="221F1F"/>
                </a:solidFill>
                <a:latin typeface="Calibri"/>
                <a:cs typeface="Calibri"/>
              </a:rPr>
              <a:t>applications</a:t>
            </a:r>
            <a:r>
              <a:rPr dirty="0" sz="2200" spc="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200" spc="254">
                <a:solidFill>
                  <a:srgbClr val="221F1F"/>
                </a:solidFill>
                <a:latin typeface="Calibri"/>
                <a:cs typeface="Calibri"/>
              </a:rPr>
              <a:t>leveraging</a:t>
            </a:r>
            <a:r>
              <a:rPr dirty="0" sz="2200" spc="1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200" spc="250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2200" spc="1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200" spc="254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22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200" spc="225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606667" y="5112511"/>
            <a:ext cx="2256155" cy="3493770"/>
            <a:chOff x="6606667" y="5112511"/>
            <a:chExt cx="2256155" cy="3493770"/>
          </a:xfrm>
        </p:grpSpPr>
        <p:sp>
          <p:nvSpPr>
            <p:cNvPr id="9" name="object 9" descr=""/>
            <p:cNvSpPr/>
            <p:nvPr/>
          </p:nvSpPr>
          <p:spPr>
            <a:xfrm>
              <a:off x="7016369" y="5686043"/>
              <a:ext cx="1846580" cy="2027555"/>
            </a:xfrm>
            <a:custGeom>
              <a:avLst/>
              <a:gdLst/>
              <a:ahLst/>
              <a:cxnLst/>
              <a:rect l="l" t="t" r="r" b="b"/>
              <a:pathLst>
                <a:path w="1846579" h="2027554">
                  <a:moveTo>
                    <a:pt x="1843024" y="0"/>
                  </a:moveTo>
                  <a:lnTo>
                    <a:pt x="7238" y="0"/>
                  </a:lnTo>
                  <a:lnTo>
                    <a:pt x="3301" y="0"/>
                  </a:lnTo>
                  <a:lnTo>
                    <a:pt x="0" y="8000"/>
                  </a:lnTo>
                  <a:lnTo>
                    <a:pt x="0" y="2019934"/>
                  </a:lnTo>
                  <a:lnTo>
                    <a:pt x="3301" y="2027300"/>
                  </a:lnTo>
                  <a:lnTo>
                    <a:pt x="1843024" y="2027300"/>
                  </a:lnTo>
                  <a:lnTo>
                    <a:pt x="1846326" y="2019934"/>
                  </a:lnTo>
                  <a:lnTo>
                    <a:pt x="1846326" y="7238"/>
                  </a:lnTo>
                  <a:lnTo>
                    <a:pt x="1843024" y="0"/>
                  </a:lnTo>
                  <a:close/>
                </a:path>
              </a:pathLst>
            </a:custGeom>
            <a:solidFill>
              <a:srgbClr val="E8F1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11518" y="5841110"/>
              <a:ext cx="1846580" cy="2027555"/>
            </a:xfrm>
            <a:custGeom>
              <a:avLst/>
              <a:gdLst/>
              <a:ahLst/>
              <a:cxnLst/>
              <a:rect l="l" t="t" r="r" b="b"/>
              <a:pathLst>
                <a:path w="1846579" h="2027554">
                  <a:moveTo>
                    <a:pt x="1843024" y="0"/>
                  </a:moveTo>
                  <a:lnTo>
                    <a:pt x="7365" y="0"/>
                  </a:lnTo>
                  <a:lnTo>
                    <a:pt x="3301" y="0"/>
                  </a:lnTo>
                  <a:lnTo>
                    <a:pt x="0" y="8636"/>
                  </a:lnTo>
                  <a:lnTo>
                    <a:pt x="0" y="2019427"/>
                  </a:lnTo>
                  <a:lnTo>
                    <a:pt x="3301" y="2027301"/>
                  </a:lnTo>
                  <a:lnTo>
                    <a:pt x="1843024" y="2027301"/>
                  </a:lnTo>
                  <a:lnTo>
                    <a:pt x="1846326" y="2019427"/>
                  </a:lnTo>
                  <a:lnTo>
                    <a:pt x="1846326" y="7365"/>
                  </a:lnTo>
                  <a:lnTo>
                    <a:pt x="1843024" y="0"/>
                  </a:lnTo>
                  <a:close/>
                </a:path>
              </a:pathLst>
            </a:custGeom>
            <a:solidFill>
              <a:srgbClr val="D1E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606667" y="5112511"/>
              <a:ext cx="1846580" cy="3493770"/>
            </a:xfrm>
            <a:custGeom>
              <a:avLst/>
              <a:gdLst/>
              <a:ahLst/>
              <a:cxnLst/>
              <a:rect l="l" t="t" r="r" b="b"/>
              <a:pathLst>
                <a:path w="1846579" h="3493770">
                  <a:moveTo>
                    <a:pt x="1177417" y="87630"/>
                  </a:moveTo>
                  <a:lnTo>
                    <a:pt x="1172718" y="82296"/>
                  </a:lnTo>
                  <a:lnTo>
                    <a:pt x="1131874" y="41783"/>
                  </a:lnTo>
                  <a:lnTo>
                    <a:pt x="1131354" y="41275"/>
                  </a:lnTo>
                  <a:lnTo>
                    <a:pt x="1093216" y="3429"/>
                  </a:lnTo>
                  <a:lnTo>
                    <a:pt x="1090549" y="1143"/>
                  </a:lnTo>
                  <a:lnTo>
                    <a:pt x="1087374" y="0"/>
                  </a:lnTo>
                  <a:lnTo>
                    <a:pt x="1081278" y="0"/>
                  </a:lnTo>
                  <a:lnTo>
                    <a:pt x="1078230" y="1143"/>
                  </a:lnTo>
                  <a:lnTo>
                    <a:pt x="991743" y="87630"/>
                  </a:lnTo>
                  <a:lnTo>
                    <a:pt x="991743" y="94996"/>
                  </a:lnTo>
                  <a:lnTo>
                    <a:pt x="997077" y="99568"/>
                  </a:lnTo>
                  <a:lnTo>
                    <a:pt x="999363" y="102235"/>
                  </a:lnTo>
                  <a:lnTo>
                    <a:pt x="1002538" y="103505"/>
                  </a:lnTo>
                  <a:lnTo>
                    <a:pt x="1008888" y="103505"/>
                  </a:lnTo>
                  <a:lnTo>
                    <a:pt x="1011936" y="102235"/>
                  </a:lnTo>
                  <a:lnTo>
                    <a:pt x="1014349" y="99568"/>
                  </a:lnTo>
                  <a:lnTo>
                    <a:pt x="1072642" y="41275"/>
                  </a:lnTo>
                  <a:lnTo>
                    <a:pt x="1072642" y="565658"/>
                  </a:lnTo>
                  <a:lnTo>
                    <a:pt x="1097153" y="565658"/>
                  </a:lnTo>
                  <a:lnTo>
                    <a:pt x="1097153" y="41783"/>
                  </a:lnTo>
                  <a:lnTo>
                    <a:pt x="1155573" y="99568"/>
                  </a:lnTo>
                  <a:lnTo>
                    <a:pt x="1157859" y="102235"/>
                  </a:lnTo>
                  <a:lnTo>
                    <a:pt x="1160780" y="103505"/>
                  </a:lnTo>
                  <a:lnTo>
                    <a:pt x="1166876" y="103505"/>
                  </a:lnTo>
                  <a:lnTo>
                    <a:pt x="1170051" y="102235"/>
                  </a:lnTo>
                  <a:lnTo>
                    <a:pt x="1172718" y="99568"/>
                  </a:lnTo>
                  <a:lnTo>
                    <a:pt x="1177417" y="94996"/>
                  </a:lnTo>
                  <a:lnTo>
                    <a:pt x="1177417" y="87630"/>
                  </a:lnTo>
                  <a:close/>
                </a:path>
                <a:path w="1846579" h="3493770">
                  <a:moveTo>
                    <a:pt x="1534668" y="87630"/>
                  </a:moveTo>
                  <a:lnTo>
                    <a:pt x="1530096" y="82296"/>
                  </a:lnTo>
                  <a:lnTo>
                    <a:pt x="1489316" y="41910"/>
                  </a:lnTo>
                  <a:lnTo>
                    <a:pt x="1450467" y="3429"/>
                  </a:lnTo>
                  <a:lnTo>
                    <a:pt x="1447927" y="1143"/>
                  </a:lnTo>
                  <a:lnTo>
                    <a:pt x="1444752" y="0"/>
                  </a:lnTo>
                  <a:lnTo>
                    <a:pt x="1438402" y="0"/>
                  </a:lnTo>
                  <a:lnTo>
                    <a:pt x="1435227" y="1143"/>
                  </a:lnTo>
                  <a:lnTo>
                    <a:pt x="1432560" y="3429"/>
                  </a:lnTo>
                  <a:lnTo>
                    <a:pt x="1349121" y="87630"/>
                  </a:lnTo>
                  <a:lnTo>
                    <a:pt x="1349121" y="94996"/>
                  </a:lnTo>
                  <a:lnTo>
                    <a:pt x="1354455" y="99568"/>
                  </a:lnTo>
                  <a:lnTo>
                    <a:pt x="1356614" y="102235"/>
                  </a:lnTo>
                  <a:lnTo>
                    <a:pt x="1359662" y="103505"/>
                  </a:lnTo>
                  <a:lnTo>
                    <a:pt x="1365758" y="103505"/>
                  </a:lnTo>
                  <a:lnTo>
                    <a:pt x="1368933" y="102235"/>
                  </a:lnTo>
                  <a:lnTo>
                    <a:pt x="1429258" y="41910"/>
                  </a:lnTo>
                  <a:lnTo>
                    <a:pt x="1429258" y="565658"/>
                  </a:lnTo>
                  <a:lnTo>
                    <a:pt x="1454531" y="565658"/>
                  </a:lnTo>
                  <a:lnTo>
                    <a:pt x="1454531" y="41910"/>
                  </a:lnTo>
                  <a:lnTo>
                    <a:pt x="1514856" y="102235"/>
                  </a:lnTo>
                  <a:lnTo>
                    <a:pt x="1518031" y="103505"/>
                  </a:lnTo>
                  <a:lnTo>
                    <a:pt x="1524254" y="103505"/>
                  </a:lnTo>
                  <a:lnTo>
                    <a:pt x="1527429" y="102235"/>
                  </a:lnTo>
                  <a:lnTo>
                    <a:pt x="1534668" y="94996"/>
                  </a:lnTo>
                  <a:lnTo>
                    <a:pt x="1534668" y="87630"/>
                  </a:lnTo>
                  <a:close/>
                </a:path>
                <a:path w="1846579" h="3493770">
                  <a:moveTo>
                    <a:pt x="1846326" y="908304"/>
                  </a:moveTo>
                  <a:lnTo>
                    <a:pt x="1843024" y="901065"/>
                  </a:lnTo>
                  <a:lnTo>
                    <a:pt x="7353" y="901065"/>
                  </a:lnTo>
                  <a:lnTo>
                    <a:pt x="4064" y="901065"/>
                  </a:lnTo>
                  <a:lnTo>
                    <a:pt x="762" y="908304"/>
                  </a:lnTo>
                  <a:lnTo>
                    <a:pt x="0" y="918210"/>
                  </a:lnTo>
                  <a:lnTo>
                    <a:pt x="0" y="2920365"/>
                  </a:lnTo>
                  <a:lnTo>
                    <a:pt x="3429" y="2928239"/>
                  </a:lnTo>
                  <a:lnTo>
                    <a:pt x="765683" y="2928239"/>
                  </a:lnTo>
                  <a:lnTo>
                    <a:pt x="765683" y="3451225"/>
                  </a:lnTo>
                  <a:lnTo>
                    <a:pt x="708025" y="3393567"/>
                  </a:lnTo>
                  <a:lnTo>
                    <a:pt x="705358" y="3391281"/>
                  </a:lnTo>
                  <a:lnTo>
                    <a:pt x="702183" y="3390138"/>
                  </a:lnTo>
                  <a:lnTo>
                    <a:pt x="695960" y="3390138"/>
                  </a:lnTo>
                  <a:lnTo>
                    <a:pt x="692785" y="3391281"/>
                  </a:lnTo>
                  <a:lnTo>
                    <a:pt x="690118" y="3393567"/>
                  </a:lnTo>
                  <a:lnTo>
                    <a:pt x="685546" y="3398901"/>
                  </a:lnTo>
                  <a:lnTo>
                    <a:pt x="685546" y="3406140"/>
                  </a:lnTo>
                  <a:lnTo>
                    <a:pt x="690118" y="3410839"/>
                  </a:lnTo>
                  <a:lnTo>
                    <a:pt x="772287" y="3492373"/>
                  </a:lnTo>
                  <a:lnTo>
                    <a:pt x="775462" y="3493643"/>
                  </a:lnTo>
                  <a:lnTo>
                    <a:pt x="781812" y="3493643"/>
                  </a:lnTo>
                  <a:lnTo>
                    <a:pt x="784987" y="3492373"/>
                  </a:lnTo>
                  <a:lnTo>
                    <a:pt x="825817" y="3451225"/>
                  </a:lnTo>
                  <a:lnTo>
                    <a:pt x="865886" y="3410839"/>
                  </a:lnTo>
                  <a:lnTo>
                    <a:pt x="871093" y="3406140"/>
                  </a:lnTo>
                  <a:lnTo>
                    <a:pt x="871093" y="3398901"/>
                  </a:lnTo>
                  <a:lnTo>
                    <a:pt x="865886" y="3393567"/>
                  </a:lnTo>
                  <a:lnTo>
                    <a:pt x="863473" y="3391281"/>
                  </a:lnTo>
                  <a:lnTo>
                    <a:pt x="860552" y="3390138"/>
                  </a:lnTo>
                  <a:lnTo>
                    <a:pt x="854329" y="3390138"/>
                  </a:lnTo>
                  <a:lnTo>
                    <a:pt x="851281" y="3391281"/>
                  </a:lnTo>
                  <a:lnTo>
                    <a:pt x="848614" y="3393567"/>
                  </a:lnTo>
                  <a:lnTo>
                    <a:pt x="790829" y="3451225"/>
                  </a:lnTo>
                  <a:lnTo>
                    <a:pt x="790829" y="2928239"/>
                  </a:lnTo>
                  <a:lnTo>
                    <a:pt x="1123061" y="2928239"/>
                  </a:lnTo>
                  <a:lnTo>
                    <a:pt x="1123061" y="3451352"/>
                  </a:lnTo>
                  <a:lnTo>
                    <a:pt x="1064641" y="3393567"/>
                  </a:lnTo>
                  <a:lnTo>
                    <a:pt x="1062355" y="3391281"/>
                  </a:lnTo>
                  <a:lnTo>
                    <a:pt x="1059434" y="3390138"/>
                  </a:lnTo>
                  <a:lnTo>
                    <a:pt x="1053211" y="3390138"/>
                  </a:lnTo>
                  <a:lnTo>
                    <a:pt x="1050163" y="3391281"/>
                  </a:lnTo>
                  <a:lnTo>
                    <a:pt x="1047496" y="3393567"/>
                  </a:lnTo>
                  <a:lnTo>
                    <a:pt x="1042162" y="3398901"/>
                  </a:lnTo>
                  <a:lnTo>
                    <a:pt x="1042162" y="3406140"/>
                  </a:lnTo>
                  <a:lnTo>
                    <a:pt x="1047496" y="3410839"/>
                  </a:lnTo>
                  <a:lnTo>
                    <a:pt x="1129665" y="3492373"/>
                  </a:lnTo>
                  <a:lnTo>
                    <a:pt x="1132840" y="3493643"/>
                  </a:lnTo>
                  <a:lnTo>
                    <a:pt x="1138936" y="3493643"/>
                  </a:lnTo>
                  <a:lnTo>
                    <a:pt x="1141984" y="3492373"/>
                  </a:lnTo>
                  <a:lnTo>
                    <a:pt x="1144270" y="3489706"/>
                  </a:lnTo>
                  <a:lnTo>
                    <a:pt x="1182116" y="3451860"/>
                  </a:lnTo>
                  <a:lnTo>
                    <a:pt x="1223137" y="3410839"/>
                  </a:lnTo>
                  <a:lnTo>
                    <a:pt x="1228471" y="3406140"/>
                  </a:lnTo>
                  <a:lnTo>
                    <a:pt x="1228471" y="3398901"/>
                  </a:lnTo>
                  <a:lnTo>
                    <a:pt x="1220851" y="3391281"/>
                  </a:lnTo>
                  <a:lnTo>
                    <a:pt x="1217676" y="3390138"/>
                  </a:lnTo>
                  <a:lnTo>
                    <a:pt x="1211326" y="3390138"/>
                  </a:lnTo>
                  <a:lnTo>
                    <a:pt x="1208151" y="3391281"/>
                  </a:lnTo>
                  <a:lnTo>
                    <a:pt x="1147572" y="3451860"/>
                  </a:lnTo>
                  <a:lnTo>
                    <a:pt x="1147572" y="3451352"/>
                  </a:lnTo>
                  <a:lnTo>
                    <a:pt x="1147572" y="2928239"/>
                  </a:lnTo>
                  <a:lnTo>
                    <a:pt x="1843024" y="2928239"/>
                  </a:lnTo>
                  <a:lnTo>
                    <a:pt x="1846326" y="2920365"/>
                  </a:lnTo>
                  <a:lnTo>
                    <a:pt x="1846326" y="90830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1363091" y="1540891"/>
            <a:ext cx="15504794" cy="1083310"/>
          </a:xfrm>
          <a:custGeom>
            <a:avLst/>
            <a:gdLst/>
            <a:ahLst/>
            <a:cxnLst/>
            <a:rect l="l" t="t" r="r" b="b"/>
            <a:pathLst>
              <a:path w="15504794" h="1083310">
                <a:moveTo>
                  <a:pt x="15479649" y="0"/>
                </a:moveTo>
                <a:lnTo>
                  <a:pt x="25146" y="0"/>
                </a:lnTo>
                <a:lnTo>
                  <a:pt x="15055" y="958"/>
                </a:lnTo>
                <a:lnTo>
                  <a:pt x="7096" y="3667"/>
                </a:lnTo>
                <a:lnTo>
                  <a:pt x="1875" y="7875"/>
                </a:lnTo>
                <a:lnTo>
                  <a:pt x="0" y="13334"/>
                </a:lnTo>
                <a:lnTo>
                  <a:pt x="0" y="1069975"/>
                </a:lnTo>
                <a:lnTo>
                  <a:pt x="1875" y="1075414"/>
                </a:lnTo>
                <a:lnTo>
                  <a:pt x="7096" y="1079579"/>
                </a:lnTo>
                <a:lnTo>
                  <a:pt x="15055" y="1082244"/>
                </a:lnTo>
                <a:lnTo>
                  <a:pt x="25146" y="1083182"/>
                </a:lnTo>
                <a:lnTo>
                  <a:pt x="15479649" y="1083182"/>
                </a:lnTo>
                <a:lnTo>
                  <a:pt x="15489471" y="1082244"/>
                </a:lnTo>
                <a:lnTo>
                  <a:pt x="15497460" y="1079579"/>
                </a:lnTo>
                <a:lnTo>
                  <a:pt x="15502830" y="1075414"/>
                </a:lnTo>
                <a:lnTo>
                  <a:pt x="15504795" y="1069975"/>
                </a:lnTo>
                <a:lnTo>
                  <a:pt x="15504795" y="13334"/>
                </a:lnTo>
                <a:lnTo>
                  <a:pt x="15502830" y="7875"/>
                </a:lnTo>
                <a:lnTo>
                  <a:pt x="15497460" y="3667"/>
                </a:lnTo>
                <a:lnTo>
                  <a:pt x="15489471" y="958"/>
                </a:lnTo>
                <a:lnTo>
                  <a:pt x="15479649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687571" y="1874596"/>
            <a:ext cx="108578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90" b="1">
                <a:solidFill>
                  <a:srgbClr val="FFFFFF"/>
                </a:solidFill>
                <a:latin typeface="Calibri"/>
                <a:cs typeface="Calibri"/>
              </a:rPr>
              <a:t>Confluent</a:t>
            </a:r>
            <a:r>
              <a:rPr dirty="0" sz="2400" spc="1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260" b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2400" spc="320" b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2400" spc="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340" b="1">
                <a:solidFill>
                  <a:srgbClr val="FFFFFF"/>
                </a:solidFill>
                <a:latin typeface="Calibri"/>
                <a:cs typeface="Calibri"/>
              </a:rPr>
              <a:t>Payments</a:t>
            </a:r>
            <a:r>
              <a:rPr dirty="0" sz="2400" spc="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245" b="1">
                <a:solidFill>
                  <a:srgbClr val="FFFFFF"/>
                </a:solidFill>
                <a:latin typeface="Calibri"/>
                <a:cs typeface="Calibri"/>
              </a:rPr>
              <a:t>Platform:</a:t>
            </a:r>
            <a:r>
              <a:rPr dirty="0" sz="2400" spc="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Malgun Gothic"/>
                <a:cs typeface="Malgun Gothic"/>
              </a:rPr>
              <a:t>모든</a:t>
            </a:r>
            <a:r>
              <a:rPr dirty="0" sz="2400" spc="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FFFFFF"/>
                </a:solidFill>
                <a:latin typeface="Malgun Gothic"/>
                <a:cs typeface="Malgun Gothic"/>
              </a:rPr>
              <a:t>결제에</a:t>
            </a:r>
            <a:r>
              <a:rPr dirty="0" sz="2400" spc="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FFFFFF"/>
                </a:solidFill>
                <a:latin typeface="Malgun Gothic"/>
                <a:cs typeface="Malgun Gothic"/>
              </a:rPr>
              <a:t>대한</a:t>
            </a:r>
            <a:r>
              <a:rPr dirty="0" sz="2400" spc="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FFFFFF"/>
                </a:solidFill>
                <a:latin typeface="Malgun Gothic"/>
                <a:cs typeface="Malgun Gothic"/>
              </a:rPr>
              <a:t>통합</a:t>
            </a:r>
            <a:r>
              <a:rPr dirty="0" sz="2400" spc="-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FFFFFF"/>
                </a:solidFill>
                <a:latin typeface="Malgun Gothic"/>
                <a:cs typeface="Malgun Gothic"/>
              </a:rPr>
              <a:t>뷰</a:t>
            </a:r>
            <a:r>
              <a:rPr dirty="0" sz="2400" spc="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algun Gothic"/>
                <a:cs typeface="Malgun Gothic"/>
              </a:rPr>
              <a:t>구현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992503" y="1806574"/>
            <a:ext cx="14172565" cy="643890"/>
          </a:xfrm>
          <a:custGeom>
            <a:avLst/>
            <a:gdLst/>
            <a:ahLst/>
            <a:cxnLst/>
            <a:rect l="l" t="t" r="r" b="b"/>
            <a:pathLst>
              <a:path w="14172565" h="643889">
                <a:moveTo>
                  <a:pt x="494538" y="316357"/>
                </a:moveTo>
                <a:lnTo>
                  <a:pt x="402259" y="312508"/>
                </a:lnTo>
                <a:lnTo>
                  <a:pt x="404939" y="312508"/>
                </a:lnTo>
                <a:lnTo>
                  <a:pt x="358724" y="311873"/>
                </a:lnTo>
                <a:lnTo>
                  <a:pt x="317500" y="311873"/>
                </a:lnTo>
                <a:lnTo>
                  <a:pt x="317474" y="291846"/>
                </a:lnTo>
                <a:lnTo>
                  <a:pt x="317373" y="276606"/>
                </a:lnTo>
                <a:lnTo>
                  <a:pt x="317296" y="267970"/>
                </a:lnTo>
                <a:lnTo>
                  <a:pt x="317169" y="261366"/>
                </a:lnTo>
                <a:lnTo>
                  <a:pt x="317080" y="256374"/>
                </a:lnTo>
                <a:lnTo>
                  <a:pt x="316953" y="249478"/>
                </a:lnTo>
                <a:lnTo>
                  <a:pt x="316344" y="232156"/>
                </a:lnTo>
                <a:lnTo>
                  <a:pt x="316230" y="228854"/>
                </a:lnTo>
                <a:lnTo>
                  <a:pt x="315048" y="189103"/>
                </a:lnTo>
                <a:lnTo>
                  <a:pt x="314934" y="185293"/>
                </a:lnTo>
                <a:lnTo>
                  <a:pt x="314833" y="181737"/>
                </a:lnTo>
                <a:lnTo>
                  <a:pt x="312293" y="134112"/>
                </a:lnTo>
                <a:lnTo>
                  <a:pt x="298958" y="134112"/>
                </a:lnTo>
                <a:lnTo>
                  <a:pt x="296291" y="181737"/>
                </a:lnTo>
                <a:lnTo>
                  <a:pt x="295021" y="228854"/>
                </a:lnTo>
                <a:lnTo>
                  <a:pt x="295008" y="229489"/>
                </a:lnTo>
                <a:lnTo>
                  <a:pt x="294881" y="240157"/>
                </a:lnTo>
                <a:lnTo>
                  <a:pt x="294767" y="245364"/>
                </a:lnTo>
                <a:lnTo>
                  <a:pt x="294678" y="249097"/>
                </a:lnTo>
                <a:lnTo>
                  <a:pt x="294589" y="253136"/>
                </a:lnTo>
                <a:lnTo>
                  <a:pt x="294500" y="257276"/>
                </a:lnTo>
                <a:lnTo>
                  <a:pt x="294386" y="267970"/>
                </a:lnTo>
                <a:lnTo>
                  <a:pt x="290487" y="258927"/>
                </a:lnTo>
                <a:lnTo>
                  <a:pt x="286677" y="249834"/>
                </a:lnTo>
                <a:lnTo>
                  <a:pt x="282752" y="240842"/>
                </a:lnTo>
                <a:lnTo>
                  <a:pt x="278511" y="232156"/>
                </a:lnTo>
                <a:lnTo>
                  <a:pt x="259207" y="189103"/>
                </a:lnTo>
                <a:lnTo>
                  <a:pt x="239268" y="146685"/>
                </a:lnTo>
                <a:lnTo>
                  <a:pt x="226695" y="152019"/>
                </a:lnTo>
                <a:lnTo>
                  <a:pt x="234924" y="174142"/>
                </a:lnTo>
                <a:lnTo>
                  <a:pt x="238963" y="185293"/>
                </a:lnTo>
                <a:lnTo>
                  <a:pt x="242697" y="196342"/>
                </a:lnTo>
                <a:lnTo>
                  <a:pt x="259207" y="240157"/>
                </a:lnTo>
                <a:lnTo>
                  <a:pt x="262978" y="249478"/>
                </a:lnTo>
                <a:lnTo>
                  <a:pt x="266420" y="258622"/>
                </a:lnTo>
                <a:lnTo>
                  <a:pt x="269760" y="267652"/>
                </a:lnTo>
                <a:lnTo>
                  <a:pt x="273177" y="276606"/>
                </a:lnTo>
                <a:lnTo>
                  <a:pt x="266573" y="270027"/>
                </a:lnTo>
                <a:lnTo>
                  <a:pt x="259727" y="263258"/>
                </a:lnTo>
                <a:lnTo>
                  <a:pt x="252615" y="256374"/>
                </a:lnTo>
                <a:lnTo>
                  <a:pt x="245287" y="249478"/>
                </a:lnTo>
                <a:lnTo>
                  <a:pt x="211455" y="216916"/>
                </a:lnTo>
                <a:lnTo>
                  <a:pt x="176403" y="185801"/>
                </a:lnTo>
                <a:lnTo>
                  <a:pt x="167005" y="195072"/>
                </a:lnTo>
                <a:lnTo>
                  <a:pt x="174713" y="203631"/>
                </a:lnTo>
                <a:lnTo>
                  <a:pt x="182702" y="212280"/>
                </a:lnTo>
                <a:lnTo>
                  <a:pt x="198882" y="229489"/>
                </a:lnTo>
                <a:lnTo>
                  <a:pt x="231394" y="263398"/>
                </a:lnTo>
                <a:lnTo>
                  <a:pt x="244741" y="277583"/>
                </a:lnTo>
                <a:lnTo>
                  <a:pt x="251625" y="284784"/>
                </a:lnTo>
                <a:lnTo>
                  <a:pt x="258572" y="291846"/>
                </a:lnTo>
                <a:lnTo>
                  <a:pt x="249339" y="287985"/>
                </a:lnTo>
                <a:lnTo>
                  <a:pt x="240347" y="284391"/>
                </a:lnTo>
                <a:lnTo>
                  <a:pt x="231343" y="281025"/>
                </a:lnTo>
                <a:lnTo>
                  <a:pt x="222123" y="277876"/>
                </a:lnTo>
                <a:lnTo>
                  <a:pt x="178308" y="261366"/>
                </a:lnTo>
                <a:lnTo>
                  <a:pt x="144551" y="249097"/>
                </a:lnTo>
                <a:lnTo>
                  <a:pt x="133223" y="245364"/>
                </a:lnTo>
                <a:lnTo>
                  <a:pt x="128612" y="258152"/>
                </a:lnTo>
                <a:lnTo>
                  <a:pt x="128816" y="258152"/>
                </a:lnTo>
                <a:lnTo>
                  <a:pt x="170434" y="277876"/>
                </a:lnTo>
                <a:lnTo>
                  <a:pt x="213487" y="296418"/>
                </a:lnTo>
                <a:lnTo>
                  <a:pt x="240614" y="308698"/>
                </a:lnTo>
                <a:lnTo>
                  <a:pt x="249478" y="312508"/>
                </a:lnTo>
                <a:lnTo>
                  <a:pt x="229743" y="312508"/>
                </a:lnTo>
                <a:lnTo>
                  <a:pt x="220002" y="312699"/>
                </a:lnTo>
                <a:lnTo>
                  <a:pt x="163068" y="314960"/>
                </a:lnTo>
                <a:lnTo>
                  <a:pt x="115951" y="317627"/>
                </a:lnTo>
                <a:lnTo>
                  <a:pt x="115951" y="330962"/>
                </a:lnTo>
                <a:lnTo>
                  <a:pt x="210185" y="334899"/>
                </a:lnTo>
                <a:lnTo>
                  <a:pt x="231025" y="335343"/>
                </a:lnTo>
                <a:lnTo>
                  <a:pt x="260578" y="335661"/>
                </a:lnTo>
                <a:lnTo>
                  <a:pt x="292989" y="335661"/>
                </a:lnTo>
                <a:lnTo>
                  <a:pt x="293077" y="365506"/>
                </a:lnTo>
                <a:lnTo>
                  <a:pt x="293192" y="378879"/>
                </a:lnTo>
                <a:lnTo>
                  <a:pt x="293560" y="397256"/>
                </a:lnTo>
                <a:lnTo>
                  <a:pt x="294246" y="415163"/>
                </a:lnTo>
                <a:lnTo>
                  <a:pt x="294360" y="417830"/>
                </a:lnTo>
                <a:lnTo>
                  <a:pt x="295452" y="458216"/>
                </a:lnTo>
                <a:lnTo>
                  <a:pt x="295529" y="460883"/>
                </a:lnTo>
                <a:lnTo>
                  <a:pt x="295656" y="465455"/>
                </a:lnTo>
                <a:lnTo>
                  <a:pt x="298323" y="513207"/>
                </a:lnTo>
                <a:lnTo>
                  <a:pt x="310896" y="513207"/>
                </a:lnTo>
                <a:lnTo>
                  <a:pt x="313067" y="461975"/>
                </a:lnTo>
                <a:lnTo>
                  <a:pt x="314833" y="418465"/>
                </a:lnTo>
                <a:lnTo>
                  <a:pt x="314947" y="408546"/>
                </a:lnTo>
                <a:lnTo>
                  <a:pt x="315417" y="390652"/>
                </a:lnTo>
                <a:lnTo>
                  <a:pt x="315531" y="383362"/>
                </a:lnTo>
                <a:lnTo>
                  <a:pt x="315595" y="378714"/>
                </a:lnTo>
                <a:lnTo>
                  <a:pt x="319570" y="387946"/>
                </a:lnTo>
                <a:lnTo>
                  <a:pt x="327482" y="405942"/>
                </a:lnTo>
                <a:lnTo>
                  <a:pt x="331470" y="415163"/>
                </a:lnTo>
                <a:lnTo>
                  <a:pt x="350647" y="458216"/>
                </a:lnTo>
                <a:lnTo>
                  <a:pt x="370586" y="500634"/>
                </a:lnTo>
                <a:lnTo>
                  <a:pt x="381254" y="495300"/>
                </a:lnTo>
                <a:lnTo>
                  <a:pt x="377253" y="484314"/>
                </a:lnTo>
                <a:lnTo>
                  <a:pt x="369252" y="461975"/>
                </a:lnTo>
                <a:lnTo>
                  <a:pt x="365252" y="450977"/>
                </a:lnTo>
                <a:lnTo>
                  <a:pt x="348742" y="407162"/>
                </a:lnTo>
                <a:lnTo>
                  <a:pt x="345186" y="397891"/>
                </a:lnTo>
                <a:lnTo>
                  <a:pt x="341464" y="388302"/>
                </a:lnTo>
                <a:lnTo>
                  <a:pt x="337947" y="378879"/>
                </a:lnTo>
                <a:lnTo>
                  <a:pt x="337896" y="378714"/>
                </a:lnTo>
                <a:lnTo>
                  <a:pt x="334772" y="369443"/>
                </a:lnTo>
                <a:lnTo>
                  <a:pt x="341845" y="376402"/>
                </a:lnTo>
                <a:lnTo>
                  <a:pt x="349135" y="383362"/>
                </a:lnTo>
                <a:lnTo>
                  <a:pt x="397764" y="429006"/>
                </a:lnTo>
                <a:lnTo>
                  <a:pt x="406336" y="437362"/>
                </a:lnTo>
                <a:lnTo>
                  <a:pt x="415036" y="445477"/>
                </a:lnTo>
                <a:lnTo>
                  <a:pt x="423722" y="453313"/>
                </a:lnTo>
                <a:lnTo>
                  <a:pt x="432308" y="460883"/>
                </a:lnTo>
                <a:lnTo>
                  <a:pt x="440944" y="452247"/>
                </a:lnTo>
                <a:lnTo>
                  <a:pt x="433298" y="443738"/>
                </a:lnTo>
                <a:lnTo>
                  <a:pt x="425424" y="435038"/>
                </a:lnTo>
                <a:lnTo>
                  <a:pt x="417347" y="426351"/>
                </a:lnTo>
                <a:lnTo>
                  <a:pt x="409067" y="417830"/>
                </a:lnTo>
                <a:lnTo>
                  <a:pt x="370230" y="376656"/>
                </a:lnTo>
                <a:lnTo>
                  <a:pt x="363308" y="369443"/>
                </a:lnTo>
                <a:lnTo>
                  <a:pt x="356323" y="362178"/>
                </a:lnTo>
                <a:lnTo>
                  <a:pt x="349377" y="354838"/>
                </a:lnTo>
                <a:lnTo>
                  <a:pt x="368236" y="362000"/>
                </a:lnTo>
                <a:lnTo>
                  <a:pt x="377659" y="365506"/>
                </a:lnTo>
                <a:lnTo>
                  <a:pt x="387096" y="368681"/>
                </a:lnTo>
                <a:lnTo>
                  <a:pt x="430911" y="385318"/>
                </a:lnTo>
                <a:lnTo>
                  <a:pt x="475361" y="401193"/>
                </a:lnTo>
                <a:lnTo>
                  <a:pt x="480695" y="390652"/>
                </a:lnTo>
                <a:lnTo>
                  <a:pt x="470115" y="385102"/>
                </a:lnTo>
                <a:lnTo>
                  <a:pt x="459435" y="380161"/>
                </a:lnTo>
                <a:lnTo>
                  <a:pt x="448779" y="375500"/>
                </a:lnTo>
                <a:lnTo>
                  <a:pt x="438277" y="370713"/>
                </a:lnTo>
                <a:lnTo>
                  <a:pt x="402526" y="354838"/>
                </a:lnTo>
                <a:lnTo>
                  <a:pt x="395097" y="351536"/>
                </a:lnTo>
                <a:lnTo>
                  <a:pt x="385864" y="347281"/>
                </a:lnTo>
                <a:lnTo>
                  <a:pt x="376872" y="343319"/>
                </a:lnTo>
                <a:lnTo>
                  <a:pt x="358648" y="335661"/>
                </a:lnTo>
                <a:lnTo>
                  <a:pt x="374332" y="335661"/>
                </a:lnTo>
                <a:lnTo>
                  <a:pt x="388467" y="335343"/>
                </a:lnTo>
                <a:lnTo>
                  <a:pt x="398399" y="334899"/>
                </a:lnTo>
                <a:lnTo>
                  <a:pt x="447548" y="331597"/>
                </a:lnTo>
                <a:lnTo>
                  <a:pt x="494538" y="328930"/>
                </a:lnTo>
                <a:lnTo>
                  <a:pt x="494538" y="316357"/>
                </a:lnTo>
                <a:close/>
              </a:path>
              <a:path w="14172565" h="643889">
                <a:moveTo>
                  <a:pt x="611251" y="322961"/>
                </a:moveTo>
                <a:lnTo>
                  <a:pt x="607250" y="273672"/>
                </a:lnTo>
                <a:lnTo>
                  <a:pt x="595693" y="226809"/>
                </a:lnTo>
                <a:lnTo>
                  <a:pt x="586740" y="205638"/>
                </a:lnTo>
                <a:lnTo>
                  <a:pt x="586740" y="322961"/>
                </a:lnTo>
                <a:lnTo>
                  <a:pt x="583057" y="368554"/>
                </a:lnTo>
                <a:lnTo>
                  <a:pt x="572389" y="411810"/>
                </a:lnTo>
                <a:lnTo>
                  <a:pt x="555332" y="452145"/>
                </a:lnTo>
                <a:lnTo>
                  <a:pt x="532460" y="488988"/>
                </a:lnTo>
                <a:lnTo>
                  <a:pt x="504355" y="521754"/>
                </a:lnTo>
                <a:lnTo>
                  <a:pt x="471601" y="549871"/>
                </a:lnTo>
                <a:lnTo>
                  <a:pt x="434771" y="572744"/>
                </a:lnTo>
                <a:lnTo>
                  <a:pt x="394462" y="589800"/>
                </a:lnTo>
                <a:lnTo>
                  <a:pt x="351231" y="600468"/>
                </a:lnTo>
                <a:lnTo>
                  <a:pt x="305689" y="604139"/>
                </a:lnTo>
                <a:lnTo>
                  <a:pt x="260096" y="600468"/>
                </a:lnTo>
                <a:lnTo>
                  <a:pt x="216839" y="589800"/>
                </a:lnTo>
                <a:lnTo>
                  <a:pt x="176504" y="572744"/>
                </a:lnTo>
                <a:lnTo>
                  <a:pt x="139661" y="549871"/>
                </a:lnTo>
                <a:lnTo>
                  <a:pt x="106895" y="521754"/>
                </a:lnTo>
                <a:lnTo>
                  <a:pt x="78778" y="488988"/>
                </a:lnTo>
                <a:lnTo>
                  <a:pt x="55905" y="452145"/>
                </a:lnTo>
                <a:lnTo>
                  <a:pt x="38849" y="411810"/>
                </a:lnTo>
                <a:lnTo>
                  <a:pt x="28181" y="368554"/>
                </a:lnTo>
                <a:lnTo>
                  <a:pt x="24511" y="322961"/>
                </a:lnTo>
                <a:lnTo>
                  <a:pt x="28181" y="277583"/>
                </a:lnTo>
                <a:lnTo>
                  <a:pt x="38849" y="234505"/>
                </a:lnTo>
                <a:lnTo>
                  <a:pt x="55905" y="194297"/>
                </a:lnTo>
                <a:lnTo>
                  <a:pt x="78778" y="157543"/>
                </a:lnTo>
                <a:lnTo>
                  <a:pt x="106895" y="124841"/>
                </a:lnTo>
                <a:lnTo>
                  <a:pt x="139661" y="96786"/>
                </a:lnTo>
                <a:lnTo>
                  <a:pt x="176504" y="73939"/>
                </a:lnTo>
                <a:lnTo>
                  <a:pt x="216839" y="56883"/>
                </a:lnTo>
                <a:lnTo>
                  <a:pt x="260096" y="46228"/>
                </a:lnTo>
                <a:lnTo>
                  <a:pt x="305689" y="42545"/>
                </a:lnTo>
                <a:lnTo>
                  <a:pt x="351231" y="46228"/>
                </a:lnTo>
                <a:lnTo>
                  <a:pt x="394462" y="56883"/>
                </a:lnTo>
                <a:lnTo>
                  <a:pt x="434771" y="73939"/>
                </a:lnTo>
                <a:lnTo>
                  <a:pt x="471601" y="96786"/>
                </a:lnTo>
                <a:lnTo>
                  <a:pt x="504355" y="124841"/>
                </a:lnTo>
                <a:lnTo>
                  <a:pt x="532460" y="157543"/>
                </a:lnTo>
                <a:lnTo>
                  <a:pt x="555332" y="194297"/>
                </a:lnTo>
                <a:lnTo>
                  <a:pt x="572389" y="234505"/>
                </a:lnTo>
                <a:lnTo>
                  <a:pt x="583057" y="277583"/>
                </a:lnTo>
                <a:lnTo>
                  <a:pt x="586740" y="322961"/>
                </a:lnTo>
                <a:lnTo>
                  <a:pt x="586740" y="205638"/>
                </a:lnTo>
                <a:lnTo>
                  <a:pt x="552373" y="142989"/>
                </a:lnTo>
                <a:lnTo>
                  <a:pt x="521855" y="107315"/>
                </a:lnTo>
                <a:lnTo>
                  <a:pt x="486270" y="76682"/>
                </a:lnTo>
                <a:lnTo>
                  <a:pt x="446227" y="51727"/>
                </a:lnTo>
                <a:lnTo>
                  <a:pt x="402374" y="33096"/>
                </a:lnTo>
                <a:lnTo>
                  <a:pt x="355320" y="21437"/>
                </a:lnTo>
                <a:lnTo>
                  <a:pt x="305689" y="17399"/>
                </a:lnTo>
                <a:lnTo>
                  <a:pt x="255701" y="21437"/>
                </a:lnTo>
                <a:lnTo>
                  <a:pt x="256019" y="21437"/>
                </a:lnTo>
                <a:lnTo>
                  <a:pt x="209181" y="32956"/>
                </a:lnTo>
                <a:lnTo>
                  <a:pt x="165328" y="51460"/>
                </a:lnTo>
                <a:lnTo>
                  <a:pt x="125272" y="76276"/>
                </a:lnTo>
                <a:lnTo>
                  <a:pt x="89636" y="106794"/>
                </a:lnTo>
                <a:lnTo>
                  <a:pt x="59055" y="142379"/>
                </a:lnTo>
                <a:lnTo>
                  <a:pt x="34175" y="182422"/>
                </a:lnTo>
                <a:lnTo>
                  <a:pt x="15608" y="226275"/>
                </a:lnTo>
                <a:lnTo>
                  <a:pt x="4000" y="273329"/>
                </a:lnTo>
                <a:lnTo>
                  <a:pt x="0" y="322961"/>
                </a:lnTo>
                <a:lnTo>
                  <a:pt x="3987" y="372465"/>
                </a:lnTo>
                <a:lnTo>
                  <a:pt x="15557" y="419493"/>
                </a:lnTo>
                <a:lnTo>
                  <a:pt x="34074" y="463397"/>
                </a:lnTo>
                <a:lnTo>
                  <a:pt x="58915" y="503542"/>
                </a:lnTo>
                <a:lnTo>
                  <a:pt x="89446" y="539280"/>
                </a:lnTo>
                <a:lnTo>
                  <a:pt x="125056" y="569963"/>
                </a:lnTo>
                <a:lnTo>
                  <a:pt x="165392" y="595071"/>
                </a:lnTo>
                <a:lnTo>
                  <a:pt x="209232" y="613664"/>
                </a:lnTo>
                <a:lnTo>
                  <a:pt x="256120" y="625284"/>
                </a:lnTo>
                <a:lnTo>
                  <a:pt x="305689" y="629285"/>
                </a:lnTo>
                <a:lnTo>
                  <a:pt x="355346" y="625284"/>
                </a:lnTo>
                <a:lnTo>
                  <a:pt x="402488" y="613664"/>
                </a:lnTo>
                <a:lnTo>
                  <a:pt x="425005" y="604139"/>
                </a:lnTo>
                <a:lnTo>
                  <a:pt x="446468" y="595071"/>
                </a:lnTo>
                <a:lnTo>
                  <a:pt x="486625" y="570153"/>
                </a:lnTo>
                <a:lnTo>
                  <a:pt x="522325" y="539521"/>
                </a:lnTo>
                <a:lnTo>
                  <a:pt x="552919" y="503821"/>
                </a:lnTo>
                <a:lnTo>
                  <a:pt x="577748" y="463677"/>
                </a:lnTo>
                <a:lnTo>
                  <a:pt x="596176" y="419735"/>
                </a:lnTo>
                <a:lnTo>
                  <a:pt x="607555" y="372618"/>
                </a:lnTo>
                <a:lnTo>
                  <a:pt x="611251" y="322961"/>
                </a:lnTo>
                <a:close/>
              </a:path>
              <a:path w="14172565" h="643889">
                <a:moveTo>
                  <a:pt x="14171994" y="431800"/>
                </a:moveTo>
                <a:lnTo>
                  <a:pt x="14169136" y="415290"/>
                </a:lnTo>
                <a:lnTo>
                  <a:pt x="14163370" y="401320"/>
                </a:lnTo>
                <a:lnTo>
                  <a:pt x="14162608" y="400050"/>
                </a:lnTo>
                <a:lnTo>
                  <a:pt x="14157249" y="391172"/>
                </a:lnTo>
                <a:lnTo>
                  <a:pt x="14154950" y="387350"/>
                </a:lnTo>
                <a:lnTo>
                  <a:pt x="14149489" y="381000"/>
                </a:lnTo>
                <a:lnTo>
                  <a:pt x="14144041" y="374650"/>
                </a:lnTo>
                <a:lnTo>
                  <a:pt x="14130782" y="364490"/>
                </a:lnTo>
                <a:lnTo>
                  <a:pt x="14129385" y="363220"/>
                </a:lnTo>
                <a:lnTo>
                  <a:pt x="14127353" y="362191"/>
                </a:lnTo>
                <a:lnTo>
                  <a:pt x="14127353" y="436892"/>
                </a:lnTo>
                <a:lnTo>
                  <a:pt x="14127239" y="441972"/>
                </a:lnTo>
                <a:lnTo>
                  <a:pt x="14104798" y="474992"/>
                </a:lnTo>
                <a:lnTo>
                  <a:pt x="14097635" y="477520"/>
                </a:lnTo>
                <a:lnTo>
                  <a:pt x="14094333" y="478790"/>
                </a:lnTo>
                <a:lnTo>
                  <a:pt x="14080998" y="478790"/>
                </a:lnTo>
                <a:lnTo>
                  <a:pt x="14074013" y="477520"/>
                </a:lnTo>
                <a:lnTo>
                  <a:pt x="14048727" y="441972"/>
                </a:lnTo>
                <a:lnTo>
                  <a:pt x="14049147" y="434340"/>
                </a:lnTo>
                <a:lnTo>
                  <a:pt x="14077696" y="401320"/>
                </a:lnTo>
                <a:lnTo>
                  <a:pt x="14081506" y="401320"/>
                </a:lnTo>
                <a:lnTo>
                  <a:pt x="14085062" y="400050"/>
                </a:lnTo>
                <a:lnTo>
                  <a:pt x="14094968" y="400050"/>
                </a:lnTo>
                <a:lnTo>
                  <a:pt x="14101064" y="401320"/>
                </a:lnTo>
                <a:lnTo>
                  <a:pt x="14106906" y="405142"/>
                </a:lnTo>
                <a:lnTo>
                  <a:pt x="14107541" y="405142"/>
                </a:lnTo>
                <a:lnTo>
                  <a:pt x="14127353" y="436892"/>
                </a:lnTo>
                <a:lnTo>
                  <a:pt x="14127353" y="362191"/>
                </a:lnTo>
                <a:lnTo>
                  <a:pt x="14119403" y="358140"/>
                </a:lnTo>
                <a:lnTo>
                  <a:pt x="14098461" y="353072"/>
                </a:lnTo>
                <a:lnTo>
                  <a:pt x="14087856" y="351790"/>
                </a:lnTo>
                <a:lnTo>
                  <a:pt x="14080363" y="351790"/>
                </a:lnTo>
                <a:lnTo>
                  <a:pt x="14072870" y="353072"/>
                </a:lnTo>
                <a:lnTo>
                  <a:pt x="14065758" y="355600"/>
                </a:lnTo>
                <a:lnTo>
                  <a:pt x="14054125" y="359422"/>
                </a:lnTo>
                <a:lnTo>
                  <a:pt x="14043241" y="364490"/>
                </a:lnTo>
                <a:lnTo>
                  <a:pt x="14033360" y="372122"/>
                </a:lnTo>
                <a:lnTo>
                  <a:pt x="14024737" y="381000"/>
                </a:lnTo>
                <a:lnTo>
                  <a:pt x="14020381" y="378472"/>
                </a:lnTo>
                <a:lnTo>
                  <a:pt x="13985621" y="358140"/>
                </a:lnTo>
                <a:lnTo>
                  <a:pt x="13988580" y="349250"/>
                </a:lnTo>
                <a:lnTo>
                  <a:pt x="13990638" y="339090"/>
                </a:lnTo>
                <a:lnTo>
                  <a:pt x="13991831" y="330200"/>
                </a:lnTo>
                <a:lnTo>
                  <a:pt x="13992124" y="322592"/>
                </a:lnTo>
                <a:lnTo>
                  <a:pt x="13992225" y="320040"/>
                </a:lnTo>
                <a:lnTo>
                  <a:pt x="13991831" y="309892"/>
                </a:lnTo>
                <a:lnTo>
                  <a:pt x="13990625" y="299720"/>
                </a:lnTo>
                <a:lnTo>
                  <a:pt x="13988580" y="289572"/>
                </a:lnTo>
                <a:lnTo>
                  <a:pt x="13985621" y="280670"/>
                </a:lnTo>
                <a:lnTo>
                  <a:pt x="14015530" y="264172"/>
                </a:lnTo>
                <a:lnTo>
                  <a:pt x="14024737" y="259092"/>
                </a:lnTo>
                <a:lnTo>
                  <a:pt x="14033627" y="266700"/>
                </a:lnTo>
                <a:lnTo>
                  <a:pt x="14043482" y="274320"/>
                </a:lnTo>
                <a:lnTo>
                  <a:pt x="14054214" y="279400"/>
                </a:lnTo>
                <a:lnTo>
                  <a:pt x="14073251" y="285750"/>
                </a:lnTo>
                <a:lnTo>
                  <a:pt x="14080998" y="287020"/>
                </a:lnTo>
                <a:lnTo>
                  <a:pt x="14097635" y="287020"/>
                </a:lnTo>
                <a:lnTo>
                  <a:pt x="14106398" y="285750"/>
                </a:lnTo>
                <a:lnTo>
                  <a:pt x="14115047" y="283222"/>
                </a:lnTo>
                <a:lnTo>
                  <a:pt x="14123543" y="279400"/>
                </a:lnTo>
                <a:lnTo>
                  <a:pt x="14124178" y="279400"/>
                </a:lnTo>
                <a:lnTo>
                  <a:pt x="14154099" y="254000"/>
                </a:lnTo>
                <a:lnTo>
                  <a:pt x="14160894" y="242570"/>
                </a:lnTo>
                <a:lnTo>
                  <a:pt x="14162405" y="240042"/>
                </a:lnTo>
                <a:lnTo>
                  <a:pt x="14167866" y="223520"/>
                </a:lnTo>
                <a:lnTo>
                  <a:pt x="14170724" y="208292"/>
                </a:lnTo>
                <a:lnTo>
                  <a:pt x="14170635" y="204470"/>
                </a:lnTo>
                <a:lnTo>
                  <a:pt x="14170546" y="200672"/>
                </a:lnTo>
                <a:lnTo>
                  <a:pt x="14170495" y="198120"/>
                </a:lnTo>
                <a:lnTo>
                  <a:pt x="14170381" y="193040"/>
                </a:lnTo>
                <a:lnTo>
                  <a:pt x="14170355" y="191770"/>
                </a:lnTo>
                <a:lnTo>
                  <a:pt x="14166774" y="175272"/>
                </a:lnTo>
                <a:lnTo>
                  <a:pt x="14161122" y="162572"/>
                </a:lnTo>
                <a:lnTo>
                  <a:pt x="14159992" y="160020"/>
                </a:lnTo>
                <a:lnTo>
                  <a:pt x="14150239" y="146050"/>
                </a:lnTo>
                <a:lnTo>
                  <a:pt x="14138250" y="134620"/>
                </a:lnTo>
                <a:lnTo>
                  <a:pt x="14125931" y="126657"/>
                </a:lnTo>
                <a:lnTo>
                  <a:pt x="14125931" y="198120"/>
                </a:lnTo>
                <a:lnTo>
                  <a:pt x="14125867" y="205740"/>
                </a:lnTo>
                <a:lnTo>
                  <a:pt x="14106906" y="236220"/>
                </a:lnTo>
                <a:lnTo>
                  <a:pt x="14106271" y="236220"/>
                </a:lnTo>
                <a:lnTo>
                  <a:pt x="14099921" y="240042"/>
                </a:lnTo>
                <a:lnTo>
                  <a:pt x="14093571" y="242570"/>
                </a:lnTo>
                <a:lnTo>
                  <a:pt x="14083538" y="242570"/>
                </a:lnTo>
                <a:lnTo>
                  <a:pt x="14079982" y="241300"/>
                </a:lnTo>
                <a:lnTo>
                  <a:pt x="14076426" y="241300"/>
                </a:lnTo>
                <a:lnTo>
                  <a:pt x="14047978" y="208292"/>
                </a:lnTo>
                <a:lnTo>
                  <a:pt x="14047889" y="200672"/>
                </a:lnTo>
                <a:lnTo>
                  <a:pt x="14049248" y="193040"/>
                </a:lnTo>
                <a:lnTo>
                  <a:pt x="14080363" y="162572"/>
                </a:lnTo>
                <a:lnTo>
                  <a:pt x="14090269" y="162572"/>
                </a:lnTo>
                <a:lnTo>
                  <a:pt x="14093698" y="163842"/>
                </a:lnTo>
                <a:lnTo>
                  <a:pt x="14096873" y="165100"/>
                </a:lnTo>
                <a:lnTo>
                  <a:pt x="14104099" y="167640"/>
                </a:lnTo>
                <a:lnTo>
                  <a:pt x="14125931" y="198120"/>
                </a:lnTo>
                <a:lnTo>
                  <a:pt x="14125931" y="126657"/>
                </a:lnTo>
                <a:lnTo>
                  <a:pt x="14124534" y="125742"/>
                </a:lnTo>
                <a:lnTo>
                  <a:pt x="14102207" y="118122"/>
                </a:lnTo>
                <a:lnTo>
                  <a:pt x="14094714" y="116840"/>
                </a:lnTo>
                <a:lnTo>
                  <a:pt x="14087348" y="116840"/>
                </a:lnTo>
                <a:lnTo>
                  <a:pt x="14066584" y="119392"/>
                </a:lnTo>
                <a:lnTo>
                  <a:pt x="14056449" y="123190"/>
                </a:lnTo>
                <a:lnTo>
                  <a:pt x="14046581" y="128270"/>
                </a:lnTo>
                <a:lnTo>
                  <a:pt x="14045946" y="128270"/>
                </a:lnTo>
                <a:lnTo>
                  <a:pt x="14012647" y="165100"/>
                </a:lnTo>
                <a:lnTo>
                  <a:pt x="14004341" y="205740"/>
                </a:lnTo>
                <a:lnTo>
                  <a:pt x="14005039" y="213372"/>
                </a:lnTo>
                <a:lnTo>
                  <a:pt x="14005154" y="214642"/>
                </a:lnTo>
                <a:lnTo>
                  <a:pt x="14005281" y="215900"/>
                </a:lnTo>
                <a:lnTo>
                  <a:pt x="14005395" y="217170"/>
                </a:lnTo>
                <a:lnTo>
                  <a:pt x="14008100" y="229870"/>
                </a:lnTo>
                <a:lnTo>
                  <a:pt x="13969619" y="252742"/>
                </a:lnTo>
                <a:lnTo>
                  <a:pt x="13967079" y="248920"/>
                </a:lnTo>
                <a:lnTo>
                  <a:pt x="13961745" y="243840"/>
                </a:lnTo>
                <a:lnTo>
                  <a:pt x="13949274" y="233692"/>
                </a:lnTo>
                <a:lnTo>
                  <a:pt x="13941806" y="229019"/>
                </a:lnTo>
                <a:lnTo>
                  <a:pt x="13941806" y="321322"/>
                </a:lnTo>
                <a:lnTo>
                  <a:pt x="13940612" y="332740"/>
                </a:lnTo>
                <a:lnTo>
                  <a:pt x="13917079" y="368300"/>
                </a:lnTo>
                <a:lnTo>
                  <a:pt x="13885418" y="378472"/>
                </a:lnTo>
                <a:lnTo>
                  <a:pt x="13874179" y="377190"/>
                </a:lnTo>
                <a:lnTo>
                  <a:pt x="13838898" y="353072"/>
                </a:lnTo>
                <a:lnTo>
                  <a:pt x="13829157" y="321322"/>
                </a:lnTo>
                <a:lnTo>
                  <a:pt x="13830338" y="309892"/>
                </a:lnTo>
                <a:lnTo>
                  <a:pt x="13853960" y="274320"/>
                </a:lnTo>
                <a:lnTo>
                  <a:pt x="13885418" y="264172"/>
                </a:lnTo>
                <a:lnTo>
                  <a:pt x="13896988" y="265442"/>
                </a:lnTo>
                <a:lnTo>
                  <a:pt x="13932586" y="289572"/>
                </a:lnTo>
                <a:lnTo>
                  <a:pt x="13941692" y="320040"/>
                </a:lnTo>
                <a:lnTo>
                  <a:pt x="13941806" y="321322"/>
                </a:lnTo>
                <a:lnTo>
                  <a:pt x="13941806" y="229019"/>
                </a:lnTo>
                <a:lnTo>
                  <a:pt x="13935050" y="224790"/>
                </a:lnTo>
                <a:lnTo>
                  <a:pt x="13919568" y="218440"/>
                </a:lnTo>
                <a:lnTo>
                  <a:pt x="13903325" y="213372"/>
                </a:lnTo>
                <a:lnTo>
                  <a:pt x="13904087" y="213372"/>
                </a:lnTo>
                <a:lnTo>
                  <a:pt x="13904087" y="168922"/>
                </a:lnTo>
                <a:lnTo>
                  <a:pt x="13915593" y="165100"/>
                </a:lnTo>
                <a:lnTo>
                  <a:pt x="13926299" y="160020"/>
                </a:lnTo>
                <a:lnTo>
                  <a:pt x="13955776" y="133350"/>
                </a:lnTo>
                <a:lnTo>
                  <a:pt x="13970254" y="85090"/>
                </a:lnTo>
                <a:lnTo>
                  <a:pt x="13968463" y="67322"/>
                </a:lnTo>
                <a:lnTo>
                  <a:pt x="13963396" y="52070"/>
                </a:lnTo>
                <a:lnTo>
                  <a:pt x="13959421" y="44450"/>
                </a:lnTo>
                <a:lnTo>
                  <a:pt x="13955459" y="36842"/>
                </a:lnTo>
                <a:lnTo>
                  <a:pt x="13945108" y="24142"/>
                </a:lnTo>
                <a:lnTo>
                  <a:pt x="13932345" y="15240"/>
                </a:lnTo>
                <a:lnTo>
                  <a:pt x="13924534" y="10401"/>
                </a:lnTo>
                <a:lnTo>
                  <a:pt x="13924534" y="83820"/>
                </a:lnTo>
                <a:lnTo>
                  <a:pt x="13923709" y="92722"/>
                </a:lnTo>
                <a:lnTo>
                  <a:pt x="13893597" y="123190"/>
                </a:lnTo>
                <a:lnTo>
                  <a:pt x="13885418" y="124472"/>
                </a:lnTo>
                <a:lnTo>
                  <a:pt x="13877646" y="123190"/>
                </a:lnTo>
                <a:lnTo>
                  <a:pt x="13847788" y="92722"/>
                </a:lnTo>
                <a:lnTo>
                  <a:pt x="13847064" y="83820"/>
                </a:lnTo>
                <a:lnTo>
                  <a:pt x="13847877" y="76200"/>
                </a:lnTo>
                <a:lnTo>
                  <a:pt x="13877646" y="45720"/>
                </a:lnTo>
                <a:lnTo>
                  <a:pt x="13885418" y="44450"/>
                </a:lnTo>
                <a:lnTo>
                  <a:pt x="13893597" y="45720"/>
                </a:lnTo>
                <a:lnTo>
                  <a:pt x="13923798" y="76200"/>
                </a:lnTo>
                <a:lnTo>
                  <a:pt x="13924534" y="83820"/>
                </a:lnTo>
                <a:lnTo>
                  <a:pt x="13924534" y="10401"/>
                </a:lnTo>
                <a:lnTo>
                  <a:pt x="13918019" y="6350"/>
                </a:lnTo>
                <a:lnTo>
                  <a:pt x="13902309" y="1270"/>
                </a:lnTo>
                <a:lnTo>
                  <a:pt x="13885418" y="0"/>
                </a:lnTo>
                <a:lnTo>
                  <a:pt x="13869137" y="1270"/>
                </a:lnTo>
                <a:lnTo>
                  <a:pt x="13827125" y="24142"/>
                </a:lnTo>
                <a:lnTo>
                  <a:pt x="13803668" y="68592"/>
                </a:lnTo>
                <a:lnTo>
                  <a:pt x="13801979" y="85090"/>
                </a:lnTo>
                <a:lnTo>
                  <a:pt x="13803757" y="102870"/>
                </a:lnTo>
                <a:lnTo>
                  <a:pt x="13827125" y="146050"/>
                </a:lnTo>
                <a:lnTo>
                  <a:pt x="13868273" y="168922"/>
                </a:lnTo>
                <a:lnTo>
                  <a:pt x="13868273" y="214642"/>
                </a:lnTo>
                <a:lnTo>
                  <a:pt x="13822871" y="234950"/>
                </a:lnTo>
                <a:lnTo>
                  <a:pt x="13787425" y="280670"/>
                </a:lnTo>
                <a:lnTo>
                  <a:pt x="13778738" y="322592"/>
                </a:lnTo>
                <a:lnTo>
                  <a:pt x="13780999" y="344170"/>
                </a:lnTo>
                <a:lnTo>
                  <a:pt x="13797483" y="383540"/>
                </a:lnTo>
                <a:lnTo>
                  <a:pt x="13836396" y="419100"/>
                </a:lnTo>
                <a:lnTo>
                  <a:pt x="13868273" y="429272"/>
                </a:lnTo>
                <a:lnTo>
                  <a:pt x="13868273" y="474992"/>
                </a:lnTo>
                <a:lnTo>
                  <a:pt x="13827125" y="499122"/>
                </a:lnTo>
                <a:lnTo>
                  <a:pt x="13803668" y="542290"/>
                </a:lnTo>
                <a:lnTo>
                  <a:pt x="13801979" y="558800"/>
                </a:lnTo>
                <a:lnTo>
                  <a:pt x="13803757" y="576592"/>
                </a:lnTo>
                <a:lnTo>
                  <a:pt x="13827125" y="619772"/>
                </a:lnTo>
                <a:lnTo>
                  <a:pt x="13868603" y="642620"/>
                </a:lnTo>
                <a:lnTo>
                  <a:pt x="13885418" y="643890"/>
                </a:lnTo>
                <a:lnTo>
                  <a:pt x="13902487" y="642620"/>
                </a:lnTo>
                <a:lnTo>
                  <a:pt x="13945108" y="619772"/>
                </a:lnTo>
                <a:lnTo>
                  <a:pt x="13968565" y="576592"/>
                </a:lnTo>
                <a:lnTo>
                  <a:pt x="13970254" y="558800"/>
                </a:lnTo>
                <a:lnTo>
                  <a:pt x="13968463" y="542290"/>
                </a:lnTo>
                <a:lnTo>
                  <a:pt x="13963396" y="525792"/>
                </a:lnTo>
                <a:lnTo>
                  <a:pt x="13959065" y="518172"/>
                </a:lnTo>
                <a:lnTo>
                  <a:pt x="13955459" y="511822"/>
                </a:lnTo>
                <a:lnTo>
                  <a:pt x="13945108" y="499122"/>
                </a:lnTo>
                <a:lnTo>
                  <a:pt x="13936472" y="490220"/>
                </a:lnTo>
                <a:lnTo>
                  <a:pt x="13926592" y="483870"/>
                </a:lnTo>
                <a:lnTo>
                  <a:pt x="13924534" y="482917"/>
                </a:lnTo>
                <a:lnTo>
                  <a:pt x="13924534" y="557542"/>
                </a:lnTo>
                <a:lnTo>
                  <a:pt x="13923823" y="565150"/>
                </a:lnTo>
                <a:lnTo>
                  <a:pt x="13893597" y="596900"/>
                </a:lnTo>
                <a:lnTo>
                  <a:pt x="13877760" y="596900"/>
                </a:lnTo>
                <a:lnTo>
                  <a:pt x="13847788" y="565150"/>
                </a:lnTo>
                <a:lnTo>
                  <a:pt x="13847064" y="557542"/>
                </a:lnTo>
                <a:lnTo>
                  <a:pt x="13847877" y="549922"/>
                </a:lnTo>
                <a:lnTo>
                  <a:pt x="13877646" y="518172"/>
                </a:lnTo>
                <a:lnTo>
                  <a:pt x="13893597" y="518172"/>
                </a:lnTo>
                <a:lnTo>
                  <a:pt x="13923798" y="549922"/>
                </a:lnTo>
                <a:lnTo>
                  <a:pt x="13924534" y="557542"/>
                </a:lnTo>
                <a:lnTo>
                  <a:pt x="13924534" y="482917"/>
                </a:lnTo>
                <a:lnTo>
                  <a:pt x="13915708" y="478790"/>
                </a:lnTo>
                <a:lnTo>
                  <a:pt x="13904087" y="474992"/>
                </a:lnTo>
                <a:lnTo>
                  <a:pt x="13904087" y="429272"/>
                </a:lnTo>
                <a:lnTo>
                  <a:pt x="13950087" y="410222"/>
                </a:lnTo>
                <a:lnTo>
                  <a:pt x="13970254" y="391172"/>
                </a:lnTo>
                <a:lnTo>
                  <a:pt x="14009497" y="412750"/>
                </a:lnTo>
                <a:lnTo>
                  <a:pt x="14006106" y="425450"/>
                </a:lnTo>
                <a:lnTo>
                  <a:pt x="14004760" y="436892"/>
                </a:lnTo>
                <a:lnTo>
                  <a:pt x="14005230" y="448322"/>
                </a:lnTo>
                <a:lnTo>
                  <a:pt x="14005281" y="449592"/>
                </a:lnTo>
                <a:lnTo>
                  <a:pt x="14021778" y="490220"/>
                </a:lnTo>
                <a:lnTo>
                  <a:pt x="14056640" y="518172"/>
                </a:lnTo>
                <a:lnTo>
                  <a:pt x="14088491" y="524522"/>
                </a:lnTo>
                <a:lnTo>
                  <a:pt x="14095857" y="524522"/>
                </a:lnTo>
                <a:lnTo>
                  <a:pt x="14103223" y="523240"/>
                </a:lnTo>
                <a:lnTo>
                  <a:pt x="14110208" y="520700"/>
                </a:lnTo>
                <a:lnTo>
                  <a:pt x="14124800" y="515620"/>
                </a:lnTo>
                <a:lnTo>
                  <a:pt x="14138339" y="506742"/>
                </a:lnTo>
                <a:lnTo>
                  <a:pt x="14150239" y="495300"/>
                </a:lnTo>
                <a:lnTo>
                  <a:pt x="14159992" y="482600"/>
                </a:lnTo>
                <a:lnTo>
                  <a:pt x="14161669" y="478790"/>
                </a:lnTo>
                <a:lnTo>
                  <a:pt x="14167828" y="464820"/>
                </a:lnTo>
                <a:lnTo>
                  <a:pt x="14171587" y="448322"/>
                </a:lnTo>
                <a:lnTo>
                  <a:pt x="14171689" y="444500"/>
                </a:lnTo>
                <a:lnTo>
                  <a:pt x="14171752" y="441972"/>
                </a:lnTo>
                <a:lnTo>
                  <a:pt x="14171867" y="436892"/>
                </a:lnTo>
                <a:lnTo>
                  <a:pt x="14171994" y="431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5333217" y="2818383"/>
            <a:ext cx="1519555" cy="1173480"/>
          </a:xfrm>
          <a:custGeom>
            <a:avLst/>
            <a:gdLst/>
            <a:ahLst/>
            <a:cxnLst/>
            <a:rect l="l" t="t" r="r" b="b"/>
            <a:pathLst>
              <a:path w="1519555" h="1173479">
                <a:moveTo>
                  <a:pt x="1512824" y="0"/>
                </a:moveTo>
                <a:lnTo>
                  <a:pt x="14605" y="0"/>
                </a:lnTo>
                <a:lnTo>
                  <a:pt x="6730" y="0"/>
                </a:lnTo>
                <a:lnTo>
                  <a:pt x="0" y="6604"/>
                </a:lnTo>
                <a:lnTo>
                  <a:pt x="0" y="1166749"/>
                </a:lnTo>
                <a:lnTo>
                  <a:pt x="6730" y="1173353"/>
                </a:lnTo>
                <a:lnTo>
                  <a:pt x="1512824" y="1173353"/>
                </a:lnTo>
                <a:lnTo>
                  <a:pt x="1519555" y="1166749"/>
                </a:lnTo>
                <a:lnTo>
                  <a:pt x="1519555" y="6604"/>
                </a:lnTo>
                <a:lnTo>
                  <a:pt x="1512824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5517748" y="3514725"/>
            <a:ext cx="1151890" cy="3930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03860" marR="5080" indent="-391795">
              <a:lnSpc>
                <a:spcPct val="100800"/>
              </a:lnSpc>
              <a:spcBef>
                <a:spcPts val="85"/>
              </a:spcBef>
            </a:pPr>
            <a:r>
              <a:rPr dirty="0" sz="1200" spc="175">
                <a:solidFill>
                  <a:srgbClr val="221F1F"/>
                </a:solidFill>
                <a:latin typeface="Calibri"/>
                <a:cs typeface="Calibri"/>
              </a:rPr>
              <a:t>Open</a:t>
            </a:r>
            <a:r>
              <a:rPr dirty="0" sz="12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70">
                <a:solidFill>
                  <a:srgbClr val="221F1F"/>
                </a:solidFill>
                <a:latin typeface="Calibri"/>
                <a:cs typeface="Calibri"/>
              </a:rPr>
              <a:t>Banking </a:t>
            </a:r>
            <a:r>
              <a:rPr dirty="0" sz="1200" spc="125">
                <a:solidFill>
                  <a:srgbClr val="221F1F"/>
                </a:solidFill>
                <a:latin typeface="Calibri"/>
                <a:cs typeface="Calibri"/>
              </a:rPr>
              <a:t>APIs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3585825" y="2818383"/>
            <a:ext cx="1519555" cy="1173480"/>
          </a:xfrm>
          <a:custGeom>
            <a:avLst/>
            <a:gdLst/>
            <a:ahLst/>
            <a:cxnLst/>
            <a:rect l="l" t="t" r="r" b="b"/>
            <a:pathLst>
              <a:path w="1519555" h="1173479">
                <a:moveTo>
                  <a:pt x="1512823" y="0"/>
                </a:moveTo>
                <a:lnTo>
                  <a:pt x="14605" y="0"/>
                </a:lnTo>
                <a:lnTo>
                  <a:pt x="6603" y="0"/>
                </a:lnTo>
                <a:lnTo>
                  <a:pt x="0" y="6604"/>
                </a:lnTo>
                <a:lnTo>
                  <a:pt x="0" y="1166749"/>
                </a:lnTo>
                <a:lnTo>
                  <a:pt x="6603" y="1173353"/>
                </a:lnTo>
                <a:lnTo>
                  <a:pt x="1512823" y="1173353"/>
                </a:lnTo>
                <a:lnTo>
                  <a:pt x="1519428" y="1166749"/>
                </a:lnTo>
                <a:lnTo>
                  <a:pt x="1519428" y="6604"/>
                </a:lnTo>
                <a:lnTo>
                  <a:pt x="1512823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3867637" y="3514725"/>
            <a:ext cx="958850" cy="393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150">
                <a:solidFill>
                  <a:srgbClr val="221F1F"/>
                </a:solidFill>
                <a:latin typeface="Calibri"/>
                <a:cs typeface="Calibri"/>
              </a:rPr>
              <a:t>PCI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200" spc="145">
                <a:solidFill>
                  <a:srgbClr val="221F1F"/>
                </a:solidFill>
                <a:latin typeface="Calibri"/>
                <a:cs typeface="Calibri"/>
              </a:rPr>
              <a:t>Compliance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1839067" y="2818383"/>
            <a:ext cx="1519555" cy="1173480"/>
          </a:xfrm>
          <a:custGeom>
            <a:avLst/>
            <a:gdLst/>
            <a:ahLst/>
            <a:cxnLst/>
            <a:rect l="l" t="t" r="r" b="b"/>
            <a:pathLst>
              <a:path w="1519555" h="1173479">
                <a:moveTo>
                  <a:pt x="1512823" y="0"/>
                </a:moveTo>
                <a:lnTo>
                  <a:pt x="14604" y="0"/>
                </a:lnTo>
                <a:lnTo>
                  <a:pt x="6603" y="0"/>
                </a:lnTo>
                <a:lnTo>
                  <a:pt x="0" y="6604"/>
                </a:lnTo>
                <a:lnTo>
                  <a:pt x="0" y="1166749"/>
                </a:lnTo>
                <a:lnTo>
                  <a:pt x="6603" y="1173353"/>
                </a:lnTo>
                <a:lnTo>
                  <a:pt x="1512188" y="1173353"/>
                </a:lnTo>
                <a:lnTo>
                  <a:pt x="1519427" y="1166749"/>
                </a:lnTo>
                <a:lnTo>
                  <a:pt x="1519427" y="6604"/>
                </a:lnTo>
                <a:lnTo>
                  <a:pt x="1512823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2050648" y="3514725"/>
            <a:ext cx="1097280" cy="3930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42545">
              <a:lnSpc>
                <a:spcPct val="100800"/>
              </a:lnSpc>
              <a:spcBef>
                <a:spcPts val="85"/>
              </a:spcBef>
            </a:pPr>
            <a:r>
              <a:rPr dirty="0" sz="1200" spc="130">
                <a:solidFill>
                  <a:srgbClr val="221F1F"/>
                </a:solidFill>
                <a:latin typeface="Calibri"/>
                <a:cs typeface="Calibri"/>
              </a:rPr>
              <a:t>Compliance/ </a:t>
            </a:r>
            <a:r>
              <a:rPr dirty="0" sz="1200" spc="114">
                <a:solidFill>
                  <a:srgbClr val="221F1F"/>
                </a:solidFill>
                <a:latin typeface="Calibri"/>
                <a:cs typeface="Calibri"/>
              </a:rPr>
              <a:t>Internal</a:t>
            </a:r>
            <a:r>
              <a:rPr dirty="0" sz="12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221F1F"/>
                </a:solidFill>
                <a:latin typeface="Calibri"/>
                <a:cs typeface="Calibri"/>
              </a:rPr>
              <a:t>Audit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0091039" y="2818383"/>
            <a:ext cx="1520190" cy="1173480"/>
          </a:xfrm>
          <a:custGeom>
            <a:avLst/>
            <a:gdLst/>
            <a:ahLst/>
            <a:cxnLst/>
            <a:rect l="l" t="t" r="r" b="b"/>
            <a:pathLst>
              <a:path w="1520190" h="1173479">
                <a:moveTo>
                  <a:pt x="1513458" y="0"/>
                </a:moveTo>
                <a:lnTo>
                  <a:pt x="15112" y="0"/>
                </a:lnTo>
                <a:lnTo>
                  <a:pt x="6603" y="0"/>
                </a:lnTo>
                <a:lnTo>
                  <a:pt x="0" y="6604"/>
                </a:lnTo>
                <a:lnTo>
                  <a:pt x="0" y="1166749"/>
                </a:lnTo>
                <a:lnTo>
                  <a:pt x="6603" y="1173353"/>
                </a:lnTo>
                <a:lnTo>
                  <a:pt x="1513458" y="1173353"/>
                </a:lnTo>
                <a:lnTo>
                  <a:pt x="1520062" y="1166749"/>
                </a:lnTo>
                <a:lnTo>
                  <a:pt x="1520062" y="6604"/>
                </a:lnTo>
                <a:lnTo>
                  <a:pt x="1513458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0455909" y="3514725"/>
            <a:ext cx="791845" cy="3930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02235" marR="5080" indent="-90170">
              <a:lnSpc>
                <a:spcPct val="100800"/>
              </a:lnSpc>
              <a:spcBef>
                <a:spcPts val="85"/>
              </a:spcBef>
            </a:pPr>
            <a:r>
              <a:rPr dirty="0" sz="1200" spc="145">
                <a:solidFill>
                  <a:srgbClr val="221F1F"/>
                </a:solidFill>
                <a:latin typeface="Calibri"/>
                <a:cs typeface="Calibri"/>
              </a:rPr>
              <a:t>Customer </a:t>
            </a:r>
            <a:r>
              <a:rPr dirty="0" sz="1200" spc="114">
                <a:solidFill>
                  <a:srgbClr val="221F1F"/>
                </a:solidFill>
                <a:latin typeface="Calibri"/>
                <a:cs typeface="Calibri"/>
              </a:rPr>
              <a:t>Vectors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8344281" y="2818383"/>
            <a:ext cx="1519555" cy="1173480"/>
          </a:xfrm>
          <a:custGeom>
            <a:avLst/>
            <a:gdLst/>
            <a:ahLst/>
            <a:cxnLst/>
            <a:rect l="l" t="t" r="r" b="b"/>
            <a:pathLst>
              <a:path w="1519554" h="1173479">
                <a:moveTo>
                  <a:pt x="1512824" y="0"/>
                </a:moveTo>
                <a:lnTo>
                  <a:pt x="15113" y="0"/>
                </a:lnTo>
                <a:lnTo>
                  <a:pt x="6603" y="0"/>
                </a:lnTo>
                <a:lnTo>
                  <a:pt x="0" y="6604"/>
                </a:lnTo>
                <a:lnTo>
                  <a:pt x="0" y="1166749"/>
                </a:lnTo>
                <a:lnTo>
                  <a:pt x="6603" y="1173353"/>
                </a:lnTo>
                <a:lnTo>
                  <a:pt x="1512824" y="1173353"/>
                </a:lnTo>
                <a:lnTo>
                  <a:pt x="1519427" y="1166749"/>
                </a:lnTo>
                <a:lnTo>
                  <a:pt x="1519427" y="6604"/>
                </a:lnTo>
                <a:lnTo>
                  <a:pt x="1512824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8676893" y="3331844"/>
            <a:ext cx="856615" cy="575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4925" marR="5080" indent="-22860">
              <a:lnSpc>
                <a:spcPct val="100400"/>
              </a:lnSpc>
              <a:spcBef>
                <a:spcPts val="95"/>
              </a:spcBef>
            </a:pPr>
            <a:r>
              <a:rPr dirty="0" sz="1200" spc="170">
                <a:solidFill>
                  <a:srgbClr val="221F1F"/>
                </a:solidFill>
                <a:latin typeface="Calibri"/>
                <a:cs typeface="Calibri"/>
              </a:rPr>
              <a:t>APT</a:t>
            </a:r>
            <a:r>
              <a:rPr dirty="0" sz="1200" spc="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221F1F"/>
                </a:solidFill>
                <a:latin typeface="Calibri"/>
                <a:cs typeface="Calibri"/>
              </a:rPr>
              <a:t>Based Payments </a:t>
            </a:r>
            <a:r>
              <a:rPr dirty="0" sz="1200" spc="130">
                <a:solidFill>
                  <a:srgbClr val="221F1F"/>
                </a:solidFill>
                <a:latin typeface="Calibri"/>
                <a:cs typeface="Calibri"/>
              </a:rPr>
              <a:t>Gateways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596760" y="2818383"/>
            <a:ext cx="1520190" cy="1173480"/>
          </a:xfrm>
          <a:custGeom>
            <a:avLst/>
            <a:gdLst/>
            <a:ahLst/>
            <a:cxnLst/>
            <a:rect l="l" t="t" r="r" b="b"/>
            <a:pathLst>
              <a:path w="1520190" h="1173479">
                <a:moveTo>
                  <a:pt x="1513586" y="0"/>
                </a:moveTo>
                <a:lnTo>
                  <a:pt x="15240" y="0"/>
                </a:lnTo>
                <a:lnTo>
                  <a:pt x="6604" y="0"/>
                </a:lnTo>
                <a:lnTo>
                  <a:pt x="0" y="6604"/>
                </a:lnTo>
                <a:lnTo>
                  <a:pt x="0" y="1166749"/>
                </a:lnTo>
                <a:lnTo>
                  <a:pt x="6604" y="1173353"/>
                </a:lnTo>
                <a:lnTo>
                  <a:pt x="1513586" y="1173353"/>
                </a:lnTo>
                <a:lnTo>
                  <a:pt x="1520190" y="1166749"/>
                </a:lnTo>
                <a:lnTo>
                  <a:pt x="1520190" y="6604"/>
                </a:lnTo>
                <a:lnTo>
                  <a:pt x="1513586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908038" y="3331844"/>
            <a:ext cx="897255" cy="57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dirty="0" sz="1200" spc="150">
                <a:solidFill>
                  <a:srgbClr val="221F1F"/>
                </a:solidFill>
                <a:latin typeface="Calibri"/>
                <a:cs typeface="Calibri"/>
              </a:rPr>
              <a:t>ISO</a:t>
            </a:r>
            <a:r>
              <a:rPr dirty="0" sz="12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05">
                <a:solidFill>
                  <a:srgbClr val="221F1F"/>
                </a:solidFill>
                <a:latin typeface="Calibri"/>
                <a:cs typeface="Calibri"/>
              </a:rPr>
              <a:t>20022</a:t>
            </a:r>
            <a:endParaRPr sz="1200">
              <a:latin typeface="Calibri"/>
              <a:cs typeface="Calibri"/>
            </a:endParaRPr>
          </a:p>
          <a:p>
            <a:pPr marL="12700" marR="5080" indent="28575">
              <a:lnSpc>
                <a:spcPts val="1450"/>
              </a:lnSpc>
              <a:spcBef>
                <a:spcPts val="40"/>
              </a:spcBef>
            </a:pPr>
            <a:r>
              <a:rPr dirty="0" sz="1200" spc="140">
                <a:solidFill>
                  <a:srgbClr val="221F1F"/>
                </a:solidFill>
                <a:latin typeface="Calibri"/>
                <a:cs typeface="Calibri"/>
              </a:rPr>
              <a:t>Adoption</a:t>
            </a:r>
            <a:r>
              <a:rPr dirty="0" sz="1200" spc="5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221F1F"/>
                </a:solidFill>
                <a:latin typeface="Calibri"/>
                <a:cs typeface="Calibri"/>
              </a:rPr>
              <a:t>/ </a:t>
            </a:r>
            <a:r>
              <a:rPr dirty="0" sz="1200" spc="120">
                <a:solidFill>
                  <a:srgbClr val="221F1F"/>
                </a:solidFill>
                <a:latin typeface="Calibri"/>
                <a:cs typeface="Calibri"/>
              </a:rPr>
              <a:t>Integration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4850003" y="2818383"/>
            <a:ext cx="1520190" cy="1173480"/>
          </a:xfrm>
          <a:custGeom>
            <a:avLst/>
            <a:gdLst/>
            <a:ahLst/>
            <a:cxnLst/>
            <a:rect l="l" t="t" r="r" b="b"/>
            <a:pathLst>
              <a:path w="1520189" h="1173479">
                <a:moveTo>
                  <a:pt x="1513459" y="0"/>
                </a:moveTo>
                <a:lnTo>
                  <a:pt x="15239" y="0"/>
                </a:lnTo>
                <a:lnTo>
                  <a:pt x="6604" y="0"/>
                </a:lnTo>
                <a:lnTo>
                  <a:pt x="0" y="6604"/>
                </a:lnTo>
                <a:lnTo>
                  <a:pt x="0" y="1166749"/>
                </a:lnTo>
                <a:lnTo>
                  <a:pt x="6604" y="1173353"/>
                </a:lnTo>
                <a:lnTo>
                  <a:pt x="1512189" y="1173353"/>
                </a:lnTo>
                <a:lnTo>
                  <a:pt x="1518793" y="1166749"/>
                </a:lnTo>
                <a:lnTo>
                  <a:pt x="1520189" y="1158748"/>
                </a:lnTo>
                <a:lnTo>
                  <a:pt x="1520189" y="6604"/>
                </a:lnTo>
                <a:lnTo>
                  <a:pt x="1513459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5013452" y="3514725"/>
            <a:ext cx="11950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54965">
              <a:lnSpc>
                <a:spcPct val="100000"/>
              </a:lnSpc>
              <a:spcBef>
                <a:spcPts val="100"/>
              </a:spcBef>
            </a:pPr>
            <a:r>
              <a:rPr dirty="0" sz="1200" spc="135">
                <a:solidFill>
                  <a:srgbClr val="221F1F"/>
                </a:solidFill>
                <a:latin typeface="Calibri"/>
                <a:cs typeface="Calibri"/>
              </a:rPr>
              <a:t>Fraud </a:t>
            </a:r>
            <a:r>
              <a:rPr dirty="0" sz="1200" spc="114">
                <a:solidFill>
                  <a:srgbClr val="221F1F"/>
                </a:solidFill>
                <a:latin typeface="Calibri"/>
                <a:cs typeface="Calibri"/>
              </a:rPr>
              <a:t>Detection/AML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3102610" y="2818383"/>
            <a:ext cx="1519555" cy="1173480"/>
          </a:xfrm>
          <a:custGeom>
            <a:avLst/>
            <a:gdLst/>
            <a:ahLst/>
            <a:cxnLst/>
            <a:rect l="l" t="t" r="r" b="b"/>
            <a:pathLst>
              <a:path w="1519554" h="1173479">
                <a:moveTo>
                  <a:pt x="1512824" y="0"/>
                </a:moveTo>
                <a:lnTo>
                  <a:pt x="14604" y="0"/>
                </a:lnTo>
                <a:lnTo>
                  <a:pt x="6603" y="0"/>
                </a:lnTo>
                <a:lnTo>
                  <a:pt x="0" y="6604"/>
                </a:lnTo>
                <a:lnTo>
                  <a:pt x="0" y="1166749"/>
                </a:lnTo>
                <a:lnTo>
                  <a:pt x="6603" y="1173353"/>
                </a:lnTo>
                <a:lnTo>
                  <a:pt x="1512824" y="1173353"/>
                </a:lnTo>
                <a:lnTo>
                  <a:pt x="1519427" y="1166749"/>
                </a:lnTo>
                <a:lnTo>
                  <a:pt x="1519427" y="6604"/>
                </a:lnTo>
                <a:lnTo>
                  <a:pt x="1512824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3419347" y="3514725"/>
            <a:ext cx="88709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100"/>
              </a:spcBef>
            </a:pPr>
            <a:r>
              <a:rPr dirty="0" sz="1200" spc="114">
                <a:solidFill>
                  <a:srgbClr val="221F1F"/>
                </a:solidFill>
                <a:latin typeface="Calibri"/>
                <a:cs typeface="Calibri"/>
              </a:rPr>
              <a:t>Security </a:t>
            </a:r>
            <a:r>
              <a:rPr dirty="0" sz="1200" spc="120">
                <a:solidFill>
                  <a:srgbClr val="221F1F"/>
                </a:solidFill>
                <a:latin typeface="Calibri"/>
                <a:cs typeface="Calibri"/>
              </a:rPr>
              <a:t>Operations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4134103" y="5622416"/>
            <a:ext cx="1209040" cy="3353435"/>
          </a:xfrm>
          <a:custGeom>
            <a:avLst/>
            <a:gdLst/>
            <a:ahLst/>
            <a:cxnLst/>
            <a:rect l="l" t="t" r="r" b="b"/>
            <a:pathLst>
              <a:path w="1209039" h="3353434">
                <a:moveTo>
                  <a:pt x="1185926" y="0"/>
                </a:moveTo>
                <a:lnTo>
                  <a:pt x="22479" y="0"/>
                </a:lnTo>
                <a:lnTo>
                  <a:pt x="13662" y="1746"/>
                </a:lnTo>
                <a:lnTo>
                  <a:pt x="6524" y="6540"/>
                </a:lnTo>
                <a:lnTo>
                  <a:pt x="1744" y="13715"/>
                </a:lnTo>
                <a:lnTo>
                  <a:pt x="0" y="22606"/>
                </a:lnTo>
                <a:lnTo>
                  <a:pt x="0" y="3330575"/>
                </a:lnTo>
                <a:lnTo>
                  <a:pt x="1744" y="3339411"/>
                </a:lnTo>
                <a:lnTo>
                  <a:pt x="6524" y="3346592"/>
                </a:lnTo>
                <a:lnTo>
                  <a:pt x="13662" y="3351416"/>
                </a:lnTo>
                <a:lnTo>
                  <a:pt x="22479" y="3353181"/>
                </a:lnTo>
                <a:lnTo>
                  <a:pt x="1185926" y="3353181"/>
                </a:lnTo>
                <a:lnTo>
                  <a:pt x="1194815" y="3351416"/>
                </a:lnTo>
                <a:lnTo>
                  <a:pt x="1201991" y="3346592"/>
                </a:lnTo>
                <a:lnTo>
                  <a:pt x="1206785" y="3339411"/>
                </a:lnTo>
                <a:lnTo>
                  <a:pt x="1208532" y="3330575"/>
                </a:lnTo>
                <a:lnTo>
                  <a:pt x="1208532" y="22606"/>
                </a:lnTo>
                <a:lnTo>
                  <a:pt x="1206785" y="13716"/>
                </a:lnTo>
                <a:lnTo>
                  <a:pt x="1201991" y="6540"/>
                </a:lnTo>
                <a:lnTo>
                  <a:pt x="1194816" y="1746"/>
                </a:lnTo>
                <a:lnTo>
                  <a:pt x="1185926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4280408" y="7064756"/>
            <a:ext cx="9182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5904" marR="5080" indent="-243840">
              <a:lnSpc>
                <a:spcPct val="100000"/>
              </a:lnSpc>
              <a:spcBef>
                <a:spcPts val="100"/>
              </a:spcBef>
            </a:pP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Adaptors/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APIs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7074027" y="8669146"/>
            <a:ext cx="4086225" cy="1209675"/>
          </a:xfrm>
          <a:custGeom>
            <a:avLst/>
            <a:gdLst/>
            <a:ahLst/>
            <a:cxnLst/>
            <a:rect l="l" t="t" r="r" b="b"/>
            <a:pathLst>
              <a:path w="4086225" h="1209675">
                <a:moveTo>
                  <a:pt x="4060571" y="0"/>
                </a:moveTo>
                <a:lnTo>
                  <a:pt x="25273" y="0"/>
                </a:lnTo>
                <a:lnTo>
                  <a:pt x="15162" y="2073"/>
                </a:lnTo>
                <a:lnTo>
                  <a:pt x="7159" y="7635"/>
                </a:lnTo>
                <a:lnTo>
                  <a:pt x="1895" y="15698"/>
                </a:lnTo>
                <a:lnTo>
                  <a:pt x="0" y="25272"/>
                </a:lnTo>
                <a:lnTo>
                  <a:pt x="0" y="1184694"/>
                </a:lnTo>
                <a:lnTo>
                  <a:pt x="2091" y="1194394"/>
                </a:lnTo>
                <a:lnTo>
                  <a:pt x="7683" y="1202162"/>
                </a:lnTo>
                <a:lnTo>
                  <a:pt x="15751" y="1207321"/>
                </a:lnTo>
                <a:lnTo>
                  <a:pt x="25273" y="1209192"/>
                </a:lnTo>
                <a:lnTo>
                  <a:pt x="4060571" y="1209192"/>
                </a:lnTo>
                <a:lnTo>
                  <a:pt x="4070340" y="1207229"/>
                </a:lnTo>
                <a:lnTo>
                  <a:pt x="4078335" y="1201915"/>
                </a:lnTo>
                <a:lnTo>
                  <a:pt x="4083734" y="1194115"/>
                </a:lnTo>
                <a:lnTo>
                  <a:pt x="4085717" y="1184694"/>
                </a:lnTo>
                <a:lnTo>
                  <a:pt x="4085717" y="25272"/>
                </a:lnTo>
                <a:lnTo>
                  <a:pt x="4083734" y="15876"/>
                </a:lnTo>
                <a:lnTo>
                  <a:pt x="4078335" y="8112"/>
                </a:lnTo>
                <a:lnTo>
                  <a:pt x="4070340" y="2609"/>
                </a:lnTo>
                <a:lnTo>
                  <a:pt x="4060571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7336281" y="9039859"/>
            <a:ext cx="2091689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Core</a:t>
            </a:r>
            <a:r>
              <a:rPr dirty="0" sz="1400" spc="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10">
                <a:solidFill>
                  <a:srgbClr val="221F1F"/>
                </a:solidFill>
                <a:latin typeface="Calibri"/>
                <a:cs typeface="Calibri"/>
              </a:rPr>
              <a:t>Banking</a:t>
            </a:r>
            <a:r>
              <a:rPr dirty="0" sz="1400" spc="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System</a:t>
            </a:r>
            <a:r>
              <a:rPr dirty="0" sz="14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221F1F"/>
                </a:solidFill>
                <a:latin typeface="Calibri"/>
                <a:cs typeface="Calibri"/>
              </a:rPr>
              <a:t>/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Mainframe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1355852" y="2818383"/>
            <a:ext cx="1519555" cy="1173480"/>
          </a:xfrm>
          <a:custGeom>
            <a:avLst/>
            <a:gdLst/>
            <a:ahLst/>
            <a:cxnLst/>
            <a:rect l="l" t="t" r="r" b="b"/>
            <a:pathLst>
              <a:path w="1519555" h="1173479">
                <a:moveTo>
                  <a:pt x="1512823" y="0"/>
                </a:moveTo>
                <a:lnTo>
                  <a:pt x="14604" y="0"/>
                </a:lnTo>
                <a:lnTo>
                  <a:pt x="6603" y="0"/>
                </a:lnTo>
                <a:lnTo>
                  <a:pt x="0" y="6604"/>
                </a:lnTo>
                <a:lnTo>
                  <a:pt x="0" y="1166749"/>
                </a:lnTo>
                <a:lnTo>
                  <a:pt x="6603" y="1173353"/>
                </a:lnTo>
                <a:lnTo>
                  <a:pt x="1512061" y="1173353"/>
                </a:lnTo>
                <a:lnTo>
                  <a:pt x="1518792" y="1166749"/>
                </a:lnTo>
                <a:lnTo>
                  <a:pt x="1519428" y="1158748"/>
                </a:lnTo>
                <a:lnTo>
                  <a:pt x="1519428" y="6604"/>
                </a:lnTo>
                <a:lnTo>
                  <a:pt x="1512823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671066" y="3514725"/>
            <a:ext cx="889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100"/>
              </a:spcBef>
            </a:pPr>
            <a:r>
              <a:rPr dirty="0" sz="1200" spc="135">
                <a:solidFill>
                  <a:srgbClr val="221F1F"/>
                </a:solidFill>
                <a:latin typeface="Calibri"/>
                <a:cs typeface="Calibri"/>
              </a:rPr>
              <a:t>Ops/SLA </a:t>
            </a:r>
            <a:r>
              <a:rPr dirty="0" sz="1200" spc="114">
                <a:solidFill>
                  <a:srgbClr val="221F1F"/>
                </a:solidFill>
                <a:latin typeface="Calibri"/>
                <a:cs typeface="Calibri"/>
              </a:rPr>
              <a:t>Monitoring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2859893" y="5589270"/>
            <a:ext cx="1208405" cy="3353435"/>
          </a:xfrm>
          <a:custGeom>
            <a:avLst/>
            <a:gdLst/>
            <a:ahLst/>
            <a:cxnLst/>
            <a:rect l="l" t="t" r="r" b="b"/>
            <a:pathLst>
              <a:path w="1208405" h="3353434">
                <a:moveTo>
                  <a:pt x="1185418" y="0"/>
                </a:moveTo>
                <a:lnTo>
                  <a:pt x="21971" y="0"/>
                </a:lnTo>
                <a:lnTo>
                  <a:pt x="13501" y="1746"/>
                </a:lnTo>
                <a:lnTo>
                  <a:pt x="6508" y="6540"/>
                </a:lnTo>
                <a:lnTo>
                  <a:pt x="1754" y="13715"/>
                </a:lnTo>
                <a:lnTo>
                  <a:pt x="0" y="22605"/>
                </a:lnTo>
                <a:lnTo>
                  <a:pt x="0" y="3330575"/>
                </a:lnTo>
                <a:lnTo>
                  <a:pt x="1754" y="3339411"/>
                </a:lnTo>
                <a:lnTo>
                  <a:pt x="6508" y="3346592"/>
                </a:lnTo>
                <a:lnTo>
                  <a:pt x="13501" y="3351416"/>
                </a:lnTo>
                <a:lnTo>
                  <a:pt x="21971" y="3353180"/>
                </a:lnTo>
                <a:lnTo>
                  <a:pt x="1185418" y="3353180"/>
                </a:lnTo>
                <a:lnTo>
                  <a:pt x="1194234" y="3351416"/>
                </a:lnTo>
                <a:lnTo>
                  <a:pt x="1201372" y="3346592"/>
                </a:lnTo>
                <a:lnTo>
                  <a:pt x="1206152" y="3339411"/>
                </a:lnTo>
                <a:lnTo>
                  <a:pt x="1207897" y="3330575"/>
                </a:lnTo>
                <a:lnTo>
                  <a:pt x="1207897" y="22605"/>
                </a:lnTo>
                <a:lnTo>
                  <a:pt x="1206152" y="13715"/>
                </a:lnTo>
                <a:lnTo>
                  <a:pt x="1201372" y="6540"/>
                </a:lnTo>
                <a:lnTo>
                  <a:pt x="1194234" y="1746"/>
                </a:lnTo>
                <a:lnTo>
                  <a:pt x="1185418" y="0"/>
                </a:lnTo>
                <a:close/>
              </a:path>
            </a:pathLst>
          </a:custGeom>
          <a:solidFill>
            <a:srgbClr val="E8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3005942" y="7031481"/>
            <a:ext cx="918210" cy="45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Adaptors/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APIs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692892" y="3006598"/>
            <a:ext cx="365760" cy="365760"/>
            <a:chOff x="10692892" y="3006598"/>
            <a:chExt cx="365760" cy="365760"/>
          </a:xfrm>
        </p:grpSpPr>
        <p:sp>
          <p:nvSpPr>
            <p:cNvPr id="40" name="object 40" descr=""/>
            <p:cNvSpPr/>
            <p:nvPr/>
          </p:nvSpPr>
          <p:spPr>
            <a:xfrm>
              <a:off x="10762488" y="3097403"/>
              <a:ext cx="282575" cy="144145"/>
            </a:xfrm>
            <a:custGeom>
              <a:avLst/>
              <a:gdLst/>
              <a:ahLst/>
              <a:cxnLst/>
              <a:rect l="l" t="t" r="r" b="b"/>
              <a:pathLst>
                <a:path w="282575" h="144144">
                  <a:moveTo>
                    <a:pt x="282447" y="0"/>
                  </a:moveTo>
                  <a:lnTo>
                    <a:pt x="139191" y="143891"/>
                  </a:lnTo>
                  <a:lnTo>
                    <a:pt x="65658" y="69596"/>
                  </a:lnTo>
                  <a:lnTo>
                    <a:pt x="0" y="135254"/>
                  </a:lnTo>
                </a:path>
              </a:pathLst>
            </a:custGeom>
            <a:ln w="15474">
              <a:solidFill>
                <a:srgbClr val="73DB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692892" y="300659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20574" y="0"/>
                  </a:moveTo>
                  <a:lnTo>
                    <a:pt x="13334" y="0"/>
                  </a:lnTo>
                  <a:lnTo>
                    <a:pt x="5333" y="0"/>
                  </a:lnTo>
                  <a:lnTo>
                    <a:pt x="0" y="5969"/>
                  </a:lnTo>
                  <a:lnTo>
                    <a:pt x="0" y="334772"/>
                  </a:lnTo>
                  <a:lnTo>
                    <a:pt x="2422" y="346767"/>
                  </a:lnTo>
                  <a:lnTo>
                    <a:pt x="9001" y="356441"/>
                  </a:lnTo>
                  <a:lnTo>
                    <a:pt x="18698" y="362900"/>
                  </a:lnTo>
                  <a:lnTo>
                    <a:pt x="30479" y="365251"/>
                  </a:lnTo>
                  <a:lnTo>
                    <a:pt x="359282" y="365251"/>
                  </a:lnTo>
                  <a:lnTo>
                    <a:pt x="365251" y="359282"/>
                  </a:lnTo>
                  <a:lnTo>
                    <a:pt x="365251" y="344804"/>
                  </a:lnTo>
                  <a:lnTo>
                    <a:pt x="359282" y="338708"/>
                  </a:lnTo>
                  <a:lnTo>
                    <a:pt x="27939" y="338708"/>
                  </a:lnTo>
                  <a:lnTo>
                    <a:pt x="26542" y="337438"/>
                  </a:lnTo>
                  <a:lnTo>
                    <a:pt x="26542" y="5969"/>
                  </a:lnTo>
                  <a:lnTo>
                    <a:pt x="20574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7161530" y="2960877"/>
            <a:ext cx="323215" cy="368935"/>
            <a:chOff x="7161530" y="2960877"/>
            <a:chExt cx="323215" cy="368935"/>
          </a:xfrm>
        </p:grpSpPr>
        <p:sp>
          <p:nvSpPr>
            <p:cNvPr id="43" name="object 43" descr=""/>
            <p:cNvSpPr/>
            <p:nvPr/>
          </p:nvSpPr>
          <p:spPr>
            <a:xfrm>
              <a:off x="7161530" y="3213449"/>
              <a:ext cx="215265" cy="31115"/>
            </a:xfrm>
            <a:custGeom>
              <a:avLst/>
              <a:gdLst/>
              <a:ahLst/>
              <a:cxnLst/>
              <a:rect l="l" t="t" r="r" b="b"/>
              <a:pathLst>
                <a:path w="215265" h="31114">
                  <a:moveTo>
                    <a:pt x="214756" y="0"/>
                  </a:moveTo>
                  <a:lnTo>
                    <a:pt x="0" y="0"/>
                  </a:lnTo>
                  <a:lnTo>
                    <a:pt x="0" y="30511"/>
                  </a:lnTo>
                  <a:lnTo>
                    <a:pt x="214756" y="30511"/>
                  </a:lnTo>
                  <a:lnTo>
                    <a:pt x="214756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207250" y="2960877"/>
              <a:ext cx="277495" cy="368935"/>
            </a:xfrm>
            <a:custGeom>
              <a:avLst/>
              <a:gdLst/>
              <a:ahLst/>
              <a:cxnLst/>
              <a:rect l="l" t="t" r="r" b="b"/>
              <a:pathLst>
                <a:path w="277495" h="368935">
                  <a:moveTo>
                    <a:pt x="16001" y="0"/>
                  </a:moveTo>
                  <a:lnTo>
                    <a:pt x="8000" y="0"/>
                  </a:lnTo>
                  <a:lnTo>
                    <a:pt x="0" y="6603"/>
                  </a:lnTo>
                  <a:lnTo>
                    <a:pt x="0" y="361315"/>
                  </a:lnTo>
                  <a:lnTo>
                    <a:pt x="6730" y="368553"/>
                  </a:lnTo>
                  <a:lnTo>
                    <a:pt x="269875" y="368553"/>
                  </a:lnTo>
                  <a:lnTo>
                    <a:pt x="277114" y="361950"/>
                  </a:lnTo>
                  <a:lnTo>
                    <a:pt x="277114" y="344677"/>
                  </a:lnTo>
                  <a:lnTo>
                    <a:pt x="23241" y="344677"/>
                  </a:lnTo>
                  <a:lnTo>
                    <a:pt x="23241" y="22478"/>
                  </a:lnTo>
                  <a:lnTo>
                    <a:pt x="203130" y="22478"/>
                  </a:lnTo>
                  <a:lnTo>
                    <a:pt x="185039" y="5206"/>
                  </a:lnTo>
                  <a:lnTo>
                    <a:pt x="182372" y="2540"/>
                  </a:lnTo>
                  <a:lnTo>
                    <a:pt x="178434" y="635"/>
                  </a:lnTo>
                  <a:lnTo>
                    <a:pt x="16001" y="635"/>
                  </a:lnTo>
                  <a:lnTo>
                    <a:pt x="16001" y="0"/>
                  </a:lnTo>
                  <a:close/>
                </a:path>
                <a:path w="277495" h="368935">
                  <a:moveTo>
                    <a:pt x="203130" y="22478"/>
                  </a:moveTo>
                  <a:lnTo>
                    <a:pt x="23241" y="22478"/>
                  </a:lnTo>
                  <a:lnTo>
                    <a:pt x="23241" y="23114"/>
                  </a:lnTo>
                  <a:lnTo>
                    <a:pt x="171069" y="23114"/>
                  </a:lnTo>
                  <a:lnTo>
                    <a:pt x="254000" y="101980"/>
                  </a:lnTo>
                  <a:lnTo>
                    <a:pt x="254000" y="344677"/>
                  </a:lnTo>
                  <a:lnTo>
                    <a:pt x="277114" y="344677"/>
                  </a:lnTo>
                  <a:lnTo>
                    <a:pt x="277114" y="94742"/>
                  </a:lnTo>
                  <a:lnTo>
                    <a:pt x="275208" y="90170"/>
                  </a:lnTo>
                  <a:lnTo>
                    <a:pt x="271906" y="88138"/>
                  </a:lnTo>
                  <a:lnTo>
                    <a:pt x="203130" y="22478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2350" y="2971418"/>
              <a:ext cx="108076" cy="108076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1692655" y="5656834"/>
            <a:ext cx="2266315" cy="3186430"/>
            <a:chOff x="1692655" y="5656834"/>
            <a:chExt cx="2266315" cy="3186430"/>
          </a:xfrm>
        </p:grpSpPr>
        <p:sp>
          <p:nvSpPr>
            <p:cNvPr id="47" name="object 47" descr=""/>
            <p:cNvSpPr/>
            <p:nvPr/>
          </p:nvSpPr>
          <p:spPr>
            <a:xfrm>
              <a:off x="3258312" y="5723000"/>
              <a:ext cx="700405" cy="3120390"/>
            </a:xfrm>
            <a:custGeom>
              <a:avLst/>
              <a:gdLst/>
              <a:ahLst/>
              <a:cxnLst/>
              <a:rect l="l" t="t" r="r" b="b"/>
              <a:pathLst>
                <a:path w="700404" h="3120390">
                  <a:moveTo>
                    <a:pt x="700151" y="3024378"/>
                  </a:moveTo>
                  <a:lnTo>
                    <a:pt x="695452" y="3019044"/>
                  </a:lnTo>
                  <a:lnTo>
                    <a:pt x="613918" y="2938145"/>
                  </a:lnTo>
                  <a:lnTo>
                    <a:pt x="610743" y="2936875"/>
                  </a:lnTo>
                  <a:lnTo>
                    <a:pt x="607695" y="2936875"/>
                  </a:lnTo>
                  <a:lnTo>
                    <a:pt x="604647" y="2936875"/>
                  </a:lnTo>
                  <a:lnTo>
                    <a:pt x="601726" y="2938145"/>
                  </a:lnTo>
                  <a:lnTo>
                    <a:pt x="599313" y="2940812"/>
                  </a:lnTo>
                  <a:lnTo>
                    <a:pt x="594106" y="2945511"/>
                  </a:lnTo>
                  <a:lnTo>
                    <a:pt x="594106" y="2952750"/>
                  </a:lnTo>
                  <a:lnTo>
                    <a:pt x="656336" y="3015107"/>
                  </a:lnTo>
                  <a:lnTo>
                    <a:pt x="0" y="3015107"/>
                  </a:lnTo>
                  <a:lnTo>
                    <a:pt x="0" y="3040253"/>
                  </a:lnTo>
                  <a:lnTo>
                    <a:pt x="657733" y="3040253"/>
                  </a:lnTo>
                  <a:lnTo>
                    <a:pt x="594106" y="3103880"/>
                  </a:lnTo>
                  <a:lnTo>
                    <a:pt x="594106" y="3111246"/>
                  </a:lnTo>
                  <a:lnTo>
                    <a:pt x="601726" y="3118866"/>
                  </a:lnTo>
                  <a:lnTo>
                    <a:pt x="604647" y="3120009"/>
                  </a:lnTo>
                  <a:lnTo>
                    <a:pt x="610743" y="3120009"/>
                  </a:lnTo>
                  <a:lnTo>
                    <a:pt x="613918" y="3118866"/>
                  </a:lnTo>
                  <a:lnTo>
                    <a:pt x="616585" y="3116580"/>
                  </a:lnTo>
                  <a:lnTo>
                    <a:pt x="695452" y="3036951"/>
                  </a:lnTo>
                  <a:lnTo>
                    <a:pt x="700151" y="3031617"/>
                  </a:lnTo>
                  <a:lnTo>
                    <a:pt x="700151" y="3024378"/>
                  </a:lnTo>
                  <a:close/>
                </a:path>
                <a:path w="700404" h="3120390">
                  <a:moveTo>
                    <a:pt x="700151" y="2611374"/>
                  </a:moveTo>
                  <a:lnTo>
                    <a:pt x="616585" y="2527808"/>
                  </a:lnTo>
                  <a:lnTo>
                    <a:pt x="613918" y="2525522"/>
                  </a:lnTo>
                  <a:lnTo>
                    <a:pt x="610743" y="2524379"/>
                  </a:lnTo>
                  <a:lnTo>
                    <a:pt x="607695" y="2524379"/>
                  </a:lnTo>
                  <a:lnTo>
                    <a:pt x="604647" y="2524379"/>
                  </a:lnTo>
                  <a:lnTo>
                    <a:pt x="601726" y="2525522"/>
                  </a:lnTo>
                  <a:lnTo>
                    <a:pt x="594106" y="2533142"/>
                  </a:lnTo>
                  <a:lnTo>
                    <a:pt x="594106" y="2540508"/>
                  </a:lnTo>
                  <a:lnTo>
                    <a:pt x="599313" y="2545080"/>
                  </a:lnTo>
                  <a:lnTo>
                    <a:pt x="657098" y="2603500"/>
                  </a:lnTo>
                  <a:lnTo>
                    <a:pt x="0" y="2603500"/>
                  </a:lnTo>
                  <a:lnTo>
                    <a:pt x="0" y="2627884"/>
                  </a:lnTo>
                  <a:lnTo>
                    <a:pt x="657733" y="2627884"/>
                  </a:lnTo>
                  <a:lnTo>
                    <a:pt x="599313" y="2686304"/>
                  </a:lnTo>
                  <a:lnTo>
                    <a:pt x="594106" y="2690876"/>
                  </a:lnTo>
                  <a:lnTo>
                    <a:pt x="594106" y="2698877"/>
                  </a:lnTo>
                  <a:lnTo>
                    <a:pt x="599313" y="2703576"/>
                  </a:lnTo>
                  <a:lnTo>
                    <a:pt x="601726" y="2706116"/>
                  </a:lnTo>
                  <a:lnTo>
                    <a:pt x="604647" y="2707513"/>
                  </a:lnTo>
                  <a:lnTo>
                    <a:pt x="610743" y="2707513"/>
                  </a:lnTo>
                  <a:lnTo>
                    <a:pt x="613918" y="2706116"/>
                  </a:lnTo>
                  <a:lnTo>
                    <a:pt x="700151" y="2619375"/>
                  </a:lnTo>
                  <a:lnTo>
                    <a:pt x="700151" y="2611374"/>
                  </a:lnTo>
                  <a:close/>
                </a:path>
                <a:path w="700404" h="3120390">
                  <a:moveTo>
                    <a:pt x="700151" y="2179828"/>
                  </a:moveTo>
                  <a:lnTo>
                    <a:pt x="613918" y="2093722"/>
                  </a:lnTo>
                  <a:lnTo>
                    <a:pt x="610743" y="2092325"/>
                  </a:lnTo>
                  <a:lnTo>
                    <a:pt x="607695" y="2092325"/>
                  </a:lnTo>
                  <a:lnTo>
                    <a:pt x="604647" y="2092325"/>
                  </a:lnTo>
                  <a:lnTo>
                    <a:pt x="601726" y="2093722"/>
                  </a:lnTo>
                  <a:lnTo>
                    <a:pt x="599313" y="2096262"/>
                  </a:lnTo>
                  <a:lnTo>
                    <a:pt x="594106" y="2100961"/>
                  </a:lnTo>
                  <a:lnTo>
                    <a:pt x="594106" y="2108962"/>
                  </a:lnTo>
                  <a:lnTo>
                    <a:pt x="599313" y="2113534"/>
                  </a:lnTo>
                  <a:lnTo>
                    <a:pt x="657733" y="2171827"/>
                  </a:lnTo>
                  <a:lnTo>
                    <a:pt x="0" y="2171827"/>
                  </a:lnTo>
                  <a:lnTo>
                    <a:pt x="0" y="2196338"/>
                  </a:lnTo>
                  <a:lnTo>
                    <a:pt x="657098" y="2196338"/>
                  </a:lnTo>
                  <a:lnTo>
                    <a:pt x="599313" y="2254758"/>
                  </a:lnTo>
                  <a:lnTo>
                    <a:pt x="594106" y="2259330"/>
                  </a:lnTo>
                  <a:lnTo>
                    <a:pt x="594106" y="2266696"/>
                  </a:lnTo>
                  <a:lnTo>
                    <a:pt x="601726" y="2274316"/>
                  </a:lnTo>
                  <a:lnTo>
                    <a:pt x="604647" y="2275459"/>
                  </a:lnTo>
                  <a:lnTo>
                    <a:pt x="610743" y="2275459"/>
                  </a:lnTo>
                  <a:lnTo>
                    <a:pt x="613918" y="2274316"/>
                  </a:lnTo>
                  <a:lnTo>
                    <a:pt x="616585" y="2272030"/>
                  </a:lnTo>
                  <a:lnTo>
                    <a:pt x="695452" y="2192401"/>
                  </a:lnTo>
                  <a:lnTo>
                    <a:pt x="700151" y="2187194"/>
                  </a:lnTo>
                  <a:lnTo>
                    <a:pt x="700151" y="2179828"/>
                  </a:lnTo>
                  <a:close/>
                </a:path>
                <a:path w="700404" h="3120390">
                  <a:moveTo>
                    <a:pt x="700151" y="1759585"/>
                  </a:moveTo>
                  <a:lnTo>
                    <a:pt x="616585" y="1676019"/>
                  </a:lnTo>
                  <a:lnTo>
                    <a:pt x="613918" y="1673733"/>
                  </a:lnTo>
                  <a:lnTo>
                    <a:pt x="610743" y="1672463"/>
                  </a:lnTo>
                  <a:lnTo>
                    <a:pt x="607695" y="1672463"/>
                  </a:lnTo>
                  <a:lnTo>
                    <a:pt x="604647" y="1672463"/>
                  </a:lnTo>
                  <a:lnTo>
                    <a:pt x="601726" y="1673733"/>
                  </a:lnTo>
                  <a:lnTo>
                    <a:pt x="594106" y="1681353"/>
                  </a:lnTo>
                  <a:lnTo>
                    <a:pt x="594106" y="1688592"/>
                  </a:lnTo>
                  <a:lnTo>
                    <a:pt x="599313" y="1693164"/>
                  </a:lnTo>
                  <a:lnTo>
                    <a:pt x="656463" y="1750949"/>
                  </a:lnTo>
                  <a:lnTo>
                    <a:pt x="0" y="1750949"/>
                  </a:lnTo>
                  <a:lnTo>
                    <a:pt x="0" y="1775460"/>
                  </a:lnTo>
                  <a:lnTo>
                    <a:pt x="658368" y="1775460"/>
                  </a:lnTo>
                  <a:lnTo>
                    <a:pt x="599313" y="1834388"/>
                  </a:lnTo>
                  <a:lnTo>
                    <a:pt x="594106" y="1839087"/>
                  </a:lnTo>
                  <a:lnTo>
                    <a:pt x="594106" y="1847088"/>
                  </a:lnTo>
                  <a:lnTo>
                    <a:pt x="599313" y="1851660"/>
                  </a:lnTo>
                  <a:lnTo>
                    <a:pt x="601726" y="1854327"/>
                  </a:lnTo>
                  <a:lnTo>
                    <a:pt x="604647" y="1855597"/>
                  </a:lnTo>
                  <a:lnTo>
                    <a:pt x="610743" y="1855597"/>
                  </a:lnTo>
                  <a:lnTo>
                    <a:pt x="613918" y="1854327"/>
                  </a:lnTo>
                  <a:lnTo>
                    <a:pt x="700151" y="1767459"/>
                  </a:lnTo>
                  <a:lnTo>
                    <a:pt x="700151" y="1759585"/>
                  </a:lnTo>
                  <a:close/>
                </a:path>
                <a:path w="700404" h="3120390">
                  <a:moveTo>
                    <a:pt x="700151" y="1341247"/>
                  </a:moveTo>
                  <a:lnTo>
                    <a:pt x="613918" y="1255014"/>
                  </a:lnTo>
                  <a:lnTo>
                    <a:pt x="610743" y="1253756"/>
                  </a:lnTo>
                  <a:lnTo>
                    <a:pt x="607695" y="1253756"/>
                  </a:lnTo>
                  <a:lnTo>
                    <a:pt x="604647" y="1253756"/>
                  </a:lnTo>
                  <a:lnTo>
                    <a:pt x="601726" y="1255014"/>
                  </a:lnTo>
                  <a:lnTo>
                    <a:pt x="599313" y="1257693"/>
                  </a:lnTo>
                  <a:lnTo>
                    <a:pt x="594106" y="1262380"/>
                  </a:lnTo>
                  <a:lnTo>
                    <a:pt x="594106" y="1270254"/>
                  </a:lnTo>
                  <a:lnTo>
                    <a:pt x="599313" y="1274953"/>
                  </a:lnTo>
                  <a:lnTo>
                    <a:pt x="657733" y="1333246"/>
                  </a:lnTo>
                  <a:lnTo>
                    <a:pt x="0" y="1333246"/>
                  </a:lnTo>
                  <a:lnTo>
                    <a:pt x="0" y="1357884"/>
                  </a:lnTo>
                  <a:lnTo>
                    <a:pt x="657098" y="1357884"/>
                  </a:lnTo>
                  <a:lnTo>
                    <a:pt x="599313" y="1416177"/>
                  </a:lnTo>
                  <a:lnTo>
                    <a:pt x="594106" y="1420749"/>
                  </a:lnTo>
                  <a:lnTo>
                    <a:pt x="594106" y="1428115"/>
                  </a:lnTo>
                  <a:lnTo>
                    <a:pt x="601726" y="1435735"/>
                  </a:lnTo>
                  <a:lnTo>
                    <a:pt x="604647" y="1436878"/>
                  </a:lnTo>
                  <a:lnTo>
                    <a:pt x="610743" y="1436878"/>
                  </a:lnTo>
                  <a:lnTo>
                    <a:pt x="613918" y="1435735"/>
                  </a:lnTo>
                  <a:lnTo>
                    <a:pt x="616585" y="1433449"/>
                  </a:lnTo>
                  <a:lnTo>
                    <a:pt x="695452" y="1353820"/>
                  </a:lnTo>
                  <a:lnTo>
                    <a:pt x="700151" y="1348486"/>
                  </a:lnTo>
                  <a:lnTo>
                    <a:pt x="700151" y="1341247"/>
                  </a:lnTo>
                  <a:close/>
                </a:path>
                <a:path w="700404" h="3120390">
                  <a:moveTo>
                    <a:pt x="700151" y="915670"/>
                  </a:moveTo>
                  <a:lnTo>
                    <a:pt x="695452" y="910336"/>
                  </a:lnTo>
                  <a:lnTo>
                    <a:pt x="615950" y="830834"/>
                  </a:lnTo>
                  <a:lnTo>
                    <a:pt x="613283" y="828548"/>
                  </a:lnTo>
                  <a:lnTo>
                    <a:pt x="610108" y="827278"/>
                  </a:lnTo>
                  <a:lnTo>
                    <a:pt x="606933" y="827278"/>
                  </a:lnTo>
                  <a:lnTo>
                    <a:pt x="603758" y="827278"/>
                  </a:lnTo>
                  <a:lnTo>
                    <a:pt x="600710" y="828548"/>
                  </a:lnTo>
                  <a:lnTo>
                    <a:pt x="598043" y="830834"/>
                  </a:lnTo>
                  <a:lnTo>
                    <a:pt x="593344" y="836168"/>
                  </a:lnTo>
                  <a:lnTo>
                    <a:pt x="593344" y="843407"/>
                  </a:lnTo>
                  <a:lnTo>
                    <a:pt x="656971" y="907034"/>
                  </a:lnTo>
                  <a:lnTo>
                    <a:pt x="0" y="907034"/>
                  </a:lnTo>
                  <a:lnTo>
                    <a:pt x="0" y="932180"/>
                  </a:lnTo>
                  <a:lnTo>
                    <a:pt x="655574" y="932180"/>
                  </a:lnTo>
                  <a:lnTo>
                    <a:pt x="593344" y="993902"/>
                  </a:lnTo>
                  <a:lnTo>
                    <a:pt x="593344" y="1001776"/>
                  </a:lnTo>
                  <a:lnTo>
                    <a:pt x="600710" y="1009142"/>
                  </a:lnTo>
                  <a:lnTo>
                    <a:pt x="603758" y="1010412"/>
                  </a:lnTo>
                  <a:lnTo>
                    <a:pt x="610108" y="1010412"/>
                  </a:lnTo>
                  <a:lnTo>
                    <a:pt x="613283" y="1009142"/>
                  </a:lnTo>
                  <a:lnTo>
                    <a:pt x="700151" y="922909"/>
                  </a:lnTo>
                  <a:lnTo>
                    <a:pt x="700151" y="915670"/>
                  </a:lnTo>
                  <a:close/>
                </a:path>
                <a:path w="700404" h="3120390">
                  <a:moveTo>
                    <a:pt x="700151" y="489458"/>
                  </a:moveTo>
                  <a:lnTo>
                    <a:pt x="695452" y="484124"/>
                  </a:lnTo>
                  <a:lnTo>
                    <a:pt x="613918" y="403225"/>
                  </a:lnTo>
                  <a:lnTo>
                    <a:pt x="610743" y="401955"/>
                  </a:lnTo>
                  <a:lnTo>
                    <a:pt x="607695" y="401955"/>
                  </a:lnTo>
                  <a:lnTo>
                    <a:pt x="604647" y="401955"/>
                  </a:lnTo>
                  <a:lnTo>
                    <a:pt x="601726" y="403225"/>
                  </a:lnTo>
                  <a:lnTo>
                    <a:pt x="599313" y="405892"/>
                  </a:lnTo>
                  <a:lnTo>
                    <a:pt x="594106" y="410591"/>
                  </a:lnTo>
                  <a:lnTo>
                    <a:pt x="594106" y="417830"/>
                  </a:lnTo>
                  <a:lnTo>
                    <a:pt x="656336" y="480187"/>
                  </a:lnTo>
                  <a:lnTo>
                    <a:pt x="0" y="480187"/>
                  </a:lnTo>
                  <a:lnTo>
                    <a:pt x="0" y="505333"/>
                  </a:lnTo>
                  <a:lnTo>
                    <a:pt x="657733" y="505333"/>
                  </a:lnTo>
                  <a:lnTo>
                    <a:pt x="594106" y="568960"/>
                  </a:lnTo>
                  <a:lnTo>
                    <a:pt x="594106" y="576199"/>
                  </a:lnTo>
                  <a:lnTo>
                    <a:pt x="601726" y="583819"/>
                  </a:lnTo>
                  <a:lnTo>
                    <a:pt x="604647" y="585089"/>
                  </a:lnTo>
                  <a:lnTo>
                    <a:pt x="610743" y="585089"/>
                  </a:lnTo>
                  <a:lnTo>
                    <a:pt x="613918" y="583819"/>
                  </a:lnTo>
                  <a:lnTo>
                    <a:pt x="616585" y="581533"/>
                  </a:lnTo>
                  <a:lnTo>
                    <a:pt x="695452" y="502031"/>
                  </a:lnTo>
                  <a:lnTo>
                    <a:pt x="700151" y="496697"/>
                  </a:lnTo>
                  <a:lnTo>
                    <a:pt x="700151" y="489458"/>
                  </a:lnTo>
                  <a:close/>
                </a:path>
                <a:path w="700404" h="3120390">
                  <a:moveTo>
                    <a:pt x="700151" y="87757"/>
                  </a:moveTo>
                  <a:lnTo>
                    <a:pt x="695452" y="82423"/>
                  </a:lnTo>
                  <a:lnTo>
                    <a:pt x="616585" y="3429"/>
                  </a:lnTo>
                  <a:lnTo>
                    <a:pt x="613918" y="1143"/>
                  </a:lnTo>
                  <a:lnTo>
                    <a:pt x="610743" y="0"/>
                  </a:lnTo>
                  <a:lnTo>
                    <a:pt x="607695" y="0"/>
                  </a:lnTo>
                  <a:lnTo>
                    <a:pt x="604647" y="0"/>
                  </a:lnTo>
                  <a:lnTo>
                    <a:pt x="601726" y="1143"/>
                  </a:lnTo>
                  <a:lnTo>
                    <a:pt x="594106" y="8763"/>
                  </a:lnTo>
                  <a:lnTo>
                    <a:pt x="594106" y="16129"/>
                  </a:lnTo>
                  <a:lnTo>
                    <a:pt x="656971" y="79121"/>
                  </a:lnTo>
                  <a:lnTo>
                    <a:pt x="0" y="79121"/>
                  </a:lnTo>
                  <a:lnTo>
                    <a:pt x="0" y="104267"/>
                  </a:lnTo>
                  <a:lnTo>
                    <a:pt x="656971" y="104267"/>
                  </a:lnTo>
                  <a:lnTo>
                    <a:pt x="594106" y="167259"/>
                  </a:lnTo>
                  <a:lnTo>
                    <a:pt x="594106" y="174498"/>
                  </a:lnTo>
                  <a:lnTo>
                    <a:pt x="601726" y="182118"/>
                  </a:lnTo>
                  <a:lnTo>
                    <a:pt x="604647" y="183261"/>
                  </a:lnTo>
                  <a:lnTo>
                    <a:pt x="610743" y="183261"/>
                  </a:lnTo>
                  <a:lnTo>
                    <a:pt x="613918" y="182118"/>
                  </a:lnTo>
                  <a:lnTo>
                    <a:pt x="616585" y="179832"/>
                  </a:lnTo>
                  <a:lnTo>
                    <a:pt x="695452" y="99568"/>
                  </a:lnTo>
                  <a:lnTo>
                    <a:pt x="700151" y="94996"/>
                  </a:lnTo>
                  <a:lnTo>
                    <a:pt x="700151" y="8775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92655" y="5656834"/>
              <a:ext cx="1597660" cy="307975"/>
            </a:xfrm>
            <a:custGeom>
              <a:avLst/>
              <a:gdLst/>
              <a:ahLst/>
              <a:cxnLst/>
              <a:rect l="l" t="t" r="r" b="b"/>
              <a:pathLst>
                <a:path w="1597660" h="307975">
                  <a:moveTo>
                    <a:pt x="1572386" y="0"/>
                  </a:moveTo>
                  <a:lnTo>
                    <a:pt x="23749" y="0"/>
                  </a:lnTo>
                  <a:lnTo>
                    <a:pt x="14269" y="1982"/>
                  </a:lnTo>
                  <a:lnTo>
                    <a:pt x="6397" y="7381"/>
                  </a:lnTo>
                  <a:lnTo>
                    <a:pt x="1264" y="15376"/>
                  </a:lnTo>
                  <a:lnTo>
                    <a:pt x="0" y="25145"/>
                  </a:lnTo>
                  <a:lnTo>
                    <a:pt x="0" y="283082"/>
                  </a:lnTo>
                  <a:lnTo>
                    <a:pt x="1865" y="292752"/>
                  </a:lnTo>
                  <a:lnTo>
                    <a:pt x="7016" y="300529"/>
                  </a:lnTo>
                  <a:lnTo>
                    <a:pt x="14787" y="305710"/>
                  </a:lnTo>
                  <a:lnTo>
                    <a:pt x="24511" y="307593"/>
                  </a:lnTo>
                  <a:lnTo>
                    <a:pt x="1572386" y="307593"/>
                  </a:lnTo>
                  <a:lnTo>
                    <a:pt x="1582229" y="305710"/>
                  </a:lnTo>
                  <a:lnTo>
                    <a:pt x="1590262" y="300529"/>
                  </a:lnTo>
                  <a:lnTo>
                    <a:pt x="1595675" y="292752"/>
                  </a:lnTo>
                  <a:lnTo>
                    <a:pt x="1597659" y="283082"/>
                  </a:lnTo>
                  <a:lnTo>
                    <a:pt x="1597659" y="25145"/>
                  </a:lnTo>
                  <a:lnTo>
                    <a:pt x="1595675" y="15376"/>
                  </a:lnTo>
                  <a:lnTo>
                    <a:pt x="1590262" y="7381"/>
                  </a:lnTo>
                  <a:lnTo>
                    <a:pt x="1582229" y="1982"/>
                  </a:lnTo>
                  <a:lnTo>
                    <a:pt x="15723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14588743" y="5060950"/>
            <a:ext cx="2250440" cy="4088765"/>
          </a:xfrm>
          <a:custGeom>
            <a:avLst/>
            <a:gdLst/>
            <a:ahLst/>
            <a:cxnLst/>
            <a:rect l="l" t="t" r="r" b="b"/>
            <a:pathLst>
              <a:path w="2250440" h="4088765">
                <a:moveTo>
                  <a:pt x="2236215" y="0"/>
                </a:moveTo>
                <a:lnTo>
                  <a:pt x="14604" y="0"/>
                </a:lnTo>
                <a:lnTo>
                  <a:pt x="9001" y="5603"/>
                </a:lnTo>
                <a:lnTo>
                  <a:pt x="4349" y="21018"/>
                </a:lnTo>
                <a:lnTo>
                  <a:pt x="1174" y="44148"/>
                </a:lnTo>
                <a:lnTo>
                  <a:pt x="0" y="72898"/>
                </a:lnTo>
                <a:lnTo>
                  <a:pt x="0" y="4015422"/>
                </a:lnTo>
                <a:lnTo>
                  <a:pt x="1174" y="4043864"/>
                </a:lnTo>
                <a:lnTo>
                  <a:pt x="4349" y="4067024"/>
                </a:lnTo>
                <a:lnTo>
                  <a:pt x="9001" y="4082604"/>
                </a:lnTo>
                <a:lnTo>
                  <a:pt x="14604" y="4088307"/>
                </a:lnTo>
                <a:lnTo>
                  <a:pt x="2236215" y="4088307"/>
                </a:lnTo>
                <a:lnTo>
                  <a:pt x="2241432" y="4082604"/>
                </a:lnTo>
                <a:lnTo>
                  <a:pt x="2245852" y="4067024"/>
                </a:lnTo>
                <a:lnTo>
                  <a:pt x="2248914" y="4043864"/>
                </a:lnTo>
                <a:lnTo>
                  <a:pt x="2250059" y="4015422"/>
                </a:lnTo>
                <a:lnTo>
                  <a:pt x="2250059" y="72898"/>
                </a:lnTo>
                <a:lnTo>
                  <a:pt x="2248914" y="44148"/>
                </a:lnTo>
                <a:lnTo>
                  <a:pt x="2245852" y="21018"/>
                </a:lnTo>
                <a:lnTo>
                  <a:pt x="2241432" y="5603"/>
                </a:lnTo>
                <a:lnTo>
                  <a:pt x="2236215" y="0"/>
                </a:lnTo>
                <a:close/>
              </a:path>
            </a:pathLst>
          </a:custGeom>
          <a:solidFill>
            <a:srgbClr val="B9D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14682596" y="5132958"/>
            <a:ext cx="206311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45">
                <a:latin typeface="Calibri"/>
                <a:cs typeface="Calibri"/>
              </a:rPr>
              <a:t>Existing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 spc="190">
                <a:latin typeface="Calibri"/>
                <a:cs typeface="Calibri"/>
              </a:rPr>
              <a:t>Payment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00">
                <a:latin typeface="Calibri"/>
                <a:cs typeface="Calibri"/>
              </a:rPr>
              <a:t>Rails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14905101" y="5656834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59" h="307975">
                <a:moveTo>
                  <a:pt x="1572386" y="0"/>
                </a:moveTo>
                <a:lnTo>
                  <a:pt x="23748" y="0"/>
                </a:lnTo>
                <a:lnTo>
                  <a:pt x="14269" y="1984"/>
                </a:lnTo>
                <a:lnTo>
                  <a:pt x="6397" y="7397"/>
                </a:lnTo>
                <a:lnTo>
                  <a:pt x="1264" y="15430"/>
                </a:lnTo>
                <a:lnTo>
                  <a:pt x="0" y="25273"/>
                </a:lnTo>
                <a:lnTo>
                  <a:pt x="0" y="283082"/>
                </a:lnTo>
                <a:lnTo>
                  <a:pt x="1863" y="292826"/>
                </a:lnTo>
                <a:lnTo>
                  <a:pt x="7000" y="300640"/>
                </a:lnTo>
                <a:lnTo>
                  <a:pt x="14733" y="305835"/>
                </a:lnTo>
                <a:lnTo>
                  <a:pt x="24383" y="307720"/>
                </a:lnTo>
                <a:lnTo>
                  <a:pt x="1572386" y="307720"/>
                </a:lnTo>
                <a:lnTo>
                  <a:pt x="1582229" y="305835"/>
                </a:lnTo>
                <a:lnTo>
                  <a:pt x="1590262" y="300640"/>
                </a:lnTo>
                <a:lnTo>
                  <a:pt x="1595675" y="292826"/>
                </a:lnTo>
                <a:lnTo>
                  <a:pt x="1597659" y="283082"/>
                </a:lnTo>
                <a:lnTo>
                  <a:pt x="1597659" y="25273"/>
                </a:lnTo>
                <a:lnTo>
                  <a:pt x="1595675" y="15430"/>
                </a:lnTo>
                <a:lnTo>
                  <a:pt x="1590262" y="7397"/>
                </a:lnTo>
                <a:lnTo>
                  <a:pt x="1582229" y="1984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15076678" y="5699886"/>
            <a:ext cx="12547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0">
                <a:solidFill>
                  <a:srgbClr val="221F1F"/>
                </a:solidFill>
                <a:latin typeface="Calibri"/>
                <a:cs typeface="Calibri"/>
              </a:rPr>
              <a:t>Visa/Mastercard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14905101" y="6077203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59" h="307975">
                <a:moveTo>
                  <a:pt x="1572386" y="0"/>
                </a:moveTo>
                <a:lnTo>
                  <a:pt x="23748" y="0"/>
                </a:lnTo>
                <a:lnTo>
                  <a:pt x="14269" y="2071"/>
                </a:lnTo>
                <a:lnTo>
                  <a:pt x="6397" y="7619"/>
                </a:lnTo>
                <a:lnTo>
                  <a:pt x="1264" y="15644"/>
                </a:lnTo>
                <a:lnTo>
                  <a:pt x="0" y="25146"/>
                </a:lnTo>
                <a:lnTo>
                  <a:pt x="0" y="283083"/>
                </a:lnTo>
                <a:lnTo>
                  <a:pt x="1863" y="292752"/>
                </a:lnTo>
                <a:lnTo>
                  <a:pt x="7000" y="300529"/>
                </a:lnTo>
                <a:lnTo>
                  <a:pt x="14733" y="305710"/>
                </a:lnTo>
                <a:lnTo>
                  <a:pt x="24383" y="307594"/>
                </a:lnTo>
                <a:lnTo>
                  <a:pt x="1572386" y="307594"/>
                </a:lnTo>
                <a:lnTo>
                  <a:pt x="1582229" y="305710"/>
                </a:lnTo>
                <a:lnTo>
                  <a:pt x="1590262" y="300529"/>
                </a:lnTo>
                <a:lnTo>
                  <a:pt x="1595675" y="292752"/>
                </a:lnTo>
                <a:lnTo>
                  <a:pt x="1597659" y="283083"/>
                </a:lnTo>
                <a:lnTo>
                  <a:pt x="1597659" y="25146"/>
                </a:lnTo>
                <a:lnTo>
                  <a:pt x="1595675" y="15055"/>
                </a:lnTo>
                <a:lnTo>
                  <a:pt x="1590262" y="7096"/>
                </a:lnTo>
                <a:lnTo>
                  <a:pt x="1582229" y="187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15114778" y="6121653"/>
            <a:ext cx="1179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10">
                <a:solidFill>
                  <a:srgbClr val="221F1F"/>
                </a:solidFill>
                <a:latin typeface="Calibri"/>
                <a:cs typeface="Calibri"/>
              </a:rPr>
              <a:t>Amex/Discover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14905101" y="6498082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59" h="307975">
                <a:moveTo>
                  <a:pt x="1572386" y="0"/>
                </a:moveTo>
                <a:lnTo>
                  <a:pt x="23748" y="0"/>
                </a:lnTo>
                <a:lnTo>
                  <a:pt x="14269" y="1984"/>
                </a:lnTo>
                <a:lnTo>
                  <a:pt x="6397" y="7397"/>
                </a:lnTo>
                <a:lnTo>
                  <a:pt x="1264" y="15430"/>
                </a:lnTo>
                <a:lnTo>
                  <a:pt x="0" y="25272"/>
                </a:lnTo>
                <a:lnTo>
                  <a:pt x="0" y="283082"/>
                </a:lnTo>
                <a:lnTo>
                  <a:pt x="1863" y="292806"/>
                </a:lnTo>
                <a:lnTo>
                  <a:pt x="7000" y="300577"/>
                </a:lnTo>
                <a:lnTo>
                  <a:pt x="14733" y="305728"/>
                </a:lnTo>
                <a:lnTo>
                  <a:pt x="24383" y="307593"/>
                </a:lnTo>
                <a:lnTo>
                  <a:pt x="1572386" y="307593"/>
                </a:lnTo>
                <a:lnTo>
                  <a:pt x="1582229" y="305728"/>
                </a:lnTo>
                <a:lnTo>
                  <a:pt x="1590262" y="300577"/>
                </a:lnTo>
                <a:lnTo>
                  <a:pt x="1595675" y="292806"/>
                </a:lnTo>
                <a:lnTo>
                  <a:pt x="1597659" y="283082"/>
                </a:lnTo>
                <a:lnTo>
                  <a:pt x="1597659" y="25272"/>
                </a:lnTo>
                <a:lnTo>
                  <a:pt x="1595675" y="15162"/>
                </a:lnTo>
                <a:lnTo>
                  <a:pt x="1590262" y="7159"/>
                </a:lnTo>
                <a:lnTo>
                  <a:pt x="1582229" y="189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15498826" y="6542659"/>
            <a:ext cx="408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5">
                <a:solidFill>
                  <a:srgbClr val="221F1F"/>
                </a:solidFill>
                <a:latin typeface="Calibri"/>
                <a:cs typeface="Calibri"/>
              </a:rPr>
              <a:t>Swift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14905101" y="6919086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59" h="307975">
                <a:moveTo>
                  <a:pt x="1572386" y="0"/>
                </a:moveTo>
                <a:lnTo>
                  <a:pt x="23748" y="0"/>
                </a:lnTo>
                <a:lnTo>
                  <a:pt x="14269" y="1982"/>
                </a:lnTo>
                <a:lnTo>
                  <a:pt x="6397" y="7381"/>
                </a:lnTo>
                <a:lnTo>
                  <a:pt x="1264" y="15376"/>
                </a:lnTo>
                <a:lnTo>
                  <a:pt x="0" y="25146"/>
                </a:lnTo>
                <a:lnTo>
                  <a:pt x="0" y="283083"/>
                </a:lnTo>
                <a:lnTo>
                  <a:pt x="1863" y="292806"/>
                </a:lnTo>
                <a:lnTo>
                  <a:pt x="7000" y="300577"/>
                </a:lnTo>
                <a:lnTo>
                  <a:pt x="14733" y="305728"/>
                </a:lnTo>
                <a:lnTo>
                  <a:pt x="24383" y="307594"/>
                </a:lnTo>
                <a:lnTo>
                  <a:pt x="1572386" y="307594"/>
                </a:lnTo>
                <a:lnTo>
                  <a:pt x="1582229" y="305728"/>
                </a:lnTo>
                <a:lnTo>
                  <a:pt x="1590262" y="300577"/>
                </a:lnTo>
                <a:lnTo>
                  <a:pt x="1595675" y="292806"/>
                </a:lnTo>
                <a:lnTo>
                  <a:pt x="1597659" y="283083"/>
                </a:lnTo>
                <a:lnTo>
                  <a:pt x="1597659" y="25146"/>
                </a:lnTo>
                <a:lnTo>
                  <a:pt x="1595675" y="15376"/>
                </a:lnTo>
                <a:lnTo>
                  <a:pt x="1590262" y="7381"/>
                </a:lnTo>
                <a:lnTo>
                  <a:pt x="1582229" y="1982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>
            <a:off x="15477489" y="6963536"/>
            <a:ext cx="452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80">
                <a:solidFill>
                  <a:srgbClr val="221F1F"/>
                </a:solidFill>
                <a:latin typeface="Calibri"/>
                <a:cs typeface="Calibri"/>
              </a:rPr>
              <a:t>BACS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14905101" y="7339330"/>
            <a:ext cx="1597660" cy="308610"/>
          </a:xfrm>
          <a:custGeom>
            <a:avLst/>
            <a:gdLst/>
            <a:ahLst/>
            <a:cxnLst/>
            <a:rect l="l" t="t" r="r" b="b"/>
            <a:pathLst>
              <a:path w="1597659" h="308609">
                <a:moveTo>
                  <a:pt x="1572386" y="0"/>
                </a:moveTo>
                <a:lnTo>
                  <a:pt x="23748" y="0"/>
                </a:lnTo>
                <a:lnTo>
                  <a:pt x="14269" y="2083"/>
                </a:lnTo>
                <a:lnTo>
                  <a:pt x="6397" y="7715"/>
                </a:lnTo>
                <a:lnTo>
                  <a:pt x="1264" y="15966"/>
                </a:lnTo>
                <a:lnTo>
                  <a:pt x="0" y="25908"/>
                </a:lnTo>
                <a:lnTo>
                  <a:pt x="0" y="283718"/>
                </a:lnTo>
                <a:lnTo>
                  <a:pt x="1863" y="293461"/>
                </a:lnTo>
                <a:lnTo>
                  <a:pt x="7000" y="301275"/>
                </a:lnTo>
                <a:lnTo>
                  <a:pt x="14733" y="306470"/>
                </a:lnTo>
                <a:lnTo>
                  <a:pt x="24383" y="308356"/>
                </a:lnTo>
                <a:lnTo>
                  <a:pt x="1572386" y="308356"/>
                </a:lnTo>
                <a:lnTo>
                  <a:pt x="1582229" y="306470"/>
                </a:lnTo>
                <a:lnTo>
                  <a:pt x="1590262" y="301275"/>
                </a:lnTo>
                <a:lnTo>
                  <a:pt x="1595675" y="293461"/>
                </a:lnTo>
                <a:lnTo>
                  <a:pt x="1597659" y="283718"/>
                </a:lnTo>
                <a:lnTo>
                  <a:pt x="1597659" y="25273"/>
                </a:lnTo>
                <a:lnTo>
                  <a:pt x="1595675" y="15162"/>
                </a:lnTo>
                <a:lnTo>
                  <a:pt x="1590262" y="7159"/>
                </a:lnTo>
                <a:lnTo>
                  <a:pt x="1582229" y="189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15418054" y="7384160"/>
            <a:ext cx="572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95">
                <a:solidFill>
                  <a:srgbClr val="221F1F"/>
                </a:solidFill>
                <a:latin typeface="Calibri"/>
                <a:cs typeface="Calibri"/>
              </a:rPr>
              <a:t>CHAPS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14905101" y="7760334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59" h="307975">
                <a:moveTo>
                  <a:pt x="1572386" y="0"/>
                </a:moveTo>
                <a:lnTo>
                  <a:pt x="23748" y="0"/>
                </a:lnTo>
                <a:lnTo>
                  <a:pt x="14269" y="1875"/>
                </a:lnTo>
                <a:lnTo>
                  <a:pt x="6397" y="7096"/>
                </a:lnTo>
                <a:lnTo>
                  <a:pt x="1264" y="15055"/>
                </a:lnTo>
                <a:lnTo>
                  <a:pt x="0" y="25146"/>
                </a:lnTo>
                <a:lnTo>
                  <a:pt x="0" y="282448"/>
                </a:lnTo>
                <a:lnTo>
                  <a:pt x="1863" y="292484"/>
                </a:lnTo>
                <a:lnTo>
                  <a:pt x="7000" y="300450"/>
                </a:lnTo>
                <a:lnTo>
                  <a:pt x="14733" y="305700"/>
                </a:lnTo>
                <a:lnTo>
                  <a:pt x="24383" y="307594"/>
                </a:lnTo>
                <a:lnTo>
                  <a:pt x="1572386" y="307594"/>
                </a:lnTo>
                <a:lnTo>
                  <a:pt x="1582229" y="305700"/>
                </a:lnTo>
                <a:lnTo>
                  <a:pt x="1590262" y="300450"/>
                </a:lnTo>
                <a:lnTo>
                  <a:pt x="1595675" y="292484"/>
                </a:lnTo>
                <a:lnTo>
                  <a:pt x="1597659" y="282448"/>
                </a:lnTo>
                <a:lnTo>
                  <a:pt x="1597659" y="25146"/>
                </a:lnTo>
                <a:lnTo>
                  <a:pt x="1595675" y="15055"/>
                </a:lnTo>
                <a:lnTo>
                  <a:pt x="1590262" y="7096"/>
                </a:lnTo>
                <a:lnTo>
                  <a:pt x="1582229" y="187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15520162" y="7803642"/>
            <a:ext cx="368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70">
                <a:solidFill>
                  <a:srgbClr val="221F1F"/>
                </a:solidFill>
                <a:latin typeface="Calibri"/>
                <a:cs typeface="Calibri"/>
              </a:rPr>
              <a:t>ACH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14905101" y="8181213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59" h="307975">
                <a:moveTo>
                  <a:pt x="1572386" y="0"/>
                </a:moveTo>
                <a:lnTo>
                  <a:pt x="23748" y="0"/>
                </a:lnTo>
                <a:lnTo>
                  <a:pt x="14269" y="1895"/>
                </a:lnTo>
                <a:lnTo>
                  <a:pt x="6397" y="7159"/>
                </a:lnTo>
                <a:lnTo>
                  <a:pt x="1264" y="15162"/>
                </a:lnTo>
                <a:lnTo>
                  <a:pt x="0" y="25272"/>
                </a:lnTo>
                <a:lnTo>
                  <a:pt x="0" y="282447"/>
                </a:lnTo>
                <a:lnTo>
                  <a:pt x="1863" y="292538"/>
                </a:lnTo>
                <a:lnTo>
                  <a:pt x="7000" y="300497"/>
                </a:lnTo>
                <a:lnTo>
                  <a:pt x="14733" y="305718"/>
                </a:lnTo>
                <a:lnTo>
                  <a:pt x="24383" y="307593"/>
                </a:lnTo>
                <a:lnTo>
                  <a:pt x="1572386" y="307593"/>
                </a:lnTo>
                <a:lnTo>
                  <a:pt x="1582229" y="305718"/>
                </a:lnTo>
                <a:lnTo>
                  <a:pt x="1590262" y="300497"/>
                </a:lnTo>
                <a:lnTo>
                  <a:pt x="1595675" y="292538"/>
                </a:lnTo>
                <a:lnTo>
                  <a:pt x="1597659" y="282447"/>
                </a:lnTo>
                <a:lnTo>
                  <a:pt x="1597659" y="25272"/>
                </a:lnTo>
                <a:lnTo>
                  <a:pt x="1595675" y="15162"/>
                </a:lnTo>
                <a:lnTo>
                  <a:pt x="1590262" y="7159"/>
                </a:lnTo>
                <a:lnTo>
                  <a:pt x="1582229" y="189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15044673" y="8226043"/>
            <a:ext cx="1316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14">
                <a:solidFill>
                  <a:srgbClr val="221F1F"/>
                </a:solidFill>
                <a:latin typeface="Calibri"/>
                <a:cs typeface="Calibri"/>
              </a:rPr>
              <a:t>Faster</a:t>
            </a:r>
            <a:r>
              <a:rPr dirty="0" sz="12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45">
                <a:solidFill>
                  <a:srgbClr val="221F1F"/>
                </a:solidFill>
                <a:latin typeface="Calibri"/>
                <a:cs typeface="Calibri"/>
              </a:rPr>
              <a:t>Payments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14905101" y="8601582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59" h="307975">
                <a:moveTo>
                  <a:pt x="1572386" y="0"/>
                </a:moveTo>
                <a:lnTo>
                  <a:pt x="23748" y="0"/>
                </a:lnTo>
                <a:lnTo>
                  <a:pt x="14269" y="1954"/>
                </a:lnTo>
                <a:lnTo>
                  <a:pt x="6397" y="7254"/>
                </a:lnTo>
                <a:lnTo>
                  <a:pt x="1264" y="15055"/>
                </a:lnTo>
                <a:lnTo>
                  <a:pt x="0" y="24511"/>
                </a:lnTo>
                <a:lnTo>
                  <a:pt x="0" y="282321"/>
                </a:lnTo>
                <a:lnTo>
                  <a:pt x="1863" y="292163"/>
                </a:lnTo>
                <a:lnTo>
                  <a:pt x="7000" y="300196"/>
                </a:lnTo>
                <a:lnTo>
                  <a:pt x="14733" y="305609"/>
                </a:lnTo>
                <a:lnTo>
                  <a:pt x="24383" y="307594"/>
                </a:lnTo>
                <a:lnTo>
                  <a:pt x="1572386" y="307594"/>
                </a:lnTo>
                <a:lnTo>
                  <a:pt x="1582229" y="305609"/>
                </a:lnTo>
                <a:lnTo>
                  <a:pt x="1590262" y="300196"/>
                </a:lnTo>
                <a:lnTo>
                  <a:pt x="1595675" y="292163"/>
                </a:lnTo>
                <a:lnTo>
                  <a:pt x="1597659" y="282321"/>
                </a:lnTo>
                <a:lnTo>
                  <a:pt x="1597659" y="24511"/>
                </a:lnTo>
                <a:lnTo>
                  <a:pt x="1595675" y="14787"/>
                </a:lnTo>
                <a:lnTo>
                  <a:pt x="1590262" y="7016"/>
                </a:lnTo>
                <a:lnTo>
                  <a:pt x="1582229" y="186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15483586" y="8646414"/>
            <a:ext cx="440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75">
                <a:solidFill>
                  <a:srgbClr val="221F1F"/>
                </a:solidFill>
                <a:latin typeface="Calibri"/>
                <a:cs typeface="Calibri"/>
              </a:rPr>
              <a:t>SEPA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5512308" y="6632067"/>
            <a:ext cx="567690" cy="183515"/>
          </a:xfrm>
          <a:custGeom>
            <a:avLst/>
            <a:gdLst/>
            <a:ahLst/>
            <a:cxnLst/>
            <a:rect l="l" t="t" r="r" b="b"/>
            <a:pathLst>
              <a:path w="567689" h="183515">
                <a:moveTo>
                  <a:pt x="478027" y="0"/>
                </a:moveTo>
                <a:lnTo>
                  <a:pt x="474979" y="0"/>
                </a:lnTo>
                <a:lnTo>
                  <a:pt x="471931" y="0"/>
                </a:lnTo>
                <a:lnTo>
                  <a:pt x="469011" y="1269"/>
                </a:lnTo>
                <a:lnTo>
                  <a:pt x="466597" y="3936"/>
                </a:lnTo>
                <a:lnTo>
                  <a:pt x="461390" y="8635"/>
                </a:lnTo>
                <a:lnTo>
                  <a:pt x="461390" y="16509"/>
                </a:lnTo>
                <a:lnTo>
                  <a:pt x="466597" y="21208"/>
                </a:lnTo>
                <a:lnTo>
                  <a:pt x="525017" y="79501"/>
                </a:lnTo>
                <a:lnTo>
                  <a:pt x="0" y="79501"/>
                </a:lnTo>
                <a:lnTo>
                  <a:pt x="0" y="104012"/>
                </a:lnTo>
                <a:lnTo>
                  <a:pt x="524509" y="104012"/>
                </a:lnTo>
                <a:lnTo>
                  <a:pt x="466597" y="162305"/>
                </a:lnTo>
                <a:lnTo>
                  <a:pt x="461390" y="167004"/>
                </a:lnTo>
                <a:lnTo>
                  <a:pt x="461390" y="174370"/>
                </a:lnTo>
                <a:lnTo>
                  <a:pt x="469011" y="181990"/>
                </a:lnTo>
                <a:lnTo>
                  <a:pt x="471931" y="183133"/>
                </a:lnTo>
                <a:lnTo>
                  <a:pt x="478027" y="183133"/>
                </a:lnTo>
                <a:lnTo>
                  <a:pt x="481202" y="181990"/>
                </a:lnTo>
                <a:lnTo>
                  <a:pt x="483869" y="179577"/>
                </a:lnTo>
                <a:lnTo>
                  <a:pt x="562863" y="100075"/>
                </a:lnTo>
                <a:lnTo>
                  <a:pt x="567436" y="94741"/>
                </a:lnTo>
                <a:lnTo>
                  <a:pt x="567436" y="87502"/>
                </a:lnTo>
                <a:lnTo>
                  <a:pt x="481202" y="1269"/>
                </a:lnTo>
                <a:lnTo>
                  <a:pt x="478027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5735065" y="7143622"/>
            <a:ext cx="567055" cy="183515"/>
          </a:xfrm>
          <a:custGeom>
            <a:avLst/>
            <a:gdLst/>
            <a:ahLst/>
            <a:cxnLst/>
            <a:rect l="l" t="t" r="r" b="b"/>
            <a:pathLst>
              <a:path w="567054" h="183515">
                <a:moveTo>
                  <a:pt x="477393" y="0"/>
                </a:moveTo>
                <a:lnTo>
                  <a:pt x="474345" y="0"/>
                </a:lnTo>
                <a:lnTo>
                  <a:pt x="471170" y="0"/>
                </a:lnTo>
                <a:lnTo>
                  <a:pt x="467995" y="1143"/>
                </a:lnTo>
                <a:lnTo>
                  <a:pt x="465328" y="3556"/>
                </a:lnTo>
                <a:lnTo>
                  <a:pt x="460629" y="8762"/>
                </a:lnTo>
                <a:lnTo>
                  <a:pt x="460629" y="16128"/>
                </a:lnTo>
                <a:lnTo>
                  <a:pt x="523621" y="79120"/>
                </a:lnTo>
                <a:lnTo>
                  <a:pt x="0" y="79120"/>
                </a:lnTo>
                <a:lnTo>
                  <a:pt x="0" y="103631"/>
                </a:lnTo>
                <a:lnTo>
                  <a:pt x="524129" y="103631"/>
                </a:lnTo>
                <a:lnTo>
                  <a:pt x="460629" y="166496"/>
                </a:lnTo>
                <a:lnTo>
                  <a:pt x="460629" y="174497"/>
                </a:lnTo>
                <a:lnTo>
                  <a:pt x="467995" y="181863"/>
                </a:lnTo>
                <a:lnTo>
                  <a:pt x="471170" y="183133"/>
                </a:lnTo>
                <a:lnTo>
                  <a:pt x="477393" y="183133"/>
                </a:lnTo>
                <a:lnTo>
                  <a:pt x="480568" y="181863"/>
                </a:lnTo>
                <a:lnTo>
                  <a:pt x="566674" y="94995"/>
                </a:lnTo>
                <a:lnTo>
                  <a:pt x="566674" y="86994"/>
                </a:lnTo>
                <a:lnTo>
                  <a:pt x="483235" y="3556"/>
                </a:lnTo>
                <a:lnTo>
                  <a:pt x="480568" y="1143"/>
                </a:lnTo>
                <a:lnTo>
                  <a:pt x="477393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5850382" y="7407656"/>
            <a:ext cx="567690" cy="183515"/>
          </a:xfrm>
          <a:custGeom>
            <a:avLst/>
            <a:gdLst/>
            <a:ahLst/>
            <a:cxnLst/>
            <a:rect l="l" t="t" r="r" b="b"/>
            <a:pathLst>
              <a:path w="567689" h="183515">
                <a:moveTo>
                  <a:pt x="478154" y="0"/>
                </a:moveTo>
                <a:lnTo>
                  <a:pt x="474979" y="0"/>
                </a:lnTo>
                <a:lnTo>
                  <a:pt x="471804" y="0"/>
                </a:lnTo>
                <a:lnTo>
                  <a:pt x="468629" y="1270"/>
                </a:lnTo>
                <a:lnTo>
                  <a:pt x="461390" y="8509"/>
                </a:lnTo>
                <a:lnTo>
                  <a:pt x="461390" y="16510"/>
                </a:lnTo>
                <a:lnTo>
                  <a:pt x="523620" y="78232"/>
                </a:lnTo>
                <a:lnTo>
                  <a:pt x="0" y="78232"/>
                </a:lnTo>
                <a:lnTo>
                  <a:pt x="0" y="103378"/>
                </a:lnTo>
                <a:lnTo>
                  <a:pt x="525017" y="103378"/>
                </a:lnTo>
                <a:lnTo>
                  <a:pt x="461390" y="167005"/>
                </a:lnTo>
                <a:lnTo>
                  <a:pt x="461390" y="174371"/>
                </a:lnTo>
                <a:lnTo>
                  <a:pt x="465963" y="179578"/>
                </a:lnTo>
                <a:lnTo>
                  <a:pt x="468629" y="181991"/>
                </a:lnTo>
                <a:lnTo>
                  <a:pt x="471804" y="183134"/>
                </a:lnTo>
                <a:lnTo>
                  <a:pt x="478154" y="183134"/>
                </a:lnTo>
                <a:lnTo>
                  <a:pt x="481202" y="181991"/>
                </a:lnTo>
                <a:lnTo>
                  <a:pt x="483869" y="179578"/>
                </a:lnTo>
                <a:lnTo>
                  <a:pt x="562863" y="100076"/>
                </a:lnTo>
                <a:lnTo>
                  <a:pt x="567435" y="94742"/>
                </a:lnTo>
                <a:lnTo>
                  <a:pt x="567435" y="87503"/>
                </a:lnTo>
                <a:lnTo>
                  <a:pt x="481202" y="1270"/>
                </a:lnTo>
                <a:lnTo>
                  <a:pt x="478154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5610986" y="6885685"/>
            <a:ext cx="567690" cy="183515"/>
          </a:xfrm>
          <a:custGeom>
            <a:avLst/>
            <a:gdLst/>
            <a:ahLst/>
            <a:cxnLst/>
            <a:rect l="l" t="t" r="r" b="b"/>
            <a:pathLst>
              <a:path w="567689" h="183515">
                <a:moveTo>
                  <a:pt x="478154" y="0"/>
                </a:moveTo>
                <a:lnTo>
                  <a:pt x="474979" y="0"/>
                </a:lnTo>
                <a:lnTo>
                  <a:pt x="471932" y="0"/>
                </a:lnTo>
                <a:lnTo>
                  <a:pt x="468757" y="1269"/>
                </a:lnTo>
                <a:lnTo>
                  <a:pt x="466089" y="3555"/>
                </a:lnTo>
                <a:lnTo>
                  <a:pt x="461517" y="8889"/>
                </a:lnTo>
                <a:lnTo>
                  <a:pt x="461517" y="16128"/>
                </a:lnTo>
                <a:lnTo>
                  <a:pt x="466089" y="21462"/>
                </a:lnTo>
                <a:lnTo>
                  <a:pt x="523621" y="78485"/>
                </a:lnTo>
                <a:lnTo>
                  <a:pt x="0" y="78485"/>
                </a:lnTo>
                <a:lnTo>
                  <a:pt x="0" y="102996"/>
                </a:lnTo>
                <a:lnTo>
                  <a:pt x="525652" y="102996"/>
                </a:lnTo>
                <a:lnTo>
                  <a:pt x="466089" y="162051"/>
                </a:lnTo>
                <a:lnTo>
                  <a:pt x="461517" y="167258"/>
                </a:lnTo>
                <a:lnTo>
                  <a:pt x="461517" y="174624"/>
                </a:lnTo>
                <a:lnTo>
                  <a:pt x="468757" y="181863"/>
                </a:lnTo>
                <a:lnTo>
                  <a:pt x="471932" y="183260"/>
                </a:lnTo>
                <a:lnTo>
                  <a:pt x="478154" y="183260"/>
                </a:lnTo>
                <a:lnTo>
                  <a:pt x="481329" y="181863"/>
                </a:lnTo>
                <a:lnTo>
                  <a:pt x="562228" y="99694"/>
                </a:lnTo>
                <a:lnTo>
                  <a:pt x="567563" y="94995"/>
                </a:lnTo>
                <a:lnTo>
                  <a:pt x="567563" y="87756"/>
                </a:lnTo>
                <a:lnTo>
                  <a:pt x="483997" y="3555"/>
                </a:lnTo>
                <a:lnTo>
                  <a:pt x="481329" y="1269"/>
                </a:lnTo>
                <a:lnTo>
                  <a:pt x="478154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1" name="object 71" descr=""/>
          <p:cNvGrpSpPr/>
          <p:nvPr/>
        </p:nvGrpSpPr>
        <p:grpSpPr>
          <a:xfrm>
            <a:off x="6924929" y="5112511"/>
            <a:ext cx="7842250" cy="4311015"/>
            <a:chOff x="6924929" y="5112511"/>
            <a:chExt cx="7842250" cy="4311015"/>
          </a:xfrm>
        </p:grpSpPr>
        <p:sp>
          <p:nvSpPr>
            <p:cNvPr id="72" name="object 72" descr=""/>
            <p:cNvSpPr/>
            <p:nvPr/>
          </p:nvSpPr>
          <p:spPr>
            <a:xfrm>
              <a:off x="14067790" y="5723127"/>
              <a:ext cx="699770" cy="3119120"/>
            </a:xfrm>
            <a:custGeom>
              <a:avLst/>
              <a:gdLst/>
              <a:ahLst/>
              <a:cxnLst/>
              <a:rect l="l" t="t" r="r" b="b"/>
              <a:pathLst>
                <a:path w="699769" h="3119120">
                  <a:moveTo>
                    <a:pt x="699389" y="3024251"/>
                  </a:moveTo>
                  <a:lnTo>
                    <a:pt x="694690" y="3018917"/>
                  </a:lnTo>
                  <a:lnTo>
                    <a:pt x="615823" y="2939415"/>
                  </a:lnTo>
                  <a:lnTo>
                    <a:pt x="613156" y="2937002"/>
                  </a:lnTo>
                  <a:lnTo>
                    <a:pt x="610108" y="2935986"/>
                  </a:lnTo>
                  <a:lnTo>
                    <a:pt x="607060" y="2935986"/>
                  </a:lnTo>
                  <a:lnTo>
                    <a:pt x="603885" y="2935986"/>
                  </a:lnTo>
                  <a:lnTo>
                    <a:pt x="600964" y="2937002"/>
                  </a:lnTo>
                  <a:lnTo>
                    <a:pt x="593344" y="2944622"/>
                  </a:lnTo>
                  <a:lnTo>
                    <a:pt x="593344" y="2951988"/>
                  </a:lnTo>
                  <a:lnTo>
                    <a:pt x="656336" y="3014980"/>
                  </a:lnTo>
                  <a:lnTo>
                    <a:pt x="0" y="3014980"/>
                  </a:lnTo>
                  <a:lnTo>
                    <a:pt x="0" y="3040126"/>
                  </a:lnTo>
                  <a:lnTo>
                    <a:pt x="656336" y="3040126"/>
                  </a:lnTo>
                  <a:lnTo>
                    <a:pt x="593344" y="3103118"/>
                  </a:lnTo>
                  <a:lnTo>
                    <a:pt x="593344" y="3110484"/>
                  </a:lnTo>
                  <a:lnTo>
                    <a:pt x="598678" y="3115056"/>
                  </a:lnTo>
                  <a:lnTo>
                    <a:pt x="600964" y="3117723"/>
                  </a:lnTo>
                  <a:lnTo>
                    <a:pt x="603885" y="3119120"/>
                  </a:lnTo>
                  <a:lnTo>
                    <a:pt x="610108" y="3119120"/>
                  </a:lnTo>
                  <a:lnTo>
                    <a:pt x="613156" y="3117723"/>
                  </a:lnTo>
                  <a:lnTo>
                    <a:pt x="694690" y="3036824"/>
                  </a:lnTo>
                  <a:lnTo>
                    <a:pt x="699389" y="3031490"/>
                  </a:lnTo>
                  <a:lnTo>
                    <a:pt x="699389" y="3024251"/>
                  </a:lnTo>
                  <a:close/>
                </a:path>
                <a:path w="699769" h="3119120">
                  <a:moveTo>
                    <a:pt x="699389" y="2623185"/>
                  </a:moveTo>
                  <a:lnTo>
                    <a:pt x="694690" y="2617851"/>
                  </a:lnTo>
                  <a:lnTo>
                    <a:pt x="615823" y="2538349"/>
                  </a:lnTo>
                  <a:lnTo>
                    <a:pt x="613156" y="2536063"/>
                  </a:lnTo>
                  <a:lnTo>
                    <a:pt x="610108" y="2534793"/>
                  </a:lnTo>
                  <a:lnTo>
                    <a:pt x="607060" y="2534793"/>
                  </a:lnTo>
                  <a:lnTo>
                    <a:pt x="603885" y="2534793"/>
                  </a:lnTo>
                  <a:lnTo>
                    <a:pt x="600964" y="2536063"/>
                  </a:lnTo>
                  <a:lnTo>
                    <a:pt x="593344" y="2543683"/>
                  </a:lnTo>
                  <a:lnTo>
                    <a:pt x="593344" y="2550922"/>
                  </a:lnTo>
                  <a:lnTo>
                    <a:pt x="656336" y="2613914"/>
                  </a:lnTo>
                  <a:lnTo>
                    <a:pt x="0" y="2613914"/>
                  </a:lnTo>
                  <a:lnTo>
                    <a:pt x="0" y="2639060"/>
                  </a:lnTo>
                  <a:lnTo>
                    <a:pt x="656336" y="2639060"/>
                  </a:lnTo>
                  <a:lnTo>
                    <a:pt x="593344" y="2702052"/>
                  </a:lnTo>
                  <a:lnTo>
                    <a:pt x="593344" y="2709418"/>
                  </a:lnTo>
                  <a:lnTo>
                    <a:pt x="598678" y="2713990"/>
                  </a:lnTo>
                  <a:lnTo>
                    <a:pt x="600964" y="2716657"/>
                  </a:lnTo>
                  <a:lnTo>
                    <a:pt x="603885" y="2717927"/>
                  </a:lnTo>
                  <a:lnTo>
                    <a:pt x="610108" y="2717927"/>
                  </a:lnTo>
                  <a:lnTo>
                    <a:pt x="613156" y="2716657"/>
                  </a:lnTo>
                  <a:lnTo>
                    <a:pt x="694690" y="2635758"/>
                  </a:lnTo>
                  <a:lnTo>
                    <a:pt x="699389" y="2630551"/>
                  </a:lnTo>
                  <a:lnTo>
                    <a:pt x="699389" y="2623185"/>
                  </a:lnTo>
                  <a:close/>
                </a:path>
                <a:path w="699769" h="3119120">
                  <a:moveTo>
                    <a:pt x="699389" y="2196973"/>
                  </a:moveTo>
                  <a:lnTo>
                    <a:pt x="613156" y="2110105"/>
                  </a:lnTo>
                  <a:lnTo>
                    <a:pt x="610108" y="2108835"/>
                  </a:lnTo>
                  <a:lnTo>
                    <a:pt x="607060" y="2108835"/>
                  </a:lnTo>
                  <a:lnTo>
                    <a:pt x="603885" y="2108835"/>
                  </a:lnTo>
                  <a:lnTo>
                    <a:pt x="600964" y="2110105"/>
                  </a:lnTo>
                  <a:lnTo>
                    <a:pt x="598678" y="2112772"/>
                  </a:lnTo>
                  <a:lnTo>
                    <a:pt x="593344" y="2117344"/>
                  </a:lnTo>
                  <a:lnTo>
                    <a:pt x="593344" y="2125345"/>
                  </a:lnTo>
                  <a:lnTo>
                    <a:pt x="598678" y="2130044"/>
                  </a:lnTo>
                  <a:lnTo>
                    <a:pt x="656971" y="2188337"/>
                  </a:lnTo>
                  <a:lnTo>
                    <a:pt x="0" y="2188337"/>
                  </a:lnTo>
                  <a:lnTo>
                    <a:pt x="0" y="2212848"/>
                  </a:lnTo>
                  <a:lnTo>
                    <a:pt x="656336" y="2212848"/>
                  </a:lnTo>
                  <a:lnTo>
                    <a:pt x="598678" y="2271268"/>
                  </a:lnTo>
                  <a:lnTo>
                    <a:pt x="593344" y="2275840"/>
                  </a:lnTo>
                  <a:lnTo>
                    <a:pt x="593344" y="2283079"/>
                  </a:lnTo>
                  <a:lnTo>
                    <a:pt x="600964" y="2290699"/>
                  </a:lnTo>
                  <a:lnTo>
                    <a:pt x="603885" y="2291969"/>
                  </a:lnTo>
                  <a:lnTo>
                    <a:pt x="610108" y="2291969"/>
                  </a:lnTo>
                  <a:lnTo>
                    <a:pt x="613156" y="2290699"/>
                  </a:lnTo>
                  <a:lnTo>
                    <a:pt x="615823" y="2288413"/>
                  </a:lnTo>
                  <a:lnTo>
                    <a:pt x="699389" y="2204847"/>
                  </a:lnTo>
                  <a:lnTo>
                    <a:pt x="699389" y="2196973"/>
                  </a:lnTo>
                  <a:close/>
                </a:path>
                <a:path w="699769" h="3119120">
                  <a:moveTo>
                    <a:pt x="699389" y="1770634"/>
                  </a:moveTo>
                  <a:lnTo>
                    <a:pt x="694690" y="1765427"/>
                  </a:lnTo>
                  <a:lnTo>
                    <a:pt x="615823" y="1685798"/>
                  </a:lnTo>
                  <a:lnTo>
                    <a:pt x="613156" y="1683512"/>
                  </a:lnTo>
                  <a:lnTo>
                    <a:pt x="610108" y="1682369"/>
                  </a:lnTo>
                  <a:lnTo>
                    <a:pt x="607060" y="1682369"/>
                  </a:lnTo>
                  <a:lnTo>
                    <a:pt x="603885" y="1682369"/>
                  </a:lnTo>
                  <a:lnTo>
                    <a:pt x="600964" y="1683512"/>
                  </a:lnTo>
                  <a:lnTo>
                    <a:pt x="593344" y="1691132"/>
                  </a:lnTo>
                  <a:lnTo>
                    <a:pt x="593344" y="1698498"/>
                  </a:lnTo>
                  <a:lnTo>
                    <a:pt x="598678" y="1703070"/>
                  </a:lnTo>
                  <a:lnTo>
                    <a:pt x="656336" y="1761363"/>
                  </a:lnTo>
                  <a:lnTo>
                    <a:pt x="0" y="1761363"/>
                  </a:lnTo>
                  <a:lnTo>
                    <a:pt x="0" y="1785874"/>
                  </a:lnTo>
                  <a:lnTo>
                    <a:pt x="656971" y="1785874"/>
                  </a:lnTo>
                  <a:lnTo>
                    <a:pt x="598678" y="1844294"/>
                  </a:lnTo>
                  <a:lnTo>
                    <a:pt x="593344" y="1848866"/>
                  </a:lnTo>
                  <a:lnTo>
                    <a:pt x="593344" y="1856867"/>
                  </a:lnTo>
                  <a:lnTo>
                    <a:pt x="598678" y="1861566"/>
                  </a:lnTo>
                  <a:lnTo>
                    <a:pt x="600964" y="1864106"/>
                  </a:lnTo>
                  <a:lnTo>
                    <a:pt x="603885" y="1865503"/>
                  </a:lnTo>
                  <a:lnTo>
                    <a:pt x="610108" y="1865503"/>
                  </a:lnTo>
                  <a:lnTo>
                    <a:pt x="613156" y="1864106"/>
                  </a:lnTo>
                  <a:lnTo>
                    <a:pt x="699389" y="1778000"/>
                  </a:lnTo>
                  <a:lnTo>
                    <a:pt x="699389" y="1770634"/>
                  </a:lnTo>
                  <a:close/>
                </a:path>
                <a:path w="699769" h="3119120">
                  <a:moveTo>
                    <a:pt x="699389" y="1353058"/>
                  </a:moveTo>
                  <a:lnTo>
                    <a:pt x="694690" y="1347724"/>
                  </a:lnTo>
                  <a:lnTo>
                    <a:pt x="615823" y="1268222"/>
                  </a:lnTo>
                  <a:lnTo>
                    <a:pt x="613156" y="1265936"/>
                  </a:lnTo>
                  <a:lnTo>
                    <a:pt x="610108" y="1264678"/>
                  </a:lnTo>
                  <a:lnTo>
                    <a:pt x="607060" y="1264678"/>
                  </a:lnTo>
                  <a:lnTo>
                    <a:pt x="603885" y="1264678"/>
                  </a:lnTo>
                  <a:lnTo>
                    <a:pt x="600964" y="1265936"/>
                  </a:lnTo>
                  <a:lnTo>
                    <a:pt x="593344" y="1273568"/>
                  </a:lnTo>
                  <a:lnTo>
                    <a:pt x="593344" y="1280795"/>
                  </a:lnTo>
                  <a:lnTo>
                    <a:pt x="598678" y="1285379"/>
                  </a:lnTo>
                  <a:lnTo>
                    <a:pt x="656336" y="1343787"/>
                  </a:lnTo>
                  <a:lnTo>
                    <a:pt x="0" y="1343787"/>
                  </a:lnTo>
                  <a:lnTo>
                    <a:pt x="0" y="1368298"/>
                  </a:lnTo>
                  <a:lnTo>
                    <a:pt x="656971" y="1368298"/>
                  </a:lnTo>
                  <a:lnTo>
                    <a:pt x="598678" y="1426591"/>
                  </a:lnTo>
                  <a:lnTo>
                    <a:pt x="593344" y="1431290"/>
                  </a:lnTo>
                  <a:lnTo>
                    <a:pt x="593344" y="1439164"/>
                  </a:lnTo>
                  <a:lnTo>
                    <a:pt x="598678" y="1443863"/>
                  </a:lnTo>
                  <a:lnTo>
                    <a:pt x="600964" y="1446530"/>
                  </a:lnTo>
                  <a:lnTo>
                    <a:pt x="603885" y="1447800"/>
                  </a:lnTo>
                  <a:lnTo>
                    <a:pt x="610108" y="1447800"/>
                  </a:lnTo>
                  <a:lnTo>
                    <a:pt x="613156" y="1446530"/>
                  </a:lnTo>
                  <a:lnTo>
                    <a:pt x="699389" y="1360424"/>
                  </a:lnTo>
                  <a:lnTo>
                    <a:pt x="699389" y="1353058"/>
                  </a:lnTo>
                  <a:close/>
                </a:path>
                <a:path w="699769" h="3119120">
                  <a:moveTo>
                    <a:pt x="699389" y="932053"/>
                  </a:moveTo>
                  <a:lnTo>
                    <a:pt x="694690" y="926846"/>
                  </a:lnTo>
                  <a:lnTo>
                    <a:pt x="615823" y="847217"/>
                  </a:lnTo>
                  <a:lnTo>
                    <a:pt x="613156" y="844931"/>
                  </a:lnTo>
                  <a:lnTo>
                    <a:pt x="610108" y="843788"/>
                  </a:lnTo>
                  <a:lnTo>
                    <a:pt x="607060" y="843788"/>
                  </a:lnTo>
                  <a:lnTo>
                    <a:pt x="603885" y="843788"/>
                  </a:lnTo>
                  <a:lnTo>
                    <a:pt x="600964" y="844931"/>
                  </a:lnTo>
                  <a:lnTo>
                    <a:pt x="593344" y="852551"/>
                  </a:lnTo>
                  <a:lnTo>
                    <a:pt x="593344" y="859790"/>
                  </a:lnTo>
                  <a:lnTo>
                    <a:pt x="598678" y="864489"/>
                  </a:lnTo>
                  <a:lnTo>
                    <a:pt x="656336" y="922782"/>
                  </a:lnTo>
                  <a:lnTo>
                    <a:pt x="0" y="922782"/>
                  </a:lnTo>
                  <a:lnTo>
                    <a:pt x="0" y="947420"/>
                  </a:lnTo>
                  <a:lnTo>
                    <a:pt x="656971" y="947420"/>
                  </a:lnTo>
                  <a:lnTo>
                    <a:pt x="598678" y="1005713"/>
                  </a:lnTo>
                  <a:lnTo>
                    <a:pt x="593344" y="1010285"/>
                  </a:lnTo>
                  <a:lnTo>
                    <a:pt x="593344" y="1018286"/>
                  </a:lnTo>
                  <a:lnTo>
                    <a:pt x="598678" y="1022858"/>
                  </a:lnTo>
                  <a:lnTo>
                    <a:pt x="600964" y="1025652"/>
                  </a:lnTo>
                  <a:lnTo>
                    <a:pt x="603885" y="1026922"/>
                  </a:lnTo>
                  <a:lnTo>
                    <a:pt x="610108" y="1026922"/>
                  </a:lnTo>
                  <a:lnTo>
                    <a:pt x="613156" y="1025652"/>
                  </a:lnTo>
                  <a:lnTo>
                    <a:pt x="699389" y="939419"/>
                  </a:lnTo>
                  <a:lnTo>
                    <a:pt x="699389" y="932053"/>
                  </a:lnTo>
                  <a:close/>
                </a:path>
                <a:path w="699769" h="3119120">
                  <a:moveTo>
                    <a:pt x="699389" y="499872"/>
                  </a:moveTo>
                  <a:lnTo>
                    <a:pt x="613156" y="413131"/>
                  </a:lnTo>
                  <a:lnTo>
                    <a:pt x="610108" y="411734"/>
                  </a:lnTo>
                  <a:lnTo>
                    <a:pt x="607060" y="411734"/>
                  </a:lnTo>
                  <a:lnTo>
                    <a:pt x="603885" y="411734"/>
                  </a:lnTo>
                  <a:lnTo>
                    <a:pt x="600964" y="413131"/>
                  </a:lnTo>
                  <a:lnTo>
                    <a:pt x="598678" y="415671"/>
                  </a:lnTo>
                  <a:lnTo>
                    <a:pt x="593344" y="420370"/>
                  </a:lnTo>
                  <a:lnTo>
                    <a:pt x="593344" y="428244"/>
                  </a:lnTo>
                  <a:lnTo>
                    <a:pt x="598678" y="432943"/>
                  </a:lnTo>
                  <a:lnTo>
                    <a:pt x="656971" y="491236"/>
                  </a:lnTo>
                  <a:lnTo>
                    <a:pt x="0" y="491236"/>
                  </a:lnTo>
                  <a:lnTo>
                    <a:pt x="0" y="515747"/>
                  </a:lnTo>
                  <a:lnTo>
                    <a:pt x="656336" y="515747"/>
                  </a:lnTo>
                  <a:lnTo>
                    <a:pt x="598678" y="574167"/>
                  </a:lnTo>
                  <a:lnTo>
                    <a:pt x="593344" y="578739"/>
                  </a:lnTo>
                  <a:lnTo>
                    <a:pt x="593344" y="586105"/>
                  </a:lnTo>
                  <a:lnTo>
                    <a:pt x="600964" y="593725"/>
                  </a:lnTo>
                  <a:lnTo>
                    <a:pt x="603885" y="594868"/>
                  </a:lnTo>
                  <a:lnTo>
                    <a:pt x="610108" y="594868"/>
                  </a:lnTo>
                  <a:lnTo>
                    <a:pt x="613156" y="593725"/>
                  </a:lnTo>
                  <a:lnTo>
                    <a:pt x="615823" y="591312"/>
                  </a:lnTo>
                  <a:lnTo>
                    <a:pt x="699389" y="507873"/>
                  </a:lnTo>
                  <a:lnTo>
                    <a:pt x="699389" y="499872"/>
                  </a:lnTo>
                  <a:close/>
                </a:path>
                <a:path w="699769" h="3119120">
                  <a:moveTo>
                    <a:pt x="699389" y="88138"/>
                  </a:moveTo>
                  <a:lnTo>
                    <a:pt x="613156" y="1397"/>
                  </a:lnTo>
                  <a:lnTo>
                    <a:pt x="610108" y="0"/>
                  </a:lnTo>
                  <a:lnTo>
                    <a:pt x="607060" y="0"/>
                  </a:lnTo>
                  <a:lnTo>
                    <a:pt x="603885" y="0"/>
                  </a:lnTo>
                  <a:lnTo>
                    <a:pt x="600964" y="1397"/>
                  </a:lnTo>
                  <a:lnTo>
                    <a:pt x="598678" y="4064"/>
                  </a:lnTo>
                  <a:lnTo>
                    <a:pt x="593344" y="8636"/>
                  </a:lnTo>
                  <a:lnTo>
                    <a:pt x="593344" y="16002"/>
                  </a:lnTo>
                  <a:lnTo>
                    <a:pt x="656336" y="78994"/>
                  </a:lnTo>
                  <a:lnTo>
                    <a:pt x="0" y="78994"/>
                  </a:lnTo>
                  <a:lnTo>
                    <a:pt x="0" y="104140"/>
                  </a:lnTo>
                  <a:lnTo>
                    <a:pt x="656336" y="104140"/>
                  </a:lnTo>
                  <a:lnTo>
                    <a:pt x="593344" y="167132"/>
                  </a:lnTo>
                  <a:lnTo>
                    <a:pt x="593344" y="174371"/>
                  </a:lnTo>
                  <a:lnTo>
                    <a:pt x="600964" y="181991"/>
                  </a:lnTo>
                  <a:lnTo>
                    <a:pt x="603885" y="183134"/>
                  </a:lnTo>
                  <a:lnTo>
                    <a:pt x="610108" y="183134"/>
                  </a:lnTo>
                  <a:lnTo>
                    <a:pt x="613156" y="181991"/>
                  </a:lnTo>
                  <a:lnTo>
                    <a:pt x="615823" y="179705"/>
                  </a:lnTo>
                  <a:lnTo>
                    <a:pt x="694690" y="100838"/>
                  </a:lnTo>
                  <a:lnTo>
                    <a:pt x="699389" y="95504"/>
                  </a:lnTo>
                  <a:lnTo>
                    <a:pt x="699389" y="8813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24929" y="9239884"/>
              <a:ext cx="106045" cy="183184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0101580" y="5686043"/>
              <a:ext cx="1847214" cy="2027555"/>
            </a:xfrm>
            <a:custGeom>
              <a:avLst/>
              <a:gdLst/>
              <a:ahLst/>
              <a:cxnLst/>
              <a:rect l="l" t="t" r="r" b="b"/>
              <a:pathLst>
                <a:path w="1847215" h="2027554">
                  <a:moveTo>
                    <a:pt x="1843659" y="0"/>
                  </a:moveTo>
                  <a:lnTo>
                    <a:pt x="8000" y="0"/>
                  </a:lnTo>
                  <a:lnTo>
                    <a:pt x="4572" y="0"/>
                  </a:lnTo>
                  <a:lnTo>
                    <a:pt x="1397" y="8000"/>
                  </a:lnTo>
                  <a:lnTo>
                    <a:pt x="0" y="17906"/>
                  </a:lnTo>
                  <a:lnTo>
                    <a:pt x="0" y="2019934"/>
                  </a:lnTo>
                  <a:lnTo>
                    <a:pt x="4064" y="2027300"/>
                  </a:lnTo>
                  <a:lnTo>
                    <a:pt x="1843659" y="2027300"/>
                  </a:lnTo>
                  <a:lnTo>
                    <a:pt x="1846961" y="2019934"/>
                  </a:lnTo>
                  <a:lnTo>
                    <a:pt x="1846961" y="7238"/>
                  </a:lnTo>
                  <a:lnTo>
                    <a:pt x="1843659" y="0"/>
                  </a:lnTo>
                  <a:close/>
                </a:path>
              </a:pathLst>
            </a:custGeom>
            <a:solidFill>
              <a:srgbClr val="E8F1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9897364" y="5841110"/>
              <a:ext cx="1846580" cy="2027555"/>
            </a:xfrm>
            <a:custGeom>
              <a:avLst/>
              <a:gdLst/>
              <a:ahLst/>
              <a:cxnLst/>
              <a:rect l="l" t="t" r="r" b="b"/>
              <a:pathLst>
                <a:path w="1846579" h="2027554">
                  <a:moveTo>
                    <a:pt x="1843024" y="0"/>
                  </a:moveTo>
                  <a:lnTo>
                    <a:pt x="7365" y="0"/>
                  </a:lnTo>
                  <a:lnTo>
                    <a:pt x="3301" y="0"/>
                  </a:lnTo>
                  <a:lnTo>
                    <a:pt x="0" y="8636"/>
                  </a:lnTo>
                  <a:lnTo>
                    <a:pt x="0" y="2019427"/>
                  </a:lnTo>
                  <a:lnTo>
                    <a:pt x="3301" y="2027301"/>
                  </a:lnTo>
                  <a:lnTo>
                    <a:pt x="1843024" y="2027301"/>
                  </a:lnTo>
                  <a:lnTo>
                    <a:pt x="1846326" y="2019427"/>
                  </a:lnTo>
                  <a:lnTo>
                    <a:pt x="1846326" y="7365"/>
                  </a:lnTo>
                  <a:lnTo>
                    <a:pt x="1843024" y="0"/>
                  </a:lnTo>
                  <a:close/>
                </a:path>
              </a:pathLst>
            </a:custGeom>
            <a:solidFill>
              <a:srgbClr val="D1E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9693275" y="5112511"/>
              <a:ext cx="1846580" cy="3551554"/>
            </a:xfrm>
            <a:custGeom>
              <a:avLst/>
              <a:gdLst/>
              <a:ahLst/>
              <a:cxnLst/>
              <a:rect l="l" t="t" r="r" b="b"/>
              <a:pathLst>
                <a:path w="1846579" h="3551554">
                  <a:moveTo>
                    <a:pt x="871093" y="3072130"/>
                  </a:moveTo>
                  <a:lnTo>
                    <a:pt x="784225" y="2985897"/>
                  </a:lnTo>
                  <a:lnTo>
                    <a:pt x="781050" y="2984500"/>
                  </a:lnTo>
                  <a:lnTo>
                    <a:pt x="777875" y="2984500"/>
                  </a:lnTo>
                  <a:lnTo>
                    <a:pt x="774700" y="2984500"/>
                  </a:lnTo>
                  <a:lnTo>
                    <a:pt x="771652" y="2985897"/>
                  </a:lnTo>
                  <a:lnTo>
                    <a:pt x="690753" y="3067431"/>
                  </a:lnTo>
                  <a:lnTo>
                    <a:pt x="685419" y="3072130"/>
                  </a:lnTo>
                  <a:lnTo>
                    <a:pt x="685419" y="3079369"/>
                  </a:lnTo>
                  <a:lnTo>
                    <a:pt x="693039" y="3086989"/>
                  </a:lnTo>
                  <a:lnTo>
                    <a:pt x="695960" y="3088132"/>
                  </a:lnTo>
                  <a:lnTo>
                    <a:pt x="702183" y="3088132"/>
                  </a:lnTo>
                  <a:lnTo>
                    <a:pt x="705231" y="3086989"/>
                  </a:lnTo>
                  <a:lnTo>
                    <a:pt x="708025" y="3084703"/>
                  </a:lnTo>
                  <a:lnTo>
                    <a:pt x="765683" y="3026918"/>
                  </a:lnTo>
                  <a:lnTo>
                    <a:pt x="765683" y="3551301"/>
                  </a:lnTo>
                  <a:lnTo>
                    <a:pt x="790829" y="3551301"/>
                  </a:lnTo>
                  <a:lnTo>
                    <a:pt x="790829" y="3026918"/>
                  </a:lnTo>
                  <a:lnTo>
                    <a:pt x="848487" y="3084703"/>
                  </a:lnTo>
                  <a:lnTo>
                    <a:pt x="851154" y="3086989"/>
                  </a:lnTo>
                  <a:lnTo>
                    <a:pt x="854329" y="3088132"/>
                  </a:lnTo>
                  <a:lnTo>
                    <a:pt x="860552" y="3088132"/>
                  </a:lnTo>
                  <a:lnTo>
                    <a:pt x="863727" y="3086989"/>
                  </a:lnTo>
                  <a:lnTo>
                    <a:pt x="866394" y="3084703"/>
                  </a:lnTo>
                  <a:lnTo>
                    <a:pt x="871093" y="3079369"/>
                  </a:lnTo>
                  <a:lnTo>
                    <a:pt x="871093" y="3072130"/>
                  </a:lnTo>
                  <a:close/>
                </a:path>
                <a:path w="1846579" h="3551554">
                  <a:moveTo>
                    <a:pt x="1177290" y="87630"/>
                  </a:moveTo>
                  <a:lnTo>
                    <a:pt x="1172591" y="82296"/>
                  </a:lnTo>
                  <a:lnTo>
                    <a:pt x="1090803" y="1143"/>
                  </a:lnTo>
                  <a:lnTo>
                    <a:pt x="1087628" y="0"/>
                  </a:lnTo>
                  <a:lnTo>
                    <a:pt x="1084453" y="0"/>
                  </a:lnTo>
                  <a:lnTo>
                    <a:pt x="1081278" y="0"/>
                  </a:lnTo>
                  <a:lnTo>
                    <a:pt x="1078103" y="1143"/>
                  </a:lnTo>
                  <a:lnTo>
                    <a:pt x="996950" y="82296"/>
                  </a:lnTo>
                  <a:lnTo>
                    <a:pt x="992251" y="87630"/>
                  </a:lnTo>
                  <a:lnTo>
                    <a:pt x="992251" y="94996"/>
                  </a:lnTo>
                  <a:lnTo>
                    <a:pt x="999617" y="102235"/>
                  </a:lnTo>
                  <a:lnTo>
                    <a:pt x="1002792" y="103505"/>
                  </a:lnTo>
                  <a:lnTo>
                    <a:pt x="1008888" y="103505"/>
                  </a:lnTo>
                  <a:lnTo>
                    <a:pt x="1011936" y="102235"/>
                  </a:lnTo>
                  <a:lnTo>
                    <a:pt x="1014222" y="99568"/>
                  </a:lnTo>
                  <a:lnTo>
                    <a:pt x="1071245" y="43053"/>
                  </a:lnTo>
                  <a:lnTo>
                    <a:pt x="1071245" y="565658"/>
                  </a:lnTo>
                  <a:lnTo>
                    <a:pt x="1096391" y="565658"/>
                  </a:lnTo>
                  <a:lnTo>
                    <a:pt x="1096391" y="40640"/>
                  </a:lnTo>
                  <a:lnTo>
                    <a:pt x="1155446" y="99568"/>
                  </a:lnTo>
                  <a:lnTo>
                    <a:pt x="1157732" y="102235"/>
                  </a:lnTo>
                  <a:lnTo>
                    <a:pt x="1160907" y="103505"/>
                  </a:lnTo>
                  <a:lnTo>
                    <a:pt x="1167257" y="103505"/>
                  </a:lnTo>
                  <a:lnTo>
                    <a:pt x="1170305" y="102235"/>
                  </a:lnTo>
                  <a:lnTo>
                    <a:pt x="1172591" y="99568"/>
                  </a:lnTo>
                  <a:lnTo>
                    <a:pt x="1177290" y="94996"/>
                  </a:lnTo>
                  <a:lnTo>
                    <a:pt x="1177290" y="87630"/>
                  </a:lnTo>
                  <a:close/>
                </a:path>
                <a:path w="1846579" h="3551554">
                  <a:moveTo>
                    <a:pt x="1228344" y="3072130"/>
                  </a:moveTo>
                  <a:lnTo>
                    <a:pt x="1223010" y="3067431"/>
                  </a:lnTo>
                  <a:lnTo>
                    <a:pt x="1143508" y="2988564"/>
                  </a:lnTo>
                  <a:lnTo>
                    <a:pt x="1141095" y="2985897"/>
                  </a:lnTo>
                  <a:lnTo>
                    <a:pt x="1138174" y="2984500"/>
                  </a:lnTo>
                  <a:lnTo>
                    <a:pt x="1135126" y="2984500"/>
                  </a:lnTo>
                  <a:lnTo>
                    <a:pt x="1132078" y="2984500"/>
                  </a:lnTo>
                  <a:lnTo>
                    <a:pt x="1128903" y="2985897"/>
                  </a:lnTo>
                  <a:lnTo>
                    <a:pt x="1042670" y="3072130"/>
                  </a:lnTo>
                  <a:lnTo>
                    <a:pt x="1042670" y="3079369"/>
                  </a:lnTo>
                  <a:lnTo>
                    <a:pt x="1047369" y="3084703"/>
                  </a:lnTo>
                  <a:lnTo>
                    <a:pt x="1050036" y="3086989"/>
                  </a:lnTo>
                  <a:lnTo>
                    <a:pt x="1053211" y="3088132"/>
                  </a:lnTo>
                  <a:lnTo>
                    <a:pt x="1059434" y="3088132"/>
                  </a:lnTo>
                  <a:lnTo>
                    <a:pt x="1062609" y="3086989"/>
                  </a:lnTo>
                  <a:lnTo>
                    <a:pt x="1065276" y="3084703"/>
                  </a:lnTo>
                  <a:lnTo>
                    <a:pt x="1122934" y="3026918"/>
                  </a:lnTo>
                  <a:lnTo>
                    <a:pt x="1122934" y="3551301"/>
                  </a:lnTo>
                  <a:lnTo>
                    <a:pt x="1148080" y="3551301"/>
                  </a:lnTo>
                  <a:lnTo>
                    <a:pt x="1148080" y="3026918"/>
                  </a:lnTo>
                  <a:lnTo>
                    <a:pt x="1208151" y="3086989"/>
                  </a:lnTo>
                  <a:lnTo>
                    <a:pt x="1211326" y="3088132"/>
                  </a:lnTo>
                  <a:lnTo>
                    <a:pt x="1217549" y="3088132"/>
                  </a:lnTo>
                  <a:lnTo>
                    <a:pt x="1220724" y="3086989"/>
                  </a:lnTo>
                  <a:lnTo>
                    <a:pt x="1228344" y="3079369"/>
                  </a:lnTo>
                  <a:lnTo>
                    <a:pt x="1228344" y="3072130"/>
                  </a:lnTo>
                  <a:close/>
                </a:path>
                <a:path w="1846579" h="3551554">
                  <a:moveTo>
                    <a:pt x="1534668" y="87630"/>
                  </a:moveTo>
                  <a:lnTo>
                    <a:pt x="1529969" y="82296"/>
                  </a:lnTo>
                  <a:lnTo>
                    <a:pt x="1450467" y="3429"/>
                  </a:lnTo>
                  <a:lnTo>
                    <a:pt x="1447800" y="1143"/>
                  </a:lnTo>
                  <a:lnTo>
                    <a:pt x="1444625" y="0"/>
                  </a:lnTo>
                  <a:lnTo>
                    <a:pt x="1441577" y="0"/>
                  </a:lnTo>
                  <a:lnTo>
                    <a:pt x="1438402" y="0"/>
                  </a:lnTo>
                  <a:lnTo>
                    <a:pt x="1435481" y="1143"/>
                  </a:lnTo>
                  <a:lnTo>
                    <a:pt x="1348994" y="87630"/>
                  </a:lnTo>
                  <a:lnTo>
                    <a:pt x="1348994" y="94996"/>
                  </a:lnTo>
                  <a:lnTo>
                    <a:pt x="1354328" y="99568"/>
                  </a:lnTo>
                  <a:lnTo>
                    <a:pt x="1356614" y="102235"/>
                  </a:lnTo>
                  <a:lnTo>
                    <a:pt x="1359789" y="103505"/>
                  </a:lnTo>
                  <a:lnTo>
                    <a:pt x="1366012" y="103505"/>
                  </a:lnTo>
                  <a:lnTo>
                    <a:pt x="1369187" y="102235"/>
                  </a:lnTo>
                  <a:lnTo>
                    <a:pt x="1371473" y="99568"/>
                  </a:lnTo>
                  <a:lnTo>
                    <a:pt x="1428496" y="42545"/>
                  </a:lnTo>
                  <a:lnTo>
                    <a:pt x="1428496" y="565658"/>
                  </a:lnTo>
                  <a:lnTo>
                    <a:pt x="1453769" y="565658"/>
                  </a:lnTo>
                  <a:lnTo>
                    <a:pt x="1453769" y="41148"/>
                  </a:lnTo>
                  <a:lnTo>
                    <a:pt x="1512697" y="99568"/>
                  </a:lnTo>
                  <a:lnTo>
                    <a:pt x="1515110" y="102235"/>
                  </a:lnTo>
                  <a:lnTo>
                    <a:pt x="1518031" y="103505"/>
                  </a:lnTo>
                  <a:lnTo>
                    <a:pt x="1524127" y="103505"/>
                  </a:lnTo>
                  <a:lnTo>
                    <a:pt x="1527302" y="102235"/>
                  </a:lnTo>
                  <a:lnTo>
                    <a:pt x="1534668" y="94996"/>
                  </a:lnTo>
                  <a:lnTo>
                    <a:pt x="1534668" y="87630"/>
                  </a:lnTo>
                  <a:close/>
                </a:path>
                <a:path w="1846579" h="3551554">
                  <a:moveTo>
                    <a:pt x="1846199" y="908304"/>
                  </a:moveTo>
                  <a:lnTo>
                    <a:pt x="1842897" y="901065"/>
                  </a:lnTo>
                  <a:lnTo>
                    <a:pt x="7874" y="901065"/>
                  </a:lnTo>
                  <a:lnTo>
                    <a:pt x="3302" y="901065"/>
                  </a:lnTo>
                  <a:lnTo>
                    <a:pt x="0" y="908304"/>
                  </a:lnTo>
                  <a:lnTo>
                    <a:pt x="0" y="2920365"/>
                  </a:lnTo>
                  <a:lnTo>
                    <a:pt x="3302" y="2928239"/>
                  </a:lnTo>
                  <a:lnTo>
                    <a:pt x="1842897" y="2928239"/>
                  </a:lnTo>
                  <a:lnTo>
                    <a:pt x="1846199" y="2920365"/>
                  </a:lnTo>
                  <a:lnTo>
                    <a:pt x="1846199" y="90830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7016368" y="6899529"/>
            <a:ext cx="1641475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33020" marR="638810" indent="-635">
              <a:lnSpc>
                <a:spcPct val="100000"/>
              </a:lnSpc>
              <a:spcBef>
                <a:spcPts val="105"/>
              </a:spcBef>
            </a:pPr>
            <a:r>
              <a:rPr dirty="0" sz="1400" spc="170">
                <a:solidFill>
                  <a:srgbClr val="FFFFFF"/>
                </a:solidFill>
                <a:latin typeface="Calibri"/>
                <a:cs typeface="Calibri"/>
              </a:rPr>
              <a:t>Inbound </a:t>
            </a:r>
            <a:r>
              <a:rPr dirty="0" sz="1400" spc="185">
                <a:solidFill>
                  <a:srgbClr val="FFFFFF"/>
                </a:solidFill>
                <a:latin typeface="Calibri"/>
                <a:cs typeface="Calibri"/>
              </a:rPr>
              <a:t>Payments </a:t>
            </a:r>
            <a:r>
              <a:rPr dirty="0" sz="1400" spc="17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13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7063486" y="6378066"/>
            <a:ext cx="910590" cy="449580"/>
          </a:xfrm>
          <a:custGeom>
            <a:avLst/>
            <a:gdLst/>
            <a:ahLst/>
            <a:cxnLst/>
            <a:rect l="l" t="t" r="r" b="b"/>
            <a:pathLst>
              <a:path w="910590" h="449579">
                <a:moveTo>
                  <a:pt x="335407" y="206248"/>
                </a:moveTo>
                <a:lnTo>
                  <a:pt x="327469" y="205879"/>
                </a:lnTo>
                <a:lnTo>
                  <a:pt x="311251" y="205308"/>
                </a:lnTo>
                <a:lnTo>
                  <a:pt x="302895" y="204851"/>
                </a:lnTo>
                <a:lnTo>
                  <a:pt x="272415" y="202311"/>
                </a:lnTo>
                <a:lnTo>
                  <a:pt x="258216" y="201879"/>
                </a:lnTo>
                <a:lnTo>
                  <a:pt x="244259" y="201650"/>
                </a:lnTo>
                <a:lnTo>
                  <a:pt x="216027" y="201650"/>
                </a:lnTo>
                <a:lnTo>
                  <a:pt x="215988" y="188341"/>
                </a:lnTo>
                <a:lnTo>
                  <a:pt x="215569" y="152527"/>
                </a:lnTo>
                <a:lnTo>
                  <a:pt x="215455" y="147828"/>
                </a:lnTo>
                <a:lnTo>
                  <a:pt x="215392" y="145288"/>
                </a:lnTo>
                <a:lnTo>
                  <a:pt x="215277" y="139954"/>
                </a:lnTo>
                <a:lnTo>
                  <a:pt x="215163" y="133985"/>
                </a:lnTo>
                <a:lnTo>
                  <a:pt x="215049" y="128028"/>
                </a:lnTo>
                <a:lnTo>
                  <a:pt x="214934" y="122047"/>
                </a:lnTo>
                <a:lnTo>
                  <a:pt x="214871" y="118745"/>
                </a:lnTo>
                <a:lnTo>
                  <a:pt x="214757" y="112776"/>
                </a:lnTo>
                <a:lnTo>
                  <a:pt x="214007" y="104787"/>
                </a:lnTo>
                <a:lnTo>
                  <a:pt x="213563" y="96888"/>
                </a:lnTo>
                <a:lnTo>
                  <a:pt x="213271" y="89535"/>
                </a:lnTo>
                <a:lnTo>
                  <a:pt x="212852" y="80264"/>
                </a:lnTo>
                <a:lnTo>
                  <a:pt x="203454" y="80264"/>
                </a:lnTo>
                <a:lnTo>
                  <a:pt x="203073" y="88620"/>
                </a:lnTo>
                <a:lnTo>
                  <a:pt x="202806" y="96888"/>
                </a:lnTo>
                <a:lnTo>
                  <a:pt x="202692" y="100342"/>
                </a:lnTo>
                <a:lnTo>
                  <a:pt x="202577" y="104140"/>
                </a:lnTo>
                <a:lnTo>
                  <a:pt x="200787" y="145288"/>
                </a:lnTo>
                <a:lnTo>
                  <a:pt x="200672" y="159473"/>
                </a:lnTo>
                <a:lnTo>
                  <a:pt x="200545" y="163906"/>
                </a:lnTo>
                <a:lnTo>
                  <a:pt x="200482" y="165430"/>
                </a:lnTo>
                <a:lnTo>
                  <a:pt x="200367" y="167538"/>
                </a:lnTo>
                <a:lnTo>
                  <a:pt x="200291" y="169037"/>
                </a:lnTo>
                <a:lnTo>
                  <a:pt x="200190" y="170916"/>
                </a:lnTo>
                <a:lnTo>
                  <a:pt x="200152" y="171704"/>
                </a:lnTo>
                <a:lnTo>
                  <a:pt x="197662" y="165430"/>
                </a:lnTo>
                <a:lnTo>
                  <a:pt x="195173" y="159473"/>
                </a:lnTo>
                <a:lnTo>
                  <a:pt x="192443" y="153479"/>
                </a:lnTo>
                <a:lnTo>
                  <a:pt x="189611" y="147828"/>
                </a:lnTo>
                <a:lnTo>
                  <a:pt x="176276" y="118745"/>
                </a:lnTo>
                <a:lnTo>
                  <a:pt x="172567" y="111404"/>
                </a:lnTo>
                <a:lnTo>
                  <a:pt x="169189" y="104140"/>
                </a:lnTo>
                <a:lnTo>
                  <a:pt x="166052" y="96888"/>
                </a:lnTo>
                <a:lnTo>
                  <a:pt x="163068" y="89535"/>
                </a:lnTo>
                <a:lnTo>
                  <a:pt x="154432" y="92837"/>
                </a:lnTo>
                <a:lnTo>
                  <a:pt x="157124" y="100342"/>
                </a:lnTo>
                <a:lnTo>
                  <a:pt x="163029" y="115252"/>
                </a:lnTo>
                <a:lnTo>
                  <a:pt x="165735" y="122682"/>
                </a:lnTo>
                <a:lnTo>
                  <a:pt x="177038" y="152527"/>
                </a:lnTo>
                <a:lnTo>
                  <a:pt x="186944" y="177673"/>
                </a:lnTo>
                <a:lnTo>
                  <a:pt x="182079" y="173101"/>
                </a:lnTo>
                <a:lnTo>
                  <a:pt x="172758" y="163906"/>
                </a:lnTo>
                <a:lnTo>
                  <a:pt x="167640" y="159131"/>
                </a:lnTo>
                <a:lnTo>
                  <a:pt x="144526" y="136652"/>
                </a:lnTo>
                <a:lnTo>
                  <a:pt x="138633" y="131254"/>
                </a:lnTo>
                <a:lnTo>
                  <a:pt x="132816" y="126009"/>
                </a:lnTo>
                <a:lnTo>
                  <a:pt x="126898" y="120777"/>
                </a:lnTo>
                <a:lnTo>
                  <a:pt x="120650" y="115443"/>
                </a:lnTo>
                <a:lnTo>
                  <a:pt x="114046" y="122047"/>
                </a:lnTo>
                <a:lnTo>
                  <a:pt x="119214" y="128028"/>
                </a:lnTo>
                <a:lnTo>
                  <a:pt x="124726" y="133985"/>
                </a:lnTo>
                <a:lnTo>
                  <a:pt x="130340" y="139954"/>
                </a:lnTo>
                <a:lnTo>
                  <a:pt x="135890" y="145923"/>
                </a:lnTo>
                <a:lnTo>
                  <a:pt x="158369" y="169037"/>
                </a:lnTo>
                <a:lnTo>
                  <a:pt x="162661" y="174053"/>
                </a:lnTo>
                <a:lnTo>
                  <a:pt x="167132" y="178739"/>
                </a:lnTo>
                <a:lnTo>
                  <a:pt x="171754" y="183489"/>
                </a:lnTo>
                <a:lnTo>
                  <a:pt x="176276" y="188341"/>
                </a:lnTo>
                <a:lnTo>
                  <a:pt x="121920" y="166497"/>
                </a:lnTo>
                <a:lnTo>
                  <a:pt x="114477" y="163906"/>
                </a:lnTo>
                <a:lnTo>
                  <a:pt x="99822" y="158496"/>
                </a:lnTo>
                <a:lnTo>
                  <a:pt x="92202" y="155829"/>
                </a:lnTo>
                <a:lnTo>
                  <a:pt x="88734" y="163906"/>
                </a:lnTo>
                <a:lnTo>
                  <a:pt x="88900" y="163906"/>
                </a:lnTo>
                <a:lnTo>
                  <a:pt x="95478" y="167538"/>
                </a:lnTo>
                <a:lnTo>
                  <a:pt x="102577" y="170916"/>
                </a:lnTo>
                <a:lnTo>
                  <a:pt x="109918" y="174053"/>
                </a:lnTo>
                <a:lnTo>
                  <a:pt x="117348" y="177038"/>
                </a:lnTo>
                <a:lnTo>
                  <a:pt x="146431" y="190246"/>
                </a:lnTo>
                <a:lnTo>
                  <a:pt x="152692" y="192824"/>
                </a:lnTo>
                <a:lnTo>
                  <a:pt x="158661" y="195478"/>
                </a:lnTo>
                <a:lnTo>
                  <a:pt x="164515" y="198348"/>
                </a:lnTo>
                <a:lnTo>
                  <a:pt x="170599" y="201650"/>
                </a:lnTo>
                <a:lnTo>
                  <a:pt x="157378" y="201650"/>
                </a:lnTo>
                <a:lnTo>
                  <a:pt x="150672" y="201879"/>
                </a:lnTo>
                <a:lnTo>
                  <a:pt x="143764" y="202311"/>
                </a:lnTo>
                <a:lnTo>
                  <a:pt x="112014" y="202946"/>
                </a:lnTo>
                <a:lnTo>
                  <a:pt x="103657" y="203695"/>
                </a:lnTo>
                <a:lnTo>
                  <a:pt x="95516" y="204139"/>
                </a:lnTo>
                <a:lnTo>
                  <a:pt x="79502" y="204851"/>
                </a:lnTo>
                <a:lnTo>
                  <a:pt x="79502" y="214249"/>
                </a:lnTo>
                <a:lnTo>
                  <a:pt x="87490" y="214630"/>
                </a:lnTo>
                <a:lnTo>
                  <a:pt x="107391" y="215265"/>
                </a:lnTo>
                <a:lnTo>
                  <a:pt x="106299" y="215265"/>
                </a:lnTo>
                <a:lnTo>
                  <a:pt x="112014" y="215519"/>
                </a:lnTo>
                <a:lnTo>
                  <a:pt x="143764" y="216154"/>
                </a:lnTo>
                <a:lnTo>
                  <a:pt x="158102" y="216966"/>
                </a:lnTo>
                <a:lnTo>
                  <a:pt x="172237" y="217385"/>
                </a:lnTo>
                <a:lnTo>
                  <a:pt x="188226" y="217551"/>
                </a:lnTo>
                <a:lnTo>
                  <a:pt x="200152" y="217551"/>
                </a:lnTo>
                <a:lnTo>
                  <a:pt x="200266" y="240817"/>
                </a:lnTo>
                <a:lnTo>
                  <a:pt x="200342" y="246291"/>
                </a:lnTo>
                <a:lnTo>
                  <a:pt x="200469" y="250698"/>
                </a:lnTo>
                <a:lnTo>
                  <a:pt x="200520" y="252387"/>
                </a:lnTo>
                <a:lnTo>
                  <a:pt x="200609" y="255358"/>
                </a:lnTo>
                <a:lnTo>
                  <a:pt x="200736" y="259600"/>
                </a:lnTo>
                <a:lnTo>
                  <a:pt x="201549" y="273939"/>
                </a:lnTo>
                <a:lnTo>
                  <a:pt x="201663" y="279768"/>
                </a:lnTo>
                <a:lnTo>
                  <a:pt x="201777" y="285534"/>
                </a:lnTo>
                <a:lnTo>
                  <a:pt x="201891" y="291452"/>
                </a:lnTo>
                <a:lnTo>
                  <a:pt x="202018" y="297688"/>
                </a:lnTo>
                <a:lnTo>
                  <a:pt x="202133" y="303657"/>
                </a:lnTo>
                <a:lnTo>
                  <a:pt x="202260" y="307594"/>
                </a:lnTo>
                <a:lnTo>
                  <a:pt x="202552" y="313994"/>
                </a:lnTo>
                <a:lnTo>
                  <a:pt x="202577" y="314604"/>
                </a:lnTo>
                <a:lnTo>
                  <a:pt x="202679" y="318071"/>
                </a:lnTo>
                <a:lnTo>
                  <a:pt x="202793" y="321627"/>
                </a:lnTo>
                <a:lnTo>
                  <a:pt x="202920" y="325501"/>
                </a:lnTo>
                <a:lnTo>
                  <a:pt x="203034" y="328930"/>
                </a:lnTo>
                <a:lnTo>
                  <a:pt x="203073" y="330200"/>
                </a:lnTo>
                <a:lnTo>
                  <a:pt x="203454" y="338201"/>
                </a:lnTo>
                <a:lnTo>
                  <a:pt x="212090" y="338201"/>
                </a:lnTo>
                <a:lnTo>
                  <a:pt x="212534" y="330200"/>
                </a:lnTo>
                <a:lnTo>
                  <a:pt x="212585" y="328930"/>
                </a:lnTo>
                <a:lnTo>
                  <a:pt x="212712" y="325501"/>
                </a:lnTo>
                <a:lnTo>
                  <a:pt x="212826" y="322135"/>
                </a:lnTo>
                <a:lnTo>
                  <a:pt x="212852" y="321627"/>
                </a:lnTo>
                <a:lnTo>
                  <a:pt x="212966" y="318071"/>
                </a:lnTo>
                <a:lnTo>
                  <a:pt x="213080" y="314604"/>
                </a:lnTo>
                <a:lnTo>
                  <a:pt x="213398" y="307594"/>
                </a:lnTo>
                <a:lnTo>
                  <a:pt x="214757" y="273939"/>
                </a:lnTo>
                <a:lnTo>
                  <a:pt x="214845" y="266915"/>
                </a:lnTo>
                <a:lnTo>
                  <a:pt x="214947" y="263906"/>
                </a:lnTo>
                <a:lnTo>
                  <a:pt x="215049" y="260604"/>
                </a:lnTo>
                <a:lnTo>
                  <a:pt x="215074" y="259600"/>
                </a:lnTo>
                <a:lnTo>
                  <a:pt x="215201" y="255752"/>
                </a:lnTo>
                <a:lnTo>
                  <a:pt x="215315" y="250698"/>
                </a:lnTo>
                <a:lnTo>
                  <a:pt x="215392" y="245999"/>
                </a:lnTo>
                <a:lnTo>
                  <a:pt x="218033" y="252387"/>
                </a:lnTo>
                <a:lnTo>
                  <a:pt x="223481" y="264896"/>
                </a:lnTo>
                <a:lnTo>
                  <a:pt x="226060" y="271272"/>
                </a:lnTo>
                <a:lnTo>
                  <a:pt x="239268" y="300355"/>
                </a:lnTo>
                <a:lnTo>
                  <a:pt x="243052" y="307594"/>
                </a:lnTo>
                <a:lnTo>
                  <a:pt x="246532" y="314604"/>
                </a:lnTo>
                <a:lnTo>
                  <a:pt x="249872" y="321627"/>
                </a:lnTo>
                <a:lnTo>
                  <a:pt x="253238" y="328930"/>
                </a:lnTo>
                <a:lnTo>
                  <a:pt x="261239" y="325501"/>
                </a:lnTo>
                <a:lnTo>
                  <a:pt x="258483" y="318071"/>
                </a:lnTo>
                <a:lnTo>
                  <a:pt x="255536" y="310629"/>
                </a:lnTo>
                <a:lnTo>
                  <a:pt x="252603" y="303161"/>
                </a:lnTo>
                <a:lnTo>
                  <a:pt x="249936" y="295656"/>
                </a:lnTo>
                <a:lnTo>
                  <a:pt x="238633" y="265938"/>
                </a:lnTo>
                <a:lnTo>
                  <a:pt x="230682" y="246291"/>
                </a:lnTo>
                <a:lnTo>
                  <a:pt x="230568" y="245999"/>
                </a:lnTo>
                <a:lnTo>
                  <a:pt x="228727" y="241427"/>
                </a:lnTo>
                <a:lnTo>
                  <a:pt x="233667" y="246291"/>
                </a:lnTo>
                <a:lnTo>
                  <a:pt x="238544" y="251015"/>
                </a:lnTo>
                <a:lnTo>
                  <a:pt x="243306" y="255752"/>
                </a:lnTo>
                <a:lnTo>
                  <a:pt x="247904" y="260604"/>
                </a:lnTo>
                <a:lnTo>
                  <a:pt x="295021" y="303657"/>
                </a:lnTo>
                <a:lnTo>
                  <a:pt x="300990" y="297688"/>
                </a:lnTo>
                <a:lnTo>
                  <a:pt x="295744" y="291452"/>
                </a:lnTo>
                <a:lnTo>
                  <a:pt x="290233" y="285534"/>
                </a:lnTo>
                <a:lnTo>
                  <a:pt x="284607" y="279768"/>
                </a:lnTo>
                <a:lnTo>
                  <a:pt x="279019" y="273939"/>
                </a:lnTo>
                <a:lnTo>
                  <a:pt x="253263" y="245783"/>
                </a:lnTo>
                <a:lnTo>
                  <a:pt x="238709" y="231470"/>
                </a:lnTo>
                <a:lnTo>
                  <a:pt x="263144" y="241427"/>
                </a:lnTo>
                <a:lnTo>
                  <a:pt x="292989" y="252730"/>
                </a:lnTo>
                <a:lnTo>
                  <a:pt x="300418" y="255358"/>
                </a:lnTo>
                <a:lnTo>
                  <a:pt x="315328" y="261213"/>
                </a:lnTo>
                <a:lnTo>
                  <a:pt x="322834" y="263906"/>
                </a:lnTo>
                <a:lnTo>
                  <a:pt x="326136" y="255905"/>
                </a:lnTo>
                <a:lnTo>
                  <a:pt x="319430" y="252552"/>
                </a:lnTo>
                <a:lnTo>
                  <a:pt x="305092" y="245783"/>
                </a:lnTo>
                <a:lnTo>
                  <a:pt x="297688" y="242062"/>
                </a:lnTo>
                <a:lnTo>
                  <a:pt x="274485" y="231470"/>
                </a:lnTo>
                <a:lnTo>
                  <a:pt x="268478" y="228727"/>
                </a:lnTo>
                <a:lnTo>
                  <a:pt x="262089" y="226161"/>
                </a:lnTo>
                <a:lnTo>
                  <a:pt x="249580" y="220764"/>
                </a:lnTo>
                <a:lnTo>
                  <a:pt x="243205" y="218186"/>
                </a:lnTo>
                <a:lnTo>
                  <a:pt x="254279" y="218186"/>
                </a:lnTo>
                <a:lnTo>
                  <a:pt x="264185" y="217919"/>
                </a:lnTo>
                <a:lnTo>
                  <a:pt x="311251" y="215785"/>
                </a:lnTo>
                <a:lnTo>
                  <a:pt x="327469" y="215265"/>
                </a:lnTo>
                <a:lnTo>
                  <a:pt x="335407" y="214884"/>
                </a:lnTo>
                <a:lnTo>
                  <a:pt x="335407" y="206248"/>
                </a:lnTo>
                <a:close/>
              </a:path>
              <a:path w="910590" h="449579">
                <a:moveTo>
                  <a:pt x="417703" y="208915"/>
                </a:moveTo>
                <a:lnTo>
                  <a:pt x="412178" y="161036"/>
                </a:lnTo>
                <a:lnTo>
                  <a:pt x="398399" y="122504"/>
                </a:lnTo>
                <a:lnTo>
                  <a:pt x="398399" y="208280"/>
                </a:lnTo>
                <a:lnTo>
                  <a:pt x="391566" y="258445"/>
                </a:lnTo>
                <a:lnTo>
                  <a:pt x="372351" y="303669"/>
                </a:lnTo>
                <a:lnTo>
                  <a:pt x="342595" y="342099"/>
                </a:lnTo>
                <a:lnTo>
                  <a:pt x="304165" y="371856"/>
                </a:lnTo>
                <a:lnTo>
                  <a:pt x="258940" y="391071"/>
                </a:lnTo>
                <a:lnTo>
                  <a:pt x="208788" y="397891"/>
                </a:lnTo>
                <a:lnTo>
                  <a:pt x="158356" y="391071"/>
                </a:lnTo>
                <a:lnTo>
                  <a:pt x="113055" y="371856"/>
                </a:lnTo>
                <a:lnTo>
                  <a:pt x="74688" y="342099"/>
                </a:lnTo>
                <a:lnTo>
                  <a:pt x="45046" y="303669"/>
                </a:lnTo>
                <a:lnTo>
                  <a:pt x="25946" y="258445"/>
                </a:lnTo>
                <a:lnTo>
                  <a:pt x="19253" y="208915"/>
                </a:lnTo>
                <a:lnTo>
                  <a:pt x="19177" y="208280"/>
                </a:lnTo>
                <a:lnTo>
                  <a:pt x="25946" y="157861"/>
                </a:lnTo>
                <a:lnTo>
                  <a:pt x="45046" y="112560"/>
                </a:lnTo>
                <a:lnTo>
                  <a:pt x="74688" y="74193"/>
                </a:lnTo>
                <a:lnTo>
                  <a:pt x="113055" y="44551"/>
                </a:lnTo>
                <a:lnTo>
                  <a:pt x="158356" y="25450"/>
                </a:lnTo>
                <a:lnTo>
                  <a:pt x="208788" y="18669"/>
                </a:lnTo>
                <a:lnTo>
                  <a:pt x="258940" y="25450"/>
                </a:lnTo>
                <a:lnTo>
                  <a:pt x="304165" y="44551"/>
                </a:lnTo>
                <a:lnTo>
                  <a:pt x="342595" y="74193"/>
                </a:lnTo>
                <a:lnTo>
                  <a:pt x="372351" y="112560"/>
                </a:lnTo>
                <a:lnTo>
                  <a:pt x="391566" y="157861"/>
                </a:lnTo>
                <a:lnTo>
                  <a:pt x="398399" y="208280"/>
                </a:lnTo>
                <a:lnTo>
                  <a:pt x="398399" y="122504"/>
                </a:lnTo>
                <a:lnTo>
                  <a:pt x="371779" y="78282"/>
                </a:lnTo>
                <a:lnTo>
                  <a:pt x="339420" y="45923"/>
                </a:lnTo>
                <a:lnTo>
                  <a:pt x="300634" y="21247"/>
                </a:lnTo>
                <a:lnTo>
                  <a:pt x="293420" y="18669"/>
                </a:lnTo>
                <a:lnTo>
                  <a:pt x="256667" y="5524"/>
                </a:lnTo>
                <a:lnTo>
                  <a:pt x="208788" y="0"/>
                </a:lnTo>
                <a:lnTo>
                  <a:pt x="160909" y="5524"/>
                </a:lnTo>
                <a:lnTo>
                  <a:pt x="116954" y="21247"/>
                </a:lnTo>
                <a:lnTo>
                  <a:pt x="78193" y="45923"/>
                </a:lnTo>
                <a:lnTo>
                  <a:pt x="45859" y="78282"/>
                </a:lnTo>
                <a:lnTo>
                  <a:pt x="21209" y="117068"/>
                </a:lnTo>
                <a:lnTo>
                  <a:pt x="5511" y="161036"/>
                </a:lnTo>
                <a:lnTo>
                  <a:pt x="63" y="208280"/>
                </a:lnTo>
                <a:lnTo>
                  <a:pt x="0" y="208915"/>
                </a:lnTo>
                <a:lnTo>
                  <a:pt x="5511" y="256794"/>
                </a:lnTo>
                <a:lnTo>
                  <a:pt x="21209" y="300748"/>
                </a:lnTo>
                <a:lnTo>
                  <a:pt x="45859" y="339509"/>
                </a:lnTo>
                <a:lnTo>
                  <a:pt x="78206" y="371856"/>
                </a:lnTo>
                <a:lnTo>
                  <a:pt x="116954" y="396494"/>
                </a:lnTo>
                <a:lnTo>
                  <a:pt x="160909" y="412191"/>
                </a:lnTo>
                <a:lnTo>
                  <a:pt x="208788" y="417703"/>
                </a:lnTo>
                <a:lnTo>
                  <a:pt x="256667" y="412191"/>
                </a:lnTo>
                <a:lnTo>
                  <a:pt x="296684" y="397891"/>
                </a:lnTo>
                <a:lnTo>
                  <a:pt x="300634" y="396494"/>
                </a:lnTo>
                <a:lnTo>
                  <a:pt x="339407" y="371856"/>
                </a:lnTo>
                <a:lnTo>
                  <a:pt x="371779" y="339509"/>
                </a:lnTo>
                <a:lnTo>
                  <a:pt x="396455" y="300748"/>
                </a:lnTo>
                <a:lnTo>
                  <a:pt x="412178" y="256794"/>
                </a:lnTo>
                <a:lnTo>
                  <a:pt x="417703" y="208915"/>
                </a:lnTo>
                <a:close/>
              </a:path>
              <a:path w="910590" h="449579">
                <a:moveTo>
                  <a:pt x="910107" y="304812"/>
                </a:moveTo>
                <a:lnTo>
                  <a:pt x="908177" y="294640"/>
                </a:lnTo>
                <a:lnTo>
                  <a:pt x="904608" y="284480"/>
                </a:lnTo>
                <a:lnTo>
                  <a:pt x="903198" y="281940"/>
                </a:lnTo>
                <a:lnTo>
                  <a:pt x="899680" y="275590"/>
                </a:lnTo>
                <a:lnTo>
                  <a:pt x="898982" y="274320"/>
                </a:lnTo>
                <a:lnTo>
                  <a:pt x="895223" y="270510"/>
                </a:lnTo>
                <a:lnTo>
                  <a:pt x="891476" y="266712"/>
                </a:lnTo>
                <a:lnTo>
                  <a:pt x="882269" y="259080"/>
                </a:lnTo>
                <a:lnTo>
                  <a:pt x="881634" y="259080"/>
                </a:lnTo>
                <a:lnTo>
                  <a:pt x="881634" y="308610"/>
                </a:lnTo>
                <a:lnTo>
                  <a:pt x="880999" y="314960"/>
                </a:lnTo>
                <a:lnTo>
                  <a:pt x="877697" y="321310"/>
                </a:lnTo>
                <a:lnTo>
                  <a:pt x="876427" y="322580"/>
                </a:lnTo>
                <a:lnTo>
                  <a:pt x="872363" y="328930"/>
                </a:lnTo>
                <a:lnTo>
                  <a:pt x="866394" y="332740"/>
                </a:lnTo>
                <a:lnTo>
                  <a:pt x="859790" y="335280"/>
                </a:lnTo>
                <a:lnTo>
                  <a:pt x="844169" y="335280"/>
                </a:lnTo>
                <a:lnTo>
                  <a:pt x="841248" y="331470"/>
                </a:lnTo>
                <a:lnTo>
                  <a:pt x="834644" y="327660"/>
                </a:lnTo>
                <a:lnTo>
                  <a:pt x="829945" y="322580"/>
                </a:lnTo>
                <a:lnTo>
                  <a:pt x="828675" y="314960"/>
                </a:lnTo>
                <a:lnTo>
                  <a:pt x="826643" y="308610"/>
                </a:lnTo>
                <a:lnTo>
                  <a:pt x="847852" y="281940"/>
                </a:lnTo>
                <a:lnTo>
                  <a:pt x="858647" y="281940"/>
                </a:lnTo>
                <a:lnTo>
                  <a:pt x="867791" y="284480"/>
                </a:lnTo>
                <a:lnTo>
                  <a:pt x="874395" y="289560"/>
                </a:lnTo>
                <a:lnTo>
                  <a:pt x="878332" y="294640"/>
                </a:lnTo>
                <a:lnTo>
                  <a:pt x="879602" y="302260"/>
                </a:lnTo>
                <a:lnTo>
                  <a:pt x="881634" y="308610"/>
                </a:lnTo>
                <a:lnTo>
                  <a:pt x="881634" y="259080"/>
                </a:lnTo>
                <a:lnTo>
                  <a:pt x="874737" y="255270"/>
                </a:lnTo>
                <a:lnTo>
                  <a:pt x="867638" y="252730"/>
                </a:lnTo>
                <a:lnTo>
                  <a:pt x="853186" y="250190"/>
                </a:lnTo>
                <a:lnTo>
                  <a:pt x="847979" y="250190"/>
                </a:lnTo>
                <a:lnTo>
                  <a:pt x="809371" y="270510"/>
                </a:lnTo>
                <a:lnTo>
                  <a:pt x="803236" y="266712"/>
                </a:lnTo>
                <a:lnTo>
                  <a:pt x="782828" y="254012"/>
                </a:lnTo>
                <a:lnTo>
                  <a:pt x="785101" y="247662"/>
                </a:lnTo>
                <a:lnTo>
                  <a:pt x="786777" y="241312"/>
                </a:lnTo>
                <a:lnTo>
                  <a:pt x="787806" y="234962"/>
                </a:lnTo>
                <a:lnTo>
                  <a:pt x="788098" y="228612"/>
                </a:lnTo>
                <a:lnTo>
                  <a:pt x="788162" y="227330"/>
                </a:lnTo>
                <a:lnTo>
                  <a:pt x="787806" y="220980"/>
                </a:lnTo>
                <a:lnTo>
                  <a:pt x="786777" y="214630"/>
                </a:lnTo>
                <a:lnTo>
                  <a:pt x="785101" y="207010"/>
                </a:lnTo>
                <a:lnTo>
                  <a:pt x="782828" y="200660"/>
                </a:lnTo>
                <a:lnTo>
                  <a:pt x="804938" y="187960"/>
                </a:lnTo>
                <a:lnTo>
                  <a:pt x="809371" y="185420"/>
                </a:lnTo>
                <a:lnTo>
                  <a:pt x="815886" y="191770"/>
                </a:lnTo>
                <a:lnTo>
                  <a:pt x="822655" y="196862"/>
                </a:lnTo>
                <a:lnTo>
                  <a:pt x="829919" y="200660"/>
                </a:lnTo>
                <a:lnTo>
                  <a:pt x="837946" y="203212"/>
                </a:lnTo>
                <a:lnTo>
                  <a:pt x="848233" y="205740"/>
                </a:lnTo>
                <a:lnTo>
                  <a:pt x="861695" y="205740"/>
                </a:lnTo>
                <a:lnTo>
                  <a:pt x="869950" y="203212"/>
                </a:lnTo>
                <a:lnTo>
                  <a:pt x="877697" y="199390"/>
                </a:lnTo>
                <a:lnTo>
                  <a:pt x="880999" y="196862"/>
                </a:lnTo>
                <a:lnTo>
                  <a:pt x="890054" y="190512"/>
                </a:lnTo>
                <a:lnTo>
                  <a:pt x="894283" y="185420"/>
                </a:lnTo>
                <a:lnTo>
                  <a:pt x="897458" y="181610"/>
                </a:lnTo>
                <a:lnTo>
                  <a:pt x="898906" y="179070"/>
                </a:lnTo>
                <a:lnTo>
                  <a:pt x="902538" y="172720"/>
                </a:lnTo>
                <a:lnTo>
                  <a:pt x="903262" y="171462"/>
                </a:lnTo>
                <a:lnTo>
                  <a:pt x="907542" y="161290"/>
                </a:lnTo>
                <a:lnTo>
                  <a:pt x="909370" y="149860"/>
                </a:lnTo>
                <a:lnTo>
                  <a:pt x="909027" y="139712"/>
                </a:lnTo>
                <a:lnTo>
                  <a:pt x="908977" y="138430"/>
                </a:lnTo>
                <a:lnTo>
                  <a:pt x="906373" y="127012"/>
                </a:lnTo>
                <a:lnTo>
                  <a:pt x="902766" y="119380"/>
                </a:lnTo>
                <a:lnTo>
                  <a:pt x="901573" y="116840"/>
                </a:lnTo>
                <a:lnTo>
                  <a:pt x="895019" y="106680"/>
                </a:lnTo>
                <a:lnTo>
                  <a:pt x="886688" y="99060"/>
                </a:lnTo>
                <a:lnTo>
                  <a:pt x="879602" y="95351"/>
                </a:lnTo>
                <a:lnTo>
                  <a:pt x="879602" y="139712"/>
                </a:lnTo>
                <a:lnTo>
                  <a:pt x="879602" y="146062"/>
                </a:lnTo>
                <a:lnTo>
                  <a:pt x="876427" y="153670"/>
                </a:lnTo>
                <a:lnTo>
                  <a:pt x="875030" y="160020"/>
                </a:lnTo>
                <a:lnTo>
                  <a:pt x="870458" y="165112"/>
                </a:lnTo>
                <a:lnTo>
                  <a:pt x="864362" y="170180"/>
                </a:lnTo>
                <a:lnTo>
                  <a:pt x="860298" y="171462"/>
                </a:lnTo>
                <a:lnTo>
                  <a:pt x="855345" y="172720"/>
                </a:lnTo>
                <a:lnTo>
                  <a:pt x="844550" y="172720"/>
                </a:lnTo>
                <a:lnTo>
                  <a:pt x="838581" y="170180"/>
                </a:lnTo>
                <a:lnTo>
                  <a:pt x="831977" y="166370"/>
                </a:lnTo>
                <a:lnTo>
                  <a:pt x="825373" y="153670"/>
                </a:lnTo>
                <a:lnTo>
                  <a:pt x="824738" y="147320"/>
                </a:lnTo>
                <a:lnTo>
                  <a:pt x="824611" y="146062"/>
                </a:lnTo>
                <a:lnTo>
                  <a:pt x="826008" y="139712"/>
                </a:lnTo>
                <a:lnTo>
                  <a:pt x="828040" y="132080"/>
                </a:lnTo>
                <a:lnTo>
                  <a:pt x="831977" y="125730"/>
                </a:lnTo>
                <a:lnTo>
                  <a:pt x="838581" y="123190"/>
                </a:lnTo>
                <a:lnTo>
                  <a:pt x="843026" y="120662"/>
                </a:lnTo>
                <a:lnTo>
                  <a:pt x="847979" y="119380"/>
                </a:lnTo>
                <a:lnTo>
                  <a:pt x="859155" y="119380"/>
                </a:lnTo>
                <a:lnTo>
                  <a:pt x="865759" y="121920"/>
                </a:lnTo>
                <a:lnTo>
                  <a:pt x="871728" y="125730"/>
                </a:lnTo>
                <a:lnTo>
                  <a:pt x="875665" y="132080"/>
                </a:lnTo>
                <a:lnTo>
                  <a:pt x="879602" y="139712"/>
                </a:lnTo>
                <a:lnTo>
                  <a:pt x="879602" y="95351"/>
                </a:lnTo>
                <a:lnTo>
                  <a:pt x="877011" y="93980"/>
                </a:lnTo>
                <a:lnTo>
                  <a:pt x="866394" y="88912"/>
                </a:lnTo>
                <a:lnTo>
                  <a:pt x="861822" y="88912"/>
                </a:lnTo>
                <a:lnTo>
                  <a:pt x="856996" y="87630"/>
                </a:lnTo>
                <a:lnTo>
                  <a:pt x="852043" y="87630"/>
                </a:lnTo>
                <a:lnTo>
                  <a:pt x="830122" y="91440"/>
                </a:lnTo>
                <a:lnTo>
                  <a:pt x="823341" y="95262"/>
                </a:lnTo>
                <a:lnTo>
                  <a:pt x="822579" y="95262"/>
                </a:lnTo>
                <a:lnTo>
                  <a:pt x="796163" y="130810"/>
                </a:lnTo>
                <a:lnTo>
                  <a:pt x="794067" y="146062"/>
                </a:lnTo>
                <a:lnTo>
                  <a:pt x="793991" y="147320"/>
                </a:lnTo>
                <a:lnTo>
                  <a:pt x="794600" y="153670"/>
                </a:lnTo>
                <a:lnTo>
                  <a:pt x="794715" y="154940"/>
                </a:lnTo>
                <a:lnTo>
                  <a:pt x="794829" y="156210"/>
                </a:lnTo>
                <a:lnTo>
                  <a:pt x="796798" y="163830"/>
                </a:lnTo>
                <a:lnTo>
                  <a:pt x="770255" y="179070"/>
                </a:lnTo>
                <a:lnTo>
                  <a:pt x="768985" y="176530"/>
                </a:lnTo>
                <a:lnTo>
                  <a:pt x="766953" y="175260"/>
                </a:lnTo>
                <a:lnTo>
                  <a:pt x="765683" y="173990"/>
                </a:lnTo>
                <a:lnTo>
                  <a:pt x="757466" y="166370"/>
                </a:lnTo>
                <a:lnTo>
                  <a:pt x="752983" y="163372"/>
                </a:lnTo>
                <a:lnTo>
                  <a:pt x="752983" y="227330"/>
                </a:lnTo>
                <a:lnTo>
                  <a:pt x="752271" y="234962"/>
                </a:lnTo>
                <a:lnTo>
                  <a:pt x="722122" y="266712"/>
                </a:lnTo>
                <a:lnTo>
                  <a:pt x="706170" y="266712"/>
                </a:lnTo>
                <a:lnTo>
                  <a:pt x="676236" y="236220"/>
                </a:lnTo>
                <a:lnTo>
                  <a:pt x="675513" y="227330"/>
                </a:lnTo>
                <a:lnTo>
                  <a:pt x="676338" y="219710"/>
                </a:lnTo>
                <a:lnTo>
                  <a:pt x="706170" y="189230"/>
                </a:lnTo>
                <a:lnTo>
                  <a:pt x="713994" y="187960"/>
                </a:lnTo>
                <a:lnTo>
                  <a:pt x="722122" y="189230"/>
                </a:lnTo>
                <a:lnTo>
                  <a:pt x="752157" y="219710"/>
                </a:lnTo>
                <a:lnTo>
                  <a:pt x="752983" y="227330"/>
                </a:lnTo>
                <a:lnTo>
                  <a:pt x="752983" y="163372"/>
                </a:lnTo>
                <a:lnTo>
                  <a:pt x="747979" y="160020"/>
                </a:lnTo>
                <a:lnTo>
                  <a:pt x="737374" y="156210"/>
                </a:lnTo>
                <a:lnTo>
                  <a:pt x="725805" y="153670"/>
                </a:lnTo>
                <a:lnTo>
                  <a:pt x="725805" y="123190"/>
                </a:lnTo>
                <a:lnTo>
                  <a:pt x="761834" y="99060"/>
                </a:lnTo>
                <a:lnTo>
                  <a:pt x="765771" y="91440"/>
                </a:lnTo>
                <a:lnTo>
                  <a:pt x="767092" y="88912"/>
                </a:lnTo>
                <a:lnTo>
                  <a:pt x="770458" y="77470"/>
                </a:lnTo>
                <a:lnTo>
                  <a:pt x="771652" y="66040"/>
                </a:lnTo>
                <a:lnTo>
                  <a:pt x="770547" y="54610"/>
                </a:lnTo>
                <a:lnTo>
                  <a:pt x="767334" y="43180"/>
                </a:lnTo>
                <a:lnTo>
                  <a:pt x="764070" y="36830"/>
                </a:lnTo>
                <a:lnTo>
                  <a:pt x="762114" y="33020"/>
                </a:lnTo>
                <a:lnTo>
                  <a:pt x="755015" y="24130"/>
                </a:lnTo>
                <a:lnTo>
                  <a:pt x="746658" y="17780"/>
                </a:lnTo>
                <a:lnTo>
                  <a:pt x="740410" y="13792"/>
                </a:lnTo>
                <a:lnTo>
                  <a:pt x="740410" y="57162"/>
                </a:lnTo>
                <a:lnTo>
                  <a:pt x="740410" y="72390"/>
                </a:lnTo>
                <a:lnTo>
                  <a:pt x="738505" y="78740"/>
                </a:lnTo>
                <a:lnTo>
                  <a:pt x="733171" y="83820"/>
                </a:lnTo>
                <a:lnTo>
                  <a:pt x="728599" y="87630"/>
                </a:lnTo>
                <a:lnTo>
                  <a:pt x="721868" y="91440"/>
                </a:lnTo>
                <a:lnTo>
                  <a:pt x="706628" y="91440"/>
                </a:lnTo>
                <a:lnTo>
                  <a:pt x="700024" y="88912"/>
                </a:lnTo>
                <a:lnTo>
                  <a:pt x="695325" y="83820"/>
                </a:lnTo>
                <a:lnTo>
                  <a:pt x="690753" y="78740"/>
                </a:lnTo>
                <a:lnTo>
                  <a:pt x="687451" y="72390"/>
                </a:lnTo>
                <a:lnTo>
                  <a:pt x="687451" y="57162"/>
                </a:lnTo>
                <a:lnTo>
                  <a:pt x="690118" y="50812"/>
                </a:lnTo>
                <a:lnTo>
                  <a:pt x="695325" y="45720"/>
                </a:lnTo>
                <a:lnTo>
                  <a:pt x="700024" y="40640"/>
                </a:lnTo>
                <a:lnTo>
                  <a:pt x="706628" y="36830"/>
                </a:lnTo>
                <a:lnTo>
                  <a:pt x="721868" y="36830"/>
                </a:lnTo>
                <a:lnTo>
                  <a:pt x="728599" y="40640"/>
                </a:lnTo>
                <a:lnTo>
                  <a:pt x="733171" y="45720"/>
                </a:lnTo>
                <a:lnTo>
                  <a:pt x="738505" y="50812"/>
                </a:lnTo>
                <a:lnTo>
                  <a:pt x="740410" y="57162"/>
                </a:lnTo>
                <a:lnTo>
                  <a:pt x="740410" y="13792"/>
                </a:lnTo>
                <a:lnTo>
                  <a:pt x="736739" y="11430"/>
                </a:lnTo>
                <a:lnTo>
                  <a:pt x="725703" y="8890"/>
                </a:lnTo>
                <a:lnTo>
                  <a:pt x="713994" y="7620"/>
                </a:lnTo>
                <a:lnTo>
                  <a:pt x="702729" y="8890"/>
                </a:lnTo>
                <a:lnTo>
                  <a:pt x="666711" y="33020"/>
                </a:lnTo>
                <a:lnTo>
                  <a:pt x="656971" y="66040"/>
                </a:lnTo>
                <a:lnTo>
                  <a:pt x="657948" y="77470"/>
                </a:lnTo>
                <a:lnTo>
                  <a:pt x="680186" y="113030"/>
                </a:lnTo>
                <a:lnTo>
                  <a:pt x="702691" y="123190"/>
                </a:lnTo>
                <a:lnTo>
                  <a:pt x="702691" y="154940"/>
                </a:lnTo>
                <a:lnTo>
                  <a:pt x="662940" y="175260"/>
                </a:lnTo>
                <a:lnTo>
                  <a:pt x="642518" y="213360"/>
                </a:lnTo>
                <a:lnTo>
                  <a:pt x="640969" y="228612"/>
                </a:lnTo>
                <a:lnTo>
                  <a:pt x="642518" y="243840"/>
                </a:lnTo>
                <a:lnTo>
                  <a:pt x="662940" y="281940"/>
                </a:lnTo>
                <a:lnTo>
                  <a:pt x="702691" y="302260"/>
                </a:lnTo>
                <a:lnTo>
                  <a:pt x="702691" y="334010"/>
                </a:lnTo>
                <a:lnTo>
                  <a:pt x="666711" y="358140"/>
                </a:lnTo>
                <a:lnTo>
                  <a:pt x="656971" y="391160"/>
                </a:lnTo>
                <a:lnTo>
                  <a:pt x="658063" y="402590"/>
                </a:lnTo>
                <a:lnTo>
                  <a:pt x="682167" y="439420"/>
                </a:lnTo>
                <a:lnTo>
                  <a:pt x="702729" y="449580"/>
                </a:lnTo>
                <a:lnTo>
                  <a:pt x="725525" y="449580"/>
                </a:lnTo>
                <a:lnTo>
                  <a:pt x="761834" y="424180"/>
                </a:lnTo>
                <a:lnTo>
                  <a:pt x="771652" y="391160"/>
                </a:lnTo>
                <a:lnTo>
                  <a:pt x="770547" y="379730"/>
                </a:lnTo>
                <a:lnTo>
                  <a:pt x="767334" y="368312"/>
                </a:lnTo>
                <a:lnTo>
                  <a:pt x="764717" y="363220"/>
                </a:lnTo>
                <a:lnTo>
                  <a:pt x="762114" y="358140"/>
                </a:lnTo>
                <a:lnTo>
                  <a:pt x="755015" y="349262"/>
                </a:lnTo>
                <a:lnTo>
                  <a:pt x="748296" y="344170"/>
                </a:lnTo>
                <a:lnTo>
                  <a:pt x="741172" y="340360"/>
                </a:lnTo>
                <a:lnTo>
                  <a:pt x="740410" y="339979"/>
                </a:lnTo>
                <a:lnTo>
                  <a:pt x="740410" y="382270"/>
                </a:lnTo>
                <a:lnTo>
                  <a:pt x="740410" y="397510"/>
                </a:lnTo>
                <a:lnTo>
                  <a:pt x="738505" y="403860"/>
                </a:lnTo>
                <a:lnTo>
                  <a:pt x="733171" y="408940"/>
                </a:lnTo>
                <a:lnTo>
                  <a:pt x="728599" y="414020"/>
                </a:lnTo>
                <a:lnTo>
                  <a:pt x="721868" y="417830"/>
                </a:lnTo>
                <a:lnTo>
                  <a:pt x="706628" y="417830"/>
                </a:lnTo>
                <a:lnTo>
                  <a:pt x="700024" y="414020"/>
                </a:lnTo>
                <a:lnTo>
                  <a:pt x="695325" y="408940"/>
                </a:lnTo>
                <a:lnTo>
                  <a:pt x="690753" y="403860"/>
                </a:lnTo>
                <a:lnTo>
                  <a:pt x="687451" y="397510"/>
                </a:lnTo>
                <a:lnTo>
                  <a:pt x="687451" y="382270"/>
                </a:lnTo>
                <a:lnTo>
                  <a:pt x="690118" y="375920"/>
                </a:lnTo>
                <a:lnTo>
                  <a:pt x="695325" y="370840"/>
                </a:lnTo>
                <a:lnTo>
                  <a:pt x="700024" y="365760"/>
                </a:lnTo>
                <a:lnTo>
                  <a:pt x="706628" y="363220"/>
                </a:lnTo>
                <a:lnTo>
                  <a:pt x="721868" y="363220"/>
                </a:lnTo>
                <a:lnTo>
                  <a:pt x="728599" y="365760"/>
                </a:lnTo>
                <a:lnTo>
                  <a:pt x="737108" y="375920"/>
                </a:lnTo>
                <a:lnTo>
                  <a:pt x="740410" y="382270"/>
                </a:lnTo>
                <a:lnTo>
                  <a:pt x="740410" y="339979"/>
                </a:lnTo>
                <a:lnTo>
                  <a:pt x="733653" y="336562"/>
                </a:lnTo>
                <a:lnTo>
                  <a:pt x="725805" y="334010"/>
                </a:lnTo>
                <a:lnTo>
                  <a:pt x="725805" y="302260"/>
                </a:lnTo>
                <a:lnTo>
                  <a:pt x="765683" y="281940"/>
                </a:lnTo>
                <a:lnTo>
                  <a:pt x="766953" y="279412"/>
                </a:lnTo>
                <a:lnTo>
                  <a:pt x="768985" y="278130"/>
                </a:lnTo>
                <a:lnTo>
                  <a:pt x="770255" y="275590"/>
                </a:lnTo>
                <a:lnTo>
                  <a:pt x="796798" y="292112"/>
                </a:lnTo>
                <a:lnTo>
                  <a:pt x="794918" y="299720"/>
                </a:lnTo>
                <a:lnTo>
                  <a:pt x="794232" y="308610"/>
                </a:lnTo>
                <a:lnTo>
                  <a:pt x="794600" y="314960"/>
                </a:lnTo>
                <a:lnTo>
                  <a:pt x="794664" y="316230"/>
                </a:lnTo>
                <a:lnTo>
                  <a:pt x="796163" y="325120"/>
                </a:lnTo>
                <a:lnTo>
                  <a:pt x="822579" y="360680"/>
                </a:lnTo>
                <a:lnTo>
                  <a:pt x="843775" y="368312"/>
                </a:lnTo>
                <a:lnTo>
                  <a:pt x="856234" y="368312"/>
                </a:lnTo>
                <a:lnTo>
                  <a:pt x="894486" y="349262"/>
                </a:lnTo>
                <a:lnTo>
                  <a:pt x="901573" y="339090"/>
                </a:lnTo>
                <a:lnTo>
                  <a:pt x="902208" y="339090"/>
                </a:lnTo>
                <a:lnTo>
                  <a:pt x="903909" y="335280"/>
                </a:lnTo>
                <a:lnTo>
                  <a:pt x="907326" y="327660"/>
                </a:lnTo>
                <a:lnTo>
                  <a:pt x="909904" y="316230"/>
                </a:lnTo>
                <a:lnTo>
                  <a:pt x="909929" y="314960"/>
                </a:lnTo>
                <a:lnTo>
                  <a:pt x="910043" y="308610"/>
                </a:lnTo>
                <a:lnTo>
                  <a:pt x="910107" y="304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 txBox="1"/>
          <p:nvPr/>
        </p:nvSpPr>
        <p:spPr>
          <a:xfrm>
            <a:off x="9897364" y="6013577"/>
            <a:ext cx="1642110" cy="1854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238125" marR="434340" indent="8890">
              <a:lnSpc>
                <a:spcPct val="100000"/>
              </a:lnSpc>
            </a:pPr>
            <a:r>
              <a:rPr dirty="0" sz="1400" spc="180">
                <a:solidFill>
                  <a:srgbClr val="FFFFFF"/>
                </a:solidFill>
                <a:latin typeface="Calibri"/>
                <a:cs typeface="Calibri"/>
              </a:rPr>
              <a:t>Outbound </a:t>
            </a:r>
            <a:r>
              <a:rPr dirty="0" sz="1400" spc="185">
                <a:solidFill>
                  <a:srgbClr val="FFFFFF"/>
                </a:solidFill>
                <a:latin typeface="Calibri"/>
                <a:cs typeface="Calibri"/>
              </a:rPr>
              <a:t>Payments </a:t>
            </a:r>
            <a:r>
              <a:rPr dirty="0" sz="1400" spc="17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120">
                <a:solidFill>
                  <a:srgbClr val="FFFFFF"/>
                </a:solidFill>
                <a:latin typeface="Calibri"/>
                <a:cs typeface="Calibri"/>
              </a:rPr>
              <a:t>Store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4675951" y="6378066"/>
            <a:ext cx="8887460" cy="3089275"/>
            <a:chOff x="4675951" y="6378066"/>
            <a:chExt cx="8887460" cy="3089275"/>
          </a:xfrm>
        </p:grpSpPr>
        <p:sp>
          <p:nvSpPr>
            <p:cNvPr id="81" name="object 81" descr=""/>
            <p:cNvSpPr/>
            <p:nvPr/>
          </p:nvSpPr>
          <p:spPr>
            <a:xfrm>
              <a:off x="10149332" y="6378066"/>
              <a:ext cx="911225" cy="449580"/>
            </a:xfrm>
            <a:custGeom>
              <a:avLst/>
              <a:gdLst/>
              <a:ahLst/>
              <a:cxnLst/>
              <a:rect l="l" t="t" r="r" b="b"/>
              <a:pathLst>
                <a:path w="911225" h="449579">
                  <a:moveTo>
                    <a:pt x="335407" y="206248"/>
                  </a:moveTo>
                  <a:lnTo>
                    <a:pt x="327406" y="205879"/>
                  </a:lnTo>
                  <a:lnTo>
                    <a:pt x="311238" y="205308"/>
                  </a:lnTo>
                  <a:lnTo>
                    <a:pt x="302895" y="204851"/>
                  </a:lnTo>
                  <a:lnTo>
                    <a:pt x="272415" y="202311"/>
                  </a:lnTo>
                  <a:lnTo>
                    <a:pt x="258229" y="201879"/>
                  </a:lnTo>
                  <a:lnTo>
                    <a:pt x="244284" y="201650"/>
                  </a:lnTo>
                  <a:lnTo>
                    <a:pt x="216154" y="201650"/>
                  </a:lnTo>
                  <a:lnTo>
                    <a:pt x="216103" y="188341"/>
                  </a:lnTo>
                  <a:lnTo>
                    <a:pt x="215468" y="147828"/>
                  </a:lnTo>
                  <a:lnTo>
                    <a:pt x="215392" y="145288"/>
                  </a:lnTo>
                  <a:lnTo>
                    <a:pt x="215277" y="139954"/>
                  </a:lnTo>
                  <a:lnTo>
                    <a:pt x="215163" y="133985"/>
                  </a:lnTo>
                  <a:lnTo>
                    <a:pt x="215049" y="128028"/>
                  </a:lnTo>
                  <a:lnTo>
                    <a:pt x="214934" y="122047"/>
                  </a:lnTo>
                  <a:lnTo>
                    <a:pt x="214871" y="118745"/>
                  </a:lnTo>
                  <a:lnTo>
                    <a:pt x="214757" y="112776"/>
                  </a:lnTo>
                  <a:lnTo>
                    <a:pt x="214007" y="104787"/>
                  </a:lnTo>
                  <a:lnTo>
                    <a:pt x="213550" y="96888"/>
                  </a:lnTo>
                  <a:lnTo>
                    <a:pt x="213220" y="89535"/>
                  </a:lnTo>
                  <a:lnTo>
                    <a:pt x="212725" y="80264"/>
                  </a:lnTo>
                  <a:lnTo>
                    <a:pt x="203581" y="80264"/>
                  </a:lnTo>
                  <a:lnTo>
                    <a:pt x="203123" y="88620"/>
                  </a:lnTo>
                  <a:lnTo>
                    <a:pt x="202577" y="104140"/>
                  </a:lnTo>
                  <a:lnTo>
                    <a:pt x="202184" y="112776"/>
                  </a:lnTo>
                  <a:lnTo>
                    <a:pt x="202057" y="118745"/>
                  </a:lnTo>
                  <a:lnTo>
                    <a:pt x="201993" y="122047"/>
                  </a:lnTo>
                  <a:lnTo>
                    <a:pt x="201879" y="128028"/>
                  </a:lnTo>
                  <a:lnTo>
                    <a:pt x="201764" y="133985"/>
                  </a:lnTo>
                  <a:lnTo>
                    <a:pt x="201650" y="139954"/>
                  </a:lnTo>
                  <a:lnTo>
                    <a:pt x="201549" y="145288"/>
                  </a:lnTo>
                  <a:lnTo>
                    <a:pt x="201434" y="155829"/>
                  </a:lnTo>
                  <a:lnTo>
                    <a:pt x="201307" y="159473"/>
                  </a:lnTo>
                  <a:lnTo>
                    <a:pt x="201015" y="163906"/>
                  </a:lnTo>
                  <a:lnTo>
                    <a:pt x="200901" y="165430"/>
                  </a:lnTo>
                  <a:lnTo>
                    <a:pt x="200240" y="170916"/>
                  </a:lnTo>
                  <a:lnTo>
                    <a:pt x="200152" y="171704"/>
                  </a:lnTo>
                  <a:lnTo>
                    <a:pt x="197662" y="165430"/>
                  </a:lnTo>
                  <a:lnTo>
                    <a:pt x="195173" y="159473"/>
                  </a:lnTo>
                  <a:lnTo>
                    <a:pt x="192443" y="153479"/>
                  </a:lnTo>
                  <a:lnTo>
                    <a:pt x="189611" y="147828"/>
                  </a:lnTo>
                  <a:lnTo>
                    <a:pt x="176276" y="118745"/>
                  </a:lnTo>
                  <a:lnTo>
                    <a:pt x="169430" y="104140"/>
                  </a:lnTo>
                  <a:lnTo>
                    <a:pt x="166141" y="96888"/>
                  </a:lnTo>
                  <a:lnTo>
                    <a:pt x="163068" y="89535"/>
                  </a:lnTo>
                  <a:lnTo>
                    <a:pt x="155067" y="92837"/>
                  </a:lnTo>
                  <a:lnTo>
                    <a:pt x="157657" y="100342"/>
                  </a:lnTo>
                  <a:lnTo>
                    <a:pt x="163131" y="115252"/>
                  </a:lnTo>
                  <a:lnTo>
                    <a:pt x="165735" y="122682"/>
                  </a:lnTo>
                  <a:lnTo>
                    <a:pt x="176911" y="152527"/>
                  </a:lnTo>
                  <a:lnTo>
                    <a:pt x="186944" y="177673"/>
                  </a:lnTo>
                  <a:lnTo>
                    <a:pt x="182181" y="173101"/>
                  </a:lnTo>
                  <a:lnTo>
                    <a:pt x="173342" y="163906"/>
                  </a:lnTo>
                  <a:lnTo>
                    <a:pt x="145161" y="136652"/>
                  </a:lnTo>
                  <a:lnTo>
                    <a:pt x="126898" y="120777"/>
                  </a:lnTo>
                  <a:lnTo>
                    <a:pt x="120650" y="115443"/>
                  </a:lnTo>
                  <a:lnTo>
                    <a:pt x="114046" y="122047"/>
                  </a:lnTo>
                  <a:lnTo>
                    <a:pt x="119202" y="128028"/>
                  </a:lnTo>
                  <a:lnTo>
                    <a:pt x="124675" y="133985"/>
                  </a:lnTo>
                  <a:lnTo>
                    <a:pt x="135890" y="145923"/>
                  </a:lnTo>
                  <a:lnTo>
                    <a:pt x="158369" y="169037"/>
                  </a:lnTo>
                  <a:lnTo>
                    <a:pt x="162648" y="174053"/>
                  </a:lnTo>
                  <a:lnTo>
                    <a:pt x="167081" y="178739"/>
                  </a:lnTo>
                  <a:lnTo>
                    <a:pt x="171704" y="183489"/>
                  </a:lnTo>
                  <a:lnTo>
                    <a:pt x="176276" y="188341"/>
                  </a:lnTo>
                  <a:lnTo>
                    <a:pt x="121920" y="166497"/>
                  </a:lnTo>
                  <a:lnTo>
                    <a:pt x="114477" y="163906"/>
                  </a:lnTo>
                  <a:lnTo>
                    <a:pt x="99771" y="158496"/>
                  </a:lnTo>
                  <a:lnTo>
                    <a:pt x="92075" y="155829"/>
                  </a:lnTo>
                  <a:lnTo>
                    <a:pt x="88734" y="163906"/>
                  </a:lnTo>
                  <a:lnTo>
                    <a:pt x="88900" y="163906"/>
                  </a:lnTo>
                  <a:lnTo>
                    <a:pt x="95465" y="167538"/>
                  </a:lnTo>
                  <a:lnTo>
                    <a:pt x="102527" y="170916"/>
                  </a:lnTo>
                  <a:lnTo>
                    <a:pt x="109855" y="174053"/>
                  </a:lnTo>
                  <a:lnTo>
                    <a:pt x="117348" y="177038"/>
                  </a:lnTo>
                  <a:lnTo>
                    <a:pt x="146558" y="190246"/>
                  </a:lnTo>
                  <a:lnTo>
                    <a:pt x="152742" y="192824"/>
                  </a:lnTo>
                  <a:lnTo>
                    <a:pt x="158661" y="195478"/>
                  </a:lnTo>
                  <a:lnTo>
                    <a:pt x="164465" y="198348"/>
                  </a:lnTo>
                  <a:lnTo>
                    <a:pt x="170472" y="201650"/>
                  </a:lnTo>
                  <a:lnTo>
                    <a:pt x="157327" y="201650"/>
                  </a:lnTo>
                  <a:lnTo>
                    <a:pt x="150710" y="201879"/>
                  </a:lnTo>
                  <a:lnTo>
                    <a:pt x="143891" y="202311"/>
                  </a:lnTo>
                  <a:lnTo>
                    <a:pt x="112014" y="202946"/>
                  </a:lnTo>
                  <a:lnTo>
                    <a:pt x="103657" y="203695"/>
                  </a:lnTo>
                  <a:lnTo>
                    <a:pt x="95516" y="204139"/>
                  </a:lnTo>
                  <a:lnTo>
                    <a:pt x="79502" y="204851"/>
                  </a:lnTo>
                  <a:lnTo>
                    <a:pt x="79502" y="214249"/>
                  </a:lnTo>
                  <a:lnTo>
                    <a:pt x="87490" y="214630"/>
                  </a:lnTo>
                  <a:lnTo>
                    <a:pt x="107391" y="215265"/>
                  </a:lnTo>
                  <a:lnTo>
                    <a:pt x="106299" y="215265"/>
                  </a:lnTo>
                  <a:lnTo>
                    <a:pt x="112014" y="215519"/>
                  </a:lnTo>
                  <a:lnTo>
                    <a:pt x="143891" y="216154"/>
                  </a:lnTo>
                  <a:lnTo>
                    <a:pt x="158153" y="216966"/>
                  </a:lnTo>
                  <a:lnTo>
                    <a:pt x="172250" y="217385"/>
                  </a:lnTo>
                  <a:lnTo>
                    <a:pt x="188226" y="217551"/>
                  </a:lnTo>
                  <a:lnTo>
                    <a:pt x="200152" y="217551"/>
                  </a:lnTo>
                  <a:lnTo>
                    <a:pt x="200266" y="240817"/>
                  </a:lnTo>
                  <a:lnTo>
                    <a:pt x="200342" y="246291"/>
                  </a:lnTo>
                  <a:lnTo>
                    <a:pt x="200469" y="250698"/>
                  </a:lnTo>
                  <a:lnTo>
                    <a:pt x="200520" y="252387"/>
                  </a:lnTo>
                  <a:lnTo>
                    <a:pt x="200609" y="255358"/>
                  </a:lnTo>
                  <a:lnTo>
                    <a:pt x="200736" y="259600"/>
                  </a:lnTo>
                  <a:lnTo>
                    <a:pt x="201549" y="273939"/>
                  </a:lnTo>
                  <a:lnTo>
                    <a:pt x="201663" y="279768"/>
                  </a:lnTo>
                  <a:lnTo>
                    <a:pt x="201777" y="285534"/>
                  </a:lnTo>
                  <a:lnTo>
                    <a:pt x="201891" y="291452"/>
                  </a:lnTo>
                  <a:lnTo>
                    <a:pt x="201980" y="295656"/>
                  </a:lnTo>
                  <a:lnTo>
                    <a:pt x="202069" y="300355"/>
                  </a:lnTo>
                  <a:lnTo>
                    <a:pt x="202184" y="305689"/>
                  </a:lnTo>
                  <a:lnTo>
                    <a:pt x="202552" y="313994"/>
                  </a:lnTo>
                  <a:lnTo>
                    <a:pt x="202577" y="314604"/>
                  </a:lnTo>
                  <a:lnTo>
                    <a:pt x="202692" y="318071"/>
                  </a:lnTo>
                  <a:lnTo>
                    <a:pt x="202806" y="321627"/>
                  </a:lnTo>
                  <a:lnTo>
                    <a:pt x="202831" y="322148"/>
                  </a:lnTo>
                  <a:lnTo>
                    <a:pt x="202946" y="325501"/>
                  </a:lnTo>
                  <a:lnTo>
                    <a:pt x="203073" y="328930"/>
                  </a:lnTo>
                  <a:lnTo>
                    <a:pt x="203123" y="330200"/>
                  </a:lnTo>
                  <a:lnTo>
                    <a:pt x="203581" y="338201"/>
                  </a:lnTo>
                  <a:lnTo>
                    <a:pt x="212090" y="338201"/>
                  </a:lnTo>
                  <a:lnTo>
                    <a:pt x="212458" y="330200"/>
                  </a:lnTo>
                  <a:lnTo>
                    <a:pt x="212509" y="328930"/>
                  </a:lnTo>
                  <a:lnTo>
                    <a:pt x="212623" y="325501"/>
                  </a:lnTo>
                  <a:lnTo>
                    <a:pt x="212750" y="322148"/>
                  </a:lnTo>
                  <a:lnTo>
                    <a:pt x="212763" y="321627"/>
                  </a:lnTo>
                  <a:lnTo>
                    <a:pt x="212890" y="318071"/>
                  </a:lnTo>
                  <a:lnTo>
                    <a:pt x="213004" y="314604"/>
                  </a:lnTo>
                  <a:lnTo>
                    <a:pt x="213372" y="307594"/>
                  </a:lnTo>
                  <a:lnTo>
                    <a:pt x="213487" y="305689"/>
                  </a:lnTo>
                  <a:lnTo>
                    <a:pt x="214757" y="273939"/>
                  </a:lnTo>
                  <a:lnTo>
                    <a:pt x="214845" y="266915"/>
                  </a:lnTo>
                  <a:lnTo>
                    <a:pt x="214947" y="263906"/>
                  </a:lnTo>
                  <a:lnTo>
                    <a:pt x="215049" y="260604"/>
                  </a:lnTo>
                  <a:lnTo>
                    <a:pt x="215074" y="259600"/>
                  </a:lnTo>
                  <a:lnTo>
                    <a:pt x="215201" y="255752"/>
                  </a:lnTo>
                  <a:lnTo>
                    <a:pt x="215315" y="250698"/>
                  </a:lnTo>
                  <a:lnTo>
                    <a:pt x="215392" y="245999"/>
                  </a:lnTo>
                  <a:lnTo>
                    <a:pt x="217982" y="252387"/>
                  </a:lnTo>
                  <a:lnTo>
                    <a:pt x="223456" y="264896"/>
                  </a:lnTo>
                  <a:lnTo>
                    <a:pt x="226060" y="271272"/>
                  </a:lnTo>
                  <a:lnTo>
                    <a:pt x="239268" y="300355"/>
                  </a:lnTo>
                  <a:lnTo>
                    <a:pt x="243039" y="307594"/>
                  </a:lnTo>
                  <a:lnTo>
                    <a:pt x="246481" y="314604"/>
                  </a:lnTo>
                  <a:lnTo>
                    <a:pt x="249821" y="321627"/>
                  </a:lnTo>
                  <a:lnTo>
                    <a:pt x="253238" y="328930"/>
                  </a:lnTo>
                  <a:lnTo>
                    <a:pt x="261112" y="325501"/>
                  </a:lnTo>
                  <a:lnTo>
                    <a:pt x="258432" y="318071"/>
                  </a:lnTo>
                  <a:lnTo>
                    <a:pt x="252603" y="303161"/>
                  </a:lnTo>
                  <a:lnTo>
                    <a:pt x="249936" y="295656"/>
                  </a:lnTo>
                  <a:lnTo>
                    <a:pt x="238633" y="265938"/>
                  </a:lnTo>
                  <a:lnTo>
                    <a:pt x="230682" y="246291"/>
                  </a:lnTo>
                  <a:lnTo>
                    <a:pt x="230568" y="245999"/>
                  </a:lnTo>
                  <a:lnTo>
                    <a:pt x="228727" y="241427"/>
                  </a:lnTo>
                  <a:lnTo>
                    <a:pt x="233667" y="246291"/>
                  </a:lnTo>
                  <a:lnTo>
                    <a:pt x="238544" y="251015"/>
                  </a:lnTo>
                  <a:lnTo>
                    <a:pt x="243306" y="255752"/>
                  </a:lnTo>
                  <a:lnTo>
                    <a:pt x="247904" y="260604"/>
                  </a:lnTo>
                  <a:lnTo>
                    <a:pt x="282841" y="292455"/>
                  </a:lnTo>
                  <a:lnTo>
                    <a:pt x="295021" y="303657"/>
                  </a:lnTo>
                  <a:lnTo>
                    <a:pt x="300990" y="297688"/>
                  </a:lnTo>
                  <a:lnTo>
                    <a:pt x="295808" y="291452"/>
                  </a:lnTo>
                  <a:lnTo>
                    <a:pt x="290296" y="285534"/>
                  </a:lnTo>
                  <a:lnTo>
                    <a:pt x="284683" y="279768"/>
                  </a:lnTo>
                  <a:lnTo>
                    <a:pt x="279146" y="273939"/>
                  </a:lnTo>
                  <a:lnTo>
                    <a:pt x="253314" y="245783"/>
                  </a:lnTo>
                  <a:lnTo>
                    <a:pt x="238709" y="231470"/>
                  </a:lnTo>
                  <a:lnTo>
                    <a:pt x="263144" y="241427"/>
                  </a:lnTo>
                  <a:lnTo>
                    <a:pt x="292989" y="252730"/>
                  </a:lnTo>
                  <a:lnTo>
                    <a:pt x="300431" y="255358"/>
                  </a:lnTo>
                  <a:lnTo>
                    <a:pt x="315379" y="261213"/>
                  </a:lnTo>
                  <a:lnTo>
                    <a:pt x="322834" y="263906"/>
                  </a:lnTo>
                  <a:lnTo>
                    <a:pt x="326136" y="255905"/>
                  </a:lnTo>
                  <a:lnTo>
                    <a:pt x="319430" y="252552"/>
                  </a:lnTo>
                  <a:lnTo>
                    <a:pt x="305092" y="245783"/>
                  </a:lnTo>
                  <a:lnTo>
                    <a:pt x="297688" y="242062"/>
                  </a:lnTo>
                  <a:lnTo>
                    <a:pt x="274485" y="231470"/>
                  </a:lnTo>
                  <a:lnTo>
                    <a:pt x="268478" y="228727"/>
                  </a:lnTo>
                  <a:lnTo>
                    <a:pt x="262115" y="226161"/>
                  </a:lnTo>
                  <a:lnTo>
                    <a:pt x="249682" y="220764"/>
                  </a:lnTo>
                  <a:lnTo>
                    <a:pt x="243332" y="218186"/>
                  </a:lnTo>
                  <a:lnTo>
                    <a:pt x="254304" y="218186"/>
                  </a:lnTo>
                  <a:lnTo>
                    <a:pt x="264185" y="217919"/>
                  </a:lnTo>
                  <a:lnTo>
                    <a:pt x="311238" y="215785"/>
                  </a:lnTo>
                  <a:lnTo>
                    <a:pt x="327406" y="215265"/>
                  </a:lnTo>
                  <a:lnTo>
                    <a:pt x="335407" y="214884"/>
                  </a:lnTo>
                  <a:lnTo>
                    <a:pt x="335407" y="206248"/>
                  </a:lnTo>
                  <a:close/>
                </a:path>
                <a:path w="911225" h="449579">
                  <a:moveTo>
                    <a:pt x="417576" y="208915"/>
                  </a:moveTo>
                  <a:lnTo>
                    <a:pt x="412051" y="161036"/>
                  </a:lnTo>
                  <a:lnTo>
                    <a:pt x="398399" y="122796"/>
                  </a:lnTo>
                  <a:lnTo>
                    <a:pt x="398399" y="208280"/>
                  </a:lnTo>
                  <a:lnTo>
                    <a:pt x="391579" y="258445"/>
                  </a:lnTo>
                  <a:lnTo>
                    <a:pt x="372376" y="303669"/>
                  </a:lnTo>
                  <a:lnTo>
                    <a:pt x="342633" y="342099"/>
                  </a:lnTo>
                  <a:lnTo>
                    <a:pt x="304228" y="371856"/>
                  </a:lnTo>
                  <a:lnTo>
                    <a:pt x="258991" y="391071"/>
                  </a:lnTo>
                  <a:lnTo>
                    <a:pt x="208788" y="397891"/>
                  </a:lnTo>
                  <a:lnTo>
                    <a:pt x="158356" y="391071"/>
                  </a:lnTo>
                  <a:lnTo>
                    <a:pt x="112953" y="371856"/>
                  </a:lnTo>
                  <a:lnTo>
                    <a:pt x="74422" y="342099"/>
                  </a:lnTo>
                  <a:lnTo>
                    <a:pt x="44602" y="303669"/>
                  </a:lnTo>
                  <a:lnTo>
                    <a:pt x="25361" y="258445"/>
                  </a:lnTo>
                  <a:lnTo>
                    <a:pt x="18618" y="208915"/>
                  </a:lnTo>
                  <a:lnTo>
                    <a:pt x="18542" y="208280"/>
                  </a:lnTo>
                  <a:lnTo>
                    <a:pt x="25361" y="157861"/>
                  </a:lnTo>
                  <a:lnTo>
                    <a:pt x="44602" y="112560"/>
                  </a:lnTo>
                  <a:lnTo>
                    <a:pt x="74422" y="74193"/>
                  </a:lnTo>
                  <a:lnTo>
                    <a:pt x="112953" y="44551"/>
                  </a:lnTo>
                  <a:lnTo>
                    <a:pt x="158356" y="25450"/>
                  </a:lnTo>
                  <a:lnTo>
                    <a:pt x="208788" y="18669"/>
                  </a:lnTo>
                  <a:lnTo>
                    <a:pt x="258991" y="25450"/>
                  </a:lnTo>
                  <a:lnTo>
                    <a:pt x="304228" y="44551"/>
                  </a:lnTo>
                  <a:lnTo>
                    <a:pt x="342646" y="74193"/>
                  </a:lnTo>
                  <a:lnTo>
                    <a:pt x="372376" y="112560"/>
                  </a:lnTo>
                  <a:lnTo>
                    <a:pt x="391579" y="157861"/>
                  </a:lnTo>
                  <a:lnTo>
                    <a:pt x="398399" y="208280"/>
                  </a:lnTo>
                  <a:lnTo>
                    <a:pt x="398399" y="122796"/>
                  </a:lnTo>
                  <a:lnTo>
                    <a:pt x="371703" y="78282"/>
                  </a:lnTo>
                  <a:lnTo>
                    <a:pt x="339369" y="45923"/>
                  </a:lnTo>
                  <a:lnTo>
                    <a:pt x="300609" y="21247"/>
                  </a:lnTo>
                  <a:lnTo>
                    <a:pt x="256654" y="5524"/>
                  </a:lnTo>
                  <a:lnTo>
                    <a:pt x="208788" y="0"/>
                  </a:lnTo>
                  <a:lnTo>
                    <a:pt x="160909" y="5524"/>
                  </a:lnTo>
                  <a:lnTo>
                    <a:pt x="116954" y="21247"/>
                  </a:lnTo>
                  <a:lnTo>
                    <a:pt x="78193" y="45923"/>
                  </a:lnTo>
                  <a:lnTo>
                    <a:pt x="45859" y="78282"/>
                  </a:lnTo>
                  <a:lnTo>
                    <a:pt x="21209" y="117068"/>
                  </a:lnTo>
                  <a:lnTo>
                    <a:pt x="5511" y="161036"/>
                  </a:lnTo>
                  <a:lnTo>
                    <a:pt x="63" y="208280"/>
                  </a:lnTo>
                  <a:lnTo>
                    <a:pt x="0" y="208915"/>
                  </a:lnTo>
                  <a:lnTo>
                    <a:pt x="5511" y="256794"/>
                  </a:lnTo>
                  <a:lnTo>
                    <a:pt x="21209" y="300748"/>
                  </a:lnTo>
                  <a:lnTo>
                    <a:pt x="45859" y="339509"/>
                  </a:lnTo>
                  <a:lnTo>
                    <a:pt x="78206" y="371856"/>
                  </a:lnTo>
                  <a:lnTo>
                    <a:pt x="116954" y="396494"/>
                  </a:lnTo>
                  <a:lnTo>
                    <a:pt x="160909" y="412191"/>
                  </a:lnTo>
                  <a:lnTo>
                    <a:pt x="208788" y="417703"/>
                  </a:lnTo>
                  <a:lnTo>
                    <a:pt x="256654" y="412191"/>
                  </a:lnTo>
                  <a:lnTo>
                    <a:pt x="296659" y="397891"/>
                  </a:lnTo>
                  <a:lnTo>
                    <a:pt x="300609" y="396494"/>
                  </a:lnTo>
                  <a:lnTo>
                    <a:pt x="339356" y="371856"/>
                  </a:lnTo>
                  <a:lnTo>
                    <a:pt x="371703" y="339509"/>
                  </a:lnTo>
                  <a:lnTo>
                    <a:pt x="396354" y="300748"/>
                  </a:lnTo>
                  <a:lnTo>
                    <a:pt x="412051" y="256794"/>
                  </a:lnTo>
                  <a:lnTo>
                    <a:pt x="417576" y="208915"/>
                  </a:lnTo>
                  <a:close/>
                </a:path>
                <a:path w="911225" h="449579">
                  <a:moveTo>
                    <a:pt x="910742" y="304812"/>
                  </a:moveTo>
                  <a:lnTo>
                    <a:pt x="908812" y="294640"/>
                  </a:lnTo>
                  <a:lnTo>
                    <a:pt x="905243" y="284480"/>
                  </a:lnTo>
                  <a:lnTo>
                    <a:pt x="903833" y="281940"/>
                  </a:lnTo>
                  <a:lnTo>
                    <a:pt x="900315" y="275590"/>
                  </a:lnTo>
                  <a:lnTo>
                    <a:pt x="899617" y="274320"/>
                  </a:lnTo>
                  <a:lnTo>
                    <a:pt x="895858" y="270510"/>
                  </a:lnTo>
                  <a:lnTo>
                    <a:pt x="892111" y="266712"/>
                  </a:lnTo>
                  <a:lnTo>
                    <a:pt x="882904" y="259080"/>
                  </a:lnTo>
                  <a:lnTo>
                    <a:pt x="882396" y="259080"/>
                  </a:lnTo>
                  <a:lnTo>
                    <a:pt x="881634" y="258673"/>
                  </a:lnTo>
                  <a:lnTo>
                    <a:pt x="881634" y="308610"/>
                  </a:lnTo>
                  <a:lnTo>
                    <a:pt x="880364" y="314960"/>
                  </a:lnTo>
                  <a:lnTo>
                    <a:pt x="859790" y="335280"/>
                  </a:lnTo>
                  <a:lnTo>
                    <a:pt x="843915" y="335280"/>
                  </a:lnTo>
                  <a:lnTo>
                    <a:pt x="840486" y="331470"/>
                  </a:lnTo>
                  <a:lnTo>
                    <a:pt x="833882" y="327660"/>
                  </a:lnTo>
                  <a:lnTo>
                    <a:pt x="829945" y="322580"/>
                  </a:lnTo>
                  <a:lnTo>
                    <a:pt x="828675" y="314960"/>
                  </a:lnTo>
                  <a:lnTo>
                    <a:pt x="826643" y="308610"/>
                  </a:lnTo>
                  <a:lnTo>
                    <a:pt x="847217" y="281940"/>
                  </a:lnTo>
                  <a:lnTo>
                    <a:pt x="858012" y="281940"/>
                  </a:lnTo>
                  <a:lnTo>
                    <a:pt x="867156" y="284480"/>
                  </a:lnTo>
                  <a:lnTo>
                    <a:pt x="873760" y="289560"/>
                  </a:lnTo>
                  <a:lnTo>
                    <a:pt x="878332" y="294640"/>
                  </a:lnTo>
                  <a:lnTo>
                    <a:pt x="879729" y="302260"/>
                  </a:lnTo>
                  <a:lnTo>
                    <a:pt x="881634" y="308610"/>
                  </a:lnTo>
                  <a:lnTo>
                    <a:pt x="881634" y="258673"/>
                  </a:lnTo>
                  <a:lnTo>
                    <a:pt x="875423" y="255270"/>
                  </a:lnTo>
                  <a:lnTo>
                    <a:pt x="868299" y="252730"/>
                  </a:lnTo>
                  <a:lnTo>
                    <a:pt x="853821" y="250190"/>
                  </a:lnTo>
                  <a:lnTo>
                    <a:pt x="848614" y="250190"/>
                  </a:lnTo>
                  <a:lnTo>
                    <a:pt x="810133" y="270510"/>
                  </a:lnTo>
                  <a:lnTo>
                    <a:pt x="803998" y="266712"/>
                  </a:lnTo>
                  <a:lnTo>
                    <a:pt x="783590" y="254012"/>
                  </a:lnTo>
                  <a:lnTo>
                    <a:pt x="785812" y="247662"/>
                  </a:lnTo>
                  <a:lnTo>
                    <a:pt x="787488" y="241312"/>
                  </a:lnTo>
                  <a:lnTo>
                    <a:pt x="788543" y="234962"/>
                  </a:lnTo>
                  <a:lnTo>
                    <a:pt x="788860" y="228612"/>
                  </a:lnTo>
                  <a:lnTo>
                    <a:pt x="788924" y="227330"/>
                  </a:lnTo>
                  <a:lnTo>
                    <a:pt x="788543" y="220980"/>
                  </a:lnTo>
                  <a:lnTo>
                    <a:pt x="787488" y="214630"/>
                  </a:lnTo>
                  <a:lnTo>
                    <a:pt x="785812" y="207010"/>
                  </a:lnTo>
                  <a:lnTo>
                    <a:pt x="783590" y="200660"/>
                  </a:lnTo>
                  <a:lnTo>
                    <a:pt x="805700" y="187960"/>
                  </a:lnTo>
                  <a:lnTo>
                    <a:pt x="810133" y="185420"/>
                  </a:lnTo>
                  <a:lnTo>
                    <a:pt x="816711" y="191770"/>
                  </a:lnTo>
                  <a:lnTo>
                    <a:pt x="823595" y="196862"/>
                  </a:lnTo>
                  <a:lnTo>
                    <a:pt x="830846" y="200660"/>
                  </a:lnTo>
                  <a:lnTo>
                    <a:pt x="838581" y="203212"/>
                  </a:lnTo>
                  <a:lnTo>
                    <a:pt x="848868" y="205740"/>
                  </a:lnTo>
                  <a:lnTo>
                    <a:pt x="862330" y="205740"/>
                  </a:lnTo>
                  <a:lnTo>
                    <a:pt x="870585" y="203212"/>
                  </a:lnTo>
                  <a:lnTo>
                    <a:pt x="878332" y="199390"/>
                  </a:lnTo>
                  <a:lnTo>
                    <a:pt x="881634" y="196862"/>
                  </a:lnTo>
                  <a:lnTo>
                    <a:pt x="890841" y="190512"/>
                  </a:lnTo>
                  <a:lnTo>
                    <a:pt x="895172" y="185420"/>
                  </a:lnTo>
                  <a:lnTo>
                    <a:pt x="898423" y="181610"/>
                  </a:lnTo>
                  <a:lnTo>
                    <a:pt x="899871" y="179070"/>
                  </a:lnTo>
                  <a:lnTo>
                    <a:pt x="903516" y="172720"/>
                  </a:lnTo>
                  <a:lnTo>
                    <a:pt x="904240" y="171462"/>
                  </a:lnTo>
                  <a:lnTo>
                    <a:pt x="908177" y="161290"/>
                  </a:lnTo>
                  <a:lnTo>
                    <a:pt x="910107" y="149860"/>
                  </a:lnTo>
                  <a:lnTo>
                    <a:pt x="910043" y="146062"/>
                  </a:lnTo>
                  <a:lnTo>
                    <a:pt x="909929" y="139712"/>
                  </a:lnTo>
                  <a:lnTo>
                    <a:pt x="909904" y="138430"/>
                  </a:lnTo>
                  <a:lnTo>
                    <a:pt x="907326" y="127012"/>
                  </a:lnTo>
                  <a:lnTo>
                    <a:pt x="903478" y="119380"/>
                  </a:lnTo>
                  <a:lnTo>
                    <a:pt x="902208" y="116840"/>
                  </a:lnTo>
                  <a:lnTo>
                    <a:pt x="895718" y="106680"/>
                  </a:lnTo>
                  <a:lnTo>
                    <a:pt x="887476" y="99060"/>
                  </a:lnTo>
                  <a:lnTo>
                    <a:pt x="880364" y="95262"/>
                  </a:lnTo>
                  <a:lnTo>
                    <a:pt x="880364" y="146062"/>
                  </a:lnTo>
                  <a:lnTo>
                    <a:pt x="877697" y="153670"/>
                  </a:lnTo>
                  <a:lnTo>
                    <a:pt x="856234" y="172720"/>
                  </a:lnTo>
                  <a:lnTo>
                    <a:pt x="845185" y="172720"/>
                  </a:lnTo>
                  <a:lnTo>
                    <a:pt x="825373" y="146062"/>
                  </a:lnTo>
                  <a:lnTo>
                    <a:pt x="826643" y="139712"/>
                  </a:lnTo>
                  <a:lnTo>
                    <a:pt x="828675" y="132080"/>
                  </a:lnTo>
                  <a:lnTo>
                    <a:pt x="832612" y="125730"/>
                  </a:lnTo>
                  <a:lnTo>
                    <a:pt x="843788" y="120662"/>
                  </a:lnTo>
                  <a:lnTo>
                    <a:pt x="848614" y="119380"/>
                  </a:lnTo>
                  <a:lnTo>
                    <a:pt x="859790" y="119380"/>
                  </a:lnTo>
                  <a:lnTo>
                    <a:pt x="880364" y="146062"/>
                  </a:lnTo>
                  <a:lnTo>
                    <a:pt x="880364" y="95262"/>
                  </a:lnTo>
                  <a:lnTo>
                    <a:pt x="877989" y="93980"/>
                  </a:lnTo>
                  <a:lnTo>
                    <a:pt x="867791" y="88912"/>
                  </a:lnTo>
                  <a:lnTo>
                    <a:pt x="862838" y="88912"/>
                  </a:lnTo>
                  <a:lnTo>
                    <a:pt x="857885" y="87630"/>
                  </a:lnTo>
                  <a:lnTo>
                    <a:pt x="852932" y="87630"/>
                  </a:lnTo>
                  <a:lnTo>
                    <a:pt x="831215" y="91440"/>
                  </a:lnTo>
                  <a:lnTo>
                    <a:pt x="824611" y="95262"/>
                  </a:lnTo>
                  <a:lnTo>
                    <a:pt x="823341" y="95262"/>
                  </a:lnTo>
                  <a:lnTo>
                    <a:pt x="796798" y="130810"/>
                  </a:lnTo>
                  <a:lnTo>
                    <a:pt x="794715" y="146062"/>
                  </a:lnTo>
                  <a:lnTo>
                    <a:pt x="794651" y="147320"/>
                  </a:lnTo>
                  <a:lnTo>
                    <a:pt x="795274" y="153670"/>
                  </a:lnTo>
                  <a:lnTo>
                    <a:pt x="795401" y="154940"/>
                  </a:lnTo>
                  <a:lnTo>
                    <a:pt x="795528" y="156210"/>
                  </a:lnTo>
                  <a:lnTo>
                    <a:pt x="797560" y="163830"/>
                  </a:lnTo>
                  <a:lnTo>
                    <a:pt x="770890" y="179070"/>
                  </a:lnTo>
                  <a:lnTo>
                    <a:pt x="769620" y="176530"/>
                  </a:lnTo>
                  <a:lnTo>
                    <a:pt x="766318" y="173990"/>
                  </a:lnTo>
                  <a:lnTo>
                    <a:pt x="758151" y="166370"/>
                  </a:lnTo>
                  <a:lnTo>
                    <a:pt x="753110" y="162991"/>
                  </a:lnTo>
                  <a:lnTo>
                    <a:pt x="753110" y="227330"/>
                  </a:lnTo>
                  <a:lnTo>
                    <a:pt x="752182" y="236220"/>
                  </a:lnTo>
                  <a:lnTo>
                    <a:pt x="722045" y="266712"/>
                  </a:lnTo>
                  <a:lnTo>
                    <a:pt x="706120" y="266712"/>
                  </a:lnTo>
                  <a:lnTo>
                    <a:pt x="676236" y="236220"/>
                  </a:lnTo>
                  <a:lnTo>
                    <a:pt x="675513" y="227330"/>
                  </a:lnTo>
                  <a:lnTo>
                    <a:pt x="676325" y="219710"/>
                  </a:lnTo>
                  <a:lnTo>
                    <a:pt x="706120" y="189230"/>
                  </a:lnTo>
                  <a:lnTo>
                    <a:pt x="713867" y="187960"/>
                  </a:lnTo>
                  <a:lnTo>
                    <a:pt x="722045" y="189230"/>
                  </a:lnTo>
                  <a:lnTo>
                    <a:pt x="752360" y="219710"/>
                  </a:lnTo>
                  <a:lnTo>
                    <a:pt x="753110" y="227330"/>
                  </a:lnTo>
                  <a:lnTo>
                    <a:pt x="753110" y="162991"/>
                  </a:lnTo>
                  <a:lnTo>
                    <a:pt x="748677" y="160020"/>
                  </a:lnTo>
                  <a:lnTo>
                    <a:pt x="738073" y="156210"/>
                  </a:lnTo>
                  <a:lnTo>
                    <a:pt x="726567" y="153670"/>
                  </a:lnTo>
                  <a:lnTo>
                    <a:pt x="726567" y="123190"/>
                  </a:lnTo>
                  <a:lnTo>
                    <a:pt x="762469" y="99060"/>
                  </a:lnTo>
                  <a:lnTo>
                    <a:pt x="766406" y="91440"/>
                  </a:lnTo>
                  <a:lnTo>
                    <a:pt x="767727" y="88912"/>
                  </a:lnTo>
                  <a:lnTo>
                    <a:pt x="771093" y="77470"/>
                  </a:lnTo>
                  <a:lnTo>
                    <a:pt x="772287" y="66040"/>
                  </a:lnTo>
                  <a:lnTo>
                    <a:pt x="771182" y="54610"/>
                  </a:lnTo>
                  <a:lnTo>
                    <a:pt x="767969" y="43180"/>
                  </a:lnTo>
                  <a:lnTo>
                    <a:pt x="764705" y="36830"/>
                  </a:lnTo>
                  <a:lnTo>
                    <a:pt x="762749" y="33020"/>
                  </a:lnTo>
                  <a:lnTo>
                    <a:pt x="755650" y="24130"/>
                  </a:lnTo>
                  <a:lnTo>
                    <a:pt x="747293" y="17780"/>
                  </a:lnTo>
                  <a:lnTo>
                    <a:pt x="741807" y="14274"/>
                  </a:lnTo>
                  <a:lnTo>
                    <a:pt x="741807" y="57162"/>
                  </a:lnTo>
                  <a:lnTo>
                    <a:pt x="740537" y="64770"/>
                  </a:lnTo>
                  <a:lnTo>
                    <a:pt x="740537" y="72390"/>
                  </a:lnTo>
                  <a:lnTo>
                    <a:pt x="737870" y="78740"/>
                  </a:lnTo>
                  <a:lnTo>
                    <a:pt x="733171" y="83820"/>
                  </a:lnTo>
                  <a:lnTo>
                    <a:pt x="728472" y="87630"/>
                  </a:lnTo>
                  <a:lnTo>
                    <a:pt x="721868" y="91440"/>
                  </a:lnTo>
                  <a:lnTo>
                    <a:pt x="706628" y="91440"/>
                  </a:lnTo>
                  <a:lnTo>
                    <a:pt x="700024" y="88912"/>
                  </a:lnTo>
                  <a:lnTo>
                    <a:pt x="695325" y="83820"/>
                  </a:lnTo>
                  <a:lnTo>
                    <a:pt x="690753" y="78740"/>
                  </a:lnTo>
                  <a:lnTo>
                    <a:pt x="687451" y="72390"/>
                  </a:lnTo>
                  <a:lnTo>
                    <a:pt x="687451" y="57162"/>
                  </a:lnTo>
                  <a:lnTo>
                    <a:pt x="690118" y="50812"/>
                  </a:lnTo>
                  <a:lnTo>
                    <a:pt x="695325" y="45720"/>
                  </a:lnTo>
                  <a:lnTo>
                    <a:pt x="700024" y="40640"/>
                  </a:lnTo>
                  <a:lnTo>
                    <a:pt x="706628" y="36830"/>
                  </a:lnTo>
                  <a:lnTo>
                    <a:pt x="721233" y="36830"/>
                  </a:lnTo>
                  <a:lnTo>
                    <a:pt x="728472" y="40640"/>
                  </a:lnTo>
                  <a:lnTo>
                    <a:pt x="733171" y="45720"/>
                  </a:lnTo>
                  <a:lnTo>
                    <a:pt x="738505" y="50812"/>
                  </a:lnTo>
                  <a:lnTo>
                    <a:pt x="741807" y="57162"/>
                  </a:lnTo>
                  <a:lnTo>
                    <a:pt x="741807" y="14274"/>
                  </a:lnTo>
                  <a:lnTo>
                    <a:pt x="737374" y="11430"/>
                  </a:lnTo>
                  <a:lnTo>
                    <a:pt x="726338" y="8890"/>
                  </a:lnTo>
                  <a:lnTo>
                    <a:pt x="714629" y="7620"/>
                  </a:lnTo>
                  <a:lnTo>
                    <a:pt x="703364" y="8890"/>
                  </a:lnTo>
                  <a:lnTo>
                    <a:pt x="667346" y="33020"/>
                  </a:lnTo>
                  <a:lnTo>
                    <a:pt x="657606" y="66040"/>
                  </a:lnTo>
                  <a:lnTo>
                    <a:pt x="658583" y="77470"/>
                  </a:lnTo>
                  <a:lnTo>
                    <a:pt x="680821" y="113030"/>
                  </a:lnTo>
                  <a:lnTo>
                    <a:pt x="703326" y="123190"/>
                  </a:lnTo>
                  <a:lnTo>
                    <a:pt x="703326" y="154940"/>
                  </a:lnTo>
                  <a:lnTo>
                    <a:pt x="663575" y="175260"/>
                  </a:lnTo>
                  <a:lnTo>
                    <a:pt x="643267" y="213360"/>
                  </a:lnTo>
                  <a:lnTo>
                    <a:pt x="641731" y="228612"/>
                  </a:lnTo>
                  <a:lnTo>
                    <a:pt x="643267" y="243840"/>
                  </a:lnTo>
                  <a:lnTo>
                    <a:pt x="663575" y="281940"/>
                  </a:lnTo>
                  <a:lnTo>
                    <a:pt x="703326" y="302260"/>
                  </a:lnTo>
                  <a:lnTo>
                    <a:pt x="703326" y="334010"/>
                  </a:lnTo>
                  <a:lnTo>
                    <a:pt x="667346" y="358140"/>
                  </a:lnTo>
                  <a:lnTo>
                    <a:pt x="657606" y="391160"/>
                  </a:lnTo>
                  <a:lnTo>
                    <a:pt x="658698" y="402590"/>
                  </a:lnTo>
                  <a:lnTo>
                    <a:pt x="682802" y="439420"/>
                  </a:lnTo>
                  <a:lnTo>
                    <a:pt x="703364" y="449580"/>
                  </a:lnTo>
                  <a:lnTo>
                    <a:pt x="726160" y="449580"/>
                  </a:lnTo>
                  <a:lnTo>
                    <a:pt x="762469" y="424180"/>
                  </a:lnTo>
                  <a:lnTo>
                    <a:pt x="772287" y="391160"/>
                  </a:lnTo>
                  <a:lnTo>
                    <a:pt x="771182" y="379730"/>
                  </a:lnTo>
                  <a:lnTo>
                    <a:pt x="767969" y="368312"/>
                  </a:lnTo>
                  <a:lnTo>
                    <a:pt x="765352" y="363220"/>
                  </a:lnTo>
                  <a:lnTo>
                    <a:pt x="762749" y="358140"/>
                  </a:lnTo>
                  <a:lnTo>
                    <a:pt x="755650" y="349262"/>
                  </a:lnTo>
                  <a:lnTo>
                    <a:pt x="748995" y="344170"/>
                  </a:lnTo>
                  <a:lnTo>
                    <a:pt x="741870" y="340360"/>
                  </a:lnTo>
                  <a:lnTo>
                    <a:pt x="740537" y="339686"/>
                  </a:lnTo>
                  <a:lnTo>
                    <a:pt x="740537" y="382270"/>
                  </a:lnTo>
                  <a:lnTo>
                    <a:pt x="740537" y="397510"/>
                  </a:lnTo>
                  <a:lnTo>
                    <a:pt x="737870" y="403860"/>
                  </a:lnTo>
                  <a:lnTo>
                    <a:pt x="728472" y="414020"/>
                  </a:lnTo>
                  <a:lnTo>
                    <a:pt x="721868" y="417830"/>
                  </a:lnTo>
                  <a:lnTo>
                    <a:pt x="706628" y="417830"/>
                  </a:lnTo>
                  <a:lnTo>
                    <a:pt x="700024" y="414020"/>
                  </a:lnTo>
                  <a:lnTo>
                    <a:pt x="695325" y="408940"/>
                  </a:lnTo>
                  <a:lnTo>
                    <a:pt x="690753" y="403860"/>
                  </a:lnTo>
                  <a:lnTo>
                    <a:pt x="687451" y="397510"/>
                  </a:lnTo>
                  <a:lnTo>
                    <a:pt x="687451" y="382270"/>
                  </a:lnTo>
                  <a:lnTo>
                    <a:pt x="690118" y="375920"/>
                  </a:lnTo>
                  <a:lnTo>
                    <a:pt x="695325" y="370840"/>
                  </a:lnTo>
                  <a:lnTo>
                    <a:pt x="700024" y="365760"/>
                  </a:lnTo>
                  <a:lnTo>
                    <a:pt x="706628" y="363220"/>
                  </a:lnTo>
                  <a:lnTo>
                    <a:pt x="721233" y="363220"/>
                  </a:lnTo>
                  <a:lnTo>
                    <a:pt x="728472" y="365760"/>
                  </a:lnTo>
                  <a:lnTo>
                    <a:pt x="733171" y="370840"/>
                  </a:lnTo>
                  <a:lnTo>
                    <a:pt x="737108" y="375920"/>
                  </a:lnTo>
                  <a:lnTo>
                    <a:pt x="740537" y="382270"/>
                  </a:lnTo>
                  <a:lnTo>
                    <a:pt x="740537" y="339686"/>
                  </a:lnTo>
                  <a:lnTo>
                    <a:pt x="734352" y="336562"/>
                  </a:lnTo>
                  <a:lnTo>
                    <a:pt x="726567" y="334010"/>
                  </a:lnTo>
                  <a:lnTo>
                    <a:pt x="726567" y="302260"/>
                  </a:lnTo>
                  <a:lnTo>
                    <a:pt x="766318" y="281940"/>
                  </a:lnTo>
                  <a:lnTo>
                    <a:pt x="767715" y="279412"/>
                  </a:lnTo>
                  <a:lnTo>
                    <a:pt x="769620" y="278130"/>
                  </a:lnTo>
                  <a:lnTo>
                    <a:pt x="770890" y="275590"/>
                  </a:lnTo>
                  <a:lnTo>
                    <a:pt x="797560" y="292112"/>
                  </a:lnTo>
                  <a:lnTo>
                    <a:pt x="795616" y="299720"/>
                  </a:lnTo>
                  <a:lnTo>
                    <a:pt x="794893" y="308610"/>
                  </a:lnTo>
                  <a:lnTo>
                    <a:pt x="795235" y="314960"/>
                  </a:lnTo>
                  <a:lnTo>
                    <a:pt x="795299" y="316230"/>
                  </a:lnTo>
                  <a:lnTo>
                    <a:pt x="796798" y="325120"/>
                  </a:lnTo>
                  <a:lnTo>
                    <a:pt x="823341" y="360680"/>
                  </a:lnTo>
                  <a:lnTo>
                    <a:pt x="844486" y="368312"/>
                  </a:lnTo>
                  <a:lnTo>
                    <a:pt x="856869" y="368312"/>
                  </a:lnTo>
                  <a:lnTo>
                    <a:pt x="895121" y="349262"/>
                  </a:lnTo>
                  <a:lnTo>
                    <a:pt x="902208" y="339090"/>
                  </a:lnTo>
                  <a:lnTo>
                    <a:pt x="902843" y="339090"/>
                  </a:lnTo>
                  <a:lnTo>
                    <a:pt x="904544" y="335280"/>
                  </a:lnTo>
                  <a:lnTo>
                    <a:pt x="907961" y="327660"/>
                  </a:lnTo>
                  <a:lnTo>
                    <a:pt x="910539" y="316230"/>
                  </a:lnTo>
                  <a:lnTo>
                    <a:pt x="910564" y="314960"/>
                  </a:lnTo>
                  <a:lnTo>
                    <a:pt x="910678" y="308610"/>
                  </a:lnTo>
                  <a:lnTo>
                    <a:pt x="910742" y="304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4681600" y="8974073"/>
              <a:ext cx="2334895" cy="356870"/>
            </a:xfrm>
            <a:custGeom>
              <a:avLst/>
              <a:gdLst/>
              <a:ahLst/>
              <a:cxnLst/>
              <a:rect l="l" t="t" r="r" b="b"/>
              <a:pathLst>
                <a:path w="2334895" h="356870">
                  <a:moveTo>
                    <a:pt x="0" y="0"/>
                  </a:moveTo>
                  <a:lnTo>
                    <a:pt x="3273" y="46376"/>
                  </a:lnTo>
                  <a:lnTo>
                    <a:pt x="10798" y="88539"/>
                  </a:lnTo>
                  <a:lnTo>
                    <a:pt x="22407" y="126690"/>
                  </a:lnTo>
                  <a:lnTo>
                    <a:pt x="57198" y="191758"/>
                  </a:lnTo>
                  <a:lnTo>
                    <a:pt x="106297" y="243183"/>
                  </a:lnTo>
                  <a:lnTo>
                    <a:pt x="168353" y="282571"/>
                  </a:lnTo>
                  <a:lnTo>
                    <a:pt x="203817" y="298253"/>
                  </a:lnTo>
                  <a:lnTo>
                    <a:pt x="242014" y="311527"/>
                  </a:lnTo>
                  <a:lnTo>
                    <a:pt x="282775" y="322595"/>
                  </a:lnTo>
                  <a:lnTo>
                    <a:pt x="325931" y="331656"/>
                  </a:lnTo>
                  <a:lnTo>
                    <a:pt x="371313" y="338912"/>
                  </a:lnTo>
                  <a:lnTo>
                    <a:pt x="418753" y="344563"/>
                  </a:lnTo>
                  <a:lnTo>
                    <a:pt x="468081" y="348809"/>
                  </a:lnTo>
                  <a:lnTo>
                    <a:pt x="519129" y="351852"/>
                  </a:lnTo>
                  <a:lnTo>
                    <a:pt x="571728" y="353891"/>
                  </a:lnTo>
                  <a:lnTo>
                    <a:pt x="625709" y="355129"/>
                  </a:lnTo>
                  <a:lnTo>
                    <a:pt x="680904" y="355764"/>
                  </a:lnTo>
                  <a:lnTo>
                    <a:pt x="737143" y="355998"/>
                  </a:lnTo>
                  <a:lnTo>
                    <a:pt x="794258" y="356031"/>
                  </a:lnTo>
                  <a:lnTo>
                    <a:pt x="813131" y="356031"/>
                  </a:lnTo>
                  <a:lnTo>
                    <a:pt x="833602" y="356031"/>
                  </a:lnTo>
                  <a:lnTo>
                    <a:pt x="879614" y="356033"/>
                  </a:lnTo>
                  <a:lnTo>
                    <a:pt x="932843" y="356037"/>
                  </a:lnTo>
                  <a:lnTo>
                    <a:pt x="993839" y="356044"/>
                  </a:lnTo>
                  <a:lnTo>
                    <a:pt x="1063154" y="356056"/>
                  </a:lnTo>
                  <a:lnTo>
                    <a:pt x="1141337" y="356074"/>
                  </a:lnTo>
                  <a:lnTo>
                    <a:pt x="1183927" y="356085"/>
                  </a:lnTo>
                  <a:lnTo>
                    <a:pt x="1228940" y="356098"/>
                  </a:lnTo>
                  <a:lnTo>
                    <a:pt x="1276445" y="356114"/>
                  </a:lnTo>
                  <a:lnTo>
                    <a:pt x="1326511" y="356131"/>
                  </a:lnTo>
                  <a:lnTo>
                    <a:pt x="1379208" y="356151"/>
                  </a:lnTo>
                  <a:lnTo>
                    <a:pt x="1434603" y="356174"/>
                  </a:lnTo>
                  <a:lnTo>
                    <a:pt x="1492765" y="356199"/>
                  </a:lnTo>
                  <a:lnTo>
                    <a:pt x="1553765" y="356227"/>
                  </a:lnTo>
                  <a:lnTo>
                    <a:pt x="1617669" y="356258"/>
                  </a:lnTo>
                  <a:lnTo>
                    <a:pt x="1684547" y="356292"/>
                  </a:lnTo>
                  <a:lnTo>
                    <a:pt x="1754468" y="356329"/>
                  </a:lnTo>
                  <a:lnTo>
                    <a:pt x="1827501" y="356369"/>
                  </a:lnTo>
                  <a:lnTo>
                    <a:pt x="1903714" y="356413"/>
                  </a:lnTo>
                  <a:lnTo>
                    <a:pt x="1983177" y="356461"/>
                  </a:lnTo>
                  <a:lnTo>
                    <a:pt x="2065957" y="356513"/>
                  </a:lnTo>
                  <a:lnTo>
                    <a:pt x="2152124" y="356568"/>
                  </a:lnTo>
                  <a:lnTo>
                    <a:pt x="2241747" y="356628"/>
                  </a:lnTo>
                  <a:lnTo>
                    <a:pt x="2334895" y="356692"/>
                  </a:lnTo>
                </a:path>
              </a:pathLst>
            </a:custGeom>
            <a:ln w="1129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77671" y="8940799"/>
              <a:ext cx="185674" cy="103555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11135105" y="8974073"/>
              <a:ext cx="2334895" cy="356870"/>
            </a:xfrm>
            <a:custGeom>
              <a:avLst/>
              <a:gdLst/>
              <a:ahLst/>
              <a:cxnLst/>
              <a:rect l="l" t="t" r="r" b="b"/>
              <a:pathLst>
                <a:path w="2334894" h="356870">
                  <a:moveTo>
                    <a:pt x="2334895" y="0"/>
                  </a:moveTo>
                  <a:lnTo>
                    <a:pt x="2331621" y="46376"/>
                  </a:lnTo>
                  <a:lnTo>
                    <a:pt x="2324096" y="88539"/>
                  </a:lnTo>
                  <a:lnTo>
                    <a:pt x="2312487" y="126690"/>
                  </a:lnTo>
                  <a:lnTo>
                    <a:pt x="2277696" y="191758"/>
                  </a:lnTo>
                  <a:lnTo>
                    <a:pt x="2228597" y="243183"/>
                  </a:lnTo>
                  <a:lnTo>
                    <a:pt x="2166541" y="282571"/>
                  </a:lnTo>
                  <a:lnTo>
                    <a:pt x="2131077" y="298253"/>
                  </a:lnTo>
                  <a:lnTo>
                    <a:pt x="2092880" y="311527"/>
                  </a:lnTo>
                  <a:lnTo>
                    <a:pt x="2052119" y="322595"/>
                  </a:lnTo>
                  <a:lnTo>
                    <a:pt x="2008963" y="331656"/>
                  </a:lnTo>
                  <a:lnTo>
                    <a:pt x="1963581" y="338912"/>
                  </a:lnTo>
                  <a:lnTo>
                    <a:pt x="1916141" y="344563"/>
                  </a:lnTo>
                  <a:lnTo>
                    <a:pt x="1866813" y="348809"/>
                  </a:lnTo>
                  <a:lnTo>
                    <a:pt x="1815765" y="351852"/>
                  </a:lnTo>
                  <a:lnTo>
                    <a:pt x="1763166" y="353891"/>
                  </a:lnTo>
                  <a:lnTo>
                    <a:pt x="1709185" y="355129"/>
                  </a:lnTo>
                  <a:lnTo>
                    <a:pt x="1653990" y="355764"/>
                  </a:lnTo>
                  <a:lnTo>
                    <a:pt x="1597751" y="355998"/>
                  </a:lnTo>
                  <a:lnTo>
                    <a:pt x="1540637" y="356031"/>
                  </a:lnTo>
                  <a:lnTo>
                    <a:pt x="1521704" y="356031"/>
                  </a:lnTo>
                  <a:lnTo>
                    <a:pt x="1501181" y="356031"/>
                  </a:lnTo>
                  <a:lnTo>
                    <a:pt x="1455089" y="356033"/>
                  </a:lnTo>
                  <a:lnTo>
                    <a:pt x="1401807" y="356037"/>
                  </a:lnTo>
                  <a:lnTo>
                    <a:pt x="1340781" y="356044"/>
                  </a:lnTo>
                  <a:lnTo>
                    <a:pt x="1271458" y="356056"/>
                  </a:lnTo>
                  <a:lnTo>
                    <a:pt x="1193282" y="356074"/>
                  </a:lnTo>
                  <a:lnTo>
                    <a:pt x="1150702" y="356085"/>
                  </a:lnTo>
                  <a:lnTo>
                    <a:pt x="1105702" y="356098"/>
                  </a:lnTo>
                  <a:lnTo>
                    <a:pt x="1058211" y="356114"/>
                  </a:lnTo>
                  <a:lnTo>
                    <a:pt x="1008162" y="356131"/>
                  </a:lnTo>
                  <a:lnTo>
                    <a:pt x="955484" y="356151"/>
                  </a:lnTo>
                  <a:lnTo>
                    <a:pt x="900108" y="356174"/>
                  </a:lnTo>
                  <a:lnTo>
                    <a:pt x="841966" y="356199"/>
                  </a:lnTo>
                  <a:lnTo>
                    <a:pt x="780988" y="356227"/>
                  </a:lnTo>
                  <a:lnTo>
                    <a:pt x="717105" y="356258"/>
                  </a:lnTo>
                  <a:lnTo>
                    <a:pt x="650247" y="356292"/>
                  </a:lnTo>
                  <a:lnTo>
                    <a:pt x="580346" y="356329"/>
                  </a:lnTo>
                  <a:lnTo>
                    <a:pt x="507332" y="356369"/>
                  </a:lnTo>
                  <a:lnTo>
                    <a:pt x="431136" y="356413"/>
                  </a:lnTo>
                  <a:lnTo>
                    <a:pt x="351688" y="356461"/>
                  </a:lnTo>
                  <a:lnTo>
                    <a:pt x="268920" y="356513"/>
                  </a:lnTo>
                  <a:lnTo>
                    <a:pt x="182762" y="356568"/>
                  </a:lnTo>
                  <a:lnTo>
                    <a:pt x="93145" y="356628"/>
                  </a:lnTo>
                  <a:lnTo>
                    <a:pt x="0" y="356692"/>
                  </a:lnTo>
                </a:path>
              </a:pathLst>
            </a:custGeom>
            <a:ln w="1129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1697843" y="6632066"/>
              <a:ext cx="906144" cy="958850"/>
            </a:xfrm>
            <a:custGeom>
              <a:avLst/>
              <a:gdLst/>
              <a:ahLst/>
              <a:cxnLst/>
              <a:rect l="l" t="t" r="r" b="b"/>
              <a:pathLst>
                <a:path w="906145" h="958850">
                  <a:moveTo>
                    <a:pt x="567563" y="87503"/>
                  </a:moveTo>
                  <a:lnTo>
                    <a:pt x="483997" y="3937"/>
                  </a:lnTo>
                  <a:lnTo>
                    <a:pt x="481584" y="1270"/>
                  </a:lnTo>
                  <a:lnTo>
                    <a:pt x="478536" y="0"/>
                  </a:lnTo>
                  <a:lnTo>
                    <a:pt x="475361" y="0"/>
                  </a:lnTo>
                  <a:lnTo>
                    <a:pt x="472186" y="0"/>
                  </a:lnTo>
                  <a:lnTo>
                    <a:pt x="469011" y="1270"/>
                  </a:lnTo>
                  <a:lnTo>
                    <a:pt x="466725" y="3937"/>
                  </a:lnTo>
                  <a:lnTo>
                    <a:pt x="461391" y="8636"/>
                  </a:lnTo>
                  <a:lnTo>
                    <a:pt x="461391" y="16510"/>
                  </a:lnTo>
                  <a:lnTo>
                    <a:pt x="466725" y="21209"/>
                  </a:lnTo>
                  <a:lnTo>
                    <a:pt x="525018" y="79502"/>
                  </a:lnTo>
                  <a:lnTo>
                    <a:pt x="0" y="79502"/>
                  </a:lnTo>
                  <a:lnTo>
                    <a:pt x="0" y="104013"/>
                  </a:lnTo>
                  <a:lnTo>
                    <a:pt x="524510" y="104013"/>
                  </a:lnTo>
                  <a:lnTo>
                    <a:pt x="466725" y="162306"/>
                  </a:lnTo>
                  <a:lnTo>
                    <a:pt x="461391" y="167005"/>
                  </a:lnTo>
                  <a:lnTo>
                    <a:pt x="461391" y="174371"/>
                  </a:lnTo>
                  <a:lnTo>
                    <a:pt x="469011" y="181991"/>
                  </a:lnTo>
                  <a:lnTo>
                    <a:pt x="472186" y="183134"/>
                  </a:lnTo>
                  <a:lnTo>
                    <a:pt x="478536" y="183134"/>
                  </a:lnTo>
                  <a:lnTo>
                    <a:pt x="481584" y="181991"/>
                  </a:lnTo>
                  <a:lnTo>
                    <a:pt x="562864" y="100076"/>
                  </a:lnTo>
                  <a:lnTo>
                    <a:pt x="567563" y="94742"/>
                  </a:lnTo>
                  <a:lnTo>
                    <a:pt x="567563" y="87503"/>
                  </a:lnTo>
                  <a:close/>
                </a:path>
                <a:path w="906145" h="958850">
                  <a:moveTo>
                    <a:pt x="666242" y="341376"/>
                  </a:moveTo>
                  <a:lnTo>
                    <a:pt x="661670" y="336054"/>
                  </a:lnTo>
                  <a:lnTo>
                    <a:pt x="582803" y="257175"/>
                  </a:lnTo>
                  <a:lnTo>
                    <a:pt x="580136" y="254889"/>
                  </a:lnTo>
                  <a:lnTo>
                    <a:pt x="576961" y="253619"/>
                  </a:lnTo>
                  <a:lnTo>
                    <a:pt x="573913" y="253619"/>
                  </a:lnTo>
                  <a:lnTo>
                    <a:pt x="570865" y="253619"/>
                  </a:lnTo>
                  <a:lnTo>
                    <a:pt x="567817" y="254889"/>
                  </a:lnTo>
                  <a:lnTo>
                    <a:pt x="560197" y="262509"/>
                  </a:lnTo>
                  <a:lnTo>
                    <a:pt x="560197" y="269748"/>
                  </a:lnTo>
                  <a:lnTo>
                    <a:pt x="622554" y="332105"/>
                  </a:lnTo>
                  <a:lnTo>
                    <a:pt x="99441" y="332105"/>
                  </a:lnTo>
                  <a:lnTo>
                    <a:pt x="99441" y="356628"/>
                  </a:lnTo>
                  <a:lnTo>
                    <a:pt x="624459" y="356628"/>
                  </a:lnTo>
                  <a:lnTo>
                    <a:pt x="560197" y="420878"/>
                  </a:lnTo>
                  <a:lnTo>
                    <a:pt x="560197" y="428244"/>
                  </a:lnTo>
                  <a:lnTo>
                    <a:pt x="565531" y="432816"/>
                  </a:lnTo>
                  <a:lnTo>
                    <a:pt x="567817" y="435483"/>
                  </a:lnTo>
                  <a:lnTo>
                    <a:pt x="570865" y="436880"/>
                  </a:lnTo>
                  <a:lnTo>
                    <a:pt x="576961" y="436880"/>
                  </a:lnTo>
                  <a:lnTo>
                    <a:pt x="580136" y="435483"/>
                  </a:lnTo>
                  <a:lnTo>
                    <a:pt x="666242" y="348627"/>
                  </a:lnTo>
                  <a:lnTo>
                    <a:pt x="666242" y="341376"/>
                  </a:lnTo>
                  <a:close/>
                </a:path>
                <a:path w="906145" h="958850">
                  <a:moveTo>
                    <a:pt x="790829" y="598551"/>
                  </a:moveTo>
                  <a:lnTo>
                    <a:pt x="785622" y="593852"/>
                  </a:lnTo>
                  <a:lnTo>
                    <a:pt x="704469" y="512699"/>
                  </a:lnTo>
                  <a:lnTo>
                    <a:pt x="701421" y="511556"/>
                  </a:lnTo>
                  <a:lnTo>
                    <a:pt x="698373" y="511556"/>
                  </a:lnTo>
                  <a:lnTo>
                    <a:pt x="695325" y="511556"/>
                  </a:lnTo>
                  <a:lnTo>
                    <a:pt x="692150" y="512699"/>
                  </a:lnTo>
                  <a:lnTo>
                    <a:pt x="689483" y="515112"/>
                  </a:lnTo>
                  <a:lnTo>
                    <a:pt x="684784" y="520319"/>
                  </a:lnTo>
                  <a:lnTo>
                    <a:pt x="684784" y="527685"/>
                  </a:lnTo>
                  <a:lnTo>
                    <a:pt x="747268" y="590677"/>
                  </a:lnTo>
                  <a:lnTo>
                    <a:pt x="222758" y="590677"/>
                  </a:lnTo>
                  <a:lnTo>
                    <a:pt x="222758" y="615188"/>
                  </a:lnTo>
                  <a:lnTo>
                    <a:pt x="747776" y="615188"/>
                  </a:lnTo>
                  <a:lnTo>
                    <a:pt x="684784" y="678053"/>
                  </a:lnTo>
                  <a:lnTo>
                    <a:pt x="684784" y="686054"/>
                  </a:lnTo>
                  <a:lnTo>
                    <a:pt x="692150" y="693420"/>
                  </a:lnTo>
                  <a:lnTo>
                    <a:pt x="695325" y="694690"/>
                  </a:lnTo>
                  <a:lnTo>
                    <a:pt x="701421" y="694690"/>
                  </a:lnTo>
                  <a:lnTo>
                    <a:pt x="704469" y="693420"/>
                  </a:lnTo>
                  <a:lnTo>
                    <a:pt x="706755" y="690753"/>
                  </a:lnTo>
                  <a:lnTo>
                    <a:pt x="785622" y="611124"/>
                  </a:lnTo>
                  <a:lnTo>
                    <a:pt x="790829" y="606552"/>
                  </a:lnTo>
                  <a:lnTo>
                    <a:pt x="790829" y="598551"/>
                  </a:lnTo>
                  <a:close/>
                </a:path>
                <a:path w="906145" h="958850">
                  <a:moveTo>
                    <a:pt x="905637" y="863092"/>
                  </a:moveTo>
                  <a:lnTo>
                    <a:pt x="822071" y="779526"/>
                  </a:lnTo>
                  <a:lnTo>
                    <a:pt x="819658" y="776859"/>
                  </a:lnTo>
                  <a:lnTo>
                    <a:pt x="816610" y="775589"/>
                  </a:lnTo>
                  <a:lnTo>
                    <a:pt x="813435" y="775589"/>
                  </a:lnTo>
                  <a:lnTo>
                    <a:pt x="810260" y="775589"/>
                  </a:lnTo>
                  <a:lnTo>
                    <a:pt x="807085" y="776859"/>
                  </a:lnTo>
                  <a:lnTo>
                    <a:pt x="804799" y="779526"/>
                  </a:lnTo>
                  <a:lnTo>
                    <a:pt x="799465" y="784098"/>
                  </a:lnTo>
                  <a:lnTo>
                    <a:pt x="799465" y="792099"/>
                  </a:lnTo>
                  <a:lnTo>
                    <a:pt x="804799" y="796798"/>
                  </a:lnTo>
                  <a:lnTo>
                    <a:pt x="861822" y="853821"/>
                  </a:lnTo>
                  <a:lnTo>
                    <a:pt x="338201" y="853821"/>
                  </a:lnTo>
                  <a:lnTo>
                    <a:pt x="338201" y="878967"/>
                  </a:lnTo>
                  <a:lnTo>
                    <a:pt x="863219" y="878967"/>
                  </a:lnTo>
                  <a:lnTo>
                    <a:pt x="804799" y="938022"/>
                  </a:lnTo>
                  <a:lnTo>
                    <a:pt x="799465" y="942594"/>
                  </a:lnTo>
                  <a:lnTo>
                    <a:pt x="799465" y="949960"/>
                  </a:lnTo>
                  <a:lnTo>
                    <a:pt x="807085" y="957580"/>
                  </a:lnTo>
                  <a:lnTo>
                    <a:pt x="810260" y="958723"/>
                  </a:lnTo>
                  <a:lnTo>
                    <a:pt x="816610" y="958723"/>
                  </a:lnTo>
                  <a:lnTo>
                    <a:pt x="819658" y="957580"/>
                  </a:lnTo>
                  <a:lnTo>
                    <a:pt x="900938" y="875665"/>
                  </a:lnTo>
                  <a:lnTo>
                    <a:pt x="905637" y="870331"/>
                  </a:lnTo>
                  <a:lnTo>
                    <a:pt x="905637" y="86309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9790684" y="9078810"/>
              <a:ext cx="492125" cy="388620"/>
            </a:xfrm>
            <a:custGeom>
              <a:avLst/>
              <a:gdLst/>
              <a:ahLst/>
              <a:cxnLst/>
              <a:rect l="l" t="t" r="r" b="b"/>
              <a:pathLst>
                <a:path w="492125" h="388620">
                  <a:moveTo>
                    <a:pt x="491871" y="246595"/>
                  </a:moveTo>
                  <a:lnTo>
                    <a:pt x="490778" y="241312"/>
                  </a:lnTo>
                  <a:lnTo>
                    <a:pt x="488975" y="232524"/>
                  </a:lnTo>
                  <a:lnTo>
                    <a:pt x="481114" y="220916"/>
                  </a:lnTo>
                  <a:lnTo>
                    <a:pt x="469519" y="213042"/>
                  </a:lnTo>
                  <a:lnTo>
                    <a:pt x="461391" y="211366"/>
                  </a:lnTo>
                  <a:lnTo>
                    <a:pt x="461391" y="243319"/>
                  </a:lnTo>
                  <a:lnTo>
                    <a:pt x="461391" y="353999"/>
                  </a:lnTo>
                  <a:lnTo>
                    <a:pt x="458724" y="356006"/>
                  </a:lnTo>
                  <a:lnTo>
                    <a:pt x="34417" y="356006"/>
                  </a:lnTo>
                  <a:lnTo>
                    <a:pt x="31877" y="353999"/>
                  </a:lnTo>
                  <a:lnTo>
                    <a:pt x="31877" y="243319"/>
                  </a:lnTo>
                  <a:lnTo>
                    <a:pt x="34417" y="241312"/>
                  </a:lnTo>
                  <a:lnTo>
                    <a:pt x="458724" y="241312"/>
                  </a:lnTo>
                  <a:lnTo>
                    <a:pt x="461391" y="243319"/>
                  </a:lnTo>
                  <a:lnTo>
                    <a:pt x="461391" y="211366"/>
                  </a:lnTo>
                  <a:lnTo>
                    <a:pt x="455422" y="210134"/>
                  </a:lnTo>
                  <a:lnTo>
                    <a:pt x="36449" y="210134"/>
                  </a:lnTo>
                  <a:lnTo>
                    <a:pt x="22390" y="213042"/>
                  </a:lnTo>
                  <a:lnTo>
                    <a:pt x="10795" y="220916"/>
                  </a:lnTo>
                  <a:lnTo>
                    <a:pt x="2908" y="232524"/>
                  </a:lnTo>
                  <a:lnTo>
                    <a:pt x="0" y="246595"/>
                  </a:lnTo>
                  <a:lnTo>
                    <a:pt x="0" y="352005"/>
                  </a:lnTo>
                  <a:lnTo>
                    <a:pt x="2908" y="366115"/>
                  </a:lnTo>
                  <a:lnTo>
                    <a:pt x="10795" y="377710"/>
                  </a:lnTo>
                  <a:lnTo>
                    <a:pt x="22390" y="385584"/>
                  </a:lnTo>
                  <a:lnTo>
                    <a:pt x="36449" y="388467"/>
                  </a:lnTo>
                  <a:lnTo>
                    <a:pt x="455422" y="388467"/>
                  </a:lnTo>
                  <a:lnTo>
                    <a:pt x="469519" y="385584"/>
                  </a:lnTo>
                  <a:lnTo>
                    <a:pt x="481114" y="377710"/>
                  </a:lnTo>
                  <a:lnTo>
                    <a:pt x="488975" y="366115"/>
                  </a:lnTo>
                  <a:lnTo>
                    <a:pt x="491045" y="356006"/>
                  </a:lnTo>
                  <a:lnTo>
                    <a:pt x="491871" y="352005"/>
                  </a:lnTo>
                  <a:lnTo>
                    <a:pt x="491871" y="246595"/>
                  </a:lnTo>
                  <a:close/>
                </a:path>
                <a:path w="492125" h="388620">
                  <a:moveTo>
                    <a:pt x="491871" y="36474"/>
                  </a:moveTo>
                  <a:lnTo>
                    <a:pt x="490778" y="31178"/>
                  </a:lnTo>
                  <a:lnTo>
                    <a:pt x="488975" y="22402"/>
                  </a:lnTo>
                  <a:lnTo>
                    <a:pt x="481114" y="10795"/>
                  </a:lnTo>
                  <a:lnTo>
                    <a:pt x="469519" y="2908"/>
                  </a:lnTo>
                  <a:lnTo>
                    <a:pt x="461391" y="1231"/>
                  </a:lnTo>
                  <a:lnTo>
                    <a:pt x="461391" y="33794"/>
                  </a:lnTo>
                  <a:lnTo>
                    <a:pt x="461391" y="143878"/>
                  </a:lnTo>
                  <a:lnTo>
                    <a:pt x="458724" y="146494"/>
                  </a:lnTo>
                  <a:lnTo>
                    <a:pt x="34417" y="146494"/>
                  </a:lnTo>
                  <a:lnTo>
                    <a:pt x="31877" y="143878"/>
                  </a:lnTo>
                  <a:lnTo>
                    <a:pt x="31877" y="33794"/>
                  </a:lnTo>
                  <a:lnTo>
                    <a:pt x="34417" y="31178"/>
                  </a:lnTo>
                  <a:lnTo>
                    <a:pt x="458724" y="31178"/>
                  </a:lnTo>
                  <a:lnTo>
                    <a:pt x="461391" y="33794"/>
                  </a:lnTo>
                  <a:lnTo>
                    <a:pt x="461391" y="1231"/>
                  </a:lnTo>
                  <a:lnTo>
                    <a:pt x="455422" y="0"/>
                  </a:lnTo>
                  <a:lnTo>
                    <a:pt x="36449" y="0"/>
                  </a:lnTo>
                  <a:lnTo>
                    <a:pt x="22390" y="2908"/>
                  </a:lnTo>
                  <a:lnTo>
                    <a:pt x="10795" y="10795"/>
                  </a:lnTo>
                  <a:lnTo>
                    <a:pt x="2908" y="22402"/>
                  </a:lnTo>
                  <a:lnTo>
                    <a:pt x="0" y="36474"/>
                  </a:lnTo>
                  <a:lnTo>
                    <a:pt x="0" y="141871"/>
                  </a:lnTo>
                  <a:lnTo>
                    <a:pt x="2908" y="155968"/>
                  </a:lnTo>
                  <a:lnTo>
                    <a:pt x="10795" y="167576"/>
                  </a:lnTo>
                  <a:lnTo>
                    <a:pt x="22390" y="175450"/>
                  </a:lnTo>
                  <a:lnTo>
                    <a:pt x="36449" y="178346"/>
                  </a:lnTo>
                  <a:lnTo>
                    <a:pt x="455422" y="178346"/>
                  </a:lnTo>
                  <a:lnTo>
                    <a:pt x="469519" y="175450"/>
                  </a:lnTo>
                  <a:lnTo>
                    <a:pt x="481114" y="167576"/>
                  </a:lnTo>
                  <a:lnTo>
                    <a:pt x="488975" y="155968"/>
                  </a:lnTo>
                  <a:lnTo>
                    <a:pt x="490918" y="146494"/>
                  </a:lnTo>
                  <a:lnTo>
                    <a:pt x="491871" y="141871"/>
                  </a:lnTo>
                  <a:lnTo>
                    <a:pt x="491871" y="36474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9858883" y="9020467"/>
              <a:ext cx="42545" cy="273685"/>
            </a:xfrm>
            <a:custGeom>
              <a:avLst/>
              <a:gdLst/>
              <a:ahLst/>
              <a:cxnLst/>
              <a:rect l="l" t="t" r="r" b="b"/>
              <a:pathLst>
                <a:path w="42545" h="273684">
                  <a:moveTo>
                    <a:pt x="42428" y="0"/>
                  </a:moveTo>
                  <a:lnTo>
                    <a:pt x="0" y="0"/>
                  </a:lnTo>
                  <a:lnTo>
                    <a:pt x="0" y="273164"/>
                  </a:lnTo>
                  <a:lnTo>
                    <a:pt x="42428" y="273164"/>
                  </a:lnTo>
                  <a:lnTo>
                    <a:pt x="42428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0105644" y="9152420"/>
              <a:ext cx="114935" cy="241300"/>
            </a:xfrm>
            <a:custGeom>
              <a:avLst/>
              <a:gdLst/>
              <a:ahLst/>
              <a:cxnLst/>
              <a:rect l="l" t="t" r="r" b="b"/>
              <a:pathLst>
                <a:path w="114934" h="241300">
                  <a:moveTo>
                    <a:pt x="114554" y="217424"/>
                  </a:moveTo>
                  <a:lnTo>
                    <a:pt x="107315" y="209461"/>
                  </a:lnTo>
                  <a:lnTo>
                    <a:pt x="7239" y="209461"/>
                  </a:lnTo>
                  <a:lnTo>
                    <a:pt x="0" y="217424"/>
                  </a:lnTo>
                  <a:lnTo>
                    <a:pt x="0" y="225386"/>
                  </a:lnTo>
                  <a:lnTo>
                    <a:pt x="0" y="234010"/>
                  </a:lnTo>
                  <a:lnTo>
                    <a:pt x="7239" y="241300"/>
                  </a:lnTo>
                  <a:lnTo>
                    <a:pt x="107315" y="241300"/>
                  </a:lnTo>
                  <a:lnTo>
                    <a:pt x="114554" y="234010"/>
                  </a:lnTo>
                  <a:lnTo>
                    <a:pt x="114554" y="217424"/>
                  </a:lnTo>
                  <a:close/>
                </a:path>
                <a:path w="114934" h="241300">
                  <a:moveTo>
                    <a:pt x="114554" y="7289"/>
                  </a:moveTo>
                  <a:lnTo>
                    <a:pt x="107315" y="0"/>
                  </a:lnTo>
                  <a:lnTo>
                    <a:pt x="7239" y="0"/>
                  </a:lnTo>
                  <a:lnTo>
                    <a:pt x="0" y="7289"/>
                  </a:lnTo>
                  <a:lnTo>
                    <a:pt x="0" y="15925"/>
                  </a:lnTo>
                  <a:lnTo>
                    <a:pt x="0" y="23825"/>
                  </a:lnTo>
                  <a:lnTo>
                    <a:pt x="7239" y="31788"/>
                  </a:lnTo>
                  <a:lnTo>
                    <a:pt x="107315" y="31788"/>
                  </a:lnTo>
                  <a:lnTo>
                    <a:pt x="114554" y="23825"/>
                  </a:lnTo>
                  <a:lnTo>
                    <a:pt x="114554" y="7289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3673347" y="3002660"/>
            <a:ext cx="347980" cy="343535"/>
            <a:chOff x="3673347" y="3002660"/>
            <a:chExt cx="347980" cy="343535"/>
          </a:xfrm>
        </p:grpSpPr>
        <p:sp>
          <p:nvSpPr>
            <p:cNvPr id="90" name="object 90" descr=""/>
            <p:cNvSpPr/>
            <p:nvPr/>
          </p:nvSpPr>
          <p:spPr>
            <a:xfrm>
              <a:off x="3673347" y="3113912"/>
              <a:ext cx="347980" cy="232410"/>
            </a:xfrm>
            <a:custGeom>
              <a:avLst/>
              <a:gdLst/>
              <a:ahLst/>
              <a:cxnLst/>
              <a:rect l="l" t="t" r="r" b="b"/>
              <a:pathLst>
                <a:path w="347979" h="232410">
                  <a:moveTo>
                    <a:pt x="340740" y="0"/>
                  </a:moveTo>
                  <a:lnTo>
                    <a:pt x="7238" y="0"/>
                  </a:lnTo>
                  <a:lnTo>
                    <a:pt x="0" y="8000"/>
                  </a:lnTo>
                  <a:lnTo>
                    <a:pt x="0" y="224789"/>
                  </a:lnTo>
                  <a:lnTo>
                    <a:pt x="7238" y="232028"/>
                  </a:lnTo>
                  <a:lnTo>
                    <a:pt x="340740" y="232028"/>
                  </a:lnTo>
                  <a:lnTo>
                    <a:pt x="347979" y="224789"/>
                  </a:lnTo>
                  <a:lnTo>
                    <a:pt x="347979" y="207517"/>
                  </a:lnTo>
                  <a:lnTo>
                    <a:pt x="25146" y="207517"/>
                  </a:lnTo>
                  <a:lnTo>
                    <a:pt x="25146" y="25272"/>
                  </a:lnTo>
                  <a:lnTo>
                    <a:pt x="347979" y="25272"/>
                  </a:lnTo>
                  <a:lnTo>
                    <a:pt x="347979" y="8000"/>
                  </a:lnTo>
                  <a:lnTo>
                    <a:pt x="340740" y="0"/>
                  </a:lnTo>
                  <a:close/>
                </a:path>
                <a:path w="347979" h="232410">
                  <a:moveTo>
                    <a:pt x="347979" y="25272"/>
                  </a:moveTo>
                  <a:lnTo>
                    <a:pt x="323468" y="25272"/>
                  </a:lnTo>
                  <a:lnTo>
                    <a:pt x="323468" y="207517"/>
                  </a:lnTo>
                  <a:lnTo>
                    <a:pt x="347979" y="207517"/>
                  </a:lnTo>
                  <a:lnTo>
                    <a:pt x="347979" y="25272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2214" y="3002660"/>
              <a:ext cx="190246" cy="115950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3813809" y="3196823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314" y="0"/>
                  </a:moveTo>
                  <a:lnTo>
                    <a:pt x="0" y="0"/>
                  </a:lnTo>
                  <a:lnTo>
                    <a:pt x="0" y="66314"/>
                  </a:lnTo>
                  <a:lnTo>
                    <a:pt x="66314" y="66314"/>
                  </a:lnTo>
                  <a:lnTo>
                    <a:pt x="66314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5463921" y="3003930"/>
            <a:ext cx="349885" cy="354965"/>
            <a:chOff x="5463921" y="3003930"/>
            <a:chExt cx="349885" cy="354965"/>
          </a:xfrm>
        </p:grpSpPr>
        <p:sp>
          <p:nvSpPr>
            <p:cNvPr id="94" name="object 94" descr=""/>
            <p:cNvSpPr/>
            <p:nvPr/>
          </p:nvSpPr>
          <p:spPr>
            <a:xfrm>
              <a:off x="5605018" y="3128497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314" y="0"/>
                  </a:moveTo>
                  <a:lnTo>
                    <a:pt x="0" y="0"/>
                  </a:lnTo>
                  <a:lnTo>
                    <a:pt x="0" y="66314"/>
                  </a:lnTo>
                  <a:lnTo>
                    <a:pt x="66314" y="66314"/>
                  </a:lnTo>
                  <a:lnTo>
                    <a:pt x="66314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5463921" y="3003930"/>
              <a:ext cx="349885" cy="354965"/>
            </a:xfrm>
            <a:custGeom>
              <a:avLst/>
              <a:gdLst/>
              <a:ahLst/>
              <a:cxnLst/>
              <a:rect l="l" t="t" r="r" b="b"/>
              <a:pathLst>
                <a:path w="349885" h="354964">
                  <a:moveTo>
                    <a:pt x="341375" y="0"/>
                  </a:moveTo>
                  <a:lnTo>
                    <a:pt x="7238" y="0"/>
                  </a:lnTo>
                  <a:lnTo>
                    <a:pt x="0" y="7366"/>
                  </a:lnTo>
                  <a:lnTo>
                    <a:pt x="0" y="248539"/>
                  </a:lnTo>
                  <a:lnTo>
                    <a:pt x="3175" y="254635"/>
                  </a:lnTo>
                  <a:lnTo>
                    <a:pt x="8636" y="257175"/>
                  </a:lnTo>
                  <a:lnTo>
                    <a:pt x="165734" y="351409"/>
                  </a:lnTo>
                  <a:lnTo>
                    <a:pt x="170941" y="354711"/>
                  </a:lnTo>
                  <a:lnTo>
                    <a:pt x="177673" y="354711"/>
                  </a:lnTo>
                  <a:lnTo>
                    <a:pt x="183641" y="351409"/>
                  </a:lnTo>
                  <a:lnTo>
                    <a:pt x="223446" y="327533"/>
                  </a:lnTo>
                  <a:lnTo>
                    <a:pt x="174243" y="327533"/>
                  </a:lnTo>
                  <a:lnTo>
                    <a:pt x="25145" y="237998"/>
                  </a:lnTo>
                  <a:lnTo>
                    <a:pt x="25145" y="25146"/>
                  </a:lnTo>
                  <a:lnTo>
                    <a:pt x="349376" y="25146"/>
                  </a:lnTo>
                  <a:lnTo>
                    <a:pt x="349376" y="7366"/>
                  </a:lnTo>
                  <a:lnTo>
                    <a:pt x="341375" y="0"/>
                  </a:lnTo>
                  <a:close/>
                </a:path>
                <a:path w="349885" h="354964">
                  <a:moveTo>
                    <a:pt x="349376" y="25146"/>
                  </a:moveTo>
                  <a:lnTo>
                    <a:pt x="323468" y="25146"/>
                  </a:lnTo>
                  <a:lnTo>
                    <a:pt x="323468" y="237998"/>
                  </a:lnTo>
                  <a:lnTo>
                    <a:pt x="174243" y="327533"/>
                  </a:lnTo>
                  <a:lnTo>
                    <a:pt x="223446" y="327533"/>
                  </a:lnTo>
                  <a:lnTo>
                    <a:pt x="340740" y="257175"/>
                  </a:lnTo>
                  <a:lnTo>
                    <a:pt x="345948" y="253873"/>
                  </a:lnTo>
                  <a:lnTo>
                    <a:pt x="349376" y="248539"/>
                  </a:lnTo>
                  <a:lnTo>
                    <a:pt x="349376" y="25146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0215" y="3053714"/>
              <a:ext cx="278384" cy="294893"/>
            </a:xfrm>
            <a:prstGeom prst="rect">
              <a:avLst/>
            </a:prstGeom>
          </p:spPr>
        </p:pic>
      </p:grpSp>
      <p:grpSp>
        <p:nvGrpSpPr>
          <p:cNvPr id="97" name="object 97" descr=""/>
          <p:cNvGrpSpPr/>
          <p:nvPr/>
        </p:nvGrpSpPr>
        <p:grpSpPr>
          <a:xfrm>
            <a:off x="8940165" y="3001264"/>
            <a:ext cx="320675" cy="368300"/>
            <a:chOff x="8940165" y="3001264"/>
            <a:chExt cx="320675" cy="368300"/>
          </a:xfrm>
        </p:grpSpPr>
        <p:sp>
          <p:nvSpPr>
            <p:cNvPr id="98" name="object 98" descr=""/>
            <p:cNvSpPr/>
            <p:nvPr/>
          </p:nvSpPr>
          <p:spPr>
            <a:xfrm>
              <a:off x="8940165" y="3001264"/>
              <a:ext cx="320675" cy="368300"/>
            </a:xfrm>
            <a:custGeom>
              <a:avLst/>
              <a:gdLst/>
              <a:ahLst/>
              <a:cxnLst/>
              <a:rect l="l" t="t" r="r" b="b"/>
              <a:pathLst>
                <a:path w="320675" h="368300">
                  <a:moveTo>
                    <a:pt x="163067" y="0"/>
                  </a:moveTo>
                  <a:lnTo>
                    <a:pt x="156463" y="0"/>
                  </a:lnTo>
                  <a:lnTo>
                    <a:pt x="151129" y="3301"/>
                  </a:lnTo>
                  <a:lnTo>
                    <a:pt x="9270" y="86232"/>
                  </a:lnTo>
                  <a:lnTo>
                    <a:pt x="3301" y="88772"/>
                  </a:lnTo>
                  <a:lnTo>
                    <a:pt x="0" y="94868"/>
                  </a:lnTo>
                  <a:lnTo>
                    <a:pt x="0" y="273176"/>
                  </a:lnTo>
                  <a:lnTo>
                    <a:pt x="3301" y="278510"/>
                  </a:lnTo>
                  <a:lnTo>
                    <a:pt x="9270" y="281812"/>
                  </a:lnTo>
                  <a:lnTo>
                    <a:pt x="151129" y="364616"/>
                  </a:lnTo>
                  <a:lnTo>
                    <a:pt x="156463" y="367918"/>
                  </a:lnTo>
                  <a:lnTo>
                    <a:pt x="163067" y="367918"/>
                  </a:lnTo>
                  <a:lnTo>
                    <a:pt x="169036" y="364616"/>
                  </a:lnTo>
                  <a:lnTo>
                    <a:pt x="214510" y="338074"/>
                  </a:lnTo>
                  <a:lnTo>
                    <a:pt x="159130" y="338074"/>
                  </a:lnTo>
                  <a:lnTo>
                    <a:pt x="26542" y="261238"/>
                  </a:lnTo>
                  <a:lnTo>
                    <a:pt x="26542" y="106044"/>
                  </a:lnTo>
                  <a:lnTo>
                    <a:pt x="159130" y="29209"/>
                  </a:lnTo>
                  <a:lnTo>
                    <a:pt x="213354" y="29209"/>
                  </a:lnTo>
                  <a:lnTo>
                    <a:pt x="169036" y="3301"/>
                  </a:lnTo>
                  <a:lnTo>
                    <a:pt x="163067" y="0"/>
                  </a:lnTo>
                  <a:close/>
                </a:path>
                <a:path w="320675" h="368300">
                  <a:moveTo>
                    <a:pt x="213354" y="29209"/>
                  </a:moveTo>
                  <a:lnTo>
                    <a:pt x="159130" y="29209"/>
                  </a:lnTo>
                  <a:lnTo>
                    <a:pt x="291718" y="106044"/>
                  </a:lnTo>
                  <a:lnTo>
                    <a:pt x="291718" y="261238"/>
                  </a:lnTo>
                  <a:lnTo>
                    <a:pt x="159130" y="338074"/>
                  </a:lnTo>
                  <a:lnTo>
                    <a:pt x="214510" y="338074"/>
                  </a:lnTo>
                  <a:lnTo>
                    <a:pt x="310895" y="281812"/>
                  </a:lnTo>
                  <a:lnTo>
                    <a:pt x="316864" y="279780"/>
                  </a:lnTo>
                  <a:lnTo>
                    <a:pt x="320166" y="273811"/>
                  </a:lnTo>
                  <a:lnTo>
                    <a:pt x="320166" y="95503"/>
                  </a:lnTo>
                  <a:lnTo>
                    <a:pt x="316864" y="89534"/>
                  </a:lnTo>
                  <a:lnTo>
                    <a:pt x="310895" y="86232"/>
                  </a:lnTo>
                  <a:lnTo>
                    <a:pt x="213354" y="29209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064752" y="3149817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4" h="70485">
                  <a:moveTo>
                    <a:pt x="70267" y="0"/>
                  </a:moveTo>
                  <a:lnTo>
                    <a:pt x="0" y="0"/>
                  </a:lnTo>
                  <a:lnTo>
                    <a:pt x="0" y="70267"/>
                  </a:lnTo>
                  <a:lnTo>
                    <a:pt x="70267" y="70267"/>
                  </a:lnTo>
                  <a:lnTo>
                    <a:pt x="70267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 descr=""/>
          <p:cNvGrpSpPr/>
          <p:nvPr/>
        </p:nvGrpSpPr>
        <p:grpSpPr>
          <a:xfrm>
            <a:off x="12402635" y="3034379"/>
            <a:ext cx="348615" cy="347345"/>
            <a:chOff x="12402635" y="3034379"/>
            <a:chExt cx="348615" cy="347345"/>
          </a:xfrm>
        </p:grpSpPr>
        <p:sp>
          <p:nvSpPr>
            <p:cNvPr id="101" name="object 101" descr=""/>
            <p:cNvSpPr/>
            <p:nvPr/>
          </p:nvSpPr>
          <p:spPr>
            <a:xfrm>
              <a:off x="12402635" y="3034379"/>
              <a:ext cx="348615" cy="347345"/>
            </a:xfrm>
            <a:custGeom>
              <a:avLst/>
              <a:gdLst/>
              <a:ahLst/>
              <a:cxnLst/>
              <a:rect l="l" t="t" r="r" b="b"/>
              <a:pathLst>
                <a:path w="348615" h="347345">
                  <a:moveTo>
                    <a:pt x="174206" y="0"/>
                  </a:moveTo>
                  <a:lnTo>
                    <a:pt x="159220" y="3976"/>
                  </a:lnTo>
                  <a:lnTo>
                    <a:pt x="147758" y="15906"/>
                  </a:lnTo>
                  <a:lnTo>
                    <a:pt x="3232" y="304323"/>
                  </a:lnTo>
                  <a:lnTo>
                    <a:pt x="46" y="319095"/>
                  </a:lnTo>
                  <a:lnTo>
                    <a:pt x="0" y="319309"/>
                  </a:lnTo>
                  <a:lnTo>
                    <a:pt x="4079" y="332771"/>
                  </a:lnTo>
                  <a:lnTo>
                    <a:pt x="4137" y="332962"/>
                  </a:lnTo>
                  <a:lnTo>
                    <a:pt x="14108" y="342900"/>
                  </a:lnTo>
                  <a:lnTo>
                    <a:pt x="28378" y="346741"/>
                  </a:lnTo>
                  <a:lnTo>
                    <a:pt x="319462" y="346741"/>
                  </a:lnTo>
                  <a:lnTo>
                    <a:pt x="333851" y="342900"/>
                  </a:lnTo>
                  <a:lnTo>
                    <a:pt x="334046" y="342900"/>
                  </a:lnTo>
                  <a:lnTo>
                    <a:pt x="344322" y="332771"/>
                  </a:lnTo>
                  <a:lnTo>
                    <a:pt x="347993" y="320960"/>
                  </a:lnTo>
                  <a:lnTo>
                    <a:pt x="25076" y="320960"/>
                  </a:lnTo>
                  <a:lnTo>
                    <a:pt x="22409" y="317531"/>
                  </a:lnTo>
                  <a:lnTo>
                    <a:pt x="24441" y="314991"/>
                  </a:lnTo>
                  <a:lnTo>
                    <a:pt x="169602" y="26574"/>
                  </a:lnTo>
                  <a:lnTo>
                    <a:pt x="170872" y="23272"/>
                  </a:lnTo>
                  <a:lnTo>
                    <a:pt x="203793" y="23272"/>
                  </a:lnTo>
                  <a:lnTo>
                    <a:pt x="200082" y="15906"/>
                  </a:lnTo>
                  <a:lnTo>
                    <a:pt x="189049" y="3976"/>
                  </a:lnTo>
                  <a:lnTo>
                    <a:pt x="174206" y="0"/>
                  </a:lnTo>
                  <a:close/>
                </a:path>
                <a:path w="348615" h="347345">
                  <a:moveTo>
                    <a:pt x="203793" y="23272"/>
                  </a:moveTo>
                  <a:lnTo>
                    <a:pt x="175571" y="23272"/>
                  </a:lnTo>
                  <a:lnTo>
                    <a:pt x="176968" y="26574"/>
                  </a:lnTo>
                  <a:lnTo>
                    <a:pt x="323399" y="317531"/>
                  </a:lnTo>
                  <a:lnTo>
                    <a:pt x="322129" y="320960"/>
                  </a:lnTo>
                  <a:lnTo>
                    <a:pt x="347993" y="320960"/>
                  </a:lnTo>
                  <a:lnTo>
                    <a:pt x="348506" y="319309"/>
                  </a:lnTo>
                  <a:lnTo>
                    <a:pt x="348573" y="319095"/>
                  </a:lnTo>
                  <a:lnTo>
                    <a:pt x="345370" y="304323"/>
                  </a:lnTo>
                  <a:lnTo>
                    <a:pt x="203793" y="23272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43154" y="3155061"/>
              <a:ext cx="66258" cy="173736"/>
            </a:xfrm>
            <a:prstGeom prst="rect">
              <a:avLst/>
            </a:prstGeom>
          </p:spPr>
        </p:pic>
      </p:grpSp>
      <p:grpSp>
        <p:nvGrpSpPr>
          <p:cNvPr id="103" name="object 103" descr=""/>
          <p:cNvGrpSpPr/>
          <p:nvPr/>
        </p:nvGrpSpPr>
        <p:grpSpPr>
          <a:xfrm>
            <a:off x="1908682" y="3001264"/>
            <a:ext cx="372745" cy="353060"/>
            <a:chOff x="1908682" y="3001264"/>
            <a:chExt cx="372745" cy="353060"/>
          </a:xfrm>
        </p:grpSpPr>
        <p:sp>
          <p:nvSpPr>
            <p:cNvPr id="104" name="object 104" descr=""/>
            <p:cNvSpPr/>
            <p:nvPr/>
          </p:nvSpPr>
          <p:spPr>
            <a:xfrm>
              <a:off x="1908682" y="3076154"/>
              <a:ext cx="232410" cy="33655"/>
            </a:xfrm>
            <a:custGeom>
              <a:avLst/>
              <a:gdLst/>
              <a:ahLst/>
              <a:cxnLst/>
              <a:rect l="l" t="t" r="r" b="b"/>
              <a:pathLst>
                <a:path w="232410" h="33655">
                  <a:moveTo>
                    <a:pt x="232016" y="0"/>
                  </a:moveTo>
                  <a:lnTo>
                    <a:pt x="0" y="0"/>
                  </a:lnTo>
                  <a:lnTo>
                    <a:pt x="0" y="33186"/>
                  </a:lnTo>
                  <a:lnTo>
                    <a:pt x="232016" y="33186"/>
                  </a:lnTo>
                  <a:lnTo>
                    <a:pt x="232016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933194" y="3001263"/>
              <a:ext cx="348615" cy="353060"/>
            </a:xfrm>
            <a:custGeom>
              <a:avLst/>
              <a:gdLst/>
              <a:ahLst/>
              <a:cxnLst/>
              <a:rect l="l" t="t" r="r" b="b"/>
              <a:pathLst>
                <a:path w="348614" h="353060">
                  <a:moveTo>
                    <a:pt x="348107" y="8001"/>
                  </a:moveTo>
                  <a:lnTo>
                    <a:pt x="340741" y="0"/>
                  </a:lnTo>
                  <a:lnTo>
                    <a:pt x="323596" y="0"/>
                  </a:lnTo>
                  <a:lnTo>
                    <a:pt x="323596" y="25146"/>
                  </a:lnTo>
                  <a:lnTo>
                    <a:pt x="323596" y="240665"/>
                  </a:lnTo>
                  <a:lnTo>
                    <a:pt x="25273" y="240665"/>
                  </a:lnTo>
                  <a:lnTo>
                    <a:pt x="25273" y="25146"/>
                  </a:lnTo>
                  <a:lnTo>
                    <a:pt x="323596" y="25146"/>
                  </a:lnTo>
                  <a:lnTo>
                    <a:pt x="323596" y="0"/>
                  </a:lnTo>
                  <a:lnTo>
                    <a:pt x="7239" y="0"/>
                  </a:lnTo>
                  <a:lnTo>
                    <a:pt x="0" y="8001"/>
                  </a:lnTo>
                  <a:lnTo>
                    <a:pt x="0" y="257937"/>
                  </a:lnTo>
                  <a:lnTo>
                    <a:pt x="7239" y="265176"/>
                  </a:lnTo>
                  <a:lnTo>
                    <a:pt x="161798" y="265176"/>
                  </a:lnTo>
                  <a:lnTo>
                    <a:pt x="161798" y="327533"/>
                  </a:lnTo>
                  <a:lnTo>
                    <a:pt x="68326" y="327533"/>
                  </a:lnTo>
                  <a:lnTo>
                    <a:pt x="62357" y="333502"/>
                  </a:lnTo>
                  <a:lnTo>
                    <a:pt x="62357" y="340106"/>
                  </a:lnTo>
                  <a:lnTo>
                    <a:pt x="62357" y="346710"/>
                  </a:lnTo>
                  <a:lnTo>
                    <a:pt x="68326" y="352679"/>
                  </a:lnTo>
                  <a:lnTo>
                    <a:pt x="279146" y="352679"/>
                  </a:lnTo>
                  <a:lnTo>
                    <a:pt x="285115" y="346710"/>
                  </a:lnTo>
                  <a:lnTo>
                    <a:pt x="285115" y="333502"/>
                  </a:lnTo>
                  <a:lnTo>
                    <a:pt x="279146" y="327533"/>
                  </a:lnTo>
                  <a:lnTo>
                    <a:pt x="186347" y="327533"/>
                  </a:lnTo>
                  <a:lnTo>
                    <a:pt x="186347" y="265176"/>
                  </a:lnTo>
                  <a:lnTo>
                    <a:pt x="340741" y="265176"/>
                  </a:lnTo>
                  <a:lnTo>
                    <a:pt x="348107" y="257937"/>
                  </a:lnTo>
                  <a:lnTo>
                    <a:pt x="348107" y="240665"/>
                  </a:lnTo>
                  <a:lnTo>
                    <a:pt x="348107" y="25146"/>
                  </a:lnTo>
                  <a:lnTo>
                    <a:pt x="348107" y="8001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 descr=""/>
          <p:cNvGrpSpPr/>
          <p:nvPr/>
        </p:nvGrpSpPr>
        <p:grpSpPr>
          <a:xfrm>
            <a:off x="14133448" y="3027172"/>
            <a:ext cx="372745" cy="344170"/>
            <a:chOff x="14133448" y="3027172"/>
            <a:chExt cx="372745" cy="344170"/>
          </a:xfrm>
        </p:grpSpPr>
        <p:sp>
          <p:nvSpPr>
            <p:cNvPr id="107" name="object 107" descr=""/>
            <p:cNvSpPr/>
            <p:nvPr/>
          </p:nvSpPr>
          <p:spPr>
            <a:xfrm>
              <a:off x="14133448" y="3101357"/>
              <a:ext cx="232410" cy="33655"/>
            </a:xfrm>
            <a:custGeom>
              <a:avLst/>
              <a:gdLst/>
              <a:ahLst/>
              <a:cxnLst/>
              <a:rect l="l" t="t" r="r" b="b"/>
              <a:pathLst>
                <a:path w="232409" h="33655">
                  <a:moveTo>
                    <a:pt x="232016" y="0"/>
                  </a:moveTo>
                  <a:lnTo>
                    <a:pt x="0" y="0"/>
                  </a:lnTo>
                  <a:lnTo>
                    <a:pt x="0" y="33129"/>
                  </a:lnTo>
                  <a:lnTo>
                    <a:pt x="232016" y="33129"/>
                  </a:lnTo>
                  <a:lnTo>
                    <a:pt x="232016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4224253" y="3027172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40" h="281939">
                  <a:moveTo>
                    <a:pt x="274447" y="0"/>
                  </a:moveTo>
                  <a:lnTo>
                    <a:pt x="7874" y="0"/>
                  </a:lnTo>
                  <a:lnTo>
                    <a:pt x="0" y="7238"/>
                  </a:lnTo>
                  <a:lnTo>
                    <a:pt x="0" y="274447"/>
                  </a:lnTo>
                  <a:lnTo>
                    <a:pt x="7874" y="281685"/>
                  </a:lnTo>
                  <a:lnTo>
                    <a:pt x="274447" y="281685"/>
                  </a:lnTo>
                  <a:lnTo>
                    <a:pt x="281686" y="274447"/>
                  </a:lnTo>
                  <a:lnTo>
                    <a:pt x="281686" y="257175"/>
                  </a:lnTo>
                  <a:lnTo>
                    <a:pt x="25146" y="257175"/>
                  </a:lnTo>
                  <a:lnTo>
                    <a:pt x="25146" y="25146"/>
                  </a:lnTo>
                  <a:lnTo>
                    <a:pt x="281686" y="25146"/>
                  </a:lnTo>
                  <a:lnTo>
                    <a:pt x="281686" y="7238"/>
                  </a:lnTo>
                  <a:lnTo>
                    <a:pt x="274447" y="0"/>
                  </a:lnTo>
                  <a:close/>
                </a:path>
                <a:path w="281940" h="281939">
                  <a:moveTo>
                    <a:pt x="281686" y="25146"/>
                  </a:moveTo>
                  <a:lnTo>
                    <a:pt x="257175" y="25146"/>
                  </a:lnTo>
                  <a:lnTo>
                    <a:pt x="257175" y="257175"/>
                  </a:lnTo>
                  <a:lnTo>
                    <a:pt x="281686" y="257175"/>
                  </a:lnTo>
                  <a:lnTo>
                    <a:pt x="281686" y="25146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62531" y="3163697"/>
              <a:ext cx="206882" cy="207518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15871570" y="3003308"/>
            <a:ext cx="349885" cy="366395"/>
            <a:chOff x="15871570" y="3003308"/>
            <a:chExt cx="349885" cy="366395"/>
          </a:xfrm>
        </p:grpSpPr>
        <p:sp>
          <p:nvSpPr>
            <p:cNvPr id="111" name="object 111" descr=""/>
            <p:cNvSpPr/>
            <p:nvPr/>
          </p:nvSpPr>
          <p:spPr>
            <a:xfrm>
              <a:off x="16112870" y="3003308"/>
              <a:ext cx="33655" cy="232410"/>
            </a:xfrm>
            <a:custGeom>
              <a:avLst/>
              <a:gdLst/>
              <a:ahLst/>
              <a:cxnLst/>
              <a:rect l="l" t="t" r="r" b="b"/>
              <a:pathLst>
                <a:path w="33655" h="232410">
                  <a:moveTo>
                    <a:pt x="33127" y="0"/>
                  </a:moveTo>
                  <a:lnTo>
                    <a:pt x="0" y="0"/>
                  </a:lnTo>
                  <a:lnTo>
                    <a:pt x="0" y="232016"/>
                  </a:lnTo>
                  <a:lnTo>
                    <a:pt x="33127" y="232016"/>
                  </a:lnTo>
                  <a:lnTo>
                    <a:pt x="33127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5871570" y="3027807"/>
              <a:ext cx="349885" cy="341630"/>
            </a:xfrm>
            <a:custGeom>
              <a:avLst/>
              <a:gdLst/>
              <a:ahLst/>
              <a:cxnLst/>
              <a:rect l="l" t="t" r="r" b="b"/>
              <a:pathLst>
                <a:path w="349884" h="341629">
                  <a:moveTo>
                    <a:pt x="320167" y="0"/>
                  </a:moveTo>
                  <a:lnTo>
                    <a:pt x="29844" y="0"/>
                  </a:lnTo>
                  <a:lnTo>
                    <a:pt x="18950" y="2313"/>
                  </a:lnTo>
                  <a:lnTo>
                    <a:pt x="9842" y="8604"/>
                  </a:lnTo>
                  <a:lnTo>
                    <a:pt x="3591" y="17895"/>
                  </a:lnTo>
                  <a:lnTo>
                    <a:pt x="1269" y="29210"/>
                  </a:lnTo>
                  <a:lnTo>
                    <a:pt x="0" y="29210"/>
                  </a:lnTo>
                  <a:lnTo>
                    <a:pt x="111" y="230759"/>
                  </a:lnTo>
                  <a:lnTo>
                    <a:pt x="160400" y="337439"/>
                  </a:lnTo>
                  <a:lnTo>
                    <a:pt x="174672" y="341439"/>
                  </a:lnTo>
                  <a:lnTo>
                    <a:pt x="182028" y="340439"/>
                  </a:lnTo>
                  <a:lnTo>
                    <a:pt x="188848" y="337439"/>
                  </a:lnTo>
                  <a:lnTo>
                    <a:pt x="225227" y="316865"/>
                  </a:lnTo>
                  <a:lnTo>
                    <a:pt x="175005" y="316865"/>
                  </a:lnTo>
                  <a:lnTo>
                    <a:pt x="173736" y="316229"/>
                  </a:lnTo>
                  <a:lnTo>
                    <a:pt x="28448" y="233299"/>
                  </a:lnTo>
                  <a:lnTo>
                    <a:pt x="26542" y="232028"/>
                  </a:lnTo>
                  <a:lnTo>
                    <a:pt x="25780" y="231394"/>
                  </a:lnTo>
                  <a:lnTo>
                    <a:pt x="25780" y="26543"/>
                  </a:lnTo>
                  <a:lnTo>
                    <a:pt x="27813" y="25146"/>
                  </a:lnTo>
                  <a:lnTo>
                    <a:pt x="348545" y="25146"/>
                  </a:lnTo>
                  <a:lnTo>
                    <a:pt x="347063" y="17895"/>
                  </a:lnTo>
                  <a:lnTo>
                    <a:pt x="340772" y="8604"/>
                  </a:lnTo>
                  <a:lnTo>
                    <a:pt x="331481" y="2313"/>
                  </a:lnTo>
                  <a:lnTo>
                    <a:pt x="320167" y="0"/>
                  </a:lnTo>
                  <a:close/>
                </a:path>
                <a:path w="349884" h="341629">
                  <a:moveTo>
                    <a:pt x="348545" y="25146"/>
                  </a:moveTo>
                  <a:lnTo>
                    <a:pt x="323469" y="25146"/>
                  </a:lnTo>
                  <a:lnTo>
                    <a:pt x="324865" y="26543"/>
                  </a:lnTo>
                  <a:lnTo>
                    <a:pt x="324865" y="231394"/>
                  </a:lnTo>
                  <a:lnTo>
                    <a:pt x="324103" y="233299"/>
                  </a:lnTo>
                  <a:lnTo>
                    <a:pt x="322834" y="234061"/>
                  </a:lnTo>
                  <a:lnTo>
                    <a:pt x="177673" y="316229"/>
                  </a:lnTo>
                  <a:lnTo>
                    <a:pt x="175640" y="316865"/>
                  </a:lnTo>
                  <a:lnTo>
                    <a:pt x="225227" y="316865"/>
                  </a:lnTo>
                  <a:lnTo>
                    <a:pt x="334136" y="255270"/>
                  </a:lnTo>
                  <a:lnTo>
                    <a:pt x="349376" y="29210"/>
                  </a:lnTo>
                  <a:lnTo>
                    <a:pt x="348545" y="25146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84778" y="3247898"/>
              <a:ext cx="174371" cy="99441"/>
            </a:xfrm>
            <a:prstGeom prst="rect">
              <a:avLst/>
            </a:prstGeom>
          </p:spPr>
        </p:pic>
      </p:grpSp>
      <p:sp>
        <p:nvSpPr>
          <p:cNvPr id="114" name="object 114" descr=""/>
          <p:cNvSpPr txBox="1"/>
          <p:nvPr/>
        </p:nvSpPr>
        <p:spPr>
          <a:xfrm>
            <a:off x="1863089" y="5699201"/>
            <a:ext cx="12553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5">
                <a:solidFill>
                  <a:srgbClr val="221F1F"/>
                </a:solidFill>
                <a:latin typeface="Calibri"/>
                <a:cs typeface="Calibri"/>
              </a:rPr>
              <a:t>Visa/Mastercard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5" name="object 115" descr=""/>
          <p:cNvSpPr/>
          <p:nvPr/>
        </p:nvSpPr>
        <p:spPr>
          <a:xfrm>
            <a:off x="1692655" y="6077077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60" h="307975">
                <a:moveTo>
                  <a:pt x="1572386" y="0"/>
                </a:moveTo>
                <a:lnTo>
                  <a:pt x="23749" y="0"/>
                </a:lnTo>
                <a:lnTo>
                  <a:pt x="14269" y="2073"/>
                </a:lnTo>
                <a:lnTo>
                  <a:pt x="6397" y="7635"/>
                </a:lnTo>
                <a:lnTo>
                  <a:pt x="1264" y="15698"/>
                </a:lnTo>
                <a:lnTo>
                  <a:pt x="0" y="25273"/>
                </a:lnTo>
                <a:lnTo>
                  <a:pt x="0" y="283083"/>
                </a:lnTo>
                <a:lnTo>
                  <a:pt x="1865" y="292806"/>
                </a:lnTo>
                <a:lnTo>
                  <a:pt x="7016" y="300577"/>
                </a:lnTo>
                <a:lnTo>
                  <a:pt x="14787" y="305728"/>
                </a:lnTo>
                <a:lnTo>
                  <a:pt x="24511" y="307594"/>
                </a:lnTo>
                <a:lnTo>
                  <a:pt x="1572386" y="307594"/>
                </a:lnTo>
                <a:lnTo>
                  <a:pt x="1582229" y="305728"/>
                </a:lnTo>
                <a:lnTo>
                  <a:pt x="1590262" y="300577"/>
                </a:lnTo>
                <a:lnTo>
                  <a:pt x="1595675" y="292806"/>
                </a:lnTo>
                <a:lnTo>
                  <a:pt x="1597659" y="283083"/>
                </a:lnTo>
                <a:lnTo>
                  <a:pt x="1597659" y="25273"/>
                </a:lnTo>
                <a:lnTo>
                  <a:pt x="1595675" y="15162"/>
                </a:lnTo>
                <a:lnTo>
                  <a:pt x="1590262" y="7159"/>
                </a:lnTo>
                <a:lnTo>
                  <a:pt x="1582229" y="189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 txBox="1"/>
          <p:nvPr/>
        </p:nvSpPr>
        <p:spPr>
          <a:xfrm>
            <a:off x="1901189" y="6121653"/>
            <a:ext cx="1179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10">
                <a:solidFill>
                  <a:srgbClr val="221F1F"/>
                </a:solidFill>
                <a:latin typeface="Calibri"/>
                <a:cs typeface="Calibri"/>
              </a:rPr>
              <a:t>Amex/Discover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7" name="object 117" descr=""/>
          <p:cNvSpPr/>
          <p:nvPr/>
        </p:nvSpPr>
        <p:spPr>
          <a:xfrm>
            <a:off x="1692655" y="6498082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60" h="307975">
                <a:moveTo>
                  <a:pt x="1572386" y="0"/>
                </a:moveTo>
                <a:lnTo>
                  <a:pt x="23749" y="0"/>
                </a:lnTo>
                <a:lnTo>
                  <a:pt x="14269" y="1982"/>
                </a:lnTo>
                <a:lnTo>
                  <a:pt x="6397" y="7381"/>
                </a:lnTo>
                <a:lnTo>
                  <a:pt x="1264" y="15376"/>
                </a:lnTo>
                <a:lnTo>
                  <a:pt x="0" y="25145"/>
                </a:lnTo>
                <a:lnTo>
                  <a:pt x="0" y="283082"/>
                </a:lnTo>
                <a:lnTo>
                  <a:pt x="1865" y="292752"/>
                </a:lnTo>
                <a:lnTo>
                  <a:pt x="7016" y="300529"/>
                </a:lnTo>
                <a:lnTo>
                  <a:pt x="14787" y="305710"/>
                </a:lnTo>
                <a:lnTo>
                  <a:pt x="24511" y="307593"/>
                </a:lnTo>
                <a:lnTo>
                  <a:pt x="1572386" y="307593"/>
                </a:lnTo>
                <a:lnTo>
                  <a:pt x="1582229" y="305710"/>
                </a:lnTo>
                <a:lnTo>
                  <a:pt x="1590262" y="300529"/>
                </a:lnTo>
                <a:lnTo>
                  <a:pt x="1595675" y="292752"/>
                </a:lnTo>
                <a:lnTo>
                  <a:pt x="1597659" y="283082"/>
                </a:lnTo>
                <a:lnTo>
                  <a:pt x="1597659" y="25145"/>
                </a:lnTo>
                <a:lnTo>
                  <a:pt x="1595675" y="15055"/>
                </a:lnTo>
                <a:lnTo>
                  <a:pt x="1590262" y="7096"/>
                </a:lnTo>
                <a:lnTo>
                  <a:pt x="1582229" y="187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 descr=""/>
          <p:cNvSpPr txBox="1"/>
          <p:nvPr/>
        </p:nvSpPr>
        <p:spPr>
          <a:xfrm>
            <a:off x="2285492" y="6542659"/>
            <a:ext cx="408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95">
                <a:solidFill>
                  <a:srgbClr val="221F1F"/>
                </a:solidFill>
                <a:latin typeface="Calibri"/>
                <a:cs typeface="Calibri"/>
              </a:rPr>
              <a:t>Swift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9" name="object 119" descr=""/>
          <p:cNvSpPr/>
          <p:nvPr/>
        </p:nvSpPr>
        <p:spPr>
          <a:xfrm>
            <a:off x="1692655" y="6918959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60" h="307975">
                <a:moveTo>
                  <a:pt x="1572386" y="0"/>
                </a:moveTo>
                <a:lnTo>
                  <a:pt x="23749" y="0"/>
                </a:lnTo>
                <a:lnTo>
                  <a:pt x="14269" y="1984"/>
                </a:lnTo>
                <a:lnTo>
                  <a:pt x="6397" y="7397"/>
                </a:lnTo>
                <a:lnTo>
                  <a:pt x="1264" y="15430"/>
                </a:lnTo>
                <a:lnTo>
                  <a:pt x="0" y="25273"/>
                </a:lnTo>
                <a:lnTo>
                  <a:pt x="0" y="283083"/>
                </a:lnTo>
                <a:lnTo>
                  <a:pt x="1865" y="292806"/>
                </a:lnTo>
                <a:lnTo>
                  <a:pt x="7016" y="300577"/>
                </a:lnTo>
                <a:lnTo>
                  <a:pt x="14787" y="305728"/>
                </a:lnTo>
                <a:lnTo>
                  <a:pt x="24511" y="307594"/>
                </a:lnTo>
                <a:lnTo>
                  <a:pt x="1572386" y="307594"/>
                </a:lnTo>
                <a:lnTo>
                  <a:pt x="1582229" y="305728"/>
                </a:lnTo>
                <a:lnTo>
                  <a:pt x="1590262" y="300577"/>
                </a:lnTo>
                <a:lnTo>
                  <a:pt x="1595675" y="292806"/>
                </a:lnTo>
                <a:lnTo>
                  <a:pt x="1597659" y="283083"/>
                </a:lnTo>
                <a:lnTo>
                  <a:pt x="1597659" y="25273"/>
                </a:lnTo>
                <a:lnTo>
                  <a:pt x="1595675" y="15430"/>
                </a:lnTo>
                <a:lnTo>
                  <a:pt x="1590262" y="7397"/>
                </a:lnTo>
                <a:lnTo>
                  <a:pt x="1582229" y="1984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 txBox="1"/>
          <p:nvPr/>
        </p:nvSpPr>
        <p:spPr>
          <a:xfrm>
            <a:off x="2264155" y="6963536"/>
            <a:ext cx="452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80">
                <a:solidFill>
                  <a:srgbClr val="221F1F"/>
                </a:solidFill>
                <a:latin typeface="Calibri"/>
                <a:cs typeface="Calibri"/>
              </a:rPr>
              <a:t>BACS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1" name="object 121" descr=""/>
          <p:cNvSpPr/>
          <p:nvPr/>
        </p:nvSpPr>
        <p:spPr>
          <a:xfrm>
            <a:off x="1692655" y="7339330"/>
            <a:ext cx="1597660" cy="308610"/>
          </a:xfrm>
          <a:custGeom>
            <a:avLst/>
            <a:gdLst/>
            <a:ahLst/>
            <a:cxnLst/>
            <a:rect l="l" t="t" r="r" b="b"/>
            <a:pathLst>
              <a:path w="1597660" h="308609">
                <a:moveTo>
                  <a:pt x="1572386" y="0"/>
                </a:moveTo>
                <a:lnTo>
                  <a:pt x="23749" y="0"/>
                </a:lnTo>
                <a:lnTo>
                  <a:pt x="14269" y="2081"/>
                </a:lnTo>
                <a:lnTo>
                  <a:pt x="6397" y="7699"/>
                </a:lnTo>
                <a:lnTo>
                  <a:pt x="1264" y="15912"/>
                </a:lnTo>
                <a:lnTo>
                  <a:pt x="0" y="25781"/>
                </a:lnTo>
                <a:lnTo>
                  <a:pt x="0" y="283718"/>
                </a:lnTo>
                <a:lnTo>
                  <a:pt x="1865" y="293387"/>
                </a:lnTo>
                <a:lnTo>
                  <a:pt x="7016" y="301164"/>
                </a:lnTo>
                <a:lnTo>
                  <a:pt x="14787" y="306345"/>
                </a:lnTo>
                <a:lnTo>
                  <a:pt x="24511" y="308229"/>
                </a:lnTo>
                <a:lnTo>
                  <a:pt x="1572386" y="308229"/>
                </a:lnTo>
                <a:lnTo>
                  <a:pt x="1582229" y="306345"/>
                </a:lnTo>
                <a:lnTo>
                  <a:pt x="1590262" y="301164"/>
                </a:lnTo>
                <a:lnTo>
                  <a:pt x="1595675" y="293387"/>
                </a:lnTo>
                <a:lnTo>
                  <a:pt x="1597659" y="283718"/>
                </a:lnTo>
                <a:lnTo>
                  <a:pt x="1597659" y="25146"/>
                </a:lnTo>
                <a:lnTo>
                  <a:pt x="1595675" y="15055"/>
                </a:lnTo>
                <a:lnTo>
                  <a:pt x="1590262" y="7096"/>
                </a:lnTo>
                <a:lnTo>
                  <a:pt x="1582229" y="187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 txBox="1"/>
          <p:nvPr/>
        </p:nvSpPr>
        <p:spPr>
          <a:xfrm>
            <a:off x="2204466" y="7384160"/>
            <a:ext cx="572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95">
                <a:solidFill>
                  <a:srgbClr val="221F1F"/>
                </a:solidFill>
                <a:latin typeface="Calibri"/>
                <a:cs typeface="Calibri"/>
              </a:rPr>
              <a:t>CHAPS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3" name="object 123" descr=""/>
          <p:cNvSpPr/>
          <p:nvPr/>
        </p:nvSpPr>
        <p:spPr>
          <a:xfrm>
            <a:off x="1692655" y="7760207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60" h="307975">
                <a:moveTo>
                  <a:pt x="1572386" y="0"/>
                </a:moveTo>
                <a:lnTo>
                  <a:pt x="23749" y="0"/>
                </a:lnTo>
                <a:lnTo>
                  <a:pt x="14269" y="1895"/>
                </a:lnTo>
                <a:lnTo>
                  <a:pt x="6397" y="7159"/>
                </a:lnTo>
                <a:lnTo>
                  <a:pt x="1264" y="15162"/>
                </a:lnTo>
                <a:lnTo>
                  <a:pt x="0" y="25273"/>
                </a:lnTo>
                <a:lnTo>
                  <a:pt x="0" y="282448"/>
                </a:lnTo>
                <a:lnTo>
                  <a:pt x="1865" y="292538"/>
                </a:lnTo>
                <a:lnTo>
                  <a:pt x="7016" y="300497"/>
                </a:lnTo>
                <a:lnTo>
                  <a:pt x="14787" y="305718"/>
                </a:lnTo>
                <a:lnTo>
                  <a:pt x="24511" y="307594"/>
                </a:lnTo>
                <a:lnTo>
                  <a:pt x="1572386" y="307594"/>
                </a:lnTo>
                <a:lnTo>
                  <a:pt x="1582229" y="305718"/>
                </a:lnTo>
                <a:lnTo>
                  <a:pt x="1590262" y="300497"/>
                </a:lnTo>
                <a:lnTo>
                  <a:pt x="1595675" y="292538"/>
                </a:lnTo>
                <a:lnTo>
                  <a:pt x="1597659" y="282448"/>
                </a:lnTo>
                <a:lnTo>
                  <a:pt x="1597659" y="25273"/>
                </a:lnTo>
                <a:lnTo>
                  <a:pt x="1595675" y="15162"/>
                </a:lnTo>
                <a:lnTo>
                  <a:pt x="1590262" y="7159"/>
                </a:lnTo>
                <a:lnTo>
                  <a:pt x="1582229" y="189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 descr=""/>
          <p:cNvSpPr txBox="1"/>
          <p:nvPr/>
        </p:nvSpPr>
        <p:spPr>
          <a:xfrm>
            <a:off x="2306827" y="7803260"/>
            <a:ext cx="3689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70">
                <a:solidFill>
                  <a:srgbClr val="221F1F"/>
                </a:solidFill>
                <a:latin typeface="Calibri"/>
                <a:cs typeface="Calibri"/>
              </a:rPr>
              <a:t>ACH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5" name="object 125" descr=""/>
          <p:cNvSpPr/>
          <p:nvPr/>
        </p:nvSpPr>
        <p:spPr>
          <a:xfrm>
            <a:off x="1692655" y="8181213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60" h="307975">
                <a:moveTo>
                  <a:pt x="1572386" y="0"/>
                </a:moveTo>
                <a:lnTo>
                  <a:pt x="23749" y="0"/>
                </a:lnTo>
                <a:lnTo>
                  <a:pt x="14269" y="1875"/>
                </a:lnTo>
                <a:lnTo>
                  <a:pt x="6397" y="7096"/>
                </a:lnTo>
                <a:lnTo>
                  <a:pt x="1264" y="15055"/>
                </a:lnTo>
                <a:lnTo>
                  <a:pt x="0" y="25145"/>
                </a:lnTo>
                <a:lnTo>
                  <a:pt x="0" y="282320"/>
                </a:lnTo>
                <a:lnTo>
                  <a:pt x="1865" y="292431"/>
                </a:lnTo>
                <a:lnTo>
                  <a:pt x="7016" y="300434"/>
                </a:lnTo>
                <a:lnTo>
                  <a:pt x="14787" y="305698"/>
                </a:lnTo>
                <a:lnTo>
                  <a:pt x="24511" y="307593"/>
                </a:lnTo>
                <a:lnTo>
                  <a:pt x="1572386" y="307593"/>
                </a:lnTo>
                <a:lnTo>
                  <a:pt x="1582229" y="305698"/>
                </a:lnTo>
                <a:lnTo>
                  <a:pt x="1590262" y="300434"/>
                </a:lnTo>
                <a:lnTo>
                  <a:pt x="1595675" y="292431"/>
                </a:lnTo>
                <a:lnTo>
                  <a:pt x="1597659" y="282320"/>
                </a:lnTo>
                <a:lnTo>
                  <a:pt x="1597659" y="25145"/>
                </a:lnTo>
                <a:lnTo>
                  <a:pt x="1595675" y="15055"/>
                </a:lnTo>
                <a:lnTo>
                  <a:pt x="1590262" y="7096"/>
                </a:lnTo>
                <a:lnTo>
                  <a:pt x="1582229" y="1875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 txBox="1"/>
          <p:nvPr/>
        </p:nvSpPr>
        <p:spPr>
          <a:xfrm>
            <a:off x="1831085" y="8226043"/>
            <a:ext cx="1316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14">
                <a:solidFill>
                  <a:srgbClr val="221F1F"/>
                </a:solidFill>
                <a:latin typeface="Calibri"/>
                <a:cs typeface="Calibri"/>
              </a:rPr>
              <a:t>Faster</a:t>
            </a:r>
            <a:r>
              <a:rPr dirty="0" sz="12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45">
                <a:solidFill>
                  <a:srgbClr val="221F1F"/>
                </a:solidFill>
                <a:latin typeface="Calibri"/>
                <a:cs typeface="Calibri"/>
              </a:rPr>
              <a:t>Payments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7" name="object 127" descr=""/>
          <p:cNvSpPr/>
          <p:nvPr/>
        </p:nvSpPr>
        <p:spPr>
          <a:xfrm>
            <a:off x="1692655" y="8601456"/>
            <a:ext cx="1597660" cy="307975"/>
          </a:xfrm>
          <a:custGeom>
            <a:avLst/>
            <a:gdLst/>
            <a:ahLst/>
            <a:cxnLst/>
            <a:rect l="l" t="t" r="r" b="b"/>
            <a:pathLst>
              <a:path w="1597660" h="307975">
                <a:moveTo>
                  <a:pt x="1572386" y="0"/>
                </a:moveTo>
                <a:lnTo>
                  <a:pt x="23749" y="0"/>
                </a:lnTo>
                <a:lnTo>
                  <a:pt x="14269" y="1972"/>
                </a:lnTo>
                <a:lnTo>
                  <a:pt x="6397" y="7302"/>
                </a:lnTo>
                <a:lnTo>
                  <a:pt x="1264" y="15109"/>
                </a:lnTo>
                <a:lnTo>
                  <a:pt x="0" y="24511"/>
                </a:lnTo>
                <a:lnTo>
                  <a:pt x="0" y="282448"/>
                </a:lnTo>
                <a:lnTo>
                  <a:pt x="1865" y="292270"/>
                </a:lnTo>
                <a:lnTo>
                  <a:pt x="7016" y="300259"/>
                </a:lnTo>
                <a:lnTo>
                  <a:pt x="14787" y="305629"/>
                </a:lnTo>
                <a:lnTo>
                  <a:pt x="24511" y="307594"/>
                </a:lnTo>
                <a:lnTo>
                  <a:pt x="1572386" y="307594"/>
                </a:lnTo>
                <a:lnTo>
                  <a:pt x="1582229" y="305629"/>
                </a:lnTo>
                <a:lnTo>
                  <a:pt x="1590262" y="300259"/>
                </a:lnTo>
                <a:lnTo>
                  <a:pt x="1595675" y="292270"/>
                </a:lnTo>
                <a:lnTo>
                  <a:pt x="1597659" y="282448"/>
                </a:lnTo>
                <a:lnTo>
                  <a:pt x="1597659" y="24511"/>
                </a:lnTo>
                <a:lnTo>
                  <a:pt x="1595675" y="14841"/>
                </a:lnTo>
                <a:lnTo>
                  <a:pt x="1590262" y="7064"/>
                </a:lnTo>
                <a:lnTo>
                  <a:pt x="1582229" y="1883"/>
                </a:lnTo>
                <a:lnTo>
                  <a:pt x="1572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 txBox="1"/>
          <p:nvPr/>
        </p:nvSpPr>
        <p:spPr>
          <a:xfrm>
            <a:off x="2270251" y="8646414"/>
            <a:ext cx="440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75">
                <a:solidFill>
                  <a:srgbClr val="221F1F"/>
                </a:solidFill>
                <a:latin typeface="Calibri"/>
                <a:cs typeface="Calibri"/>
              </a:rPr>
              <a:t>SEPA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1355852" y="9912794"/>
            <a:ext cx="13440410" cy="2184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200" spc="-75" i="1">
                <a:solidFill>
                  <a:srgbClr val="221F1F"/>
                </a:solidFill>
                <a:latin typeface="Calibri"/>
                <a:cs typeface="Calibri"/>
              </a:rPr>
              <a:t>*</a:t>
            </a:r>
            <a:r>
              <a:rPr dirty="0" sz="1250" spc="-75" i="1">
                <a:solidFill>
                  <a:srgbClr val="221F1F"/>
                </a:solidFill>
                <a:latin typeface="Gulim"/>
                <a:cs typeface="Gulim"/>
              </a:rPr>
              <a:t>용어</a:t>
            </a:r>
            <a:r>
              <a:rPr dirty="0" sz="1200" spc="-75" i="1">
                <a:solidFill>
                  <a:srgbClr val="221F1F"/>
                </a:solidFill>
                <a:latin typeface="Calibri"/>
                <a:cs typeface="Calibri"/>
              </a:rPr>
              <a:t>:</a:t>
            </a:r>
            <a:r>
              <a:rPr dirty="0" sz="1200" spc="4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65" i="1">
                <a:solidFill>
                  <a:srgbClr val="221F1F"/>
                </a:solidFill>
                <a:latin typeface="Calibri"/>
                <a:cs typeface="Calibri"/>
              </a:rPr>
              <a:t>BACS(Bankers</a:t>
            </a:r>
            <a:r>
              <a:rPr dirty="0" sz="1200" spc="6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65" i="1">
                <a:solidFill>
                  <a:srgbClr val="221F1F"/>
                </a:solidFill>
                <a:latin typeface="Calibri"/>
                <a:cs typeface="Calibri"/>
              </a:rPr>
              <a:t>Automated</a:t>
            </a:r>
            <a:r>
              <a:rPr dirty="0" sz="1200" spc="5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40" i="1">
                <a:solidFill>
                  <a:srgbClr val="221F1F"/>
                </a:solidFill>
                <a:latin typeface="Calibri"/>
                <a:cs typeface="Calibri"/>
              </a:rPr>
              <a:t>Clearing</a:t>
            </a:r>
            <a:r>
              <a:rPr dirty="0" sz="1200" spc="5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95" i="1">
                <a:solidFill>
                  <a:srgbClr val="221F1F"/>
                </a:solidFill>
                <a:latin typeface="Calibri"/>
                <a:cs typeface="Calibri"/>
              </a:rPr>
              <a:t>Services),</a:t>
            </a:r>
            <a:r>
              <a:rPr dirty="0" sz="12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55" i="1">
                <a:solidFill>
                  <a:srgbClr val="221F1F"/>
                </a:solidFill>
                <a:latin typeface="Calibri"/>
                <a:cs typeface="Calibri"/>
              </a:rPr>
              <a:t>CHAPS(Clearing</a:t>
            </a:r>
            <a:r>
              <a:rPr dirty="0" sz="1200" spc="5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60" i="1">
                <a:solidFill>
                  <a:srgbClr val="221F1F"/>
                </a:solidFill>
                <a:latin typeface="Calibri"/>
                <a:cs typeface="Calibri"/>
              </a:rPr>
              <a:t>House</a:t>
            </a:r>
            <a:r>
              <a:rPr dirty="0" sz="12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65" i="1">
                <a:solidFill>
                  <a:srgbClr val="221F1F"/>
                </a:solidFill>
                <a:latin typeface="Calibri"/>
                <a:cs typeface="Calibri"/>
              </a:rPr>
              <a:t>Automated</a:t>
            </a:r>
            <a:r>
              <a:rPr dirty="0" sz="1200" spc="5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80" i="1">
                <a:solidFill>
                  <a:srgbClr val="221F1F"/>
                </a:solidFill>
                <a:latin typeface="Calibri"/>
                <a:cs typeface="Calibri"/>
              </a:rPr>
              <a:t>Payment</a:t>
            </a:r>
            <a:r>
              <a:rPr dirty="0" sz="1200" spc="6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20" i="1">
                <a:solidFill>
                  <a:srgbClr val="221F1F"/>
                </a:solidFill>
                <a:latin typeface="Calibri"/>
                <a:cs typeface="Calibri"/>
              </a:rPr>
              <a:t>System),</a:t>
            </a:r>
            <a:r>
              <a:rPr dirty="0" sz="1200" spc="9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65" i="1">
                <a:solidFill>
                  <a:srgbClr val="221F1F"/>
                </a:solidFill>
                <a:latin typeface="Calibri"/>
                <a:cs typeface="Calibri"/>
              </a:rPr>
              <a:t>ACH(Automated</a:t>
            </a:r>
            <a:r>
              <a:rPr dirty="0" sz="1200" spc="6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40" i="1">
                <a:solidFill>
                  <a:srgbClr val="221F1F"/>
                </a:solidFill>
                <a:latin typeface="Calibri"/>
                <a:cs typeface="Calibri"/>
              </a:rPr>
              <a:t>Clearing</a:t>
            </a:r>
            <a:r>
              <a:rPr dirty="0" sz="1200" spc="5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10" i="1">
                <a:solidFill>
                  <a:srgbClr val="221F1F"/>
                </a:solidFill>
                <a:latin typeface="Calibri"/>
                <a:cs typeface="Calibri"/>
              </a:rPr>
              <a:t>House),</a:t>
            </a:r>
            <a:r>
              <a:rPr dirty="0" sz="12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50" i="1">
                <a:solidFill>
                  <a:srgbClr val="221F1F"/>
                </a:solidFill>
                <a:latin typeface="Calibri"/>
                <a:cs typeface="Calibri"/>
              </a:rPr>
              <a:t>SEPA(Single</a:t>
            </a:r>
            <a:r>
              <a:rPr dirty="0" sz="1200" spc="4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50" i="1">
                <a:solidFill>
                  <a:srgbClr val="221F1F"/>
                </a:solidFill>
                <a:latin typeface="Calibri"/>
                <a:cs typeface="Calibri"/>
              </a:rPr>
              <a:t>Euro</a:t>
            </a:r>
            <a:r>
              <a:rPr dirty="0" sz="1200" spc="4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75" i="1">
                <a:solidFill>
                  <a:srgbClr val="221F1F"/>
                </a:solidFill>
                <a:latin typeface="Calibri"/>
                <a:cs typeface="Calibri"/>
              </a:rPr>
              <a:t>Payments</a:t>
            </a:r>
            <a:r>
              <a:rPr dirty="0" sz="1200" spc="6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200" spc="105" i="1">
                <a:solidFill>
                  <a:srgbClr val="221F1F"/>
                </a:solidFill>
                <a:latin typeface="Calibri"/>
                <a:cs typeface="Calibri"/>
              </a:rPr>
              <a:t>Area)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281282" y="3140964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281282" y="3697223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281282" y="4252848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281282" y="4843271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1281282" y="5411215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1281282" y="5955791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1281282" y="6523608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1281282" y="7101840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 h="0">
                <a:moveTo>
                  <a:pt x="0" y="0"/>
                </a:moveTo>
                <a:lnTo>
                  <a:pt x="1873250" y="0"/>
                </a:lnTo>
              </a:path>
            </a:pathLst>
          </a:custGeom>
          <a:ln w="39000">
            <a:solidFill>
              <a:srgbClr val="9BE4F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049885" y="3056127"/>
            <a:ext cx="202565" cy="167640"/>
          </a:xfrm>
          <a:custGeom>
            <a:avLst/>
            <a:gdLst/>
            <a:ahLst/>
            <a:cxnLst/>
            <a:rect l="l" t="t" r="r" b="b"/>
            <a:pathLst>
              <a:path w="202565" h="167639">
                <a:moveTo>
                  <a:pt x="0" y="0"/>
                </a:moveTo>
                <a:lnTo>
                  <a:pt x="0" y="167640"/>
                </a:lnTo>
                <a:lnTo>
                  <a:pt x="202565" y="84836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3049885" y="3612388"/>
            <a:ext cx="202565" cy="167640"/>
          </a:xfrm>
          <a:custGeom>
            <a:avLst/>
            <a:gdLst/>
            <a:ahLst/>
            <a:cxnLst/>
            <a:rect l="l" t="t" r="r" b="b"/>
            <a:pathLst>
              <a:path w="202565" h="167639">
                <a:moveTo>
                  <a:pt x="0" y="0"/>
                </a:moveTo>
                <a:lnTo>
                  <a:pt x="0" y="167639"/>
                </a:lnTo>
                <a:lnTo>
                  <a:pt x="202565" y="84835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3049885" y="4169283"/>
            <a:ext cx="202565" cy="167640"/>
          </a:xfrm>
          <a:custGeom>
            <a:avLst/>
            <a:gdLst/>
            <a:ahLst/>
            <a:cxnLst/>
            <a:rect l="l" t="t" r="r" b="b"/>
            <a:pathLst>
              <a:path w="202565" h="167639">
                <a:moveTo>
                  <a:pt x="0" y="0"/>
                </a:moveTo>
                <a:lnTo>
                  <a:pt x="0" y="167639"/>
                </a:lnTo>
                <a:lnTo>
                  <a:pt x="202565" y="84200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3049885" y="4759071"/>
            <a:ext cx="202565" cy="167640"/>
          </a:xfrm>
          <a:custGeom>
            <a:avLst/>
            <a:gdLst/>
            <a:ahLst/>
            <a:cxnLst/>
            <a:rect l="l" t="t" r="r" b="b"/>
            <a:pathLst>
              <a:path w="202565" h="167639">
                <a:moveTo>
                  <a:pt x="0" y="0"/>
                </a:moveTo>
                <a:lnTo>
                  <a:pt x="0" y="167639"/>
                </a:lnTo>
                <a:lnTo>
                  <a:pt x="202565" y="84962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3049885" y="5326379"/>
            <a:ext cx="202565" cy="167640"/>
          </a:xfrm>
          <a:custGeom>
            <a:avLst/>
            <a:gdLst/>
            <a:ahLst/>
            <a:cxnLst/>
            <a:rect l="l" t="t" r="r" b="b"/>
            <a:pathLst>
              <a:path w="202565" h="167639">
                <a:moveTo>
                  <a:pt x="0" y="0"/>
                </a:moveTo>
                <a:lnTo>
                  <a:pt x="0" y="167640"/>
                </a:lnTo>
                <a:lnTo>
                  <a:pt x="202565" y="84836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3049885" y="5870955"/>
            <a:ext cx="202565" cy="167640"/>
          </a:xfrm>
          <a:custGeom>
            <a:avLst/>
            <a:gdLst/>
            <a:ahLst/>
            <a:cxnLst/>
            <a:rect l="l" t="t" r="r" b="b"/>
            <a:pathLst>
              <a:path w="202565" h="167639">
                <a:moveTo>
                  <a:pt x="0" y="0"/>
                </a:moveTo>
                <a:lnTo>
                  <a:pt x="0" y="167640"/>
                </a:lnTo>
                <a:lnTo>
                  <a:pt x="202565" y="84836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3049885" y="6438772"/>
            <a:ext cx="202565" cy="168275"/>
          </a:xfrm>
          <a:custGeom>
            <a:avLst/>
            <a:gdLst/>
            <a:ahLst/>
            <a:cxnLst/>
            <a:rect l="l" t="t" r="r" b="b"/>
            <a:pathLst>
              <a:path w="202565" h="168275">
                <a:moveTo>
                  <a:pt x="0" y="0"/>
                </a:moveTo>
                <a:lnTo>
                  <a:pt x="0" y="167766"/>
                </a:lnTo>
                <a:lnTo>
                  <a:pt x="202565" y="84836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3049885" y="7017639"/>
            <a:ext cx="202565" cy="167640"/>
          </a:xfrm>
          <a:custGeom>
            <a:avLst/>
            <a:gdLst/>
            <a:ahLst/>
            <a:cxnLst/>
            <a:rect l="l" t="t" r="r" b="b"/>
            <a:pathLst>
              <a:path w="202565" h="167640">
                <a:moveTo>
                  <a:pt x="0" y="0"/>
                </a:moveTo>
                <a:lnTo>
                  <a:pt x="0" y="167640"/>
                </a:lnTo>
                <a:lnTo>
                  <a:pt x="202565" y="84836"/>
                </a:lnTo>
                <a:lnTo>
                  <a:pt x="0" y="0"/>
                </a:lnTo>
                <a:close/>
              </a:path>
            </a:pathLst>
          </a:custGeom>
          <a:solidFill>
            <a:srgbClr val="38CA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5831" rIns="0" bIns="0" rtlCol="0" vert="horz">
            <a:spAutoFit/>
          </a:bodyPr>
          <a:lstStyle/>
          <a:p>
            <a:pPr marL="52984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초개인화된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고객</a:t>
            </a:r>
            <a:r>
              <a:rPr dirty="0" spc="-25">
                <a:solidFill>
                  <a:srgbClr val="173360"/>
                </a:solidFill>
              </a:rPr>
              <a:t> 경험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7215865" y="946139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22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015865" y="3125342"/>
            <a:ext cx="1079500" cy="4592955"/>
            <a:chOff x="5015865" y="3125342"/>
            <a:chExt cx="1079500" cy="4592955"/>
          </a:xfrm>
        </p:grpSpPr>
        <p:sp>
          <p:nvSpPr>
            <p:cNvPr id="21" name="object 21" descr=""/>
            <p:cNvSpPr/>
            <p:nvPr/>
          </p:nvSpPr>
          <p:spPr>
            <a:xfrm>
              <a:off x="5035550" y="3145027"/>
              <a:ext cx="1040130" cy="556260"/>
            </a:xfrm>
            <a:custGeom>
              <a:avLst/>
              <a:gdLst/>
              <a:ahLst/>
              <a:cxnLst/>
              <a:rect l="l" t="t" r="r" b="b"/>
              <a:pathLst>
                <a:path w="1040129" h="556260">
                  <a:moveTo>
                    <a:pt x="0" y="0"/>
                  </a:moveTo>
                  <a:lnTo>
                    <a:pt x="1039749" y="0"/>
                  </a:lnTo>
                </a:path>
                <a:path w="1040129" h="556260">
                  <a:moveTo>
                    <a:pt x="0" y="556260"/>
                  </a:moveTo>
                  <a:lnTo>
                    <a:pt x="1039749" y="556260"/>
                  </a:lnTo>
                </a:path>
              </a:pathLst>
            </a:custGeom>
            <a:ln w="39000">
              <a:solidFill>
                <a:srgbClr val="9BE4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35550" y="4256912"/>
              <a:ext cx="1040130" cy="2271395"/>
            </a:xfrm>
            <a:custGeom>
              <a:avLst/>
              <a:gdLst/>
              <a:ahLst/>
              <a:cxnLst/>
              <a:rect l="l" t="t" r="r" b="b"/>
              <a:pathLst>
                <a:path w="1040129" h="2271395">
                  <a:moveTo>
                    <a:pt x="0" y="0"/>
                  </a:moveTo>
                  <a:lnTo>
                    <a:pt x="1039749" y="0"/>
                  </a:lnTo>
                </a:path>
                <a:path w="1040129" h="2271395">
                  <a:moveTo>
                    <a:pt x="0" y="590423"/>
                  </a:moveTo>
                  <a:lnTo>
                    <a:pt x="1039749" y="590423"/>
                  </a:lnTo>
                </a:path>
                <a:path w="1040129" h="2271395">
                  <a:moveTo>
                    <a:pt x="0" y="1158366"/>
                  </a:moveTo>
                  <a:lnTo>
                    <a:pt x="1039749" y="1158366"/>
                  </a:lnTo>
                </a:path>
                <a:path w="1040129" h="2271395">
                  <a:moveTo>
                    <a:pt x="0" y="1702942"/>
                  </a:moveTo>
                  <a:lnTo>
                    <a:pt x="1039749" y="1702942"/>
                  </a:lnTo>
                </a:path>
                <a:path w="1040129" h="2271395">
                  <a:moveTo>
                    <a:pt x="0" y="2270887"/>
                  </a:moveTo>
                  <a:lnTo>
                    <a:pt x="1039749" y="2270887"/>
                  </a:lnTo>
                </a:path>
              </a:pathLst>
            </a:custGeom>
            <a:ln w="39000">
              <a:solidFill>
                <a:srgbClr val="9BE4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035550" y="7105903"/>
              <a:ext cx="1040130" cy="593090"/>
            </a:xfrm>
            <a:custGeom>
              <a:avLst/>
              <a:gdLst/>
              <a:ahLst/>
              <a:cxnLst/>
              <a:rect l="l" t="t" r="r" b="b"/>
              <a:pathLst>
                <a:path w="1040129" h="593090">
                  <a:moveTo>
                    <a:pt x="0" y="0"/>
                  </a:moveTo>
                  <a:lnTo>
                    <a:pt x="1039749" y="0"/>
                  </a:lnTo>
                </a:path>
                <a:path w="1040129" h="593090">
                  <a:moveTo>
                    <a:pt x="0" y="592582"/>
                  </a:moveTo>
                  <a:lnTo>
                    <a:pt x="1039749" y="592582"/>
                  </a:lnTo>
                </a:path>
              </a:pathLst>
            </a:custGeom>
            <a:ln w="39000">
              <a:solidFill>
                <a:srgbClr val="9BE4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442974" y="2939160"/>
            <a:ext cx="3592829" cy="415290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1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1600" spc="220">
                <a:solidFill>
                  <a:srgbClr val="221F1F"/>
                </a:solidFill>
                <a:latin typeface="Calibri"/>
                <a:cs typeface="Calibri"/>
              </a:rPr>
              <a:t>CRM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42974" y="3506342"/>
            <a:ext cx="3592829" cy="415925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105" rIns="0" bIns="0" rtlCol="0" vert="horz">
            <a:spAutoFit/>
          </a:bodyPr>
          <a:lstStyle/>
          <a:p>
            <a:pPr marL="1000125">
              <a:lnSpc>
                <a:spcPct val="100000"/>
              </a:lnSpc>
              <a:spcBef>
                <a:spcPts val="615"/>
              </a:spcBef>
            </a:pP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General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00">
                <a:solidFill>
                  <a:srgbClr val="221F1F"/>
                </a:solidFill>
                <a:latin typeface="Calibri"/>
                <a:cs typeface="Calibri"/>
              </a:rPr>
              <a:t>Ledger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442974" y="4074286"/>
            <a:ext cx="3592829" cy="415290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1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Website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42974" y="4640707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marL="1149350">
              <a:lnSpc>
                <a:spcPct val="100000"/>
              </a:lnSpc>
              <a:spcBef>
                <a:spcPts val="620"/>
              </a:spcBef>
            </a:pPr>
            <a:r>
              <a:rPr dirty="0" sz="1600" spc="145">
                <a:solidFill>
                  <a:srgbClr val="221F1F"/>
                </a:solidFill>
                <a:latin typeface="Calibri"/>
                <a:cs typeface="Calibri"/>
              </a:rPr>
              <a:t>Mobile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35">
                <a:solidFill>
                  <a:srgbClr val="221F1F"/>
                </a:solidFill>
                <a:latin typeface="Calibri"/>
                <a:cs typeface="Calibri"/>
              </a:rPr>
              <a:t>Bank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442974" y="5208651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marL="1101090">
              <a:lnSpc>
                <a:spcPct val="100000"/>
              </a:lnSpc>
              <a:spcBef>
                <a:spcPts val="620"/>
              </a:spcBef>
            </a:pPr>
            <a:r>
              <a:rPr dirty="0" sz="1600" spc="220">
                <a:solidFill>
                  <a:srgbClr val="221F1F"/>
                </a:solidFill>
                <a:latin typeface="Calibri"/>
                <a:cs typeface="Calibri"/>
              </a:rPr>
              <a:t>Branch</a:t>
            </a:r>
            <a:r>
              <a:rPr dirty="0" sz="16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/</a:t>
            </a:r>
            <a:r>
              <a:rPr dirty="0" sz="16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ATM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42974" y="5776467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marL="750570">
              <a:lnSpc>
                <a:spcPct val="100000"/>
              </a:lnSpc>
              <a:spcBef>
                <a:spcPts val="620"/>
              </a:spcBef>
            </a:pP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Credit</a:t>
            </a:r>
            <a:r>
              <a:rPr dirty="0" sz="1600" spc="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04">
                <a:solidFill>
                  <a:srgbClr val="221F1F"/>
                </a:solidFill>
                <a:latin typeface="Calibri"/>
                <a:cs typeface="Calibri"/>
              </a:rPr>
              <a:t>Ratings</a:t>
            </a:r>
            <a:r>
              <a:rPr dirty="0" sz="1600" spc="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221F1F"/>
                </a:solidFill>
                <a:latin typeface="Calibri"/>
                <a:cs typeface="Calibri"/>
              </a:rPr>
              <a:t>/</a:t>
            </a:r>
            <a:r>
              <a:rPr dirty="0" sz="16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>
                <a:solidFill>
                  <a:srgbClr val="221F1F"/>
                </a:solidFill>
                <a:latin typeface="Calibri"/>
                <a:cs typeface="Calibri"/>
              </a:rPr>
              <a:t>Risk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42974" y="6343777"/>
            <a:ext cx="3592829" cy="415925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Security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442974" y="6911593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marL="1007744">
              <a:lnSpc>
                <a:spcPct val="100000"/>
              </a:lnSpc>
              <a:spcBef>
                <a:spcPts val="620"/>
              </a:spcBef>
            </a:pP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Contact</a:t>
            </a:r>
            <a:r>
              <a:rPr dirty="0" sz="16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Center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42974" y="7478776"/>
            <a:ext cx="3592829" cy="415925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marL="1045844">
              <a:lnSpc>
                <a:spcPct val="100000"/>
              </a:lnSpc>
              <a:spcBef>
                <a:spcPts val="620"/>
              </a:spcBef>
            </a:pPr>
            <a:r>
              <a:rPr dirty="0" sz="1600" spc="229">
                <a:solidFill>
                  <a:srgbClr val="221F1F"/>
                </a:solidFill>
                <a:latin typeface="Calibri"/>
                <a:cs typeface="Calibri"/>
              </a:rPr>
              <a:t>Open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29">
                <a:solidFill>
                  <a:srgbClr val="221F1F"/>
                </a:solidFill>
                <a:latin typeface="Calibri"/>
                <a:cs typeface="Calibri"/>
              </a:rPr>
              <a:t>Banking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046851" y="1682750"/>
            <a:ext cx="5963920" cy="7919084"/>
            <a:chOff x="6046851" y="1682750"/>
            <a:chExt cx="5963920" cy="7919084"/>
          </a:xfrm>
        </p:grpSpPr>
        <p:sp>
          <p:nvSpPr>
            <p:cNvPr id="34" name="object 34" descr=""/>
            <p:cNvSpPr/>
            <p:nvPr/>
          </p:nvSpPr>
          <p:spPr>
            <a:xfrm>
              <a:off x="6046851" y="3060318"/>
              <a:ext cx="202565" cy="4721225"/>
            </a:xfrm>
            <a:custGeom>
              <a:avLst/>
              <a:gdLst/>
              <a:ahLst/>
              <a:cxnLst/>
              <a:rect l="l" t="t" r="r" b="b"/>
              <a:pathLst>
                <a:path w="202564" h="4721225">
                  <a:moveTo>
                    <a:pt x="202565" y="4638167"/>
                  </a:moveTo>
                  <a:lnTo>
                    <a:pt x="0" y="4553331"/>
                  </a:lnTo>
                  <a:lnTo>
                    <a:pt x="0" y="4720971"/>
                  </a:lnTo>
                  <a:lnTo>
                    <a:pt x="202565" y="4638167"/>
                  </a:lnTo>
                  <a:close/>
                </a:path>
                <a:path w="202564" h="4721225">
                  <a:moveTo>
                    <a:pt x="202565" y="4046220"/>
                  </a:moveTo>
                  <a:lnTo>
                    <a:pt x="0" y="3961511"/>
                  </a:lnTo>
                  <a:lnTo>
                    <a:pt x="0" y="4129151"/>
                  </a:lnTo>
                  <a:lnTo>
                    <a:pt x="202565" y="4046220"/>
                  </a:lnTo>
                  <a:close/>
                </a:path>
                <a:path w="202564" h="4721225">
                  <a:moveTo>
                    <a:pt x="202565" y="3467481"/>
                  </a:moveTo>
                  <a:lnTo>
                    <a:pt x="0" y="3382645"/>
                  </a:lnTo>
                  <a:lnTo>
                    <a:pt x="0" y="3550285"/>
                  </a:lnTo>
                  <a:lnTo>
                    <a:pt x="202565" y="3467481"/>
                  </a:lnTo>
                  <a:close/>
                </a:path>
                <a:path w="202564" h="4721225">
                  <a:moveTo>
                    <a:pt x="202565" y="2899537"/>
                  </a:moveTo>
                  <a:lnTo>
                    <a:pt x="0" y="2814701"/>
                  </a:lnTo>
                  <a:lnTo>
                    <a:pt x="0" y="2982341"/>
                  </a:lnTo>
                  <a:lnTo>
                    <a:pt x="202565" y="2899537"/>
                  </a:lnTo>
                  <a:close/>
                </a:path>
                <a:path w="202564" h="4721225">
                  <a:moveTo>
                    <a:pt x="202565" y="2354961"/>
                  </a:moveTo>
                  <a:lnTo>
                    <a:pt x="0" y="2270125"/>
                  </a:lnTo>
                  <a:lnTo>
                    <a:pt x="0" y="2437765"/>
                  </a:lnTo>
                  <a:lnTo>
                    <a:pt x="202565" y="2354961"/>
                  </a:lnTo>
                  <a:close/>
                </a:path>
                <a:path w="202564" h="4721225">
                  <a:moveTo>
                    <a:pt x="202565" y="1787779"/>
                  </a:moveTo>
                  <a:lnTo>
                    <a:pt x="0" y="1702943"/>
                  </a:lnTo>
                  <a:lnTo>
                    <a:pt x="0" y="1870583"/>
                  </a:lnTo>
                  <a:lnTo>
                    <a:pt x="202565" y="1787779"/>
                  </a:lnTo>
                  <a:close/>
                </a:path>
                <a:path w="202564" h="4721225">
                  <a:moveTo>
                    <a:pt x="202565" y="1197356"/>
                  </a:moveTo>
                  <a:lnTo>
                    <a:pt x="0" y="1113155"/>
                  </a:lnTo>
                  <a:lnTo>
                    <a:pt x="0" y="1280795"/>
                  </a:lnTo>
                  <a:lnTo>
                    <a:pt x="202565" y="1197356"/>
                  </a:lnTo>
                  <a:close/>
                </a:path>
                <a:path w="202564" h="4721225">
                  <a:moveTo>
                    <a:pt x="202565" y="641108"/>
                  </a:moveTo>
                  <a:lnTo>
                    <a:pt x="0" y="556260"/>
                  </a:lnTo>
                  <a:lnTo>
                    <a:pt x="0" y="723900"/>
                  </a:lnTo>
                  <a:lnTo>
                    <a:pt x="202565" y="641108"/>
                  </a:lnTo>
                  <a:close/>
                </a:path>
                <a:path w="202564" h="4721225">
                  <a:moveTo>
                    <a:pt x="202565" y="84709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202565" y="84709"/>
                  </a:lnTo>
                  <a:close/>
                </a:path>
              </a:pathLst>
            </a:custGeom>
            <a:solidFill>
              <a:srgbClr val="38C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238494" y="1682750"/>
              <a:ext cx="5772150" cy="7919084"/>
            </a:xfrm>
            <a:custGeom>
              <a:avLst/>
              <a:gdLst/>
              <a:ahLst/>
              <a:cxnLst/>
              <a:rect l="l" t="t" r="r" b="b"/>
              <a:pathLst>
                <a:path w="5772150" h="7919084">
                  <a:moveTo>
                    <a:pt x="5714873" y="0"/>
                  </a:moveTo>
                  <a:lnTo>
                    <a:pt x="56895" y="0"/>
                  </a:lnTo>
                  <a:lnTo>
                    <a:pt x="34772" y="7782"/>
                  </a:lnTo>
                  <a:lnTo>
                    <a:pt x="16684" y="29019"/>
                  </a:lnTo>
                  <a:lnTo>
                    <a:pt x="4478" y="60543"/>
                  </a:lnTo>
                  <a:lnTo>
                    <a:pt x="0" y="99186"/>
                  </a:lnTo>
                  <a:lnTo>
                    <a:pt x="0" y="7819631"/>
                  </a:lnTo>
                  <a:lnTo>
                    <a:pt x="4478" y="7858248"/>
                  </a:lnTo>
                  <a:lnTo>
                    <a:pt x="16684" y="7889774"/>
                  </a:lnTo>
                  <a:lnTo>
                    <a:pt x="34772" y="7911026"/>
                  </a:lnTo>
                  <a:lnTo>
                    <a:pt x="56895" y="7918818"/>
                  </a:lnTo>
                  <a:lnTo>
                    <a:pt x="5714873" y="7918818"/>
                  </a:lnTo>
                  <a:lnTo>
                    <a:pt x="5736996" y="7911026"/>
                  </a:lnTo>
                  <a:lnTo>
                    <a:pt x="5755084" y="7889774"/>
                  </a:lnTo>
                  <a:lnTo>
                    <a:pt x="5767290" y="7858248"/>
                  </a:lnTo>
                  <a:lnTo>
                    <a:pt x="5771769" y="7819631"/>
                  </a:lnTo>
                  <a:lnTo>
                    <a:pt x="5771769" y="99186"/>
                  </a:lnTo>
                  <a:lnTo>
                    <a:pt x="5767290" y="60543"/>
                  </a:lnTo>
                  <a:lnTo>
                    <a:pt x="5755084" y="29019"/>
                  </a:lnTo>
                  <a:lnTo>
                    <a:pt x="5736996" y="7782"/>
                  </a:lnTo>
                  <a:lnTo>
                    <a:pt x="5714873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442974" y="2076450"/>
            <a:ext cx="3592829" cy="415290"/>
          </a:xfrm>
          <a:prstGeom prst="rect">
            <a:avLst/>
          </a:prstGeom>
          <a:solidFill>
            <a:srgbClr val="38CCEC"/>
          </a:solidFill>
        </p:spPr>
        <p:txBody>
          <a:bodyPr wrap="square" lIns="0" tIns="76200" rIns="0" bIns="0" rtlCol="0" vert="horz">
            <a:spAutoFit/>
          </a:bodyPr>
          <a:lstStyle/>
          <a:p>
            <a:pPr marL="1064260">
              <a:lnSpc>
                <a:spcPct val="100000"/>
              </a:lnSpc>
              <a:spcBef>
                <a:spcPts val="600"/>
              </a:spcBef>
            </a:pPr>
            <a:r>
              <a:rPr dirty="0" sz="1600" spc="204" b="1">
                <a:solidFill>
                  <a:srgbClr val="221F1F"/>
                </a:solidFill>
                <a:latin typeface="Calibri"/>
                <a:cs typeface="Calibri"/>
              </a:rPr>
              <a:t>Inbound</a:t>
            </a:r>
            <a:r>
              <a:rPr dirty="0" sz="1600" spc="10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80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750304" y="2076450"/>
            <a:ext cx="4747895" cy="415290"/>
          </a:xfrm>
          <a:prstGeom prst="rect">
            <a:avLst/>
          </a:prstGeom>
          <a:solidFill>
            <a:srgbClr val="38CCEC"/>
          </a:solidFill>
        </p:spPr>
        <p:txBody>
          <a:bodyPr wrap="square" lIns="0" tIns="78105" rIns="0" bIns="0" rtlCol="0" vert="horz">
            <a:spAutoFit/>
          </a:bodyPr>
          <a:lstStyle/>
          <a:p>
            <a:pPr marL="1158875">
              <a:lnSpc>
                <a:spcPct val="100000"/>
              </a:lnSpc>
              <a:spcBef>
                <a:spcPts val="615"/>
              </a:spcBef>
            </a:pPr>
            <a:r>
              <a:rPr dirty="0" sz="1600" spc="215" b="1">
                <a:solidFill>
                  <a:srgbClr val="221F1F"/>
                </a:solidFill>
                <a:latin typeface="Calibri"/>
                <a:cs typeface="Calibri"/>
              </a:rPr>
              <a:t>Customer</a:t>
            </a:r>
            <a:r>
              <a:rPr dirty="0" sz="1600" spc="13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85" b="1">
                <a:solidFill>
                  <a:srgbClr val="221F1F"/>
                </a:solidFill>
                <a:latin typeface="Calibri"/>
                <a:cs typeface="Calibri"/>
              </a:rPr>
              <a:t>State</a:t>
            </a:r>
            <a:r>
              <a:rPr dirty="0" sz="1600" spc="12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5" b="1">
                <a:solidFill>
                  <a:srgbClr val="221F1F"/>
                </a:solidFill>
                <a:latin typeface="Calibri"/>
                <a:cs typeface="Calibri"/>
              </a:rPr>
              <a:t>Vector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6750304" y="2939160"/>
            <a:ext cx="4747895" cy="415290"/>
          </a:xfrm>
          <a:custGeom>
            <a:avLst/>
            <a:gdLst/>
            <a:ahLst/>
            <a:cxnLst/>
            <a:rect l="l" t="t" r="r" b="b"/>
            <a:pathLst>
              <a:path w="4747895" h="415289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1397"/>
                </a:lnTo>
                <a:lnTo>
                  <a:pt x="0" y="4825"/>
                </a:lnTo>
                <a:lnTo>
                  <a:pt x="0" y="413258"/>
                </a:lnTo>
                <a:lnTo>
                  <a:pt x="4318" y="415290"/>
                </a:lnTo>
                <a:lnTo>
                  <a:pt x="4744466" y="415290"/>
                </a:lnTo>
                <a:lnTo>
                  <a:pt x="4747514" y="413258"/>
                </a:lnTo>
                <a:lnTo>
                  <a:pt x="4747514" y="2667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7781035" y="3005074"/>
            <a:ext cx="26854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4">
                <a:solidFill>
                  <a:srgbClr val="221F1F"/>
                </a:solidFill>
                <a:latin typeface="Calibri"/>
                <a:cs typeface="Calibri"/>
              </a:rPr>
              <a:t>Customer</a:t>
            </a:r>
            <a:r>
              <a:rPr dirty="0" sz="16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Contact</a:t>
            </a:r>
            <a:r>
              <a:rPr dirty="0" sz="16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0">
                <a:solidFill>
                  <a:srgbClr val="221F1F"/>
                </a:solidFill>
                <a:latin typeface="Calibri"/>
                <a:cs typeface="Calibri"/>
              </a:rPr>
              <a:t>Details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6750304" y="3506342"/>
            <a:ext cx="4747895" cy="415925"/>
          </a:xfrm>
          <a:custGeom>
            <a:avLst/>
            <a:gdLst/>
            <a:ahLst/>
            <a:cxnLst/>
            <a:rect l="l" t="t" r="r" b="b"/>
            <a:pathLst>
              <a:path w="4747895" h="415925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2031"/>
                </a:lnTo>
                <a:lnTo>
                  <a:pt x="0" y="4825"/>
                </a:lnTo>
                <a:lnTo>
                  <a:pt x="0" y="412622"/>
                </a:lnTo>
                <a:lnTo>
                  <a:pt x="4318" y="415416"/>
                </a:lnTo>
                <a:lnTo>
                  <a:pt x="4744466" y="415416"/>
                </a:lnTo>
                <a:lnTo>
                  <a:pt x="4747514" y="412622"/>
                </a:lnTo>
                <a:lnTo>
                  <a:pt x="4747514" y="2031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8402828" y="3572383"/>
            <a:ext cx="1444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Credit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History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750304" y="4074286"/>
            <a:ext cx="4747895" cy="415290"/>
          </a:xfrm>
          <a:custGeom>
            <a:avLst/>
            <a:gdLst/>
            <a:ahLst/>
            <a:cxnLst/>
            <a:rect l="l" t="t" r="r" b="b"/>
            <a:pathLst>
              <a:path w="4747895" h="415289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1904"/>
                </a:lnTo>
                <a:lnTo>
                  <a:pt x="0" y="4699"/>
                </a:lnTo>
                <a:lnTo>
                  <a:pt x="0" y="412496"/>
                </a:lnTo>
                <a:lnTo>
                  <a:pt x="4318" y="415289"/>
                </a:lnTo>
                <a:lnTo>
                  <a:pt x="4744466" y="415289"/>
                </a:lnTo>
                <a:lnTo>
                  <a:pt x="4747514" y="412496"/>
                </a:lnTo>
                <a:lnTo>
                  <a:pt x="4747514" y="1904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8061452" y="4140200"/>
            <a:ext cx="21240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>
                <a:solidFill>
                  <a:srgbClr val="221F1F"/>
                </a:solidFill>
                <a:latin typeface="Calibri"/>
                <a:cs typeface="Calibri"/>
              </a:rPr>
              <a:t>Recent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Transactions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6750304" y="4640707"/>
            <a:ext cx="4747895" cy="416559"/>
          </a:xfrm>
          <a:custGeom>
            <a:avLst/>
            <a:gdLst/>
            <a:ahLst/>
            <a:cxnLst/>
            <a:rect l="l" t="t" r="r" b="b"/>
            <a:pathLst>
              <a:path w="4747895" h="416560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2793"/>
                </a:lnTo>
                <a:lnTo>
                  <a:pt x="0" y="5460"/>
                </a:lnTo>
                <a:lnTo>
                  <a:pt x="0" y="413257"/>
                </a:lnTo>
                <a:lnTo>
                  <a:pt x="4318" y="416051"/>
                </a:lnTo>
                <a:lnTo>
                  <a:pt x="4744466" y="416051"/>
                </a:lnTo>
                <a:lnTo>
                  <a:pt x="4747514" y="413257"/>
                </a:lnTo>
                <a:lnTo>
                  <a:pt x="4747514" y="2793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8088883" y="4707128"/>
            <a:ext cx="20707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5">
                <a:solidFill>
                  <a:srgbClr val="221F1F"/>
                </a:solidFill>
                <a:latin typeface="Calibri"/>
                <a:cs typeface="Calibri"/>
              </a:rPr>
              <a:t>Products</a:t>
            </a:r>
            <a:r>
              <a:rPr dirty="0" sz="16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1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dirty="0" sz="16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35">
                <a:solidFill>
                  <a:srgbClr val="221F1F"/>
                </a:solidFill>
                <a:latin typeface="Calibri"/>
                <a:cs typeface="Calibri"/>
              </a:rPr>
              <a:t>Interest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6750304" y="5208651"/>
            <a:ext cx="4747895" cy="416559"/>
          </a:xfrm>
          <a:custGeom>
            <a:avLst/>
            <a:gdLst/>
            <a:ahLst/>
            <a:cxnLst/>
            <a:rect l="l" t="t" r="r" b="b"/>
            <a:pathLst>
              <a:path w="4747895" h="416560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2666"/>
                </a:lnTo>
                <a:lnTo>
                  <a:pt x="0" y="5461"/>
                </a:lnTo>
                <a:lnTo>
                  <a:pt x="0" y="413258"/>
                </a:lnTo>
                <a:lnTo>
                  <a:pt x="4318" y="416051"/>
                </a:lnTo>
                <a:lnTo>
                  <a:pt x="4744466" y="416051"/>
                </a:lnTo>
                <a:lnTo>
                  <a:pt x="4747514" y="413258"/>
                </a:lnTo>
                <a:lnTo>
                  <a:pt x="4747514" y="2666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8076692" y="5275326"/>
            <a:ext cx="20942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4">
                <a:solidFill>
                  <a:srgbClr val="221F1F"/>
                </a:solidFill>
                <a:latin typeface="Calibri"/>
                <a:cs typeface="Calibri"/>
              </a:rPr>
              <a:t>Customer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Locations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6750304" y="5776467"/>
            <a:ext cx="4747895" cy="416559"/>
          </a:xfrm>
          <a:custGeom>
            <a:avLst/>
            <a:gdLst/>
            <a:ahLst/>
            <a:cxnLst/>
            <a:rect l="l" t="t" r="r" b="b"/>
            <a:pathLst>
              <a:path w="4747895" h="416560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2032"/>
                </a:lnTo>
                <a:lnTo>
                  <a:pt x="0" y="5587"/>
                </a:lnTo>
                <a:lnTo>
                  <a:pt x="0" y="413385"/>
                </a:lnTo>
                <a:lnTo>
                  <a:pt x="4318" y="416052"/>
                </a:lnTo>
                <a:lnTo>
                  <a:pt x="4744466" y="416052"/>
                </a:lnTo>
                <a:lnTo>
                  <a:pt x="4747514" y="413385"/>
                </a:lnTo>
                <a:lnTo>
                  <a:pt x="4747514" y="2794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8396731" y="5843142"/>
            <a:ext cx="14547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5">
                <a:solidFill>
                  <a:srgbClr val="221F1F"/>
                </a:solidFill>
                <a:latin typeface="Calibri"/>
                <a:cs typeface="Calibri"/>
              </a:rPr>
              <a:t>Demographic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6750304" y="6343777"/>
            <a:ext cx="4747895" cy="415925"/>
          </a:xfrm>
          <a:custGeom>
            <a:avLst/>
            <a:gdLst/>
            <a:ahLst/>
            <a:cxnLst/>
            <a:rect l="l" t="t" r="r" b="b"/>
            <a:pathLst>
              <a:path w="4747895" h="415925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2667"/>
                </a:lnTo>
                <a:lnTo>
                  <a:pt x="0" y="5461"/>
                </a:lnTo>
                <a:lnTo>
                  <a:pt x="0" y="413258"/>
                </a:lnTo>
                <a:lnTo>
                  <a:pt x="4318" y="415925"/>
                </a:lnTo>
                <a:lnTo>
                  <a:pt x="4744466" y="415925"/>
                </a:lnTo>
                <a:lnTo>
                  <a:pt x="4747514" y="413258"/>
                </a:lnTo>
                <a:lnTo>
                  <a:pt x="4747514" y="2667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8509507" y="6410325"/>
            <a:ext cx="12293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85">
                <a:solidFill>
                  <a:srgbClr val="221F1F"/>
                </a:solidFill>
                <a:latin typeface="Calibri"/>
                <a:cs typeface="Calibri"/>
              </a:rPr>
              <a:t>Geographic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6750304" y="6911593"/>
            <a:ext cx="4747895" cy="416559"/>
          </a:xfrm>
          <a:custGeom>
            <a:avLst/>
            <a:gdLst/>
            <a:ahLst/>
            <a:cxnLst/>
            <a:rect l="l" t="t" r="r" b="b"/>
            <a:pathLst>
              <a:path w="4747895" h="416559">
                <a:moveTo>
                  <a:pt x="4743450" y="0"/>
                </a:moveTo>
                <a:lnTo>
                  <a:pt x="8509" y="0"/>
                </a:lnTo>
                <a:lnTo>
                  <a:pt x="4318" y="0"/>
                </a:lnTo>
                <a:lnTo>
                  <a:pt x="1143" y="2031"/>
                </a:lnTo>
                <a:lnTo>
                  <a:pt x="0" y="5460"/>
                </a:lnTo>
                <a:lnTo>
                  <a:pt x="0" y="413257"/>
                </a:lnTo>
                <a:lnTo>
                  <a:pt x="4318" y="416051"/>
                </a:lnTo>
                <a:lnTo>
                  <a:pt x="4744466" y="416051"/>
                </a:lnTo>
                <a:lnTo>
                  <a:pt x="4747514" y="413257"/>
                </a:lnTo>
                <a:lnTo>
                  <a:pt x="4747514" y="2666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8341868" y="6978522"/>
            <a:ext cx="1564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>
                <a:solidFill>
                  <a:srgbClr val="221F1F"/>
                </a:solidFill>
                <a:latin typeface="Calibri"/>
                <a:cs typeface="Calibri"/>
              </a:rPr>
              <a:t>Psychographic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750304" y="7478776"/>
            <a:ext cx="4747895" cy="4159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600" spc="160">
                <a:solidFill>
                  <a:srgbClr val="221F1F"/>
                </a:solidFill>
                <a:latin typeface="Calibri"/>
                <a:cs typeface="Calibri"/>
              </a:rPr>
              <a:t>Behavioral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750304" y="8046719"/>
            <a:ext cx="4747895" cy="41529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600" spc="140">
                <a:solidFill>
                  <a:srgbClr val="221F1F"/>
                </a:solidFill>
                <a:latin typeface="Calibri"/>
                <a:cs typeface="Calibri"/>
              </a:rPr>
              <a:t>Historical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3252450" y="2939160"/>
            <a:ext cx="3592829" cy="415290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1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Advertising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3252450" y="3506342"/>
            <a:ext cx="3592829" cy="415925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105" rIns="0" bIns="0" rtlCol="0" vert="horz">
            <a:spAutoFit/>
          </a:bodyPr>
          <a:lstStyle/>
          <a:p>
            <a:pPr marL="918844">
              <a:lnSpc>
                <a:spcPct val="100000"/>
              </a:lnSpc>
              <a:spcBef>
                <a:spcPts val="615"/>
              </a:spcBef>
            </a:pP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Website</a:t>
            </a:r>
            <a:r>
              <a:rPr dirty="0" sz="1600" spc="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80">
                <a:solidFill>
                  <a:srgbClr val="221F1F"/>
                </a:solidFill>
                <a:latin typeface="Calibri"/>
                <a:cs typeface="Calibri"/>
              </a:rPr>
              <a:t>Content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3252450" y="4074286"/>
            <a:ext cx="3592829" cy="415290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1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1600" spc="130">
                <a:solidFill>
                  <a:srgbClr val="221F1F"/>
                </a:solidFill>
                <a:latin typeface="Calibri"/>
                <a:cs typeface="Calibri"/>
              </a:rPr>
              <a:t>Offers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3252450" y="4640707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marL="888365">
              <a:lnSpc>
                <a:spcPct val="100000"/>
              </a:lnSpc>
              <a:spcBef>
                <a:spcPts val="620"/>
              </a:spcBef>
            </a:pPr>
            <a:r>
              <a:rPr dirty="0" sz="1600" spc="204">
                <a:solidFill>
                  <a:srgbClr val="221F1F"/>
                </a:solidFill>
                <a:latin typeface="Calibri"/>
                <a:cs typeface="Calibri"/>
              </a:rPr>
              <a:t>Customer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>
                <a:solidFill>
                  <a:srgbClr val="221F1F"/>
                </a:solidFill>
                <a:latin typeface="Calibri"/>
                <a:cs typeface="Calibri"/>
              </a:rPr>
              <a:t>Service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3252450" y="5208651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marL="897890">
              <a:lnSpc>
                <a:spcPct val="100000"/>
              </a:lnSpc>
              <a:spcBef>
                <a:spcPts val="620"/>
              </a:spcBef>
            </a:pPr>
            <a:r>
              <a:rPr dirty="0" sz="1600" spc="204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r>
              <a:rPr dirty="0" sz="16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65">
                <a:solidFill>
                  <a:srgbClr val="221F1F"/>
                </a:solidFill>
                <a:latin typeface="Calibri"/>
                <a:cs typeface="Calibri"/>
              </a:rPr>
              <a:t>Prevention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13252450" y="5776467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600" spc="190">
                <a:solidFill>
                  <a:srgbClr val="221F1F"/>
                </a:solidFill>
                <a:latin typeface="Calibri"/>
                <a:cs typeface="Calibri"/>
              </a:rPr>
              <a:t>Cyber</a:t>
            </a:r>
            <a:r>
              <a:rPr dirty="0" sz="16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00">
                <a:solidFill>
                  <a:srgbClr val="221F1F"/>
                </a:solidFill>
                <a:latin typeface="Calibri"/>
                <a:cs typeface="Calibri"/>
              </a:rPr>
              <a:t>Ops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3252450" y="6343777"/>
            <a:ext cx="3592829" cy="415925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20"/>
              </a:spcBef>
            </a:pPr>
            <a:r>
              <a:rPr dirty="0" sz="1600" spc="220">
                <a:solidFill>
                  <a:srgbClr val="221F1F"/>
                </a:solidFill>
                <a:latin typeface="Calibri"/>
                <a:cs typeface="Calibri"/>
              </a:rPr>
              <a:t>Lending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3252450" y="6911593"/>
            <a:ext cx="3592829" cy="416559"/>
          </a:xfrm>
          <a:prstGeom prst="rect">
            <a:avLst/>
          </a:prstGeom>
          <a:solidFill>
            <a:srgbClr val="D1E4FA"/>
          </a:solidFill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600" spc="170">
                <a:solidFill>
                  <a:srgbClr val="221F1F"/>
                </a:solidFill>
                <a:latin typeface="Calibri"/>
                <a:cs typeface="Calibri"/>
              </a:rPr>
              <a:t>Marketing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13252450" y="2076450"/>
            <a:ext cx="3592829" cy="415290"/>
          </a:xfrm>
          <a:prstGeom prst="rect">
            <a:avLst/>
          </a:prstGeom>
          <a:solidFill>
            <a:srgbClr val="38CCEC"/>
          </a:solidFill>
        </p:spPr>
        <p:txBody>
          <a:bodyPr wrap="square" lIns="0" tIns="76200" rIns="0" bIns="0" rtlCol="0" vert="horz">
            <a:spAutoFit/>
          </a:bodyPr>
          <a:lstStyle/>
          <a:p>
            <a:pPr marL="692150">
              <a:lnSpc>
                <a:spcPct val="100000"/>
              </a:lnSpc>
              <a:spcBef>
                <a:spcPts val="600"/>
              </a:spcBef>
            </a:pPr>
            <a:r>
              <a:rPr dirty="0" sz="1600" spc="210" b="1">
                <a:solidFill>
                  <a:srgbClr val="221F1F"/>
                </a:solidFill>
                <a:latin typeface="Calibri"/>
                <a:cs typeface="Calibri"/>
              </a:rPr>
              <a:t>Business</a:t>
            </a:r>
            <a:r>
              <a:rPr dirty="0" sz="1600" spc="11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215" b="1">
                <a:solidFill>
                  <a:srgbClr val="221F1F"/>
                </a:solidFill>
                <a:latin typeface="Calibri"/>
                <a:cs typeface="Calibri"/>
              </a:rPr>
              <a:t>Consumers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1531747" y="8528050"/>
            <a:ext cx="341376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latin typeface="Malgun Gothic"/>
                <a:cs typeface="Malgun Gothic"/>
              </a:rPr>
              <a:t>데이터는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 spc="195">
                <a:latin typeface="Calibri"/>
                <a:cs typeface="Calibri"/>
              </a:rPr>
              <a:t>Customer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 spc="155">
                <a:latin typeface="Calibri"/>
                <a:cs typeface="Calibri"/>
              </a:rPr>
              <a:t>State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 spc="114">
                <a:latin typeface="Calibri"/>
                <a:cs typeface="Calibri"/>
              </a:rPr>
              <a:t>Vector</a:t>
            </a:r>
            <a:r>
              <a:rPr dirty="0" sz="1600" spc="114">
                <a:latin typeface="Malgun Gothic"/>
                <a:cs typeface="Malgun Gothic"/>
              </a:rPr>
              <a:t>에 </a:t>
            </a:r>
            <a:r>
              <a:rPr dirty="0" sz="1600" spc="-20">
                <a:latin typeface="Malgun Gothic"/>
                <a:cs typeface="Malgun Gothic"/>
              </a:rPr>
              <a:t>비동기식으로</a:t>
            </a:r>
            <a:r>
              <a:rPr dirty="0" sz="1600" spc="-95">
                <a:latin typeface="Malgun Gothic"/>
                <a:cs typeface="Malgun Gothic"/>
              </a:rPr>
              <a:t> </a:t>
            </a:r>
            <a:r>
              <a:rPr dirty="0" sz="1600" spc="-20">
                <a:latin typeface="Malgun Gothic"/>
                <a:cs typeface="Malgun Gothic"/>
              </a:rPr>
              <a:t>스트리밍되므로</a:t>
            </a:r>
            <a:r>
              <a:rPr dirty="0" sz="1600" spc="-85">
                <a:latin typeface="Malgun Gothic"/>
                <a:cs typeface="Malgun Gothic"/>
              </a:rPr>
              <a:t> </a:t>
            </a:r>
            <a:r>
              <a:rPr dirty="0" sz="1600" spc="-50">
                <a:latin typeface="Malgun Gothic"/>
                <a:cs typeface="Malgun Gothic"/>
              </a:rPr>
              <a:t>새 </a:t>
            </a:r>
            <a:r>
              <a:rPr dirty="0" sz="1600" spc="-20">
                <a:latin typeface="Malgun Gothic"/>
                <a:cs typeface="Malgun Gothic"/>
              </a:rPr>
              <a:t>데이터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 spc="-20">
                <a:latin typeface="Malgun Gothic"/>
                <a:cs typeface="Malgun Gothic"/>
              </a:rPr>
              <a:t>포인트가</a:t>
            </a:r>
            <a:r>
              <a:rPr dirty="0" sz="1600" spc="-105">
                <a:latin typeface="Malgun Gothic"/>
                <a:cs typeface="Malgun Gothic"/>
              </a:rPr>
              <a:t> </a:t>
            </a:r>
            <a:r>
              <a:rPr dirty="0" sz="1600" spc="-20">
                <a:latin typeface="Malgun Gothic"/>
                <a:cs typeface="Malgun Gothic"/>
              </a:rPr>
              <a:t>도착할</a:t>
            </a:r>
            <a:r>
              <a:rPr dirty="0" sz="1600" spc="-105">
                <a:latin typeface="Malgun Gothic"/>
                <a:cs typeface="Malgun Gothic"/>
              </a:rPr>
              <a:t> </a:t>
            </a:r>
            <a:r>
              <a:rPr dirty="0" sz="1600" spc="-25">
                <a:latin typeface="Malgun Gothic"/>
                <a:cs typeface="Malgun Gothic"/>
              </a:rPr>
              <a:t>때마다 </a:t>
            </a:r>
            <a:r>
              <a:rPr dirty="0" sz="1600" spc="-20">
                <a:latin typeface="Malgun Gothic"/>
                <a:cs typeface="Malgun Gothic"/>
              </a:rPr>
              <a:t>지속적으로</a:t>
            </a:r>
            <a:r>
              <a:rPr dirty="0" sz="1600" spc="-110">
                <a:latin typeface="Malgun Gothic"/>
                <a:cs typeface="Malgun Gothic"/>
              </a:rPr>
              <a:t> </a:t>
            </a:r>
            <a:r>
              <a:rPr dirty="0" sz="1600" spc="-10">
                <a:latin typeface="Malgun Gothic"/>
                <a:cs typeface="Malgun Gothic"/>
              </a:rPr>
              <a:t>업데이트됩니다</a:t>
            </a:r>
            <a:r>
              <a:rPr dirty="0" sz="1600" spc="-1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7496302" y="8771381"/>
            <a:ext cx="3256915" cy="5111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5595" marR="5080" indent="-303530">
              <a:lnSpc>
                <a:spcPts val="1910"/>
              </a:lnSpc>
              <a:spcBef>
                <a:spcPts val="165"/>
              </a:spcBef>
            </a:pP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데이터는</a:t>
            </a:r>
            <a:r>
              <a:rPr dirty="0" sz="16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항상</a:t>
            </a:r>
            <a:r>
              <a:rPr dirty="0" sz="16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100%</a:t>
            </a:r>
            <a:r>
              <a:rPr dirty="0" sz="16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최신</a:t>
            </a:r>
            <a:r>
              <a:rPr dirty="0" sz="16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 spc="-20">
                <a:solidFill>
                  <a:srgbClr val="221F1F"/>
                </a:solidFill>
                <a:latin typeface="Malgun Gothic"/>
                <a:cs typeface="Malgun Gothic"/>
              </a:rPr>
              <a:t>상태이며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모든</a:t>
            </a:r>
            <a:r>
              <a:rPr dirty="0" sz="16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위치에서</a:t>
            </a:r>
            <a:r>
              <a:rPr dirty="0" sz="1600" spc="-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Malgun Gothic"/>
                <a:cs typeface="Malgun Gothic"/>
              </a:rPr>
              <a:t>동기화됩니다.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3369543" y="8771381"/>
            <a:ext cx="3359150" cy="5111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469900" marR="5080" indent="-457834">
              <a:lnSpc>
                <a:spcPts val="1910"/>
              </a:lnSpc>
              <a:spcBef>
                <a:spcPts val="165"/>
              </a:spcBef>
            </a:pP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각</a:t>
            </a:r>
            <a:r>
              <a:rPr dirty="0" sz="16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사업부는</a:t>
            </a:r>
            <a:r>
              <a:rPr dirty="0" sz="16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최신의</a:t>
            </a:r>
            <a:r>
              <a:rPr dirty="0" sz="1600" spc="-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정확하고</a:t>
            </a:r>
            <a:r>
              <a:rPr dirty="0" sz="1600" spc="-25">
                <a:solidFill>
                  <a:srgbClr val="221F1F"/>
                </a:solidFill>
                <a:latin typeface="Malgun Gothic"/>
                <a:cs typeface="Malgun Gothic"/>
              </a:rPr>
              <a:t> 관련성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있는</a:t>
            </a:r>
            <a:r>
              <a:rPr dirty="0" sz="1600" spc="-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600" spc="-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Malgun Gothic"/>
                <a:cs typeface="Malgun Gothic"/>
              </a:rPr>
              <a:t>사용합니다.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277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173360"/>
                </a:solidFill>
              </a:rPr>
              <a:t>Confluent를</a:t>
            </a:r>
            <a:r>
              <a:rPr dirty="0" sz="4100" spc="-25">
                <a:solidFill>
                  <a:srgbClr val="173360"/>
                </a:solidFill>
              </a:rPr>
              <a:t> </a:t>
            </a:r>
            <a:r>
              <a:rPr dirty="0" sz="4100">
                <a:solidFill>
                  <a:srgbClr val="173360"/>
                </a:solidFill>
              </a:rPr>
              <a:t>통한</a:t>
            </a:r>
            <a:r>
              <a:rPr dirty="0" sz="4100" spc="-25">
                <a:solidFill>
                  <a:srgbClr val="173360"/>
                </a:solidFill>
              </a:rPr>
              <a:t> </a:t>
            </a:r>
            <a:r>
              <a:rPr dirty="0" sz="4100">
                <a:solidFill>
                  <a:srgbClr val="173360"/>
                </a:solidFill>
              </a:rPr>
              <a:t>실시간</a:t>
            </a:r>
            <a:r>
              <a:rPr dirty="0" sz="4100" spc="-25">
                <a:solidFill>
                  <a:srgbClr val="173360"/>
                </a:solidFill>
              </a:rPr>
              <a:t> </a:t>
            </a:r>
            <a:r>
              <a:rPr dirty="0" sz="4100">
                <a:solidFill>
                  <a:srgbClr val="173360"/>
                </a:solidFill>
              </a:rPr>
              <a:t>알림</a:t>
            </a:r>
            <a:r>
              <a:rPr dirty="0" sz="4100" spc="-25">
                <a:solidFill>
                  <a:srgbClr val="173360"/>
                </a:solidFill>
              </a:rPr>
              <a:t> </a:t>
            </a:r>
            <a:r>
              <a:rPr dirty="0" sz="4100">
                <a:solidFill>
                  <a:srgbClr val="173360"/>
                </a:solidFill>
              </a:rPr>
              <a:t>서비스</a:t>
            </a:r>
            <a:r>
              <a:rPr dirty="0" sz="4100" spc="-20">
                <a:solidFill>
                  <a:srgbClr val="173360"/>
                </a:solidFill>
              </a:rPr>
              <a:t> </a:t>
            </a:r>
            <a:r>
              <a:rPr dirty="0" sz="4100" spc="-25">
                <a:solidFill>
                  <a:srgbClr val="173360"/>
                </a:solidFill>
              </a:rPr>
              <a:t>구현</a:t>
            </a:r>
            <a:endParaRPr sz="41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31" y="3018096"/>
            <a:ext cx="17341327" cy="66195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332853" y="3277742"/>
            <a:ext cx="3504565" cy="4820285"/>
            <a:chOff x="7332853" y="3277742"/>
            <a:chExt cx="3504565" cy="4820285"/>
          </a:xfrm>
        </p:grpSpPr>
        <p:sp>
          <p:nvSpPr>
            <p:cNvPr id="3" name="object 3" descr=""/>
            <p:cNvSpPr/>
            <p:nvPr/>
          </p:nvSpPr>
          <p:spPr>
            <a:xfrm>
              <a:off x="7332853" y="3277742"/>
              <a:ext cx="3504565" cy="3876675"/>
            </a:xfrm>
            <a:custGeom>
              <a:avLst/>
              <a:gdLst/>
              <a:ahLst/>
              <a:cxnLst/>
              <a:rect l="l" t="t" r="r" b="b"/>
              <a:pathLst>
                <a:path w="3504565" h="3876675">
                  <a:moveTo>
                    <a:pt x="3357372" y="0"/>
                  </a:moveTo>
                  <a:lnTo>
                    <a:pt x="146812" y="0"/>
                  </a:lnTo>
                  <a:lnTo>
                    <a:pt x="100429" y="7489"/>
                  </a:lnTo>
                  <a:lnTo>
                    <a:pt x="60130" y="28342"/>
                  </a:lnTo>
                  <a:lnTo>
                    <a:pt x="28342" y="60130"/>
                  </a:lnTo>
                  <a:lnTo>
                    <a:pt x="7489" y="100429"/>
                  </a:lnTo>
                  <a:lnTo>
                    <a:pt x="0" y="146811"/>
                  </a:lnTo>
                  <a:lnTo>
                    <a:pt x="0" y="3729862"/>
                  </a:lnTo>
                  <a:lnTo>
                    <a:pt x="7489" y="3776232"/>
                  </a:lnTo>
                  <a:lnTo>
                    <a:pt x="28342" y="3816499"/>
                  </a:lnTo>
                  <a:lnTo>
                    <a:pt x="60130" y="3848250"/>
                  </a:lnTo>
                  <a:lnTo>
                    <a:pt x="100429" y="3869071"/>
                  </a:lnTo>
                  <a:lnTo>
                    <a:pt x="146812" y="3876548"/>
                  </a:lnTo>
                  <a:lnTo>
                    <a:pt x="3357372" y="3876548"/>
                  </a:lnTo>
                  <a:lnTo>
                    <a:pt x="3403741" y="3869071"/>
                  </a:lnTo>
                  <a:lnTo>
                    <a:pt x="3444008" y="3848250"/>
                  </a:lnTo>
                  <a:lnTo>
                    <a:pt x="3475759" y="3816499"/>
                  </a:lnTo>
                  <a:lnTo>
                    <a:pt x="3496580" y="3776232"/>
                  </a:lnTo>
                  <a:lnTo>
                    <a:pt x="3504056" y="3729862"/>
                  </a:lnTo>
                  <a:lnTo>
                    <a:pt x="3504056" y="146811"/>
                  </a:lnTo>
                  <a:lnTo>
                    <a:pt x="3496580" y="100429"/>
                  </a:lnTo>
                  <a:lnTo>
                    <a:pt x="3475759" y="60130"/>
                  </a:lnTo>
                  <a:lnTo>
                    <a:pt x="3444008" y="28342"/>
                  </a:lnTo>
                  <a:lnTo>
                    <a:pt x="3403741" y="7489"/>
                  </a:lnTo>
                  <a:lnTo>
                    <a:pt x="3357372" y="0"/>
                  </a:lnTo>
                  <a:close/>
                </a:path>
              </a:pathLst>
            </a:custGeom>
            <a:solidFill>
              <a:srgbClr val="0074A1">
                <a:alpha val="69802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23352" y="3886453"/>
              <a:ext cx="2151126" cy="314553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2853" y="3277742"/>
              <a:ext cx="3504056" cy="387654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2767" y="7163144"/>
              <a:ext cx="2917847" cy="934883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93726" y="8193327"/>
            <a:ext cx="529068" cy="65328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95987" y="8183720"/>
            <a:ext cx="740696" cy="67249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425308" y="8947201"/>
            <a:ext cx="3726815" cy="1019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173360"/>
                </a:solidFill>
                <a:latin typeface="Arial"/>
                <a:cs typeface="Arial"/>
              </a:rPr>
              <a:t>Data</a:t>
            </a:r>
            <a:r>
              <a:rPr dirty="0" sz="2600" spc="-2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173360"/>
                </a:solidFill>
                <a:latin typeface="Arial"/>
                <a:cs typeface="Arial"/>
              </a:rPr>
              <a:t>Consolidation</a:t>
            </a:r>
            <a:endParaRPr sz="2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Streaming</a:t>
            </a:r>
            <a:r>
              <a:rPr dirty="0" sz="1950" spc="-7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173360"/>
                </a:solidFill>
                <a:latin typeface="Arial"/>
                <a:cs typeface="Arial"/>
              </a:rPr>
              <a:t>ETL</a:t>
            </a:r>
            <a:endParaRPr sz="1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(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Kafka</a:t>
            </a:r>
            <a:r>
              <a:rPr dirty="0" sz="1950" spc="-3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Connect</a:t>
            </a:r>
            <a:r>
              <a:rPr dirty="0" sz="1950" spc="-5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+</a:t>
            </a:r>
            <a:r>
              <a:rPr dirty="0" sz="1950" spc="-2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Kafka</a:t>
            </a:r>
            <a:r>
              <a:rPr dirty="0" sz="1950" spc="-2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00AF50"/>
                </a:solidFill>
                <a:latin typeface="Arial"/>
                <a:cs typeface="Arial"/>
              </a:rPr>
              <a:t>Streams</a:t>
            </a:r>
            <a:r>
              <a:rPr dirty="0" sz="1950" spc="-10">
                <a:solidFill>
                  <a:srgbClr val="173360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464433" y="4851908"/>
            <a:ext cx="1554480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95885">
              <a:lnSpc>
                <a:spcPct val="100000"/>
              </a:lnSpc>
              <a:spcBef>
                <a:spcPts val="105"/>
              </a:spcBef>
            </a:pPr>
            <a:r>
              <a:rPr dirty="0" sz="1950" b="1">
                <a:solidFill>
                  <a:srgbClr val="173360"/>
                </a:solidFill>
                <a:latin typeface="Arial"/>
                <a:cs typeface="Arial"/>
              </a:rPr>
              <a:t>Mobile</a:t>
            </a:r>
            <a:r>
              <a:rPr dirty="0" sz="1950" spc="-6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173360"/>
                </a:solidFill>
                <a:latin typeface="Arial"/>
                <a:cs typeface="Arial"/>
              </a:rPr>
              <a:t>App </a:t>
            </a:r>
            <a:r>
              <a:rPr dirty="0" sz="1950" b="1">
                <a:solidFill>
                  <a:srgbClr val="173360"/>
                </a:solidFill>
                <a:latin typeface="Arial"/>
                <a:cs typeface="Arial"/>
              </a:rPr>
              <a:t>(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Swift</a:t>
            </a:r>
            <a:r>
              <a:rPr dirty="0" sz="1950" spc="-1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dirty="0" sz="1950" spc="-3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00AF50"/>
                </a:solidFill>
                <a:latin typeface="Arial"/>
                <a:cs typeface="Arial"/>
              </a:rPr>
              <a:t>iOS</a:t>
            </a:r>
            <a:r>
              <a:rPr dirty="0" sz="1950" spc="-20" b="1">
                <a:solidFill>
                  <a:srgbClr val="173360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360415" y="5536057"/>
            <a:ext cx="1484630" cy="190500"/>
          </a:xfrm>
          <a:custGeom>
            <a:avLst/>
            <a:gdLst/>
            <a:ahLst/>
            <a:cxnLst/>
            <a:rect l="l" t="t" r="r" b="b"/>
            <a:pathLst>
              <a:path w="1484629" h="190500">
                <a:moveTo>
                  <a:pt x="190373" y="0"/>
                </a:moveTo>
                <a:lnTo>
                  <a:pt x="0" y="95503"/>
                </a:lnTo>
                <a:lnTo>
                  <a:pt x="190626" y="190500"/>
                </a:lnTo>
                <a:lnTo>
                  <a:pt x="190542" y="127126"/>
                </a:lnTo>
                <a:lnTo>
                  <a:pt x="158750" y="127126"/>
                </a:lnTo>
                <a:lnTo>
                  <a:pt x="158750" y="63626"/>
                </a:lnTo>
                <a:lnTo>
                  <a:pt x="190457" y="63626"/>
                </a:lnTo>
                <a:lnTo>
                  <a:pt x="190373" y="0"/>
                </a:lnTo>
                <a:close/>
              </a:path>
              <a:path w="1484629" h="190500">
                <a:moveTo>
                  <a:pt x="1483994" y="61848"/>
                </a:moveTo>
                <a:lnTo>
                  <a:pt x="158750" y="63626"/>
                </a:lnTo>
                <a:lnTo>
                  <a:pt x="158750" y="127126"/>
                </a:lnTo>
                <a:lnTo>
                  <a:pt x="190542" y="127126"/>
                </a:lnTo>
                <a:lnTo>
                  <a:pt x="190457" y="63626"/>
                </a:lnTo>
                <a:lnTo>
                  <a:pt x="1483998" y="63626"/>
                </a:lnTo>
                <a:lnTo>
                  <a:pt x="1483994" y="61848"/>
                </a:lnTo>
                <a:close/>
              </a:path>
              <a:path w="1484629" h="190500">
                <a:moveTo>
                  <a:pt x="1483998" y="63626"/>
                </a:moveTo>
                <a:lnTo>
                  <a:pt x="190457" y="63626"/>
                </a:lnTo>
                <a:lnTo>
                  <a:pt x="190542" y="127126"/>
                </a:lnTo>
                <a:lnTo>
                  <a:pt x="158750" y="127126"/>
                </a:lnTo>
                <a:lnTo>
                  <a:pt x="1484122" y="125348"/>
                </a:lnTo>
                <a:lnTo>
                  <a:pt x="1483998" y="63626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1146155" y="7543927"/>
            <a:ext cx="1544320" cy="834390"/>
          </a:xfrm>
          <a:custGeom>
            <a:avLst/>
            <a:gdLst/>
            <a:ahLst/>
            <a:cxnLst/>
            <a:rect l="l" t="t" r="r" b="b"/>
            <a:pathLst>
              <a:path w="1544320" h="834390">
                <a:moveTo>
                  <a:pt x="1360846" y="773515"/>
                </a:moveTo>
                <a:lnTo>
                  <a:pt x="1331214" y="829691"/>
                </a:lnTo>
                <a:lnTo>
                  <a:pt x="1544193" y="834263"/>
                </a:lnTo>
                <a:lnTo>
                  <a:pt x="1511238" y="788289"/>
                </a:lnTo>
                <a:lnTo>
                  <a:pt x="1388872" y="788289"/>
                </a:lnTo>
                <a:lnTo>
                  <a:pt x="1360846" y="773515"/>
                </a:lnTo>
                <a:close/>
              </a:path>
              <a:path w="1544320" h="834390">
                <a:moveTo>
                  <a:pt x="1390481" y="717337"/>
                </a:moveTo>
                <a:lnTo>
                  <a:pt x="1360846" y="773515"/>
                </a:lnTo>
                <a:lnTo>
                  <a:pt x="1388872" y="788289"/>
                </a:lnTo>
                <a:lnTo>
                  <a:pt x="1418590" y="732155"/>
                </a:lnTo>
                <a:lnTo>
                  <a:pt x="1390481" y="717337"/>
                </a:lnTo>
                <a:close/>
              </a:path>
              <a:path w="1544320" h="834390">
                <a:moveTo>
                  <a:pt x="1420114" y="661162"/>
                </a:moveTo>
                <a:lnTo>
                  <a:pt x="1390481" y="717337"/>
                </a:lnTo>
                <a:lnTo>
                  <a:pt x="1418590" y="732155"/>
                </a:lnTo>
                <a:lnTo>
                  <a:pt x="1388872" y="788289"/>
                </a:lnTo>
                <a:lnTo>
                  <a:pt x="1511238" y="788289"/>
                </a:lnTo>
                <a:lnTo>
                  <a:pt x="1420114" y="661162"/>
                </a:lnTo>
                <a:close/>
              </a:path>
              <a:path w="1544320" h="834390">
                <a:moveTo>
                  <a:pt x="29718" y="0"/>
                </a:moveTo>
                <a:lnTo>
                  <a:pt x="0" y="56134"/>
                </a:lnTo>
                <a:lnTo>
                  <a:pt x="1360846" y="773515"/>
                </a:lnTo>
                <a:lnTo>
                  <a:pt x="1390481" y="717337"/>
                </a:lnTo>
                <a:lnTo>
                  <a:pt x="297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1208257" y="3482466"/>
            <a:ext cx="812800" cy="190500"/>
          </a:xfrm>
          <a:custGeom>
            <a:avLst/>
            <a:gdLst/>
            <a:ahLst/>
            <a:cxnLst/>
            <a:rect l="l" t="t" r="r" b="b"/>
            <a:pathLst>
              <a:path w="812800" h="190500">
                <a:moveTo>
                  <a:pt x="622300" y="0"/>
                </a:moveTo>
                <a:lnTo>
                  <a:pt x="622300" y="190500"/>
                </a:lnTo>
                <a:lnTo>
                  <a:pt x="749300" y="127000"/>
                </a:lnTo>
                <a:lnTo>
                  <a:pt x="654050" y="127000"/>
                </a:lnTo>
                <a:lnTo>
                  <a:pt x="654050" y="63500"/>
                </a:lnTo>
                <a:lnTo>
                  <a:pt x="749300" y="63500"/>
                </a:lnTo>
                <a:lnTo>
                  <a:pt x="622300" y="0"/>
                </a:lnTo>
                <a:close/>
              </a:path>
              <a:path w="812800" h="190500">
                <a:moveTo>
                  <a:pt x="622300" y="63500"/>
                </a:moveTo>
                <a:lnTo>
                  <a:pt x="0" y="63500"/>
                </a:lnTo>
                <a:lnTo>
                  <a:pt x="0" y="127000"/>
                </a:lnTo>
                <a:lnTo>
                  <a:pt x="622300" y="127000"/>
                </a:lnTo>
                <a:lnTo>
                  <a:pt x="622300" y="63500"/>
                </a:lnTo>
                <a:close/>
              </a:path>
              <a:path w="812800" h="190500">
                <a:moveTo>
                  <a:pt x="749300" y="63500"/>
                </a:moveTo>
                <a:lnTo>
                  <a:pt x="654050" y="63500"/>
                </a:lnTo>
                <a:lnTo>
                  <a:pt x="654050" y="127000"/>
                </a:lnTo>
                <a:lnTo>
                  <a:pt x="749300" y="127000"/>
                </a:lnTo>
                <a:lnTo>
                  <a:pt x="812800" y="95250"/>
                </a:lnTo>
                <a:lnTo>
                  <a:pt x="749300" y="6350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378966" y="1543177"/>
            <a:ext cx="14991080" cy="2730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2100">
                <a:latin typeface="Malgun Gothic"/>
                <a:cs typeface="Malgun Gothic"/>
              </a:rPr>
              <a:t>모바일</a:t>
            </a:r>
            <a:r>
              <a:rPr dirty="0" sz="2100" spc="3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단말기</a:t>
            </a:r>
            <a:r>
              <a:rPr dirty="0" sz="2100" spc="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기반의</a:t>
            </a:r>
            <a:r>
              <a:rPr dirty="0" sz="2100" spc="5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금융</a:t>
            </a:r>
            <a:r>
              <a:rPr dirty="0" sz="2100" spc="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상품</a:t>
            </a:r>
            <a:r>
              <a:rPr dirty="0" sz="2100" spc="5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서비스에</a:t>
            </a:r>
            <a:r>
              <a:rPr dirty="0" sz="2100" spc="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Kafka를</a:t>
            </a:r>
            <a:r>
              <a:rPr dirty="0" sz="2100" spc="3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도입하여</a:t>
            </a:r>
            <a:r>
              <a:rPr dirty="0" sz="2100" spc="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실시간</a:t>
            </a:r>
            <a:r>
              <a:rPr dirty="0" sz="2100" spc="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개인화</a:t>
            </a:r>
            <a:r>
              <a:rPr dirty="0" sz="2100" spc="5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마케팅</a:t>
            </a:r>
            <a:r>
              <a:rPr dirty="0" sz="2100" spc="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서비스를</a:t>
            </a:r>
            <a:r>
              <a:rPr dirty="0" sz="2100" spc="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제공하여</a:t>
            </a:r>
            <a:r>
              <a:rPr dirty="0" sz="2100" spc="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사용자</a:t>
            </a:r>
            <a:r>
              <a:rPr dirty="0" sz="2100" spc="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경험을</a:t>
            </a:r>
            <a:r>
              <a:rPr dirty="0" sz="2100" spc="65">
                <a:latin typeface="Malgun Gothic"/>
                <a:cs typeface="Malgun Gothic"/>
              </a:rPr>
              <a:t> </a:t>
            </a:r>
            <a:r>
              <a:rPr dirty="0" sz="2100" spc="-25">
                <a:latin typeface="Malgun Gothic"/>
                <a:cs typeface="Malgun Gothic"/>
              </a:rPr>
              <a:t>높이고 </a:t>
            </a:r>
            <a:r>
              <a:rPr dirty="0" sz="2100">
                <a:latin typeface="Malgun Gothic"/>
                <a:cs typeface="Malgun Gothic"/>
              </a:rPr>
              <a:t>보다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효율적인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판매가</a:t>
            </a:r>
            <a:r>
              <a:rPr dirty="0" sz="2100" spc="-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가능해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질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수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 spc="-10">
                <a:latin typeface="Malgun Gothic"/>
                <a:cs typeface="Malgun Gothic"/>
              </a:rPr>
              <a:t>있습니다.</a:t>
            </a:r>
            <a:endParaRPr sz="2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285"/>
              </a:spcBef>
            </a:pPr>
            <a:endParaRPr sz="2100">
              <a:latin typeface="Malgun Gothic"/>
              <a:cs typeface="Malgun Gothic"/>
            </a:endParaRPr>
          </a:p>
          <a:p>
            <a:pPr marL="13185775">
              <a:lnSpc>
                <a:spcPct val="100000"/>
              </a:lnSpc>
            </a:pPr>
            <a:r>
              <a:rPr dirty="0" sz="2600" spc="-10" b="1">
                <a:solidFill>
                  <a:srgbClr val="173360"/>
                </a:solidFill>
                <a:latin typeface="Arial"/>
                <a:cs typeface="Arial"/>
              </a:rPr>
              <a:t>Chatbot</a:t>
            </a:r>
            <a:endParaRPr sz="2600">
              <a:latin typeface="Arial"/>
              <a:cs typeface="Arial"/>
            </a:endParaRPr>
          </a:p>
          <a:p>
            <a:pPr marL="13164819" marR="481330" indent="-43180">
              <a:lnSpc>
                <a:spcPct val="100000"/>
              </a:lnSpc>
              <a:spcBef>
                <a:spcPts val="15"/>
              </a:spcBef>
            </a:pP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External</a:t>
            </a:r>
            <a:r>
              <a:rPr dirty="0" sz="1950" spc="-4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173360"/>
                </a:solidFill>
                <a:latin typeface="Arial"/>
                <a:cs typeface="Arial"/>
              </a:rPr>
              <a:t>API </a:t>
            </a: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(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REST</a:t>
            </a:r>
            <a:r>
              <a:rPr dirty="0" sz="1950" spc="-3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00AF50"/>
                </a:solidFill>
                <a:latin typeface="Arial"/>
                <a:cs typeface="Arial"/>
              </a:rPr>
              <a:t>API</a:t>
            </a:r>
            <a:r>
              <a:rPr dirty="0" sz="1950" spc="-20">
                <a:solidFill>
                  <a:srgbClr val="173360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98718" y="5657353"/>
            <a:ext cx="687854" cy="517716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5226558" y="5734304"/>
            <a:ext cx="1891030" cy="621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10540">
              <a:lnSpc>
                <a:spcPct val="100400"/>
              </a:lnSpc>
              <a:spcBef>
                <a:spcPts val="90"/>
              </a:spcBef>
            </a:pP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(4)</a:t>
            </a:r>
            <a:r>
              <a:rPr dirty="0" sz="1300" spc="-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Receive 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product</a:t>
            </a:r>
            <a:r>
              <a:rPr dirty="0" sz="1300" spc="-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recommendation 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context-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specific</a:t>
            </a:r>
            <a:r>
              <a:rPr dirty="0" sz="1300" spc="3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price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057503" y="8122411"/>
            <a:ext cx="3027680" cy="1415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8415" marR="8255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173360"/>
                </a:solidFill>
                <a:latin typeface="Arial"/>
                <a:cs typeface="Arial"/>
              </a:rPr>
              <a:t>Order</a:t>
            </a:r>
            <a:r>
              <a:rPr dirty="0" sz="2600" spc="-1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173360"/>
                </a:solidFill>
                <a:latin typeface="Arial"/>
                <a:cs typeface="Arial"/>
              </a:rPr>
              <a:t>Fulfillment</a:t>
            </a:r>
            <a:r>
              <a:rPr dirty="0" sz="2600" spc="-3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600" spc="-50" b="1">
                <a:solidFill>
                  <a:srgbClr val="173360"/>
                </a:solidFill>
                <a:latin typeface="Arial"/>
                <a:cs typeface="Arial"/>
              </a:rPr>
              <a:t>&amp; </a:t>
            </a:r>
            <a:r>
              <a:rPr dirty="0" sz="2600" b="1">
                <a:solidFill>
                  <a:srgbClr val="173360"/>
                </a:solidFill>
                <a:latin typeface="Arial"/>
                <a:cs typeface="Arial"/>
              </a:rPr>
              <a:t>Payment</a:t>
            </a:r>
            <a:r>
              <a:rPr dirty="0" sz="2600" spc="-7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173360"/>
                </a:solidFill>
                <a:latin typeface="Arial"/>
                <a:cs typeface="Arial"/>
              </a:rPr>
              <a:t>Service</a:t>
            </a:r>
            <a:endParaRPr sz="2600">
              <a:latin typeface="Arial"/>
              <a:cs typeface="Arial"/>
            </a:endParaRPr>
          </a:p>
          <a:p>
            <a:pPr algn="ctr" marL="12065" marR="5080">
              <a:lnSpc>
                <a:spcPct val="100000"/>
              </a:lnSpc>
              <a:spcBef>
                <a:spcPts val="15"/>
              </a:spcBef>
            </a:pP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Buy</a:t>
            </a:r>
            <a:r>
              <a:rPr dirty="0" sz="1950" spc="-2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Now</a:t>
            </a:r>
            <a:r>
              <a:rPr dirty="0" sz="1950" spc="-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Pay</a:t>
            </a:r>
            <a:r>
              <a:rPr dirty="0" sz="1950" spc="-2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Later</a:t>
            </a:r>
            <a:r>
              <a:rPr dirty="0" sz="1950" spc="-3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173360"/>
                </a:solidFill>
                <a:latin typeface="Arial"/>
                <a:cs typeface="Arial"/>
              </a:rPr>
              <a:t>(BNPL) (</a:t>
            </a:r>
            <a:r>
              <a:rPr dirty="0" sz="1950" spc="-10">
                <a:solidFill>
                  <a:srgbClr val="00AF50"/>
                </a:solidFill>
                <a:latin typeface="Arial"/>
                <a:cs typeface="Arial"/>
              </a:rPr>
              <a:t>C++</a:t>
            </a:r>
            <a:r>
              <a:rPr dirty="0" sz="1950" spc="-10">
                <a:solidFill>
                  <a:srgbClr val="173360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380990" y="5225796"/>
            <a:ext cx="1463675" cy="190500"/>
          </a:xfrm>
          <a:custGeom>
            <a:avLst/>
            <a:gdLst/>
            <a:ahLst/>
            <a:cxnLst/>
            <a:rect l="l" t="t" r="r" b="b"/>
            <a:pathLst>
              <a:path w="1463675" h="190500">
                <a:moveTo>
                  <a:pt x="1273048" y="0"/>
                </a:moveTo>
                <a:lnTo>
                  <a:pt x="1273006" y="62102"/>
                </a:lnTo>
                <a:lnTo>
                  <a:pt x="1272920" y="190500"/>
                </a:lnTo>
                <a:lnTo>
                  <a:pt x="1400175" y="127000"/>
                </a:lnTo>
                <a:lnTo>
                  <a:pt x="1304670" y="127000"/>
                </a:lnTo>
                <a:lnTo>
                  <a:pt x="1304734" y="95376"/>
                </a:lnTo>
                <a:lnTo>
                  <a:pt x="1304798" y="63500"/>
                </a:lnTo>
                <a:lnTo>
                  <a:pt x="1399878" y="63500"/>
                </a:lnTo>
                <a:lnTo>
                  <a:pt x="1273048" y="0"/>
                </a:lnTo>
                <a:close/>
              </a:path>
              <a:path w="1463675" h="190500">
                <a:moveTo>
                  <a:pt x="0" y="62102"/>
                </a:moveTo>
                <a:lnTo>
                  <a:pt x="0" y="125602"/>
                </a:lnTo>
                <a:lnTo>
                  <a:pt x="1304671" y="127000"/>
                </a:lnTo>
                <a:lnTo>
                  <a:pt x="1272963" y="127000"/>
                </a:lnTo>
                <a:lnTo>
                  <a:pt x="1273005" y="63500"/>
                </a:lnTo>
                <a:lnTo>
                  <a:pt x="1304798" y="63500"/>
                </a:lnTo>
                <a:lnTo>
                  <a:pt x="0" y="62102"/>
                </a:lnTo>
                <a:close/>
              </a:path>
              <a:path w="1463675" h="190500">
                <a:moveTo>
                  <a:pt x="1399878" y="63500"/>
                </a:moveTo>
                <a:lnTo>
                  <a:pt x="1304798" y="63500"/>
                </a:lnTo>
                <a:lnTo>
                  <a:pt x="1304734" y="95376"/>
                </a:lnTo>
                <a:lnTo>
                  <a:pt x="1304670" y="127000"/>
                </a:lnTo>
                <a:lnTo>
                  <a:pt x="1400175" y="127000"/>
                </a:lnTo>
                <a:lnTo>
                  <a:pt x="1463548" y="95376"/>
                </a:lnTo>
                <a:lnTo>
                  <a:pt x="1399878" y="6350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5634609" y="4627245"/>
            <a:ext cx="861060" cy="42290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10185" marR="5080" indent="-198120">
              <a:lnSpc>
                <a:spcPct val="100800"/>
              </a:lnSpc>
              <a:spcBef>
                <a:spcPts val="80"/>
              </a:spcBef>
            </a:pP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(1)</a:t>
            </a:r>
            <a:r>
              <a:rPr dirty="0" sz="1300" spc="-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Click</a:t>
            </a:r>
            <a:r>
              <a:rPr dirty="0" sz="1300" spc="-3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173360"/>
                </a:solidFill>
                <a:latin typeface="Arial"/>
                <a:cs typeface="Arial"/>
              </a:rPr>
              <a:t>on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shoes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1208257" y="3829939"/>
            <a:ext cx="812800" cy="190500"/>
          </a:xfrm>
          <a:custGeom>
            <a:avLst/>
            <a:gdLst/>
            <a:ahLst/>
            <a:cxnLst/>
            <a:rect l="l" t="t" r="r" b="b"/>
            <a:pathLst>
              <a:path w="812800" h="190500">
                <a:moveTo>
                  <a:pt x="190500" y="0"/>
                </a:moveTo>
                <a:lnTo>
                  <a:pt x="0" y="95250"/>
                </a:lnTo>
                <a:lnTo>
                  <a:pt x="190500" y="190500"/>
                </a:lnTo>
                <a:lnTo>
                  <a:pt x="190500" y="127000"/>
                </a:lnTo>
                <a:lnTo>
                  <a:pt x="158750" y="127000"/>
                </a:lnTo>
                <a:lnTo>
                  <a:pt x="158750" y="63500"/>
                </a:lnTo>
                <a:lnTo>
                  <a:pt x="190500" y="63500"/>
                </a:lnTo>
                <a:lnTo>
                  <a:pt x="190500" y="0"/>
                </a:lnTo>
                <a:close/>
              </a:path>
              <a:path w="812800" h="190500">
                <a:moveTo>
                  <a:pt x="190500" y="63500"/>
                </a:moveTo>
                <a:lnTo>
                  <a:pt x="158750" y="63500"/>
                </a:lnTo>
                <a:lnTo>
                  <a:pt x="158750" y="127000"/>
                </a:lnTo>
                <a:lnTo>
                  <a:pt x="190500" y="127000"/>
                </a:lnTo>
                <a:lnTo>
                  <a:pt x="190500" y="63500"/>
                </a:lnTo>
                <a:close/>
              </a:path>
              <a:path w="812800" h="190500">
                <a:moveTo>
                  <a:pt x="812800" y="63500"/>
                </a:moveTo>
                <a:lnTo>
                  <a:pt x="190500" y="63500"/>
                </a:lnTo>
                <a:lnTo>
                  <a:pt x="190500" y="127000"/>
                </a:lnTo>
                <a:lnTo>
                  <a:pt x="812800" y="127000"/>
                </a:lnTo>
                <a:lnTo>
                  <a:pt x="812800" y="6350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9355" y="3983532"/>
            <a:ext cx="759205" cy="69019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39531" y="3868957"/>
            <a:ext cx="651808" cy="616055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12468649" y="2767782"/>
            <a:ext cx="1828800" cy="1813560"/>
            <a:chOff x="12468649" y="2767782"/>
            <a:chExt cx="1828800" cy="1813560"/>
          </a:xfrm>
        </p:grpSpPr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68649" y="2767782"/>
              <a:ext cx="954361" cy="86913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162533" y="3549726"/>
              <a:ext cx="1134706" cy="1031544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7475981" y="3414521"/>
            <a:ext cx="3271520" cy="5523865"/>
            <a:chOff x="7475981" y="3414521"/>
            <a:chExt cx="3271520" cy="5523865"/>
          </a:xfrm>
        </p:grpSpPr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817353" y="8092452"/>
              <a:ext cx="929970" cy="84542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75981" y="3414521"/>
              <a:ext cx="2998597" cy="442975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889019" y="6516015"/>
            <a:ext cx="710657" cy="517923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490120" y="8728333"/>
            <a:ext cx="419563" cy="800182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025448" y="8766753"/>
            <a:ext cx="810520" cy="733500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5592445" y="7393940"/>
            <a:ext cx="1541145" cy="941705"/>
          </a:xfrm>
          <a:custGeom>
            <a:avLst/>
            <a:gdLst/>
            <a:ahLst/>
            <a:cxnLst/>
            <a:rect l="l" t="t" r="r" b="b"/>
            <a:pathLst>
              <a:path w="1541145" h="941704">
                <a:moveTo>
                  <a:pt x="1361275" y="70675"/>
                </a:moveTo>
                <a:lnTo>
                  <a:pt x="0" y="886967"/>
                </a:lnTo>
                <a:lnTo>
                  <a:pt x="32638" y="941323"/>
                </a:lnTo>
                <a:lnTo>
                  <a:pt x="1393946" y="125212"/>
                </a:lnTo>
                <a:lnTo>
                  <a:pt x="1361275" y="70675"/>
                </a:lnTo>
                <a:close/>
              </a:path>
              <a:path w="1541145" h="941704">
                <a:moveTo>
                  <a:pt x="1506406" y="54355"/>
                </a:moveTo>
                <a:lnTo>
                  <a:pt x="1388490" y="54355"/>
                </a:lnTo>
                <a:lnTo>
                  <a:pt x="1421256" y="108838"/>
                </a:lnTo>
                <a:lnTo>
                  <a:pt x="1393946" y="125212"/>
                </a:lnTo>
                <a:lnTo>
                  <a:pt x="1426590" y="179704"/>
                </a:lnTo>
                <a:lnTo>
                  <a:pt x="1506406" y="54355"/>
                </a:lnTo>
                <a:close/>
              </a:path>
              <a:path w="1541145" h="941704">
                <a:moveTo>
                  <a:pt x="1388490" y="54355"/>
                </a:moveTo>
                <a:lnTo>
                  <a:pt x="1361275" y="70675"/>
                </a:lnTo>
                <a:lnTo>
                  <a:pt x="1393946" y="125212"/>
                </a:lnTo>
                <a:lnTo>
                  <a:pt x="1421256" y="108838"/>
                </a:lnTo>
                <a:lnTo>
                  <a:pt x="1388490" y="54355"/>
                </a:lnTo>
                <a:close/>
              </a:path>
              <a:path w="1541145" h="941704">
                <a:moveTo>
                  <a:pt x="1541018" y="0"/>
                </a:moveTo>
                <a:lnTo>
                  <a:pt x="1328674" y="16255"/>
                </a:lnTo>
                <a:lnTo>
                  <a:pt x="1361275" y="70675"/>
                </a:lnTo>
                <a:lnTo>
                  <a:pt x="1388490" y="54355"/>
                </a:lnTo>
                <a:lnTo>
                  <a:pt x="1506406" y="54355"/>
                </a:lnTo>
                <a:lnTo>
                  <a:pt x="15410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6192392" y="8109966"/>
            <a:ext cx="696595" cy="42290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73660" marR="5080" indent="-60960">
              <a:lnSpc>
                <a:spcPct val="100800"/>
              </a:lnSpc>
              <a:spcBef>
                <a:spcPts val="80"/>
              </a:spcBef>
            </a:pP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(5)</a:t>
            </a:r>
            <a:r>
              <a:rPr dirty="0" sz="1300" spc="-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Order product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1651106" y="4680966"/>
            <a:ext cx="15487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(2)</a:t>
            </a:r>
            <a:r>
              <a:rPr dirty="0" sz="1300" spc="-2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Q&amp;A</a:t>
            </a:r>
            <a:r>
              <a:rPr dirty="0" sz="1300" spc="-4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with</a:t>
            </a:r>
            <a:r>
              <a:rPr dirty="0" sz="1300" spc="-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chatbot</a:t>
            </a:r>
            <a:endParaRPr sz="13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2616053" y="9629038"/>
            <a:ext cx="10909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(5)</a:t>
            </a:r>
            <a:r>
              <a:rPr dirty="0" sz="1300" spc="-3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Fulfill</a:t>
            </a:r>
            <a:r>
              <a:rPr dirty="0" sz="1300" spc="-4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order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397467" y="5515405"/>
            <a:ext cx="534066" cy="660821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14202283" y="5180838"/>
            <a:ext cx="2208530" cy="1018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solidFill>
                  <a:srgbClr val="173360"/>
                </a:solidFill>
                <a:latin typeface="Arial"/>
                <a:cs typeface="Arial"/>
              </a:rPr>
              <a:t>CRM</a:t>
            </a:r>
            <a:r>
              <a:rPr dirty="0" sz="2600" spc="-3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173360"/>
                </a:solidFill>
                <a:latin typeface="Arial"/>
                <a:cs typeface="Arial"/>
              </a:rPr>
              <a:t>/ </a:t>
            </a:r>
            <a:r>
              <a:rPr dirty="0" sz="2600" spc="-10" b="1">
                <a:solidFill>
                  <a:srgbClr val="173360"/>
                </a:solidFill>
                <a:latin typeface="Arial"/>
                <a:cs typeface="Arial"/>
              </a:rPr>
              <a:t>Loyalty</a:t>
            </a:r>
            <a:endParaRPr sz="2600">
              <a:latin typeface="Arial"/>
              <a:cs typeface="Arial"/>
            </a:endParaRPr>
          </a:p>
          <a:p>
            <a:pPr algn="ctr" marL="205740" marR="198120" indent="-2540">
              <a:lnSpc>
                <a:spcPct val="100000"/>
              </a:lnSpc>
              <a:spcBef>
                <a:spcPts val="10"/>
              </a:spcBef>
            </a:pPr>
            <a:r>
              <a:rPr dirty="0" sz="1950" spc="-10">
                <a:solidFill>
                  <a:srgbClr val="173360"/>
                </a:solidFill>
                <a:latin typeface="Arial"/>
                <a:cs typeface="Arial"/>
              </a:rPr>
              <a:t>Salesforce </a:t>
            </a:r>
            <a:r>
              <a:rPr dirty="0" sz="1950">
                <a:solidFill>
                  <a:srgbClr val="173360"/>
                </a:solidFill>
                <a:latin typeface="Arial"/>
                <a:cs typeface="Arial"/>
              </a:rPr>
              <a:t>(</a:t>
            </a:r>
            <a:r>
              <a:rPr dirty="0" sz="1950">
                <a:solidFill>
                  <a:srgbClr val="00AF50"/>
                </a:solidFill>
                <a:latin typeface="Arial"/>
                <a:cs typeface="Arial"/>
              </a:rPr>
              <a:t>Kafka</a:t>
            </a:r>
            <a:r>
              <a:rPr dirty="0" sz="1950" spc="-4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00AF50"/>
                </a:solidFill>
                <a:latin typeface="Arial"/>
                <a:cs typeface="Arial"/>
              </a:rPr>
              <a:t>Connect</a:t>
            </a:r>
            <a:r>
              <a:rPr dirty="0" sz="1950" spc="-10">
                <a:solidFill>
                  <a:srgbClr val="173360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265577" y="6588143"/>
            <a:ext cx="901180" cy="765595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4823" y="6128562"/>
            <a:ext cx="4439539" cy="3449320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2765551" y="8449182"/>
            <a:ext cx="81026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Arial"/>
                <a:cs typeface="Arial"/>
              </a:rPr>
              <a:t>Source:</a:t>
            </a:r>
            <a:r>
              <a:rPr dirty="0" sz="650" spc="-30">
                <a:latin typeface="Arial"/>
                <a:cs typeface="Arial"/>
              </a:rPr>
              <a:t> </a:t>
            </a:r>
            <a:r>
              <a:rPr dirty="0" sz="650" spc="-10">
                <a:latin typeface="Arial"/>
                <a:cs typeface="Arial"/>
              </a:rPr>
              <a:t>channelize.io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1363452" y="5788533"/>
            <a:ext cx="1356995" cy="190500"/>
          </a:xfrm>
          <a:custGeom>
            <a:avLst/>
            <a:gdLst/>
            <a:ahLst/>
            <a:cxnLst/>
            <a:rect l="l" t="t" r="r" b="b"/>
            <a:pathLst>
              <a:path w="1356995" h="190500">
                <a:moveTo>
                  <a:pt x="189229" y="0"/>
                </a:moveTo>
                <a:lnTo>
                  <a:pt x="0" y="97662"/>
                </a:lnTo>
                <a:lnTo>
                  <a:pt x="191643" y="190500"/>
                </a:lnTo>
                <a:lnTo>
                  <a:pt x="190843" y="127380"/>
                </a:lnTo>
                <a:lnTo>
                  <a:pt x="159130" y="127380"/>
                </a:lnTo>
                <a:lnTo>
                  <a:pt x="158369" y="63880"/>
                </a:lnTo>
                <a:lnTo>
                  <a:pt x="190034" y="63478"/>
                </a:lnTo>
                <a:lnTo>
                  <a:pt x="189229" y="0"/>
                </a:lnTo>
                <a:close/>
              </a:path>
              <a:path w="1356995" h="190500">
                <a:moveTo>
                  <a:pt x="190034" y="63478"/>
                </a:moveTo>
                <a:lnTo>
                  <a:pt x="158369" y="63880"/>
                </a:lnTo>
                <a:lnTo>
                  <a:pt x="159126" y="126977"/>
                </a:lnTo>
                <a:lnTo>
                  <a:pt x="159130" y="127380"/>
                </a:lnTo>
                <a:lnTo>
                  <a:pt x="190838" y="126977"/>
                </a:lnTo>
                <a:lnTo>
                  <a:pt x="190039" y="63880"/>
                </a:lnTo>
                <a:lnTo>
                  <a:pt x="190034" y="63478"/>
                </a:lnTo>
                <a:close/>
              </a:path>
              <a:path w="1356995" h="190500">
                <a:moveTo>
                  <a:pt x="190838" y="126977"/>
                </a:moveTo>
                <a:lnTo>
                  <a:pt x="159130" y="127380"/>
                </a:lnTo>
                <a:lnTo>
                  <a:pt x="190843" y="127380"/>
                </a:lnTo>
                <a:lnTo>
                  <a:pt x="190838" y="126977"/>
                </a:lnTo>
                <a:close/>
              </a:path>
              <a:path w="1356995" h="190500">
                <a:moveTo>
                  <a:pt x="1355978" y="48640"/>
                </a:moveTo>
                <a:lnTo>
                  <a:pt x="190034" y="63478"/>
                </a:lnTo>
                <a:lnTo>
                  <a:pt x="190838" y="126977"/>
                </a:lnTo>
                <a:lnTo>
                  <a:pt x="1356741" y="112140"/>
                </a:lnTo>
                <a:lnTo>
                  <a:pt x="1355978" y="4864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1363452" y="6779768"/>
            <a:ext cx="1356360" cy="203200"/>
          </a:xfrm>
          <a:custGeom>
            <a:avLst/>
            <a:gdLst/>
            <a:ahLst/>
            <a:cxnLst/>
            <a:rect l="l" t="t" r="r" b="b"/>
            <a:pathLst>
              <a:path w="1356359" h="203200">
                <a:moveTo>
                  <a:pt x="189229" y="12446"/>
                </a:moveTo>
                <a:lnTo>
                  <a:pt x="0" y="110109"/>
                </a:lnTo>
                <a:lnTo>
                  <a:pt x="191643" y="202946"/>
                </a:lnTo>
                <a:lnTo>
                  <a:pt x="190843" y="139827"/>
                </a:lnTo>
                <a:lnTo>
                  <a:pt x="159130" y="139827"/>
                </a:lnTo>
                <a:lnTo>
                  <a:pt x="158369" y="76327"/>
                </a:lnTo>
                <a:lnTo>
                  <a:pt x="190034" y="75924"/>
                </a:lnTo>
                <a:lnTo>
                  <a:pt x="189229" y="12446"/>
                </a:lnTo>
                <a:close/>
              </a:path>
              <a:path w="1356359" h="203200">
                <a:moveTo>
                  <a:pt x="1295013" y="63119"/>
                </a:moveTo>
                <a:lnTo>
                  <a:pt x="1197228" y="63119"/>
                </a:lnTo>
                <a:lnTo>
                  <a:pt x="1197991" y="126619"/>
                </a:lnTo>
                <a:lnTo>
                  <a:pt x="1166325" y="127021"/>
                </a:lnTo>
                <a:lnTo>
                  <a:pt x="1167129" y="190500"/>
                </a:lnTo>
                <a:lnTo>
                  <a:pt x="1356359" y="92837"/>
                </a:lnTo>
                <a:lnTo>
                  <a:pt x="1295013" y="63119"/>
                </a:lnTo>
                <a:close/>
              </a:path>
              <a:path w="1356359" h="203200">
                <a:moveTo>
                  <a:pt x="190034" y="75924"/>
                </a:moveTo>
                <a:lnTo>
                  <a:pt x="158369" y="76327"/>
                </a:lnTo>
                <a:lnTo>
                  <a:pt x="159126" y="139423"/>
                </a:lnTo>
                <a:lnTo>
                  <a:pt x="159130" y="139827"/>
                </a:lnTo>
                <a:lnTo>
                  <a:pt x="190838" y="139423"/>
                </a:lnTo>
                <a:lnTo>
                  <a:pt x="190039" y="76327"/>
                </a:lnTo>
                <a:lnTo>
                  <a:pt x="190034" y="75924"/>
                </a:lnTo>
                <a:close/>
              </a:path>
              <a:path w="1356359" h="203200">
                <a:moveTo>
                  <a:pt x="190838" y="139423"/>
                </a:moveTo>
                <a:lnTo>
                  <a:pt x="159130" y="139827"/>
                </a:lnTo>
                <a:lnTo>
                  <a:pt x="190843" y="139827"/>
                </a:lnTo>
                <a:lnTo>
                  <a:pt x="190838" y="139423"/>
                </a:lnTo>
                <a:close/>
              </a:path>
              <a:path w="1356359" h="203200">
                <a:moveTo>
                  <a:pt x="1165521" y="63522"/>
                </a:moveTo>
                <a:lnTo>
                  <a:pt x="190034" y="75924"/>
                </a:lnTo>
                <a:lnTo>
                  <a:pt x="190838" y="139423"/>
                </a:lnTo>
                <a:lnTo>
                  <a:pt x="1166325" y="127021"/>
                </a:lnTo>
                <a:lnTo>
                  <a:pt x="1165521" y="63522"/>
                </a:lnTo>
                <a:close/>
              </a:path>
              <a:path w="1356359" h="203200">
                <a:moveTo>
                  <a:pt x="1197228" y="63119"/>
                </a:moveTo>
                <a:lnTo>
                  <a:pt x="1165521" y="63522"/>
                </a:lnTo>
                <a:lnTo>
                  <a:pt x="1166320" y="126619"/>
                </a:lnTo>
                <a:lnTo>
                  <a:pt x="1166325" y="127021"/>
                </a:lnTo>
                <a:lnTo>
                  <a:pt x="1197991" y="126619"/>
                </a:lnTo>
                <a:lnTo>
                  <a:pt x="1197233" y="63522"/>
                </a:lnTo>
                <a:lnTo>
                  <a:pt x="1197228" y="63119"/>
                </a:lnTo>
                <a:close/>
              </a:path>
              <a:path w="1356359" h="203200">
                <a:moveTo>
                  <a:pt x="1164717" y="0"/>
                </a:moveTo>
                <a:lnTo>
                  <a:pt x="1165516" y="63119"/>
                </a:lnTo>
                <a:lnTo>
                  <a:pt x="1165521" y="63522"/>
                </a:lnTo>
                <a:lnTo>
                  <a:pt x="1197228" y="63119"/>
                </a:lnTo>
                <a:lnTo>
                  <a:pt x="1295013" y="63119"/>
                </a:lnTo>
                <a:lnTo>
                  <a:pt x="1164717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11703557" y="6192773"/>
            <a:ext cx="1444625" cy="422909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07645" marR="5080" indent="-195580">
              <a:lnSpc>
                <a:spcPct val="100800"/>
              </a:lnSpc>
              <a:spcBef>
                <a:spcPts val="80"/>
              </a:spcBef>
            </a:pP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(3)</a:t>
            </a:r>
            <a:r>
              <a:rPr dirty="0" sz="1300" spc="-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Context-specific </a:t>
            </a:r>
            <a:r>
              <a:rPr dirty="0" sz="1300">
                <a:solidFill>
                  <a:srgbClr val="173360"/>
                </a:solidFill>
                <a:latin typeface="Arial"/>
                <a:cs typeface="Arial"/>
              </a:rPr>
              <a:t>pricing</a:t>
            </a:r>
            <a:r>
              <a:rPr dirty="0" sz="1300" spc="-50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73360"/>
                </a:solidFill>
                <a:latin typeface="Arial"/>
                <a:cs typeface="Arial"/>
              </a:rPr>
              <a:t>engine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93948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개인화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추천 서비스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243318" y="4716526"/>
            <a:ext cx="4387850" cy="2691130"/>
          </a:xfrm>
          <a:custGeom>
            <a:avLst/>
            <a:gdLst/>
            <a:ahLst/>
            <a:cxnLst/>
            <a:rect l="l" t="t" r="r" b="b"/>
            <a:pathLst>
              <a:path w="4387850" h="2691129">
                <a:moveTo>
                  <a:pt x="0" y="113029"/>
                </a:moveTo>
                <a:lnTo>
                  <a:pt x="8893" y="69008"/>
                </a:lnTo>
                <a:lnTo>
                  <a:pt x="33147" y="33083"/>
                </a:lnTo>
                <a:lnTo>
                  <a:pt x="69115" y="8874"/>
                </a:lnTo>
                <a:lnTo>
                  <a:pt x="113156" y="0"/>
                </a:lnTo>
                <a:lnTo>
                  <a:pt x="4274692" y="0"/>
                </a:lnTo>
                <a:lnTo>
                  <a:pt x="4318734" y="8874"/>
                </a:lnTo>
                <a:lnTo>
                  <a:pt x="4354703" y="33083"/>
                </a:lnTo>
                <a:lnTo>
                  <a:pt x="4378956" y="69008"/>
                </a:lnTo>
                <a:lnTo>
                  <a:pt x="4387850" y="113029"/>
                </a:lnTo>
                <a:lnTo>
                  <a:pt x="4387850" y="2577846"/>
                </a:lnTo>
                <a:lnTo>
                  <a:pt x="4378956" y="2621887"/>
                </a:lnTo>
                <a:lnTo>
                  <a:pt x="4354703" y="2657856"/>
                </a:lnTo>
                <a:lnTo>
                  <a:pt x="4318734" y="2682109"/>
                </a:lnTo>
                <a:lnTo>
                  <a:pt x="4274692" y="2691003"/>
                </a:lnTo>
                <a:lnTo>
                  <a:pt x="113156" y="2691003"/>
                </a:lnTo>
                <a:lnTo>
                  <a:pt x="69115" y="2682109"/>
                </a:lnTo>
                <a:lnTo>
                  <a:pt x="33147" y="2657856"/>
                </a:lnTo>
                <a:lnTo>
                  <a:pt x="8893" y="2621887"/>
                </a:lnTo>
                <a:lnTo>
                  <a:pt x="0" y="2577846"/>
                </a:lnTo>
                <a:lnTo>
                  <a:pt x="0" y="113029"/>
                </a:lnTo>
                <a:close/>
              </a:path>
            </a:pathLst>
          </a:custGeom>
          <a:ln w="9525">
            <a:solidFill>
              <a:srgbClr val="0074A1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3428281" y="4711763"/>
            <a:ext cx="4168140" cy="2700655"/>
            <a:chOff x="13428281" y="4711763"/>
            <a:chExt cx="4168140" cy="2700655"/>
          </a:xfrm>
        </p:grpSpPr>
        <p:sp>
          <p:nvSpPr>
            <p:cNvPr id="4" name="object 4" descr=""/>
            <p:cNvSpPr/>
            <p:nvPr/>
          </p:nvSpPr>
          <p:spPr>
            <a:xfrm>
              <a:off x="13433043" y="4716526"/>
              <a:ext cx="4158615" cy="2691130"/>
            </a:xfrm>
            <a:custGeom>
              <a:avLst/>
              <a:gdLst/>
              <a:ahLst/>
              <a:cxnLst/>
              <a:rect l="l" t="t" r="r" b="b"/>
              <a:pathLst>
                <a:path w="4158615" h="2691129">
                  <a:moveTo>
                    <a:pt x="0" y="113029"/>
                  </a:moveTo>
                  <a:lnTo>
                    <a:pt x="8893" y="69008"/>
                  </a:lnTo>
                  <a:lnTo>
                    <a:pt x="33147" y="33083"/>
                  </a:lnTo>
                  <a:lnTo>
                    <a:pt x="69115" y="8874"/>
                  </a:lnTo>
                  <a:lnTo>
                    <a:pt x="113157" y="0"/>
                  </a:lnTo>
                  <a:lnTo>
                    <a:pt x="4044950" y="0"/>
                  </a:lnTo>
                  <a:lnTo>
                    <a:pt x="4088991" y="8874"/>
                  </a:lnTo>
                  <a:lnTo>
                    <a:pt x="4124959" y="33083"/>
                  </a:lnTo>
                  <a:lnTo>
                    <a:pt x="4149213" y="69008"/>
                  </a:lnTo>
                  <a:lnTo>
                    <a:pt x="4158107" y="113029"/>
                  </a:lnTo>
                  <a:lnTo>
                    <a:pt x="4158107" y="2577846"/>
                  </a:lnTo>
                  <a:lnTo>
                    <a:pt x="4149213" y="2621887"/>
                  </a:lnTo>
                  <a:lnTo>
                    <a:pt x="4124959" y="2657856"/>
                  </a:lnTo>
                  <a:lnTo>
                    <a:pt x="4088991" y="2682109"/>
                  </a:lnTo>
                  <a:lnTo>
                    <a:pt x="4044950" y="2691003"/>
                  </a:lnTo>
                  <a:lnTo>
                    <a:pt x="113157" y="2691003"/>
                  </a:lnTo>
                  <a:lnTo>
                    <a:pt x="69115" y="2682109"/>
                  </a:lnTo>
                  <a:lnTo>
                    <a:pt x="33147" y="2657856"/>
                  </a:lnTo>
                  <a:lnTo>
                    <a:pt x="8893" y="2621887"/>
                  </a:lnTo>
                  <a:lnTo>
                    <a:pt x="0" y="2577846"/>
                  </a:lnTo>
                  <a:lnTo>
                    <a:pt x="0" y="113029"/>
                  </a:lnTo>
                  <a:close/>
                </a:path>
              </a:pathLst>
            </a:custGeom>
            <a:ln w="9525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07239" y="6382867"/>
              <a:ext cx="1072246" cy="84596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15995" y="5891481"/>
              <a:ext cx="1251794" cy="52063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61792" y="5103253"/>
              <a:ext cx="1990090" cy="47839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49654" y="5077764"/>
              <a:ext cx="1177544" cy="40342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90294" y="6600469"/>
              <a:ext cx="1630680" cy="43888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27679" y="5867311"/>
              <a:ext cx="1527305" cy="37638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755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dirty="0" b="0">
                <a:solidFill>
                  <a:srgbClr val="173360"/>
                </a:solidFill>
                <a:latin typeface="Malgun Gothic"/>
                <a:cs typeface="Malgun Gothic"/>
              </a:rPr>
              <a:t>Messaging</a:t>
            </a:r>
            <a:r>
              <a:rPr dirty="0" spc="-1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173360"/>
                </a:solidFill>
                <a:latin typeface="Malgun Gothic"/>
                <a:cs typeface="Malgun Gothic"/>
              </a:rPr>
              <a:t>Modernization:</a:t>
            </a:r>
            <a:r>
              <a:rPr dirty="0" spc="-4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173360"/>
                </a:solidFill>
                <a:latin typeface="Malgun Gothic"/>
                <a:cs typeface="Malgun Gothic"/>
              </a:rPr>
              <a:t>현재의</a:t>
            </a:r>
            <a:r>
              <a:rPr dirty="0" spc="-1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173360"/>
                </a:solidFill>
                <a:latin typeface="Malgun Gothic"/>
                <a:cs typeface="Malgun Gothic"/>
              </a:rPr>
              <a:t>메시징</a:t>
            </a:r>
            <a:r>
              <a:rPr dirty="0" spc="-2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173360"/>
                </a:solidFill>
                <a:latin typeface="Malgun Gothic"/>
                <a:cs typeface="Malgun Gothic"/>
              </a:rPr>
              <a:t>접근</a:t>
            </a:r>
            <a:r>
              <a:rPr dirty="0" spc="-2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pc="-25" b="0">
                <a:solidFill>
                  <a:srgbClr val="173360"/>
                </a:solidFill>
                <a:latin typeface="Malgun Gothic"/>
                <a:cs typeface="Malgun Gothic"/>
              </a:rPr>
              <a:t>방법</a:t>
            </a:r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19648" y="6195715"/>
            <a:ext cx="1876396" cy="47032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18438" y="5328882"/>
            <a:ext cx="1707625" cy="23752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52710" y="5231391"/>
            <a:ext cx="1745260" cy="427122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87583" y="6195644"/>
            <a:ext cx="571296" cy="571296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3651484" y="4158233"/>
            <a:ext cx="370712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20" b="1">
                <a:solidFill>
                  <a:srgbClr val="0074A1"/>
                </a:solidFill>
                <a:latin typeface="Calibri"/>
                <a:cs typeface="Calibri"/>
              </a:rPr>
              <a:t>Third</a:t>
            </a:r>
            <a:r>
              <a:rPr dirty="0" sz="2000" spc="12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45" b="1">
                <a:solidFill>
                  <a:srgbClr val="0074A1"/>
                </a:solidFill>
                <a:latin typeface="Calibri"/>
                <a:cs typeface="Calibri"/>
              </a:rPr>
              <a:t>Party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309229" y="4167885"/>
            <a:ext cx="22574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25" b="1">
                <a:solidFill>
                  <a:srgbClr val="0074A1"/>
                </a:solidFill>
                <a:latin typeface="Calibri"/>
                <a:cs typeface="Calibri"/>
              </a:rPr>
              <a:t>Integration</a:t>
            </a:r>
            <a:r>
              <a:rPr dirty="0" sz="2000" spc="13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185" b="1">
                <a:solidFill>
                  <a:srgbClr val="0074A1"/>
                </a:solidFill>
                <a:latin typeface="Calibri"/>
                <a:cs typeface="Calibri"/>
              </a:rPr>
              <a:t>layer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714860" y="5924041"/>
            <a:ext cx="1597152" cy="45542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714860" y="5357621"/>
            <a:ext cx="1597152" cy="455422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28055" y="5924041"/>
            <a:ext cx="1597278" cy="455422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28055" y="5357621"/>
            <a:ext cx="1597278" cy="455422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710437" y="4701984"/>
            <a:ext cx="4735830" cy="2700655"/>
            <a:chOff x="710437" y="4701984"/>
            <a:chExt cx="4735830" cy="2700655"/>
          </a:xfrm>
        </p:grpSpPr>
        <p:sp>
          <p:nvSpPr>
            <p:cNvPr id="23" name="object 23" descr=""/>
            <p:cNvSpPr/>
            <p:nvPr/>
          </p:nvSpPr>
          <p:spPr>
            <a:xfrm>
              <a:off x="715200" y="4706746"/>
              <a:ext cx="4726305" cy="2691130"/>
            </a:xfrm>
            <a:custGeom>
              <a:avLst/>
              <a:gdLst/>
              <a:ahLst/>
              <a:cxnLst/>
              <a:rect l="l" t="t" r="r" b="b"/>
              <a:pathLst>
                <a:path w="4726305" h="2691129">
                  <a:moveTo>
                    <a:pt x="0" y="113029"/>
                  </a:moveTo>
                  <a:lnTo>
                    <a:pt x="8885" y="69008"/>
                  </a:lnTo>
                  <a:lnTo>
                    <a:pt x="33116" y="33083"/>
                  </a:lnTo>
                  <a:lnTo>
                    <a:pt x="69056" y="8874"/>
                  </a:lnTo>
                  <a:lnTo>
                    <a:pt x="113068" y="0"/>
                  </a:lnTo>
                  <a:lnTo>
                    <a:pt x="4613084" y="0"/>
                  </a:lnTo>
                  <a:lnTo>
                    <a:pt x="4657125" y="8874"/>
                  </a:lnTo>
                  <a:lnTo>
                    <a:pt x="4693094" y="33083"/>
                  </a:lnTo>
                  <a:lnTo>
                    <a:pt x="4717347" y="69008"/>
                  </a:lnTo>
                  <a:lnTo>
                    <a:pt x="4726241" y="113029"/>
                  </a:lnTo>
                  <a:lnTo>
                    <a:pt x="4726241" y="2577846"/>
                  </a:lnTo>
                  <a:lnTo>
                    <a:pt x="4717347" y="2621887"/>
                  </a:lnTo>
                  <a:lnTo>
                    <a:pt x="4693094" y="2657856"/>
                  </a:lnTo>
                  <a:lnTo>
                    <a:pt x="4657125" y="2682109"/>
                  </a:lnTo>
                  <a:lnTo>
                    <a:pt x="4613084" y="2691003"/>
                  </a:lnTo>
                  <a:lnTo>
                    <a:pt x="113068" y="2691003"/>
                  </a:lnTo>
                  <a:lnTo>
                    <a:pt x="69056" y="2682109"/>
                  </a:lnTo>
                  <a:lnTo>
                    <a:pt x="33116" y="2657856"/>
                  </a:lnTo>
                  <a:lnTo>
                    <a:pt x="8885" y="2621887"/>
                  </a:lnTo>
                  <a:lnTo>
                    <a:pt x="0" y="2577846"/>
                  </a:lnTo>
                  <a:lnTo>
                    <a:pt x="0" y="113029"/>
                  </a:lnTo>
                  <a:close/>
                </a:path>
              </a:pathLst>
            </a:custGeom>
            <a:ln w="9524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0676" y="6439344"/>
              <a:ext cx="1703197" cy="52495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76396" y="5914338"/>
              <a:ext cx="1854327" cy="22230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1391" y="4971186"/>
              <a:ext cx="1373738" cy="46142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7955" y="5766250"/>
              <a:ext cx="1597025" cy="38731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11881" y="5053863"/>
              <a:ext cx="900811" cy="39215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15122" y="4908333"/>
              <a:ext cx="1213848" cy="61597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53942" y="6590740"/>
              <a:ext cx="1676654" cy="222300"/>
            </a:xfrm>
            <a:prstGeom prst="rect">
              <a:avLst/>
            </a:prstGeom>
          </p:spPr>
        </p:pic>
      </p:grpSp>
      <p:pic>
        <p:nvPicPr>
          <p:cNvPr id="31" name="object 3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834513" y="7547991"/>
            <a:ext cx="455422" cy="87477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850642" y="3165094"/>
            <a:ext cx="455421" cy="874776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1985898" y="2781046"/>
            <a:ext cx="21532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14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66469" y="4158233"/>
            <a:ext cx="31330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75" b="1">
                <a:solidFill>
                  <a:srgbClr val="0074A1"/>
                </a:solidFill>
                <a:latin typeface="Calibri"/>
                <a:cs typeface="Calibri"/>
              </a:rPr>
              <a:t>Messaging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45" b="1">
                <a:solidFill>
                  <a:srgbClr val="0074A1"/>
                </a:solidFill>
                <a:latin typeface="Calibri"/>
                <a:cs typeface="Calibri"/>
              </a:rPr>
              <a:t>middleware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86811" y="1975611"/>
            <a:ext cx="750697" cy="751204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686811" y="8520417"/>
            <a:ext cx="750697" cy="751217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2072385" y="9420165"/>
            <a:ext cx="2011045" cy="3359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000" spc="260" b="1">
                <a:solidFill>
                  <a:srgbClr val="0074A1"/>
                </a:solidFill>
                <a:latin typeface="Calibri"/>
                <a:cs typeface="Calibri"/>
              </a:rPr>
              <a:t>Producer</a:t>
            </a:r>
            <a:r>
              <a:rPr dirty="0" sz="2000" spc="12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768" y="606678"/>
            <a:ext cx="14830425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1968500" algn="l"/>
              </a:tabLst>
            </a:pP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Step</a:t>
            </a:r>
            <a:r>
              <a:rPr dirty="0" sz="4000" spc="-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spc="-25" b="0">
                <a:solidFill>
                  <a:srgbClr val="173360"/>
                </a:solidFill>
                <a:latin typeface="Malgun Gothic"/>
                <a:cs typeface="Malgun Gothic"/>
              </a:rPr>
              <a:t>1: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4000" spc="-10" b="0">
                <a:solidFill>
                  <a:srgbClr val="173360"/>
                </a:solidFill>
                <a:latin typeface="Malgun Gothic"/>
                <a:cs typeface="Malgun Gothic"/>
              </a:rPr>
              <a:t>pre-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built</a:t>
            </a:r>
            <a:r>
              <a:rPr dirty="0" sz="4000" spc="-19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connectors를</a:t>
            </a:r>
            <a:r>
              <a:rPr dirty="0" sz="4000" spc="-18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사용하여</a:t>
            </a:r>
            <a:r>
              <a:rPr dirty="0" sz="4000" spc="-16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애플리케이션의</a:t>
            </a:r>
            <a:r>
              <a:rPr dirty="0" sz="4000" spc="-16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spc="-25" b="0">
                <a:solidFill>
                  <a:srgbClr val="173360"/>
                </a:solidFill>
                <a:latin typeface="Malgun Gothic"/>
                <a:cs typeface="Malgun Gothic"/>
              </a:rPr>
              <a:t>데이터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통합</a:t>
            </a:r>
            <a:r>
              <a:rPr dirty="0" sz="4000" spc="-7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spc="-25" b="0">
                <a:solidFill>
                  <a:srgbClr val="173360"/>
                </a:solidFill>
                <a:latin typeface="Malgun Gothic"/>
                <a:cs typeface="Malgun Gothic"/>
              </a:rPr>
              <a:t>시작</a:t>
            </a:r>
            <a:endParaRPr sz="4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856219" y="2146173"/>
            <a:ext cx="3592829" cy="7386320"/>
          </a:xfrm>
          <a:custGeom>
            <a:avLst/>
            <a:gdLst/>
            <a:ahLst/>
            <a:cxnLst/>
            <a:rect l="l" t="t" r="r" b="b"/>
            <a:pathLst>
              <a:path w="3592829" h="7386320">
                <a:moveTo>
                  <a:pt x="3459733" y="0"/>
                </a:moveTo>
                <a:lnTo>
                  <a:pt x="132969" y="0"/>
                </a:lnTo>
                <a:lnTo>
                  <a:pt x="90952" y="6782"/>
                </a:lnTo>
                <a:lnTo>
                  <a:pt x="54452" y="25672"/>
                </a:lnTo>
                <a:lnTo>
                  <a:pt x="25664" y="54479"/>
                </a:lnTo>
                <a:lnTo>
                  <a:pt x="6781" y="91017"/>
                </a:lnTo>
                <a:lnTo>
                  <a:pt x="0" y="133096"/>
                </a:lnTo>
                <a:lnTo>
                  <a:pt x="0" y="7252944"/>
                </a:lnTo>
                <a:lnTo>
                  <a:pt x="6781" y="7295012"/>
                </a:lnTo>
                <a:lnTo>
                  <a:pt x="25664" y="7331545"/>
                </a:lnTo>
                <a:lnTo>
                  <a:pt x="54452" y="7360352"/>
                </a:lnTo>
                <a:lnTo>
                  <a:pt x="90952" y="7379243"/>
                </a:lnTo>
                <a:lnTo>
                  <a:pt x="132969" y="7386027"/>
                </a:lnTo>
                <a:lnTo>
                  <a:pt x="3459733" y="7386027"/>
                </a:lnTo>
                <a:lnTo>
                  <a:pt x="3501750" y="7379243"/>
                </a:lnTo>
                <a:lnTo>
                  <a:pt x="3538250" y="7360352"/>
                </a:lnTo>
                <a:lnTo>
                  <a:pt x="3567038" y="7331545"/>
                </a:lnTo>
                <a:lnTo>
                  <a:pt x="3585921" y="7295012"/>
                </a:lnTo>
                <a:lnTo>
                  <a:pt x="3592703" y="7252944"/>
                </a:lnTo>
                <a:lnTo>
                  <a:pt x="3592703" y="133096"/>
                </a:lnTo>
                <a:lnTo>
                  <a:pt x="3585921" y="91017"/>
                </a:lnTo>
                <a:lnTo>
                  <a:pt x="3567038" y="54479"/>
                </a:lnTo>
                <a:lnTo>
                  <a:pt x="3538250" y="25672"/>
                </a:lnTo>
                <a:lnTo>
                  <a:pt x="3501750" y="6782"/>
                </a:lnTo>
                <a:lnTo>
                  <a:pt x="3459733" y="0"/>
                </a:lnTo>
                <a:close/>
              </a:path>
            </a:pathLst>
          </a:custGeom>
          <a:solidFill>
            <a:srgbClr val="E6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503411" y="4325492"/>
            <a:ext cx="22802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15" b="1">
                <a:solidFill>
                  <a:srgbClr val="0074A1"/>
                </a:solidFill>
                <a:latin typeface="Calibri"/>
                <a:cs typeface="Calibri"/>
              </a:rPr>
              <a:t>Schema</a:t>
            </a:r>
            <a:r>
              <a:rPr dirty="0" sz="2000" spc="12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35" b="1">
                <a:solidFill>
                  <a:srgbClr val="0074A1"/>
                </a:solidFill>
                <a:latin typeface="Calibri"/>
                <a:cs typeface="Calibri"/>
              </a:rPr>
              <a:t>Registry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430641" y="2311311"/>
            <a:ext cx="2640965" cy="6983730"/>
            <a:chOff x="8430641" y="2311311"/>
            <a:chExt cx="2640965" cy="69837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23248" y="3416172"/>
              <a:ext cx="750697" cy="75069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13672" y="6964337"/>
              <a:ext cx="604304" cy="83816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5011" y="2311311"/>
              <a:ext cx="838796" cy="83879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6131" y="8455875"/>
              <a:ext cx="838796" cy="83879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648446" y="5389244"/>
              <a:ext cx="804545" cy="803910"/>
            </a:xfrm>
            <a:custGeom>
              <a:avLst/>
              <a:gdLst/>
              <a:ahLst/>
              <a:cxnLst/>
              <a:rect l="l" t="t" r="r" b="b"/>
              <a:pathLst>
                <a:path w="804545" h="803910">
                  <a:moveTo>
                    <a:pt x="648716" y="393446"/>
                  </a:moveTo>
                  <a:lnTo>
                    <a:pt x="633183" y="392404"/>
                  </a:lnTo>
                  <a:lnTo>
                    <a:pt x="586994" y="390271"/>
                  </a:lnTo>
                  <a:lnTo>
                    <a:pt x="502119" y="388112"/>
                  </a:lnTo>
                  <a:lnTo>
                    <a:pt x="504761" y="388112"/>
                  </a:lnTo>
                  <a:lnTo>
                    <a:pt x="416814" y="387096"/>
                  </a:lnTo>
                  <a:lnTo>
                    <a:pt x="416750" y="361061"/>
                  </a:lnTo>
                  <a:lnTo>
                    <a:pt x="416699" y="340868"/>
                  </a:lnTo>
                  <a:lnTo>
                    <a:pt x="416648" y="329692"/>
                  </a:lnTo>
                  <a:lnTo>
                    <a:pt x="416534" y="320040"/>
                  </a:lnTo>
                  <a:lnTo>
                    <a:pt x="416420" y="309753"/>
                  </a:lnTo>
                  <a:lnTo>
                    <a:pt x="416344" y="304419"/>
                  </a:lnTo>
                  <a:lnTo>
                    <a:pt x="415886" y="283337"/>
                  </a:lnTo>
                  <a:lnTo>
                    <a:pt x="415798" y="279146"/>
                  </a:lnTo>
                  <a:lnTo>
                    <a:pt x="414261" y="221742"/>
                  </a:lnTo>
                  <a:lnTo>
                    <a:pt x="414147" y="217424"/>
                  </a:lnTo>
                  <a:lnTo>
                    <a:pt x="410972" y="156337"/>
                  </a:lnTo>
                  <a:lnTo>
                    <a:pt x="393446" y="156337"/>
                  </a:lnTo>
                  <a:lnTo>
                    <a:pt x="392391" y="171564"/>
                  </a:lnTo>
                  <a:lnTo>
                    <a:pt x="390271" y="217424"/>
                  </a:lnTo>
                  <a:lnTo>
                    <a:pt x="388620" y="279146"/>
                  </a:lnTo>
                  <a:lnTo>
                    <a:pt x="388112" y="329692"/>
                  </a:lnTo>
                  <a:lnTo>
                    <a:pt x="383019" y="318096"/>
                  </a:lnTo>
                  <a:lnTo>
                    <a:pt x="342392" y="227076"/>
                  </a:lnTo>
                  <a:lnTo>
                    <a:pt x="323024" y="185470"/>
                  </a:lnTo>
                  <a:lnTo>
                    <a:pt x="316357" y="171704"/>
                  </a:lnTo>
                  <a:lnTo>
                    <a:pt x="300355" y="178054"/>
                  </a:lnTo>
                  <a:lnTo>
                    <a:pt x="305358" y="192735"/>
                  </a:lnTo>
                  <a:lnTo>
                    <a:pt x="310578" y="207264"/>
                  </a:lnTo>
                  <a:lnTo>
                    <a:pt x="321183" y="236093"/>
                  </a:lnTo>
                  <a:lnTo>
                    <a:pt x="342900" y="293497"/>
                  </a:lnTo>
                  <a:lnTo>
                    <a:pt x="347370" y="305473"/>
                  </a:lnTo>
                  <a:lnTo>
                    <a:pt x="351993" y="317373"/>
                  </a:lnTo>
                  <a:lnTo>
                    <a:pt x="356730" y="329184"/>
                  </a:lnTo>
                  <a:lnTo>
                    <a:pt x="361569" y="340868"/>
                  </a:lnTo>
                  <a:lnTo>
                    <a:pt x="352425" y="332041"/>
                  </a:lnTo>
                  <a:lnTo>
                    <a:pt x="334429" y="314464"/>
                  </a:lnTo>
                  <a:lnTo>
                    <a:pt x="325374" y="305689"/>
                  </a:lnTo>
                  <a:lnTo>
                    <a:pt x="280670" y="263144"/>
                  </a:lnTo>
                  <a:lnTo>
                    <a:pt x="234950" y="221742"/>
                  </a:lnTo>
                  <a:lnTo>
                    <a:pt x="222758" y="233934"/>
                  </a:lnTo>
                  <a:lnTo>
                    <a:pt x="232905" y="245668"/>
                  </a:lnTo>
                  <a:lnTo>
                    <a:pt x="253555" y="268287"/>
                  </a:lnTo>
                  <a:lnTo>
                    <a:pt x="263652" y="279654"/>
                  </a:lnTo>
                  <a:lnTo>
                    <a:pt x="341376" y="361061"/>
                  </a:lnTo>
                  <a:lnTo>
                    <a:pt x="317944" y="351497"/>
                  </a:lnTo>
                  <a:lnTo>
                    <a:pt x="306184" y="346875"/>
                  </a:lnTo>
                  <a:lnTo>
                    <a:pt x="237109" y="320040"/>
                  </a:lnTo>
                  <a:lnTo>
                    <a:pt x="193509" y="304723"/>
                  </a:lnTo>
                  <a:lnTo>
                    <a:pt x="179197" y="299847"/>
                  </a:lnTo>
                  <a:lnTo>
                    <a:pt x="172212" y="315849"/>
                  </a:lnTo>
                  <a:lnTo>
                    <a:pt x="186182" y="322529"/>
                  </a:lnTo>
                  <a:lnTo>
                    <a:pt x="228092" y="341884"/>
                  </a:lnTo>
                  <a:lnTo>
                    <a:pt x="318592" y="382231"/>
                  </a:lnTo>
                  <a:lnTo>
                    <a:pt x="330200" y="387096"/>
                  </a:lnTo>
                  <a:lnTo>
                    <a:pt x="217932" y="389763"/>
                  </a:lnTo>
                  <a:lnTo>
                    <a:pt x="172059" y="391896"/>
                  </a:lnTo>
                  <a:lnTo>
                    <a:pt x="156845" y="392938"/>
                  </a:lnTo>
                  <a:lnTo>
                    <a:pt x="156845" y="409956"/>
                  </a:lnTo>
                  <a:lnTo>
                    <a:pt x="172059" y="410959"/>
                  </a:lnTo>
                  <a:lnTo>
                    <a:pt x="189826" y="411861"/>
                  </a:lnTo>
                  <a:lnTo>
                    <a:pt x="190169" y="411861"/>
                  </a:lnTo>
                  <a:lnTo>
                    <a:pt x="217932" y="413131"/>
                  </a:lnTo>
                  <a:lnTo>
                    <a:pt x="279654" y="415290"/>
                  </a:lnTo>
                  <a:lnTo>
                    <a:pt x="306768" y="415886"/>
                  </a:lnTo>
                  <a:lnTo>
                    <a:pt x="345287" y="416306"/>
                  </a:lnTo>
                  <a:lnTo>
                    <a:pt x="388112" y="416306"/>
                  </a:lnTo>
                  <a:lnTo>
                    <a:pt x="388124" y="430999"/>
                  </a:lnTo>
                  <a:lnTo>
                    <a:pt x="388239" y="460184"/>
                  </a:lnTo>
                  <a:lnTo>
                    <a:pt x="388353" y="472694"/>
                  </a:lnTo>
                  <a:lnTo>
                    <a:pt x="388467" y="479044"/>
                  </a:lnTo>
                  <a:lnTo>
                    <a:pt x="388581" y="485673"/>
                  </a:lnTo>
                  <a:lnTo>
                    <a:pt x="388708" y="492556"/>
                  </a:lnTo>
                  <a:lnTo>
                    <a:pt x="388835" y="498475"/>
                  </a:lnTo>
                  <a:lnTo>
                    <a:pt x="389737" y="523748"/>
                  </a:lnTo>
                  <a:lnTo>
                    <a:pt x="391033" y="575818"/>
                  </a:lnTo>
                  <a:lnTo>
                    <a:pt x="391147" y="580644"/>
                  </a:lnTo>
                  <a:lnTo>
                    <a:pt x="391185" y="582002"/>
                  </a:lnTo>
                  <a:lnTo>
                    <a:pt x="391287" y="585978"/>
                  </a:lnTo>
                  <a:lnTo>
                    <a:pt x="392049" y="601218"/>
                  </a:lnTo>
                  <a:lnTo>
                    <a:pt x="392722" y="616585"/>
                  </a:lnTo>
                  <a:lnTo>
                    <a:pt x="393458" y="631698"/>
                  </a:lnTo>
                  <a:lnTo>
                    <a:pt x="394462" y="647573"/>
                  </a:lnTo>
                  <a:lnTo>
                    <a:pt x="410464" y="647573"/>
                  </a:lnTo>
                  <a:lnTo>
                    <a:pt x="411454" y="632066"/>
                  </a:lnTo>
                  <a:lnTo>
                    <a:pt x="412165" y="617931"/>
                  </a:lnTo>
                  <a:lnTo>
                    <a:pt x="413639" y="585978"/>
                  </a:lnTo>
                  <a:lnTo>
                    <a:pt x="415290" y="524256"/>
                  </a:lnTo>
                  <a:lnTo>
                    <a:pt x="415874" y="511416"/>
                  </a:lnTo>
                  <a:lnTo>
                    <a:pt x="416077" y="502412"/>
                  </a:lnTo>
                  <a:lnTo>
                    <a:pt x="416204" y="492556"/>
                  </a:lnTo>
                  <a:lnTo>
                    <a:pt x="416306" y="472694"/>
                  </a:lnTo>
                  <a:lnTo>
                    <a:pt x="421474" y="484606"/>
                  </a:lnTo>
                  <a:lnTo>
                    <a:pt x="427253" y="497560"/>
                  </a:lnTo>
                  <a:lnTo>
                    <a:pt x="432054" y="508165"/>
                  </a:lnTo>
                  <a:lnTo>
                    <a:pt x="437515" y="520065"/>
                  </a:lnTo>
                  <a:lnTo>
                    <a:pt x="462534" y="575818"/>
                  </a:lnTo>
                  <a:lnTo>
                    <a:pt x="469214" y="589876"/>
                  </a:lnTo>
                  <a:lnTo>
                    <a:pt x="475792" y="603948"/>
                  </a:lnTo>
                  <a:lnTo>
                    <a:pt x="482384" y="617931"/>
                  </a:lnTo>
                  <a:lnTo>
                    <a:pt x="489077" y="631698"/>
                  </a:lnTo>
                  <a:lnTo>
                    <a:pt x="503555" y="625856"/>
                  </a:lnTo>
                  <a:lnTo>
                    <a:pt x="498627" y="611174"/>
                  </a:lnTo>
                  <a:lnTo>
                    <a:pt x="493585" y="596582"/>
                  </a:lnTo>
                  <a:lnTo>
                    <a:pt x="488442" y="582002"/>
                  </a:lnTo>
                  <a:lnTo>
                    <a:pt x="483235" y="567309"/>
                  </a:lnTo>
                  <a:lnTo>
                    <a:pt x="461518" y="509905"/>
                  </a:lnTo>
                  <a:lnTo>
                    <a:pt x="457022" y="497827"/>
                  </a:lnTo>
                  <a:lnTo>
                    <a:pt x="452374" y="485673"/>
                  </a:lnTo>
                  <a:lnTo>
                    <a:pt x="447281" y="472694"/>
                  </a:lnTo>
                  <a:lnTo>
                    <a:pt x="442849" y="461518"/>
                  </a:lnTo>
                  <a:lnTo>
                    <a:pt x="461302" y="479767"/>
                  </a:lnTo>
                  <a:lnTo>
                    <a:pt x="470611" y="488797"/>
                  </a:lnTo>
                  <a:lnTo>
                    <a:pt x="524764" y="539623"/>
                  </a:lnTo>
                  <a:lnTo>
                    <a:pt x="559028" y="570560"/>
                  </a:lnTo>
                  <a:lnTo>
                    <a:pt x="570484" y="580644"/>
                  </a:lnTo>
                  <a:lnTo>
                    <a:pt x="581660" y="569468"/>
                  </a:lnTo>
                  <a:lnTo>
                    <a:pt x="540766" y="523748"/>
                  </a:lnTo>
                  <a:lnTo>
                    <a:pt x="489851" y="469582"/>
                  </a:lnTo>
                  <a:lnTo>
                    <a:pt x="462534" y="441325"/>
                  </a:lnTo>
                  <a:lnTo>
                    <a:pt x="498983" y="455828"/>
                  </a:lnTo>
                  <a:lnTo>
                    <a:pt x="568325" y="482219"/>
                  </a:lnTo>
                  <a:lnTo>
                    <a:pt x="612178" y="497560"/>
                  </a:lnTo>
                  <a:lnTo>
                    <a:pt x="626872" y="502412"/>
                  </a:lnTo>
                  <a:lnTo>
                    <a:pt x="632714" y="488061"/>
                  </a:lnTo>
                  <a:lnTo>
                    <a:pt x="618998" y="481380"/>
                  </a:lnTo>
                  <a:lnTo>
                    <a:pt x="591172" y="468210"/>
                  </a:lnTo>
                  <a:lnTo>
                    <a:pt x="577469" y="461518"/>
                  </a:lnTo>
                  <a:lnTo>
                    <a:pt x="531952" y="441325"/>
                  </a:lnTo>
                  <a:lnTo>
                    <a:pt x="521081" y="436499"/>
                  </a:lnTo>
                  <a:lnTo>
                    <a:pt x="509295" y="430999"/>
                  </a:lnTo>
                  <a:lnTo>
                    <a:pt x="473710" y="415290"/>
                  </a:lnTo>
                  <a:lnTo>
                    <a:pt x="494042" y="415290"/>
                  </a:lnTo>
                  <a:lnTo>
                    <a:pt x="512686" y="414820"/>
                  </a:lnTo>
                  <a:lnTo>
                    <a:pt x="525907" y="414147"/>
                  </a:lnTo>
                  <a:lnTo>
                    <a:pt x="586994" y="412623"/>
                  </a:lnTo>
                  <a:lnTo>
                    <a:pt x="633183" y="410438"/>
                  </a:lnTo>
                  <a:lnTo>
                    <a:pt x="648716" y="409448"/>
                  </a:lnTo>
                  <a:lnTo>
                    <a:pt x="648716" y="393446"/>
                  </a:lnTo>
                  <a:close/>
                </a:path>
                <a:path w="804545" h="803910">
                  <a:moveTo>
                    <a:pt x="804418" y="401955"/>
                  </a:moveTo>
                  <a:lnTo>
                    <a:pt x="801700" y="355130"/>
                  </a:lnTo>
                  <a:lnTo>
                    <a:pt x="793788" y="309880"/>
                  </a:lnTo>
                  <a:lnTo>
                    <a:pt x="780948" y="266496"/>
                  </a:lnTo>
                  <a:lnTo>
                    <a:pt x="766699" y="232841"/>
                  </a:lnTo>
                  <a:lnTo>
                    <a:pt x="766699" y="401955"/>
                  </a:lnTo>
                  <a:lnTo>
                    <a:pt x="763371" y="451370"/>
                  </a:lnTo>
                  <a:lnTo>
                    <a:pt x="753668" y="498779"/>
                  </a:lnTo>
                  <a:lnTo>
                    <a:pt x="738047" y="543763"/>
                  </a:lnTo>
                  <a:lnTo>
                    <a:pt x="716940" y="585876"/>
                  </a:lnTo>
                  <a:lnTo>
                    <a:pt x="690765" y="624674"/>
                  </a:lnTo>
                  <a:lnTo>
                    <a:pt x="659968" y="659726"/>
                  </a:lnTo>
                  <a:lnTo>
                    <a:pt x="624979" y="690587"/>
                  </a:lnTo>
                  <a:lnTo>
                    <a:pt x="586244" y="716813"/>
                  </a:lnTo>
                  <a:lnTo>
                    <a:pt x="544182" y="737984"/>
                  </a:lnTo>
                  <a:lnTo>
                    <a:pt x="499237" y="753643"/>
                  </a:lnTo>
                  <a:lnTo>
                    <a:pt x="451853" y="763371"/>
                  </a:lnTo>
                  <a:lnTo>
                    <a:pt x="402463" y="766699"/>
                  </a:lnTo>
                  <a:lnTo>
                    <a:pt x="352945" y="763371"/>
                  </a:lnTo>
                  <a:lnTo>
                    <a:pt x="305460" y="753643"/>
                  </a:lnTo>
                  <a:lnTo>
                    <a:pt x="260438" y="737984"/>
                  </a:lnTo>
                  <a:lnTo>
                    <a:pt x="218313" y="716813"/>
                  </a:lnTo>
                  <a:lnTo>
                    <a:pt x="179527" y="690587"/>
                  </a:lnTo>
                  <a:lnTo>
                    <a:pt x="144500" y="659726"/>
                  </a:lnTo>
                  <a:lnTo>
                    <a:pt x="113677" y="624674"/>
                  </a:lnTo>
                  <a:lnTo>
                    <a:pt x="87490" y="585876"/>
                  </a:lnTo>
                  <a:lnTo>
                    <a:pt x="66357" y="543763"/>
                  </a:lnTo>
                  <a:lnTo>
                    <a:pt x="50736" y="498779"/>
                  </a:lnTo>
                  <a:lnTo>
                    <a:pt x="41046" y="451370"/>
                  </a:lnTo>
                  <a:lnTo>
                    <a:pt x="37719" y="401955"/>
                  </a:lnTo>
                  <a:lnTo>
                    <a:pt x="41046" y="352552"/>
                  </a:lnTo>
                  <a:lnTo>
                    <a:pt x="50736" y="305142"/>
                  </a:lnTo>
                  <a:lnTo>
                    <a:pt x="66357" y="260159"/>
                  </a:lnTo>
                  <a:lnTo>
                    <a:pt x="87490" y="218046"/>
                  </a:lnTo>
                  <a:lnTo>
                    <a:pt x="113677" y="179247"/>
                  </a:lnTo>
                  <a:lnTo>
                    <a:pt x="144500" y="144195"/>
                  </a:lnTo>
                  <a:lnTo>
                    <a:pt x="179527" y="113334"/>
                  </a:lnTo>
                  <a:lnTo>
                    <a:pt x="218313" y="87109"/>
                  </a:lnTo>
                  <a:lnTo>
                    <a:pt x="260438" y="65938"/>
                  </a:lnTo>
                  <a:lnTo>
                    <a:pt x="305460" y="50279"/>
                  </a:lnTo>
                  <a:lnTo>
                    <a:pt x="352945" y="40551"/>
                  </a:lnTo>
                  <a:lnTo>
                    <a:pt x="402463" y="37211"/>
                  </a:lnTo>
                  <a:lnTo>
                    <a:pt x="451853" y="40551"/>
                  </a:lnTo>
                  <a:lnTo>
                    <a:pt x="499237" y="50279"/>
                  </a:lnTo>
                  <a:lnTo>
                    <a:pt x="544182" y="65938"/>
                  </a:lnTo>
                  <a:lnTo>
                    <a:pt x="586244" y="87109"/>
                  </a:lnTo>
                  <a:lnTo>
                    <a:pt x="624979" y="113334"/>
                  </a:lnTo>
                  <a:lnTo>
                    <a:pt x="659968" y="144195"/>
                  </a:lnTo>
                  <a:lnTo>
                    <a:pt x="690765" y="179247"/>
                  </a:lnTo>
                  <a:lnTo>
                    <a:pt x="716940" y="218046"/>
                  </a:lnTo>
                  <a:lnTo>
                    <a:pt x="738047" y="260159"/>
                  </a:lnTo>
                  <a:lnTo>
                    <a:pt x="753668" y="305142"/>
                  </a:lnTo>
                  <a:lnTo>
                    <a:pt x="763371" y="352552"/>
                  </a:lnTo>
                  <a:lnTo>
                    <a:pt x="766699" y="401955"/>
                  </a:lnTo>
                  <a:lnTo>
                    <a:pt x="766699" y="232841"/>
                  </a:lnTo>
                  <a:lnTo>
                    <a:pt x="741768" y="186588"/>
                  </a:lnTo>
                  <a:lnTo>
                    <a:pt x="716026" y="150660"/>
                  </a:lnTo>
                  <a:lnTo>
                    <a:pt x="686587" y="117830"/>
                  </a:lnTo>
                  <a:lnTo>
                    <a:pt x="653757" y="88392"/>
                  </a:lnTo>
                  <a:lnTo>
                    <a:pt x="617829" y="62649"/>
                  </a:lnTo>
                  <a:lnTo>
                    <a:pt x="579120" y="40906"/>
                  </a:lnTo>
                  <a:lnTo>
                    <a:pt x="537921" y="23469"/>
                  </a:lnTo>
                  <a:lnTo>
                    <a:pt x="494538" y="10629"/>
                  </a:lnTo>
                  <a:lnTo>
                    <a:pt x="449287" y="2717"/>
                  </a:lnTo>
                  <a:lnTo>
                    <a:pt x="402463" y="0"/>
                  </a:lnTo>
                  <a:lnTo>
                    <a:pt x="355625" y="2717"/>
                  </a:lnTo>
                  <a:lnTo>
                    <a:pt x="310337" y="10629"/>
                  </a:lnTo>
                  <a:lnTo>
                    <a:pt x="266928" y="23469"/>
                  </a:lnTo>
                  <a:lnTo>
                    <a:pt x="225691" y="40906"/>
                  </a:lnTo>
                  <a:lnTo>
                    <a:pt x="186931" y="62649"/>
                  </a:lnTo>
                  <a:lnTo>
                    <a:pt x="150964" y="88392"/>
                  </a:lnTo>
                  <a:lnTo>
                    <a:pt x="118071" y="117830"/>
                  </a:lnTo>
                  <a:lnTo>
                    <a:pt x="88582" y="150660"/>
                  </a:lnTo>
                  <a:lnTo>
                    <a:pt x="62788" y="186588"/>
                  </a:lnTo>
                  <a:lnTo>
                    <a:pt x="40995" y="225298"/>
                  </a:lnTo>
                  <a:lnTo>
                    <a:pt x="23520" y="266496"/>
                  </a:lnTo>
                  <a:lnTo>
                    <a:pt x="10655" y="309880"/>
                  </a:lnTo>
                  <a:lnTo>
                    <a:pt x="2705" y="355130"/>
                  </a:lnTo>
                  <a:lnTo>
                    <a:pt x="0" y="401955"/>
                  </a:lnTo>
                  <a:lnTo>
                    <a:pt x="2705" y="448792"/>
                  </a:lnTo>
                  <a:lnTo>
                    <a:pt x="10655" y="494042"/>
                  </a:lnTo>
                  <a:lnTo>
                    <a:pt x="23520" y="537425"/>
                  </a:lnTo>
                  <a:lnTo>
                    <a:pt x="40995" y="578624"/>
                  </a:lnTo>
                  <a:lnTo>
                    <a:pt x="62788" y="617334"/>
                  </a:lnTo>
                  <a:lnTo>
                    <a:pt x="88582" y="653262"/>
                  </a:lnTo>
                  <a:lnTo>
                    <a:pt x="118071" y="686092"/>
                  </a:lnTo>
                  <a:lnTo>
                    <a:pt x="150964" y="715530"/>
                  </a:lnTo>
                  <a:lnTo>
                    <a:pt x="186931" y="741273"/>
                  </a:lnTo>
                  <a:lnTo>
                    <a:pt x="225691" y="763016"/>
                  </a:lnTo>
                  <a:lnTo>
                    <a:pt x="266928" y="780453"/>
                  </a:lnTo>
                  <a:lnTo>
                    <a:pt x="310337" y="793292"/>
                  </a:lnTo>
                  <a:lnTo>
                    <a:pt x="355625" y="801204"/>
                  </a:lnTo>
                  <a:lnTo>
                    <a:pt x="402463" y="803910"/>
                  </a:lnTo>
                  <a:lnTo>
                    <a:pt x="449199" y="801204"/>
                  </a:lnTo>
                  <a:lnTo>
                    <a:pt x="494385" y="793292"/>
                  </a:lnTo>
                  <a:lnTo>
                    <a:pt x="537718" y="780453"/>
                  </a:lnTo>
                  <a:lnTo>
                    <a:pt x="570179" y="766699"/>
                  </a:lnTo>
                  <a:lnTo>
                    <a:pt x="578891" y="763016"/>
                  </a:lnTo>
                  <a:lnTo>
                    <a:pt x="617601" y="741273"/>
                  </a:lnTo>
                  <a:lnTo>
                    <a:pt x="653542" y="715530"/>
                  </a:lnTo>
                  <a:lnTo>
                    <a:pt x="686396" y="686092"/>
                  </a:lnTo>
                  <a:lnTo>
                    <a:pt x="715873" y="653262"/>
                  </a:lnTo>
                  <a:lnTo>
                    <a:pt x="741641" y="617334"/>
                  </a:lnTo>
                  <a:lnTo>
                    <a:pt x="763422" y="578624"/>
                  </a:lnTo>
                  <a:lnTo>
                    <a:pt x="780897" y="537425"/>
                  </a:lnTo>
                  <a:lnTo>
                    <a:pt x="793750" y="494042"/>
                  </a:lnTo>
                  <a:lnTo>
                    <a:pt x="801700" y="448792"/>
                  </a:lnTo>
                  <a:lnTo>
                    <a:pt x="804418" y="40195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440166" y="5178297"/>
              <a:ext cx="1225550" cy="1225550"/>
            </a:xfrm>
            <a:custGeom>
              <a:avLst/>
              <a:gdLst/>
              <a:ahLst/>
              <a:cxnLst/>
              <a:rect l="l" t="t" r="r" b="b"/>
              <a:pathLst>
                <a:path w="1225550" h="1225550">
                  <a:moveTo>
                    <a:pt x="1225295" y="612266"/>
                  </a:moveTo>
                  <a:lnTo>
                    <a:pt x="1223389" y="660325"/>
                  </a:lnTo>
                  <a:lnTo>
                    <a:pt x="1217728" y="708031"/>
                  </a:lnTo>
                  <a:lnTo>
                    <a:pt x="1208397" y="755151"/>
                  </a:lnTo>
                  <a:lnTo>
                    <a:pt x="1195482" y="801454"/>
                  </a:lnTo>
                  <a:lnTo>
                    <a:pt x="1179067" y="846709"/>
                  </a:lnTo>
                  <a:lnTo>
                    <a:pt x="1158802" y="890361"/>
                  </a:lnTo>
                  <a:lnTo>
                    <a:pt x="1135178" y="932398"/>
                  </a:lnTo>
                  <a:lnTo>
                    <a:pt x="1108403" y="972484"/>
                  </a:lnTo>
                  <a:lnTo>
                    <a:pt x="1078683" y="1010285"/>
                  </a:lnTo>
                  <a:lnTo>
                    <a:pt x="1046226" y="1045463"/>
                  </a:lnTo>
                  <a:lnTo>
                    <a:pt x="1010789" y="1078031"/>
                  </a:lnTo>
                  <a:lnTo>
                    <a:pt x="972927" y="1107887"/>
                  </a:lnTo>
                  <a:lnTo>
                    <a:pt x="932895" y="1134755"/>
                  </a:lnTo>
                  <a:lnTo>
                    <a:pt x="890948" y="1158361"/>
                  </a:lnTo>
                  <a:lnTo>
                    <a:pt x="847343" y="1178432"/>
                  </a:lnTo>
                  <a:lnTo>
                    <a:pt x="802280" y="1195095"/>
                  </a:lnTo>
                  <a:lnTo>
                    <a:pt x="755973" y="1208161"/>
                  </a:lnTo>
                  <a:lnTo>
                    <a:pt x="708702" y="1217569"/>
                  </a:lnTo>
                  <a:lnTo>
                    <a:pt x="660749" y="1223258"/>
                  </a:lnTo>
                  <a:lnTo>
                    <a:pt x="612393" y="1225168"/>
                  </a:lnTo>
                  <a:lnTo>
                    <a:pt x="564335" y="1223258"/>
                  </a:lnTo>
                  <a:lnTo>
                    <a:pt x="516629" y="1217569"/>
                  </a:lnTo>
                  <a:lnTo>
                    <a:pt x="469509" y="1208161"/>
                  </a:lnTo>
                  <a:lnTo>
                    <a:pt x="423206" y="1195095"/>
                  </a:lnTo>
                  <a:lnTo>
                    <a:pt x="377951" y="1178432"/>
                  </a:lnTo>
                  <a:lnTo>
                    <a:pt x="334608" y="1158361"/>
                  </a:lnTo>
                  <a:lnTo>
                    <a:pt x="292752" y="1134755"/>
                  </a:lnTo>
                  <a:lnTo>
                    <a:pt x="252743" y="1107887"/>
                  </a:lnTo>
                  <a:lnTo>
                    <a:pt x="214940" y="1078031"/>
                  </a:lnTo>
                  <a:lnTo>
                    <a:pt x="179704" y="1045463"/>
                  </a:lnTo>
                  <a:lnTo>
                    <a:pt x="146943" y="1010285"/>
                  </a:lnTo>
                  <a:lnTo>
                    <a:pt x="117070" y="972484"/>
                  </a:lnTo>
                  <a:lnTo>
                    <a:pt x="90294" y="932398"/>
                  </a:lnTo>
                  <a:lnTo>
                    <a:pt x="66823" y="890361"/>
                  </a:lnTo>
                  <a:lnTo>
                    <a:pt x="46862" y="846709"/>
                  </a:lnTo>
                  <a:lnTo>
                    <a:pt x="30138" y="801844"/>
                  </a:lnTo>
                  <a:lnTo>
                    <a:pt x="17035" y="755590"/>
                  </a:lnTo>
                  <a:lnTo>
                    <a:pt x="7607" y="708323"/>
                  </a:lnTo>
                  <a:lnTo>
                    <a:pt x="1911" y="660423"/>
                  </a:lnTo>
                  <a:lnTo>
                    <a:pt x="0" y="612266"/>
                  </a:lnTo>
                  <a:lnTo>
                    <a:pt x="1911" y="564208"/>
                  </a:lnTo>
                  <a:lnTo>
                    <a:pt x="7607" y="516502"/>
                  </a:lnTo>
                  <a:lnTo>
                    <a:pt x="17035" y="469382"/>
                  </a:lnTo>
                  <a:lnTo>
                    <a:pt x="30138" y="423079"/>
                  </a:lnTo>
                  <a:lnTo>
                    <a:pt x="46862" y="377825"/>
                  </a:lnTo>
                  <a:lnTo>
                    <a:pt x="66823" y="334233"/>
                  </a:lnTo>
                  <a:lnTo>
                    <a:pt x="90294" y="292226"/>
                  </a:lnTo>
                  <a:lnTo>
                    <a:pt x="117070" y="252140"/>
                  </a:lnTo>
                  <a:lnTo>
                    <a:pt x="146943" y="214309"/>
                  </a:lnTo>
                  <a:lnTo>
                    <a:pt x="179704" y="179069"/>
                  </a:lnTo>
                  <a:lnTo>
                    <a:pt x="214940" y="146564"/>
                  </a:lnTo>
                  <a:lnTo>
                    <a:pt x="252743" y="116837"/>
                  </a:lnTo>
                  <a:lnTo>
                    <a:pt x="292752" y="90080"/>
                  </a:lnTo>
                  <a:lnTo>
                    <a:pt x="334608" y="66480"/>
                  </a:lnTo>
                  <a:lnTo>
                    <a:pt x="377951" y="46227"/>
                  </a:lnTo>
                  <a:lnTo>
                    <a:pt x="423011" y="29764"/>
                  </a:lnTo>
                  <a:lnTo>
                    <a:pt x="469290" y="16843"/>
                  </a:lnTo>
                  <a:lnTo>
                    <a:pt x="516483" y="7530"/>
                  </a:lnTo>
                  <a:lnTo>
                    <a:pt x="564286" y="1893"/>
                  </a:lnTo>
                  <a:lnTo>
                    <a:pt x="612393" y="0"/>
                  </a:lnTo>
                  <a:lnTo>
                    <a:pt x="660700" y="1893"/>
                  </a:lnTo>
                  <a:lnTo>
                    <a:pt x="708556" y="7530"/>
                  </a:lnTo>
                  <a:lnTo>
                    <a:pt x="755753" y="16843"/>
                  </a:lnTo>
                  <a:lnTo>
                    <a:pt x="802085" y="29764"/>
                  </a:lnTo>
                  <a:lnTo>
                    <a:pt x="847343" y="46227"/>
                  </a:lnTo>
                  <a:lnTo>
                    <a:pt x="890948" y="66480"/>
                  </a:lnTo>
                  <a:lnTo>
                    <a:pt x="932895" y="90080"/>
                  </a:lnTo>
                  <a:lnTo>
                    <a:pt x="972927" y="116837"/>
                  </a:lnTo>
                  <a:lnTo>
                    <a:pt x="1010789" y="146564"/>
                  </a:lnTo>
                  <a:lnTo>
                    <a:pt x="1046226" y="179069"/>
                  </a:lnTo>
                  <a:lnTo>
                    <a:pt x="1078683" y="214309"/>
                  </a:lnTo>
                  <a:lnTo>
                    <a:pt x="1108403" y="252140"/>
                  </a:lnTo>
                  <a:lnTo>
                    <a:pt x="1135178" y="292227"/>
                  </a:lnTo>
                  <a:lnTo>
                    <a:pt x="1158802" y="334233"/>
                  </a:lnTo>
                  <a:lnTo>
                    <a:pt x="1179067" y="377825"/>
                  </a:lnTo>
                  <a:lnTo>
                    <a:pt x="1195482" y="423128"/>
                  </a:lnTo>
                  <a:lnTo>
                    <a:pt x="1208397" y="469529"/>
                  </a:lnTo>
                  <a:lnTo>
                    <a:pt x="1217728" y="516722"/>
                  </a:lnTo>
                  <a:lnTo>
                    <a:pt x="1223389" y="564403"/>
                  </a:lnTo>
                  <a:lnTo>
                    <a:pt x="1225295" y="612266"/>
                  </a:lnTo>
                  <a:close/>
                </a:path>
                <a:path w="1225550" h="1225550">
                  <a:moveTo>
                    <a:pt x="1134617" y="612266"/>
                  </a:moveTo>
                  <a:lnTo>
                    <a:pt x="1132151" y="663467"/>
                  </a:lnTo>
                  <a:lnTo>
                    <a:pt x="1124791" y="714120"/>
                  </a:lnTo>
                  <a:lnTo>
                    <a:pt x="1112597" y="763821"/>
                  </a:lnTo>
                  <a:lnTo>
                    <a:pt x="1095628" y="812164"/>
                  </a:lnTo>
                  <a:lnTo>
                    <a:pt x="1073572" y="858389"/>
                  </a:lnTo>
                  <a:lnTo>
                    <a:pt x="1047194" y="902398"/>
                  </a:lnTo>
                  <a:lnTo>
                    <a:pt x="1016744" y="943645"/>
                  </a:lnTo>
                  <a:lnTo>
                    <a:pt x="982472" y="981582"/>
                  </a:lnTo>
                  <a:lnTo>
                    <a:pt x="944629" y="1015900"/>
                  </a:lnTo>
                  <a:lnTo>
                    <a:pt x="903668" y="1046289"/>
                  </a:lnTo>
                  <a:lnTo>
                    <a:pt x="859849" y="1072487"/>
                  </a:lnTo>
                  <a:lnTo>
                    <a:pt x="813434" y="1094231"/>
                  </a:lnTo>
                  <a:lnTo>
                    <a:pt x="765305" y="1111353"/>
                  </a:lnTo>
                  <a:lnTo>
                    <a:pt x="715581" y="1123759"/>
                  </a:lnTo>
                  <a:lnTo>
                    <a:pt x="664809" y="1131308"/>
                  </a:lnTo>
                  <a:lnTo>
                    <a:pt x="613536" y="1133855"/>
                  </a:lnTo>
                  <a:lnTo>
                    <a:pt x="562336" y="1131308"/>
                  </a:lnTo>
                  <a:lnTo>
                    <a:pt x="511682" y="1123759"/>
                  </a:lnTo>
                  <a:lnTo>
                    <a:pt x="461982" y="1111353"/>
                  </a:lnTo>
                  <a:lnTo>
                    <a:pt x="413638" y="1094231"/>
                  </a:lnTo>
                  <a:lnTo>
                    <a:pt x="367414" y="1072487"/>
                  </a:lnTo>
                  <a:lnTo>
                    <a:pt x="323405" y="1046289"/>
                  </a:lnTo>
                  <a:lnTo>
                    <a:pt x="282158" y="1015900"/>
                  </a:lnTo>
                  <a:lnTo>
                    <a:pt x="244220" y="981582"/>
                  </a:lnTo>
                  <a:lnTo>
                    <a:pt x="209885" y="943717"/>
                  </a:lnTo>
                  <a:lnTo>
                    <a:pt x="179466" y="902588"/>
                  </a:lnTo>
                  <a:lnTo>
                    <a:pt x="153263" y="858603"/>
                  </a:lnTo>
                  <a:lnTo>
                    <a:pt x="131572" y="812164"/>
                  </a:lnTo>
                  <a:lnTo>
                    <a:pt x="114450" y="764035"/>
                  </a:lnTo>
                  <a:lnTo>
                    <a:pt x="102044" y="714311"/>
                  </a:lnTo>
                  <a:lnTo>
                    <a:pt x="94495" y="663539"/>
                  </a:lnTo>
                  <a:lnTo>
                    <a:pt x="91948" y="612266"/>
                  </a:lnTo>
                  <a:lnTo>
                    <a:pt x="94495" y="561086"/>
                  </a:lnTo>
                  <a:lnTo>
                    <a:pt x="102044" y="510476"/>
                  </a:lnTo>
                  <a:lnTo>
                    <a:pt x="114450" y="460819"/>
                  </a:lnTo>
                  <a:lnTo>
                    <a:pt x="131572" y="412496"/>
                  </a:lnTo>
                  <a:lnTo>
                    <a:pt x="153263" y="366295"/>
                  </a:lnTo>
                  <a:lnTo>
                    <a:pt x="179466" y="322452"/>
                  </a:lnTo>
                  <a:lnTo>
                    <a:pt x="209885" y="281372"/>
                  </a:lnTo>
                  <a:lnTo>
                    <a:pt x="244220" y="243459"/>
                  </a:lnTo>
                  <a:lnTo>
                    <a:pt x="282086" y="209117"/>
                  </a:lnTo>
                  <a:lnTo>
                    <a:pt x="323214" y="178562"/>
                  </a:lnTo>
                  <a:lnTo>
                    <a:pt x="367200" y="152197"/>
                  </a:lnTo>
                  <a:lnTo>
                    <a:pt x="413638" y="130428"/>
                  </a:lnTo>
                  <a:lnTo>
                    <a:pt x="461768" y="113387"/>
                  </a:lnTo>
                  <a:lnTo>
                    <a:pt x="511492" y="101155"/>
                  </a:lnTo>
                  <a:lnTo>
                    <a:pt x="562264" y="93781"/>
                  </a:lnTo>
                  <a:lnTo>
                    <a:pt x="613536" y="91312"/>
                  </a:lnTo>
                  <a:lnTo>
                    <a:pt x="664737" y="93781"/>
                  </a:lnTo>
                  <a:lnTo>
                    <a:pt x="715390" y="101155"/>
                  </a:lnTo>
                  <a:lnTo>
                    <a:pt x="765091" y="113387"/>
                  </a:lnTo>
                  <a:lnTo>
                    <a:pt x="813434" y="130428"/>
                  </a:lnTo>
                  <a:lnTo>
                    <a:pt x="859420" y="152197"/>
                  </a:lnTo>
                  <a:lnTo>
                    <a:pt x="903287" y="178562"/>
                  </a:lnTo>
                  <a:lnTo>
                    <a:pt x="944487" y="209117"/>
                  </a:lnTo>
                  <a:lnTo>
                    <a:pt x="982472" y="243459"/>
                  </a:lnTo>
                  <a:lnTo>
                    <a:pt x="1016744" y="281301"/>
                  </a:lnTo>
                  <a:lnTo>
                    <a:pt x="1047194" y="322262"/>
                  </a:lnTo>
                  <a:lnTo>
                    <a:pt x="1073572" y="366081"/>
                  </a:lnTo>
                  <a:lnTo>
                    <a:pt x="1095628" y="412496"/>
                  </a:lnTo>
                  <a:lnTo>
                    <a:pt x="1112383" y="460819"/>
                  </a:lnTo>
                  <a:lnTo>
                    <a:pt x="1124600" y="510476"/>
                  </a:lnTo>
                  <a:lnTo>
                    <a:pt x="1132079" y="561085"/>
                  </a:lnTo>
                  <a:lnTo>
                    <a:pt x="1134617" y="612266"/>
                  </a:lnTo>
                  <a:close/>
                </a:path>
              </a:pathLst>
            </a:custGeom>
            <a:ln w="1905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9324" y="5155310"/>
              <a:ext cx="141731" cy="5943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9025509" y="5120513"/>
              <a:ext cx="81280" cy="109855"/>
            </a:xfrm>
            <a:custGeom>
              <a:avLst/>
              <a:gdLst/>
              <a:ahLst/>
              <a:cxnLst/>
              <a:rect l="l" t="t" r="r" b="b"/>
              <a:pathLst>
                <a:path w="81279" h="109854">
                  <a:moveTo>
                    <a:pt x="0" y="0"/>
                  </a:moveTo>
                  <a:lnTo>
                    <a:pt x="0" y="109727"/>
                  </a:lnTo>
                  <a:lnTo>
                    <a:pt x="81025" y="54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42653" y="5813043"/>
              <a:ext cx="61214" cy="13614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9518396" y="5762498"/>
              <a:ext cx="109855" cy="81280"/>
            </a:xfrm>
            <a:custGeom>
              <a:avLst/>
              <a:gdLst/>
              <a:ahLst/>
              <a:cxnLst/>
              <a:rect l="l" t="t" r="r" b="b"/>
              <a:pathLst>
                <a:path w="109854" h="81279">
                  <a:moveTo>
                    <a:pt x="109727" y="0"/>
                  </a:moveTo>
                  <a:lnTo>
                    <a:pt x="0" y="0"/>
                  </a:lnTo>
                  <a:lnTo>
                    <a:pt x="54863" y="8102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14080" y="5643372"/>
              <a:ext cx="48641" cy="15621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483473" y="5762498"/>
              <a:ext cx="109855" cy="81280"/>
            </a:xfrm>
            <a:custGeom>
              <a:avLst/>
              <a:gdLst/>
              <a:ahLst/>
              <a:cxnLst/>
              <a:rect l="l" t="t" r="r" b="b"/>
              <a:pathLst>
                <a:path w="109854" h="81279">
                  <a:moveTo>
                    <a:pt x="54863" y="0"/>
                  </a:moveTo>
                  <a:lnTo>
                    <a:pt x="0" y="81025"/>
                  </a:lnTo>
                  <a:lnTo>
                    <a:pt x="109854" y="81025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26576" y="6379942"/>
              <a:ext cx="99000" cy="474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8999601" y="6351397"/>
              <a:ext cx="81280" cy="109855"/>
            </a:xfrm>
            <a:custGeom>
              <a:avLst/>
              <a:gdLst/>
              <a:ahLst/>
              <a:cxnLst/>
              <a:rect l="l" t="t" r="r" b="b"/>
              <a:pathLst>
                <a:path w="81279" h="109854">
                  <a:moveTo>
                    <a:pt x="81025" y="0"/>
                  </a:moveTo>
                  <a:lnTo>
                    <a:pt x="0" y="54863"/>
                  </a:lnTo>
                  <a:lnTo>
                    <a:pt x="81025" y="109854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2390" y="5371503"/>
              <a:ext cx="838796" cy="838796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9123426" y="7914258"/>
            <a:ext cx="9861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ksqlDB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68798" y="2176907"/>
            <a:ext cx="2804922" cy="455295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36465" y="8538464"/>
            <a:ext cx="2805049" cy="455422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710437" y="4701984"/>
            <a:ext cx="4735830" cy="2700655"/>
            <a:chOff x="710437" y="4701984"/>
            <a:chExt cx="4735830" cy="2700655"/>
          </a:xfrm>
        </p:grpSpPr>
        <p:sp>
          <p:nvSpPr>
            <p:cNvPr id="25" name="object 25" descr=""/>
            <p:cNvSpPr/>
            <p:nvPr/>
          </p:nvSpPr>
          <p:spPr>
            <a:xfrm>
              <a:off x="715200" y="4706746"/>
              <a:ext cx="4726305" cy="2691130"/>
            </a:xfrm>
            <a:custGeom>
              <a:avLst/>
              <a:gdLst/>
              <a:ahLst/>
              <a:cxnLst/>
              <a:rect l="l" t="t" r="r" b="b"/>
              <a:pathLst>
                <a:path w="4726305" h="2691129">
                  <a:moveTo>
                    <a:pt x="0" y="113029"/>
                  </a:moveTo>
                  <a:lnTo>
                    <a:pt x="8885" y="69008"/>
                  </a:lnTo>
                  <a:lnTo>
                    <a:pt x="33116" y="33083"/>
                  </a:lnTo>
                  <a:lnTo>
                    <a:pt x="69056" y="8874"/>
                  </a:lnTo>
                  <a:lnTo>
                    <a:pt x="113068" y="0"/>
                  </a:lnTo>
                  <a:lnTo>
                    <a:pt x="4613084" y="0"/>
                  </a:lnTo>
                  <a:lnTo>
                    <a:pt x="4657125" y="8874"/>
                  </a:lnTo>
                  <a:lnTo>
                    <a:pt x="4693094" y="33083"/>
                  </a:lnTo>
                  <a:lnTo>
                    <a:pt x="4717347" y="69008"/>
                  </a:lnTo>
                  <a:lnTo>
                    <a:pt x="4726241" y="113029"/>
                  </a:lnTo>
                  <a:lnTo>
                    <a:pt x="4726241" y="2577846"/>
                  </a:lnTo>
                  <a:lnTo>
                    <a:pt x="4717347" y="2621887"/>
                  </a:lnTo>
                  <a:lnTo>
                    <a:pt x="4693094" y="2657856"/>
                  </a:lnTo>
                  <a:lnTo>
                    <a:pt x="4657125" y="2682109"/>
                  </a:lnTo>
                  <a:lnTo>
                    <a:pt x="4613084" y="2691003"/>
                  </a:lnTo>
                  <a:lnTo>
                    <a:pt x="113068" y="2691003"/>
                  </a:lnTo>
                  <a:lnTo>
                    <a:pt x="69056" y="2682109"/>
                  </a:lnTo>
                  <a:lnTo>
                    <a:pt x="33116" y="2657856"/>
                  </a:lnTo>
                  <a:lnTo>
                    <a:pt x="8885" y="2621887"/>
                  </a:lnTo>
                  <a:lnTo>
                    <a:pt x="0" y="2577846"/>
                  </a:lnTo>
                  <a:lnTo>
                    <a:pt x="0" y="113029"/>
                  </a:lnTo>
                  <a:close/>
                </a:path>
              </a:pathLst>
            </a:custGeom>
            <a:ln w="9524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40676" y="6439344"/>
              <a:ext cx="1703197" cy="52495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76396" y="5914338"/>
              <a:ext cx="1854327" cy="22230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1391" y="4971186"/>
              <a:ext cx="1373738" cy="461423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7955" y="5766250"/>
              <a:ext cx="1597025" cy="38731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11881" y="5053863"/>
              <a:ext cx="900811" cy="39215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15122" y="4908333"/>
              <a:ext cx="1213848" cy="615976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53942" y="6590740"/>
              <a:ext cx="1676654" cy="222300"/>
            </a:xfrm>
            <a:prstGeom prst="rect">
              <a:avLst/>
            </a:prstGeom>
          </p:spPr>
        </p:pic>
      </p:grpSp>
      <p:pic>
        <p:nvPicPr>
          <p:cNvPr id="33" name="object 3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34513" y="7547991"/>
            <a:ext cx="455422" cy="87477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850642" y="3165094"/>
            <a:ext cx="455421" cy="874776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1985898" y="2781046"/>
            <a:ext cx="21532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14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466469" y="4158233"/>
            <a:ext cx="31330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75" b="1">
                <a:solidFill>
                  <a:srgbClr val="0074A1"/>
                </a:solidFill>
                <a:latin typeface="Calibri"/>
                <a:cs typeface="Calibri"/>
              </a:rPr>
              <a:t>Messaging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45" b="1">
                <a:solidFill>
                  <a:srgbClr val="0074A1"/>
                </a:solidFill>
                <a:latin typeface="Calibri"/>
                <a:cs typeface="Calibri"/>
              </a:rPr>
              <a:t>middleware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686811" y="1975611"/>
            <a:ext cx="750697" cy="751204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686811" y="8520417"/>
            <a:ext cx="750697" cy="751217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3428281" y="4711763"/>
            <a:ext cx="4168140" cy="2700655"/>
            <a:chOff x="13428281" y="4711763"/>
            <a:chExt cx="4168140" cy="2700655"/>
          </a:xfrm>
        </p:grpSpPr>
        <p:sp>
          <p:nvSpPr>
            <p:cNvPr id="40" name="object 40" descr=""/>
            <p:cNvSpPr/>
            <p:nvPr/>
          </p:nvSpPr>
          <p:spPr>
            <a:xfrm>
              <a:off x="13433043" y="4716526"/>
              <a:ext cx="4158615" cy="2691130"/>
            </a:xfrm>
            <a:custGeom>
              <a:avLst/>
              <a:gdLst/>
              <a:ahLst/>
              <a:cxnLst/>
              <a:rect l="l" t="t" r="r" b="b"/>
              <a:pathLst>
                <a:path w="4158615" h="2691129">
                  <a:moveTo>
                    <a:pt x="0" y="113029"/>
                  </a:moveTo>
                  <a:lnTo>
                    <a:pt x="8893" y="69008"/>
                  </a:lnTo>
                  <a:lnTo>
                    <a:pt x="33147" y="33083"/>
                  </a:lnTo>
                  <a:lnTo>
                    <a:pt x="69115" y="8874"/>
                  </a:lnTo>
                  <a:lnTo>
                    <a:pt x="113157" y="0"/>
                  </a:lnTo>
                  <a:lnTo>
                    <a:pt x="4044950" y="0"/>
                  </a:lnTo>
                  <a:lnTo>
                    <a:pt x="4088991" y="8874"/>
                  </a:lnTo>
                  <a:lnTo>
                    <a:pt x="4124959" y="33083"/>
                  </a:lnTo>
                  <a:lnTo>
                    <a:pt x="4149213" y="69008"/>
                  </a:lnTo>
                  <a:lnTo>
                    <a:pt x="4158107" y="113029"/>
                  </a:lnTo>
                  <a:lnTo>
                    <a:pt x="4158107" y="2577846"/>
                  </a:lnTo>
                  <a:lnTo>
                    <a:pt x="4149213" y="2621887"/>
                  </a:lnTo>
                  <a:lnTo>
                    <a:pt x="4124959" y="2657856"/>
                  </a:lnTo>
                  <a:lnTo>
                    <a:pt x="4088991" y="2682109"/>
                  </a:lnTo>
                  <a:lnTo>
                    <a:pt x="4044950" y="2691003"/>
                  </a:lnTo>
                  <a:lnTo>
                    <a:pt x="113157" y="2691003"/>
                  </a:lnTo>
                  <a:lnTo>
                    <a:pt x="69115" y="2682109"/>
                  </a:lnTo>
                  <a:lnTo>
                    <a:pt x="33147" y="2657856"/>
                  </a:lnTo>
                  <a:lnTo>
                    <a:pt x="8893" y="2621887"/>
                  </a:lnTo>
                  <a:lnTo>
                    <a:pt x="0" y="2577846"/>
                  </a:lnTo>
                  <a:lnTo>
                    <a:pt x="0" y="113029"/>
                  </a:lnTo>
                  <a:close/>
                </a:path>
              </a:pathLst>
            </a:custGeom>
            <a:ln w="9525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07239" y="6382867"/>
              <a:ext cx="1072246" cy="84596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015995" y="5891481"/>
              <a:ext cx="1251794" cy="520632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361792" y="5103253"/>
              <a:ext cx="1990090" cy="478396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749654" y="5077764"/>
              <a:ext cx="1177544" cy="403428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790294" y="6600469"/>
              <a:ext cx="1630680" cy="43888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727679" y="5867311"/>
              <a:ext cx="1527305" cy="376389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13651484" y="4158233"/>
            <a:ext cx="370712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20" b="1">
                <a:solidFill>
                  <a:srgbClr val="0074A1"/>
                </a:solidFill>
                <a:latin typeface="Calibri"/>
                <a:cs typeface="Calibri"/>
              </a:rPr>
              <a:t>Third</a:t>
            </a:r>
            <a:r>
              <a:rPr dirty="0" sz="2000" spc="12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45" b="1">
                <a:solidFill>
                  <a:srgbClr val="0074A1"/>
                </a:solidFill>
                <a:latin typeface="Calibri"/>
                <a:cs typeface="Calibri"/>
              </a:rPr>
              <a:t>Party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8" name="object 48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702033" y="5924041"/>
            <a:ext cx="1597152" cy="455422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642470" y="5357621"/>
            <a:ext cx="1597152" cy="455422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069965" y="5924041"/>
            <a:ext cx="1597279" cy="455422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743955" y="5357621"/>
            <a:ext cx="1597278" cy="455422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2072385" y="9420165"/>
            <a:ext cx="2011045" cy="3359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000" spc="260" b="1">
                <a:solidFill>
                  <a:srgbClr val="0074A1"/>
                </a:solidFill>
                <a:latin typeface="Calibri"/>
                <a:cs typeface="Calibri"/>
              </a:rPr>
              <a:t>Producer</a:t>
            </a:r>
            <a:r>
              <a:rPr dirty="0" sz="2000" spc="12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08838"/>
            <a:ext cx="13527405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Step</a:t>
            </a:r>
            <a:r>
              <a:rPr dirty="0" sz="4000" spc="-10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2:</a:t>
            </a:r>
            <a:r>
              <a:rPr dirty="0" sz="4000" spc="-9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JMS</a:t>
            </a:r>
            <a:r>
              <a:rPr dirty="0" sz="4000" spc="-10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API를</a:t>
            </a:r>
            <a:r>
              <a:rPr dirty="0" sz="4000" spc="-9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사용하고</a:t>
            </a:r>
            <a:r>
              <a:rPr dirty="0" sz="4000" spc="-9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점진적으로</a:t>
            </a:r>
            <a:r>
              <a:rPr dirty="0" sz="4000" spc="-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메시징</a:t>
            </a:r>
            <a:r>
              <a:rPr dirty="0" sz="4000" spc="-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spc="-10" b="0">
                <a:solidFill>
                  <a:srgbClr val="173360"/>
                </a:solidFill>
                <a:latin typeface="Malgun Gothic"/>
                <a:cs typeface="Malgun Gothic"/>
              </a:rPr>
              <a:t>미들웨어를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교체하도록</a:t>
            </a:r>
            <a:r>
              <a:rPr dirty="0" sz="4000" spc="-20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애플리케이션</a:t>
            </a:r>
            <a:r>
              <a:rPr dirty="0" sz="4000" spc="-1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spc="-20" b="0">
                <a:solidFill>
                  <a:srgbClr val="173360"/>
                </a:solidFill>
                <a:latin typeface="Malgun Gothic"/>
                <a:cs typeface="Malgun Gothic"/>
              </a:rPr>
              <a:t>리팩터링</a:t>
            </a:r>
            <a:endParaRPr sz="4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24932" y="7199121"/>
            <a:ext cx="1104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95" b="1">
                <a:solidFill>
                  <a:srgbClr val="040430"/>
                </a:solidFill>
                <a:latin typeface="Calibri"/>
                <a:cs typeface="Calibri"/>
              </a:rPr>
              <a:t>JMS</a:t>
            </a:r>
            <a:r>
              <a:rPr dirty="0" sz="2000" spc="12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2000" spc="254" b="1">
                <a:solidFill>
                  <a:srgbClr val="040430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4045" y="2960751"/>
            <a:ext cx="3081654" cy="45542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8650" y="7565135"/>
            <a:ext cx="3183001" cy="45542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6811" y="2526157"/>
            <a:ext cx="750697" cy="75120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985898" y="2545460"/>
            <a:ext cx="4259580" cy="111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2000" spc="295" b="1">
                <a:solidFill>
                  <a:srgbClr val="040430"/>
                </a:solidFill>
                <a:latin typeface="Calibri"/>
                <a:cs typeface="Calibri"/>
              </a:rPr>
              <a:t>JMS</a:t>
            </a:r>
            <a:r>
              <a:rPr dirty="0" sz="2000" spc="12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2000" spc="254" b="1">
                <a:solidFill>
                  <a:srgbClr val="040430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14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6811" y="7040118"/>
            <a:ext cx="750697" cy="751205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7847330" y="2146173"/>
            <a:ext cx="3592829" cy="6445250"/>
          </a:xfrm>
          <a:custGeom>
            <a:avLst/>
            <a:gdLst/>
            <a:ahLst/>
            <a:cxnLst/>
            <a:rect l="l" t="t" r="r" b="b"/>
            <a:pathLst>
              <a:path w="3592829" h="6445250">
                <a:moveTo>
                  <a:pt x="3459734" y="0"/>
                </a:moveTo>
                <a:lnTo>
                  <a:pt x="133096" y="0"/>
                </a:lnTo>
                <a:lnTo>
                  <a:pt x="91017" y="6782"/>
                </a:lnTo>
                <a:lnTo>
                  <a:pt x="54479" y="25672"/>
                </a:lnTo>
                <a:lnTo>
                  <a:pt x="25672" y="54479"/>
                </a:lnTo>
                <a:lnTo>
                  <a:pt x="6782" y="91017"/>
                </a:lnTo>
                <a:lnTo>
                  <a:pt x="0" y="133096"/>
                </a:lnTo>
                <a:lnTo>
                  <a:pt x="0" y="6312154"/>
                </a:lnTo>
                <a:lnTo>
                  <a:pt x="6782" y="6354232"/>
                </a:lnTo>
                <a:lnTo>
                  <a:pt x="25672" y="6390770"/>
                </a:lnTo>
                <a:lnTo>
                  <a:pt x="54479" y="6419577"/>
                </a:lnTo>
                <a:lnTo>
                  <a:pt x="91017" y="6438467"/>
                </a:lnTo>
                <a:lnTo>
                  <a:pt x="133096" y="6445250"/>
                </a:lnTo>
                <a:lnTo>
                  <a:pt x="3459734" y="6445250"/>
                </a:lnTo>
                <a:lnTo>
                  <a:pt x="3501812" y="6438467"/>
                </a:lnTo>
                <a:lnTo>
                  <a:pt x="3538350" y="6419577"/>
                </a:lnTo>
                <a:lnTo>
                  <a:pt x="3567157" y="6390770"/>
                </a:lnTo>
                <a:lnTo>
                  <a:pt x="3586047" y="6354232"/>
                </a:lnTo>
                <a:lnTo>
                  <a:pt x="3592829" y="6312154"/>
                </a:lnTo>
                <a:lnTo>
                  <a:pt x="3592829" y="133096"/>
                </a:lnTo>
                <a:lnTo>
                  <a:pt x="3586047" y="91017"/>
                </a:lnTo>
                <a:lnTo>
                  <a:pt x="3567157" y="54479"/>
                </a:lnTo>
                <a:lnTo>
                  <a:pt x="3538350" y="25672"/>
                </a:lnTo>
                <a:lnTo>
                  <a:pt x="3501812" y="6782"/>
                </a:lnTo>
                <a:lnTo>
                  <a:pt x="3459734" y="0"/>
                </a:lnTo>
                <a:close/>
              </a:path>
            </a:pathLst>
          </a:custGeom>
          <a:solidFill>
            <a:srgbClr val="E6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503411" y="3549522"/>
            <a:ext cx="22802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15" b="1">
                <a:solidFill>
                  <a:srgbClr val="0074A1"/>
                </a:solidFill>
                <a:latin typeface="Calibri"/>
                <a:cs typeface="Calibri"/>
              </a:rPr>
              <a:t>Schema</a:t>
            </a:r>
            <a:r>
              <a:rPr dirty="0" sz="2000" spc="12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35" b="1">
                <a:solidFill>
                  <a:srgbClr val="0074A1"/>
                </a:solidFill>
                <a:latin typeface="Calibri"/>
                <a:cs typeface="Calibri"/>
              </a:rPr>
              <a:t>Registry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430641" y="2640329"/>
            <a:ext cx="2460625" cy="4937125"/>
            <a:chOff x="8430641" y="2640329"/>
            <a:chExt cx="2460625" cy="4937125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23248" y="2640329"/>
              <a:ext cx="750697" cy="75069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3672" y="6738911"/>
              <a:ext cx="604304" cy="83816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52431" y="5026952"/>
              <a:ext cx="838796" cy="83879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648446" y="5002021"/>
              <a:ext cx="804545" cy="803910"/>
            </a:xfrm>
            <a:custGeom>
              <a:avLst/>
              <a:gdLst/>
              <a:ahLst/>
              <a:cxnLst/>
              <a:rect l="l" t="t" r="r" b="b"/>
              <a:pathLst>
                <a:path w="804545" h="803910">
                  <a:moveTo>
                    <a:pt x="648716" y="393446"/>
                  </a:moveTo>
                  <a:lnTo>
                    <a:pt x="633183" y="392404"/>
                  </a:lnTo>
                  <a:lnTo>
                    <a:pt x="586994" y="390271"/>
                  </a:lnTo>
                  <a:lnTo>
                    <a:pt x="502119" y="388112"/>
                  </a:lnTo>
                  <a:lnTo>
                    <a:pt x="504761" y="388112"/>
                  </a:lnTo>
                  <a:lnTo>
                    <a:pt x="416814" y="387096"/>
                  </a:lnTo>
                  <a:lnTo>
                    <a:pt x="416750" y="361061"/>
                  </a:lnTo>
                  <a:lnTo>
                    <a:pt x="416699" y="340868"/>
                  </a:lnTo>
                  <a:lnTo>
                    <a:pt x="416648" y="329692"/>
                  </a:lnTo>
                  <a:lnTo>
                    <a:pt x="416534" y="320040"/>
                  </a:lnTo>
                  <a:lnTo>
                    <a:pt x="416420" y="309753"/>
                  </a:lnTo>
                  <a:lnTo>
                    <a:pt x="416344" y="304419"/>
                  </a:lnTo>
                  <a:lnTo>
                    <a:pt x="415886" y="283337"/>
                  </a:lnTo>
                  <a:lnTo>
                    <a:pt x="415798" y="279146"/>
                  </a:lnTo>
                  <a:lnTo>
                    <a:pt x="414261" y="221742"/>
                  </a:lnTo>
                  <a:lnTo>
                    <a:pt x="414147" y="217424"/>
                  </a:lnTo>
                  <a:lnTo>
                    <a:pt x="410972" y="156337"/>
                  </a:lnTo>
                  <a:lnTo>
                    <a:pt x="393446" y="156337"/>
                  </a:lnTo>
                  <a:lnTo>
                    <a:pt x="392391" y="171564"/>
                  </a:lnTo>
                  <a:lnTo>
                    <a:pt x="390271" y="217424"/>
                  </a:lnTo>
                  <a:lnTo>
                    <a:pt x="388620" y="279146"/>
                  </a:lnTo>
                  <a:lnTo>
                    <a:pt x="388112" y="329692"/>
                  </a:lnTo>
                  <a:lnTo>
                    <a:pt x="383019" y="318096"/>
                  </a:lnTo>
                  <a:lnTo>
                    <a:pt x="342392" y="227076"/>
                  </a:lnTo>
                  <a:lnTo>
                    <a:pt x="323024" y="185470"/>
                  </a:lnTo>
                  <a:lnTo>
                    <a:pt x="316357" y="171704"/>
                  </a:lnTo>
                  <a:lnTo>
                    <a:pt x="300355" y="178054"/>
                  </a:lnTo>
                  <a:lnTo>
                    <a:pt x="305358" y="192735"/>
                  </a:lnTo>
                  <a:lnTo>
                    <a:pt x="310578" y="207264"/>
                  </a:lnTo>
                  <a:lnTo>
                    <a:pt x="321183" y="236093"/>
                  </a:lnTo>
                  <a:lnTo>
                    <a:pt x="342900" y="293497"/>
                  </a:lnTo>
                  <a:lnTo>
                    <a:pt x="347370" y="305473"/>
                  </a:lnTo>
                  <a:lnTo>
                    <a:pt x="351993" y="317373"/>
                  </a:lnTo>
                  <a:lnTo>
                    <a:pt x="356730" y="329184"/>
                  </a:lnTo>
                  <a:lnTo>
                    <a:pt x="361569" y="340868"/>
                  </a:lnTo>
                  <a:lnTo>
                    <a:pt x="352425" y="332041"/>
                  </a:lnTo>
                  <a:lnTo>
                    <a:pt x="334429" y="314464"/>
                  </a:lnTo>
                  <a:lnTo>
                    <a:pt x="325374" y="305689"/>
                  </a:lnTo>
                  <a:lnTo>
                    <a:pt x="280670" y="263144"/>
                  </a:lnTo>
                  <a:lnTo>
                    <a:pt x="234950" y="221742"/>
                  </a:lnTo>
                  <a:lnTo>
                    <a:pt x="222758" y="233934"/>
                  </a:lnTo>
                  <a:lnTo>
                    <a:pt x="232905" y="245668"/>
                  </a:lnTo>
                  <a:lnTo>
                    <a:pt x="253555" y="268287"/>
                  </a:lnTo>
                  <a:lnTo>
                    <a:pt x="263652" y="279654"/>
                  </a:lnTo>
                  <a:lnTo>
                    <a:pt x="341376" y="361061"/>
                  </a:lnTo>
                  <a:lnTo>
                    <a:pt x="317944" y="351497"/>
                  </a:lnTo>
                  <a:lnTo>
                    <a:pt x="306184" y="346875"/>
                  </a:lnTo>
                  <a:lnTo>
                    <a:pt x="237109" y="320040"/>
                  </a:lnTo>
                  <a:lnTo>
                    <a:pt x="193509" y="304723"/>
                  </a:lnTo>
                  <a:lnTo>
                    <a:pt x="179197" y="299847"/>
                  </a:lnTo>
                  <a:lnTo>
                    <a:pt x="172212" y="315849"/>
                  </a:lnTo>
                  <a:lnTo>
                    <a:pt x="186182" y="322529"/>
                  </a:lnTo>
                  <a:lnTo>
                    <a:pt x="228092" y="341884"/>
                  </a:lnTo>
                  <a:lnTo>
                    <a:pt x="318592" y="382231"/>
                  </a:lnTo>
                  <a:lnTo>
                    <a:pt x="330200" y="387096"/>
                  </a:lnTo>
                  <a:lnTo>
                    <a:pt x="217932" y="389763"/>
                  </a:lnTo>
                  <a:lnTo>
                    <a:pt x="172059" y="391896"/>
                  </a:lnTo>
                  <a:lnTo>
                    <a:pt x="156845" y="392938"/>
                  </a:lnTo>
                  <a:lnTo>
                    <a:pt x="156845" y="409956"/>
                  </a:lnTo>
                  <a:lnTo>
                    <a:pt x="172059" y="410959"/>
                  </a:lnTo>
                  <a:lnTo>
                    <a:pt x="189826" y="411861"/>
                  </a:lnTo>
                  <a:lnTo>
                    <a:pt x="190169" y="411861"/>
                  </a:lnTo>
                  <a:lnTo>
                    <a:pt x="217932" y="413131"/>
                  </a:lnTo>
                  <a:lnTo>
                    <a:pt x="279654" y="415290"/>
                  </a:lnTo>
                  <a:lnTo>
                    <a:pt x="306768" y="415886"/>
                  </a:lnTo>
                  <a:lnTo>
                    <a:pt x="345287" y="416306"/>
                  </a:lnTo>
                  <a:lnTo>
                    <a:pt x="388112" y="416306"/>
                  </a:lnTo>
                  <a:lnTo>
                    <a:pt x="388124" y="430999"/>
                  </a:lnTo>
                  <a:lnTo>
                    <a:pt x="388239" y="460184"/>
                  </a:lnTo>
                  <a:lnTo>
                    <a:pt x="388353" y="472694"/>
                  </a:lnTo>
                  <a:lnTo>
                    <a:pt x="388467" y="479044"/>
                  </a:lnTo>
                  <a:lnTo>
                    <a:pt x="388581" y="485673"/>
                  </a:lnTo>
                  <a:lnTo>
                    <a:pt x="388708" y="492556"/>
                  </a:lnTo>
                  <a:lnTo>
                    <a:pt x="388835" y="498475"/>
                  </a:lnTo>
                  <a:lnTo>
                    <a:pt x="389737" y="523748"/>
                  </a:lnTo>
                  <a:lnTo>
                    <a:pt x="391033" y="575818"/>
                  </a:lnTo>
                  <a:lnTo>
                    <a:pt x="391147" y="580644"/>
                  </a:lnTo>
                  <a:lnTo>
                    <a:pt x="391185" y="582002"/>
                  </a:lnTo>
                  <a:lnTo>
                    <a:pt x="391287" y="585978"/>
                  </a:lnTo>
                  <a:lnTo>
                    <a:pt x="392049" y="601218"/>
                  </a:lnTo>
                  <a:lnTo>
                    <a:pt x="392722" y="616585"/>
                  </a:lnTo>
                  <a:lnTo>
                    <a:pt x="393458" y="631698"/>
                  </a:lnTo>
                  <a:lnTo>
                    <a:pt x="394462" y="647573"/>
                  </a:lnTo>
                  <a:lnTo>
                    <a:pt x="410464" y="647573"/>
                  </a:lnTo>
                  <a:lnTo>
                    <a:pt x="411454" y="632066"/>
                  </a:lnTo>
                  <a:lnTo>
                    <a:pt x="412165" y="617931"/>
                  </a:lnTo>
                  <a:lnTo>
                    <a:pt x="413639" y="585978"/>
                  </a:lnTo>
                  <a:lnTo>
                    <a:pt x="415290" y="524256"/>
                  </a:lnTo>
                  <a:lnTo>
                    <a:pt x="415874" y="511416"/>
                  </a:lnTo>
                  <a:lnTo>
                    <a:pt x="416077" y="502412"/>
                  </a:lnTo>
                  <a:lnTo>
                    <a:pt x="416204" y="492556"/>
                  </a:lnTo>
                  <a:lnTo>
                    <a:pt x="416306" y="472694"/>
                  </a:lnTo>
                  <a:lnTo>
                    <a:pt x="421474" y="484606"/>
                  </a:lnTo>
                  <a:lnTo>
                    <a:pt x="427253" y="497560"/>
                  </a:lnTo>
                  <a:lnTo>
                    <a:pt x="432054" y="508165"/>
                  </a:lnTo>
                  <a:lnTo>
                    <a:pt x="437515" y="520065"/>
                  </a:lnTo>
                  <a:lnTo>
                    <a:pt x="462534" y="575818"/>
                  </a:lnTo>
                  <a:lnTo>
                    <a:pt x="469214" y="589876"/>
                  </a:lnTo>
                  <a:lnTo>
                    <a:pt x="475792" y="603948"/>
                  </a:lnTo>
                  <a:lnTo>
                    <a:pt x="482384" y="617931"/>
                  </a:lnTo>
                  <a:lnTo>
                    <a:pt x="489077" y="631698"/>
                  </a:lnTo>
                  <a:lnTo>
                    <a:pt x="503555" y="625856"/>
                  </a:lnTo>
                  <a:lnTo>
                    <a:pt x="498627" y="611174"/>
                  </a:lnTo>
                  <a:lnTo>
                    <a:pt x="493585" y="596582"/>
                  </a:lnTo>
                  <a:lnTo>
                    <a:pt x="488442" y="582002"/>
                  </a:lnTo>
                  <a:lnTo>
                    <a:pt x="483235" y="567309"/>
                  </a:lnTo>
                  <a:lnTo>
                    <a:pt x="461518" y="509905"/>
                  </a:lnTo>
                  <a:lnTo>
                    <a:pt x="457022" y="497827"/>
                  </a:lnTo>
                  <a:lnTo>
                    <a:pt x="452374" y="485673"/>
                  </a:lnTo>
                  <a:lnTo>
                    <a:pt x="447281" y="472694"/>
                  </a:lnTo>
                  <a:lnTo>
                    <a:pt x="442849" y="461518"/>
                  </a:lnTo>
                  <a:lnTo>
                    <a:pt x="461302" y="479767"/>
                  </a:lnTo>
                  <a:lnTo>
                    <a:pt x="470611" y="488797"/>
                  </a:lnTo>
                  <a:lnTo>
                    <a:pt x="524764" y="539623"/>
                  </a:lnTo>
                  <a:lnTo>
                    <a:pt x="559028" y="570560"/>
                  </a:lnTo>
                  <a:lnTo>
                    <a:pt x="570484" y="580644"/>
                  </a:lnTo>
                  <a:lnTo>
                    <a:pt x="581660" y="569468"/>
                  </a:lnTo>
                  <a:lnTo>
                    <a:pt x="540766" y="523748"/>
                  </a:lnTo>
                  <a:lnTo>
                    <a:pt x="489851" y="469582"/>
                  </a:lnTo>
                  <a:lnTo>
                    <a:pt x="462534" y="441325"/>
                  </a:lnTo>
                  <a:lnTo>
                    <a:pt x="498983" y="455828"/>
                  </a:lnTo>
                  <a:lnTo>
                    <a:pt x="568325" y="482219"/>
                  </a:lnTo>
                  <a:lnTo>
                    <a:pt x="612178" y="497560"/>
                  </a:lnTo>
                  <a:lnTo>
                    <a:pt x="626872" y="502412"/>
                  </a:lnTo>
                  <a:lnTo>
                    <a:pt x="632714" y="488061"/>
                  </a:lnTo>
                  <a:lnTo>
                    <a:pt x="618998" y="481380"/>
                  </a:lnTo>
                  <a:lnTo>
                    <a:pt x="591172" y="468210"/>
                  </a:lnTo>
                  <a:lnTo>
                    <a:pt x="577469" y="461518"/>
                  </a:lnTo>
                  <a:lnTo>
                    <a:pt x="531952" y="441325"/>
                  </a:lnTo>
                  <a:lnTo>
                    <a:pt x="521081" y="436499"/>
                  </a:lnTo>
                  <a:lnTo>
                    <a:pt x="509295" y="430999"/>
                  </a:lnTo>
                  <a:lnTo>
                    <a:pt x="473710" y="415290"/>
                  </a:lnTo>
                  <a:lnTo>
                    <a:pt x="494042" y="415290"/>
                  </a:lnTo>
                  <a:lnTo>
                    <a:pt x="512686" y="414820"/>
                  </a:lnTo>
                  <a:lnTo>
                    <a:pt x="525907" y="414147"/>
                  </a:lnTo>
                  <a:lnTo>
                    <a:pt x="586994" y="412623"/>
                  </a:lnTo>
                  <a:lnTo>
                    <a:pt x="633183" y="410438"/>
                  </a:lnTo>
                  <a:lnTo>
                    <a:pt x="648716" y="409448"/>
                  </a:lnTo>
                  <a:lnTo>
                    <a:pt x="648716" y="393446"/>
                  </a:lnTo>
                  <a:close/>
                </a:path>
                <a:path w="804545" h="803910">
                  <a:moveTo>
                    <a:pt x="804418" y="401955"/>
                  </a:moveTo>
                  <a:lnTo>
                    <a:pt x="801700" y="355130"/>
                  </a:lnTo>
                  <a:lnTo>
                    <a:pt x="793788" y="309880"/>
                  </a:lnTo>
                  <a:lnTo>
                    <a:pt x="780948" y="266496"/>
                  </a:lnTo>
                  <a:lnTo>
                    <a:pt x="766699" y="232841"/>
                  </a:lnTo>
                  <a:lnTo>
                    <a:pt x="766699" y="401955"/>
                  </a:lnTo>
                  <a:lnTo>
                    <a:pt x="763371" y="451370"/>
                  </a:lnTo>
                  <a:lnTo>
                    <a:pt x="753668" y="498779"/>
                  </a:lnTo>
                  <a:lnTo>
                    <a:pt x="738047" y="543763"/>
                  </a:lnTo>
                  <a:lnTo>
                    <a:pt x="716940" y="585876"/>
                  </a:lnTo>
                  <a:lnTo>
                    <a:pt x="690765" y="624674"/>
                  </a:lnTo>
                  <a:lnTo>
                    <a:pt x="659968" y="659726"/>
                  </a:lnTo>
                  <a:lnTo>
                    <a:pt x="624979" y="690587"/>
                  </a:lnTo>
                  <a:lnTo>
                    <a:pt x="586244" y="716813"/>
                  </a:lnTo>
                  <a:lnTo>
                    <a:pt x="544182" y="737984"/>
                  </a:lnTo>
                  <a:lnTo>
                    <a:pt x="499237" y="753643"/>
                  </a:lnTo>
                  <a:lnTo>
                    <a:pt x="451853" y="763371"/>
                  </a:lnTo>
                  <a:lnTo>
                    <a:pt x="402463" y="766699"/>
                  </a:lnTo>
                  <a:lnTo>
                    <a:pt x="352945" y="763371"/>
                  </a:lnTo>
                  <a:lnTo>
                    <a:pt x="305460" y="753643"/>
                  </a:lnTo>
                  <a:lnTo>
                    <a:pt x="260438" y="737984"/>
                  </a:lnTo>
                  <a:lnTo>
                    <a:pt x="218313" y="716813"/>
                  </a:lnTo>
                  <a:lnTo>
                    <a:pt x="179527" y="690587"/>
                  </a:lnTo>
                  <a:lnTo>
                    <a:pt x="144500" y="659726"/>
                  </a:lnTo>
                  <a:lnTo>
                    <a:pt x="113677" y="624674"/>
                  </a:lnTo>
                  <a:lnTo>
                    <a:pt x="87490" y="585876"/>
                  </a:lnTo>
                  <a:lnTo>
                    <a:pt x="66357" y="543763"/>
                  </a:lnTo>
                  <a:lnTo>
                    <a:pt x="50736" y="498779"/>
                  </a:lnTo>
                  <a:lnTo>
                    <a:pt x="41046" y="451370"/>
                  </a:lnTo>
                  <a:lnTo>
                    <a:pt x="37719" y="401955"/>
                  </a:lnTo>
                  <a:lnTo>
                    <a:pt x="41046" y="352552"/>
                  </a:lnTo>
                  <a:lnTo>
                    <a:pt x="50736" y="305142"/>
                  </a:lnTo>
                  <a:lnTo>
                    <a:pt x="66357" y="260159"/>
                  </a:lnTo>
                  <a:lnTo>
                    <a:pt x="87490" y="218046"/>
                  </a:lnTo>
                  <a:lnTo>
                    <a:pt x="113677" y="179247"/>
                  </a:lnTo>
                  <a:lnTo>
                    <a:pt x="144500" y="144195"/>
                  </a:lnTo>
                  <a:lnTo>
                    <a:pt x="179527" y="113334"/>
                  </a:lnTo>
                  <a:lnTo>
                    <a:pt x="218313" y="87109"/>
                  </a:lnTo>
                  <a:lnTo>
                    <a:pt x="260438" y="65938"/>
                  </a:lnTo>
                  <a:lnTo>
                    <a:pt x="305460" y="50279"/>
                  </a:lnTo>
                  <a:lnTo>
                    <a:pt x="352945" y="40551"/>
                  </a:lnTo>
                  <a:lnTo>
                    <a:pt x="402463" y="37211"/>
                  </a:lnTo>
                  <a:lnTo>
                    <a:pt x="451853" y="40551"/>
                  </a:lnTo>
                  <a:lnTo>
                    <a:pt x="499237" y="50279"/>
                  </a:lnTo>
                  <a:lnTo>
                    <a:pt x="544182" y="65938"/>
                  </a:lnTo>
                  <a:lnTo>
                    <a:pt x="586244" y="87109"/>
                  </a:lnTo>
                  <a:lnTo>
                    <a:pt x="624979" y="113334"/>
                  </a:lnTo>
                  <a:lnTo>
                    <a:pt x="659968" y="144195"/>
                  </a:lnTo>
                  <a:lnTo>
                    <a:pt x="690765" y="179247"/>
                  </a:lnTo>
                  <a:lnTo>
                    <a:pt x="716940" y="218046"/>
                  </a:lnTo>
                  <a:lnTo>
                    <a:pt x="738047" y="260159"/>
                  </a:lnTo>
                  <a:lnTo>
                    <a:pt x="753668" y="305142"/>
                  </a:lnTo>
                  <a:lnTo>
                    <a:pt x="763371" y="352552"/>
                  </a:lnTo>
                  <a:lnTo>
                    <a:pt x="766699" y="401955"/>
                  </a:lnTo>
                  <a:lnTo>
                    <a:pt x="766699" y="232841"/>
                  </a:lnTo>
                  <a:lnTo>
                    <a:pt x="741768" y="186588"/>
                  </a:lnTo>
                  <a:lnTo>
                    <a:pt x="716026" y="150660"/>
                  </a:lnTo>
                  <a:lnTo>
                    <a:pt x="686587" y="117830"/>
                  </a:lnTo>
                  <a:lnTo>
                    <a:pt x="653757" y="88392"/>
                  </a:lnTo>
                  <a:lnTo>
                    <a:pt x="617829" y="62649"/>
                  </a:lnTo>
                  <a:lnTo>
                    <a:pt x="579120" y="40906"/>
                  </a:lnTo>
                  <a:lnTo>
                    <a:pt x="537921" y="23469"/>
                  </a:lnTo>
                  <a:lnTo>
                    <a:pt x="494538" y="10629"/>
                  </a:lnTo>
                  <a:lnTo>
                    <a:pt x="449287" y="2717"/>
                  </a:lnTo>
                  <a:lnTo>
                    <a:pt x="402463" y="0"/>
                  </a:lnTo>
                  <a:lnTo>
                    <a:pt x="355625" y="2717"/>
                  </a:lnTo>
                  <a:lnTo>
                    <a:pt x="310337" y="10629"/>
                  </a:lnTo>
                  <a:lnTo>
                    <a:pt x="266928" y="23469"/>
                  </a:lnTo>
                  <a:lnTo>
                    <a:pt x="225691" y="40906"/>
                  </a:lnTo>
                  <a:lnTo>
                    <a:pt x="186931" y="62649"/>
                  </a:lnTo>
                  <a:lnTo>
                    <a:pt x="150964" y="88392"/>
                  </a:lnTo>
                  <a:lnTo>
                    <a:pt x="118071" y="117830"/>
                  </a:lnTo>
                  <a:lnTo>
                    <a:pt x="88582" y="150660"/>
                  </a:lnTo>
                  <a:lnTo>
                    <a:pt x="62788" y="186588"/>
                  </a:lnTo>
                  <a:lnTo>
                    <a:pt x="40995" y="225298"/>
                  </a:lnTo>
                  <a:lnTo>
                    <a:pt x="23520" y="266496"/>
                  </a:lnTo>
                  <a:lnTo>
                    <a:pt x="10655" y="309880"/>
                  </a:lnTo>
                  <a:lnTo>
                    <a:pt x="2705" y="355130"/>
                  </a:lnTo>
                  <a:lnTo>
                    <a:pt x="0" y="401955"/>
                  </a:lnTo>
                  <a:lnTo>
                    <a:pt x="2705" y="448792"/>
                  </a:lnTo>
                  <a:lnTo>
                    <a:pt x="10655" y="494042"/>
                  </a:lnTo>
                  <a:lnTo>
                    <a:pt x="23520" y="537425"/>
                  </a:lnTo>
                  <a:lnTo>
                    <a:pt x="40995" y="578624"/>
                  </a:lnTo>
                  <a:lnTo>
                    <a:pt x="62788" y="617334"/>
                  </a:lnTo>
                  <a:lnTo>
                    <a:pt x="88582" y="653262"/>
                  </a:lnTo>
                  <a:lnTo>
                    <a:pt x="118071" y="686092"/>
                  </a:lnTo>
                  <a:lnTo>
                    <a:pt x="150964" y="715530"/>
                  </a:lnTo>
                  <a:lnTo>
                    <a:pt x="186931" y="741273"/>
                  </a:lnTo>
                  <a:lnTo>
                    <a:pt x="225691" y="763016"/>
                  </a:lnTo>
                  <a:lnTo>
                    <a:pt x="266928" y="780453"/>
                  </a:lnTo>
                  <a:lnTo>
                    <a:pt x="310337" y="793292"/>
                  </a:lnTo>
                  <a:lnTo>
                    <a:pt x="355625" y="801204"/>
                  </a:lnTo>
                  <a:lnTo>
                    <a:pt x="402463" y="803910"/>
                  </a:lnTo>
                  <a:lnTo>
                    <a:pt x="449199" y="801204"/>
                  </a:lnTo>
                  <a:lnTo>
                    <a:pt x="494385" y="793292"/>
                  </a:lnTo>
                  <a:lnTo>
                    <a:pt x="537718" y="780453"/>
                  </a:lnTo>
                  <a:lnTo>
                    <a:pt x="570179" y="766699"/>
                  </a:lnTo>
                  <a:lnTo>
                    <a:pt x="578891" y="763016"/>
                  </a:lnTo>
                  <a:lnTo>
                    <a:pt x="617601" y="741273"/>
                  </a:lnTo>
                  <a:lnTo>
                    <a:pt x="653542" y="715530"/>
                  </a:lnTo>
                  <a:lnTo>
                    <a:pt x="686396" y="686092"/>
                  </a:lnTo>
                  <a:lnTo>
                    <a:pt x="715873" y="653262"/>
                  </a:lnTo>
                  <a:lnTo>
                    <a:pt x="741641" y="617334"/>
                  </a:lnTo>
                  <a:lnTo>
                    <a:pt x="763422" y="578624"/>
                  </a:lnTo>
                  <a:lnTo>
                    <a:pt x="780897" y="537425"/>
                  </a:lnTo>
                  <a:lnTo>
                    <a:pt x="793750" y="494042"/>
                  </a:lnTo>
                  <a:lnTo>
                    <a:pt x="801700" y="448792"/>
                  </a:lnTo>
                  <a:lnTo>
                    <a:pt x="804418" y="40195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440166" y="4791075"/>
              <a:ext cx="1225550" cy="1225550"/>
            </a:xfrm>
            <a:custGeom>
              <a:avLst/>
              <a:gdLst/>
              <a:ahLst/>
              <a:cxnLst/>
              <a:rect l="l" t="t" r="r" b="b"/>
              <a:pathLst>
                <a:path w="1225550" h="1225550">
                  <a:moveTo>
                    <a:pt x="1225295" y="612266"/>
                  </a:moveTo>
                  <a:lnTo>
                    <a:pt x="1223389" y="660325"/>
                  </a:lnTo>
                  <a:lnTo>
                    <a:pt x="1217728" y="708031"/>
                  </a:lnTo>
                  <a:lnTo>
                    <a:pt x="1208397" y="755151"/>
                  </a:lnTo>
                  <a:lnTo>
                    <a:pt x="1195482" y="801454"/>
                  </a:lnTo>
                  <a:lnTo>
                    <a:pt x="1179067" y="846709"/>
                  </a:lnTo>
                  <a:lnTo>
                    <a:pt x="1158802" y="890361"/>
                  </a:lnTo>
                  <a:lnTo>
                    <a:pt x="1135178" y="932398"/>
                  </a:lnTo>
                  <a:lnTo>
                    <a:pt x="1108403" y="972484"/>
                  </a:lnTo>
                  <a:lnTo>
                    <a:pt x="1078683" y="1010285"/>
                  </a:lnTo>
                  <a:lnTo>
                    <a:pt x="1046226" y="1045463"/>
                  </a:lnTo>
                  <a:lnTo>
                    <a:pt x="1010789" y="1078031"/>
                  </a:lnTo>
                  <a:lnTo>
                    <a:pt x="972927" y="1107887"/>
                  </a:lnTo>
                  <a:lnTo>
                    <a:pt x="932895" y="1134755"/>
                  </a:lnTo>
                  <a:lnTo>
                    <a:pt x="890948" y="1158361"/>
                  </a:lnTo>
                  <a:lnTo>
                    <a:pt x="847343" y="1178433"/>
                  </a:lnTo>
                  <a:lnTo>
                    <a:pt x="802280" y="1195095"/>
                  </a:lnTo>
                  <a:lnTo>
                    <a:pt x="755973" y="1208161"/>
                  </a:lnTo>
                  <a:lnTo>
                    <a:pt x="708702" y="1217569"/>
                  </a:lnTo>
                  <a:lnTo>
                    <a:pt x="660749" y="1223258"/>
                  </a:lnTo>
                  <a:lnTo>
                    <a:pt x="612393" y="1225169"/>
                  </a:lnTo>
                  <a:lnTo>
                    <a:pt x="564335" y="1223258"/>
                  </a:lnTo>
                  <a:lnTo>
                    <a:pt x="516629" y="1217569"/>
                  </a:lnTo>
                  <a:lnTo>
                    <a:pt x="469509" y="1208161"/>
                  </a:lnTo>
                  <a:lnTo>
                    <a:pt x="423206" y="1195095"/>
                  </a:lnTo>
                  <a:lnTo>
                    <a:pt x="377951" y="1178433"/>
                  </a:lnTo>
                  <a:lnTo>
                    <a:pt x="334608" y="1158361"/>
                  </a:lnTo>
                  <a:lnTo>
                    <a:pt x="292752" y="1134755"/>
                  </a:lnTo>
                  <a:lnTo>
                    <a:pt x="252743" y="1107887"/>
                  </a:lnTo>
                  <a:lnTo>
                    <a:pt x="214940" y="1078031"/>
                  </a:lnTo>
                  <a:lnTo>
                    <a:pt x="179704" y="1045463"/>
                  </a:lnTo>
                  <a:lnTo>
                    <a:pt x="146943" y="1010285"/>
                  </a:lnTo>
                  <a:lnTo>
                    <a:pt x="117070" y="972484"/>
                  </a:lnTo>
                  <a:lnTo>
                    <a:pt x="90294" y="932398"/>
                  </a:lnTo>
                  <a:lnTo>
                    <a:pt x="66823" y="890361"/>
                  </a:lnTo>
                  <a:lnTo>
                    <a:pt x="46862" y="846709"/>
                  </a:lnTo>
                  <a:lnTo>
                    <a:pt x="30138" y="801844"/>
                  </a:lnTo>
                  <a:lnTo>
                    <a:pt x="17035" y="755590"/>
                  </a:lnTo>
                  <a:lnTo>
                    <a:pt x="7607" y="708323"/>
                  </a:lnTo>
                  <a:lnTo>
                    <a:pt x="1911" y="660423"/>
                  </a:lnTo>
                  <a:lnTo>
                    <a:pt x="0" y="612266"/>
                  </a:lnTo>
                  <a:lnTo>
                    <a:pt x="1911" y="564208"/>
                  </a:lnTo>
                  <a:lnTo>
                    <a:pt x="7607" y="516502"/>
                  </a:lnTo>
                  <a:lnTo>
                    <a:pt x="17035" y="469382"/>
                  </a:lnTo>
                  <a:lnTo>
                    <a:pt x="30138" y="423079"/>
                  </a:lnTo>
                  <a:lnTo>
                    <a:pt x="46862" y="377825"/>
                  </a:lnTo>
                  <a:lnTo>
                    <a:pt x="66823" y="334233"/>
                  </a:lnTo>
                  <a:lnTo>
                    <a:pt x="90294" y="292227"/>
                  </a:lnTo>
                  <a:lnTo>
                    <a:pt x="117070" y="252140"/>
                  </a:lnTo>
                  <a:lnTo>
                    <a:pt x="146943" y="214309"/>
                  </a:lnTo>
                  <a:lnTo>
                    <a:pt x="179704" y="179070"/>
                  </a:lnTo>
                  <a:lnTo>
                    <a:pt x="214940" y="146564"/>
                  </a:lnTo>
                  <a:lnTo>
                    <a:pt x="252743" y="116837"/>
                  </a:lnTo>
                  <a:lnTo>
                    <a:pt x="292752" y="90080"/>
                  </a:lnTo>
                  <a:lnTo>
                    <a:pt x="334608" y="66480"/>
                  </a:lnTo>
                  <a:lnTo>
                    <a:pt x="377951" y="46227"/>
                  </a:lnTo>
                  <a:lnTo>
                    <a:pt x="423011" y="29764"/>
                  </a:lnTo>
                  <a:lnTo>
                    <a:pt x="469290" y="16843"/>
                  </a:lnTo>
                  <a:lnTo>
                    <a:pt x="516483" y="7530"/>
                  </a:lnTo>
                  <a:lnTo>
                    <a:pt x="564286" y="1893"/>
                  </a:lnTo>
                  <a:lnTo>
                    <a:pt x="612393" y="0"/>
                  </a:lnTo>
                  <a:lnTo>
                    <a:pt x="660700" y="1893"/>
                  </a:lnTo>
                  <a:lnTo>
                    <a:pt x="708556" y="7530"/>
                  </a:lnTo>
                  <a:lnTo>
                    <a:pt x="755753" y="16843"/>
                  </a:lnTo>
                  <a:lnTo>
                    <a:pt x="802085" y="29764"/>
                  </a:lnTo>
                  <a:lnTo>
                    <a:pt x="847343" y="46227"/>
                  </a:lnTo>
                  <a:lnTo>
                    <a:pt x="890948" y="66480"/>
                  </a:lnTo>
                  <a:lnTo>
                    <a:pt x="932895" y="90080"/>
                  </a:lnTo>
                  <a:lnTo>
                    <a:pt x="972927" y="116837"/>
                  </a:lnTo>
                  <a:lnTo>
                    <a:pt x="1010789" y="146564"/>
                  </a:lnTo>
                  <a:lnTo>
                    <a:pt x="1046226" y="179070"/>
                  </a:lnTo>
                  <a:lnTo>
                    <a:pt x="1078683" y="214309"/>
                  </a:lnTo>
                  <a:lnTo>
                    <a:pt x="1108403" y="252140"/>
                  </a:lnTo>
                  <a:lnTo>
                    <a:pt x="1135178" y="292226"/>
                  </a:lnTo>
                  <a:lnTo>
                    <a:pt x="1158802" y="334233"/>
                  </a:lnTo>
                  <a:lnTo>
                    <a:pt x="1179067" y="377825"/>
                  </a:lnTo>
                  <a:lnTo>
                    <a:pt x="1195482" y="423128"/>
                  </a:lnTo>
                  <a:lnTo>
                    <a:pt x="1208397" y="469529"/>
                  </a:lnTo>
                  <a:lnTo>
                    <a:pt x="1217728" y="516722"/>
                  </a:lnTo>
                  <a:lnTo>
                    <a:pt x="1223389" y="564403"/>
                  </a:lnTo>
                  <a:lnTo>
                    <a:pt x="1225295" y="612266"/>
                  </a:lnTo>
                  <a:close/>
                </a:path>
                <a:path w="1225550" h="1225550">
                  <a:moveTo>
                    <a:pt x="1134617" y="612266"/>
                  </a:moveTo>
                  <a:lnTo>
                    <a:pt x="1132151" y="663467"/>
                  </a:lnTo>
                  <a:lnTo>
                    <a:pt x="1124791" y="714120"/>
                  </a:lnTo>
                  <a:lnTo>
                    <a:pt x="1112597" y="763821"/>
                  </a:lnTo>
                  <a:lnTo>
                    <a:pt x="1095628" y="812164"/>
                  </a:lnTo>
                  <a:lnTo>
                    <a:pt x="1073572" y="858389"/>
                  </a:lnTo>
                  <a:lnTo>
                    <a:pt x="1047194" y="902398"/>
                  </a:lnTo>
                  <a:lnTo>
                    <a:pt x="1016744" y="943645"/>
                  </a:lnTo>
                  <a:lnTo>
                    <a:pt x="982472" y="981583"/>
                  </a:lnTo>
                  <a:lnTo>
                    <a:pt x="944629" y="1015900"/>
                  </a:lnTo>
                  <a:lnTo>
                    <a:pt x="903668" y="1046289"/>
                  </a:lnTo>
                  <a:lnTo>
                    <a:pt x="859849" y="1072487"/>
                  </a:lnTo>
                  <a:lnTo>
                    <a:pt x="813434" y="1094232"/>
                  </a:lnTo>
                  <a:lnTo>
                    <a:pt x="765305" y="1111353"/>
                  </a:lnTo>
                  <a:lnTo>
                    <a:pt x="715581" y="1123759"/>
                  </a:lnTo>
                  <a:lnTo>
                    <a:pt x="664809" y="1131308"/>
                  </a:lnTo>
                  <a:lnTo>
                    <a:pt x="613536" y="1133855"/>
                  </a:lnTo>
                  <a:lnTo>
                    <a:pt x="562336" y="1131308"/>
                  </a:lnTo>
                  <a:lnTo>
                    <a:pt x="511682" y="1123759"/>
                  </a:lnTo>
                  <a:lnTo>
                    <a:pt x="461982" y="1111353"/>
                  </a:lnTo>
                  <a:lnTo>
                    <a:pt x="413638" y="1094232"/>
                  </a:lnTo>
                  <a:lnTo>
                    <a:pt x="367414" y="1072487"/>
                  </a:lnTo>
                  <a:lnTo>
                    <a:pt x="323405" y="1046289"/>
                  </a:lnTo>
                  <a:lnTo>
                    <a:pt x="282158" y="1015900"/>
                  </a:lnTo>
                  <a:lnTo>
                    <a:pt x="244220" y="981583"/>
                  </a:lnTo>
                  <a:lnTo>
                    <a:pt x="209885" y="943717"/>
                  </a:lnTo>
                  <a:lnTo>
                    <a:pt x="179466" y="902588"/>
                  </a:lnTo>
                  <a:lnTo>
                    <a:pt x="153263" y="858603"/>
                  </a:lnTo>
                  <a:lnTo>
                    <a:pt x="131572" y="812164"/>
                  </a:lnTo>
                  <a:lnTo>
                    <a:pt x="114450" y="764035"/>
                  </a:lnTo>
                  <a:lnTo>
                    <a:pt x="102044" y="714311"/>
                  </a:lnTo>
                  <a:lnTo>
                    <a:pt x="94495" y="663539"/>
                  </a:lnTo>
                  <a:lnTo>
                    <a:pt x="91948" y="612266"/>
                  </a:lnTo>
                  <a:lnTo>
                    <a:pt x="94495" y="561086"/>
                  </a:lnTo>
                  <a:lnTo>
                    <a:pt x="102044" y="510476"/>
                  </a:lnTo>
                  <a:lnTo>
                    <a:pt x="114450" y="460819"/>
                  </a:lnTo>
                  <a:lnTo>
                    <a:pt x="131572" y="412496"/>
                  </a:lnTo>
                  <a:lnTo>
                    <a:pt x="153263" y="366295"/>
                  </a:lnTo>
                  <a:lnTo>
                    <a:pt x="179466" y="322453"/>
                  </a:lnTo>
                  <a:lnTo>
                    <a:pt x="209885" y="281372"/>
                  </a:lnTo>
                  <a:lnTo>
                    <a:pt x="244220" y="243459"/>
                  </a:lnTo>
                  <a:lnTo>
                    <a:pt x="282086" y="209117"/>
                  </a:lnTo>
                  <a:lnTo>
                    <a:pt x="323214" y="178562"/>
                  </a:lnTo>
                  <a:lnTo>
                    <a:pt x="367200" y="152197"/>
                  </a:lnTo>
                  <a:lnTo>
                    <a:pt x="413638" y="130428"/>
                  </a:lnTo>
                  <a:lnTo>
                    <a:pt x="461768" y="113387"/>
                  </a:lnTo>
                  <a:lnTo>
                    <a:pt x="511492" y="101155"/>
                  </a:lnTo>
                  <a:lnTo>
                    <a:pt x="562264" y="93781"/>
                  </a:lnTo>
                  <a:lnTo>
                    <a:pt x="613536" y="91312"/>
                  </a:lnTo>
                  <a:lnTo>
                    <a:pt x="664737" y="93781"/>
                  </a:lnTo>
                  <a:lnTo>
                    <a:pt x="715390" y="101155"/>
                  </a:lnTo>
                  <a:lnTo>
                    <a:pt x="765091" y="113387"/>
                  </a:lnTo>
                  <a:lnTo>
                    <a:pt x="813434" y="130428"/>
                  </a:lnTo>
                  <a:lnTo>
                    <a:pt x="859420" y="152197"/>
                  </a:lnTo>
                  <a:lnTo>
                    <a:pt x="903287" y="178562"/>
                  </a:lnTo>
                  <a:lnTo>
                    <a:pt x="944487" y="209117"/>
                  </a:lnTo>
                  <a:lnTo>
                    <a:pt x="982472" y="243459"/>
                  </a:lnTo>
                  <a:lnTo>
                    <a:pt x="1016744" y="281301"/>
                  </a:lnTo>
                  <a:lnTo>
                    <a:pt x="1047194" y="322262"/>
                  </a:lnTo>
                  <a:lnTo>
                    <a:pt x="1073572" y="366081"/>
                  </a:lnTo>
                  <a:lnTo>
                    <a:pt x="1095628" y="412496"/>
                  </a:lnTo>
                  <a:lnTo>
                    <a:pt x="1112383" y="460819"/>
                  </a:lnTo>
                  <a:lnTo>
                    <a:pt x="1124600" y="510476"/>
                  </a:lnTo>
                  <a:lnTo>
                    <a:pt x="1132079" y="561085"/>
                  </a:lnTo>
                  <a:lnTo>
                    <a:pt x="1134617" y="612266"/>
                  </a:lnTo>
                  <a:close/>
                </a:path>
              </a:pathLst>
            </a:custGeom>
            <a:ln w="1905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69324" y="4768087"/>
              <a:ext cx="141731" cy="5943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9025509" y="4733289"/>
              <a:ext cx="81280" cy="109855"/>
            </a:xfrm>
            <a:custGeom>
              <a:avLst/>
              <a:gdLst/>
              <a:ahLst/>
              <a:cxnLst/>
              <a:rect l="l" t="t" r="r" b="b"/>
              <a:pathLst>
                <a:path w="81279" h="109854">
                  <a:moveTo>
                    <a:pt x="0" y="0"/>
                  </a:moveTo>
                  <a:lnTo>
                    <a:pt x="0" y="109727"/>
                  </a:lnTo>
                  <a:lnTo>
                    <a:pt x="81025" y="54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42653" y="5425820"/>
              <a:ext cx="61214" cy="13614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9518396" y="5375275"/>
              <a:ext cx="109855" cy="81280"/>
            </a:xfrm>
            <a:custGeom>
              <a:avLst/>
              <a:gdLst/>
              <a:ahLst/>
              <a:cxnLst/>
              <a:rect l="l" t="t" r="r" b="b"/>
              <a:pathLst>
                <a:path w="109854" h="81279">
                  <a:moveTo>
                    <a:pt x="109727" y="0"/>
                  </a:moveTo>
                  <a:lnTo>
                    <a:pt x="0" y="0"/>
                  </a:lnTo>
                  <a:lnTo>
                    <a:pt x="54863" y="8102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4080" y="5256148"/>
              <a:ext cx="48641" cy="15621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8483473" y="5375275"/>
              <a:ext cx="109855" cy="81280"/>
            </a:xfrm>
            <a:custGeom>
              <a:avLst/>
              <a:gdLst/>
              <a:ahLst/>
              <a:cxnLst/>
              <a:rect l="l" t="t" r="r" b="b"/>
              <a:pathLst>
                <a:path w="109854" h="81279">
                  <a:moveTo>
                    <a:pt x="54863" y="0"/>
                  </a:moveTo>
                  <a:lnTo>
                    <a:pt x="0" y="81025"/>
                  </a:lnTo>
                  <a:lnTo>
                    <a:pt x="109854" y="81025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26576" y="5992719"/>
              <a:ext cx="99000" cy="4740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8999601" y="5964173"/>
              <a:ext cx="81280" cy="109855"/>
            </a:xfrm>
            <a:custGeom>
              <a:avLst/>
              <a:gdLst/>
              <a:ahLst/>
              <a:cxnLst/>
              <a:rect l="l" t="t" r="r" b="b"/>
              <a:pathLst>
                <a:path w="81279" h="109854">
                  <a:moveTo>
                    <a:pt x="81025" y="0"/>
                  </a:moveTo>
                  <a:lnTo>
                    <a:pt x="0" y="54863"/>
                  </a:lnTo>
                  <a:lnTo>
                    <a:pt x="81025" y="109854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13428281" y="4250118"/>
            <a:ext cx="4168140" cy="2700655"/>
            <a:chOff x="13428281" y="4250118"/>
            <a:chExt cx="4168140" cy="2700655"/>
          </a:xfrm>
        </p:grpSpPr>
        <p:sp>
          <p:nvSpPr>
            <p:cNvPr id="26" name="object 26" descr=""/>
            <p:cNvSpPr/>
            <p:nvPr/>
          </p:nvSpPr>
          <p:spPr>
            <a:xfrm>
              <a:off x="13433043" y="4254880"/>
              <a:ext cx="4158615" cy="2691130"/>
            </a:xfrm>
            <a:custGeom>
              <a:avLst/>
              <a:gdLst/>
              <a:ahLst/>
              <a:cxnLst/>
              <a:rect l="l" t="t" r="r" b="b"/>
              <a:pathLst>
                <a:path w="4158615" h="2691129">
                  <a:moveTo>
                    <a:pt x="0" y="113030"/>
                  </a:moveTo>
                  <a:lnTo>
                    <a:pt x="8893" y="69008"/>
                  </a:lnTo>
                  <a:lnTo>
                    <a:pt x="33147" y="33083"/>
                  </a:lnTo>
                  <a:lnTo>
                    <a:pt x="69115" y="8874"/>
                  </a:lnTo>
                  <a:lnTo>
                    <a:pt x="113157" y="0"/>
                  </a:lnTo>
                  <a:lnTo>
                    <a:pt x="4044950" y="0"/>
                  </a:lnTo>
                  <a:lnTo>
                    <a:pt x="4088991" y="8874"/>
                  </a:lnTo>
                  <a:lnTo>
                    <a:pt x="4124959" y="33083"/>
                  </a:lnTo>
                  <a:lnTo>
                    <a:pt x="4149213" y="69008"/>
                  </a:lnTo>
                  <a:lnTo>
                    <a:pt x="4158107" y="113030"/>
                  </a:lnTo>
                  <a:lnTo>
                    <a:pt x="4158107" y="2577846"/>
                  </a:lnTo>
                  <a:lnTo>
                    <a:pt x="4149213" y="2621887"/>
                  </a:lnTo>
                  <a:lnTo>
                    <a:pt x="4124959" y="2657856"/>
                  </a:lnTo>
                  <a:lnTo>
                    <a:pt x="4088991" y="2682109"/>
                  </a:lnTo>
                  <a:lnTo>
                    <a:pt x="4044950" y="2691003"/>
                  </a:lnTo>
                  <a:lnTo>
                    <a:pt x="113157" y="2691003"/>
                  </a:lnTo>
                  <a:lnTo>
                    <a:pt x="69115" y="2682109"/>
                  </a:lnTo>
                  <a:lnTo>
                    <a:pt x="33147" y="2657856"/>
                  </a:lnTo>
                  <a:lnTo>
                    <a:pt x="8893" y="2621887"/>
                  </a:lnTo>
                  <a:lnTo>
                    <a:pt x="0" y="2577846"/>
                  </a:lnTo>
                  <a:lnTo>
                    <a:pt x="0" y="113030"/>
                  </a:lnTo>
                  <a:close/>
                </a:path>
              </a:pathLst>
            </a:custGeom>
            <a:ln w="9525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07239" y="5921222"/>
              <a:ext cx="1072246" cy="84596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015995" y="5429836"/>
              <a:ext cx="1251794" cy="52063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61792" y="4641608"/>
              <a:ext cx="1990090" cy="47839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749654" y="4616119"/>
              <a:ext cx="1177544" cy="40342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90294" y="6138824"/>
              <a:ext cx="1630680" cy="438886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727679" y="5405666"/>
              <a:ext cx="1527305" cy="37638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13651484" y="3696157"/>
            <a:ext cx="37077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20" b="1">
                <a:solidFill>
                  <a:srgbClr val="0074A1"/>
                </a:solidFill>
                <a:latin typeface="Calibri"/>
                <a:cs typeface="Calibri"/>
              </a:rPr>
              <a:t>Third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45" b="1">
                <a:solidFill>
                  <a:srgbClr val="0074A1"/>
                </a:solidFill>
                <a:latin typeface="Calibri"/>
                <a:cs typeface="Calibri"/>
              </a:rPr>
              <a:t>Party</a:t>
            </a:r>
            <a:r>
              <a:rPr dirty="0" sz="2000" spc="13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85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638026" y="5462396"/>
            <a:ext cx="1597152" cy="455422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638026" y="4895977"/>
            <a:ext cx="1597152" cy="455422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9123426" y="7696851"/>
            <a:ext cx="986155" cy="3359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ksqlDB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072385" y="7939802"/>
            <a:ext cx="2011045" cy="3359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000" spc="260" b="1">
                <a:solidFill>
                  <a:srgbClr val="0074A1"/>
                </a:solidFill>
                <a:latin typeface="Calibri"/>
                <a:cs typeface="Calibri"/>
              </a:rPr>
              <a:t>Producer</a:t>
            </a:r>
            <a:r>
              <a:rPr dirty="0" sz="2000" spc="12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08838"/>
            <a:ext cx="1446974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Step</a:t>
            </a:r>
            <a:r>
              <a:rPr dirty="0" sz="4000" spc="-10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3:</a:t>
            </a:r>
            <a:r>
              <a:rPr dirty="0" sz="4000" spc="-9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JMS에서</a:t>
            </a:r>
            <a:r>
              <a:rPr dirty="0" sz="4000" spc="-100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벗어나</a:t>
            </a:r>
            <a:r>
              <a:rPr dirty="0" sz="4000" spc="-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새로운</a:t>
            </a:r>
            <a:r>
              <a:rPr dirty="0" sz="4000" spc="-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이벤트</a:t>
            </a:r>
            <a:r>
              <a:rPr dirty="0" sz="4000" spc="-9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기반</a:t>
            </a:r>
            <a:r>
              <a:rPr dirty="0" sz="4000" spc="-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b="0">
                <a:solidFill>
                  <a:srgbClr val="173360"/>
                </a:solidFill>
                <a:latin typeface="Malgun Gothic"/>
                <a:cs typeface="Malgun Gothic"/>
              </a:rPr>
              <a:t>패턴으로</a:t>
            </a:r>
            <a:r>
              <a:rPr dirty="0" sz="4000" spc="-85" b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spc="-20" b="0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endParaRPr sz="4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73100" y="1157477"/>
            <a:ext cx="426847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173360"/>
                </a:solidFill>
                <a:latin typeface="Malgun Gothic"/>
                <a:cs typeface="Malgun Gothic"/>
              </a:rPr>
              <a:t>애플리케이션</a:t>
            </a:r>
            <a:r>
              <a:rPr dirty="0" sz="4000" spc="-20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000" spc="-25">
                <a:solidFill>
                  <a:srgbClr val="173360"/>
                </a:solidFill>
                <a:latin typeface="Malgun Gothic"/>
                <a:cs typeface="Malgun Gothic"/>
              </a:rPr>
              <a:t>구축</a:t>
            </a:r>
            <a:endParaRPr sz="4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24932" y="7199121"/>
            <a:ext cx="13303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70" b="1">
                <a:solidFill>
                  <a:srgbClr val="040430"/>
                </a:solidFill>
                <a:latin typeface="Calibri"/>
                <a:cs typeface="Calibri"/>
              </a:rPr>
              <a:t>Kafka</a:t>
            </a:r>
            <a:r>
              <a:rPr dirty="0" sz="2000" spc="114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2000" spc="254" b="1">
                <a:solidFill>
                  <a:srgbClr val="040430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4045" y="2655951"/>
            <a:ext cx="3081654" cy="45542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38650" y="7565135"/>
            <a:ext cx="3183001" cy="45542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985898" y="3331845"/>
            <a:ext cx="21532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14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927605" y="2339975"/>
            <a:ext cx="2305050" cy="1520190"/>
            <a:chOff x="1927605" y="2339975"/>
            <a:chExt cx="2305050" cy="152019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6811" y="2526156"/>
              <a:ext cx="750697" cy="75120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937130" y="2349500"/>
              <a:ext cx="2286000" cy="1501140"/>
            </a:xfrm>
            <a:custGeom>
              <a:avLst/>
              <a:gdLst/>
              <a:ahLst/>
              <a:cxnLst/>
              <a:rect l="l" t="t" r="r" b="b"/>
              <a:pathLst>
                <a:path w="2286000" h="1501139">
                  <a:moveTo>
                    <a:pt x="0" y="74802"/>
                  </a:moveTo>
                  <a:lnTo>
                    <a:pt x="5883" y="45702"/>
                  </a:lnTo>
                  <a:lnTo>
                    <a:pt x="21923" y="21923"/>
                  </a:lnTo>
                  <a:lnTo>
                    <a:pt x="45702" y="5883"/>
                  </a:lnTo>
                  <a:lnTo>
                    <a:pt x="74802" y="0"/>
                  </a:lnTo>
                  <a:lnTo>
                    <a:pt x="2211070" y="0"/>
                  </a:lnTo>
                  <a:lnTo>
                    <a:pt x="2240244" y="5883"/>
                  </a:lnTo>
                  <a:lnTo>
                    <a:pt x="2264060" y="21923"/>
                  </a:lnTo>
                  <a:lnTo>
                    <a:pt x="2280114" y="45702"/>
                  </a:lnTo>
                  <a:lnTo>
                    <a:pt x="2285999" y="74802"/>
                  </a:lnTo>
                  <a:lnTo>
                    <a:pt x="2285999" y="1426209"/>
                  </a:lnTo>
                  <a:lnTo>
                    <a:pt x="2280114" y="1455384"/>
                  </a:lnTo>
                  <a:lnTo>
                    <a:pt x="2264060" y="1479200"/>
                  </a:lnTo>
                  <a:lnTo>
                    <a:pt x="2240244" y="1495254"/>
                  </a:lnTo>
                  <a:lnTo>
                    <a:pt x="2211070" y="1501139"/>
                  </a:lnTo>
                  <a:lnTo>
                    <a:pt x="74802" y="1501139"/>
                  </a:lnTo>
                  <a:lnTo>
                    <a:pt x="45702" y="1495254"/>
                  </a:lnTo>
                  <a:lnTo>
                    <a:pt x="21923" y="1479200"/>
                  </a:lnTo>
                  <a:lnTo>
                    <a:pt x="5883" y="1455384"/>
                  </a:lnTo>
                  <a:lnTo>
                    <a:pt x="0" y="1426209"/>
                  </a:lnTo>
                  <a:lnTo>
                    <a:pt x="0" y="74802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6811" y="7040118"/>
            <a:ext cx="750697" cy="751205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681217" y="2245868"/>
            <a:ext cx="6978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90" b="1">
                <a:solidFill>
                  <a:srgbClr val="040430"/>
                </a:solidFill>
                <a:latin typeface="Calibri"/>
                <a:cs typeface="Calibri"/>
              </a:rPr>
              <a:t>Push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847330" y="2146173"/>
            <a:ext cx="3592829" cy="6445250"/>
          </a:xfrm>
          <a:custGeom>
            <a:avLst/>
            <a:gdLst/>
            <a:ahLst/>
            <a:cxnLst/>
            <a:rect l="l" t="t" r="r" b="b"/>
            <a:pathLst>
              <a:path w="3592829" h="6445250">
                <a:moveTo>
                  <a:pt x="3459734" y="0"/>
                </a:moveTo>
                <a:lnTo>
                  <a:pt x="133096" y="0"/>
                </a:lnTo>
                <a:lnTo>
                  <a:pt x="91017" y="6782"/>
                </a:lnTo>
                <a:lnTo>
                  <a:pt x="54479" y="25672"/>
                </a:lnTo>
                <a:lnTo>
                  <a:pt x="25672" y="54479"/>
                </a:lnTo>
                <a:lnTo>
                  <a:pt x="6782" y="91017"/>
                </a:lnTo>
                <a:lnTo>
                  <a:pt x="0" y="133096"/>
                </a:lnTo>
                <a:lnTo>
                  <a:pt x="0" y="6312154"/>
                </a:lnTo>
                <a:lnTo>
                  <a:pt x="6782" y="6354232"/>
                </a:lnTo>
                <a:lnTo>
                  <a:pt x="25672" y="6390770"/>
                </a:lnTo>
                <a:lnTo>
                  <a:pt x="54479" y="6419577"/>
                </a:lnTo>
                <a:lnTo>
                  <a:pt x="91017" y="6438467"/>
                </a:lnTo>
                <a:lnTo>
                  <a:pt x="133096" y="6445250"/>
                </a:lnTo>
                <a:lnTo>
                  <a:pt x="3459734" y="6445250"/>
                </a:lnTo>
                <a:lnTo>
                  <a:pt x="3501812" y="6438467"/>
                </a:lnTo>
                <a:lnTo>
                  <a:pt x="3538350" y="6419577"/>
                </a:lnTo>
                <a:lnTo>
                  <a:pt x="3567157" y="6390770"/>
                </a:lnTo>
                <a:lnTo>
                  <a:pt x="3586047" y="6354232"/>
                </a:lnTo>
                <a:lnTo>
                  <a:pt x="3592829" y="6312154"/>
                </a:lnTo>
                <a:lnTo>
                  <a:pt x="3592829" y="133096"/>
                </a:lnTo>
                <a:lnTo>
                  <a:pt x="3586047" y="91017"/>
                </a:lnTo>
                <a:lnTo>
                  <a:pt x="3567157" y="54479"/>
                </a:lnTo>
                <a:lnTo>
                  <a:pt x="3538350" y="25672"/>
                </a:lnTo>
                <a:lnTo>
                  <a:pt x="3501812" y="6782"/>
                </a:lnTo>
                <a:lnTo>
                  <a:pt x="3459734" y="0"/>
                </a:lnTo>
                <a:close/>
              </a:path>
            </a:pathLst>
          </a:custGeom>
          <a:solidFill>
            <a:srgbClr val="E6F5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503411" y="3549522"/>
            <a:ext cx="22802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15" b="1">
                <a:solidFill>
                  <a:srgbClr val="0074A1"/>
                </a:solidFill>
                <a:latin typeface="Calibri"/>
                <a:cs typeface="Calibri"/>
              </a:rPr>
              <a:t>Schema</a:t>
            </a:r>
            <a:r>
              <a:rPr dirty="0" sz="2000" spc="12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35" b="1">
                <a:solidFill>
                  <a:srgbClr val="0074A1"/>
                </a:solidFill>
                <a:latin typeface="Calibri"/>
                <a:cs typeface="Calibri"/>
              </a:rPr>
              <a:t>Registry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430641" y="2640329"/>
            <a:ext cx="2460625" cy="5448935"/>
            <a:chOff x="8430641" y="2640329"/>
            <a:chExt cx="2460625" cy="5448935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23248" y="2640329"/>
              <a:ext cx="750697" cy="75069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13672" y="6738911"/>
              <a:ext cx="604304" cy="83816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52431" y="5026952"/>
              <a:ext cx="838796" cy="8387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8648446" y="5002021"/>
              <a:ext cx="804545" cy="803910"/>
            </a:xfrm>
            <a:custGeom>
              <a:avLst/>
              <a:gdLst/>
              <a:ahLst/>
              <a:cxnLst/>
              <a:rect l="l" t="t" r="r" b="b"/>
              <a:pathLst>
                <a:path w="804545" h="803910">
                  <a:moveTo>
                    <a:pt x="648716" y="393446"/>
                  </a:moveTo>
                  <a:lnTo>
                    <a:pt x="633183" y="392404"/>
                  </a:lnTo>
                  <a:lnTo>
                    <a:pt x="586994" y="390271"/>
                  </a:lnTo>
                  <a:lnTo>
                    <a:pt x="502119" y="388112"/>
                  </a:lnTo>
                  <a:lnTo>
                    <a:pt x="504761" y="388112"/>
                  </a:lnTo>
                  <a:lnTo>
                    <a:pt x="416814" y="387096"/>
                  </a:lnTo>
                  <a:lnTo>
                    <a:pt x="416750" y="361061"/>
                  </a:lnTo>
                  <a:lnTo>
                    <a:pt x="416699" y="340868"/>
                  </a:lnTo>
                  <a:lnTo>
                    <a:pt x="416648" y="329692"/>
                  </a:lnTo>
                  <a:lnTo>
                    <a:pt x="416534" y="320040"/>
                  </a:lnTo>
                  <a:lnTo>
                    <a:pt x="416420" y="309753"/>
                  </a:lnTo>
                  <a:lnTo>
                    <a:pt x="416344" y="304419"/>
                  </a:lnTo>
                  <a:lnTo>
                    <a:pt x="415886" y="283337"/>
                  </a:lnTo>
                  <a:lnTo>
                    <a:pt x="415798" y="279146"/>
                  </a:lnTo>
                  <a:lnTo>
                    <a:pt x="414261" y="221742"/>
                  </a:lnTo>
                  <a:lnTo>
                    <a:pt x="414147" y="217424"/>
                  </a:lnTo>
                  <a:lnTo>
                    <a:pt x="410972" y="156337"/>
                  </a:lnTo>
                  <a:lnTo>
                    <a:pt x="393446" y="156337"/>
                  </a:lnTo>
                  <a:lnTo>
                    <a:pt x="392391" y="171564"/>
                  </a:lnTo>
                  <a:lnTo>
                    <a:pt x="390271" y="217424"/>
                  </a:lnTo>
                  <a:lnTo>
                    <a:pt x="388620" y="279146"/>
                  </a:lnTo>
                  <a:lnTo>
                    <a:pt x="388112" y="329692"/>
                  </a:lnTo>
                  <a:lnTo>
                    <a:pt x="383019" y="318096"/>
                  </a:lnTo>
                  <a:lnTo>
                    <a:pt x="342392" y="227076"/>
                  </a:lnTo>
                  <a:lnTo>
                    <a:pt x="323024" y="185470"/>
                  </a:lnTo>
                  <a:lnTo>
                    <a:pt x="316357" y="171704"/>
                  </a:lnTo>
                  <a:lnTo>
                    <a:pt x="300355" y="178054"/>
                  </a:lnTo>
                  <a:lnTo>
                    <a:pt x="305358" y="192735"/>
                  </a:lnTo>
                  <a:lnTo>
                    <a:pt x="310578" y="207264"/>
                  </a:lnTo>
                  <a:lnTo>
                    <a:pt x="321183" y="236093"/>
                  </a:lnTo>
                  <a:lnTo>
                    <a:pt x="342900" y="293497"/>
                  </a:lnTo>
                  <a:lnTo>
                    <a:pt x="347370" y="305473"/>
                  </a:lnTo>
                  <a:lnTo>
                    <a:pt x="351993" y="317373"/>
                  </a:lnTo>
                  <a:lnTo>
                    <a:pt x="356730" y="329184"/>
                  </a:lnTo>
                  <a:lnTo>
                    <a:pt x="361569" y="340868"/>
                  </a:lnTo>
                  <a:lnTo>
                    <a:pt x="352425" y="332041"/>
                  </a:lnTo>
                  <a:lnTo>
                    <a:pt x="334429" y="314464"/>
                  </a:lnTo>
                  <a:lnTo>
                    <a:pt x="325374" y="305689"/>
                  </a:lnTo>
                  <a:lnTo>
                    <a:pt x="280670" y="263144"/>
                  </a:lnTo>
                  <a:lnTo>
                    <a:pt x="234950" y="221742"/>
                  </a:lnTo>
                  <a:lnTo>
                    <a:pt x="222758" y="233934"/>
                  </a:lnTo>
                  <a:lnTo>
                    <a:pt x="232905" y="245668"/>
                  </a:lnTo>
                  <a:lnTo>
                    <a:pt x="253555" y="268287"/>
                  </a:lnTo>
                  <a:lnTo>
                    <a:pt x="263652" y="279654"/>
                  </a:lnTo>
                  <a:lnTo>
                    <a:pt x="341376" y="361061"/>
                  </a:lnTo>
                  <a:lnTo>
                    <a:pt x="317944" y="351497"/>
                  </a:lnTo>
                  <a:lnTo>
                    <a:pt x="306184" y="346875"/>
                  </a:lnTo>
                  <a:lnTo>
                    <a:pt x="237109" y="320040"/>
                  </a:lnTo>
                  <a:lnTo>
                    <a:pt x="193509" y="304723"/>
                  </a:lnTo>
                  <a:lnTo>
                    <a:pt x="179197" y="299847"/>
                  </a:lnTo>
                  <a:lnTo>
                    <a:pt x="172212" y="315849"/>
                  </a:lnTo>
                  <a:lnTo>
                    <a:pt x="186182" y="322529"/>
                  </a:lnTo>
                  <a:lnTo>
                    <a:pt x="228092" y="341884"/>
                  </a:lnTo>
                  <a:lnTo>
                    <a:pt x="318592" y="382231"/>
                  </a:lnTo>
                  <a:lnTo>
                    <a:pt x="330200" y="387096"/>
                  </a:lnTo>
                  <a:lnTo>
                    <a:pt x="217932" y="389763"/>
                  </a:lnTo>
                  <a:lnTo>
                    <a:pt x="172059" y="391896"/>
                  </a:lnTo>
                  <a:lnTo>
                    <a:pt x="156845" y="392938"/>
                  </a:lnTo>
                  <a:lnTo>
                    <a:pt x="156845" y="409956"/>
                  </a:lnTo>
                  <a:lnTo>
                    <a:pt x="172059" y="410959"/>
                  </a:lnTo>
                  <a:lnTo>
                    <a:pt x="189826" y="411861"/>
                  </a:lnTo>
                  <a:lnTo>
                    <a:pt x="190169" y="411861"/>
                  </a:lnTo>
                  <a:lnTo>
                    <a:pt x="217932" y="413131"/>
                  </a:lnTo>
                  <a:lnTo>
                    <a:pt x="279654" y="415290"/>
                  </a:lnTo>
                  <a:lnTo>
                    <a:pt x="306768" y="415886"/>
                  </a:lnTo>
                  <a:lnTo>
                    <a:pt x="345287" y="416306"/>
                  </a:lnTo>
                  <a:lnTo>
                    <a:pt x="388112" y="416306"/>
                  </a:lnTo>
                  <a:lnTo>
                    <a:pt x="388124" y="430999"/>
                  </a:lnTo>
                  <a:lnTo>
                    <a:pt x="388239" y="460184"/>
                  </a:lnTo>
                  <a:lnTo>
                    <a:pt x="388353" y="472694"/>
                  </a:lnTo>
                  <a:lnTo>
                    <a:pt x="388467" y="479044"/>
                  </a:lnTo>
                  <a:lnTo>
                    <a:pt x="388581" y="485673"/>
                  </a:lnTo>
                  <a:lnTo>
                    <a:pt x="388708" y="492556"/>
                  </a:lnTo>
                  <a:lnTo>
                    <a:pt x="388835" y="498475"/>
                  </a:lnTo>
                  <a:lnTo>
                    <a:pt x="389737" y="523748"/>
                  </a:lnTo>
                  <a:lnTo>
                    <a:pt x="391033" y="575818"/>
                  </a:lnTo>
                  <a:lnTo>
                    <a:pt x="391147" y="580644"/>
                  </a:lnTo>
                  <a:lnTo>
                    <a:pt x="391185" y="582002"/>
                  </a:lnTo>
                  <a:lnTo>
                    <a:pt x="391287" y="585978"/>
                  </a:lnTo>
                  <a:lnTo>
                    <a:pt x="392049" y="601218"/>
                  </a:lnTo>
                  <a:lnTo>
                    <a:pt x="392722" y="616585"/>
                  </a:lnTo>
                  <a:lnTo>
                    <a:pt x="393458" y="631698"/>
                  </a:lnTo>
                  <a:lnTo>
                    <a:pt x="394462" y="647573"/>
                  </a:lnTo>
                  <a:lnTo>
                    <a:pt x="410464" y="647573"/>
                  </a:lnTo>
                  <a:lnTo>
                    <a:pt x="411454" y="632066"/>
                  </a:lnTo>
                  <a:lnTo>
                    <a:pt x="412165" y="617931"/>
                  </a:lnTo>
                  <a:lnTo>
                    <a:pt x="413639" y="585978"/>
                  </a:lnTo>
                  <a:lnTo>
                    <a:pt x="415290" y="524256"/>
                  </a:lnTo>
                  <a:lnTo>
                    <a:pt x="415874" y="511416"/>
                  </a:lnTo>
                  <a:lnTo>
                    <a:pt x="416077" y="502412"/>
                  </a:lnTo>
                  <a:lnTo>
                    <a:pt x="416204" y="492556"/>
                  </a:lnTo>
                  <a:lnTo>
                    <a:pt x="416306" y="472694"/>
                  </a:lnTo>
                  <a:lnTo>
                    <a:pt x="421474" y="484606"/>
                  </a:lnTo>
                  <a:lnTo>
                    <a:pt x="427253" y="497560"/>
                  </a:lnTo>
                  <a:lnTo>
                    <a:pt x="432054" y="508165"/>
                  </a:lnTo>
                  <a:lnTo>
                    <a:pt x="437515" y="520065"/>
                  </a:lnTo>
                  <a:lnTo>
                    <a:pt x="462534" y="575818"/>
                  </a:lnTo>
                  <a:lnTo>
                    <a:pt x="469214" y="589876"/>
                  </a:lnTo>
                  <a:lnTo>
                    <a:pt x="475792" y="603948"/>
                  </a:lnTo>
                  <a:lnTo>
                    <a:pt x="482384" y="617931"/>
                  </a:lnTo>
                  <a:lnTo>
                    <a:pt x="489077" y="631698"/>
                  </a:lnTo>
                  <a:lnTo>
                    <a:pt x="503555" y="625856"/>
                  </a:lnTo>
                  <a:lnTo>
                    <a:pt x="498627" y="611174"/>
                  </a:lnTo>
                  <a:lnTo>
                    <a:pt x="493585" y="596582"/>
                  </a:lnTo>
                  <a:lnTo>
                    <a:pt x="488442" y="582002"/>
                  </a:lnTo>
                  <a:lnTo>
                    <a:pt x="483235" y="567309"/>
                  </a:lnTo>
                  <a:lnTo>
                    <a:pt x="461518" y="509905"/>
                  </a:lnTo>
                  <a:lnTo>
                    <a:pt x="457022" y="497827"/>
                  </a:lnTo>
                  <a:lnTo>
                    <a:pt x="452374" y="485673"/>
                  </a:lnTo>
                  <a:lnTo>
                    <a:pt x="447281" y="472694"/>
                  </a:lnTo>
                  <a:lnTo>
                    <a:pt x="442849" y="461518"/>
                  </a:lnTo>
                  <a:lnTo>
                    <a:pt x="461302" y="479767"/>
                  </a:lnTo>
                  <a:lnTo>
                    <a:pt x="470611" y="488797"/>
                  </a:lnTo>
                  <a:lnTo>
                    <a:pt x="524764" y="539623"/>
                  </a:lnTo>
                  <a:lnTo>
                    <a:pt x="559028" y="570560"/>
                  </a:lnTo>
                  <a:lnTo>
                    <a:pt x="570484" y="580644"/>
                  </a:lnTo>
                  <a:lnTo>
                    <a:pt x="581660" y="569468"/>
                  </a:lnTo>
                  <a:lnTo>
                    <a:pt x="540766" y="523748"/>
                  </a:lnTo>
                  <a:lnTo>
                    <a:pt x="489851" y="469582"/>
                  </a:lnTo>
                  <a:lnTo>
                    <a:pt x="462534" y="441325"/>
                  </a:lnTo>
                  <a:lnTo>
                    <a:pt x="498983" y="455828"/>
                  </a:lnTo>
                  <a:lnTo>
                    <a:pt x="568325" y="482219"/>
                  </a:lnTo>
                  <a:lnTo>
                    <a:pt x="612178" y="497560"/>
                  </a:lnTo>
                  <a:lnTo>
                    <a:pt x="626872" y="502412"/>
                  </a:lnTo>
                  <a:lnTo>
                    <a:pt x="632714" y="488061"/>
                  </a:lnTo>
                  <a:lnTo>
                    <a:pt x="618998" y="481380"/>
                  </a:lnTo>
                  <a:lnTo>
                    <a:pt x="591172" y="468210"/>
                  </a:lnTo>
                  <a:lnTo>
                    <a:pt x="577469" y="461518"/>
                  </a:lnTo>
                  <a:lnTo>
                    <a:pt x="531952" y="441325"/>
                  </a:lnTo>
                  <a:lnTo>
                    <a:pt x="521081" y="436499"/>
                  </a:lnTo>
                  <a:lnTo>
                    <a:pt x="509295" y="430999"/>
                  </a:lnTo>
                  <a:lnTo>
                    <a:pt x="473710" y="415290"/>
                  </a:lnTo>
                  <a:lnTo>
                    <a:pt x="494042" y="415290"/>
                  </a:lnTo>
                  <a:lnTo>
                    <a:pt x="512686" y="414820"/>
                  </a:lnTo>
                  <a:lnTo>
                    <a:pt x="525907" y="414147"/>
                  </a:lnTo>
                  <a:lnTo>
                    <a:pt x="586994" y="412623"/>
                  </a:lnTo>
                  <a:lnTo>
                    <a:pt x="633183" y="410438"/>
                  </a:lnTo>
                  <a:lnTo>
                    <a:pt x="648716" y="409448"/>
                  </a:lnTo>
                  <a:lnTo>
                    <a:pt x="648716" y="393446"/>
                  </a:lnTo>
                  <a:close/>
                </a:path>
                <a:path w="804545" h="803910">
                  <a:moveTo>
                    <a:pt x="804418" y="401955"/>
                  </a:moveTo>
                  <a:lnTo>
                    <a:pt x="801700" y="355130"/>
                  </a:lnTo>
                  <a:lnTo>
                    <a:pt x="793788" y="309880"/>
                  </a:lnTo>
                  <a:lnTo>
                    <a:pt x="780948" y="266496"/>
                  </a:lnTo>
                  <a:lnTo>
                    <a:pt x="766699" y="232841"/>
                  </a:lnTo>
                  <a:lnTo>
                    <a:pt x="766699" y="401955"/>
                  </a:lnTo>
                  <a:lnTo>
                    <a:pt x="763371" y="451370"/>
                  </a:lnTo>
                  <a:lnTo>
                    <a:pt x="753668" y="498779"/>
                  </a:lnTo>
                  <a:lnTo>
                    <a:pt x="738047" y="543763"/>
                  </a:lnTo>
                  <a:lnTo>
                    <a:pt x="716940" y="585876"/>
                  </a:lnTo>
                  <a:lnTo>
                    <a:pt x="690765" y="624674"/>
                  </a:lnTo>
                  <a:lnTo>
                    <a:pt x="659968" y="659726"/>
                  </a:lnTo>
                  <a:lnTo>
                    <a:pt x="624979" y="690587"/>
                  </a:lnTo>
                  <a:lnTo>
                    <a:pt x="586244" y="716813"/>
                  </a:lnTo>
                  <a:lnTo>
                    <a:pt x="544182" y="737984"/>
                  </a:lnTo>
                  <a:lnTo>
                    <a:pt x="499237" y="753643"/>
                  </a:lnTo>
                  <a:lnTo>
                    <a:pt x="451853" y="763371"/>
                  </a:lnTo>
                  <a:lnTo>
                    <a:pt x="402463" y="766699"/>
                  </a:lnTo>
                  <a:lnTo>
                    <a:pt x="352945" y="763371"/>
                  </a:lnTo>
                  <a:lnTo>
                    <a:pt x="305460" y="753643"/>
                  </a:lnTo>
                  <a:lnTo>
                    <a:pt x="260438" y="737984"/>
                  </a:lnTo>
                  <a:lnTo>
                    <a:pt x="218313" y="716813"/>
                  </a:lnTo>
                  <a:lnTo>
                    <a:pt x="179527" y="690587"/>
                  </a:lnTo>
                  <a:lnTo>
                    <a:pt x="144500" y="659726"/>
                  </a:lnTo>
                  <a:lnTo>
                    <a:pt x="113677" y="624674"/>
                  </a:lnTo>
                  <a:lnTo>
                    <a:pt x="87490" y="585876"/>
                  </a:lnTo>
                  <a:lnTo>
                    <a:pt x="66357" y="543763"/>
                  </a:lnTo>
                  <a:lnTo>
                    <a:pt x="50736" y="498779"/>
                  </a:lnTo>
                  <a:lnTo>
                    <a:pt x="41046" y="451370"/>
                  </a:lnTo>
                  <a:lnTo>
                    <a:pt x="37719" y="401955"/>
                  </a:lnTo>
                  <a:lnTo>
                    <a:pt x="41046" y="352552"/>
                  </a:lnTo>
                  <a:lnTo>
                    <a:pt x="50736" y="305142"/>
                  </a:lnTo>
                  <a:lnTo>
                    <a:pt x="66357" y="260159"/>
                  </a:lnTo>
                  <a:lnTo>
                    <a:pt x="87490" y="218046"/>
                  </a:lnTo>
                  <a:lnTo>
                    <a:pt x="113677" y="179247"/>
                  </a:lnTo>
                  <a:lnTo>
                    <a:pt x="144500" y="144195"/>
                  </a:lnTo>
                  <a:lnTo>
                    <a:pt x="179527" y="113334"/>
                  </a:lnTo>
                  <a:lnTo>
                    <a:pt x="218313" y="87109"/>
                  </a:lnTo>
                  <a:lnTo>
                    <a:pt x="260438" y="65938"/>
                  </a:lnTo>
                  <a:lnTo>
                    <a:pt x="305460" y="50279"/>
                  </a:lnTo>
                  <a:lnTo>
                    <a:pt x="352945" y="40551"/>
                  </a:lnTo>
                  <a:lnTo>
                    <a:pt x="402463" y="37211"/>
                  </a:lnTo>
                  <a:lnTo>
                    <a:pt x="451853" y="40551"/>
                  </a:lnTo>
                  <a:lnTo>
                    <a:pt x="499237" y="50279"/>
                  </a:lnTo>
                  <a:lnTo>
                    <a:pt x="544182" y="65938"/>
                  </a:lnTo>
                  <a:lnTo>
                    <a:pt x="586244" y="87109"/>
                  </a:lnTo>
                  <a:lnTo>
                    <a:pt x="624979" y="113334"/>
                  </a:lnTo>
                  <a:lnTo>
                    <a:pt x="659968" y="144195"/>
                  </a:lnTo>
                  <a:lnTo>
                    <a:pt x="690765" y="179247"/>
                  </a:lnTo>
                  <a:lnTo>
                    <a:pt x="716940" y="218046"/>
                  </a:lnTo>
                  <a:lnTo>
                    <a:pt x="738047" y="260159"/>
                  </a:lnTo>
                  <a:lnTo>
                    <a:pt x="753668" y="305142"/>
                  </a:lnTo>
                  <a:lnTo>
                    <a:pt x="763371" y="352552"/>
                  </a:lnTo>
                  <a:lnTo>
                    <a:pt x="766699" y="401955"/>
                  </a:lnTo>
                  <a:lnTo>
                    <a:pt x="766699" y="232841"/>
                  </a:lnTo>
                  <a:lnTo>
                    <a:pt x="741768" y="186588"/>
                  </a:lnTo>
                  <a:lnTo>
                    <a:pt x="716026" y="150660"/>
                  </a:lnTo>
                  <a:lnTo>
                    <a:pt x="686587" y="117830"/>
                  </a:lnTo>
                  <a:lnTo>
                    <a:pt x="653757" y="88392"/>
                  </a:lnTo>
                  <a:lnTo>
                    <a:pt x="617829" y="62649"/>
                  </a:lnTo>
                  <a:lnTo>
                    <a:pt x="579120" y="40906"/>
                  </a:lnTo>
                  <a:lnTo>
                    <a:pt x="537921" y="23469"/>
                  </a:lnTo>
                  <a:lnTo>
                    <a:pt x="494538" y="10629"/>
                  </a:lnTo>
                  <a:lnTo>
                    <a:pt x="449287" y="2717"/>
                  </a:lnTo>
                  <a:lnTo>
                    <a:pt x="402463" y="0"/>
                  </a:lnTo>
                  <a:lnTo>
                    <a:pt x="355625" y="2717"/>
                  </a:lnTo>
                  <a:lnTo>
                    <a:pt x="310337" y="10629"/>
                  </a:lnTo>
                  <a:lnTo>
                    <a:pt x="266928" y="23469"/>
                  </a:lnTo>
                  <a:lnTo>
                    <a:pt x="225691" y="40906"/>
                  </a:lnTo>
                  <a:lnTo>
                    <a:pt x="186931" y="62649"/>
                  </a:lnTo>
                  <a:lnTo>
                    <a:pt x="150964" y="88392"/>
                  </a:lnTo>
                  <a:lnTo>
                    <a:pt x="118071" y="117830"/>
                  </a:lnTo>
                  <a:lnTo>
                    <a:pt x="88582" y="150660"/>
                  </a:lnTo>
                  <a:lnTo>
                    <a:pt x="62788" y="186588"/>
                  </a:lnTo>
                  <a:lnTo>
                    <a:pt x="40995" y="225298"/>
                  </a:lnTo>
                  <a:lnTo>
                    <a:pt x="23520" y="266496"/>
                  </a:lnTo>
                  <a:lnTo>
                    <a:pt x="10655" y="309880"/>
                  </a:lnTo>
                  <a:lnTo>
                    <a:pt x="2705" y="355130"/>
                  </a:lnTo>
                  <a:lnTo>
                    <a:pt x="0" y="401955"/>
                  </a:lnTo>
                  <a:lnTo>
                    <a:pt x="2705" y="448792"/>
                  </a:lnTo>
                  <a:lnTo>
                    <a:pt x="10655" y="494042"/>
                  </a:lnTo>
                  <a:lnTo>
                    <a:pt x="23520" y="537425"/>
                  </a:lnTo>
                  <a:lnTo>
                    <a:pt x="40995" y="578624"/>
                  </a:lnTo>
                  <a:lnTo>
                    <a:pt x="62788" y="617334"/>
                  </a:lnTo>
                  <a:lnTo>
                    <a:pt x="88582" y="653262"/>
                  </a:lnTo>
                  <a:lnTo>
                    <a:pt x="118071" y="686092"/>
                  </a:lnTo>
                  <a:lnTo>
                    <a:pt x="150964" y="715530"/>
                  </a:lnTo>
                  <a:lnTo>
                    <a:pt x="186931" y="741273"/>
                  </a:lnTo>
                  <a:lnTo>
                    <a:pt x="225691" y="763016"/>
                  </a:lnTo>
                  <a:lnTo>
                    <a:pt x="266928" y="780453"/>
                  </a:lnTo>
                  <a:lnTo>
                    <a:pt x="310337" y="793292"/>
                  </a:lnTo>
                  <a:lnTo>
                    <a:pt x="355625" y="801204"/>
                  </a:lnTo>
                  <a:lnTo>
                    <a:pt x="402463" y="803910"/>
                  </a:lnTo>
                  <a:lnTo>
                    <a:pt x="449199" y="801204"/>
                  </a:lnTo>
                  <a:lnTo>
                    <a:pt x="494385" y="793292"/>
                  </a:lnTo>
                  <a:lnTo>
                    <a:pt x="537718" y="780453"/>
                  </a:lnTo>
                  <a:lnTo>
                    <a:pt x="570179" y="766699"/>
                  </a:lnTo>
                  <a:lnTo>
                    <a:pt x="578891" y="763016"/>
                  </a:lnTo>
                  <a:lnTo>
                    <a:pt x="617601" y="741273"/>
                  </a:lnTo>
                  <a:lnTo>
                    <a:pt x="653542" y="715530"/>
                  </a:lnTo>
                  <a:lnTo>
                    <a:pt x="686396" y="686092"/>
                  </a:lnTo>
                  <a:lnTo>
                    <a:pt x="715873" y="653262"/>
                  </a:lnTo>
                  <a:lnTo>
                    <a:pt x="741641" y="617334"/>
                  </a:lnTo>
                  <a:lnTo>
                    <a:pt x="763422" y="578624"/>
                  </a:lnTo>
                  <a:lnTo>
                    <a:pt x="780897" y="537425"/>
                  </a:lnTo>
                  <a:lnTo>
                    <a:pt x="793750" y="494042"/>
                  </a:lnTo>
                  <a:lnTo>
                    <a:pt x="801700" y="448792"/>
                  </a:lnTo>
                  <a:lnTo>
                    <a:pt x="804418" y="40195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440166" y="4791075"/>
              <a:ext cx="1225550" cy="1225550"/>
            </a:xfrm>
            <a:custGeom>
              <a:avLst/>
              <a:gdLst/>
              <a:ahLst/>
              <a:cxnLst/>
              <a:rect l="l" t="t" r="r" b="b"/>
              <a:pathLst>
                <a:path w="1225550" h="1225550">
                  <a:moveTo>
                    <a:pt x="1225295" y="612266"/>
                  </a:moveTo>
                  <a:lnTo>
                    <a:pt x="1223389" y="660325"/>
                  </a:lnTo>
                  <a:lnTo>
                    <a:pt x="1217728" y="708031"/>
                  </a:lnTo>
                  <a:lnTo>
                    <a:pt x="1208397" y="755151"/>
                  </a:lnTo>
                  <a:lnTo>
                    <a:pt x="1195482" y="801454"/>
                  </a:lnTo>
                  <a:lnTo>
                    <a:pt x="1179067" y="846709"/>
                  </a:lnTo>
                  <a:lnTo>
                    <a:pt x="1158802" y="890361"/>
                  </a:lnTo>
                  <a:lnTo>
                    <a:pt x="1135178" y="932398"/>
                  </a:lnTo>
                  <a:lnTo>
                    <a:pt x="1108403" y="972484"/>
                  </a:lnTo>
                  <a:lnTo>
                    <a:pt x="1078683" y="1010285"/>
                  </a:lnTo>
                  <a:lnTo>
                    <a:pt x="1046226" y="1045463"/>
                  </a:lnTo>
                  <a:lnTo>
                    <a:pt x="1010789" y="1078031"/>
                  </a:lnTo>
                  <a:lnTo>
                    <a:pt x="972927" y="1107887"/>
                  </a:lnTo>
                  <a:lnTo>
                    <a:pt x="932895" y="1134755"/>
                  </a:lnTo>
                  <a:lnTo>
                    <a:pt x="890948" y="1158361"/>
                  </a:lnTo>
                  <a:lnTo>
                    <a:pt x="847343" y="1178433"/>
                  </a:lnTo>
                  <a:lnTo>
                    <a:pt x="802280" y="1195095"/>
                  </a:lnTo>
                  <a:lnTo>
                    <a:pt x="755973" y="1208161"/>
                  </a:lnTo>
                  <a:lnTo>
                    <a:pt x="708702" y="1217569"/>
                  </a:lnTo>
                  <a:lnTo>
                    <a:pt x="660749" y="1223258"/>
                  </a:lnTo>
                  <a:lnTo>
                    <a:pt x="612393" y="1225169"/>
                  </a:lnTo>
                  <a:lnTo>
                    <a:pt x="564335" y="1223258"/>
                  </a:lnTo>
                  <a:lnTo>
                    <a:pt x="516629" y="1217569"/>
                  </a:lnTo>
                  <a:lnTo>
                    <a:pt x="469509" y="1208161"/>
                  </a:lnTo>
                  <a:lnTo>
                    <a:pt x="423206" y="1195095"/>
                  </a:lnTo>
                  <a:lnTo>
                    <a:pt x="377951" y="1178433"/>
                  </a:lnTo>
                  <a:lnTo>
                    <a:pt x="334608" y="1158361"/>
                  </a:lnTo>
                  <a:lnTo>
                    <a:pt x="292752" y="1134755"/>
                  </a:lnTo>
                  <a:lnTo>
                    <a:pt x="252743" y="1107887"/>
                  </a:lnTo>
                  <a:lnTo>
                    <a:pt x="214940" y="1078031"/>
                  </a:lnTo>
                  <a:lnTo>
                    <a:pt x="179704" y="1045463"/>
                  </a:lnTo>
                  <a:lnTo>
                    <a:pt x="146943" y="1010285"/>
                  </a:lnTo>
                  <a:lnTo>
                    <a:pt x="117070" y="972484"/>
                  </a:lnTo>
                  <a:lnTo>
                    <a:pt x="90294" y="932398"/>
                  </a:lnTo>
                  <a:lnTo>
                    <a:pt x="66823" y="890361"/>
                  </a:lnTo>
                  <a:lnTo>
                    <a:pt x="46862" y="846709"/>
                  </a:lnTo>
                  <a:lnTo>
                    <a:pt x="30138" y="801844"/>
                  </a:lnTo>
                  <a:lnTo>
                    <a:pt x="17035" y="755590"/>
                  </a:lnTo>
                  <a:lnTo>
                    <a:pt x="7607" y="708323"/>
                  </a:lnTo>
                  <a:lnTo>
                    <a:pt x="1911" y="660423"/>
                  </a:lnTo>
                  <a:lnTo>
                    <a:pt x="0" y="612266"/>
                  </a:lnTo>
                  <a:lnTo>
                    <a:pt x="1911" y="564208"/>
                  </a:lnTo>
                  <a:lnTo>
                    <a:pt x="7607" y="516502"/>
                  </a:lnTo>
                  <a:lnTo>
                    <a:pt x="17035" y="469382"/>
                  </a:lnTo>
                  <a:lnTo>
                    <a:pt x="30138" y="423079"/>
                  </a:lnTo>
                  <a:lnTo>
                    <a:pt x="46862" y="377825"/>
                  </a:lnTo>
                  <a:lnTo>
                    <a:pt x="66823" y="334233"/>
                  </a:lnTo>
                  <a:lnTo>
                    <a:pt x="90294" y="292227"/>
                  </a:lnTo>
                  <a:lnTo>
                    <a:pt x="117070" y="252140"/>
                  </a:lnTo>
                  <a:lnTo>
                    <a:pt x="146943" y="214309"/>
                  </a:lnTo>
                  <a:lnTo>
                    <a:pt x="179704" y="179070"/>
                  </a:lnTo>
                  <a:lnTo>
                    <a:pt x="214940" y="146564"/>
                  </a:lnTo>
                  <a:lnTo>
                    <a:pt x="252743" y="116837"/>
                  </a:lnTo>
                  <a:lnTo>
                    <a:pt x="292752" y="90080"/>
                  </a:lnTo>
                  <a:lnTo>
                    <a:pt x="334608" y="66480"/>
                  </a:lnTo>
                  <a:lnTo>
                    <a:pt x="377951" y="46227"/>
                  </a:lnTo>
                  <a:lnTo>
                    <a:pt x="423011" y="29764"/>
                  </a:lnTo>
                  <a:lnTo>
                    <a:pt x="469290" y="16843"/>
                  </a:lnTo>
                  <a:lnTo>
                    <a:pt x="516483" y="7530"/>
                  </a:lnTo>
                  <a:lnTo>
                    <a:pt x="564286" y="1893"/>
                  </a:lnTo>
                  <a:lnTo>
                    <a:pt x="612393" y="0"/>
                  </a:lnTo>
                  <a:lnTo>
                    <a:pt x="660700" y="1893"/>
                  </a:lnTo>
                  <a:lnTo>
                    <a:pt x="708556" y="7530"/>
                  </a:lnTo>
                  <a:lnTo>
                    <a:pt x="755753" y="16843"/>
                  </a:lnTo>
                  <a:lnTo>
                    <a:pt x="802085" y="29764"/>
                  </a:lnTo>
                  <a:lnTo>
                    <a:pt x="847343" y="46227"/>
                  </a:lnTo>
                  <a:lnTo>
                    <a:pt x="890948" y="66480"/>
                  </a:lnTo>
                  <a:lnTo>
                    <a:pt x="932895" y="90080"/>
                  </a:lnTo>
                  <a:lnTo>
                    <a:pt x="972927" y="116837"/>
                  </a:lnTo>
                  <a:lnTo>
                    <a:pt x="1010789" y="146564"/>
                  </a:lnTo>
                  <a:lnTo>
                    <a:pt x="1046226" y="179070"/>
                  </a:lnTo>
                  <a:lnTo>
                    <a:pt x="1078683" y="214309"/>
                  </a:lnTo>
                  <a:lnTo>
                    <a:pt x="1108403" y="252140"/>
                  </a:lnTo>
                  <a:lnTo>
                    <a:pt x="1135178" y="292226"/>
                  </a:lnTo>
                  <a:lnTo>
                    <a:pt x="1158802" y="334233"/>
                  </a:lnTo>
                  <a:lnTo>
                    <a:pt x="1179067" y="377825"/>
                  </a:lnTo>
                  <a:lnTo>
                    <a:pt x="1195482" y="423128"/>
                  </a:lnTo>
                  <a:lnTo>
                    <a:pt x="1208397" y="469529"/>
                  </a:lnTo>
                  <a:lnTo>
                    <a:pt x="1217728" y="516722"/>
                  </a:lnTo>
                  <a:lnTo>
                    <a:pt x="1223389" y="564403"/>
                  </a:lnTo>
                  <a:lnTo>
                    <a:pt x="1225295" y="612266"/>
                  </a:lnTo>
                  <a:close/>
                </a:path>
                <a:path w="1225550" h="1225550">
                  <a:moveTo>
                    <a:pt x="1134617" y="612266"/>
                  </a:moveTo>
                  <a:lnTo>
                    <a:pt x="1132151" y="663467"/>
                  </a:lnTo>
                  <a:lnTo>
                    <a:pt x="1124791" y="714120"/>
                  </a:lnTo>
                  <a:lnTo>
                    <a:pt x="1112597" y="763821"/>
                  </a:lnTo>
                  <a:lnTo>
                    <a:pt x="1095628" y="812164"/>
                  </a:lnTo>
                  <a:lnTo>
                    <a:pt x="1073572" y="858389"/>
                  </a:lnTo>
                  <a:lnTo>
                    <a:pt x="1047194" y="902398"/>
                  </a:lnTo>
                  <a:lnTo>
                    <a:pt x="1016744" y="943645"/>
                  </a:lnTo>
                  <a:lnTo>
                    <a:pt x="982472" y="981583"/>
                  </a:lnTo>
                  <a:lnTo>
                    <a:pt x="944629" y="1015900"/>
                  </a:lnTo>
                  <a:lnTo>
                    <a:pt x="903668" y="1046289"/>
                  </a:lnTo>
                  <a:lnTo>
                    <a:pt x="859849" y="1072487"/>
                  </a:lnTo>
                  <a:lnTo>
                    <a:pt x="813434" y="1094232"/>
                  </a:lnTo>
                  <a:lnTo>
                    <a:pt x="765305" y="1111353"/>
                  </a:lnTo>
                  <a:lnTo>
                    <a:pt x="715581" y="1123759"/>
                  </a:lnTo>
                  <a:lnTo>
                    <a:pt x="664809" y="1131308"/>
                  </a:lnTo>
                  <a:lnTo>
                    <a:pt x="613536" y="1133855"/>
                  </a:lnTo>
                  <a:lnTo>
                    <a:pt x="562336" y="1131308"/>
                  </a:lnTo>
                  <a:lnTo>
                    <a:pt x="511682" y="1123759"/>
                  </a:lnTo>
                  <a:lnTo>
                    <a:pt x="461982" y="1111353"/>
                  </a:lnTo>
                  <a:lnTo>
                    <a:pt x="413638" y="1094232"/>
                  </a:lnTo>
                  <a:lnTo>
                    <a:pt x="367414" y="1072487"/>
                  </a:lnTo>
                  <a:lnTo>
                    <a:pt x="323405" y="1046289"/>
                  </a:lnTo>
                  <a:lnTo>
                    <a:pt x="282158" y="1015900"/>
                  </a:lnTo>
                  <a:lnTo>
                    <a:pt x="244220" y="981583"/>
                  </a:lnTo>
                  <a:lnTo>
                    <a:pt x="209885" y="943717"/>
                  </a:lnTo>
                  <a:lnTo>
                    <a:pt x="179466" y="902588"/>
                  </a:lnTo>
                  <a:lnTo>
                    <a:pt x="153263" y="858603"/>
                  </a:lnTo>
                  <a:lnTo>
                    <a:pt x="131572" y="812164"/>
                  </a:lnTo>
                  <a:lnTo>
                    <a:pt x="114450" y="764035"/>
                  </a:lnTo>
                  <a:lnTo>
                    <a:pt x="102044" y="714311"/>
                  </a:lnTo>
                  <a:lnTo>
                    <a:pt x="94495" y="663539"/>
                  </a:lnTo>
                  <a:lnTo>
                    <a:pt x="91948" y="612266"/>
                  </a:lnTo>
                  <a:lnTo>
                    <a:pt x="94495" y="561086"/>
                  </a:lnTo>
                  <a:lnTo>
                    <a:pt x="102044" y="510476"/>
                  </a:lnTo>
                  <a:lnTo>
                    <a:pt x="114450" y="460819"/>
                  </a:lnTo>
                  <a:lnTo>
                    <a:pt x="131572" y="412496"/>
                  </a:lnTo>
                  <a:lnTo>
                    <a:pt x="153263" y="366295"/>
                  </a:lnTo>
                  <a:lnTo>
                    <a:pt x="179466" y="322453"/>
                  </a:lnTo>
                  <a:lnTo>
                    <a:pt x="209885" y="281372"/>
                  </a:lnTo>
                  <a:lnTo>
                    <a:pt x="244220" y="243459"/>
                  </a:lnTo>
                  <a:lnTo>
                    <a:pt x="282086" y="209117"/>
                  </a:lnTo>
                  <a:lnTo>
                    <a:pt x="323214" y="178562"/>
                  </a:lnTo>
                  <a:lnTo>
                    <a:pt x="367200" y="152197"/>
                  </a:lnTo>
                  <a:lnTo>
                    <a:pt x="413638" y="130428"/>
                  </a:lnTo>
                  <a:lnTo>
                    <a:pt x="461768" y="113387"/>
                  </a:lnTo>
                  <a:lnTo>
                    <a:pt x="511492" y="101155"/>
                  </a:lnTo>
                  <a:lnTo>
                    <a:pt x="562264" y="93781"/>
                  </a:lnTo>
                  <a:lnTo>
                    <a:pt x="613536" y="91312"/>
                  </a:lnTo>
                  <a:lnTo>
                    <a:pt x="664737" y="93781"/>
                  </a:lnTo>
                  <a:lnTo>
                    <a:pt x="715390" y="101155"/>
                  </a:lnTo>
                  <a:lnTo>
                    <a:pt x="765091" y="113387"/>
                  </a:lnTo>
                  <a:lnTo>
                    <a:pt x="813434" y="130428"/>
                  </a:lnTo>
                  <a:lnTo>
                    <a:pt x="859420" y="152197"/>
                  </a:lnTo>
                  <a:lnTo>
                    <a:pt x="903287" y="178562"/>
                  </a:lnTo>
                  <a:lnTo>
                    <a:pt x="944487" y="209117"/>
                  </a:lnTo>
                  <a:lnTo>
                    <a:pt x="982472" y="243459"/>
                  </a:lnTo>
                  <a:lnTo>
                    <a:pt x="1016744" y="281301"/>
                  </a:lnTo>
                  <a:lnTo>
                    <a:pt x="1047194" y="322262"/>
                  </a:lnTo>
                  <a:lnTo>
                    <a:pt x="1073572" y="366081"/>
                  </a:lnTo>
                  <a:lnTo>
                    <a:pt x="1095628" y="412496"/>
                  </a:lnTo>
                  <a:lnTo>
                    <a:pt x="1112383" y="460819"/>
                  </a:lnTo>
                  <a:lnTo>
                    <a:pt x="1124600" y="510476"/>
                  </a:lnTo>
                  <a:lnTo>
                    <a:pt x="1132079" y="561085"/>
                  </a:lnTo>
                  <a:lnTo>
                    <a:pt x="1134617" y="612266"/>
                  </a:lnTo>
                  <a:close/>
                </a:path>
              </a:pathLst>
            </a:custGeom>
            <a:ln w="1905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69324" y="4768087"/>
              <a:ext cx="141731" cy="5943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9025509" y="4733289"/>
              <a:ext cx="81280" cy="109855"/>
            </a:xfrm>
            <a:custGeom>
              <a:avLst/>
              <a:gdLst/>
              <a:ahLst/>
              <a:cxnLst/>
              <a:rect l="l" t="t" r="r" b="b"/>
              <a:pathLst>
                <a:path w="81279" h="109854">
                  <a:moveTo>
                    <a:pt x="0" y="0"/>
                  </a:moveTo>
                  <a:lnTo>
                    <a:pt x="0" y="109727"/>
                  </a:lnTo>
                  <a:lnTo>
                    <a:pt x="81025" y="54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42653" y="5425820"/>
              <a:ext cx="61214" cy="13614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518396" y="5375275"/>
              <a:ext cx="109855" cy="81280"/>
            </a:xfrm>
            <a:custGeom>
              <a:avLst/>
              <a:gdLst/>
              <a:ahLst/>
              <a:cxnLst/>
              <a:rect l="l" t="t" r="r" b="b"/>
              <a:pathLst>
                <a:path w="109854" h="81279">
                  <a:moveTo>
                    <a:pt x="109727" y="0"/>
                  </a:moveTo>
                  <a:lnTo>
                    <a:pt x="0" y="0"/>
                  </a:lnTo>
                  <a:lnTo>
                    <a:pt x="54863" y="8102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4080" y="5256148"/>
              <a:ext cx="48641" cy="15621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483473" y="5375275"/>
              <a:ext cx="109855" cy="81280"/>
            </a:xfrm>
            <a:custGeom>
              <a:avLst/>
              <a:gdLst/>
              <a:ahLst/>
              <a:cxnLst/>
              <a:rect l="l" t="t" r="r" b="b"/>
              <a:pathLst>
                <a:path w="109854" h="81279">
                  <a:moveTo>
                    <a:pt x="54863" y="0"/>
                  </a:moveTo>
                  <a:lnTo>
                    <a:pt x="0" y="81025"/>
                  </a:lnTo>
                  <a:lnTo>
                    <a:pt x="109854" y="81025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26576" y="5992719"/>
              <a:ext cx="99000" cy="4740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999601" y="5964173"/>
              <a:ext cx="81280" cy="109855"/>
            </a:xfrm>
            <a:custGeom>
              <a:avLst/>
              <a:gdLst/>
              <a:ahLst/>
              <a:cxnLst/>
              <a:rect l="l" t="t" r="r" b="b"/>
              <a:pathLst>
                <a:path w="81279" h="109854">
                  <a:moveTo>
                    <a:pt x="81025" y="0"/>
                  </a:moveTo>
                  <a:lnTo>
                    <a:pt x="0" y="54863"/>
                  </a:lnTo>
                  <a:lnTo>
                    <a:pt x="81025" y="109854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901430" y="6578345"/>
              <a:ext cx="1584960" cy="1501775"/>
            </a:xfrm>
            <a:custGeom>
              <a:avLst/>
              <a:gdLst/>
              <a:ahLst/>
              <a:cxnLst/>
              <a:rect l="l" t="t" r="r" b="b"/>
              <a:pathLst>
                <a:path w="1584959" h="1501775">
                  <a:moveTo>
                    <a:pt x="0" y="74929"/>
                  </a:moveTo>
                  <a:lnTo>
                    <a:pt x="5883" y="45755"/>
                  </a:lnTo>
                  <a:lnTo>
                    <a:pt x="21923" y="21939"/>
                  </a:lnTo>
                  <a:lnTo>
                    <a:pt x="45702" y="5885"/>
                  </a:lnTo>
                  <a:lnTo>
                    <a:pt x="74802" y="0"/>
                  </a:lnTo>
                  <a:lnTo>
                    <a:pt x="1509649" y="0"/>
                  </a:lnTo>
                  <a:lnTo>
                    <a:pt x="1538823" y="5885"/>
                  </a:lnTo>
                  <a:lnTo>
                    <a:pt x="1562639" y="21939"/>
                  </a:lnTo>
                  <a:lnTo>
                    <a:pt x="1578693" y="45755"/>
                  </a:lnTo>
                  <a:lnTo>
                    <a:pt x="1584578" y="74929"/>
                  </a:lnTo>
                  <a:lnTo>
                    <a:pt x="1584578" y="1426336"/>
                  </a:lnTo>
                  <a:lnTo>
                    <a:pt x="1578693" y="1455511"/>
                  </a:lnTo>
                  <a:lnTo>
                    <a:pt x="1562639" y="1479327"/>
                  </a:lnTo>
                  <a:lnTo>
                    <a:pt x="1538823" y="1495381"/>
                  </a:lnTo>
                  <a:lnTo>
                    <a:pt x="1509649" y="1501266"/>
                  </a:lnTo>
                  <a:lnTo>
                    <a:pt x="74802" y="1501266"/>
                  </a:lnTo>
                  <a:lnTo>
                    <a:pt x="45702" y="1495381"/>
                  </a:lnTo>
                  <a:lnTo>
                    <a:pt x="21923" y="1479327"/>
                  </a:lnTo>
                  <a:lnTo>
                    <a:pt x="5883" y="1455511"/>
                  </a:lnTo>
                  <a:lnTo>
                    <a:pt x="0" y="1426336"/>
                  </a:lnTo>
                  <a:lnTo>
                    <a:pt x="0" y="74929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13428281" y="4250118"/>
            <a:ext cx="4168140" cy="2700655"/>
            <a:chOff x="13428281" y="4250118"/>
            <a:chExt cx="4168140" cy="2700655"/>
          </a:xfrm>
        </p:grpSpPr>
        <p:sp>
          <p:nvSpPr>
            <p:cNvPr id="31" name="object 31" descr=""/>
            <p:cNvSpPr/>
            <p:nvPr/>
          </p:nvSpPr>
          <p:spPr>
            <a:xfrm>
              <a:off x="13433043" y="4254880"/>
              <a:ext cx="4158615" cy="2691130"/>
            </a:xfrm>
            <a:custGeom>
              <a:avLst/>
              <a:gdLst/>
              <a:ahLst/>
              <a:cxnLst/>
              <a:rect l="l" t="t" r="r" b="b"/>
              <a:pathLst>
                <a:path w="4158615" h="2691129">
                  <a:moveTo>
                    <a:pt x="0" y="113030"/>
                  </a:moveTo>
                  <a:lnTo>
                    <a:pt x="8893" y="69008"/>
                  </a:lnTo>
                  <a:lnTo>
                    <a:pt x="33147" y="33083"/>
                  </a:lnTo>
                  <a:lnTo>
                    <a:pt x="69115" y="8874"/>
                  </a:lnTo>
                  <a:lnTo>
                    <a:pt x="113157" y="0"/>
                  </a:lnTo>
                  <a:lnTo>
                    <a:pt x="4044950" y="0"/>
                  </a:lnTo>
                  <a:lnTo>
                    <a:pt x="4088991" y="8874"/>
                  </a:lnTo>
                  <a:lnTo>
                    <a:pt x="4124959" y="33083"/>
                  </a:lnTo>
                  <a:lnTo>
                    <a:pt x="4149213" y="69008"/>
                  </a:lnTo>
                  <a:lnTo>
                    <a:pt x="4158107" y="113030"/>
                  </a:lnTo>
                  <a:lnTo>
                    <a:pt x="4158107" y="2577846"/>
                  </a:lnTo>
                  <a:lnTo>
                    <a:pt x="4149213" y="2621887"/>
                  </a:lnTo>
                  <a:lnTo>
                    <a:pt x="4124959" y="2657856"/>
                  </a:lnTo>
                  <a:lnTo>
                    <a:pt x="4088991" y="2682109"/>
                  </a:lnTo>
                  <a:lnTo>
                    <a:pt x="4044950" y="2691003"/>
                  </a:lnTo>
                  <a:lnTo>
                    <a:pt x="113157" y="2691003"/>
                  </a:lnTo>
                  <a:lnTo>
                    <a:pt x="69115" y="2682109"/>
                  </a:lnTo>
                  <a:lnTo>
                    <a:pt x="33147" y="2657856"/>
                  </a:lnTo>
                  <a:lnTo>
                    <a:pt x="8893" y="2621887"/>
                  </a:lnTo>
                  <a:lnTo>
                    <a:pt x="0" y="2577846"/>
                  </a:lnTo>
                  <a:lnTo>
                    <a:pt x="0" y="113030"/>
                  </a:lnTo>
                  <a:close/>
                </a:path>
              </a:pathLst>
            </a:custGeom>
            <a:ln w="9525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07239" y="5921222"/>
              <a:ext cx="1072246" cy="84596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015995" y="5429836"/>
              <a:ext cx="1251794" cy="520632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61792" y="4641608"/>
              <a:ext cx="1990090" cy="47839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749654" y="4616119"/>
              <a:ext cx="1177544" cy="403428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90294" y="6138824"/>
              <a:ext cx="1630680" cy="438886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727679" y="5405666"/>
              <a:ext cx="1527305" cy="376389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13651484" y="3696157"/>
            <a:ext cx="37077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20" b="1">
                <a:solidFill>
                  <a:srgbClr val="0074A1"/>
                </a:solidFill>
                <a:latin typeface="Calibri"/>
                <a:cs typeface="Calibri"/>
              </a:rPr>
              <a:t>Third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45" b="1">
                <a:solidFill>
                  <a:srgbClr val="0074A1"/>
                </a:solidFill>
                <a:latin typeface="Calibri"/>
                <a:cs typeface="Calibri"/>
              </a:rPr>
              <a:t>Party</a:t>
            </a:r>
            <a:r>
              <a:rPr dirty="0" sz="2000" spc="13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85" b="1">
                <a:solidFill>
                  <a:srgbClr val="0074A1"/>
                </a:solidFill>
                <a:latin typeface="Calibri"/>
                <a:cs typeface="Calibri"/>
              </a:rPr>
              <a:t>Consumer</a:t>
            </a:r>
            <a:r>
              <a:rPr dirty="0" sz="2000" spc="13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638026" y="5462396"/>
            <a:ext cx="1597152" cy="455422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638026" y="4895977"/>
            <a:ext cx="1597152" cy="455422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5778753" y="3342512"/>
            <a:ext cx="5403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10" b="1">
                <a:solidFill>
                  <a:srgbClr val="040430"/>
                </a:solidFill>
                <a:latin typeface="Calibri"/>
                <a:cs typeface="Calibri"/>
              </a:rPr>
              <a:t>Pull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2449556" y="1437132"/>
            <a:ext cx="4686300" cy="2141220"/>
            <a:chOff x="12449556" y="1437132"/>
            <a:chExt cx="4686300" cy="2141220"/>
          </a:xfrm>
        </p:grpSpPr>
        <p:pic>
          <p:nvPicPr>
            <p:cNvPr id="43" name="object 4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449556" y="1437132"/>
              <a:ext cx="4685919" cy="214083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495276" y="1549908"/>
              <a:ext cx="3887343" cy="196253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2508611" y="1478026"/>
              <a:ext cx="4577715" cy="2031364"/>
            </a:xfrm>
            <a:custGeom>
              <a:avLst/>
              <a:gdLst/>
              <a:ahLst/>
              <a:cxnLst/>
              <a:rect l="l" t="t" r="r" b="b"/>
              <a:pathLst>
                <a:path w="4577715" h="2031364">
                  <a:moveTo>
                    <a:pt x="4577460" y="0"/>
                  </a:moveTo>
                  <a:lnTo>
                    <a:pt x="0" y="0"/>
                  </a:lnTo>
                  <a:lnTo>
                    <a:pt x="0" y="2031237"/>
                  </a:lnTo>
                  <a:lnTo>
                    <a:pt x="4577460" y="2031237"/>
                  </a:lnTo>
                  <a:lnTo>
                    <a:pt x="4577460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2508610" y="1478025"/>
            <a:ext cx="4577715" cy="2031364"/>
          </a:xfrm>
          <a:prstGeom prst="rect">
            <a:avLst/>
          </a:prstGeom>
        </p:spPr>
        <p:txBody>
          <a:bodyPr wrap="square" lIns="0" tIns="177165" rIns="0" bIns="0" rtlCol="0" vert="horz">
            <a:spAutoFit/>
          </a:bodyPr>
          <a:lstStyle/>
          <a:p>
            <a:pPr marL="183515">
              <a:lnSpc>
                <a:spcPct val="100000"/>
              </a:lnSpc>
              <a:spcBef>
                <a:spcPts val="1395"/>
              </a:spcBef>
            </a:pPr>
            <a:r>
              <a:rPr dirty="0" sz="1800" b="1">
                <a:solidFill>
                  <a:srgbClr val="0074A1"/>
                </a:solidFill>
                <a:latin typeface="Malgun Gothic"/>
                <a:cs typeface="Malgun Gothic"/>
              </a:rPr>
              <a:t>새로운 이벤트 기반 </a:t>
            </a:r>
            <a:r>
              <a:rPr dirty="0" sz="1800" spc="-25" b="1">
                <a:solidFill>
                  <a:srgbClr val="0074A1"/>
                </a:solidFill>
                <a:latin typeface="Malgun Gothic"/>
                <a:cs typeface="Malgun Gothic"/>
              </a:rPr>
              <a:t>패턴</a:t>
            </a:r>
            <a:endParaRPr sz="1800">
              <a:latin typeface="Malgun Gothic"/>
              <a:cs typeface="Malgun Gothic"/>
            </a:endParaRPr>
          </a:p>
          <a:p>
            <a:pPr marL="755015" indent="-571500">
              <a:lnSpc>
                <a:spcPct val="100000"/>
              </a:lnSpc>
              <a:buSzPct val="50000"/>
              <a:buFont typeface="Times New Roman"/>
              <a:buChar char="●"/>
              <a:tabLst>
                <a:tab pos="755015" algn="l"/>
              </a:tabLst>
            </a:pP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Event</a:t>
            </a:r>
            <a:r>
              <a:rPr dirty="0" sz="1800" spc="-1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74A1"/>
                </a:solidFill>
                <a:latin typeface="Arial"/>
                <a:cs typeface="Arial"/>
              </a:rPr>
              <a:t>notification</a:t>
            </a:r>
            <a:endParaRPr sz="1800">
              <a:latin typeface="Arial"/>
              <a:cs typeface="Arial"/>
            </a:endParaRPr>
          </a:p>
          <a:p>
            <a:pPr marL="755015" indent="-571500">
              <a:lnSpc>
                <a:spcPct val="100000"/>
              </a:lnSpc>
              <a:buSzPct val="50000"/>
              <a:buFont typeface="Times New Roman"/>
              <a:buChar char="●"/>
              <a:tabLst>
                <a:tab pos="755015" algn="l"/>
              </a:tabLst>
            </a:pP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Event</a:t>
            </a:r>
            <a:r>
              <a:rPr dirty="0" sz="1800" spc="-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carried</a:t>
            </a:r>
            <a:r>
              <a:rPr dirty="0" sz="1800" spc="-2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state</a:t>
            </a:r>
            <a:r>
              <a:rPr dirty="0" sz="1800" spc="-3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74A1"/>
                </a:solidFill>
                <a:latin typeface="Arial"/>
                <a:cs typeface="Arial"/>
              </a:rPr>
              <a:t>storage</a:t>
            </a:r>
            <a:endParaRPr sz="1800">
              <a:latin typeface="Arial"/>
              <a:cs typeface="Arial"/>
            </a:endParaRPr>
          </a:p>
          <a:p>
            <a:pPr marL="755015" indent="-571500">
              <a:lnSpc>
                <a:spcPct val="100000"/>
              </a:lnSpc>
              <a:buSzPct val="50000"/>
              <a:buFont typeface="Times New Roman"/>
              <a:buChar char="●"/>
              <a:tabLst>
                <a:tab pos="755015" algn="l"/>
              </a:tabLst>
            </a:pP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Event</a:t>
            </a:r>
            <a:r>
              <a:rPr dirty="0" sz="1800" spc="-1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74A1"/>
                </a:solidFill>
                <a:latin typeface="Arial"/>
                <a:cs typeface="Arial"/>
              </a:rPr>
              <a:t>sourcing</a:t>
            </a:r>
            <a:endParaRPr sz="1800">
              <a:latin typeface="Arial"/>
              <a:cs typeface="Arial"/>
            </a:endParaRPr>
          </a:p>
          <a:p>
            <a:pPr marL="640715" marR="906780" indent="-457200">
              <a:lnSpc>
                <a:spcPct val="100000"/>
              </a:lnSpc>
              <a:buChar char="●"/>
              <a:tabLst>
                <a:tab pos="640715" algn="l"/>
                <a:tab pos="755015" algn="l"/>
              </a:tabLst>
            </a:pPr>
            <a:r>
              <a:rPr dirty="0" sz="900">
                <a:solidFill>
                  <a:srgbClr val="0074A1"/>
                </a:solidFill>
                <a:latin typeface="Times New Roman"/>
                <a:cs typeface="Times New Roman"/>
              </a:rPr>
              <a:t>	</a:t>
            </a: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CQRS</a:t>
            </a:r>
            <a:r>
              <a:rPr dirty="0" sz="1800" spc="-15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(Command</a:t>
            </a:r>
            <a:r>
              <a:rPr dirty="0" sz="1800" spc="-1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0074A1"/>
                </a:solidFill>
                <a:latin typeface="Arial"/>
                <a:cs typeface="Arial"/>
              </a:rPr>
              <a:t>Query </a:t>
            </a:r>
            <a:r>
              <a:rPr dirty="0" sz="1800" b="1">
                <a:solidFill>
                  <a:srgbClr val="0074A1"/>
                </a:solidFill>
                <a:latin typeface="Arial"/>
                <a:cs typeface="Arial"/>
              </a:rPr>
              <a:t>Responsibility</a:t>
            </a:r>
            <a:r>
              <a:rPr dirty="0" sz="1800" spc="-70" b="1">
                <a:solidFill>
                  <a:srgbClr val="0074A1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0074A1"/>
                </a:solidFill>
                <a:latin typeface="Arial"/>
                <a:cs typeface="Arial"/>
              </a:rPr>
              <a:t>Segregation)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58284" y="2993135"/>
            <a:ext cx="3183000" cy="455422"/>
          </a:xfrm>
          <a:prstGeom prst="rect">
            <a:avLst/>
          </a:prstGeom>
        </p:spPr>
      </p:pic>
      <p:sp>
        <p:nvSpPr>
          <p:cNvPr id="48" name="object 48" descr=""/>
          <p:cNvSpPr txBox="1"/>
          <p:nvPr/>
        </p:nvSpPr>
        <p:spPr>
          <a:xfrm>
            <a:off x="9123426" y="7696851"/>
            <a:ext cx="986155" cy="3359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000" spc="290" b="1">
                <a:solidFill>
                  <a:srgbClr val="0074A1"/>
                </a:solidFill>
                <a:latin typeface="Calibri"/>
                <a:cs typeface="Calibri"/>
              </a:rPr>
              <a:t>ksqlDB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072385" y="7939802"/>
            <a:ext cx="2011045" cy="33591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000" spc="260" b="1">
                <a:solidFill>
                  <a:srgbClr val="0074A1"/>
                </a:solidFill>
                <a:latin typeface="Calibri"/>
                <a:cs typeface="Calibri"/>
              </a:rPr>
              <a:t>Producer</a:t>
            </a:r>
            <a:r>
              <a:rPr dirty="0" sz="2000" spc="120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2000" spc="270" b="1">
                <a:solidFill>
                  <a:srgbClr val="0074A1"/>
                </a:solidFill>
                <a:latin typeface="Calibri"/>
                <a:cs typeface="Calibri"/>
              </a:rPr>
              <a:t>Apps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5831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Unlocking</a:t>
            </a:r>
            <a:r>
              <a:rPr dirty="0" spc="-5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Mainframe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 spc="-20">
                <a:solidFill>
                  <a:srgbClr val="173360"/>
                </a:solidFill>
              </a:rPr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47977" y="6646519"/>
            <a:ext cx="7987665" cy="139763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300"/>
              </a:spcBef>
              <a:buSzPct val="50000"/>
              <a:buFont typeface="Times New Roman"/>
              <a:buChar char="●"/>
              <a:tabLst>
                <a:tab pos="316865" algn="l"/>
              </a:tabLst>
            </a:pPr>
            <a:r>
              <a:rPr dirty="0" sz="2000" spc="195">
                <a:solidFill>
                  <a:srgbClr val="221F1F"/>
                </a:solidFill>
                <a:latin typeface="Calibri"/>
                <a:cs typeface="Calibri"/>
              </a:rPr>
              <a:t>Kafka</a:t>
            </a:r>
            <a:r>
              <a:rPr dirty="0" sz="2000" spc="195">
                <a:solidFill>
                  <a:srgbClr val="221F1F"/>
                </a:solidFill>
                <a:latin typeface="Malgun Gothic"/>
                <a:cs typeface="Malgun Gothic"/>
              </a:rPr>
              <a:t>에</a:t>
            </a:r>
            <a:r>
              <a:rPr dirty="0" sz="20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게시하여</a:t>
            </a:r>
            <a:r>
              <a:rPr dirty="0" sz="2000" spc="-1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2000" spc="-20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안정성</a:t>
            </a:r>
            <a:r>
              <a:rPr dirty="0" sz="2000">
                <a:solidFill>
                  <a:srgbClr val="221F1F"/>
                </a:solidFill>
                <a:latin typeface="Calibri"/>
                <a:cs typeface="Calibri"/>
              </a:rPr>
              <a:t>,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접근성</a:t>
            </a:r>
            <a:r>
              <a:rPr dirty="0" sz="2000" spc="-20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2000" spc="-18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클라우드</a:t>
            </a:r>
            <a:r>
              <a:rPr dirty="0" sz="2000" spc="-20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서비스를</a:t>
            </a:r>
            <a:r>
              <a:rPr dirty="0" sz="2000" spc="-1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개선</a:t>
            </a:r>
            <a:endParaRPr sz="2000">
              <a:latin typeface="Malgun Gothic"/>
              <a:cs typeface="Malgun Gothic"/>
            </a:endParaRPr>
          </a:p>
          <a:p>
            <a:pPr marL="316865" indent="-304165">
              <a:lnSpc>
                <a:spcPct val="100000"/>
              </a:lnSpc>
              <a:spcBef>
                <a:spcPts val="1200"/>
              </a:spcBef>
              <a:buSzPct val="50000"/>
              <a:buFont typeface="Times New Roman"/>
              <a:buChar char="●"/>
              <a:tabLst>
                <a:tab pos="316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기존</a:t>
            </a:r>
            <a:r>
              <a:rPr dirty="0" sz="2000" spc="-1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메인프레임</a:t>
            </a:r>
            <a:r>
              <a:rPr dirty="0" sz="2000" spc="-20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애플리케이션에</a:t>
            </a:r>
            <a:r>
              <a:rPr dirty="0" sz="2000" spc="-20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대한</a:t>
            </a:r>
            <a:r>
              <a:rPr dirty="0" sz="2000" spc="-1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변경</a:t>
            </a:r>
            <a:r>
              <a:rPr dirty="0" sz="2000" spc="-1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없음</a:t>
            </a:r>
            <a:endParaRPr sz="2000">
              <a:latin typeface="Malgun Gothic"/>
              <a:cs typeface="Malgun Gothic"/>
            </a:endParaRPr>
          </a:p>
          <a:p>
            <a:pPr marL="316865" indent="-304165">
              <a:lnSpc>
                <a:spcPct val="100000"/>
              </a:lnSpc>
              <a:spcBef>
                <a:spcPts val="1200"/>
              </a:spcBef>
              <a:buSzPct val="50000"/>
              <a:buFont typeface="Times New Roman"/>
              <a:buChar char="●"/>
              <a:tabLst>
                <a:tab pos="316865" algn="l"/>
              </a:tabLst>
            </a:pP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메인프레임</a:t>
            </a:r>
            <a:r>
              <a:rPr dirty="0" sz="2000" spc="-1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외부로</a:t>
            </a:r>
            <a:r>
              <a:rPr dirty="0" sz="2000" spc="-17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2000" spc="-17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이동시</a:t>
            </a:r>
            <a:r>
              <a:rPr dirty="0" sz="2000" spc="-1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250">
                <a:solidFill>
                  <a:srgbClr val="221F1F"/>
                </a:solidFill>
                <a:latin typeface="Calibri"/>
                <a:cs typeface="Calibri"/>
              </a:rPr>
              <a:t>MQ</a:t>
            </a:r>
            <a:r>
              <a:rPr dirty="0" sz="20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관련</a:t>
            </a:r>
            <a:r>
              <a:rPr dirty="0" sz="2000" spc="-17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195">
                <a:solidFill>
                  <a:srgbClr val="221F1F"/>
                </a:solidFill>
                <a:latin typeface="Calibri"/>
                <a:cs typeface="Calibri"/>
              </a:rPr>
              <a:t>MIPS</a:t>
            </a:r>
            <a:r>
              <a:rPr dirty="0" sz="2000" spc="195">
                <a:solidFill>
                  <a:srgbClr val="221F1F"/>
                </a:solidFill>
                <a:latin typeface="Malgun Gothic"/>
                <a:cs typeface="Malgun Gothic"/>
              </a:rPr>
              <a:t>를</a:t>
            </a:r>
            <a:r>
              <a:rPr dirty="0" sz="2000" spc="-17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대폭</a:t>
            </a:r>
            <a:r>
              <a:rPr dirty="0" sz="2000" spc="-17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낮춤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813670" y="1918788"/>
            <a:ext cx="7823834" cy="3213735"/>
            <a:chOff x="9813670" y="1918788"/>
            <a:chExt cx="7823834" cy="3213735"/>
          </a:xfrm>
        </p:grpSpPr>
        <p:sp>
          <p:nvSpPr>
            <p:cNvPr id="5" name="object 5" descr=""/>
            <p:cNvSpPr/>
            <p:nvPr/>
          </p:nvSpPr>
          <p:spPr>
            <a:xfrm>
              <a:off x="9832720" y="3883151"/>
              <a:ext cx="928369" cy="6985"/>
            </a:xfrm>
            <a:custGeom>
              <a:avLst/>
              <a:gdLst/>
              <a:ahLst/>
              <a:cxnLst/>
              <a:rect l="l" t="t" r="r" b="b"/>
              <a:pathLst>
                <a:path w="928370" h="6985">
                  <a:moveTo>
                    <a:pt x="0" y="0"/>
                  </a:moveTo>
                  <a:lnTo>
                    <a:pt x="77029" y="58"/>
                  </a:lnTo>
                  <a:lnTo>
                    <a:pt x="152155" y="226"/>
                  </a:lnTo>
                  <a:lnTo>
                    <a:pt x="223468" y="489"/>
                  </a:lnTo>
                  <a:lnTo>
                    <a:pt x="289054" y="833"/>
                  </a:lnTo>
                  <a:lnTo>
                    <a:pt x="347003" y="1245"/>
                  </a:lnTo>
                  <a:lnTo>
                    <a:pt x="395402" y="1712"/>
                  </a:lnTo>
                  <a:lnTo>
                    <a:pt x="455905" y="2753"/>
                  </a:lnTo>
                  <a:lnTo>
                    <a:pt x="472460" y="3850"/>
                  </a:lnTo>
                  <a:lnTo>
                    <a:pt x="496013" y="4384"/>
                  </a:lnTo>
                  <a:lnTo>
                    <a:pt x="581313" y="5358"/>
                  </a:lnTo>
                  <a:lnTo>
                    <a:pt x="639241" y="5770"/>
                  </a:lnTo>
                  <a:lnTo>
                    <a:pt x="704807" y="6114"/>
                  </a:lnTo>
                  <a:lnTo>
                    <a:pt x="776103" y="6377"/>
                  </a:lnTo>
                  <a:lnTo>
                    <a:pt x="851218" y="6545"/>
                  </a:lnTo>
                  <a:lnTo>
                    <a:pt x="928243" y="6603"/>
                  </a:lnTo>
                </a:path>
              </a:pathLst>
            </a:custGeom>
            <a:ln w="38099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11244" y="1918788"/>
              <a:ext cx="3526251" cy="170194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30044" y="2032380"/>
              <a:ext cx="2854071" cy="101117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0760963" y="2666364"/>
              <a:ext cx="2447290" cy="2447290"/>
            </a:xfrm>
            <a:custGeom>
              <a:avLst/>
              <a:gdLst/>
              <a:ahLst/>
              <a:cxnLst/>
              <a:rect l="l" t="t" r="r" b="b"/>
              <a:pathLst>
                <a:path w="2447290" h="2447290">
                  <a:moveTo>
                    <a:pt x="0" y="1223390"/>
                  </a:moveTo>
                  <a:lnTo>
                    <a:pt x="925" y="1175354"/>
                  </a:lnTo>
                  <a:lnTo>
                    <a:pt x="3680" y="1127786"/>
                  </a:lnTo>
                  <a:lnTo>
                    <a:pt x="8230" y="1080721"/>
                  </a:lnTo>
                  <a:lnTo>
                    <a:pt x="14542" y="1034193"/>
                  </a:lnTo>
                  <a:lnTo>
                    <a:pt x="22580" y="988236"/>
                  </a:lnTo>
                  <a:lnTo>
                    <a:pt x="32311" y="942885"/>
                  </a:lnTo>
                  <a:lnTo>
                    <a:pt x="43702" y="898172"/>
                  </a:lnTo>
                  <a:lnTo>
                    <a:pt x="56717" y="854132"/>
                  </a:lnTo>
                  <a:lnTo>
                    <a:pt x="71324" y="810799"/>
                  </a:lnTo>
                  <a:lnTo>
                    <a:pt x="87487" y="768207"/>
                  </a:lnTo>
                  <a:lnTo>
                    <a:pt x="105174" y="726391"/>
                  </a:lnTo>
                  <a:lnTo>
                    <a:pt x="124350" y="685383"/>
                  </a:lnTo>
                  <a:lnTo>
                    <a:pt x="144981" y="645218"/>
                  </a:lnTo>
                  <a:lnTo>
                    <a:pt x="167033" y="605931"/>
                  </a:lnTo>
                  <a:lnTo>
                    <a:pt x="190472" y="567554"/>
                  </a:lnTo>
                  <a:lnTo>
                    <a:pt x="215264" y="530122"/>
                  </a:lnTo>
                  <a:lnTo>
                    <a:pt x="241375" y="493670"/>
                  </a:lnTo>
                  <a:lnTo>
                    <a:pt x="268771" y="458230"/>
                  </a:lnTo>
                  <a:lnTo>
                    <a:pt x="297418" y="423838"/>
                  </a:lnTo>
                  <a:lnTo>
                    <a:pt x="327283" y="390526"/>
                  </a:lnTo>
                  <a:lnTo>
                    <a:pt x="358330" y="358330"/>
                  </a:lnTo>
                  <a:lnTo>
                    <a:pt x="390526" y="327283"/>
                  </a:lnTo>
                  <a:lnTo>
                    <a:pt x="423838" y="297418"/>
                  </a:lnTo>
                  <a:lnTo>
                    <a:pt x="458230" y="268771"/>
                  </a:lnTo>
                  <a:lnTo>
                    <a:pt x="493670" y="241375"/>
                  </a:lnTo>
                  <a:lnTo>
                    <a:pt x="530122" y="215264"/>
                  </a:lnTo>
                  <a:lnTo>
                    <a:pt x="567554" y="190472"/>
                  </a:lnTo>
                  <a:lnTo>
                    <a:pt x="605931" y="167033"/>
                  </a:lnTo>
                  <a:lnTo>
                    <a:pt x="645218" y="144981"/>
                  </a:lnTo>
                  <a:lnTo>
                    <a:pt x="685383" y="124350"/>
                  </a:lnTo>
                  <a:lnTo>
                    <a:pt x="726391" y="105174"/>
                  </a:lnTo>
                  <a:lnTo>
                    <a:pt x="768207" y="87487"/>
                  </a:lnTo>
                  <a:lnTo>
                    <a:pt x="810799" y="71324"/>
                  </a:lnTo>
                  <a:lnTo>
                    <a:pt x="854132" y="56717"/>
                  </a:lnTo>
                  <a:lnTo>
                    <a:pt x="898172" y="43702"/>
                  </a:lnTo>
                  <a:lnTo>
                    <a:pt x="942885" y="32311"/>
                  </a:lnTo>
                  <a:lnTo>
                    <a:pt x="988236" y="22580"/>
                  </a:lnTo>
                  <a:lnTo>
                    <a:pt x="1034193" y="14542"/>
                  </a:lnTo>
                  <a:lnTo>
                    <a:pt x="1080721" y="8230"/>
                  </a:lnTo>
                  <a:lnTo>
                    <a:pt x="1127786" y="3680"/>
                  </a:lnTo>
                  <a:lnTo>
                    <a:pt x="1175354" y="925"/>
                  </a:lnTo>
                  <a:lnTo>
                    <a:pt x="1223390" y="0"/>
                  </a:lnTo>
                  <a:lnTo>
                    <a:pt x="1271427" y="925"/>
                  </a:lnTo>
                  <a:lnTo>
                    <a:pt x="1318995" y="3680"/>
                  </a:lnTo>
                  <a:lnTo>
                    <a:pt x="1366060" y="8230"/>
                  </a:lnTo>
                  <a:lnTo>
                    <a:pt x="1412588" y="14542"/>
                  </a:lnTo>
                  <a:lnTo>
                    <a:pt x="1458545" y="22580"/>
                  </a:lnTo>
                  <a:lnTo>
                    <a:pt x="1503896" y="32311"/>
                  </a:lnTo>
                  <a:lnTo>
                    <a:pt x="1548609" y="43702"/>
                  </a:lnTo>
                  <a:lnTo>
                    <a:pt x="1592649" y="56717"/>
                  </a:lnTo>
                  <a:lnTo>
                    <a:pt x="1635982" y="71324"/>
                  </a:lnTo>
                  <a:lnTo>
                    <a:pt x="1678574" y="87487"/>
                  </a:lnTo>
                  <a:lnTo>
                    <a:pt x="1720390" y="105174"/>
                  </a:lnTo>
                  <a:lnTo>
                    <a:pt x="1761398" y="124350"/>
                  </a:lnTo>
                  <a:lnTo>
                    <a:pt x="1801563" y="144981"/>
                  </a:lnTo>
                  <a:lnTo>
                    <a:pt x="1840850" y="167033"/>
                  </a:lnTo>
                  <a:lnTo>
                    <a:pt x="1879227" y="190472"/>
                  </a:lnTo>
                  <a:lnTo>
                    <a:pt x="1916659" y="215264"/>
                  </a:lnTo>
                  <a:lnTo>
                    <a:pt x="1953111" y="241375"/>
                  </a:lnTo>
                  <a:lnTo>
                    <a:pt x="1988551" y="268771"/>
                  </a:lnTo>
                  <a:lnTo>
                    <a:pt x="2022943" y="297418"/>
                  </a:lnTo>
                  <a:lnTo>
                    <a:pt x="2056255" y="327283"/>
                  </a:lnTo>
                  <a:lnTo>
                    <a:pt x="2088451" y="358330"/>
                  </a:lnTo>
                  <a:lnTo>
                    <a:pt x="2119498" y="390526"/>
                  </a:lnTo>
                  <a:lnTo>
                    <a:pt x="2149363" y="423838"/>
                  </a:lnTo>
                  <a:lnTo>
                    <a:pt x="2178010" y="458230"/>
                  </a:lnTo>
                  <a:lnTo>
                    <a:pt x="2205406" y="493670"/>
                  </a:lnTo>
                  <a:lnTo>
                    <a:pt x="2231517" y="530122"/>
                  </a:lnTo>
                  <a:lnTo>
                    <a:pt x="2256309" y="567554"/>
                  </a:lnTo>
                  <a:lnTo>
                    <a:pt x="2279748" y="605931"/>
                  </a:lnTo>
                  <a:lnTo>
                    <a:pt x="2301800" y="645218"/>
                  </a:lnTo>
                  <a:lnTo>
                    <a:pt x="2322431" y="685383"/>
                  </a:lnTo>
                  <a:lnTo>
                    <a:pt x="2341607" y="726391"/>
                  </a:lnTo>
                  <a:lnTo>
                    <a:pt x="2359294" y="768207"/>
                  </a:lnTo>
                  <a:lnTo>
                    <a:pt x="2375457" y="810799"/>
                  </a:lnTo>
                  <a:lnTo>
                    <a:pt x="2390064" y="854132"/>
                  </a:lnTo>
                  <a:lnTo>
                    <a:pt x="2403079" y="898172"/>
                  </a:lnTo>
                  <a:lnTo>
                    <a:pt x="2414470" y="942885"/>
                  </a:lnTo>
                  <a:lnTo>
                    <a:pt x="2424201" y="988236"/>
                  </a:lnTo>
                  <a:lnTo>
                    <a:pt x="2432239" y="1034193"/>
                  </a:lnTo>
                  <a:lnTo>
                    <a:pt x="2438551" y="1080721"/>
                  </a:lnTo>
                  <a:lnTo>
                    <a:pt x="2443101" y="1127786"/>
                  </a:lnTo>
                  <a:lnTo>
                    <a:pt x="2445856" y="1175354"/>
                  </a:lnTo>
                  <a:lnTo>
                    <a:pt x="2446781" y="1223390"/>
                  </a:lnTo>
                  <a:lnTo>
                    <a:pt x="2445856" y="1271427"/>
                  </a:lnTo>
                  <a:lnTo>
                    <a:pt x="2443101" y="1318995"/>
                  </a:lnTo>
                  <a:lnTo>
                    <a:pt x="2438551" y="1366060"/>
                  </a:lnTo>
                  <a:lnTo>
                    <a:pt x="2432239" y="1412588"/>
                  </a:lnTo>
                  <a:lnTo>
                    <a:pt x="2424201" y="1458545"/>
                  </a:lnTo>
                  <a:lnTo>
                    <a:pt x="2414470" y="1503896"/>
                  </a:lnTo>
                  <a:lnTo>
                    <a:pt x="2403079" y="1548609"/>
                  </a:lnTo>
                  <a:lnTo>
                    <a:pt x="2390064" y="1592649"/>
                  </a:lnTo>
                  <a:lnTo>
                    <a:pt x="2375457" y="1635982"/>
                  </a:lnTo>
                  <a:lnTo>
                    <a:pt x="2359294" y="1678574"/>
                  </a:lnTo>
                  <a:lnTo>
                    <a:pt x="2341607" y="1720390"/>
                  </a:lnTo>
                  <a:lnTo>
                    <a:pt x="2322431" y="1761398"/>
                  </a:lnTo>
                  <a:lnTo>
                    <a:pt x="2301800" y="1801563"/>
                  </a:lnTo>
                  <a:lnTo>
                    <a:pt x="2279748" y="1840850"/>
                  </a:lnTo>
                  <a:lnTo>
                    <a:pt x="2256309" y="1879227"/>
                  </a:lnTo>
                  <a:lnTo>
                    <a:pt x="2231517" y="1916659"/>
                  </a:lnTo>
                  <a:lnTo>
                    <a:pt x="2205406" y="1953111"/>
                  </a:lnTo>
                  <a:lnTo>
                    <a:pt x="2178010" y="1988551"/>
                  </a:lnTo>
                  <a:lnTo>
                    <a:pt x="2149363" y="2022943"/>
                  </a:lnTo>
                  <a:lnTo>
                    <a:pt x="2119498" y="2056255"/>
                  </a:lnTo>
                  <a:lnTo>
                    <a:pt x="2088451" y="2088451"/>
                  </a:lnTo>
                  <a:lnTo>
                    <a:pt x="2056255" y="2119498"/>
                  </a:lnTo>
                  <a:lnTo>
                    <a:pt x="2022943" y="2149363"/>
                  </a:lnTo>
                  <a:lnTo>
                    <a:pt x="1988551" y="2178010"/>
                  </a:lnTo>
                  <a:lnTo>
                    <a:pt x="1953111" y="2205406"/>
                  </a:lnTo>
                  <a:lnTo>
                    <a:pt x="1916659" y="2231517"/>
                  </a:lnTo>
                  <a:lnTo>
                    <a:pt x="1879227" y="2256309"/>
                  </a:lnTo>
                  <a:lnTo>
                    <a:pt x="1840850" y="2279748"/>
                  </a:lnTo>
                  <a:lnTo>
                    <a:pt x="1801563" y="2301800"/>
                  </a:lnTo>
                  <a:lnTo>
                    <a:pt x="1761398" y="2322431"/>
                  </a:lnTo>
                  <a:lnTo>
                    <a:pt x="1720390" y="2341607"/>
                  </a:lnTo>
                  <a:lnTo>
                    <a:pt x="1678574" y="2359294"/>
                  </a:lnTo>
                  <a:lnTo>
                    <a:pt x="1635982" y="2375457"/>
                  </a:lnTo>
                  <a:lnTo>
                    <a:pt x="1592649" y="2390064"/>
                  </a:lnTo>
                  <a:lnTo>
                    <a:pt x="1548609" y="2403079"/>
                  </a:lnTo>
                  <a:lnTo>
                    <a:pt x="1503896" y="2414470"/>
                  </a:lnTo>
                  <a:lnTo>
                    <a:pt x="1458545" y="2424201"/>
                  </a:lnTo>
                  <a:lnTo>
                    <a:pt x="1412588" y="2432239"/>
                  </a:lnTo>
                  <a:lnTo>
                    <a:pt x="1366060" y="2438551"/>
                  </a:lnTo>
                  <a:lnTo>
                    <a:pt x="1318995" y="2443101"/>
                  </a:lnTo>
                  <a:lnTo>
                    <a:pt x="1271427" y="2445856"/>
                  </a:lnTo>
                  <a:lnTo>
                    <a:pt x="1223390" y="2446781"/>
                  </a:lnTo>
                  <a:lnTo>
                    <a:pt x="1175354" y="2445856"/>
                  </a:lnTo>
                  <a:lnTo>
                    <a:pt x="1127786" y="2443101"/>
                  </a:lnTo>
                  <a:lnTo>
                    <a:pt x="1080721" y="2438551"/>
                  </a:lnTo>
                  <a:lnTo>
                    <a:pt x="1034193" y="2432239"/>
                  </a:lnTo>
                  <a:lnTo>
                    <a:pt x="988236" y="2424201"/>
                  </a:lnTo>
                  <a:lnTo>
                    <a:pt x="942885" y="2414470"/>
                  </a:lnTo>
                  <a:lnTo>
                    <a:pt x="898172" y="2403079"/>
                  </a:lnTo>
                  <a:lnTo>
                    <a:pt x="854132" y="2390064"/>
                  </a:lnTo>
                  <a:lnTo>
                    <a:pt x="810799" y="2375457"/>
                  </a:lnTo>
                  <a:lnTo>
                    <a:pt x="768207" y="2359294"/>
                  </a:lnTo>
                  <a:lnTo>
                    <a:pt x="726391" y="2341607"/>
                  </a:lnTo>
                  <a:lnTo>
                    <a:pt x="685383" y="2322431"/>
                  </a:lnTo>
                  <a:lnTo>
                    <a:pt x="645218" y="2301800"/>
                  </a:lnTo>
                  <a:lnTo>
                    <a:pt x="605931" y="2279748"/>
                  </a:lnTo>
                  <a:lnTo>
                    <a:pt x="567554" y="2256309"/>
                  </a:lnTo>
                  <a:lnTo>
                    <a:pt x="530122" y="2231517"/>
                  </a:lnTo>
                  <a:lnTo>
                    <a:pt x="493670" y="2205406"/>
                  </a:lnTo>
                  <a:lnTo>
                    <a:pt x="458230" y="2178010"/>
                  </a:lnTo>
                  <a:lnTo>
                    <a:pt x="423838" y="2149363"/>
                  </a:lnTo>
                  <a:lnTo>
                    <a:pt x="390526" y="2119498"/>
                  </a:lnTo>
                  <a:lnTo>
                    <a:pt x="358330" y="2088451"/>
                  </a:lnTo>
                  <a:lnTo>
                    <a:pt x="327283" y="2056255"/>
                  </a:lnTo>
                  <a:lnTo>
                    <a:pt x="297418" y="2022943"/>
                  </a:lnTo>
                  <a:lnTo>
                    <a:pt x="268771" y="1988551"/>
                  </a:lnTo>
                  <a:lnTo>
                    <a:pt x="241375" y="1953111"/>
                  </a:lnTo>
                  <a:lnTo>
                    <a:pt x="215264" y="1916659"/>
                  </a:lnTo>
                  <a:lnTo>
                    <a:pt x="190472" y="1879227"/>
                  </a:lnTo>
                  <a:lnTo>
                    <a:pt x="167033" y="1840850"/>
                  </a:lnTo>
                  <a:lnTo>
                    <a:pt x="144981" y="1801563"/>
                  </a:lnTo>
                  <a:lnTo>
                    <a:pt x="124350" y="1761398"/>
                  </a:lnTo>
                  <a:lnTo>
                    <a:pt x="105174" y="1720390"/>
                  </a:lnTo>
                  <a:lnTo>
                    <a:pt x="87487" y="1678574"/>
                  </a:lnTo>
                  <a:lnTo>
                    <a:pt x="71324" y="1635982"/>
                  </a:lnTo>
                  <a:lnTo>
                    <a:pt x="56717" y="1592649"/>
                  </a:lnTo>
                  <a:lnTo>
                    <a:pt x="43702" y="1548609"/>
                  </a:lnTo>
                  <a:lnTo>
                    <a:pt x="32311" y="1503896"/>
                  </a:lnTo>
                  <a:lnTo>
                    <a:pt x="22580" y="1458545"/>
                  </a:lnTo>
                  <a:lnTo>
                    <a:pt x="14542" y="1412588"/>
                  </a:lnTo>
                  <a:lnTo>
                    <a:pt x="8230" y="1366060"/>
                  </a:lnTo>
                  <a:lnTo>
                    <a:pt x="3680" y="1318995"/>
                  </a:lnTo>
                  <a:lnTo>
                    <a:pt x="925" y="1271427"/>
                  </a:lnTo>
                  <a:lnTo>
                    <a:pt x="0" y="1223390"/>
                  </a:lnTo>
                  <a:close/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491290" y="1730555"/>
            <a:ext cx="7868920" cy="4836160"/>
            <a:chOff x="491290" y="1730555"/>
            <a:chExt cx="7868920" cy="483616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290" y="1730555"/>
              <a:ext cx="7868556" cy="483569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69721" y="1830704"/>
              <a:ext cx="7036434" cy="4167504"/>
            </a:xfrm>
            <a:custGeom>
              <a:avLst/>
              <a:gdLst/>
              <a:ahLst/>
              <a:cxnLst/>
              <a:rect l="l" t="t" r="r" b="b"/>
              <a:pathLst>
                <a:path w="7036434" h="4167504">
                  <a:moveTo>
                    <a:pt x="6754596" y="0"/>
                  </a:moveTo>
                  <a:lnTo>
                    <a:pt x="281597" y="0"/>
                  </a:lnTo>
                  <a:lnTo>
                    <a:pt x="235920" y="3686"/>
                  </a:lnTo>
                  <a:lnTo>
                    <a:pt x="192589" y="14359"/>
                  </a:lnTo>
                  <a:lnTo>
                    <a:pt x="152185" y="31437"/>
                  </a:lnTo>
                  <a:lnTo>
                    <a:pt x="115288" y="54339"/>
                  </a:lnTo>
                  <a:lnTo>
                    <a:pt x="82476" y="82486"/>
                  </a:lnTo>
                  <a:lnTo>
                    <a:pt x="54331" y="115296"/>
                  </a:lnTo>
                  <a:lnTo>
                    <a:pt x="31430" y="152189"/>
                  </a:lnTo>
                  <a:lnTo>
                    <a:pt x="14355" y="192584"/>
                  </a:lnTo>
                  <a:lnTo>
                    <a:pt x="3685" y="235901"/>
                  </a:lnTo>
                  <a:lnTo>
                    <a:pt x="0" y="281559"/>
                  </a:lnTo>
                  <a:lnTo>
                    <a:pt x="0" y="3885438"/>
                  </a:lnTo>
                  <a:lnTo>
                    <a:pt x="3685" y="3931095"/>
                  </a:lnTo>
                  <a:lnTo>
                    <a:pt x="14355" y="3974412"/>
                  </a:lnTo>
                  <a:lnTo>
                    <a:pt x="31430" y="4014807"/>
                  </a:lnTo>
                  <a:lnTo>
                    <a:pt x="54331" y="4051700"/>
                  </a:lnTo>
                  <a:lnTo>
                    <a:pt x="82476" y="4084510"/>
                  </a:lnTo>
                  <a:lnTo>
                    <a:pt x="115288" y="4112657"/>
                  </a:lnTo>
                  <a:lnTo>
                    <a:pt x="152185" y="4135559"/>
                  </a:lnTo>
                  <a:lnTo>
                    <a:pt x="192589" y="4152637"/>
                  </a:lnTo>
                  <a:lnTo>
                    <a:pt x="235920" y="4163310"/>
                  </a:lnTo>
                  <a:lnTo>
                    <a:pt x="281597" y="4166997"/>
                  </a:lnTo>
                  <a:lnTo>
                    <a:pt x="6754596" y="4166997"/>
                  </a:lnTo>
                  <a:lnTo>
                    <a:pt x="6800284" y="4163310"/>
                  </a:lnTo>
                  <a:lnTo>
                    <a:pt x="6843619" y="4152637"/>
                  </a:lnTo>
                  <a:lnTo>
                    <a:pt x="6884021" y="4135559"/>
                  </a:lnTo>
                  <a:lnTo>
                    <a:pt x="6920913" y="4112657"/>
                  </a:lnTo>
                  <a:lnTo>
                    <a:pt x="6953716" y="4084510"/>
                  </a:lnTo>
                  <a:lnTo>
                    <a:pt x="6981852" y="4051700"/>
                  </a:lnTo>
                  <a:lnTo>
                    <a:pt x="7004742" y="4014807"/>
                  </a:lnTo>
                  <a:lnTo>
                    <a:pt x="7021808" y="3974412"/>
                  </a:lnTo>
                  <a:lnTo>
                    <a:pt x="7032472" y="3931095"/>
                  </a:lnTo>
                  <a:lnTo>
                    <a:pt x="7036155" y="3885438"/>
                  </a:lnTo>
                  <a:lnTo>
                    <a:pt x="7036155" y="281559"/>
                  </a:lnTo>
                  <a:lnTo>
                    <a:pt x="7032472" y="235901"/>
                  </a:lnTo>
                  <a:lnTo>
                    <a:pt x="7021808" y="192584"/>
                  </a:lnTo>
                  <a:lnTo>
                    <a:pt x="7004742" y="152189"/>
                  </a:lnTo>
                  <a:lnTo>
                    <a:pt x="6981852" y="115296"/>
                  </a:lnTo>
                  <a:lnTo>
                    <a:pt x="6953716" y="82486"/>
                  </a:lnTo>
                  <a:lnTo>
                    <a:pt x="6920913" y="54339"/>
                  </a:lnTo>
                  <a:lnTo>
                    <a:pt x="6884021" y="31437"/>
                  </a:lnTo>
                  <a:lnTo>
                    <a:pt x="6843619" y="14359"/>
                  </a:lnTo>
                  <a:lnTo>
                    <a:pt x="6800284" y="3686"/>
                  </a:lnTo>
                  <a:lnTo>
                    <a:pt x="67545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966586" y="2304415"/>
            <a:ext cx="8077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35" b="1">
                <a:solidFill>
                  <a:srgbClr val="221F1F"/>
                </a:solidFill>
                <a:latin typeface="Calibri"/>
                <a:cs typeface="Calibri"/>
              </a:rPr>
              <a:t>zLinux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50340" y="2184780"/>
            <a:ext cx="6232525" cy="3081655"/>
            <a:chOff x="1250340" y="2184780"/>
            <a:chExt cx="6232525" cy="3081655"/>
          </a:xfrm>
        </p:grpSpPr>
        <p:sp>
          <p:nvSpPr>
            <p:cNvPr id="14" name="object 14" descr=""/>
            <p:cNvSpPr/>
            <p:nvPr/>
          </p:nvSpPr>
          <p:spPr>
            <a:xfrm>
              <a:off x="5268087" y="2810001"/>
              <a:ext cx="2205355" cy="2447290"/>
            </a:xfrm>
            <a:custGeom>
              <a:avLst/>
              <a:gdLst/>
              <a:ahLst/>
              <a:cxnLst/>
              <a:rect l="l" t="t" r="r" b="b"/>
              <a:pathLst>
                <a:path w="2205354" h="2447290">
                  <a:moveTo>
                    <a:pt x="1992757" y="0"/>
                  </a:moveTo>
                  <a:lnTo>
                    <a:pt x="212089" y="0"/>
                  </a:lnTo>
                  <a:lnTo>
                    <a:pt x="163472" y="5603"/>
                  </a:lnTo>
                  <a:lnTo>
                    <a:pt x="118835" y="21564"/>
                  </a:lnTo>
                  <a:lnTo>
                    <a:pt x="79455" y="46606"/>
                  </a:lnTo>
                  <a:lnTo>
                    <a:pt x="46606" y="79455"/>
                  </a:lnTo>
                  <a:lnTo>
                    <a:pt x="21564" y="118835"/>
                  </a:lnTo>
                  <a:lnTo>
                    <a:pt x="5603" y="163472"/>
                  </a:lnTo>
                  <a:lnTo>
                    <a:pt x="0" y="212090"/>
                  </a:lnTo>
                  <a:lnTo>
                    <a:pt x="0" y="2234565"/>
                  </a:lnTo>
                  <a:lnTo>
                    <a:pt x="5603" y="2283229"/>
                  </a:lnTo>
                  <a:lnTo>
                    <a:pt x="21564" y="2327900"/>
                  </a:lnTo>
                  <a:lnTo>
                    <a:pt x="46606" y="2367302"/>
                  </a:lnTo>
                  <a:lnTo>
                    <a:pt x="79455" y="2400165"/>
                  </a:lnTo>
                  <a:lnTo>
                    <a:pt x="118835" y="2425214"/>
                  </a:lnTo>
                  <a:lnTo>
                    <a:pt x="163472" y="2441178"/>
                  </a:lnTo>
                  <a:lnTo>
                    <a:pt x="212089" y="2446782"/>
                  </a:lnTo>
                  <a:lnTo>
                    <a:pt x="1992757" y="2446782"/>
                  </a:lnTo>
                  <a:lnTo>
                    <a:pt x="2041421" y="2441178"/>
                  </a:lnTo>
                  <a:lnTo>
                    <a:pt x="2086092" y="2425214"/>
                  </a:lnTo>
                  <a:lnTo>
                    <a:pt x="2125494" y="2400165"/>
                  </a:lnTo>
                  <a:lnTo>
                    <a:pt x="2158357" y="2367302"/>
                  </a:lnTo>
                  <a:lnTo>
                    <a:pt x="2183406" y="2327900"/>
                  </a:lnTo>
                  <a:lnTo>
                    <a:pt x="2199370" y="2283229"/>
                  </a:lnTo>
                  <a:lnTo>
                    <a:pt x="2204973" y="2234565"/>
                  </a:lnTo>
                  <a:lnTo>
                    <a:pt x="2204973" y="212090"/>
                  </a:lnTo>
                  <a:lnTo>
                    <a:pt x="2199370" y="163472"/>
                  </a:lnTo>
                  <a:lnTo>
                    <a:pt x="2183406" y="118835"/>
                  </a:lnTo>
                  <a:lnTo>
                    <a:pt x="2158357" y="79455"/>
                  </a:lnTo>
                  <a:lnTo>
                    <a:pt x="2125494" y="46606"/>
                  </a:lnTo>
                  <a:lnTo>
                    <a:pt x="2086092" y="21564"/>
                  </a:lnTo>
                  <a:lnTo>
                    <a:pt x="2041421" y="5603"/>
                  </a:lnTo>
                  <a:lnTo>
                    <a:pt x="19927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68087" y="2810001"/>
              <a:ext cx="2205355" cy="2447290"/>
            </a:xfrm>
            <a:custGeom>
              <a:avLst/>
              <a:gdLst/>
              <a:ahLst/>
              <a:cxnLst/>
              <a:rect l="l" t="t" r="r" b="b"/>
              <a:pathLst>
                <a:path w="2205354" h="2447290">
                  <a:moveTo>
                    <a:pt x="0" y="212090"/>
                  </a:moveTo>
                  <a:lnTo>
                    <a:pt x="5603" y="163472"/>
                  </a:lnTo>
                  <a:lnTo>
                    <a:pt x="21564" y="118835"/>
                  </a:lnTo>
                  <a:lnTo>
                    <a:pt x="46606" y="79455"/>
                  </a:lnTo>
                  <a:lnTo>
                    <a:pt x="79455" y="46606"/>
                  </a:lnTo>
                  <a:lnTo>
                    <a:pt x="118835" y="21564"/>
                  </a:lnTo>
                  <a:lnTo>
                    <a:pt x="163472" y="5603"/>
                  </a:lnTo>
                  <a:lnTo>
                    <a:pt x="212089" y="0"/>
                  </a:lnTo>
                  <a:lnTo>
                    <a:pt x="1992757" y="0"/>
                  </a:lnTo>
                  <a:lnTo>
                    <a:pt x="2041421" y="5603"/>
                  </a:lnTo>
                  <a:lnTo>
                    <a:pt x="2086092" y="21564"/>
                  </a:lnTo>
                  <a:lnTo>
                    <a:pt x="2125494" y="46606"/>
                  </a:lnTo>
                  <a:lnTo>
                    <a:pt x="2158357" y="79455"/>
                  </a:lnTo>
                  <a:lnTo>
                    <a:pt x="2183406" y="118835"/>
                  </a:lnTo>
                  <a:lnTo>
                    <a:pt x="2199370" y="163472"/>
                  </a:lnTo>
                  <a:lnTo>
                    <a:pt x="2204973" y="212090"/>
                  </a:lnTo>
                  <a:lnTo>
                    <a:pt x="2204973" y="2234565"/>
                  </a:lnTo>
                  <a:lnTo>
                    <a:pt x="2199370" y="2283229"/>
                  </a:lnTo>
                  <a:lnTo>
                    <a:pt x="2183406" y="2327900"/>
                  </a:lnTo>
                  <a:lnTo>
                    <a:pt x="2158357" y="2367302"/>
                  </a:lnTo>
                  <a:lnTo>
                    <a:pt x="2125494" y="2400165"/>
                  </a:lnTo>
                  <a:lnTo>
                    <a:pt x="2086092" y="2425214"/>
                  </a:lnTo>
                  <a:lnTo>
                    <a:pt x="2041421" y="2441178"/>
                  </a:lnTo>
                  <a:lnTo>
                    <a:pt x="1992757" y="2446782"/>
                  </a:lnTo>
                  <a:lnTo>
                    <a:pt x="212089" y="2446782"/>
                  </a:lnTo>
                  <a:lnTo>
                    <a:pt x="163472" y="2441178"/>
                  </a:lnTo>
                  <a:lnTo>
                    <a:pt x="118835" y="2425214"/>
                  </a:lnTo>
                  <a:lnTo>
                    <a:pt x="79455" y="2400165"/>
                  </a:lnTo>
                  <a:lnTo>
                    <a:pt x="46606" y="2367302"/>
                  </a:lnTo>
                  <a:lnTo>
                    <a:pt x="21564" y="2327900"/>
                  </a:lnTo>
                  <a:lnTo>
                    <a:pt x="5603" y="2283229"/>
                  </a:lnTo>
                  <a:lnTo>
                    <a:pt x="0" y="2234565"/>
                  </a:lnTo>
                  <a:lnTo>
                    <a:pt x="0" y="21209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50340" y="2184780"/>
              <a:ext cx="1336040" cy="736600"/>
            </a:xfrm>
            <a:custGeom>
              <a:avLst/>
              <a:gdLst/>
              <a:ahLst/>
              <a:cxnLst/>
              <a:rect l="l" t="t" r="r" b="b"/>
              <a:pathLst>
                <a:path w="1336039" h="736600">
                  <a:moveTo>
                    <a:pt x="1212951" y="0"/>
                  </a:moveTo>
                  <a:lnTo>
                    <a:pt x="122656" y="0"/>
                  </a:lnTo>
                  <a:lnTo>
                    <a:pt x="74934" y="9651"/>
                  </a:lnTo>
                  <a:lnTo>
                    <a:pt x="35944" y="35972"/>
                  </a:lnTo>
                  <a:lnTo>
                    <a:pt x="9646" y="75009"/>
                  </a:lnTo>
                  <a:lnTo>
                    <a:pt x="0" y="122809"/>
                  </a:lnTo>
                  <a:lnTo>
                    <a:pt x="0" y="613537"/>
                  </a:lnTo>
                  <a:lnTo>
                    <a:pt x="9646" y="661316"/>
                  </a:lnTo>
                  <a:lnTo>
                    <a:pt x="35944" y="700309"/>
                  </a:lnTo>
                  <a:lnTo>
                    <a:pt x="74934" y="726586"/>
                  </a:lnTo>
                  <a:lnTo>
                    <a:pt x="122656" y="736219"/>
                  </a:lnTo>
                  <a:lnTo>
                    <a:pt x="1212951" y="736219"/>
                  </a:lnTo>
                  <a:lnTo>
                    <a:pt x="1260677" y="726586"/>
                  </a:lnTo>
                  <a:lnTo>
                    <a:pt x="1299676" y="700309"/>
                  </a:lnTo>
                  <a:lnTo>
                    <a:pt x="1325983" y="661316"/>
                  </a:lnTo>
                  <a:lnTo>
                    <a:pt x="1335633" y="613537"/>
                  </a:lnTo>
                  <a:lnTo>
                    <a:pt x="1335633" y="122809"/>
                  </a:lnTo>
                  <a:lnTo>
                    <a:pt x="1325983" y="75009"/>
                  </a:lnTo>
                  <a:lnTo>
                    <a:pt x="1299676" y="35972"/>
                  </a:lnTo>
                  <a:lnTo>
                    <a:pt x="1260677" y="9651"/>
                  </a:lnTo>
                  <a:lnTo>
                    <a:pt x="121295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659763" y="2409570"/>
            <a:ext cx="51815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0" b="1">
                <a:solidFill>
                  <a:srgbClr val="221F1F"/>
                </a:solidFill>
                <a:latin typeface="Calibri"/>
                <a:cs typeface="Calibri"/>
              </a:rPr>
              <a:t>CICS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250340" y="3967479"/>
            <a:ext cx="1336040" cy="736600"/>
          </a:xfrm>
          <a:custGeom>
            <a:avLst/>
            <a:gdLst/>
            <a:ahLst/>
            <a:cxnLst/>
            <a:rect l="l" t="t" r="r" b="b"/>
            <a:pathLst>
              <a:path w="1336039" h="736600">
                <a:moveTo>
                  <a:pt x="1212951" y="0"/>
                </a:moveTo>
                <a:lnTo>
                  <a:pt x="122656" y="0"/>
                </a:lnTo>
                <a:lnTo>
                  <a:pt x="74934" y="9632"/>
                </a:lnTo>
                <a:lnTo>
                  <a:pt x="35944" y="35909"/>
                </a:lnTo>
                <a:lnTo>
                  <a:pt x="9646" y="74902"/>
                </a:lnTo>
                <a:lnTo>
                  <a:pt x="0" y="122682"/>
                </a:lnTo>
                <a:lnTo>
                  <a:pt x="0" y="613410"/>
                </a:lnTo>
                <a:lnTo>
                  <a:pt x="9646" y="661189"/>
                </a:lnTo>
                <a:lnTo>
                  <a:pt x="35944" y="700182"/>
                </a:lnTo>
                <a:lnTo>
                  <a:pt x="74934" y="726459"/>
                </a:lnTo>
                <a:lnTo>
                  <a:pt x="122656" y="736092"/>
                </a:lnTo>
                <a:lnTo>
                  <a:pt x="1212951" y="736092"/>
                </a:lnTo>
                <a:lnTo>
                  <a:pt x="1260677" y="726459"/>
                </a:lnTo>
                <a:lnTo>
                  <a:pt x="1299676" y="700182"/>
                </a:lnTo>
                <a:lnTo>
                  <a:pt x="1325983" y="661189"/>
                </a:lnTo>
                <a:lnTo>
                  <a:pt x="1335633" y="613410"/>
                </a:lnTo>
                <a:lnTo>
                  <a:pt x="1335633" y="122682"/>
                </a:lnTo>
                <a:lnTo>
                  <a:pt x="1325983" y="74902"/>
                </a:lnTo>
                <a:lnTo>
                  <a:pt x="1299676" y="35909"/>
                </a:lnTo>
                <a:lnTo>
                  <a:pt x="1260677" y="9632"/>
                </a:lnTo>
                <a:lnTo>
                  <a:pt x="1212951" y="0"/>
                </a:lnTo>
                <a:close/>
              </a:path>
            </a:pathLst>
          </a:custGeom>
          <a:solidFill>
            <a:srgbClr val="B4E0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591183" y="4193794"/>
            <a:ext cx="655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0" b="1">
                <a:solidFill>
                  <a:srgbClr val="221F1F"/>
                </a:solidFill>
                <a:latin typeface="Calibri"/>
                <a:cs typeface="Calibri"/>
              </a:rPr>
              <a:t>VSAM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250340" y="4858765"/>
            <a:ext cx="1336040" cy="736600"/>
          </a:xfrm>
          <a:custGeom>
            <a:avLst/>
            <a:gdLst/>
            <a:ahLst/>
            <a:cxnLst/>
            <a:rect l="l" t="t" r="r" b="b"/>
            <a:pathLst>
              <a:path w="1336039" h="736600">
                <a:moveTo>
                  <a:pt x="1212951" y="0"/>
                </a:moveTo>
                <a:lnTo>
                  <a:pt x="122656" y="0"/>
                </a:lnTo>
                <a:lnTo>
                  <a:pt x="74934" y="9632"/>
                </a:lnTo>
                <a:lnTo>
                  <a:pt x="35944" y="35909"/>
                </a:lnTo>
                <a:lnTo>
                  <a:pt x="9646" y="74902"/>
                </a:lnTo>
                <a:lnTo>
                  <a:pt x="0" y="122682"/>
                </a:lnTo>
                <a:lnTo>
                  <a:pt x="0" y="613410"/>
                </a:lnTo>
                <a:lnTo>
                  <a:pt x="9646" y="661209"/>
                </a:lnTo>
                <a:lnTo>
                  <a:pt x="35944" y="700246"/>
                </a:lnTo>
                <a:lnTo>
                  <a:pt x="74934" y="726567"/>
                </a:lnTo>
                <a:lnTo>
                  <a:pt x="122656" y="736219"/>
                </a:lnTo>
                <a:lnTo>
                  <a:pt x="1212951" y="736219"/>
                </a:lnTo>
                <a:lnTo>
                  <a:pt x="1260677" y="726567"/>
                </a:lnTo>
                <a:lnTo>
                  <a:pt x="1299676" y="700246"/>
                </a:lnTo>
                <a:lnTo>
                  <a:pt x="1325983" y="661209"/>
                </a:lnTo>
                <a:lnTo>
                  <a:pt x="1335633" y="613410"/>
                </a:lnTo>
                <a:lnTo>
                  <a:pt x="1335633" y="122682"/>
                </a:lnTo>
                <a:lnTo>
                  <a:pt x="1325983" y="74902"/>
                </a:lnTo>
                <a:lnTo>
                  <a:pt x="1299676" y="35909"/>
                </a:lnTo>
                <a:lnTo>
                  <a:pt x="1260677" y="9632"/>
                </a:lnTo>
                <a:lnTo>
                  <a:pt x="1212951" y="0"/>
                </a:lnTo>
                <a:close/>
              </a:path>
            </a:pathLst>
          </a:custGeom>
          <a:solidFill>
            <a:srgbClr val="B4E0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525650" y="4961890"/>
            <a:ext cx="783590" cy="5143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0650" marR="5080" indent="-108585">
              <a:lnSpc>
                <a:spcPct val="100600"/>
              </a:lnSpc>
              <a:spcBef>
                <a:spcPts val="85"/>
              </a:spcBef>
            </a:pPr>
            <a:r>
              <a:rPr dirty="0" sz="1600" spc="235" b="1">
                <a:solidFill>
                  <a:srgbClr val="221F1F"/>
                </a:solidFill>
                <a:latin typeface="Calibri"/>
                <a:cs typeface="Calibri"/>
              </a:rPr>
              <a:t>Legacy </a:t>
            </a:r>
            <a:r>
              <a:rPr dirty="0" sz="1600" spc="204" b="1">
                <a:solidFill>
                  <a:srgbClr val="221F1F"/>
                </a:solidFill>
                <a:latin typeface="Calibri"/>
                <a:cs typeface="Calibri"/>
              </a:rPr>
              <a:t>Apps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250340" y="3076067"/>
            <a:ext cx="1336040" cy="736600"/>
          </a:xfrm>
          <a:custGeom>
            <a:avLst/>
            <a:gdLst/>
            <a:ahLst/>
            <a:cxnLst/>
            <a:rect l="l" t="t" r="r" b="b"/>
            <a:pathLst>
              <a:path w="1336039" h="736600">
                <a:moveTo>
                  <a:pt x="1212951" y="0"/>
                </a:moveTo>
                <a:lnTo>
                  <a:pt x="122656" y="0"/>
                </a:lnTo>
                <a:lnTo>
                  <a:pt x="74934" y="9651"/>
                </a:lnTo>
                <a:lnTo>
                  <a:pt x="35944" y="35972"/>
                </a:lnTo>
                <a:lnTo>
                  <a:pt x="9646" y="75009"/>
                </a:lnTo>
                <a:lnTo>
                  <a:pt x="0" y="122808"/>
                </a:lnTo>
                <a:lnTo>
                  <a:pt x="0" y="613536"/>
                </a:lnTo>
                <a:lnTo>
                  <a:pt x="9646" y="661316"/>
                </a:lnTo>
                <a:lnTo>
                  <a:pt x="35944" y="700309"/>
                </a:lnTo>
                <a:lnTo>
                  <a:pt x="74934" y="726586"/>
                </a:lnTo>
                <a:lnTo>
                  <a:pt x="122656" y="736218"/>
                </a:lnTo>
                <a:lnTo>
                  <a:pt x="1212951" y="736218"/>
                </a:lnTo>
                <a:lnTo>
                  <a:pt x="1260677" y="726586"/>
                </a:lnTo>
                <a:lnTo>
                  <a:pt x="1299676" y="700309"/>
                </a:lnTo>
                <a:lnTo>
                  <a:pt x="1325983" y="661316"/>
                </a:lnTo>
                <a:lnTo>
                  <a:pt x="1335633" y="613536"/>
                </a:lnTo>
                <a:lnTo>
                  <a:pt x="1335633" y="122808"/>
                </a:lnTo>
                <a:lnTo>
                  <a:pt x="1325983" y="75009"/>
                </a:lnTo>
                <a:lnTo>
                  <a:pt x="1299676" y="35972"/>
                </a:lnTo>
                <a:lnTo>
                  <a:pt x="1260677" y="9651"/>
                </a:lnTo>
                <a:lnTo>
                  <a:pt x="1212951" y="0"/>
                </a:lnTo>
                <a:close/>
              </a:path>
            </a:pathLst>
          </a:custGeom>
          <a:solidFill>
            <a:srgbClr val="B4E0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710054" y="3302635"/>
            <a:ext cx="415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30" b="1">
                <a:solidFill>
                  <a:srgbClr val="221F1F"/>
                </a:solidFill>
                <a:latin typeface="Calibri"/>
                <a:cs typeface="Calibri"/>
              </a:rPr>
              <a:t>IMS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185661" y="3049270"/>
            <a:ext cx="3695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35" b="1">
                <a:solidFill>
                  <a:srgbClr val="221F1F"/>
                </a:solidFill>
                <a:latin typeface="Calibri"/>
                <a:cs typeface="Calibri"/>
              </a:rPr>
              <a:t>zIIP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867527" y="4486147"/>
            <a:ext cx="100901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135" b="1">
                <a:solidFill>
                  <a:srgbClr val="221F1F"/>
                </a:solidFill>
                <a:latin typeface="Calibri"/>
                <a:cs typeface="Calibri"/>
              </a:rPr>
              <a:t>MQ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175" b="1">
                <a:solidFill>
                  <a:srgbClr val="221F1F"/>
                </a:solidFill>
                <a:latin typeface="Calibri"/>
                <a:cs typeface="Calibri"/>
              </a:rPr>
              <a:t>Connector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841485" y="2657094"/>
            <a:ext cx="875030" cy="45465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4139" marR="5080" indent="-91440">
              <a:lnSpc>
                <a:spcPct val="100699"/>
              </a:lnSpc>
              <a:spcBef>
                <a:spcPts val="90"/>
              </a:spcBef>
            </a:pPr>
            <a:r>
              <a:rPr dirty="0" sz="1400" spc="180" b="1">
                <a:solidFill>
                  <a:srgbClr val="221F1F"/>
                </a:solidFill>
                <a:latin typeface="Calibri"/>
                <a:cs typeface="Calibri"/>
              </a:rPr>
              <a:t>On-</a:t>
            </a:r>
            <a:r>
              <a:rPr dirty="0" sz="1400" spc="200" b="1">
                <a:solidFill>
                  <a:srgbClr val="221F1F"/>
                </a:solidFill>
                <a:latin typeface="Calibri"/>
                <a:cs typeface="Calibri"/>
              </a:rPr>
              <a:t>Prem </a:t>
            </a:r>
            <a:r>
              <a:rPr dirty="0" sz="1400" spc="150" b="1">
                <a:solidFill>
                  <a:srgbClr val="221F1F"/>
                </a:solidFill>
                <a:latin typeface="Calibri"/>
                <a:cs typeface="Calibri"/>
              </a:rPr>
              <a:t>Cluster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750820" y="2165730"/>
            <a:ext cx="7060565" cy="3448050"/>
            <a:chOff x="2750820" y="2165730"/>
            <a:chExt cx="7060565" cy="3448050"/>
          </a:xfrm>
        </p:grpSpPr>
        <p:sp>
          <p:nvSpPr>
            <p:cNvPr id="28" name="object 28" descr=""/>
            <p:cNvSpPr/>
            <p:nvPr/>
          </p:nvSpPr>
          <p:spPr>
            <a:xfrm>
              <a:off x="2769870" y="2184780"/>
              <a:ext cx="335280" cy="3409950"/>
            </a:xfrm>
            <a:custGeom>
              <a:avLst/>
              <a:gdLst/>
              <a:ahLst/>
              <a:cxnLst/>
              <a:rect l="l" t="t" r="r" b="b"/>
              <a:pathLst>
                <a:path w="335280" h="3409950">
                  <a:moveTo>
                    <a:pt x="0" y="0"/>
                  </a:moveTo>
                  <a:lnTo>
                    <a:pt x="44501" y="5978"/>
                  </a:lnTo>
                  <a:lnTo>
                    <a:pt x="84487" y="22850"/>
                  </a:lnTo>
                  <a:lnTo>
                    <a:pt x="118364" y="49022"/>
                  </a:lnTo>
                  <a:lnTo>
                    <a:pt x="144535" y="82898"/>
                  </a:lnTo>
                  <a:lnTo>
                    <a:pt x="161407" y="122884"/>
                  </a:lnTo>
                  <a:lnTo>
                    <a:pt x="167386" y="167386"/>
                  </a:lnTo>
                  <a:lnTo>
                    <a:pt x="167386" y="1537589"/>
                  </a:lnTo>
                  <a:lnTo>
                    <a:pt x="173364" y="1582090"/>
                  </a:lnTo>
                  <a:lnTo>
                    <a:pt x="190236" y="1622076"/>
                  </a:lnTo>
                  <a:lnTo>
                    <a:pt x="216408" y="1655953"/>
                  </a:lnTo>
                  <a:lnTo>
                    <a:pt x="250284" y="1682124"/>
                  </a:lnTo>
                  <a:lnTo>
                    <a:pt x="290270" y="1698996"/>
                  </a:lnTo>
                  <a:lnTo>
                    <a:pt x="334772" y="1704975"/>
                  </a:lnTo>
                  <a:lnTo>
                    <a:pt x="290270" y="1710953"/>
                  </a:lnTo>
                  <a:lnTo>
                    <a:pt x="250284" y="1727825"/>
                  </a:lnTo>
                  <a:lnTo>
                    <a:pt x="216407" y="1753997"/>
                  </a:lnTo>
                  <a:lnTo>
                    <a:pt x="190236" y="1787873"/>
                  </a:lnTo>
                  <a:lnTo>
                    <a:pt x="173364" y="1827859"/>
                  </a:lnTo>
                  <a:lnTo>
                    <a:pt x="167386" y="1872361"/>
                  </a:lnTo>
                  <a:lnTo>
                    <a:pt x="167386" y="3242437"/>
                  </a:lnTo>
                  <a:lnTo>
                    <a:pt x="161407" y="3286938"/>
                  </a:lnTo>
                  <a:lnTo>
                    <a:pt x="144535" y="3326924"/>
                  </a:lnTo>
                  <a:lnTo>
                    <a:pt x="118363" y="3360801"/>
                  </a:lnTo>
                  <a:lnTo>
                    <a:pt x="84487" y="3386972"/>
                  </a:lnTo>
                  <a:lnTo>
                    <a:pt x="44501" y="3403844"/>
                  </a:lnTo>
                  <a:lnTo>
                    <a:pt x="0" y="3409823"/>
                  </a:lnTo>
                </a:path>
              </a:pathLst>
            </a:custGeom>
            <a:ln w="38099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41283" y="3543045"/>
              <a:ext cx="325120" cy="69507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9219310" y="3520439"/>
              <a:ext cx="86995" cy="260985"/>
            </a:xfrm>
            <a:custGeom>
              <a:avLst/>
              <a:gdLst/>
              <a:ahLst/>
              <a:cxnLst/>
              <a:rect l="l" t="t" r="r" b="b"/>
              <a:pathLst>
                <a:path w="86995" h="260985">
                  <a:moveTo>
                    <a:pt x="43307" y="0"/>
                  </a:moveTo>
                  <a:lnTo>
                    <a:pt x="26360" y="3377"/>
                  </a:lnTo>
                  <a:lnTo>
                    <a:pt x="12604" y="12636"/>
                  </a:lnTo>
                  <a:lnTo>
                    <a:pt x="3373" y="26467"/>
                  </a:lnTo>
                  <a:lnTo>
                    <a:pt x="0" y="43560"/>
                  </a:lnTo>
                  <a:lnTo>
                    <a:pt x="0" y="217169"/>
                  </a:lnTo>
                  <a:lnTo>
                    <a:pt x="3373" y="234263"/>
                  </a:lnTo>
                  <a:lnTo>
                    <a:pt x="12604" y="248094"/>
                  </a:lnTo>
                  <a:lnTo>
                    <a:pt x="26360" y="257353"/>
                  </a:lnTo>
                  <a:lnTo>
                    <a:pt x="43307" y="260730"/>
                  </a:lnTo>
                  <a:lnTo>
                    <a:pt x="60400" y="257353"/>
                  </a:lnTo>
                  <a:lnTo>
                    <a:pt x="74231" y="248094"/>
                  </a:lnTo>
                  <a:lnTo>
                    <a:pt x="83490" y="234263"/>
                  </a:lnTo>
                  <a:lnTo>
                    <a:pt x="86868" y="217169"/>
                  </a:lnTo>
                  <a:lnTo>
                    <a:pt x="86868" y="43560"/>
                  </a:lnTo>
                  <a:lnTo>
                    <a:pt x="83490" y="26467"/>
                  </a:lnTo>
                  <a:lnTo>
                    <a:pt x="74231" y="12636"/>
                  </a:lnTo>
                  <a:lnTo>
                    <a:pt x="60400" y="3377"/>
                  </a:lnTo>
                  <a:lnTo>
                    <a:pt x="4330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19310" y="4020947"/>
              <a:ext cx="86868" cy="237998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79093" y="3687444"/>
              <a:ext cx="206835" cy="173481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80736" y="3940555"/>
              <a:ext cx="204595" cy="15862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9066403" y="3303269"/>
              <a:ext cx="744855" cy="1172845"/>
            </a:xfrm>
            <a:custGeom>
              <a:avLst/>
              <a:gdLst/>
              <a:ahLst/>
              <a:cxnLst/>
              <a:rect l="l" t="t" r="r" b="b"/>
              <a:pathLst>
                <a:path w="744854" h="1172845">
                  <a:moveTo>
                    <a:pt x="347472" y="1021715"/>
                  </a:moveTo>
                  <a:lnTo>
                    <a:pt x="339928" y="973162"/>
                  </a:lnTo>
                  <a:lnTo>
                    <a:pt x="331127" y="955675"/>
                  </a:lnTo>
                  <a:lnTo>
                    <a:pt x="318808" y="931189"/>
                  </a:lnTo>
                  <a:lnTo>
                    <a:pt x="286321" y="898207"/>
                  </a:lnTo>
                  <a:lnTo>
                    <a:pt x="260604" y="884897"/>
                  </a:lnTo>
                  <a:lnTo>
                    <a:pt x="260604" y="1021715"/>
                  </a:lnTo>
                  <a:lnTo>
                    <a:pt x="255676" y="1047153"/>
                  </a:lnTo>
                  <a:lnTo>
                    <a:pt x="242125" y="1067587"/>
                  </a:lnTo>
                  <a:lnTo>
                    <a:pt x="221703" y="1081176"/>
                  </a:lnTo>
                  <a:lnTo>
                    <a:pt x="196215" y="1086104"/>
                  </a:lnTo>
                  <a:lnTo>
                    <a:pt x="169786" y="1081176"/>
                  </a:lnTo>
                  <a:lnTo>
                    <a:pt x="148920" y="1067587"/>
                  </a:lnTo>
                  <a:lnTo>
                    <a:pt x="135216" y="1047153"/>
                  </a:lnTo>
                  <a:lnTo>
                    <a:pt x="130302" y="1021715"/>
                  </a:lnTo>
                  <a:lnTo>
                    <a:pt x="135216" y="995324"/>
                  </a:lnTo>
                  <a:lnTo>
                    <a:pt x="148920" y="974420"/>
                  </a:lnTo>
                  <a:lnTo>
                    <a:pt x="169786" y="960640"/>
                  </a:lnTo>
                  <a:lnTo>
                    <a:pt x="196215" y="955675"/>
                  </a:lnTo>
                  <a:lnTo>
                    <a:pt x="220954" y="960640"/>
                  </a:lnTo>
                  <a:lnTo>
                    <a:pt x="241452" y="974420"/>
                  </a:lnTo>
                  <a:lnTo>
                    <a:pt x="255435" y="995324"/>
                  </a:lnTo>
                  <a:lnTo>
                    <a:pt x="260604" y="1021715"/>
                  </a:lnTo>
                  <a:lnTo>
                    <a:pt x="260604" y="884897"/>
                  </a:lnTo>
                  <a:lnTo>
                    <a:pt x="244716" y="876655"/>
                  </a:lnTo>
                  <a:lnTo>
                    <a:pt x="196215" y="868934"/>
                  </a:lnTo>
                  <a:lnTo>
                    <a:pt x="147637" y="876655"/>
                  </a:lnTo>
                  <a:lnTo>
                    <a:pt x="105625" y="898207"/>
                  </a:lnTo>
                  <a:lnTo>
                    <a:pt x="72618" y="931189"/>
                  </a:lnTo>
                  <a:lnTo>
                    <a:pt x="51028" y="973162"/>
                  </a:lnTo>
                  <a:lnTo>
                    <a:pt x="43307" y="1021715"/>
                  </a:lnTo>
                  <a:lnTo>
                    <a:pt x="51028" y="1069479"/>
                  </a:lnTo>
                  <a:lnTo>
                    <a:pt x="72618" y="1110970"/>
                  </a:lnTo>
                  <a:lnTo>
                    <a:pt x="105625" y="1143685"/>
                  </a:lnTo>
                  <a:lnTo>
                    <a:pt x="147637" y="1165148"/>
                  </a:lnTo>
                  <a:lnTo>
                    <a:pt x="196215" y="1172845"/>
                  </a:lnTo>
                  <a:lnTo>
                    <a:pt x="243344" y="1165148"/>
                  </a:lnTo>
                  <a:lnTo>
                    <a:pt x="284784" y="1143685"/>
                  </a:lnTo>
                  <a:lnTo>
                    <a:pt x="317779" y="1110970"/>
                  </a:lnTo>
                  <a:lnTo>
                    <a:pt x="330847" y="1086104"/>
                  </a:lnTo>
                  <a:lnTo>
                    <a:pt x="339585" y="1069479"/>
                  </a:lnTo>
                  <a:lnTo>
                    <a:pt x="347472" y="1021715"/>
                  </a:lnTo>
                  <a:close/>
                </a:path>
                <a:path w="744854" h="1172845">
                  <a:moveTo>
                    <a:pt x="347472" y="152781"/>
                  </a:moveTo>
                  <a:lnTo>
                    <a:pt x="339928" y="104228"/>
                  </a:lnTo>
                  <a:lnTo>
                    <a:pt x="331190" y="86868"/>
                  </a:lnTo>
                  <a:lnTo>
                    <a:pt x="318808" y="62255"/>
                  </a:lnTo>
                  <a:lnTo>
                    <a:pt x="286321" y="29273"/>
                  </a:lnTo>
                  <a:lnTo>
                    <a:pt x="260604" y="15963"/>
                  </a:lnTo>
                  <a:lnTo>
                    <a:pt x="260604" y="152781"/>
                  </a:lnTo>
                  <a:lnTo>
                    <a:pt x="255676" y="178282"/>
                  </a:lnTo>
                  <a:lnTo>
                    <a:pt x="242125" y="198691"/>
                  </a:lnTo>
                  <a:lnTo>
                    <a:pt x="221703" y="212255"/>
                  </a:lnTo>
                  <a:lnTo>
                    <a:pt x="196215" y="217170"/>
                  </a:lnTo>
                  <a:lnTo>
                    <a:pt x="169786" y="212255"/>
                  </a:lnTo>
                  <a:lnTo>
                    <a:pt x="148920" y="198691"/>
                  </a:lnTo>
                  <a:lnTo>
                    <a:pt x="135216" y="178282"/>
                  </a:lnTo>
                  <a:lnTo>
                    <a:pt x="130302" y="152781"/>
                  </a:lnTo>
                  <a:lnTo>
                    <a:pt x="135216" y="126365"/>
                  </a:lnTo>
                  <a:lnTo>
                    <a:pt x="148920" y="105498"/>
                  </a:lnTo>
                  <a:lnTo>
                    <a:pt x="169786" y="91795"/>
                  </a:lnTo>
                  <a:lnTo>
                    <a:pt x="196215" y="86868"/>
                  </a:lnTo>
                  <a:lnTo>
                    <a:pt x="220954" y="91795"/>
                  </a:lnTo>
                  <a:lnTo>
                    <a:pt x="241452" y="105498"/>
                  </a:lnTo>
                  <a:lnTo>
                    <a:pt x="255435" y="126365"/>
                  </a:lnTo>
                  <a:lnTo>
                    <a:pt x="260604" y="152781"/>
                  </a:lnTo>
                  <a:lnTo>
                    <a:pt x="260604" y="15963"/>
                  </a:lnTo>
                  <a:lnTo>
                    <a:pt x="244716" y="7721"/>
                  </a:lnTo>
                  <a:lnTo>
                    <a:pt x="196215" y="0"/>
                  </a:lnTo>
                  <a:lnTo>
                    <a:pt x="147637" y="7721"/>
                  </a:lnTo>
                  <a:lnTo>
                    <a:pt x="105625" y="29273"/>
                  </a:lnTo>
                  <a:lnTo>
                    <a:pt x="72618" y="62255"/>
                  </a:lnTo>
                  <a:lnTo>
                    <a:pt x="51028" y="104228"/>
                  </a:lnTo>
                  <a:lnTo>
                    <a:pt x="43307" y="152781"/>
                  </a:lnTo>
                  <a:lnTo>
                    <a:pt x="51028" y="200609"/>
                  </a:lnTo>
                  <a:lnTo>
                    <a:pt x="72618" y="242125"/>
                  </a:lnTo>
                  <a:lnTo>
                    <a:pt x="105625" y="274866"/>
                  </a:lnTo>
                  <a:lnTo>
                    <a:pt x="147637" y="296341"/>
                  </a:lnTo>
                  <a:lnTo>
                    <a:pt x="196215" y="304038"/>
                  </a:lnTo>
                  <a:lnTo>
                    <a:pt x="243344" y="296341"/>
                  </a:lnTo>
                  <a:lnTo>
                    <a:pt x="284784" y="274866"/>
                  </a:lnTo>
                  <a:lnTo>
                    <a:pt x="317779" y="242125"/>
                  </a:lnTo>
                  <a:lnTo>
                    <a:pt x="330885" y="217170"/>
                  </a:lnTo>
                  <a:lnTo>
                    <a:pt x="339585" y="200609"/>
                  </a:lnTo>
                  <a:lnTo>
                    <a:pt x="347472" y="152781"/>
                  </a:lnTo>
                  <a:close/>
                </a:path>
                <a:path w="744854" h="1172845">
                  <a:moveTo>
                    <a:pt x="413385" y="597662"/>
                  </a:moveTo>
                  <a:lnTo>
                    <a:pt x="407924" y="551154"/>
                  </a:lnTo>
                  <a:lnTo>
                    <a:pt x="392188" y="507301"/>
                  </a:lnTo>
                  <a:lnTo>
                    <a:pt x="367639" y="468896"/>
                  </a:lnTo>
                  <a:lnTo>
                    <a:pt x="335534" y="436740"/>
                  </a:lnTo>
                  <a:lnTo>
                    <a:pt x="326644" y="431050"/>
                  </a:lnTo>
                  <a:lnTo>
                    <a:pt x="326644" y="597662"/>
                  </a:lnTo>
                  <a:lnTo>
                    <a:pt x="317195" y="643585"/>
                  </a:lnTo>
                  <a:lnTo>
                    <a:pt x="291452" y="681824"/>
                  </a:lnTo>
                  <a:lnTo>
                    <a:pt x="253339" y="707986"/>
                  </a:lnTo>
                  <a:lnTo>
                    <a:pt x="206756" y="717677"/>
                  </a:lnTo>
                  <a:lnTo>
                    <a:pt x="160832" y="707986"/>
                  </a:lnTo>
                  <a:lnTo>
                    <a:pt x="122593" y="681824"/>
                  </a:lnTo>
                  <a:lnTo>
                    <a:pt x="96431" y="643585"/>
                  </a:lnTo>
                  <a:lnTo>
                    <a:pt x="86741" y="597662"/>
                  </a:lnTo>
                  <a:lnTo>
                    <a:pt x="96431" y="551154"/>
                  </a:lnTo>
                  <a:lnTo>
                    <a:pt x="122593" y="513067"/>
                  </a:lnTo>
                  <a:lnTo>
                    <a:pt x="160832" y="487349"/>
                  </a:lnTo>
                  <a:lnTo>
                    <a:pt x="206756" y="477901"/>
                  </a:lnTo>
                  <a:lnTo>
                    <a:pt x="253339" y="487349"/>
                  </a:lnTo>
                  <a:lnTo>
                    <a:pt x="291465" y="513067"/>
                  </a:lnTo>
                  <a:lnTo>
                    <a:pt x="317195" y="551154"/>
                  </a:lnTo>
                  <a:lnTo>
                    <a:pt x="326644" y="597662"/>
                  </a:lnTo>
                  <a:lnTo>
                    <a:pt x="326644" y="431050"/>
                  </a:lnTo>
                  <a:lnTo>
                    <a:pt x="297141" y="412153"/>
                  </a:lnTo>
                  <a:lnTo>
                    <a:pt x="253784" y="396443"/>
                  </a:lnTo>
                  <a:lnTo>
                    <a:pt x="206756" y="390906"/>
                  </a:lnTo>
                  <a:lnTo>
                    <a:pt x="159753" y="396443"/>
                  </a:lnTo>
                  <a:lnTo>
                    <a:pt x="116382" y="412153"/>
                  </a:lnTo>
                  <a:lnTo>
                    <a:pt x="77978" y="436740"/>
                  </a:lnTo>
                  <a:lnTo>
                    <a:pt x="45821" y="468896"/>
                  </a:lnTo>
                  <a:lnTo>
                    <a:pt x="21234" y="507301"/>
                  </a:lnTo>
                  <a:lnTo>
                    <a:pt x="5524" y="550672"/>
                  </a:lnTo>
                  <a:lnTo>
                    <a:pt x="0" y="597662"/>
                  </a:lnTo>
                  <a:lnTo>
                    <a:pt x="5524" y="644715"/>
                  </a:lnTo>
                  <a:lnTo>
                    <a:pt x="21234" y="688111"/>
                  </a:lnTo>
                  <a:lnTo>
                    <a:pt x="45821" y="726541"/>
                  </a:lnTo>
                  <a:lnTo>
                    <a:pt x="77978" y="758710"/>
                  </a:lnTo>
                  <a:lnTo>
                    <a:pt x="116382" y="783310"/>
                  </a:lnTo>
                  <a:lnTo>
                    <a:pt x="159753" y="799020"/>
                  </a:lnTo>
                  <a:lnTo>
                    <a:pt x="206756" y="804545"/>
                  </a:lnTo>
                  <a:lnTo>
                    <a:pt x="253784" y="799020"/>
                  </a:lnTo>
                  <a:lnTo>
                    <a:pt x="297141" y="783310"/>
                  </a:lnTo>
                  <a:lnTo>
                    <a:pt x="335534" y="758710"/>
                  </a:lnTo>
                  <a:lnTo>
                    <a:pt x="367639" y="726541"/>
                  </a:lnTo>
                  <a:lnTo>
                    <a:pt x="392188" y="688111"/>
                  </a:lnTo>
                  <a:lnTo>
                    <a:pt x="407860" y="644715"/>
                  </a:lnTo>
                  <a:lnTo>
                    <a:pt x="413385" y="597662"/>
                  </a:lnTo>
                  <a:close/>
                </a:path>
                <a:path w="744854" h="1172845">
                  <a:moveTo>
                    <a:pt x="744105" y="372275"/>
                  </a:moveTo>
                  <a:lnTo>
                    <a:pt x="736549" y="313893"/>
                  </a:lnTo>
                  <a:lnTo>
                    <a:pt x="706805" y="261594"/>
                  </a:lnTo>
                  <a:lnTo>
                    <a:pt x="660095" y="225793"/>
                  </a:lnTo>
                  <a:lnTo>
                    <a:pt x="655929" y="224231"/>
                  </a:lnTo>
                  <a:lnTo>
                    <a:pt x="655929" y="365772"/>
                  </a:lnTo>
                  <a:lnTo>
                    <a:pt x="653415" y="378714"/>
                  </a:lnTo>
                  <a:lnTo>
                    <a:pt x="623824" y="417080"/>
                  </a:lnTo>
                  <a:lnTo>
                    <a:pt x="589915" y="425577"/>
                  </a:lnTo>
                  <a:lnTo>
                    <a:pt x="584327" y="425577"/>
                  </a:lnTo>
                  <a:lnTo>
                    <a:pt x="542340" y="403479"/>
                  </a:lnTo>
                  <a:lnTo>
                    <a:pt x="526542" y="357022"/>
                  </a:lnTo>
                  <a:lnTo>
                    <a:pt x="528193" y="344055"/>
                  </a:lnTo>
                  <a:lnTo>
                    <a:pt x="548741" y="311543"/>
                  </a:lnTo>
                  <a:lnTo>
                    <a:pt x="590804" y="295402"/>
                  </a:lnTo>
                  <a:lnTo>
                    <a:pt x="602869" y="295402"/>
                  </a:lnTo>
                  <a:lnTo>
                    <a:pt x="640575" y="317665"/>
                  </a:lnTo>
                  <a:lnTo>
                    <a:pt x="655891" y="352958"/>
                  </a:lnTo>
                  <a:lnTo>
                    <a:pt x="655929" y="365772"/>
                  </a:lnTo>
                  <a:lnTo>
                    <a:pt x="655929" y="224231"/>
                  </a:lnTo>
                  <a:lnTo>
                    <a:pt x="613041" y="211505"/>
                  </a:lnTo>
                  <a:lnTo>
                    <a:pt x="593344" y="210185"/>
                  </a:lnTo>
                  <a:lnTo>
                    <a:pt x="573760" y="211505"/>
                  </a:lnTo>
                  <a:lnTo>
                    <a:pt x="535724" y="221919"/>
                  </a:lnTo>
                  <a:lnTo>
                    <a:pt x="492721" y="247865"/>
                  </a:lnTo>
                  <a:lnTo>
                    <a:pt x="456920" y="293878"/>
                  </a:lnTo>
                  <a:lnTo>
                    <a:pt x="440867" y="351358"/>
                  </a:lnTo>
                  <a:lnTo>
                    <a:pt x="441680" y="378714"/>
                  </a:lnTo>
                  <a:lnTo>
                    <a:pt x="460502" y="436130"/>
                  </a:lnTo>
                  <a:lnTo>
                    <a:pt x="499338" y="482396"/>
                  </a:lnTo>
                  <a:lnTo>
                    <a:pt x="552577" y="509143"/>
                  </a:lnTo>
                  <a:lnTo>
                    <a:pt x="590804" y="512572"/>
                  </a:lnTo>
                  <a:lnTo>
                    <a:pt x="610298" y="511302"/>
                  </a:lnTo>
                  <a:lnTo>
                    <a:pt x="648677" y="501599"/>
                  </a:lnTo>
                  <a:lnTo>
                    <a:pt x="692302" y="475932"/>
                  </a:lnTo>
                  <a:lnTo>
                    <a:pt x="728103" y="429768"/>
                  </a:lnTo>
                  <a:lnTo>
                    <a:pt x="729640" y="425577"/>
                  </a:lnTo>
                  <a:lnTo>
                    <a:pt x="738505" y="401459"/>
                  </a:lnTo>
                  <a:lnTo>
                    <a:pt x="744105" y="372275"/>
                  </a:lnTo>
                  <a:close/>
                </a:path>
                <a:path w="744854" h="1172845">
                  <a:moveTo>
                    <a:pt x="744359" y="807669"/>
                  </a:moveTo>
                  <a:lnTo>
                    <a:pt x="738505" y="778510"/>
                  </a:lnTo>
                  <a:lnTo>
                    <a:pt x="726579" y="752094"/>
                  </a:lnTo>
                  <a:lnTo>
                    <a:pt x="717499" y="731977"/>
                  </a:lnTo>
                  <a:lnTo>
                    <a:pt x="683348" y="696468"/>
                  </a:lnTo>
                  <a:lnTo>
                    <a:pt x="658355" y="683437"/>
                  </a:lnTo>
                  <a:lnTo>
                    <a:pt x="658355" y="812317"/>
                  </a:lnTo>
                  <a:lnTo>
                    <a:pt x="657847" y="825207"/>
                  </a:lnTo>
                  <a:lnTo>
                    <a:pt x="642632" y="860475"/>
                  </a:lnTo>
                  <a:lnTo>
                    <a:pt x="605917" y="880745"/>
                  </a:lnTo>
                  <a:lnTo>
                    <a:pt x="600202" y="881253"/>
                  </a:lnTo>
                  <a:lnTo>
                    <a:pt x="594614" y="881253"/>
                  </a:lnTo>
                  <a:lnTo>
                    <a:pt x="553999" y="868603"/>
                  </a:lnTo>
                  <a:lnTo>
                    <a:pt x="529971" y="834136"/>
                  </a:lnTo>
                  <a:lnTo>
                    <a:pt x="528878" y="810374"/>
                  </a:lnTo>
                  <a:lnTo>
                    <a:pt x="528764" y="808126"/>
                  </a:lnTo>
                  <a:lnTo>
                    <a:pt x="553720" y="765365"/>
                  </a:lnTo>
                  <a:lnTo>
                    <a:pt x="588137" y="752094"/>
                  </a:lnTo>
                  <a:lnTo>
                    <a:pt x="593725" y="752094"/>
                  </a:lnTo>
                  <a:lnTo>
                    <a:pt x="632637" y="764794"/>
                  </a:lnTo>
                  <a:lnTo>
                    <a:pt x="656717" y="799211"/>
                  </a:lnTo>
                  <a:lnTo>
                    <a:pt x="658355" y="812317"/>
                  </a:lnTo>
                  <a:lnTo>
                    <a:pt x="658355" y="683437"/>
                  </a:lnTo>
                  <a:lnTo>
                    <a:pt x="639914" y="673823"/>
                  </a:lnTo>
                  <a:lnTo>
                    <a:pt x="591058" y="665861"/>
                  </a:lnTo>
                  <a:lnTo>
                    <a:pt x="581431" y="666178"/>
                  </a:lnTo>
                  <a:lnTo>
                    <a:pt x="508647" y="691222"/>
                  </a:lnTo>
                  <a:lnTo>
                    <a:pt x="474167" y="723531"/>
                  </a:lnTo>
                  <a:lnTo>
                    <a:pt x="451040" y="764324"/>
                  </a:lnTo>
                  <a:lnTo>
                    <a:pt x="441198" y="810374"/>
                  </a:lnTo>
                  <a:lnTo>
                    <a:pt x="446532" y="858393"/>
                  </a:lnTo>
                  <a:lnTo>
                    <a:pt x="468160" y="904392"/>
                  </a:lnTo>
                  <a:lnTo>
                    <a:pt x="502132" y="939457"/>
                  </a:lnTo>
                  <a:lnTo>
                    <a:pt x="545236" y="961809"/>
                  </a:lnTo>
                  <a:lnTo>
                    <a:pt x="594233" y="969645"/>
                  </a:lnTo>
                  <a:lnTo>
                    <a:pt x="603631" y="969073"/>
                  </a:lnTo>
                  <a:lnTo>
                    <a:pt x="613346" y="967663"/>
                  </a:lnTo>
                  <a:lnTo>
                    <a:pt x="623049" y="965949"/>
                  </a:lnTo>
                  <a:lnTo>
                    <a:pt x="632460" y="964438"/>
                  </a:lnTo>
                  <a:lnTo>
                    <a:pt x="685698" y="937945"/>
                  </a:lnTo>
                  <a:lnTo>
                    <a:pt x="724662" y="893064"/>
                  </a:lnTo>
                  <a:lnTo>
                    <a:pt x="730161" y="881253"/>
                  </a:lnTo>
                  <a:lnTo>
                    <a:pt x="737298" y="865924"/>
                  </a:lnTo>
                  <a:lnTo>
                    <a:pt x="743915" y="837133"/>
                  </a:lnTo>
                  <a:lnTo>
                    <a:pt x="744283" y="812317"/>
                  </a:lnTo>
                  <a:lnTo>
                    <a:pt x="744359" y="80766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703952" y="3883279"/>
              <a:ext cx="4041775" cy="1270"/>
            </a:xfrm>
            <a:custGeom>
              <a:avLst/>
              <a:gdLst/>
              <a:ahLst/>
              <a:cxnLst/>
              <a:rect l="l" t="t" r="r" b="b"/>
              <a:pathLst>
                <a:path w="4041775" h="1270">
                  <a:moveTo>
                    <a:pt x="0" y="0"/>
                  </a:moveTo>
                  <a:lnTo>
                    <a:pt x="73157" y="6"/>
                  </a:lnTo>
                  <a:lnTo>
                    <a:pt x="145102" y="24"/>
                  </a:lnTo>
                  <a:lnTo>
                    <a:pt x="214622" y="54"/>
                  </a:lnTo>
                  <a:lnTo>
                    <a:pt x="280505" y="94"/>
                  </a:lnTo>
                  <a:lnTo>
                    <a:pt x="341537" y="145"/>
                  </a:lnTo>
                  <a:lnTo>
                    <a:pt x="396506" y="206"/>
                  </a:lnTo>
                  <a:lnTo>
                    <a:pt x="444200" y="275"/>
                  </a:lnTo>
                  <a:lnTo>
                    <a:pt x="483406" y="354"/>
                  </a:lnTo>
                  <a:lnTo>
                    <a:pt x="531505" y="534"/>
                  </a:lnTo>
                  <a:lnTo>
                    <a:pt x="537972" y="635"/>
                  </a:lnTo>
                  <a:lnTo>
                    <a:pt x="544438" y="704"/>
                  </a:lnTo>
                  <a:lnTo>
                    <a:pt x="592534" y="837"/>
                  </a:lnTo>
                  <a:lnTo>
                    <a:pt x="631737" y="899"/>
                  </a:lnTo>
                  <a:lnTo>
                    <a:pt x="679425" y="957"/>
                  </a:lnTo>
                  <a:lnTo>
                    <a:pt x="734385" y="1009"/>
                  </a:lnTo>
                  <a:lnTo>
                    <a:pt x="795405" y="1054"/>
                  </a:lnTo>
                  <a:lnTo>
                    <a:pt x="861272" y="1091"/>
                  </a:lnTo>
                  <a:lnTo>
                    <a:pt x="930771" y="1119"/>
                  </a:lnTo>
                  <a:lnTo>
                    <a:pt x="1002690" y="1136"/>
                  </a:lnTo>
                  <a:lnTo>
                    <a:pt x="1075817" y="1143"/>
                  </a:lnTo>
                </a:path>
                <a:path w="4041775" h="1270">
                  <a:moveTo>
                    <a:pt x="2250567" y="0"/>
                  </a:moveTo>
                  <a:lnTo>
                    <a:pt x="2325103" y="1"/>
                  </a:lnTo>
                  <a:lnTo>
                    <a:pt x="2399182" y="4"/>
                  </a:lnTo>
                  <a:lnTo>
                    <a:pt x="2472341" y="9"/>
                  </a:lnTo>
                  <a:lnTo>
                    <a:pt x="2544120" y="17"/>
                  </a:lnTo>
                  <a:lnTo>
                    <a:pt x="2614058" y="26"/>
                  </a:lnTo>
                  <a:lnTo>
                    <a:pt x="2681694" y="37"/>
                  </a:lnTo>
                  <a:lnTo>
                    <a:pt x="2746567" y="50"/>
                  </a:lnTo>
                  <a:lnTo>
                    <a:pt x="2808217" y="64"/>
                  </a:lnTo>
                  <a:lnTo>
                    <a:pt x="2866183" y="79"/>
                  </a:lnTo>
                  <a:lnTo>
                    <a:pt x="2920004" y="95"/>
                  </a:lnTo>
                  <a:lnTo>
                    <a:pt x="2969218" y="113"/>
                  </a:lnTo>
                  <a:lnTo>
                    <a:pt x="3013366" y="131"/>
                  </a:lnTo>
                  <a:lnTo>
                    <a:pt x="3051986" y="150"/>
                  </a:lnTo>
                  <a:lnTo>
                    <a:pt x="3110800" y="191"/>
                  </a:lnTo>
                  <a:lnTo>
                    <a:pt x="3150113" y="276"/>
                  </a:lnTo>
                  <a:lnTo>
                    <a:pt x="3162014" y="300"/>
                  </a:lnTo>
                  <a:lnTo>
                    <a:pt x="3207469" y="353"/>
                  </a:lnTo>
                  <a:lnTo>
                    <a:pt x="3278721" y="409"/>
                  </a:lnTo>
                  <a:lnTo>
                    <a:pt x="3322869" y="437"/>
                  </a:lnTo>
                  <a:lnTo>
                    <a:pt x="3372083" y="465"/>
                  </a:lnTo>
                  <a:lnTo>
                    <a:pt x="3425904" y="492"/>
                  </a:lnTo>
                  <a:lnTo>
                    <a:pt x="3483870" y="517"/>
                  </a:lnTo>
                  <a:lnTo>
                    <a:pt x="3545520" y="542"/>
                  </a:lnTo>
                  <a:lnTo>
                    <a:pt x="3610393" y="564"/>
                  </a:lnTo>
                  <a:lnTo>
                    <a:pt x="3678029" y="584"/>
                  </a:lnTo>
                  <a:lnTo>
                    <a:pt x="3747967" y="601"/>
                  </a:lnTo>
                  <a:lnTo>
                    <a:pt x="3819746" y="615"/>
                  </a:lnTo>
                  <a:lnTo>
                    <a:pt x="3892905" y="626"/>
                  </a:lnTo>
                  <a:lnTo>
                    <a:pt x="3966984" y="632"/>
                  </a:lnTo>
                  <a:lnTo>
                    <a:pt x="4041521" y="635"/>
                  </a:lnTo>
                </a:path>
              </a:pathLst>
            </a:custGeom>
            <a:ln w="381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896229" y="3568191"/>
              <a:ext cx="949325" cy="632460"/>
            </a:xfrm>
            <a:custGeom>
              <a:avLst/>
              <a:gdLst/>
              <a:ahLst/>
              <a:cxnLst/>
              <a:rect l="l" t="t" r="r" b="b"/>
              <a:pathLst>
                <a:path w="949325" h="632460">
                  <a:moveTo>
                    <a:pt x="541350" y="479666"/>
                  </a:moveTo>
                  <a:lnTo>
                    <a:pt x="514477" y="446405"/>
                  </a:lnTo>
                  <a:lnTo>
                    <a:pt x="508762" y="446405"/>
                  </a:lnTo>
                  <a:lnTo>
                    <a:pt x="409702" y="566801"/>
                  </a:lnTo>
                  <a:lnTo>
                    <a:pt x="238633" y="566801"/>
                  </a:lnTo>
                  <a:lnTo>
                    <a:pt x="70231" y="328803"/>
                  </a:lnTo>
                  <a:lnTo>
                    <a:pt x="258191" y="57531"/>
                  </a:lnTo>
                  <a:lnTo>
                    <a:pt x="404495" y="57531"/>
                  </a:lnTo>
                  <a:lnTo>
                    <a:pt x="417309" y="55143"/>
                  </a:lnTo>
                  <a:lnTo>
                    <a:pt x="434594" y="17424"/>
                  </a:lnTo>
                  <a:lnTo>
                    <a:pt x="404495" y="0"/>
                  </a:lnTo>
                  <a:lnTo>
                    <a:pt x="240030" y="0"/>
                  </a:lnTo>
                  <a:lnTo>
                    <a:pt x="4953" y="313817"/>
                  </a:lnTo>
                  <a:lnTo>
                    <a:pt x="0" y="329361"/>
                  </a:lnTo>
                  <a:lnTo>
                    <a:pt x="1231" y="337413"/>
                  </a:lnTo>
                  <a:lnTo>
                    <a:pt x="194183" y="611632"/>
                  </a:lnTo>
                  <a:lnTo>
                    <a:pt x="221615" y="624332"/>
                  </a:lnTo>
                  <a:lnTo>
                    <a:pt x="430657" y="624332"/>
                  </a:lnTo>
                  <a:lnTo>
                    <a:pt x="536321" y="489839"/>
                  </a:lnTo>
                  <a:lnTo>
                    <a:pt x="541350" y="479666"/>
                  </a:lnTo>
                  <a:close/>
                </a:path>
                <a:path w="949325" h="632460">
                  <a:moveTo>
                    <a:pt x="948715" y="301345"/>
                  </a:moveTo>
                  <a:lnTo>
                    <a:pt x="763651" y="19558"/>
                  </a:lnTo>
                  <a:lnTo>
                    <a:pt x="736219" y="5715"/>
                  </a:lnTo>
                  <a:lnTo>
                    <a:pt x="538988" y="5715"/>
                  </a:lnTo>
                  <a:lnTo>
                    <a:pt x="418846" y="139065"/>
                  </a:lnTo>
                  <a:lnTo>
                    <a:pt x="413600" y="160528"/>
                  </a:lnTo>
                  <a:lnTo>
                    <a:pt x="418452" y="170967"/>
                  </a:lnTo>
                  <a:lnTo>
                    <a:pt x="461454" y="181711"/>
                  </a:lnTo>
                  <a:lnTo>
                    <a:pt x="554609" y="64389"/>
                  </a:lnTo>
                  <a:lnTo>
                    <a:pt x="716534" y="64389"/>
                  </a:lnTo>
                  <a:lnTo>
                    <a:pt x="875919" y="302387"/>
                  </a:lnTo>
                  <a:lnTo>
                    <a:pt x="696976" y="574929"/>
                  </a:lnTo>
                  <a:lnTo>
                    <a:pt x="559943" y="574929"/>
                  </a:lnTo>
                  <a:lnTo>
                    <a:pt x="547103" y="577151"/>
                  </a:lnTo>
                  <a:lnTo>
                    <a:pt x="536702" y="583222"/>
                  </a:lnTo>
                  <a:lnTo>
                    <a:pt x="529717" y="592289"/>
                  </a:lnTo>
                  <a:lnTo>
                    <a:pt x="527177" y="603504"/>
                  </a:lnTo>
                  <a:lnTo>
                    <a:pt x="529717" y="614337"/>
                  </a:lnTo>
                  <a:lnTo>
                    <a:pt x="536702" y="623544"/>
                  </a:lnTo>
                  <a:lnTo>
                    <a:pt x="547103" y="629945"/>
                  </a:lnTo>
                  <a:lnTo>
                    <a:pt x="559943" y="632333"/>
                  </a:lnTo>
                  <a:lnTo>
                    <a:pt x="716534" y="632333"/>
                  </a:lnTo>
                  <a:lnTo>
                    <a:pt x="943864" y="316230"/>
                  </a:lnTo>
                  <a:lnTo>
                    <a:pt x="947496" y="308940"/>
                  </a:lnTo>
                  <a:lnTo>
                    <a:pt x="948715" y="30134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3291" y="3796931"/>
              <a:ext cx="195884" cy="172453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104642" y="3889755"/>
              <a:ext cx="727710" cy="8890"/>
            </a:xfrm>
            <a:custGeom>
              <a:avLst/>
              <a:gdLst/>
              <a:ahLst/>
              <a:cxnLst/>
              <a:rect l="l" t="t" r="r" b="b"/>
              <a:pathLst>
                <a:path w="727710" h="8889">
                  <a:moveTo>
                    <a:pt x="0" y="0"/>
                  </a:moveTo>
                  <a:lnTo>
                    <a:pt x="727709" y="8382"/>
                  </a:lnTo>
                </a:path>
              </a:pathLst>
            </a:custGeom>
            <a:ln w="38099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94202" y="3310801"/>
              <a:ext cx="1335659" cy="1157820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11257280" y="3968623"/>
            <a:ext cx="145669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4800" marR="5080" indent="-292735">
              <a:lnSpc>
                <a:spcPct val="100000"/>
              </a:lnSpc>
              <a:spcBef>
                <a:spcPts val="95"/>
              </a:spcBef>
            </a:pPr>
            <a:r>
              <a:rPr dirty="0" sz="2200" spc="240" b="1">
                <a:solidFill>
                  <a:srgbClr val="221F1F"/>
                </a:solidFill>
                <a:latin typeface="Calibri"/>
                <a:cs typeface="Calibri"/>
              </a:rPr>
              <a:t>Confluent </a:t>
            </a:r>
            <a:r>
              <a:rPr dirty="0" sz="2200" spc="270" b="1">
                <a:solidFill>
                  <a:srgbClr val="221F1F"/>
                </a:solidFill>
                <a:latin typeface="Calibri"/>
                <a:cs typeface="Calibri"/>
              </a:rPr>
              <a:t>Cloud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1533885" y="2518917"/>
            <a:ext cx="6264275" cy="6691630"/>
            <a:chOff x="11533885" y="2518917"/>
            <a:chExt cx="6264275" cy="6691630"/>
          </a:xfrm>
        </p:grpSpPr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33885" y="3376100"/>
              <a:ext cx="493369" cy="87062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1548998" y="3114928"/>
              <a:ext cx="842010" cy="668020"/>
            </a:xfrm>
            <a:custGeom>
              <a:avLst/>
              <a:gdLst/>
              <a:ahLst/>
              <a:cxnLst/>
              <a:rect l="l" t="t" r="r" b="b"/>
              <a:pathLst>
                <a:path w="842009" h="668020">
                  <a:moveTo>
                    <a:pt x="319150" y="72009"/>
                  </a:moveTo>
                  <a:lnTo>
                    <a:pt x="272472" y="77352"/>
                  </a:lnTo>
                  <a:lnTo>
                    <a:pt x="229683" y="92585"/>
                  </a:lnTo>
                  <a:lnTo>
                    <a:pt x="191984" y="116506"/>
                  </a:lnTo>
                  <a:lnTo>
                    <a:pt x="160575" y="147915"/>
                  </a:lnTo>
                  <a:lnTo>
                    <a:pt x="136654" y="185614"/>
                  </a:lnTo>
                  <a:lnTo>
                    <a:pt x="121421" y="228403"/>
                  </a:lnTo>
                  <a:lnTo>
                    <a:pt x="116163" y="274337"/>
                  </a:lnTo>
                  <a:lnTo>
                    <a:pt x="116276" y="290195"/>
                  </a:lnTo>
                  <a:lnTo>
                    <a:pt x="116504" y="294894"/>
                  </a:lnTo>
                  <a:lnTo>
                    <a:pt x="116560" y="296048"/>
                  </a:lnTo>
                  <a:lnTo>
                    <a:pt x="117221" y="303022"/>
                  </a:lnTo>
                  <a:lnTo>
                    <a:pt x="78744" y="324345"/>
                  </a:lnTo>
                  <a:lnTo>
                    <a:pt x="46387" y="353978"/>
                  </a:lnTo>
                  <a:lnTo>
                    <a:pt x="21547" y="390475"/>
                  </a:lnTo>
                  <a:lnTo>
                    <a:pt x="5619" y="432391"/>
                  </a:lnTo>
                  <a:lnTo>
                    <a:pt x="0" y="478281"/>
                  </a:lnTo>
                  <a:lnTo>
                    <a:pt x="6673" y="528591"/>
                  </a:lnTo>
                  <a:lnTo>
                    <a:pt x="25531" y="573795"/>
                  </a:lnTo>
                  <a:lnTo>
                    <a:pt x="54832" y="612092"/>
                  </a:lnTo>
                  <a:lnTo>
                    <a:pt x="92832" y="641679"/>
                  </a:lnTo>
                  <a:lnTo>
                    <a:pt x="137789" y="660753"/>
                  </a:lnTo>
                  <a:lnTo>
                    <a:pt x="187959" y="667512"/>
                  </a:lnTo>
                  <a:lnTo>
                    <a:pt x="638428" y="667512"/>
                  </a:lnTo>
                  <a:lnTo>
                    <a:pt x="638428" y="666369"/>
                  </a:lnTo>
                  <a:lnTo>
                    <a:pt x="685154" y="659578"/>
                  </a:lnTo>
                  <a:lnTo>
                    <a:pt x="727976" y="643049"/>
                  </a:lnTo>
                  <a:lnTo>
                    <a:pt x="765698" y="617979"/>
                  </a:lnTo>
                  <a:lnTo>
                    <a:pt x="773944" y="609473"/>
                  </a:lnTo>
                  <a:lnTo>
                    <a:pt x="187959" y="609473"/>
                  </a:lnTo>
                  <a:lnTo>
                    <a:pt x="137334" y="599100"/>
                  </a:lnTo>
                  <a:lnTo>
                    <a:pt x="96043" y="570880"/>
                  </a:lnTo>
                  <a:lnTo>
                    <a:pt x="68230" y="529159"/>
                  </a:lnTo>
                  <a:lnTo>
                    <a:pt x="58039" y="478281"/>
                  </a:lnTo>
                  <a:lnTo>
                    <a:pt x="64041" y="438997"/>
                  </a:lnTo>
                  <a:lnTo>
                    <a:pt x="80819" y="404415"/>
                  </a:lnTo>
                  <a:lnTo>
                    <a:pt x="106527" y="376572"/>
                  </a:lnTo>
                  <a:lnTo>
                    <a:pt x="139319" y="357504"/>
                  </a:lnTo>
                  <a:lnTo>
                    <a:pt x="181101" y="340105"/>
                  </a:lnTo>
                  <a:lnTo>
                    <a:pt x="175259" y="294894"/>
                  </a:lnTo>
                  <a:lnTo>
                    <a:pt x="174117" y="289051"/>
                  </a:lnTo>
                  <a:lnTo>
                    <a:pt x="174235" y="274337"/>
                  </a:lnTo>
                  <a:lnTo>
                    <a:pt x="181397" y="229274"/>
                  </a:lnTo>
                  <a:lnTo>
                    <a:pt x="201760" y="189465"/>
                  </a:lnTo>
                  <a:lnTo>
                    <a:pt x="232986" y="158057"/>
                  </a:lnTo>
                  <a:lnTo>
                    <a:pt x="272855" y="137450"/>
                  </a:lnTo>
                  <a:lnTo>
                    <a:pt x="319150" y="130048"/>
                  </a:lnTo>
                  <a:lnTo>
                    <a:pt x="404974" y="130048"/>
                  </a:lnTo>
                  <a:lnTo>
                    <a:pt x="416686" y="116077"/>
                  </a:lnTo>
                  <a:lnTo>
                    <a:pt x="442023" y="91846"/>
                  </a:lnTo>
                  <a:lnTo>
                    <a:pt x="463202" y="78994"/>
                  </a:lnTo>
                  <a:lnTo>
                    <a:pt x="371475" y="78994"/>
                  </a:lnTo>
                  <a:lnTo>
                    <a:pt x="358888" y="75920"/>
                  </a:lnTo>
                  <a:lnTo>
                    <a:pt x="345741" y="73739"/>
                  </a:lnTo>
                  <a:lnTo>
                    <a:pt x="332380" y="72439"/>
                  </a:lnTo>
                  <a:lnTo>
                    <a:pt x="319150" y="72009"/>
                  </a:lnTo>
                  <a:close/>
                </a:path>
                <a:path w="842009" h="668020">
                  <a:moveTo>
                    <a:pt x="693366" y="58039"/>
                  </a:moveTo>
                  <a:lnTo>
                    <a:pt x="543178" y="58039"/>
                  </a:lnTo>
                  <a:lnTo>
                    <a:pt x="587847" y="63966"/>
                  </a:lnTo>
                  <a:lnTo>
                    <a:pt x="627859" y="80696"/>
                  </a:lnTo>
                  <a:lnTo>
                    <a:pt x="661670" y="106648"/>
                  </a:lnTo>
                  <a:lnTo>
                    <a:pt x="687733" y="140240"/>
                  </a:lnTo>
                  <a:lnTo>
                    <a:pt x="704504" y="179894"/>
                  </a:lnTo>
                  <a:lnTo>
                    <a:pt x="710437" y="224027"/>
                  </a:lnTo>
                  <a:lnTo>
                    <a:pt x="709989" y="236862"/>
                  </a:lnTo>
                  <a:lnTo>
                    <a:pt x="708659" y="249269"/>
                  </a:lnTo>
                  <a:lnTo>
                    <a:pt x="706473" y="261246"/>
                  </a:lnTo>
                  <a:lnTo>
                    <a:pt x="703452" y="272796"/>
                  </a:lnTo>
                  <a:lnTo>
                    <a:pt x="691769" y="311150"/>
                  </a:lnTo>
                  <a:lnTo>
                    <a:pt x="723137" y="335534"/>
                  </a:lnTo>
                  <a:lnTo>
                    <a:pt x="747799" y="359261"/>
                  </a:lnTo>
                  <a:lnTo>
                    <a:pt x="766889" y="388000"/>
                  </a:lnTo>
                  <a:lnTo>
                    <a:pt x="779216" y="420669"/>
                  </a:lnTo>
                  <a:lnTo>
                    <a:pt x="783590" y="456184"/>
                  </a:lnTo>
                  <a:lnTo>
                    <a:pt x="776036" y="503469"/>
                  </a:lnTo>
                  <a:lnTo>
                    <a:pt x="755097" y="544651"/>
                  </a:lnTo>
                  <a:lnTo>
                    <a:pt x="723157" y="577470"/>
                  </a:lnTo>
                  <a:lnTo>
                    <a:pt x="682689" y="599492"/>
                  </a:lnTo>
                  <a:lnTo>
                    <a:pt x="636143" y="608329"/>
                  </a:lnTo>
                  <a:lnTo>
                    <a:pt x="633729" y="609473"/>
                  </a:lnTo>
                  <a:lnTo>
                    <a:pt x="773944" y="609473"/>
                  </a:lnTo>
                  <a:lnTo>
                    <a:pt x="797121" y="585562"/>
                  </a:lnTo>
                  <a:lnTo>
                    <a:pt x="821049" y="546994"/>
                  </a:lnTo>
                  <a:lnTo>
                    <a:pt x="836284" y="503469"/>
                  </a:lnTo>
                  <a:lnTo>
                    <a:pt x="841628" y="456184"/>
                  </a:lnTo>
                  <a:lnTo>
                    <a:pt x="835769" y="407245"/>
                  </a:lnTo>
                  <a:lnTo>
                    <a:pt x="819134" y="362331"/>
                  </a:lnTo>
                  <a:lnTo>
                    <a:pt x="793140" y="322845"/>
                  </a:lnTo>
                  <a:lnTo>
                    <a:pt x="759205" y="290195"/>
                  </a:lnTo>
                  <a:lnTo>
                    <a:pt x="763065" y="274337"/>
                  </a:lnTo>
                  <a:lnTo>
                    <a:pt x="765984" y="258016"/>
                  </a:lnTo>
                  <a:lnTo>
                    <a:pt x="767832" y="241242"/>
                  </a:lnTo>
                  <a:lnTo>
                    <a:pt x="768476" y="224027"/>
                  </a:lnTo>
                  <a:lnTo>
                    <a:pt x="764007" y="179894"/>
                  </a:lnTo>
                  <a:lnTo>
                    <a:pt x="763890" y="178741"/>
                  </a:lnTo>
                  <a:lnTo>
                    <a:pt x="750740" y="136624"/>
                  </a:lnTo>
                  <a:lnTo>
                    <a:pt x="729940" y="98561"/>
                  </a:lnTo>
                  <a:lnTo>
                    <a:pt x="702405" y="65436"/>
                  </a:lnTo>
                  <a:lnTo>
                    <a:pt x="693366" y="58039"/>
                  </a:lnTo>
                  <a:close/>
                </a:path>
                <a:path w="842009" h="668020">
                  <a:moveTo>
                    <a:pt x="404974" y="130048"/>
                  </a:moveTo>
                  <a:lnTo>
                    <a:pt x="319150" y="130048"/>
                  </a:lnTo>
                  <a:lnTo>
                    <a:pt x="328733" y="130440"/>
                  </a:lnTo>
                  <a:lnTo>
                    <a:pt x="338185" y="131476"/>
                  </a:lnTo>
                  <a:lnTo>
                    <a:pt x="347422" y="132941"/>
                  </a:lnTo>
                  <a:lnTo>
                    <a:pt x="356361" y="134620"/>
                  </a:lnTo>
                  <a:lnTo>
                    <a:pt x="392302" y="145161"/>
                  </a:lnTo>
                  <a:lnTo>
                    <a:pt x="404974" y="130048"/>
                  </a:lnTo>
                  <a:close/>
                </a:path>
                <a:path w="842009" h="668020">
                  <a:moveTo>
                    <a:pt x="543178" y="0"/>
                  </a:moveTo>
                  <a:lnTo>
                    <a:pt x="493347" y="5484"/>
                  </a:lnTo>
                  <a:lnTo>
                    <a:pt x="447325" y="21208"/>
                  </a:lnTo>
                  <a:lnTo>
                    <a:pt x="406304" y="46077"/>
                  </a:lnTo>
                  <a:lnTo>
                    <a:pt x="371475" y="78994"/>
                  </a:lnTo>
                  <a:lnTo>
                    <a:pt x="463202" y="78994"/>
                  </a:lnTo>
                  <a:lnTo>
                    <a:pt x="472122" y="73580"/>
                  </a:lnTo>
                  <a:lnTo>
                    <a:pt x="506126" y="62053"/>
                  </a:lnTo>
                  <a:lnTo>
                    <a:pt x="543178" y="58039"/>
                  </a:lnTo>
                  <a:lnTo>
                    <a:pt x="693366" y="58039"/>
                  </a:lnTo>
                  <a:lnTo>
                    <a:pt x="669047" y="38134"/>
                  </a:lnTo>
                  <a:lnTo>
                    <a:pt x="630781" y="17537"/>
                  </a:lnTo>
                  <a:lnTo>
                    <a:pt x="588520" y="4531"/>
                  </a:lnTo>
                  <a:lnTo>
                    <a:pt x="543178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3207745" y="2537967"/>
              <a:ext cx="1122045" cy="5435600"/>
            </a:xfrm>
            <a:custGeom>
              <a:avLst/>
              <a:gdLst/>
              <a:ahLst/>
              <a:cxnLst/>
              <a:rect l="l" t="t" r="r" b="b"/>
              <a:pathLst>
                <a:path w="1122044" h="5435600">
                  <a:moveTo>
                    <a:pt x="0" y="1351787"/>
                  </a:moveTo>
                  <a:lnTo>
                    <a:pt x="560959" y="1351787"/>
                  </a:lnTo>
                  <a:lnTo>
                    <a:pt x="560959" y="0"/>
                  </a:lnTo>
                  <a:lnTo>
                    <a:pt x="1122044" y="0"/>
                  </a:lnTo>
                </a:path>
                <a:path w="1122044" h="5435600">
                  <a:moveTo>
                    <a:pt x="0" y="1351787"/>
                  </a:moveTo>
                  <a:lnTo>
                    <a:pt x="560959" y="1351787"/>
                  </a:lnTo>
                  <a:lnTo>
                    <a:pt x="560959" y="1359027"/>
                  </a:lnTo>
                  <a:lnTo>
                    <a:pt x="1122044" y="1359027"/>
                  </a:lnTo>
                </a:path>
                <a:path w="1122044" h="5435600">
                  <a:moveTo>
                    <a:pt x="0" y="1351787"/>
                  </a:moveTo>
                  <a:lnTo>
                    <a:pt x="560959" y="1351787"/>
                  </a:lnTo>
                  <a:lnTo>
                    <a:pt x="560959" y="2717927"/>
                  </a:lnTo>
                  <a:lnTo>
                    <a:pt x="1122044" y="2717927"/>
                  </a:lnTo>
                </a:path>
                <a:path w="1122044" h="5435600">
                  <a:moveTo>
                    <a:pt x="0" y="1351787"/>
                  </a:moveTo>
                  <a:lnTo>
                    <a:pt x="560959" y="1351787"/>
                  </a:lnTo>
                  <a:lnTo>
                    <a:pt x="560959" y="4076318"/>
                  </a:lnTo>
                  <a:lnTo>
                    <a:pt x="1122044" y="4076318"/>
                  </a:lnTo>
                </a:path>
                <a:path w="1122044" h="5435600">
                  <a:moveTo>
                    <a:pt x="0" y="1351787"/>
                  </a:moveTo>
                  <a:lnTo>
                    <a:pt x="560959" y="1351787"/>
                  </a:lnTo>
                  <a:lnTo>
                    <a:pt x="560959" y="5435345"/>
                  </a:lnTo>
                  <a:lnTo>
                    <a:pt x="1122044" y="5435345"/>
                  </a:lnTo>
                </a:path>
              </a:pathLst>
            </a:custGeom>
            <a:ln w="381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90675" y="2968751"/>
              <a:ext cx="4007104" cy="2164715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4330045" y="3391280"/>
              <a:ext cx="2854325" cy="1011555"/>
            </a:xfrm>
            <a:custGeom>
              <a:avLst/>
              <a:gdLst/>
              <a:ahLst/>
              <a:cxnLst/>
              <a:rect l="l" t="t" r="r" b="b"/>
              <a:pathLst>
                <a:path w="2854325" h="1011554">
                  <a:moveTo>
                    <a:pt x="2854071" y="505587"/>
                  </a:moveTo>
                  <a:lnTo>
                    <a:pt x="2851747" y="456895"/>
                  </a:lnTo>
                  <a:lnTo>
                    <a:pt x="2844939" y="409511"/>
                  </a:lnTo>
                  <a:lnTo>
                    <a:pt x="2833865" y="363639"/>
                  </a:lnTo>
                  <a:lnTo>
                    <a:pt x="2818714" y="319519"/>
                  </a:lnTo>
                  <a:lnTo>
                    <a:pt x="2799715" y="277329"/>
                  </a:lnTo>
                  <a:lnTo>
                    <a:pt x="2777083" y="237299"/>
                  </a:lnTo>
                  <a:lnTo>
                    <a:pt x="2751010" y="199644"/>
                  </a:lnTo>
                  <a:lnTo>
                    <a:pt x="2721737" y="164579"/>
                  </a:lnTo>
                  <a:lnTo>
                    <a:pt x="2689441" y="132295"/>
                  </a:lnTo>
                  <a:lnTo>
                    <a:pt x="2654363" y="103022"/>
                  </a:lnTo>
                  <a:lnTo>
                    <a:pt x="2616708" y="76962"/>
                  </a:lnTo>
                  <a:lnTo>
                    <a:pt x="2576690" y="54330"/>
                  </a:lnTo>
                  <a:lnTo>
                    <a:pt x="2534501" y="35331"/>
                  </a:lnTo>
                  <a:lnTo>
                    <a:pt x="2490381" y="20193"/>
                  </a:lnTo>
                  <a:lnTo>
                    <a:pt x="2444534" y="9118"/>
                  </a:lnTo>
                  <a:lnTo>
                    <a:pt x="2397150" y="2324"/>
                  </a:lnTo>
                  <a:lnTo>
                    <a:pt x="2348484" y="0"/>
                  </a:lnTo>
                  <a:lnTo>
                    <a:pt x="505587" y="0"/>
                  </a:lnTo>
                  <a:lnTo>
                    <a:pt x="456882" y="2324"/>
                  </a:lnTo>
                  <a:lnTo>
                    <a:pt x="409498" y="9118"/>
                  </a:lnTo>
                  <a:lnTo>
                    <a:pt x="363626" y="20193"/>
                  </a:lnTo>
                  <a:lnTo>
                    <a:pt x="319506" y="35331"/>
                  </a:lnTo>
                  <a:lnTo>
                    <a:pt x="277317" y="54330"/>
                  </a:lnTo>
                  <a:lnTo>
                    <a:pt x="237286" y="76962"/>
                  </a:lnTo>
                  <a:lnTo>
                    <a:pt x="199631" y="103022"/>
                  </a:lnTo>
                  <a:lnTo>
                    <a:pt x="164566" y="132295"/>
                  </a:lnTo>
                  <a:lnTo>
                    <a:pt x="132283" y="164579"/>
                  </a:lnTo>
                  <a:lnTo>
                    <a:pt x="103009" y="199644"/>
                  </a:lnTo>
                  <a:lnTo>
                    <a:pt x="76949" y="237299"/>
                  </a:lnTo>
                  <a:lnTo>
                    <a:pt x="54317" y="277329"/>
                  </a:lnTo>
                  <a:lnTo>
                    <a:pt x="35318" y="319519"/>
                  </a:lnTo>
                  <a:lnTo>
                    <a:pt x="20180" y="363639"/>
                  </a:lnTo>
                  <a:lnTo>
                    <a:pt x="9105" y="409511"/>
                  </a:lnTo>
                  <a:lnTo>
                    <a:pt x="2311" y="456895"/>
                  </a:lnTo>
                  <a:lnTo>
                    <a:pt x="0" y="505587"/>
                  </a:lnTo>
                  <a:lnTo>
                    <a:pt x="2311" y="554291"/>
                  </a:lnTo>
                  <a:lnTo>
                    <a:pt x="9105" y="601675"/>
                  </a:lnTo>
                  <a:lnTo>
                    <a:pt x="20180" y="647547"/>
                  </a:lnTo>
                  <a:lnTo>
                    <a:pt x="35318" y="691667"/>
                  </a:lnTo>
                  <a:lnTo>
                    <a:pt x="54317" y="733856"/>
                  </a:lnTo>
                  <a:lnTo>
                    <a:pt x="76949" y="773887"/>
                  </a:lnTo>
                  <a:lnTo>
                    <a:pt x="103009" y="811542"/>
                  </a:lnTo>
                  <a:lnTo>
                    <a:pt x="132283" y="846607"/>
                  </a:lnTo>
                  <a:lnTo>
                    <a:pt x="164566" y="878890"/>
                  </a:lnTo>
                  <a:lnTo>
                    <a:pt x="199631" y="908164"/>
                  </a:lnTo>
                  <a:lnTo>
                    <a:pt x="237286" y="934224"/>
                  </a:lnTo>
                  <a:lnTo>
                    <a:pt x="277317" y="956856"/>
                  </a:lnTo>
                  <a:lnTo>
                    <a:pt x="319506" y="975855"/>
                  </a:lnTo>
                  <a:lnTo>
                    <a:pt x="363626" y="990993"/>
                  </a:lnTo>
                  <a:lnTo>
                    <a:pt x="409498" y="1002068"/>
                  </a:lnTo>
                  <a:lnTo>
                    <a:pt x="456882" y="1008862"/>
                  </a:lnTo>
                  <a:lnTo>
                    <a:pt x="505587" y="1011174"/>
                  </a:lnTo>
                  <a:lnTo>
                    <a:pt x="2348357" y="1011174"/>
                  </a:lnTo>
                  <a:lnTo>
                    <a:pt x="2397048" y="1008862"/>
                  </a:lnTo>
                  <a:lnTo>
                    <a:pt x="2444445" y="1002068"/>
                  </a:lnTo>
                  <a:lnTo>
                    <a:pt x="2490305" y="990993"/>
                  </a:lnTo>
                  <a:lnTo>
                    <a:pt x="2534450" y="975855"/>
                  </a:lnTo>
                  <a:lnTo>
                    <a:pt x="2576639" y="956856"/>
                  </a:lnTo>
                  <a:lnTo>
                    <a:pt x="2616670" y="934224"/>
                  </a:lnTo>
                  <a:lnTo>
                    <a:pt x="2654338" y="908164"/>
                  </a:lnTo>
                  <a:lnTo>
                    <a:pt x="2689428" y="878890"/>
                  </a:lnTo>
                  <a:lnTo>
                    <a:pt x="2721724" y="846607"/>
                  </a:lnTo>
                  <a:lnTo>
                    <a:pt x="2751010" y="811542"/>
                  </a:lnTo>
                  <a:lnTo>
                    <a:pt x="2777071" y="773887"/>
                  </a:lnTo>
                  <a:lnTo>
                    <a:pt x="2799715" y="733856"/>
                  </a:lnTo>
                  <a:lnTo>
                    <a:pt x="2818714" y="691667"/>
                  </a:lnTo>
                  <a:lnTo>
                    <a:pt x="2833865" y="647547"/>
                  </a:lnTo>
                  <a:lnTo>
                    <a:pt x="2844939" y="601675"/>
                  </a:lnTo>
                  <a:lnTo>
                    <a:pt x="2851747" y="554291"/>
                  </a:lnTo>
                  <a:lnTo>
                    <a:pt x="2854071" y="5055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054707" y="3669664"/>
              <a:ext cx="458088" cy="45491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5605886" y="3772915"/>
              <a:ext cx="872490" cy="248920"/>
            </a:xfrm>
            <a:custGeom>
              <a:avLst/>
              <a:gdLst/>
              <a:ahLst/>
              <a:cxnLst/>
              <a:rect l="l" t="t" r="r" b="b"/>
              <a:pathLst>
                <a:path w="872490" h="248920">
                  <a:moveTo>
                    <a:pt x="714501" y="6223"/>
                  </a:moveTo>
                  <a:lnTo>
                    <a:pt x="688721" y="6223"/>
                  </a:lnTo>
                  <a:lnTo>
                    <a:pt x="688721" y="35813"/>
                  </a:lnTo>
                  <a:lnTo>
                    <a:pt x="714501" y="35940"/>
                  </a:lnTo>
                  <a:lnTo>
                    <a:pt x="714501" y="6223"/>
                  </a:lnTo>
                  <a:close/>
                </a:path>
                <a:path w="872490" h="248920">
                  <a:moveTo>
                    <a:pt x="71628" y="70738"/>
                  </a:moveTo>
                  <a:lnTo>
                    <a:pt x="18966" y="92455"/>
                  </a:lnTo>
                  <a:lnTo>
                    <a:pt x="0" y="160654"/>
                  </a:lnTo>
                  <a:lnTo>
                    <a:pt x="954" y="181659"/>
                  </a:lnTo>
                  <a:lnTo>
                    <a:pt x="15367" y="227075"/>
                  </a:lnTo>
                  <a:lnTo>
                    <a:pt x="50603" y="247060"/>
                  </a:lnTo>
                  <a:lnTo>
                    <a:pt x="67691" y="248411"/>
                  </a:lnTo>
                  <a:lnTo>
                    <a:pt x="84377" y="247917"/>
                  </a:lnTo>
                  <a:lnTo>
                    <a:pt x="101076" y="246840"/>
                  </a:lnTo>
                  <a:lnTo>
                    <a:pt x="117750" y="245215"/>
                  </a:lnTo>
                  <a:lnTo>
                    <a:pt x="134366" y="243077"/>
                  </a:lnTo>
                  <a:lnTo>
                    <a:pt x="133865" y="227075"/>
                  </a:lnTo>
                  <a:lnTo>
                    <a:pt x="133818" y="225551"/>
                  </a:lnTo>
                  <a:lnTo>
                    <a:pt x="72009" y="225551"/>
                  </a:lnTo>
                  <a:lnTo>
                    <a:pt x="60377" y="224694"/>
                  </a:lnTo>
                  <a:lnTo>
                    <a:pt x="60222" y="224694"/>
                  </a:lnTo>
                  <a:lnTo>
                    <a:pt x="50292" y="222091"/>
                  </a:lnTo>
                  <a:lnTo>
                    <a:pt x="26533" y="183245"/>
                  </a:lnTo>
                  <a:lnTo>
                    <a:pt x="25907" y="170052"/>
                  </a:lnTo>
                  <a:lnTo>
                    <a:pt x="138811" y="170052"/>
                  </a:lnTo>
                  <a:lnTo>
                    <a:pt x="140207" y="150621"/>
                  </a:lnTo>
                  <a:lnTo>
                    <a:pt x="140173" y="149986"/>
                  </a:lnTo>
                  <a:lnTo>
                    <a:pt x="25907" y="149986"/>
                  </a:lnTo>
                  <a:lnTo>
                    <a:pt x="26773" y="135889"/>
                  </a:lnTo>
                  <a:lnTo>
                    <a:pt x="44148" y="100171"/>
                  </a:lnTo>
                  <a:lnTo>
                    <a:pt x="72009" y="92455"/>
                  </a:lnTo>
                  <a:lnTo>
                    <a:pt x="125022" y="92455"/>
                  </a:lnTo>
                  <a:lnTo>
                    <a:pt x="123317" y="89915"/>
                  </a:lnTo>
                  <a:lnTo>
                    <a:pt x="113740" y="81508"/>
                  </a:lnTo>
                  <a:lnTo>
                    <a:pt x="101949" y="75517"/>
                  </a:lnTo>
                  <a:lnTo>
                    <a:pt x="87919" y="71931"/>
                  </a:lnTo>
                  <a:lnTo>
                    <a:pt x="71628" y="70738"/>
                  </a:lnTo>
                  <a:close/>
                </a:path>
                <a:path w="872490" h="248920">
                  <a:moveTo>
                    <a:pt x="133730" y="222757"/>
                  </a:moveTo>
                  <a:lnTo>
                    <a:pt x="123698" y="223900"/>
                  </a:lnTo>
                  <a:lnTo>
                    <a:pt x="113327" y="224694"/>
                  </a:lnTo>
                  <a:lnTo>
                    <a:pt x="102838" y="225202"/>
                  </a:lnTo>
                  <a:lnTo>
                    <a:pt x="89202" y="225551"/>
                  </a:lnTo>
                  <a:lnTo>
                    <a:pt x="133818" y="225551"/>
                  </a:lnTo>
                  <a:lnTo>
                    <a:pt x="133730" y="222757"/>
                  </a:lnTo>
                  <a:close/>
                </a:path>
                <a:path w="872490" h="248920">
                  <a:moveTo>
                    <a:pt x="125022" y="92455"/>
                  </a:moveTo>
                  <a:lnTo>
                    <a:pt x="72009" y="92455"/>
                  </a:lnTo>
                  <a:lnTo>
                    <a:pt x="82761" y="93313"/>
                  </a:lnTo>
                  <a:lnTo>
                    <a:pt x="82513" y="93313"/>
                  </a:lnTo>
                  <a:lnTo>
                    <a:pt x="112236" y="123047"/>
                  </a:lnTo>
                  <a:lnTo>
                    <a:pt x="114680" y="149986"/>
                  </a:lnTo>
                  <a:lnTo>
                    <a:pt x="140173" y="149986"/>
                  </a:lnTo>
                  <a:lnTo>
                    <a:pt x="139140" y="131242"/>
                  </a:lnTo>
                  <a:lnTo>
                    <a:pt x="135953" y="114649"/>
                  </a:lnTo>
                  <a:lnTo>
                    <a:pt x="130671" y="100865"/>
                  </a:lnTo>
                  <a:lnTo>
                    <a:pt x="125022" y="92455"/>
                  </a:lnTo>
                  <a:close/>
                </a:path>
                <a:path w="872490" h="248920">
                  <a:moveTo>
                    <a:pt x="307848" y="70865"/>
                  </a:moveTo>
                  <a:lnTo>
                    <a:pt x="241934" y="70865"/>
                  </a:lnTo>
                  <a:lnTo>
                    <a:pt x="241934" y="93471"/>
                  </a:lnTo>
                  <a:lnTo>
                    <a:pt x="318007" y="93471"/>
                  </a:lnTo>
                  <a:lnTo>
                    <a:pt x="324866" y="96011"/>
                  </a:lnTo>
                  <a:lnTo>
                    <a:pt x="337566" y="125983"/>
                  </a:lnTo>
                  <a:lnTo>
                    <a:pt x="337566" y="140715"/>
                  </a:lnTo>
                  <a:lnTo>
                    <a:pt x="283845" y="145668"/>
                  </a:lnTo>
                  <a:lnTo>
                    <a:pt x="271222" y="147556"/>
                  </a:lnTo>
                  <a:lnTo>
                    <a:pt x="234775" y="175164"/>
                  </a:lnTo>
                  <a:lnTo>
                    <a:pt x="231648" y="196849"/>
                  </a:lnTo>
                  <a:lnTo>
                    <a:pt x="232429" y="208595"/>
                  </a:lnTo>
                  <a:lnTo>
                    <a:pt x="259264" y="245379"/>
                  </a:lnTo>
                  <a:lnTo>
                    <a:pt x="279907" y="248665"/>
                  </a:lnTo>
                  <a:lnTo>
                    <a:pt x="280797" y="248665"/>
                  </a:lnTo>
                  <a:lnTo>
                    <a:pt x="296350" y="247838"/>
                  </a:lnTo>
                  <a:lnTo>
                    <a:pt x="311689" y="245379"/>
                  </a:lnTo>
                  <a:lnTo>
                    <a:pt x="326695" y="241325"/>
                  </a:lnTo>
                  <a:lnTo>
                    <a:pt x="341249" y="235711"/>
                  </a:lnTo>
                  <a:lnTo>
                    <a:pt x="383697" y="235711"/>
                  </a:lnTo>
                  <a:lnTo>
                    <a:pt x="384139" y="227800"/>
                  </a:lnTo>
                  <a:lnTo>
                    <a:pt x="384179" y="227075"/>
                  </a:lnTo>
                  <a:lnTo>
                    <a:pt x="283972" y="227075"/>
                  </a:lnTo>
                  <a:lnTo>
                    <a:pt x="272853" y="225139"/>
                  </a:lnTo>
                  <a:lnTo>
                    <a:pt x="272688" y="225139"/>
                  </a:lnTo>
                  <a:lnTo>
                    <a:pt x="264562" y="219201"/>
                  </a:lnTo>
                  <a:lnTo>
                    <a:pt x="259683" y="209341"/>
                  </a:lnTo>
                  <a:lnTo>
                    <a:pt x="258064" y="195579"/>
                  </a:lnTo>
                  <a:lnTo>
                    <a:pt x="258064" y="186054"/>
                  </a:lnTo>
                  <a:lnTo>
                    <a:pt x="260096" y="178688"/>
                  </a:lnTo>
                  <a:lnTo>
                    <a:pt x="269367" y="168909"/>
                  </a:lnTo>
                  <a:lnTo>
                    <a:pt x="276732" y="165734"/>
                  </a:lnTo>
                  <a:lnTo>
                    <a:pt x="287020" y="165099"/>
                  </a:lnTo>
                  <a:lnTo>
                    <a:pt x="337566" y="160146"/>
                  </a:lnTo>
                  <a:lnTo>
                    <a:pt x="363474" y="160146"/>
                  </a:lnTo>
                  <a:lnTo>
                    <a:pt x="363474" y="125983"/>
                  </a:lnTo>
                  <a:lnTo>
                    <a:pt x="349884" y="84200"/>
                  </a:lnTo>
                  <a:lnTo>
                    <a:pt x="321238" y="71699"/>
                  </a:lnTo>
                  <a:lnTo>
                    <a:pt x="307848" y="70865"/>
                  </a:lnTo>
                  <a:close/>
                </a:path>
                <a:path w="872490" h="248920">
                  <a:moveTo>
                    <a:pt x="383697" y="235711"/>
                  </a:moveTo>
                  <a:lnTo>
                    <a:pt x="341249" y="235711"/>
                  </a:lnTo>
                  <a:lnTo>
                    <a:pt x="346896" y="239648"/>
                  </a:lnTo>
                  <a:lnTo>
                    <a:pt x="353663" y="241871"/>
                  </a:lnTo>
                  <a:lnTo>
                    <a:pt x="361430" y="242855"/>
                  </a:lnTo>
                  <a:lnTo>
                    <a:pt x="370078" y="243077"/>
                  </a:lnTo>
                  <a:lnTo>
                    <a:pt x="383286" y="243077"/>
                  </a:lnTo>
                  <a:lnTo>
                    <a:pt x="383697" y="235711"/>
                  </a:lnTo>
                  <a:close/>
                </a:path>
                <a:path w="872490" h="248920">
                  <a:moveTo>
                    <a:pt x="363474" y="160146"/>
                  </a:moveTo>
                  <a:lnTo>
                    <a:pt x="337566" y="160146"/>
                  </a:lnTo>
                  <a:lnTo>
                    <a:pt x="337566" y="216534"/>
                  </a:lnTo>
                  <a:lnTo>
                    <a:pt x="329819" y="219201"/>
                  </a:lnTo>
                  <a:lnTo>
                    <a:pt x="318690" y="222682"/>
                  </a:lnTo>
                  <a:lnTo>
                    <a:pt x="307276" y="225139"/>
                  </a:lnTo>
                  <a:lnTo>
                    <a:pt x="295671" y="226595"/>
                  </a:lnTo>
                  <a:lnTo>
                    <a:pt x="283972" y="227075"/>
                  </a:lnTo>
                  <a:lnTo>
                    <a:pt x="384179" y="227075"/>
                  </a:lnTo>
                  <a:lnTo>
                    <a:pt x="384555" y="220344"/>
                  </a:lnTo>
                  <a:lnTo>
                    <a:pt x="364572" y="218900"/>
                  </a:lnTo>
                  <a:lnTo>
                    <a:pt x="363474" y="218900"/>
                  </a:lnTo>
                  <a:lnTo>
                    <a:pt x="363474" y="160146"/>
                  </a:lnTo>
                  <a:close/>
                </a:path>
                <a:path w="872490" h="248920">
                  <a:moveTo>
                    <a:pt x="201549" y="0"/>
                  </a:moveTo>
                  <a:lnTo>
                    <a:pt x="176022" y="0"/>
                  </a:lnTo>
                  <a:lnTo>
                    <a:pt x="176022" y="245236"/>
                  </a:lnTo>
                  <a:lnTo>
                    <a:pt x="201549" y="245236"/>
                  </a:lnTo>
                  <a:lnTo>
                    <a:pt x="201549" y="0"/>
                  </a:lnTo>
                  <a:close/>
                </a:path>
                <a:path w="872490" h="248920">
                  <a:moveTo>
                    <a:pt x="714501" y="74548"/>
                  </a:moveTo>
                  <a:lnTo>
                    <a:pt x="688721" y="74548"/>
                  </a:lnTo>
                  <a:lnTo>
                    <a:pt x="688721" y="245236"/>
                  </a:lnTo>
                  <a:lnTo>
                    <a:pt x="714501" y="245236"/>
                  </a:lnTo>
                  <a:lnTo>
                    <a:pt x="714501" y="74548"/>
                  </a:lnTo>
                  <a:close/>
                </a:path>
                <a:path w="872490" h="248920">
                  <a:moveTo>
                    <a:pt x="402971" y="221106"/>
                  </a:moveTo>
                  <a:lnTo>
                    <a:pt x="401679" y="241647"/>
                  </a:lnTo>
                  <a:lnTo>
                    <a:pt x="401574" y="243331"/>
                  </a:lnTo>
                  <a:lnTo>
                    <a:pt x="426910" y="245999"/>
                  </a:lnTo>
                  <a:lnTo>
                    <a:pt x="447882" y="247882"/>
                  </a:lnTo>
                  <a:lnTo>
                    <a:pt x="448257" y="247882"/>
                  </a:lnTo>
                  <a:lnTo>
                    <a:pt x="462915" y="248665"/>
                  </a:lnTo>
                  <a:lnTo>
                    <a:pt x="502937" y="241647"/>
                  </a:lnTo>
                  <a:lnTo>
                    <a:pt x="521960" y="225805"/>
                  </a:lnTo>
                  <a:lnTo>
                    <a:pt x="463042" y="225805"/>
                  </a:lnTo>
                  <a:lnTo>
                    <a:pt x="451887" y="225428"/>
                  </a:lnTo>
                  <a:lnTo>
                    <a:pt x="438197" y="224408"/>
                  </a:lnTo>
                  <a:lnTo>
                    <a:pt x="402971" y="221106"/>
                  </a:lnTo>
                  <a:close/>
                </a:path>
                <a:path w="872490" h="248920">
                  <a:moveTo>
                    <a:pt x="461899" y="71246"/>
                  </a:moveTo>
                  <a:lnTo>
                    <a:pt x="418084" y="83057"/>
                  </a:lnTo>
                  <a:lnTo>
                    <a:pt x="400466" y="119633"/>
                  </a:lnTo>
                  <a:lnTo>
                    <a:pt x="400430" y="120014"/>
                  </a:lnTo>
                  <a:lnTo>
                    <a:pt x="420568" y="158503"/>
                  </a:lnTo>
                  <a:lnTo>
                    <a:pt x="469717" y="170557"/>
                  </a:lnTo>
                  <a:lnTo>
                    <a:pt x="480790" y="173037"/>
                  </a:lnTo>
                  <a:lnTo>
                    <a:pt x="489239" y="175656"/>
                  </a:lnTo>
                  <a:lnTo>
                    <a:pt x="494792" y="178307"/>
                  </a:lnTo>
                  <a:lnTo>
                    <a:pt x="500888" y="181736"/>
                  </a:lnTo>
                  <a:lnTo>
                    <a:pt x="503809" y="188467"/>
                  </a:lnTo>
                  <a:lnTo>
                    <a:pt x="503809" y="208152"/>
                  </a:lnTo>
                  <a:lnTo>
                    <a:pt x="472176" y="225428"/>
                  </a:lnTo>
                  <a:lnTo>
                    <a:pt x="471754" y="225428"/>
                  </a:lnTo>
                  <a:lnTo>
                    <a:pt x="463042" y="225805"/>
                  </a:lnTo>
                  <a:lnTo>
                    <a:pt x="521960" y="225805"/>
                  </a:lnTo>
                  <a:lnTo>
                    <a:pt x="525192" y="220487"/>
                  </a:lnTo>
                  <a:lnTo>
                    <a:pt x="528393" y="209948"/>
                  </a:lnTo>
                  <a:lnTo>
                    <a:pt x="529463" y="197611"/>
                  </a:lnTo>
                  <a:lnTo>
                    <a:pt x="528659" y="185604"/>
                  </a:lnTo>
                  <a:lnTo>
                    <a:pt x="499729" y="153368"/>
                  </a:lnTo>
                  <a:lnTo>
                    <a:pt x="459829" y="144242"/>
                  </a:lnTo>
                  <a:lnTo>
                    <a:pt x="448675" y="141652"/>
                  </a:lnTo>
                  <a:lnTo>
                    <a:pt x="440259" y="139134"/>
                  </a:lnTo>
                  <a:lnTo>
                    <a:pt x="434594" y="136651"/>
                  </a:lnTo>
                  <a:lnTo>
                    <a:pt x="429005" y="133349"/>
                  </a:lnTo>
                  <a:lnTo>
                    <a:pt x="426211" y="127761"/>
                  </a:lnTo>
                  <a:lnTo>
                    <a:pt x="426211" y="119633"/>
                  </a:lnTo>
                  <a:lnTo>
                    <a:pt x="428559" y="108299"/>
                  </a:lnTo>
                  <a:lnTo>
                    <a:pt x="435562" y="100202"/>
                  </a:lnTo>
                  <a:lnTo>
                    <a:pt x="447161" y="95345"/>
                  </a:lnTo>
                  <a:lnTo>
                    <a:pt x="463296" y="93725"/>
                  </a:lnTo>
                  <a:lnTo>
                    <a:pt x="524255" y="93725"/>
                  </a:lnTo>
                  <a:lnTo>
                    <a:pt x="524255" y="74675"/>
                  </a:lnTo>
                  <a:lnTo>
                    <a:pt x="477535" y="71782"/>
                  </a:lnTo>
                  <a:lnTo>
                    <a:pt x="461899" y="71246"/>
                  </a:lnTo>
                  <a:close/>
                </a:path>
                <a:path w="872490" h="248920">
                  <a:moveTo>
                    <a:pt x="524255" y="93725"/>
                  </a:moveTo>
                  <a:lnTo>
                    <a:pt x="463296" y="93725"/>
                  </a:lnTo>
                  <a:lnTo>
                    <a:pt x="475428" y="94027"/>
                  </a:lnTo>
                  <a:lnTo>
                    <a:pt x="524255" y="97027"/>
                  </a:lnTo>
                  <a:lnTo>
                    <a:pt x="524255" y="93725"/>
                  </a:lnTo>
                  <a:close/>
                </a:path>
                <a:path w="872490" h="248920">
                  <a:moveTo>
                    <a:pt x="825500" y="70865"/>
                  </a:moveTo>
                  <a:lnTo>
                    <a:pt x="780172" y="82010"/>
                  </a:lnTo>
                  <a:lnTo>
                    <a:pt x="758396" y="117474"/>
                  </a:lnTo>
                  <a:lnTo>
                    <a:pt x="754380" y="158876"/>
                  </a:lnTo>
                  <a:lnTo>
                    <a:pt x="755352" y="181443"/>
                  </a:lnTo>
                  <a:lnTo>
                    <a:pt x="769747" y="228091"/>
                  </a:lnTo>
                  <a:lnTo>
                    <a:pt x="806411" y="247380"/>
                  </a:lnTo>
                  <a:lnTo>
                    <a:pt x="806592" y="247380"/>
                  </a:lnTo>
                  <a:lnTo>
                    <a:pt x="824738" y="248665"/>
                  </a:lnTo>
                  <a:lnTo>
                    <a:pt x="833661" y="248338"/>
                  </a:lnTo>
                  <a:lnTo>
                    <a:pt x="844597" y="247380"/>
                  </a:lnTo>
                  <a:lnTo>
                    <a:pt x="857509" y="245826"/>
                  </a:lnTo>
                  <a:lnTo>
                    <a:pt x="872363" y="243712"/>
                  </a:lnTo>
                  <a:lnTo>
                    <a:pt x="871700" y="228091"/>
                  </a:lnTo>
                  <a:lnTo>
                    <a:pt x="871603" y="225805"/>
                  </a:lnTo>
                  <a:lnTo>
                    <a:pt x="831088" y="225805"/>
                  </a:lnTo>
                  <a:lnTo>
                    <a:pt x="816933" y="224881"/>
                  </a:lnTo>
                  <a:lnTo>
                    <a:pt x="783367" y="190658"/>
                  </a:lnTo>
                  <a:lnTo>
                    <a:pt x="781050" y="158876"/>
                  </a:lnTo>
                  <a:lnTo>
                    <a:pt x="781710" y="141662"/>
                  </a:lnTo>
                  <a:lnTo>
                    <a:pt x="797742" y="101494"/>
                  </a:lnTo>
                  <a:lnTo>
                    <a:pt x="830961" y="93725"/>
                  </a:lnTo>
                  <a:lnTo>
                    <a:pt x="871267" y="93725"/>
                  </a:lnTo>
                  <a:lnTo>
                    <a:pt x="872236" y="76072"/>
                  </a:lnTo>
                  <a:lnTo>
                    <a:pt x="864107" y="75056"/>
                  </a:lnTo>
                  <a:lnTo>
                    <a:pt x="851413" y="73223"/>
                  </a:lnTo>
                  <a:lnTo>
                    <a:pt x="840755" y="71913"/>
                  </a:lnTo>
                  <a:lnTo>
                    <a:pt x="832121" y="71127"/>
                  </a:lnTo>
                  <a:lnTo>
                    <a:pt x="825500" y="70865"/>
                  </a:lnTo>
                  <a:close/>
                </a:path>
                <a:path w="872490" h="248920">
                  <a:moveTo>
                    <a:pt x="871474" y="222757"/>
                  </a:moveTo>
                  <a:lnTo>
                    <a:pt x="831088" y="225805"/>
                  </a:lnTo>
                  <a:lnTo>
                    <a:pt x="871603" y="225805"/>
                  </a:lnTo>
                  <a:lnTo>
                    <a:pt x="871564" y="224881"/>
                  </a:lnTo>
                  <a:lnTo>
                    <a:pt x="871474" y="222757"/>
                  </a:lnTo>
                  <a:close/>
                </a:path>
                <a:path w="872490" h="248920">
                  <a:moveTo>
                    <a:pt x="871267" y="93725"/>
                  </a:moveTo>
                  <a:lnTo>
                    <a:pt x="830961" y="93725"/>
                  </a:lnTo>
                  <a:lnTo>
                    <a:pt x="840928" y="94132"/>
                  </a:lnTo>
                  <a:lnTo>
                    <a:pt x="850979" y="94789"/>
                  </a:lnTo>
                  <a:lnTo>
                    <a:pt x="861054" y="95708"/>
                  </a:lnTo>
                  <a:lnTo>
                    <a:pt x="871093" y="96900"/>
                  </a:lnTo>
                  <a:lnTo>
                    <a:pt x="871208" y="94789"/>
                  </a:lnTo>
                  <a:lnTo>
                    <a:pt x="871267" y="93725"/>
                  </a:lnTo>
                  <a:close/>
                </a:path>
                <a:path w="872490" h="248920">
                  <a:moveTo>
                    <a:pt x="598678" y="96773"/>
                  </a:moveTo>
                  <a:lnTo>
                    <a:pt x="573405" y="96773"/>
                  </a:lnTo>
                  <a:lnTo>
                    <a:pt x="573405" y="186562"/>
                  </a:lnTo>
                  <a:lnTo>
                    <a:pt x="574023" y="202787"/>
                  </a:lnTo>
                  <a:lnTo>
                    <a:pt x="574045" y="203372"/>
                  </a:lnTo>
                  <a:lnTo>
                    <a:pt x="575936" y="217042"/>
                  </a:lnTo>
                  <a:lnTo>
                    <a:pt x="575960" y="217217"/>
                  </a:lnTo>
                  <a:lnTo>
                    <a:pt x="608264" y="248110"/>
                  </a:lnTo>
                  <a:lnTo>
                    <a:pt x="620649" y="248919"/>
                  </a:lnTo>
                  <a:lnTo>
                    <a:pt x="629408" y="248540"/>
                  </a:lnTo>
                  <a:lnTo>
                    <a:pt x="638143" y="247792"/>
                  </a:lnTo>
                  <a:lnTo>
                    <a:pt x="646830" y="246687"/>
                  </a:lnTo>
                  <a:lnTo>
                    <a:pt x="655447" y="245236"/>
                  </a:lnTo>
                  <a:lnTo>
                    <a:pt x="653840" y="226186"/>
                  </a:lnTo>
                  <a:lnTo>
                    <a:pt x="612648" y="226186"/>
                  </a:lnTo>
                  <a:lnTo>
                    <a:pt x="605536" y="223011"/>
                  </a:lnTo>
                  <a:lnTo>
                    <a:pt x="602947" y="217217"/>
                  </a:lnTo>
                  <a:lnTo>
                    <a:pt x="602869" y="217042"/>
                  </a:lnTo>
                  <a:lnTo>
                    <a:pt x="601035" y="211189"/>
                  </a:lnTo>
                  <a:lnTo>
                    <a:pt x="599817" y="203372"/>
                  </a:lnTo>
                  <a:lnTo>
                    <a:pt x="599725" y="202787"/>
                  </a:lnTo>
                  <a:lnTo>
                    <a:pt x="598939" y="191861"/>
                  </a:lnTo>
                  <a:lnTo>
                    <a:pt x="598678" y="178434"/>
                  </a:lnTo>
                  <a:lnTo>
                    <a:pt x="598678" y="96773"/>
                  </a:lnTo>
                  <a:close/>
                </a:path>
                <a:path w="872490" h="248920">
                  <a:moveTo>
                    <a:pt x="653669" y="224154"/>
                  </a:moveTo>
                  <a:lnTo>
                    <a:pt x="623443" y="226186"/>
                  </a:lnTo>
                  <a:lnTo>
                    <a:pt x="653840" y="226186"/>
                  </a:lnTo>
                  <a:lnTo>
                    <a:pt x="653669" y="224154"/>
                  </a:lnTo>
                  <a:close/>
                </a:path>
                <a:path w="872490" h="248920">
                  <a:moveTo>
                    <a:pt x="598678" y="22097"/>
                  </a:moveTo>
                  <a:lnTo>
                    <a:pt x="573405" y="22097"/>
                  </a:lnTo>
                  <a:lnTo>
                    <a:pt x="573405" y="74548"/>
                  </a:lnTo>
                  <a:lnTo>
                    <a:pt x="549021" y="74548"/>
                  </a:lnTo>
                  <a:lnTo>
                    <a:pt x="549021" y="96773"/>
                  </a:lnTo>
                  <a:lnTo>
                    <a:pt x="653161" y="96773"/>
                  </a:lnTo>
                  <a:lnTo>
                    <a:pt x="653161" y="74167"/>
                  </a:lnTo>
                  <a:lnTo>
                    <a:pt x="598678" y="74167"/>
                  </a:lnTo>
                  <a:lnTo>
                    <a:pt x="598678" y="220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90675" y="4326635"/>
              <a:ext cx="4007104" cy="2166112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330044" y="4750180"/>
              <a:ext cx="2854071" cy="1011174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90675" y="5686044"/>
              <a:ext cx="4007104" cy="2166111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4330050" y="6108953"/>
              <a:ext cx="2854325" cy="1011555"/>
            </a:xfrm>
            <a:custGeom>
              <a:avLst/>
              <a:gdLst/>
              <a:ahLst/>
              <a:cxnLst/>
              <a:rect l="l" t="t" r="r" b="b"/>
              <a:pathLst>
                <a:path w="2854325" h="1011554">
                  <a:moveTo>
                    <a:pt x="2348477" y="0"/>
                  </a:moveTo>
                  <a:lnTo>
                    <a:pt x="505580" y="0"/>
                  </a:lnTo>
                  <a:lnTo>
                    <a:pt x="456882" y="2315"/>
                  </a:lnTo>
                  <a:lnTo>
                    <a:pt x="409495" y="9119"/>
                  </a:lnTo>
                  <a:lnTo>
                    <a:pt x="363630" y="20201"/>
                  </a:lnTo>
                  <a:lnTo>
                    <a:pt x="319501" y="35348"/>
                  </a:lnTo>
                  <a:lnTo>
                    <a:pt x="277317" y="54347"/>
                  </a:lnTo>
                  <a:lnTo>
                    <a:pt x="237292" y="76988"/>
                  </a:lnTo>
                  <a:lnTo>
                    <a:pt x="199637" y="103058"/>
                  </a:lnTo>
                  <a:lnTo>
                    <a:pt x="164562" y="132345"/>
                  </a:lnTo>
                  <a:lnTo>
                    <a:pt x="132282" y="164638"/>
                  </a:lnTo>
                  <a:lnTo>
                    <a:pt x="103005" y="199723"/>
                  </a:lnTo>
                  <a:lnTo>
                    <a:pt x="76946" y="237389"/>
                  </a:lnTo>
                  <a:lnTo>
                    <a:pt x="54315" y="277424"/>
                  </a:lnTo>
                  <a:lnTo>
                    <a:pt x="35324" y="319616"/>
                  </a:lnTo>
                  <a:lnTo>
                    <a:pt x="20184" y="363753"/>
                  </a:lnTo>
                  <a:lnTo>
                    <a:pt x="9108" y="409623"/>
                  </a:lnTo>
                  <a:lnTo>
                    <a:pt x="2307" y="457014"/>
                  </a:lnTo>
                  <a:lnTo>
                    <a:pt x="0" y="505713"/>
                  </a:lnTo>
                  <a:lnTo>
                    <a:pt x="2323" y="554392"/>
                  </a:lnTo>
                  <a:lnTo>
                    <a:pt x="9129" y="601764"/>
                  </a:lnTo>
                  <a:lnTo>
                    <a:pt x="20209" y="647618"/>
                  </a:lnTo>
                  <a:lnTo>
                    <a:pt x="35349" y="691741"/>
                  </a:lnTo>
                  <a:lnTo>
                    <a:pt x="54340" y="733921"/>
                  </a:lnTo>
                  <a:lnTo>
                    <a:pt x="76970" y="773946"/>
                  </a:lnTo>
                  <a:lnTo>
                    <a:pt x="103027" y="811603"/>
                  </a:lnTo>
                  <a:lnTo>
                    <a:pt x="132300" y="846681"/>
                  </a:lnTo>
                  <a:lnTo>
                    <a:pt x="164578" y="878968"/>
                  </a:lnTo>
                  <a:lnTo>
                    <a:pt x="199649" y="908251"/>
                  </a:lnTo>
                  <a:lnTo>
                    <a:pt x="237302" y="934317"/>
                  </a:lnTo>
                  <a:lnTo>
                    <a:pt x="277325" y="956956"/>
                  </a:lnTo>
                  <a:lnTo>
                    <a:pt x="319506" y="975954"/>
                  </a:lnTo>
                  <a:lnTo>
                    <a:pt x="363633" y="991100"/>
                  </a:lnTo>
                  <a:lnTo>
                    <a:pt x="409496" y="1002181"/>
                  </a:lnTo>
                  <a:lnTo>
                    <a:pt x="456883" y="1008985"/>
                  </a:lnTo>
                  <a:lnTo>
                    <a:pt x="505580" y="1011301"/>
                  </a:lnTo>
                  <a:lnTo>
                    <a:pt x="2348350" y="1011301"/>
                  </a:lnTo>
                  <a:lnTo>
                    <a:pt x="2397050" y="1008985"/>
                  </a:lnTo>
                  <a:lnTo>
                    <a:pt x="2444441" y="1002181"/>
                  </a:lnTo>
                  <a:lnTo>
                    <a:pt x="2490311" y="991100"/>
                  </a:lnTo>
                  <a:lnTo>
                    <a:pt x="2534448" y="975954"/>
                  </a:lnTo>
                  <a:lnTo>
                    <a:pt x="2576640" y="956956"/>
                  </a:lnTo>
                  <a:lnTo>
                    <a:pt x="2616675" y="934317"/>
                  </a:lnTo>
                  <a:lnTo>
                    <a:pt x="2654341" y="908251"/>
                  </a:lnTo>
                  <a:lnTo>
                    <a:pt x="2689426" y="878968"/>
                  </a:lnTo>
                  <a:lnTo>
                    <a:pt x="2721719" y="846681"/>
                  </a:lnTo>
                  <a:lnTo>
                    <a:pt x="2751006" y="811603"/>
                  </a:lnTo>
                  <a:lnTo>
                    <a:pt x="2777076" y="773946"/>
                  </a:lnTo>
                  <a:lnTo>
                    <a:pt x="2799717" y="733921"/>
                  </a:lnTo>
                  <a:lnTo>
                    <a:pt x="2818716" y="691741"/>
                  </a:lnTo>
                  <a:lnTo>
                    <a:pt x="2833863" y="647618"/>
                  </a:lnTo>
                  <a:lnTo>
                    <a:pt x="2844945" y="601764"/>
                  </a:lnTo>
                  <a:lnTo>
                    <a:pt x="2851749" y="554392"/>
                  </a:lnTo>
                  <a:lnTo>
                    <a:pt x="2854064" y="505713"/>
                  </a:lnTo>
                  <a:lnTo>
                    <a:pt x="2851749" y="457014"/>
                  </a:lnTo>
                  <a:lnTo>
                    <a:pt x="2844945" y="409623"/>
                  </a:lnTo>
                  <a:lnTo>
                    <a:pt x="2833864" y="363753"/>
                  </a:lnTo>
                  <a:lnTo>
                    <a:pt x="2818718" y="319616"/>
                  </a:lnTo>
                  <a:lnTo>
                    <a:pt x="2799720" y="277424"/>
                  </a:lnTo>
                  <a:lnTo>
                    <a:pt x="2777081" y="237389"/>
                  </a:lnTo>
                  <a:lnTo>
                    <a:pt x="2751014" y="199723"/>
                  </a:lnTo>
                  <a:lnTo>
                    <a:pt x="2721732" y="164638"/>
                  </a:lnTo>
                  <a:lnTo>
                    <a:pt x="2689445" y="132345"/>
                  </a:lnTo>
                  <a:lnTo>
                    <a:pt x="2654367" y="103058"/>
                  </a:lnTo>
                  <a:lnTo>
                    <a:pt x="2616710" y="76988"/>
                  </a:lnTo>
                  <a:lnTo>
                    <a:pt x="2576685" y="54347"/>
                  </a:lnTo>
                  <a:lnTo>
                    <a:pt x="2534505" y="35348"/>
                  </a:lnTo>
                  <a:lnTo>
                    <a:pt x="2490382" y="20201"/>
                  </a:lnTo>
                  <a:lnTo>
                    <a:pt x="2444528" y="9119"/>
                  </a:lnTo>
                  <a:lnTo>
                    <a:pt x="2397156" y="2315"/>
                  </a:lnTo>
                  <a:lnTo>
                    <a:pt x="23484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4951075" y="6487033"/>
              <a:ext cx="236854" cy="255270"/>
            </a:xfrm>
            <a:custGeom>
              <a:avLst/>
              <a:gdLst/>
              <a:ahLst/>
              <a:cxnLst/>
              <a:rect l="l" t="t" r="r" b="b"/>
              <a:pathLst>
                <a:path w="236855" h="255270">
                  <a:moveTo>
                    <a:pt x="118109" y="0"/>
                  </a:moveTo>
                  <a:lnTo>
                    <a:pt x="0" y="66547"/>
                  </a:lnTo>
                  <a:lnTo>
                    <a:pt x="0" y="73659"/>
                  </a:lnTo>
                  <a:lnTo>
                    <a:pt x="118109" y="140207"/>
                  </a:lnTo>
                  <a:lnTo>
                    <a:pt x="223773" y="80644"/>
                  </a:lnTo>
                  <a:lnTo>
                    <a:pt x="223773" y="105282"/>
                  </a:lnTo>
                  <a:lnTo>
                    <a:pt x="118109" y="164591"/>
                  </a:lnTo>
                  <a:lnTo>
                    <a:pt x="5334" y="101218"/>
                  </a:lnTo>
                  <a:lnTo>
                    <a:pt x="0" y="104139"/>
                  </a:lnTo>
                  <a:lnTo>
                    <a:pt x="0" y="150367"/>
                  </a:lnTo>
                  <a:lnTo>
                    <a:pt x="118109" y="216788"/>
                  </a:lnTo>
                  <a:lnTo>
                    <a:pt x="223773" y="157479"/>
                  </a:lnTo>
                  <a:lnTo>
                    <a:pt x="223773" y="181990"/>
                  </a:lnTo>
                  <a:lnTo>
                    <a:pt x="118109" y="241300"/>
                  </a:lnTo>
                  <a:lnTo>
                    <a:pt x="5461" y="177800"/>
                  </a:lnTo>
                  <a:lnTo>
                    <a:pt x="0" y="180847"/>
                  </a:lnTo>
                  <a:lnTo>
                    <a:pt x="0" y="188594"/>
                  </a:lnTo>
                  <a:lnTo>
                    <a:pt x="118109" y="255142"/>
                  </a:lnTo>
                  <a:lnTo>
                    <a:pt x="236346" y="188594"/>
                  </a:lnTo>
                  <a:lnTo>
                    <a:pt x="236346" y="142493"/>
                  </a:lnTo>
                  <a:lnTo>
                    <a:pt x="230886" y="139445"/>
                  </a:lnTo>
                  <a:lnTo>
                    <a:pt x="118109" y="202945"/>
                  </a:lnTo>
                  <a:lnTo>
                    <a:pt x="12700" y="143509"/>
                  </a:lnTo>
                  <a:lnTo>
                    <a:pt x="12700" y="119252"/>
                  </a:lnTo>
                  <a:lnTo>
                    <a:pt x="118109" y="178562"/>
                  </a:lnTo>
                  <a:lnTo>
                    <a:pt x="236346" y="112013"/>
                  </a:lnTo>
                  <a:lnTo>
                    <a:pt x="236346" y="66547"/>
                  </a:lnTo>
                  <a:lnTo>
                    <a:pt x="230378" y="63245"/>
                  </a:lnTo>
                  <a:lnTo>
                    <a:pt x="118109" y="126364"/>
                  </a:lnTo>
                  <a:lnTo>
                    <a:pt x="18288" y="70103"/>
                  </a:lnTo>
                  <a:lnTo>
                    <a:pt x="118109" y="13842"/>
                  </a:lnTo>
                  <a:lnTo>
                    <a:pt x="200405" y="60197"/>
                  </a:lnTo>
                  <a:lnTo>
                    <a:pt x="207771" y="56006"/>
                  </a:lnTo>
                  <a:lnTo>
                    <a:pt x="207771" y="50545"/>
                  </a:lnTo>
                  <a:lnTo>
                    <a:pt x="118109" y="0"/>
                  </a:lnTo>
                  <a:close/>
                </a:path>
              </a:pathLst>
            </a:custGeom>
            <a:solidFill>
              <a:srgbClr val="EE3D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5257907" y="6501383"/>
              <a:ext cx="1305560" cy="207010"/>
            </a:xfrm>
            <a:custGeom>
              <a:avLst/>
              <a:gdLst/>
              <a:ahLst/>
              <a:cxnLst/>
              <a:rect l="l" t="t" r="r" b="b"/>
              <a:pathLst>
                <a:path w="1305559" h="207009">
                  <a:moveTo>
                    <a:pt x="150368" y="0"/>
                  </a:moveTo>
                  <a:lnTo>
                    <a:pt x="120523" y="0"/>
                  </a:lnTo>
                  <a:lnTo>
                    <a:pt x="120523" y="132334"/>
                  </a:lnTo>
                  <a:lnTo>
                    <a:pt x="117068" y="150406"/>
                  </a:lnTo>
                  <a:lnTo>
                    <a:pt x="107632" y="164998"/>
                  </a:lnTo>
                  <a:lnTo>
                    <a:pt x="93510" y="174752"/>
                  </a:lnTo>
                  <a:lnTo>
                    <a:pt x="76073" y="178308"/>
                  </a:lnTo>
                  <a:lnTo>
                    <a:pt x="58623" y="174752"/>
                  </a:lnTo>
                  <a:lnTo>
                    <a:pt x="44513" y="164998"/>
                  </a:lnTo>
                  <a:lnTo>
                    <a:pt x="35064" y="150406"/>
                  </a:lnTo>
                  <a:lnTo>
                    <a:pt x="31623" y="132334"/>
                  </a:lnTo>
                  <a:lnTo>
                    <a:pt x="35064" y="114350"/>
                  </a:lnTo>
                  <a:lnTo>
                    <a:pt x="44513" y="99796"/>
                  </a:lnTo>
                  <a:lnTo>
                    <a:pt x="58623" y="90043"/>
                  </a:lnTo>
                  <a:lnTo>
                    <a:pt x="76073" y="86487"/>
                  </a:lnTo>
                  <a:lnTo>
                    <a:pt x="93510" y="90043"/>
                  </a:lnTo>
                  <a:lnTo>
                    <a:pt x="107632" y="99796"/>
                  </a:lnTo>
                  <a:lnTo>
                    <a:pt x="117068" y="114350"/>
                  </a:lnTo>
                  <a:lnTo>
                    <a:pt x="120523" y="132334"/>
                  </a:lnTo>
                  <a:lnTo>
                    <a:pt x="120523" y="0"/>
                  </a:lnTo>
                  <a:lnTo>
                    <a:pt x="119126" y="0"/>
                  </a:lnTo>
                  <a:lnTo>
                    <a:pt x="119126" y="76962"/>
                  </a:lnTo>
                  <a:lnTo>
                    <a:pt x="118275" y="78232"/>
                  </a:lnTo>
                  <a:lnTo>
                    <a:pt x="118021" y="78232"/>
                  </a:lnTo>
                  <a:lnTo>
                    <a:pt x="117005" y="78613"/>
                  </a:lnTo>
                  <a:lnTo>
                    <a:pt x="115570" y="78613"/>
                  </a:lnTo>
                  <a:lnTo>
                    <a:pt x="114808" y="78232"/>
                  </a:lnTo>
                  <a:lnTo>
                    <a:pt x="114300" y="77597"/>
                  </a:lnTo>
                  <a:lnTo>
                    <a:pt x="105333" y="69367"/>
                  </a:lnTo>
                  <a:lnTo>
                    <a:pt x="94526" y="63271"/>
                  </a:lnTo>
                  <a:lnTo>
                    <a:pt x="82270" y="59474"/>
                  </a:lnTo>
                  <a:lnTo>
                    <a:pt x="68961" y="58166"/>
                  </a:lnTo>
                  <a:lnTo>
                    <a:pt x="41897" y="63906"/>
                  </a:lnTo>
                  <a:lnTo>
                    <a:pt x="20002" y="79629"/>
                  </a:lnTo>
                  <a:lnTo>
                    <a:pt x="5334" y="103174"/>
                  </a:lnTo>
                  <a:lnTo>
                    <a:pt x="0" y="132334"/>
                  </a:lnTo>
                  <a:lnTo>
                    <a:pt x="1308" y="147332"/>
                  </a:lnTo>
                  <a:lnTo>
                    <a:pt x="20205" y="185547"/>
                  </a:lnTo>
                  <a:lnTo>
                    <a:pt x="42443" y="201269"/>
                  </a:lnTo>
                  <a:lnTo>
                    <a:pt x="42570" y="201269"/>
                  </a:lnTo>
                  <a:lnTo>
                    <a:pt x="55346" y="205257"/>
                  </a:lnTo>
                  <a:lnTo>
                    <a:pt x="68961" y="206629"/>
                  </a:lnTo>
                  <a:lnTo>
                    <a:pt x="82105" y="205257"/>
                  </a:lnTo>
                  <a:lnTo>
                    <a:pt x="94297" y="201269"/>
                  </a:lnTo>
                  <a:lnTo>
                    <a:pt x="105143" y="194843"/>
                  </a:lnTo>
                  <a:lnTo>
                    <a:pt x="114300" y="186182"/>
                  </a:lnTo>
                  <a:lnTo>
                    <a:pt x="114681" y="185801"/>
                  </a:lnTo>
                  <a:lnTo>
                    <a:pt x="115062" y="185547"/>
                  </a:lnTo>
                  <a:lnTo>
                    <a:pt x="117348" y="185547"/>
                  </a:lnTo>
                  <a:lnTo>
                    <a:pt x="118364" y="185801"/>
                  </a:lnTo>
                  <a:lnTo>
                    <a:pt x="119126" y="186944"/>
                  </a:lnTo>
                  <a:lnTo>
                    <a:pt x="119126" y="203073"/>
                  </a:lnTo>
                  <a:lnTo>
                    <a:pt x="150368" y="203073"/>
                  </a:lnTo>
                  <a:lnTo>
                    <a:pt x="150368" y="185547"/>
                  </a:lnTo>
                  <a:lnTo>
                    <a:pt x="150368" y="178308"/>
                  </a:lnTo>
                  <a:lnTo>
                    <a:pt x="150368" y="86487"/>
                  </a:lnTo>
                  <a:lnTo>
                    <a:pt x="150368" y="78613"/>
                  </a:lnTo>
                  <a:lnTo>
                    <a:pt x="150368" y="0"/>
                  </a:lnTo>
                  <a:close/>
                </a:path>
                <a:path w="1305559" h="207009">
                  <a:moveTo>
                    <a:pt x="317373" y="61595"/>
                  </a:moveTo>
                  <a:lnTo>
                    <a:pt x="287782" y="61595"/>
                  </a:lnTo>
                  <a:lnTo>
                    <a:pt x="287782" y="132334"/>
                  </a:lnTo>
                  <a:lnTo>
                    <a:pt x="284353" y="150406"/>
                  </a:lnTo>
                  <a:lnTo>
                    <a:pt x="274955" y="164998"/>
                  </a:lnTo>
                  <a:lnTo>
                    <a:pt x="260883" y="174752"/>
                  </a:lnTo>
                  <a:lnTo>
                    <a:pt x="243459" y="178308"/>
                  </a:lnTo>
                  <a:lnTo>
                    <a:pt x="226009" y="174752"/>
                  </a:lnTo>
                  <a:lnTo>
                    <a:pt x="211899" y="164998"/>
                  </a:lnTo>
                  <a:lnTo>
                    <a:pt x="202450" y="150406"/>
                  </a:lnTo>
                  <a:lnTo>
                    <a:pt x="199009" y="132334"/>
                  </a:lnTo>
                  <a:lnTo>
                    <a:pt x="202450" y="114350"/>
                  </a:lnTo>
                  <a:lnTo>
                    <a:pt x="211899" y="99796"/>
                  </a:lnTo>
                  <a:lnTo>
                    <a:pt x="226009" y="90043"/>
                  </a:lnTo>
                  <a:lnTo>
                    <a:pt x="243459" y="86487"/>
                  </a:lnTo>
                  <a:lnTo>
                    <a:pt x="260883" y="90043"/>
                  </a:lnTo>
                  <a:lnTo>
                    <a:pt x="274955" y="99796"/>
                  </a:lnTo>
                  <a:lnTo>
                    <a:pt x="284353" y="114350"/>
                  </a:lnTo>
                  <a:lnTo>
                    <a:pt x="287782" y="132334"/>
                  </a:lnTo>
                  <a:lnTo>
                    <a:pt x="287782" y="61595"/>
                  </a:lnTo>
                  <a:lnTo>
                    <a:pt x="286385" y="61595"/>
                  </a:lnTo>
                  <a:lnTo>
                    <a:pt x="286385" y="76962"/>
                  </a:lnTo>
                  <a:lnTo>
                    <a:pt x="285534" y="78232"/>
                  </a:lnTo>
                  <a:lnTo>
                    <a:pt x="285191" y="78232"/>
                  </a:lnTo>
                  <a:lnTo>
                    <a:pt x="284353" y="78486"/>
                  </a:lnTo>
                  <a:lnTo>
                    <a:pt x="282956" y="78486"/>
                  </a:lnTo>
                  <a:lnTo>
                    <a:pt x="282194" y="78232"/>
                  </a:lnTo>
                  <a:lnTo>
                    <a:pt x="281686" y="77470"/>
                  </a:lnTo>
                  <a:lnTo>
                    <a:pt x="272821" y="69189"/>
                  </a:lnTo>
                  <a:lnTo>
                    <a:pt x="262102" y="63093"/>
                  </a:lnTo>
                  <a:lnTo>
                    <a:pt x="249834" y="59334"/>
                  </a:lnTo>
                  <a:lnTo>
                    <a:pt x="236347" y="58039"/>
                  </a:lnTo>
                  <a:lnTo>
                    <a:pt x="209283" y="63792"/>
                  </a:lnTo>
                  <a:lnTo>
                    <a:pt x="187388" y="79565"/>
                  </a:lnTo>
                  <a:lnTo>
                    <a:pt x="172720" y="103162"/>
                  </a:lnTo>
                  <a:lnTo>
                    <a:pt x="167386" y="132334"/>
                  </a:lnTo>
                  <a:lnTo>
                    <a:pt x="172720" y="161518"/>
                  </a:lnTo>
                  <a:lnTo>
                    <a:pt x="187655" y="185547"/>
                  </a:lnTo>
                  <a:lnTo>
                    <a:pt x="187998" y="185547"/>
                  </a:lnTo>
                  <a:lnTo>
                    <a:pt x="209283" y="200888"/>
                  </a:lnTo>
                  <a:lnTo>
                    <a:pt x="236347" y="206629"/>
                  </a:lnTo>
                  <a:lnTo>
                    <a:pt x="249491" y="205257"/>
                  </a:lnTo>
                  <a:lnTo>
                    <a:pt x="261683" y="201256"/>
                  </a:lnTo>
                  <a:lnTo>
                    <a:pt x="272529" y="194792"/>
                  </a:lnTo>
                  <a:lnTo>
                    <a:pt x="281686" y="186055"/>
                  </a:lnTo>
                  <a:lnTo>
                    <a:pt x="282092" y="185547"/>
                  </a:lnTo>
                  <a:lnTo>
                    <a:pt x="285623" y="185547"/>
                  </a:lnTo>
                  <a:lnTo>
                    <a:pt x="286258" y="186690"/>
                  </a:lnTo>
                  <a:lnTo>
                    <a:pt x="286258" y="203073"/>
                  </a:lnTo>
                  <a:lnTo>
                    <a:pt x="317373" y="203073"/>
                  </a:lnTo>
                  <a:lnTo>
                    <a:pt x="317373" y="178308"/>
                  </a:lnTo>
                  <a:lnTo>
                    <a:pt x="317373" y="86487"/>
                  </a:lnTo>
                  <a:lnTo>
                    <a:pt x="317373" y="78486"/>
                  </a:lnTo>
                  <a:lnTo>
                    <a:pt x="317373" y="61595"/>
                  </a:lnTo>
                  <a:close/>
                </a:path>
                <a:path w="1305559" h="207009">
                  <a:moveTo>
                    <a:pt x="427863" y="176403"/>
                  </a:moveTo>
                  <a:lnTo>
                    <a:pt x="416687" y="177546"/>
                  </a:lnTo>
                  <a:lnTo>
                    <a:pt x="412115" y="177546"/>
                  </a:lnTo>
                  <a:lnTo>
                    <a:pt x="403263" y="176784"/>
                  </a:lnTo>
                  <a:lnTo>
                    <a:pt x="396163" y="173037"/>
                  </a:lnTo>
                  <a:lnTo>
                    <a:pt x="391464" y="164160"/>
                  </a:lnTo>
                  <a:lnTo>
                    <a:pt x="389763" y="147955"/>
                  </a:lnTo>
                  <a:lnTo>
                    <a:pt x="389763" y="88392"/>
                  </a:lnTo>
                  <a:lnTo>
                    <a:pt x="390906" y="87122"/>
                  </a:lnTo>
                  <a:lnTo>
                    <a:pt x="422910" y="87122"/>
                  </a:lnTo>
                  <a:lnTo>
                    <a:pt x="422910" y="61595"/>
                  </a:lnTo>
                  <a:lnTo>
                    <a:pt x="390906" y="61595"/>
                  </a:lnTo>
                  <a:lnTo>
                    <a:pt x="389763" y="60325"/>
                  </a:lnTo>
                  <a:lnTo>
                    <a:pt x="389763" y="17907"/>
                  </a:lnTo>
                  <a:lnTo>
                    <a:pt x="358648" y="17907"/>
                  </a:lnTo>
                  <a:lnTo>
                    <a:pt x="358648" y="60452"/>
                  </a:lnTo>
                  <a:lnTo>
                    <a:pt x="357505" y="61595"/>
                  </a:lnTo>
                  <a:lnTo>
                    <a:pt x="334264" y="61595"/>
                  </a:lnTo>
                  <a:lnTo>
                    <a:pt x="334264" y="87122"/>
                  </a:lnTo>
                  <a:lnTo>
                    <a:pt x="357505" y="87122"/>
                  </a:lnTo>
                  <a:lnTo>
                    <a:pt x="358648" y="88392"/>
                  </a:lnTo>
                  <a:lnTo>
                    <a:pt x="358648" y="155702"/>
                  </a:lnTo>
                  <a:lnTo>
                    <a:pt x="363994" y="184340"/>
                  </a:lnTo>
                  <a:lnTo>
                    <a:pt x="376707" y="199047"/>
                  </a:lnTo>
                  <a:lnTo>
                    <a:pt x="391756" y="204470"/>
                  </a:lnTo>
                  <a:lnTo>
                    <a:pt x="404114" y="205232"/>
                  </a:lnTo>
                  <a:lnTo>
                    <a:pt x="413893" y="205105"/>
                  </a:lnTo>
                  <a:lnTo>
                    <a:pt x="422910" y="204343"/>
                  </a:lnTo>
                  <a:lnTo>
                    <a:pt x="427863" y="203454"/>
                  </a:lnTo>
                  <a:lnTo>
                    <a:pt x="427863" y="176403"/>
                  </a:lnTo>
                  <a:close/>
                </a:path>
                <a:path w="1305559" h="207009">
                  <a:moveTo>
                    <a:pt x="582549" y="61595"/>
                  </a:moveTo>
                  <a:lnTo>
                    <a:pt x="552958" y="61595"/>
                  </a:lnTo>
                  <a:lnTo>
                    <a:pt x="552958" y="132334"/>
                  </a:lnTo>
                  <a:lnTo>
                    <a:pt x="549503" y="150406"/>
                  </a:lnTo>
                  <a:lnTo>
                    <a:pt x="540067" y="164998"/>
                  </a:lnTo>
                  <a:lnTo>
                    <a:pt x="525945" y="174752"/>
                  </a:lnTo>
                  <a:lnTo>
                    <a:pt x="508508" y="178308"/>
                  </a:lnTo>
                  <a:lnTo>
                    <a:pt x="491070" y="174752"/>
                  </a:lnTo>
                  <a:lnTo>
                    <a:pt x="477012" y="164998"/>
                  </a:lnTo>
                  <a:lnTo>
                    <a:pt x="467601" y="150406"/>
                  </a:lnTo>
                  <a:lnTo>
                    <a:pt x="464185" y="132334"/>
                  </a:lnTo>
                  <a:lnTo>
                    <a:pt x="467601" y="114350"/>
                  </a:lnTo>
                  <a:lnTo>
                    <a:pt x="477012" y="99796"/>
                  </a:lnTo>
                  <a:lnTo>
                    <a:pt x="491070" y="90043"/>
                  </a:lnTo>
                  <a:lnTo>
                    <a:pt x="508508" y="86487"/>
                  </a:lnTo>
                  <a:lnTo>
                    <a:pt x="525945" y="90043"/>
                  </a:lnTo>
                  <a:lnTo>
                    <a:pt x="540067" y="99796"/>
                  </a:lnTo>
                  <a:lnTo>
                    <a:pt x="549503" y="114350"/>
                  </a:lnTo>
                  <a:lnTo>
                    <a:pt x="552958" y="132334"/>
                  </a:lnTo>
                  <a:lnTo>
                    <a:pt x="552958" y="61595"/>
                  </a:lnTo>
                  <a:lnTo>
                    <a:pt x="551561" y="61595"/>
                  </a:lnTo>
                  <a:lnTo>
                    <a:pt x="551561" y="76962"/>
                  </a:lnTo>
                  <a:lnTo>
                    <a:pt x="550621" y="78359"/>
                  </a:lnTo>
                  <a:lnTo>
                    <a:pt x="549783" y="78359"/>
                  </a:lnTo>
                  <a:lnTo>
                    <a:pt x="549402" y="78486"/>
                  </a:lnTo>
                  <a:lnTo>
                    <a:pt x="548005" y="78486"/>
                  </a:lnTo>
                  <a:lnTo>
                    <a:pt x="547624" y="78359"/>
                  </a:lnTo>
                  <a:lnTo>
                    <a:pt x="547319" y="78359"/>
                  </a:lnTo>
                  <a:lnTo>
                    <a:pt x="546735" y="77470"/>
                  </a:lnTo>
                  <a:lnTo>
                    <a:pt x="537895" y="69189"/>
                  </a:lnTo>
                  <a:lnTo>
                    <a:pt x="527202" y="63093"/>
                  </a:lnTo>
                  <a:lnTo>
                    <a:pt x="514934" y="59334"/>
                  </a:lnTo>
                  <a:lnTo>
                    <a:pt x="501396" y="58039"/>
                  </a:lnTo>
                  <a:lnTo>
                    <a:pt x="474345" y="63792"/>
                  </a:lnTo>
                  <a:lnTo>
                    <a:pt x="452501" y="79565"/>
                  </a:lnTo>
                  <a:lnTo>
                    <a:pt x="437883" y="103162"/>
                  </a:lnTo>
                  <a:lnTo>
                    <a:pt x="432562" y="132334"/>
                  </a:lnTo>
                  <a:lnTo>
                    <a:pt x="437883" y="161518"/>
                  </a:lnTo>
                  <a:lnTo>
                    <a:pt x="452767" y="185547"/>
                  </a:lnTo>
                  <a:lnTo>
                    <a:pt x="453110" y="185547"/>
                  </a:lnTo>
                  <a:lnTo>
                    <a:pt x="474345" y="200888"/>
                  </a:lnTo>
                  <a:lnTo>
                    <a:pt x="501396" y="206629"/>
                  </a:lnTo>
                  <a:lnTo>
                    <a:pt x="514540" y="205257"/>
                  </a:lnTo>
                  <a:lnTo>
                    <a:pt x="526719" y="201256"/>
                  </a:lnTo>
                  <a:lnTo>
                    <a:pt x="537578" y="194792"/>
                  </a:lnTo>
                  <a:lnTo>
                    <a:pt x="546735" y="186055"/>
                  </a:lnTo>
                  <a:lnTo>
                    <a:pt x="547141" y="185547"/>
                  </a:lnTo>
                  <a:lnTo>
                    <a:pt x="550799" y="185547"/>
                  </a:lnTo>
                  <a:lnTo>
                    <a:pt x="551561" y="186690"/>
                  </a:lnTo>
                  <a:lnTo>
                    <a:pt x="551561" y="203073"/>
                  </a:lnTo>
                  <a:lnTo>
                    <a:pt x="582549" y="203073"/>
                  </a:lnTo>
                  <a:lnTo>
                    <a:pt x="582549" y="178308"/>
                  </a:lnTo>
                  <a:lnTo>
                    <a:pt x="582549" y="86487"/>
                  </a:lnTo>
                  <a:lnTo>
                    <a:pt x="582549" y="78486"/>
                  </a:lnTo>
                  <a:lnTo>
                    <a:pt x="582549" y="61595"/>
                  </a:lnTo>
                  <a:close/>
                </a:path>
                <a:path w="1305559" h="207009">
                  <a:moveTo>
                    <a:pt x="756539" y="132334"/>
                  </a:moveTo>
                  <a:lnTo>
                    <a:pt x="755243" y="117386"/>
                  </a:lnTo>
                  <a:lnTo>
                    <a:pt x="751433" y="103378"/>
                  </a:lnTo>
                  <a:lnTo>
                    <a:pt x="745223" y="90614"/>
                  </a:lnTo>
                  <a:lnTo>
                    <a:pt x="742099" y="86487"/>
                  </a:lnTo>
                  <a:lnTo>
                    <a:pt x="736815" y="79502"/>
                  </a:lnTo>
                  <a:lnTo>
                    <a:pt x="726287" y="70281"/>
                  </a:lnTo>
                  <a:lnTo>
                    <a:pt x="725043" y="69583"/>
                  </a:lnTo>
                  <a:lnTo>
                    <a:pt x="725043" y="132334"/>
                  </a:lnTo>
                  <a:lnTo>
                    <a:pt x="721588" y="150456"/>
                  </a:lnTo>
                  <a:lnTo>
                    <a:pt x="712152" y="165036"/>
                  </a:lnTo>
                  <a:lnTo>
                    <a:pt x="698030" y="174777"/>
                  </a:lnTo>
                  <a:lnTo>
                    <a:pt x="680593" y="178308"/>
                  </a:lnTo>
                  <a:lnTo>
                    <a:pt x="663092" y="174777"/>
                  </a:lnTo>
                  <a:lnTo>
                    <a:pt x="648982" y="165036"/>
                  </a:lnTo>
                  <a:lnTo>
                    <a:pt x="639559" y="150456"/>
                  </a:lnTo>
                  <a:lnTo>
                    <a:pt x="636143" y="132334"/>
                  </a:lnTo>
                  <a:lnTo>
                    <a:pt x="639559" y="114350"/>
                  </a:lnTo>
                  <a:lnTo>
                    <a:pt x="648982" y="99796"/>
                  </a:lnTo>
                  <a:lnTo>
                    <a:pt x="663092" y="90043"/>
                  </a:lnTo>
                  <a:lnTo>
                    <a:pt x="680593" y="86487"/>
                  </a:lnTo>
                  <a:lnTo>
                    <a:pt x="698030" y="90043"/>
                  </a:lnTo>
                  <a:lnTo>
                    <a:pt x="712152" y="99796"/>
                  </a:lnTo>
                  <a:lnTo>
                    <a:pt x="721588" y="114350"/>
                  </a:lnTo>
                  <a:lnTo>
                    <a:pt x="725043" y="132334"/>
                  </a:lnTo>
                  <a:lnTo>
                    <a:pt x="725043" y="69583"/>
                  </a:lnTo>
                  <a:lnTo>
                    <a:pt x="714438" y="63627"/>
                  </a:lnTo>
                  <a:lnTo>
                    <a:pt x="701433" y="59563"/>
                  </a:lnTo>
                  <a:lnTo>
                    <a:pt x="687578" y="58166"/>
                  </a:lnTo>
                  <a:lnTo>
                    <a:pt x="674230" y="59563"/>
                  </a:lnTo>
                  <a:lnTo>
                    <a:pt x="674446" y="59563"/>
                  </a:lnTo>
                  <a:lnTo>
                    <a:pt x="662393" y="63474"/>
                  </a:lnTo>
                  <a:lnTo>
                    <a:pt x="651535" y="69850"/>
                  </a:lnTo>
                  <a:lnTo>
                    <a:pt x="642366" y="78486"/>
                  </a:lnTo>
                  <a:lnTo>
                    <a:pt x="641858" y="79121"/>
                  </a:lnTo>
                  <a:lnTo>
                    <a:pt x="641096" y="79502"/>
                  </a:lnTo>
                  <a:lnTo>
                    <a:pt x="639953" y="79502"/>
                  </a:lnTo>
                  <a:lnTo>
                    <a:pt x="639178" y="79121"/>
                  </a:lnTo>
                  <a:lnTo>
                    <a:pt x="638302" y="78867"/>
                  </a:lnTo>
                  <a:lnTo>
                    <a:pt x="637667" y="77978"/>
                  </a:lnTo>
                  <a:lnTo>
                    <a:pt x="637667" y="0"/>
                  </a:lnTo>
                  <a:lnTo>
                    <a:pt x="606298" y="0"/>
                  </a:lnTo>
                  <a:lnTo>
                    <a:pt x="606298" y="203073"/>
                  </a:lnTo>
                  <a:lnTo>
                    <a:pt x="637667" y="203073"/>
                  </a:lnTo>
                  <a:lnTo>
                    <a:pt x="637667" y="187706"/>
                  </a:lnTo>
                  <a:lnTo>
                    <a:pt x="638302" y="186817"/>
                  </a:lnTo>
                  <a:lnTo>
                    <a:pt x="639445" y="186309"/>
                  </a:lnTo>
                  <a:lnTo>
                    <a:pt x="641477" y="186309"/>
                  </a:lnTo>
                  <a:lnTo>
                    <a:pt x="641858" y="186436"/>
                  </a:lnTo>
                  <a:lnTo>
                    <a:pt x="642366" y="187198"/>
                  </a:lnTo>
                  <a:lnTo>
                    <a:pt x="651332" y="195440"/>
                  </a:lnTo>
                  <a:lnTo>
                    <a:pt x="662152" y="201536"/>
                  </a:lnTo>
                  <a:lnTo>
                    <a:pt x="674382" y="205333"/>
                  </a:lnTo>
                  <a:lnTo>
                    <a:pt x="687578" y="206629"/>
                  </a:lnTo>
                  <a:lnTo>
                    <a:pt x="714629" y="200901"/>
                  </a:lnTo>
                  <a:lnTo>
                    <a:pt x="734923" y="186309"/>
                  </a:lnTo>
                  <a:lnTo>
                    <a:pt x="736536" y="185153"/>
                  </a:lnTo>
                  <a:lnTo>
                    <a:pt x="740778" y="178308"/>
                  </a:lnTo>
                  <a:lnTo>
                    <a:pt x="751192" y="161582"/>
                  </a:lnTo>
                  <a:lnTo>
                    <a:pt x="756539" y="132334"/>
                  </a:lnTo>
                  <a:close/>
                </a:path>
                <a:path w="1305559" h="207009">
                  <a:moveTo>
                    <a:pt x="854202" y="59309"/>
                  </a:moveTo>
                  <a:lnTo>
                    <a:pt x="851154" y="58674"/>
                  </a:lnTo>
                  <a:lnTo>
                    <a:pt x="848995" y="58674"/>
                  </a:lnTo>
                  <a:lnTo>
                    <a:pt x="809752" y="80391"/>
                  </a:lnTo>
                  <a:lnTo>
                    <a:pt x="809371" y="81280"/>
                  </a:lnTo>
                  <a:lnTo>
                    <a:pt x="808482" y="81661"/>
                  </a:lnTo>
                  <a:lnTo>
                    <a:pt x="805688" y="81280"/>
                  </a:lnTo>
                  <a:lnTo>
                    <a:pt x="804926" y="80264"/>
                  </a:lnTo>
                  <a:lnTo>
                    <a:pt x="804926" y="61595"/>
                  </a:lnTo>
                  <a:lnTo>
                    <a:pt x="773811" y="61595"/>
                  </a:lnTo>
                  <a:lnTo>
                    <a:pt x="773811" y="203073"/>
                  </a:lnTo>
                  <a:lnTo>
                    <a:pt x="805180" y="203073"/>
                  </a:lnTo>
                  <a:lnTo>
                    <a:pt x="805180" y="140970"/>
                  </a:lnTo>
                  <a:lnTo>
                    <a:pt x="808050" y="119976"/>
                  </a:lnTo>
                  <a:lnTo>
                    <a:pt x="816305" y="104101"/>
                  </a:lnTo>
                  <a:lnTo>
                    <a:pt x="829335" y="94056"/>
                  </a:lnTo>
                  <a:lnTo>
                    <a:pt x="846582" y="90551"/>
                  </a:lnTo>
                  <a:lnTo>
                    <a:pt x="849503" y="90551"/>
                  </a:lnTo>
                  <a:lnTo>
                    <a:pt x="854202" y="91186"/>
                  </a:lnTo>
                  <a:lnTo>
                    <a:pt x="854202" y="59309"/>
                  </a:lnTo>
                  <a:close/>
                </a:path>
                <a:path w="1305559" h="207009">
                  <a:moveTo>
                    <a:pt x="905446" y="61569"/>
                  </a:moveTo>
                  <a:lnTo>
                    <a:pt x="873887" y="61569"/>
                  </a:lnTo>
                  <a:lnTo>
                    <a:pt x="873887" y="203073"/>
                  </a:lnTo>
                  <a:lnTo>
                    <a:pt x="905446" y="203073"/>
                  </a:lnTo>
                  <a:lnTo>
                    <a:pt x="905446" y="61569"/>
                  </a:lnTo>
                  <a:close/>
                </a:path>
                <a:path w="1305559" h="207009">
                  <a:moveTo>
                    <a:pt x="908431" y="19304"/>
                  </a:moveTo>
                  <a:lnTo>
                    <a:pt x="906907" y="11811"/>
                  </a:lnTo>
                  <a:lnTo>
                    <a:pt x="902792" y="5715"/>
                  </a:lnTo>
                  <a:lnTo>
                    <a:pt x="896696" y="1625"/>
                  </a:lnTo>
                  <a:lnTo>
                    <a:pt x="889254" y="127"/>
                  </a:lnTo>
                  <a:lnTo>
                    <a:pt x="881748" y="1625"/>
                  </a:lnTo>
                  <a:lnTo>
                    <a:pt x="875665" y="5715"/>
                  </a:lnTo>
                  <a:lnTo>
                    <a:pt x="871562" y="11811"/>
                  </a:lnTo>
                  <a:lnTo>
                    <a:pt x="870077" y="19304"/>
                  </a:lnTo>
                  <a:lnTo>
                    <a:pt x="871562" y="26682"/>
                  </a:lnTo>
                  <a:lnTo>
                    <a:pt x="875665" y="32740"/>
                  </a:lnTo>
                  <a:lnTo>
                    <a:pt x="881748" y="36842"/>
                  </a:lnTo>
                  <a:lnTo>
                    <a:pt x="889254" y="38354"/>
                  </a:lnTo>
                  <a:lnTo>
                    <a:pt x="896696" y="36842"/>
                  </a:lnTo>
                  <a:lnTo>
                    <a:pt x="902792" y="32740"/>
                  </a:lnTo>
                  <a:lnTo>
                    <a:pt x="906907" y="26682"/>
                  </a:lnTo>
                  <a:lnTo>
                    <a:pt x="908431" y="19304"/>
                  </a:lnTo>
                  <a:close/>
                </a:path>
                <a:path w="1305559" h="207009">
                  <a:moveTo>
                    <a:pt x="1056513" y="80518"/>
                  </a:moveTo>
                  <a:lnTo>
                    <a:pt x="1039558" y="68567"/>
                  </a:lnTo>
                  <a:lnTo>
                    <a:pt x="1023886" y="61823"/>
                  </a:lnTo>
                  <a:lnTo>
                    <a:pt x="1009942" y="58839"/>
                  </a:lnTo>
                  <a:lnTo>
                    <a:pt x="998220" y="58166"/>
                  </a:lnTo>
                  <a:lnTo>
                    <a:pt x="968197" y="63703"/>
                  </a:lnTo>
                  <a:lnTo>
                    <a:pt x="944524" y="79108"/>
                  </a:lnTo>
                  <a:lnTo>
                    <a:pt x="928992" y="102590"/>
                  </a:lnTo>
                  <a:lnTo>
                    <a:pt x="923417" y="132334"/>
                  </a:lnTo>
                  <a:lnTo>
                    <a:pt x="924775" y="147624"/>
                  </a:lnTo>
                  <a:lnTo>
                    <a:pt x="944245" y="185674"/>
                  </a:lnTo>
                  <a:lnTo>
                    <a:pt x="982510" y="205257"/>
                  </a:lnTo>
                  <a:lnTo>
                    <a:pt x="997966" y="206629"/>
                  </a:lnTo>
                  <a:lnTo>
                    <a:pt x="1010615" y="205778"/>
                  </a:lnTo>
                  <a:lnTo>
                    <a:pt x="1054989" y="184150"/>
                  </a:lnTo>
                  <a:lnTo>
                    <a:pt x="1027798" y="171043"/>
                  </a:lnTo>
                  <a:lnTo>
                    <a:pt x="1018781" y="174967"/>
                  </a:lnTo>
                  <a:lnTo>
                    <a:pt x="1009967" y="177292"/>
                  </a:lnTo>
                  <a:lnTo>
                    <a:pt x="1001268" y="178054"/>
                  </a:lnTo>
                  <a:lnTo>
                    <a:pt x="982967" y="174599"/>
                  </a:lnTo>
                  <a:lnTo>
                    <a:pt x="968349" y="165011"/>
                  </a:lnTo>
                  <a:lnTo>
                    <a:pt x="958672" y="150520"/>
                  </a:lnTo>
                  <a:lnTo>
                    <a:pt x="955167" y="132334"/>
                  </a:lnTo>
                  <a:lnTo>
                    <a:pt x="958672" y="114236"/>
                  </a:lnTo>
                  <a:lnTo>
                    <a:pt x="968349" y="99783"/>
                  </a:lnTo>
                  <a:lnTo>
                    <a:pt x="982967" y="90208"/>
                  </a:lnTo>
                  <a:lnTo>
                    <a:pt x="1001268" y="86741"/>
                  </a:lnTo>
                  <a:lnTo>
                    <a:pt x="1010386" y="87515"/>
                  </a:lnTo>
                  <a:lnTo>
                    <a:pt x="1019289" y="89839"/>
                  </a:lnTo>
                  <a:lnTo>
                    <a:pt x="1028014" y="93764"/>
                  </a:lnTo>
                  <a:lnTo>
                    <a:pt x="1036574" y="99314"/>
                  </a:lnTo>
                  <a:lnTo>
                    <a:pt x="1056513" y="80518"/>
                  </a:lnTo>
                  <a:close/>
                </a:path>
                <a:path w="1305559" h="207009">
                  <a:moveTo>
                    <a:pt x="1202309" y="203073"/>
                  </a:moveTo>
                  <a:lnTo>
                    <a:pt x="1136777" y="123825"/>
                  </a:lnTo>
                  <a:lnTo>
                    <a:pt x="1136777" y="122174"/>
                  </a:lnTo>
                  <a:lnTo>
                    <a:pt x="1197229" y="61722"/>
                  </a:lnTo>
                  <a:lnTo>
                    <a:pt x="1159129" y="61722"/>
                  </a:lnTo>
                  <a:lnTo>
                    <a:pt x="1107313" y="113665"/>
                  </a:lnTo>
                  <a:lnTo>
                    <a:pt x="1105662" y="113919"/>
                  </a:lnTo>
                  <a:lnTo>
                    <a:pt x="1103884" y="113284"/>
                  </a:lnTo>
                  <a:lnTo>
                    <a:pt x="1103249" y="112395"/>
                  </a:lnTo>
                  <a:lnTo>
                    <a:pt x="1103376" y="0"/>
                  </a:lnTo>
                  <a:lnTo>
                    <a:pt x="1072007" y="0"/>
                  </a:lnTo>
                  <a:lnTo>
                    <a:pt x="1072007" y="203073"/>
                  </a:lnTo>
                  <a:lnTo>
                    <a:pt x="1103249" y="203073"/>
                  </a:lnTo>
                  <a:lnTo>
                    <a:pt x="1103249" y="147320"/>
                  </a:lnTo>
                  <a:lnTo>
                    <a:pt x="1103503" y="146431"/>
                  </a:lnTo>
                  <a:lnTo>
                    <a:pt x="1104138" y="146050"/>
                  </a:lnTo>
                  <a:lnTo>
                    <a:pt x="1110488" y="140208"/>
                  </a:lnTo>
                  <a:lnTo>
                    <a:pt x="1112647" y="140081"/>
                  </a:lnTo>
                  <a:lnTo>
                    <a:pt x="1113282" y="140462"/>
                  </a:lnTo>
                  <a:lnTo>
                    <a:pt x="1163828" y="203073"/>
                  </a:lnTo>
                  <a:lnTo>
                    <a:pt x="1202309" y="203073"/>
                  </a:lnTo>
                  <a:close/>
                </a:path>
                <a:path w="1305559" h="207009">
                  <a:moveTo>
                    <a:pt x="1305052" y="161417"/>
                  </a:moveTo>
                  <a:lnTo>
                    <a:pt x="1284312" y="127736"/>
                  </a:lnTo>
                  <a:lnTo>
                    <a:pt x="1239520" y="111252"/>
                  </a:lnTo>
                  <a:lnTo>
                    <a:pt x="1233932" y="105791"/>
                  </a:lnTo>
                  <a:lnTo>
                    <a:pt x="1233932" y="89789"/>
                  </a:lnTo>
                  <a:lnTo>
                    <a:pt x="1241552" y="83820"/>
                  </a:lnTo>
                  <a:lnTo>
                    <a:pt x="1252474" y="83820"/>
                  </a:lnTo>
                  <a:lnTo>
                    <a:pt x="1260246" y="85064"/>
                  </a:lnTo>
                  <a:lnTo>
                    <a:pt x="1267142" y="88671"/>
                  </a:lnTo>
                  <a:lnTo>
                    <a:pt x="1273073" y="94488"/>
                  </a:lnTo>
                  <a:lnTo>
                    <a:pt x="1278001" y="102362"/>
                  </a:lnTo>
                  <a:lnTo>
                    <a:pt x="1303147" y="88900"/>
                  </a:lnTo>
                  <a:lnTo>
                    <a:pt x="1294472" y="76047"/>
                  </a:lnTo>
                  <a:lnTo>
                    <a:pt x="1282661" y="66332"/>
                  </a:lnTo>
                  <a:lnTo>
                    <a:pt x="1268425" y="60185"/>
                  </a:lnTo>
                  <a:lnTo>
                    <a:pt x="1252474" y="58039"/>
                  </a:lnTo>
                  <a:lnTo>
                    <a:pt x="1233119" y="61264"/>
                  </a:lnTo>
                  <a:lnTo>
                    <a:pt x="1217803" y="70218"/>
                  </a:lnTo>
                  <a:lnTo>
                    <a:pt x="1207706" y="83820"/>
                  </a:lnTo>
                  <a:lnTo>
                    <a:pt x="1204087" y="100965"/>
                  </a:lnTo>
                  <a:lnTo>
                    <a:pt x="1206284" y="114477"/>
                  </a:lnTo>
                  <a:lnTo>
                    <a:pt x="1212938" y="125704"/>
                  </a:lnTo>
                  <a:lnTo>
                    <a:pt x="1224114" y="134696"/>
                  </a:lnTo>
                  <a:lnTo>
                    <a:pt x="1239901" y="141478"/>
                  </a:lnTo>
                  <a:lnTo>
                    <a:pt x="1269492" y="151003"/>
                  </a:lnTo>
                  <a:lnTo>
                    <a:pt x="1274572" y="155702"/>
                  </a:lnTo>
                  <a:lnTo>
                    <a:pt x="1274572" y="163830"/>
                  </a:lnTo>
                  <a:lnTo>
                    <a:pt x="1272667" y="171411"/>
                  </a:lnTo>
                  <a:lnTo>
                    <a:pt x="1267790" y="176441"/>
                  </a:lnTo>
                  <a:lnTo>
                    <a:pt x="1261122" y="179235"/>
                  </a:lnTo>
                  <a:lnTo>
                    <a:pt x="1253871" y="180086"/>
                  </a:lnTo>
                  <a:lnTo>
                    <a:pt x="1244765" y="178600"/>
                  </a:lnTo>
                  <a:lnTo>
                    <a:pt x="1236573" y="174294"/>
                  </a:lnTo>
                  <a:lnTo>
                    <a:pt x="1229702" y="167500"/>
                  </a:lnTo>
                  <a:lnTo>
                    <a:pt x="1224534" y="158496"/>
                  </a:lnTo>
                  <a:lnTo>
                    <a:pt x="1199134" y="171704"/>
                  </a:lnTo>
                  <a:lnTo>
                    <a:pt x="1207604" y="186270"/>
                  </a:lnTo>
                  <a:lnTo>
                    <a:pt x="1219949" y="197269"/>
                  </a:lnTo>
                  <a:lnTo>
                    <a:pt x="1235456" y="204216"/>
                  </a:lnTo>
                  <a:lnTo>
                    <a:pt x="1253363" y="206629"/>
                  </a:lnTo>
                  <a:lnTo>
                    <a:pt x="1272260" y="203746"/>
                  </a:lnTo>
                  <a:lnTo>
                    <a:pt x="1288821" y="195173"/>
                  </a:lnTo>
                  <a:lnTo>
                    <a:pt x="1300581" y="181025"/>
                  </a:lnTo>
                  <a:lnTo>
                    <a:pt x="1305052" y="1614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90675" y="7045413"/>
              <a:ext cx="4007104" cy="2164715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4330044" y="7467853"/>
              <a:ext cx="2854325" cy="1011555"/>
            </a:xfrm>
            <a:custGeom>
              <a:avLst/>
              <a:gdLst/>
              <a:ahLst/>
              <a:cxnLst/>
              <a:rect l="l" t="t" r="r" b="b"/>
              <a:pathLst>
                <a:path w="2854325" h="1011554">
                  <a:moveTo>
                    <a:pt x="2348484" y="0"/>
                  </a:moveTo>
                  <a:lnTo>
                    <a:pt x="505587" y="0"/>
                  </a:lnTo>
                  <a:lnTo>
                    <a:pt x="456888" y="2315"/>
                  </a:lnTo>
                  <a:lnTo>
                    <a:pt x="409501" y="9119"/>
                  </a:lnTo>
                  <a:lnTo>
                    <a:pt x="363637" y="20200"/>
                  </a:lnTo>
                  <a:lnTo>
                    <a:pt x="319507" y="35346"/>
                  </a:lnTo>
                  <a:lnTo>
                    <a:pt x="277323" y="54344"/>
                  </a:lnTo>
                  <a:lnTo>
                    <a:pt x="237298" y="76983"/>
                  </a:lnTo>
                  <a:lnTo>
                    <a:pt x="199643" y="103049"/>
                  </a:lnTo>
                  <a:lnTo>
                    <a:pt x="164568" y="132332"/>
                  </a:lnTo>
                  <a:lnTo>
                    <a:pt x="132288" y="164619"/>
                  </a:lnTo>
                  <a:lnTo>
                    <a:pt x="103011" y="199697"/>
                  </a:lnTo>
                  <a:lnTo>
                    <a:pt x="76952" y="237354"/>
                  </a:lnTo>
                  <a:lnTo>
                    <a:pt x="54321" y="277379"/>
                  </a:lnTo>
                  <a:lnTo>
                    <a:pt x="35330" y="319559"/>
                  </a:lnTo>
                  <a:lnTo>
                    <a:pt x="20190" y="363682"/>
                  </a:lnTo>
                  <a:lnTo>
                    <a:pt x="9114" y="409536"/>
                  </a:lnTo>
                  <a:lnTo>
                    <a:pt x="2313" y="456908"/>
                  </a:lnTo>
                  <a:lnTo>
                    <a:pt x="0" y="505587"/>
                  </a:lnTo>
                  <a:lnTo>
                    <a:pt x="2313" y="554285"/>
                  </a:lnTo>
                  <a:lnTo>
                    <a:pt x="9114" y="601672"/>
                  </a:lnTo>
                  <a:lnTo>
                    <a:pt x="20190" y="647536"/>
                  </a:lnTo>
                  <a:lnTo>
                    <a:pt x="35330" y="691666"/>
                  </a:lnTo>
                  <a:lnTo>
                    <a:pt x="54321" y="733850"/>
                  </a:lnTo>
                  <a:lnTo>
                    <a:pt x="76952" y="773875"/>
                  </a:lnTo>
                  <a:lnTo>
                    <a:pt x="103011" y="811530"/>
                  </a:lnTo>
                  <a:lnTo>
                    <a:pt x="132288" y="846605"/>
                  </a:lnTo>
                  <a:lnTo>
                    <a:pt x="164568" y="878885"/>
                  </a:lnTo>
                  <a:lnTo>
                    <a:pt x="199643" y="908162"/>
                  </a:lnTo>
                  <a:lnTo>
                    <a:pt x="237298" y="934221"/>
                  </a:lnTo>
                  <a:lnTo>
                    <a:pt x="277323" y="956852"/>
                  </a:lnTo>
                  <a:lnTo>
                    <a:pt x="319507" y="975843"/>
                  </a:lnTo>
                  <a:lnTo>
                    <a:pt x="363637" y="990983"/>
                  </a:lnTo>
                  <a:lnTo>
                    <a:pt x="409501" y="1002059"/>
                  </a:lnTo>
                  <a:lnTo>
                    <a:pt x="456888" y="1008860"/>
                  </a:lnTo>
                  <a:lnTo>
                    <a:pt x="505587" y="1011174"/>
                  </a:lnTo>
                  <a:lnTo>
                    <a:pt x="2348357" y="1011174"/>
                  </a:lnTo>
                  <a:lnTo>
                    <a:pt x="2397056" y="1008860"/>
                  </a:lnTo>
                  <a:lnTo>
                    <a:pt x="2444447" y="1002059"/>
                  </a:lnTo>
                  <a:lnTo>
                    <a:pt x="2490317" y="990983"/>
                  </a:lnTo>
                  <a:lnTo>
                    <a:pt x="2534454" y="975843"/>
                  </a:lnTo>
                  <a:lnTo>
                    <a:pt x="2576646" y="956852"/>
                  </a:lnTo>
                  <a:lnTo>
                    <a:pt x="2616681" y="934221"/>
                  </a:lnTo>
                  <a:lnTo>
                    <a:pt x="2654347" y="908162"/>
                  </a:lnTo>
                  <a:lnTo>
                    <a:pt x="2689432" y="878885"/>
                  </a:lnTo>
                  <a:lnTo>
                    <a:pt x="2721725" y="846605"/>
                  </a:lnTo>
                  <a:lnTo>
                    <a:pt x="2751012" y="811530"/>
                  </a:lnTo>
                  <a:lnTo>
                    <a:pt x="2777082" y="773875"/>
                  </a:lnTo>
                  <a:lnTo>
                    <a:pt x="2799723" y="733850"/>
                  </a:lnTo>
                  <a:lnTo>
                    <a:pt x="2818722" y="691666"/>
                  </a:lnTo>
                  <a:lnTo>
                    <a:pt x="2833869" y="647536"/>
                  </a:lnTo>
                  <a:lnTo>
                    <a:pt x="2844951" y="601672"/>
                  </a:lnTo>
                  <a:lnTo>
                    <a:pt x="2851755" y="554285"/>
                  </a:lnTo>
                  <a:lnTo>
                    <a:pt x="2854071" y="505587"/>
                  </a:lnTo>
                  <a:lnTo>
                    <a:pt x="2851755" y="456908"/>
                  </a:lnTo>
                  <a:lnTo>
                    <a:pt x="2844951" y="409536"/>
                  </a:lnTo>
                  <a:lnTo>
                    <a:pt x="2833870" y="363682"/>
                  </a:lnTo>
                  <a:lnTo>
                    <a:pt x="2818724" y="319559"/>
                  </a:lnTo>
                  <a:lnTo>
                    <a:pt x="2799726" y="277379"/>
                  </a:lnTo>
                  <a:lnTo>
                    <a:pt x="2777087" y="237354"/>
                  </a:lnTo>
                  <a:lnTo>
                    <a:pt x="2751021" y="199697"/>
                  </a:lnTo>
                  <a:lnTo>
                    <a:pt x="2721738" y="164619"/>
                  </a:lnTo>
                  <a:lnTo>
                    <a:pt x="2689451" y="132332"/>
                  </a:lnTo>
                  <a:lnTo>
                    <a:pt x="2654373" y="103049"/>
                  </a:lnTo>
                  <a:lnTo>
                    <a:pt x="2616716" y="76983"/>
                  </a:lnTo>
                  <a:lnTo>
                    <a:pt x="2576691" y="54344"/>
                  </a:lnTo>
                  <a:lnTo>
                    <a:pt x="2534511" y="35346"/>
                  </a:lnTo>
                  <a:lnTo>
                    <a:pt x="2490388" y="20200"/>
                  </a:lnTo>
                  <a:lnTo>
                    <a:pt x="2444534" y="9119"/>
                  </a:lnTo>
                  <a:lnTo>
                    <a:pt x="2397162" y="2315"/>
                  </a:lnTo>
                  <a:lnTo>
                    <a:pt x="2348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5623539" y="7732648"/>
              <a:ext cx="423545" cy="484505"/>
            </a:xfrm>
            <a:custGeom>
              <a:avLst/>
              <a:gdLst/>
              <a:ahLst/>
              <a:cxnLst/>
              <a:rect l="l" t="t" r="r" b="b"/>
              <a:pathLst>
                <a:path w="423544" h="484504">
                  <a:moveTo>
                    <a:pt x="423544" y="0"/>
                  </a:moveTo>
                  <a:lnTo>
                    <a:pt x="0" y="0"/>
                  </a:lnTo>
                  <a:lnTo>
                    <a:pt x="0" y="403351"/>
                  </a:lnTo>
                  <a:lnTo>
                    <a:pt x="52035" y="459898"/>
                  </a:lnTo>
                  <a:lnTo>
                    <a:pt x="103473" y="474592"/>
                  </a:lnTo>
                  <a:lnTo>
                    <a:pt x="159763" y="482283"/>
                  </a:lnTo>
                  <a:lnTo>
                    <a:pt x="211836" y="484505"/>
                  </a:lnTo>
                  <a:lnTo>
                    <a:pt x="263943" y="482283"/>
                  </a:lnTo>
                  <a:lnTo>
                    <a:pt x="320208" y="474592"/>
                  </a:lnTo>
                  <a:lnTo>
                    <a:pt x="371590" y="459898"/>
                  </a:lnTo>
                  <a:lnTo>
                    <a:pt x="409049" y="436663"/>
                  </a:lnTo>
                  <a:lnTo>
                    <a:pt x="211836" y="436118"/>
                  </a:lnTo>
                  <a:lnTo>
                    <a:pt x="144952" y="432339"/>
                  </a:lnTo>
                  <a:lnTo>
                    <a:pt x="95297" y="423227"/>
                  </a:lnTo>
                  <a:lnTo>
                    <a:pt x="63049" y="412114"/>
                  </a:lnTo>
                  <a:lnTo>
                    <a:pt x="48386" y="402336"/>
                  </a:lnTo>
                  <a:lnTo>
                    <a:pt x="48386" y="49402"/>
                  </a:lnTo>
                  <a:lnTo>
                    <a:pt x="423544" y="49402"/>
                  </a:lnTo>
                  <a:lnTo>
                    <a:pt x="423544" y="0"/>
                  </a:lnTo>
                  <a:close/>
                </a:path>
                <a:path w="423544" h="484504">
                  <a:moveTo>
                    <a:pt x="423544" y="49402"/>
                  </a:moveTo>
                  <a:lnTo>
                    <a:pt x="375284" y="49402"/>
                  </a:lnTo>
                  <a:lnTo>
                    <a:pt x="375284" y="402336"/>
                  </a:lnTo>
                  <a:lnTo>
                    <a:pt x="360622" y="412114"/>
                  </a:lnTo>
                  <a:lnTo>
                    <a:pt x="328374" y="423227"/>
                  </a:lnTo>
                  <a:lnTo>
                    <a:pt x="278719" y="432339"/>
                  </a:lnTo>
                  <a:lnTo>
                    <a:pt x="211836" y="436118"/>
                  </a:lnTo>
                  <a:lnTo>
                    <a:pt x="409287" y="436118"/>
                  </a:lnTo>
                  <a:lnTo>
                    <a:pt x="423544" y="403351"/>
                  </a:lnTo>
                  <a:lnTo>
                    <a:pt x="423544" y="4940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5647796" y="7675626"/>
              <a:ext cx="375285" cy="121285"/>
            </a:xfrm>
            <a:custGeom>
              <a:avLst/>
              <a:gdLst/>
              <a:ahLst/>
              <a:cxnLst/>
              <a:rect l="l" t="t" r="r" b="b"/>
              <a:pathLst>
                <a:path w="375284" h="121284">
                  <a:moveTo>
                    <a:pt x="187579" y="0"/>
                  </a:moveTo>
                  <a:lnTo>
                    <a:pt x="114603" y="4740"/>
                  </a:lnTo>
                  <a:lnTo>
                    <a:pt x="54975" y="17637"/>
                  </a:lnTo>
                  <a:lnTo>
                    <a:pt x="14753" y="36701"/>
                  </a:lnTo>
                  <a:lnTo>
                    <a:pt x="0" y="59943"/>
                  </a:lnTo>
                  <a:lnTo>
                    <a:pt x="14753" y="83754"/>
                  </a:lnTo>
                  <a:lnTo>
                    <a:pt x="54975" y="103076"/>
                  </a:lnTo>
                  <a:lnTo>
                    <a:pt x="114603" y="116040"/>
                  </a:lnTo>
                  <a:lnTo>
                    <a:pt x="187579" y="120776"/>
                  </a:lnTo>
                  <a:lnTo>
                    <a:pt x="260554" y="116040"/>
                  </a:lnTo>
                  <a:lnTo>
                    <a:pt x="320182" y="103076"/>
                  </a:lnTo>
                  <a:lnTo>
                    <a:pt x="360404" y="83754"/>
                  </a:lnTo>
                  <a:lnTo>
                    <a:pt x="375158" y="59943"/>
                  </a:lnTo>
                  <a:lnTo>
                    <a:pt x="360404" y="36701"/>
                  </a:lnTo>
                  <a:lnTo>
                    <a:pt x="320182" y="17637"/>
                  </a:lnTo>
                  <a:lnTo>
                    <a:pt x="260554" y="4740"/>
                  </a:lnTo>
                  <a:lnTo>
                    <a:pt x="187579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5623539" y="7651369"/>
              <a:ext cx="423545" cy="169545"/>
            </a:xfrm>
            <a:custGeom>
              <a:avLst/>
              <a:gdLst/>
              <a:ahLst/>
              <a:cxnLst/>
              <a:rect l="l" t="t" r="r" b="b"/>
              <a:pathLst>
                <a:path w="423544" h="169545">
                  <a:moveTo>
                    <a:pt x="211836" y="0"/>
                  </a:moveTo>
                  <a:lnTo>
                    <a:pt x="149327" y="3289"/>
                  </a:lnTo>
                  <a:lnTo>
                    <a:pt x="91732" y="13273"/>
                  </a:lnTo>
                  <a:lnTo>
                    <a:pt x="44208" y="30120"/>
                  </a:lnTo>
                  <a:lnTo>
                    <a:pt x="11911" y="54002"/>
                  </a:lnTo>
                  <a:lnTo>
                    <a:pt x="0" y="85089"/>
                  </a:lnTo>
                  <a:lnTo>
                    <a:pt x="11911" y="116182"/>
                  </a:lnTo>
                  <a:lnTo>
                    <a:pt x="44208" y="139856"/>
                  </a:lnTo>
                  <a:lnTo>
                    <a:pt x="91732" y="156404"/>
                  </a:lnTo>
                  <a:lnTo>
                    <a:pt x="149327" y="166118"/>
                  </a:lnTo>
                  <a:lnTo>
                    <a:pt x="211836" y="169290"/>
                  </a:lnTo>
                  <a:lnTo>
                    <a:pt x="274331" y="166118"/>
                  </a:lnTo>
                  <a:lnTo>
                    <a:pt x="331894" y="156404"/>
                  </a:lnTo>
                  <a:lnTo>
                    <a:pt x="379381" y="139856"/>
                  </a:lnTo>
                  <a:lnTo>
                    <a:pt x="405038" y="121030"/>
                  </a:lnTo>
                  <a:lnTo>
                    <a:pt x="211836" y="121030"/>
                  </a:lnTo>
                  <a:lnTo>
                    <a:pt x="144952" y="116915"/>
                  </a:lnTo>
                  <a:lnTo>
                    <a:pt x="95297" y="107060"/>
                  </a:lnTo>
                  <a:lnTo>
                    <a:pt x="63049" y="95206"/>
                  </a:lnTo>
                  <a:lnTo>
                    <a:pt x="48386" y="85089"/>
                  </a:lnTo>
                  <a:lnTo>
                    <a:pt x="63049" y="74479"/>
                  </a:lnTo>
                  <a:lnTo>
                    <a:pt x="95297" y="62404"/>
                  </a:lnTo>
                  <a:lnTo>
                    <a:pt x="144952" y="52496"/>
                  </a:lnTo>
                  <a:lnTo>
                    <a:pt x="211836" y="48386"/>
                  </a:lnTo>
                  <a:lnTo>
                    <a:pt x="404060" y="48386"/>
                  </a:lnTo>
                  <a:lnTo>
                    <a:pt x="379381" y="30120"/>
                  </a:lnTo>
                  <a:lnTo>
                    <a:pt x="331894" y="13273"/>
                  </a:lnTo>
                  <a:lnTo>
                    <a:pt x="274331" y="3289"/>
                  </a:lnTo>
                  <a:lnTo>
                    <a:pt x="211836" y="0"/>
                  </a:lnTo>
                  <a:close/>
                </a:path>
                <a:path w="423544" h="169545">
                  <a:moveTo>
                    <a:pt x="404060" y="48386"/>
                  </a:moveTo>
                  <a:lnTo>
                    <a:pt x="211836" y="48386"/>
                  </a:lnTo>
                  <a:lnTo>
                    <a:pt x="278719" y="52496"/>
                  </a:lnTo>
                  <a:lnTo>
                    <a:pt x="328374" y="62404"/>
                  </a:lnTo>
                  <a:lnTo>
                    <a:pt x="360622" y="74479"/>
                  </a:lnTo>
                  <a:lnTo>
                    <a:pt x="375284" y="85089"/>
                  </a:lnTo>
                  <a:lnTo>
                    <a:pt x="360193" y="95206"/>
                  </a:lnTo>
                  <a:lnTo>
                    <a:pt x="327993" y="107060"/>
                  </a:lnTo>
                  <a:lnTo>
                    <a:pt x="278576" y="116915"/>
                  </a:lnTo>
                  <a:lnTo>
                    <a:pt x="211836" y="121030"/>
                  </a:lnTo>
                  <a:lnTo>
                    <a:pt x="405038" y="121030"/>
                  </a:lnTo>
                  <a:lnTo>
                    <a:pt x="411646" y="116182"/>
                  </a:lnTo>
                  <a:lnTo>
                    <a:pt x="423544" y="85089"/>
                  </a:lnTo>
                  <a:lnTo>
                    <a:pt x="411646" y="54002"/>
                  </a:lnTo>
                  <a:lnTo>
                    <a:pt x="404060" y="4838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5442691" y="7823580"/>
              <a:ext cx="374650" cy="436245"/>
            </a:xfrm>
            <a:custGeom>
              <a:avLst/>
              <a:gdLst/>
              <a:ahLst/>
              <a:cxnLst/>
              <a:rect l="l" t="t" r="r" b="b"/>
              <a:pathLst>
                <a:path w="374650" h="436245">
                  <a:moveTo>
                    <a:pt x="374396" y="0"/>
                  </a:moveTo>
                  <a:lnTo>
                    <a:pt x="0" y="0"/>
                  </a:lnTo>
                  <a:lnTo>
                    <a:pt x="0" y="379095"/>
                  </a:lnTo>
                  <a:lnTo>
                    <a:pt x="14630" y="401472"/>
                  </a:lnTo>
                  <a:lnTo>
                    <a:pt x="54657" y="419623"/>
                  </a:lnTo>
                  <a:lnTo>
                    <a:pt x="114282" y="431798"/>
                  </a:lnTo>
                  <a:lnTo>
                    <a:pt x="187705" y="436245"/>
                  </a:lnTo>
                  <a:lnTo>
                    <a:pt x="260113" y="431798"/>
                  </a:lnTo>
                  <a:lnTo>
                    <a:pt x="319484" y="419623"/>
                  </a:lnTo>
                  <a:lnTo>
                    <a:pt x="359638" y="401472"/>
                  </a:lnTo>
                  <a:lnTo>
                    <a:pt x="374396" y="379095"/>
                  </a:lnTo>
                  <a:lnTo>
                    <a:pt x="374396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684500" y="7989933"/>
              <a:ext cx="411010" cy="72534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5418561" y="7811008"/>
              <a:ext cx="422909" cy="484505"/>
            </a:xfrm>
            <a:custGeom>
              <a:avLst/>
              <a:gdLst/>
              <a:ahLst/>
              <a:cxnLst/>
              <a:rect l="l" t="t" r="r" b="b"/>
              <a:pathLst>
                <a:path w="422909" h="484504">
                  <a:moveTo>
                    <a:pt x="422528" y="0"/>
                  </a:moveTo>
                  <a:lnTo>
                    <a:pt x="0" y="0"/>
                  </a:lnTo>
                  <a:lnTo>
                    <a:pt x="0" y="404241"/>
                  </a:lnTo>
                  <a:lnTo>
                    <a:pt x="51706" y="460090"/>
                  </a:lnTo>
                  <a:lnTo>
                    <a:pt x="102979" y="474649"/>
                  </a:lnTo>
                  <a:lnTo>
                    <a:pt x="159325" y="482290"/>
                  </a:lnTo>
                  <a:lnTo>
                    <a:pt x="211836" y="484505"/>
                  </a:lnTo>
                  <a:lnTo>
                    <a:pt x="263789" y="482290"/>
                  </a:lnTo>
                  <a:lnTo>
                    <a:pt x="319796" y="474649"/>
                  </a:lnTo>
                  <a:lnTo>
                    <a:pt x="370895" y="460090"/>
                  </a:lnTo>
                  <a:lnTo>
                    <a:pt x="408127" y="437118"/>
                  </a:lnTo>
                  <a:lnTo>
                    <a:pt x="211836" y="436118"/>
                  </a:lnTo>
                  <a:lnTo>
                    <a:pt x="144809" y="432464"/>
                  </a:lnTo>
                  <a:lnTo>
                    <a:pt x="94916" y="423560"/>
                  </a:lnTo>
                  <a:lnTo>
                    <a:pt x="62620" y="412490"/>
                  </a:lnTo>
                  <a:lnTo>
                    <a:pt x="48386" y="402336"/>
                  </a:lnTo>
                  <a:lnTo>
                    <a:pt x="48386" y="49276"/>
                  </a:lnTo>
                  <a:lnTo>
                    <a:pt x="422528" y="49276"/>
                  </a:lnTo>
                  <a:lnTo>
                    <a:pt x="422528" y="0"/>
                  </a:lnTo>
                  <a:close/>
                </a:path>
                <a:path w="422909" h="484504">
                  <a:moveTo>
                    <a:pt x="422528" y="49276"/>
                  </a:moveTo>
                  <a:lnTo>
                    <a:pt x="374269" y="49276"/>
                  </a:lnTo>
                  <a:lnTo>
                    <a:pt x="374269" y="402336"/>
                  </a:lnTo>
                  <a:lnTo>
                    <a:pt x="360050" y="412490"/>
                  </a:lnTo>
                  <a:lnTo>
                    <a:pt x="327866" y="423560"/>
                  </a:lnTo>
                  <a:lnTo>
                    <a:pt x="278274" y="432464"/>
                  </a:lnTo>
                  <a:lnTo>
                    <a:pt x="211836" y="436118"/>
                  </a:lnTo>
                  <a:lnTo>
                    <a:pt x="408565" y="436118"/>
                  </a:lnTo>
                  <a:lnTo>
                    <a:pt x="422528" y="404241"/>
                  </a:lnTo>
                  <a:lnTo>
                    <a:pt x="422528" y="4927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5442691" y="7748142"/>
              <a:ext cx="374650" cy="121285"/>
            </a:xfrm>
            <a:custGeom>
              <a:avLst/>
              <a:gdLst/>
              <a:ahLst/>
              <a:cxnLst/>
              <a:rect l="l" t="t" r="r" b="b"/>
              <a:pathLst>
                <a:path w="374650" h="121284">
                  <a:moveTo>
                    <a:pt x="187705" y="0"/>
                  </a:moveTo>
                  <a:lnTo>
                    <a:pt x="114282" y="4740"/>
                  </a:lnTo>
                  <a:lnTo>
                    <a:pt x="54657" y="17637"/>
                  </a:lnTo>
                  <a:lnTo>
                    <a:pt x="14630" y="36701"/>
                  </a:lnTo>
                  <a:lnTo>
                    <a:pt x="0" y="59943"/>
                  </a:lnTo>
                  <a:lnTo>
                    <a:pt x="14630" y="83774"/>
                  </a:lnTo>
                  <a:lnTo>
                    <a:pt x="54657" y="103139"/>
                  </a:lnTo>
                  <a:lnTo>
                    <a:pt x="114282" y="116147"/>
                  </a:lnTo>
                  <a:lnTo>
                    <a:pt x="187705" y="120903"/>
                  </a:lnTo>
                  <a:lnTo>
                    <a:pt x="260542" y="116147"/>
                  </a:lnTo>
                  <a:lnTo>
                    <a:pt x="319865" y="103139"/>
                  </a:lnTo>
                  <a:lnTo>
                    <a:pt x="359781" y="83774"/>
                  </a:lnTo>
                  <a:lnTo>
                    <a:pt x="374396" y="59943"/>
                  </a:lnTo>
                  <a:lnTo>
                    <a:pt x="359781" y="36701"/>
                  </a:lnTo>
                  <a:lnTo>
                    <a:pt x="319865" y="17637"/>
                  </a:lnTo>
                  <a:lnTo>
                    <a:pt x="260542" y="4740"/>
                  </a:lnTo>
                  <a:lnTo>
                    <a:pt x="187705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5418561" y="7723885"/>
              <a:ext cx="422909" cy="169545"/>
            </a:xfrm>
            <a:custGeom>
              <a:avLst/>
              <a:gdLst/>
              <a:ahLst/>
              <a:cxnLst/>
              <a:rect l="l" t="t" r="r" b="b"/>
              <a:pathLst>
                <a:path w="422909" h="169545">
                  <a:moveTo>
                    <a:pt x="211836" y="0"/>
                  </a:moveTo>
                  <a:lnTo>
                    <a:pt x="149327" y="3290"/>
                  </a:lnTo>
                  <a:lnTo>
                    <a:pt x="91732" y="13281"/>
                  </a:lnTo>
                  <a:lnTo>
                    <a:pt x="44208" y="30147"/>
                  </a:lnTo>
                  <a:lnTo>
                    <a:pt x="11911" y="54067"/>
                  </a:lnTo>
                  <a:lnTo>
                    <a:pt x="0" y="85216"/>
                  </a:lnTo>
                  <a:lnTo>
                    <a:pt x="11911" y="116247"/>
                  </a:lnTo>
                  <a:lnTo>
                    <a:pt x="44208" y="139883"/>
                  </a:lnTo>
                  <a:lnTo>
                    <a:pt x="91732" y="156412"/>
                  </a:lnTo>
                  <a:lnTo>
                    <a:pt x="149327" y="166119"/>
                  </a:lnTo>
                  <a:lnTo>
                    <a:pt x="211836" y="169290"/>
                  </a:lnTo>
                  <a:lnTo>
                    <a:pt x="273835" y="166119"/>
                  </a:lnTo>
                  <a:lnTo>
                    <a:pt x="331098" y="156412"/>
                  </a:lnTo>
                  <a:lnTo>
                    <a:pt x="378430" y="139883"/>
                  </a:lnTo>
                  <a:lnTo>
                    <a:pt x="404120" y="121030"/>
                  </a:lnTo>
                  <a:lnTo>
                    <a:pt x="211836" y="121030"/>
                  </a:lnTo>
                  <a:lnTo>
                    <a:pt x="144809" y="116917"/>
                  </a:lnTo>
                  <a:lnTo>
                    <a:pt x="94916" y="107076"/>
                  </a:lnTo>
                  <a:lnTo>
                    <a:pt x="62620" y="95259"/>
                  </a:lnTo>
                  <a:lnTo>
                    <a:pt x="48386" y="85216"/>
                  </a:lnTo>
                  <a:lnTo>
                    <a:pt x="62620" y="74552"/>
                  </a:lnTo>
                  <a:lnTo>
                    <a:pt x="94916" y="62483"/>
                  </a:lnTo>
                  <a:lnTo>
                    <a:pt x="144809" y="52605"/>
                  </a:lnTo>
                  <a:lnTo>
                    <a:pt x="211836" y="48513"/>
                  </a:lnTo>
                  <a:lnTo>
                    <a:pt x="403160" y="48513"/>
                  </a:lnTo>
                  <a:lnTo>
                    <a:pt x="378430" y="30147"/>
                  </a:lnTo>
                  <a:lnTo>
                    <a:pt x="331098" y="13281"/>
                  </a:lnTo>
                  <a:lnTo>
                    <a:pt x="273835" y="3290"/>
                  </a:lnTo>
                  <a:lnTo>
                    <a:pt x="211836" y="0"/>
                  </a:lnTo>
                  <a:close/>
                </a:path>
                <a:path w="422909" h="169545">
                  <a:moveTo>
                    <a:pt x="403160" y="48513"/>
                  </a:moveTo>
                  <a:lnTo>
                    <a:pt x="211836" y="48513"/>
                  </a:lnTo>
                  <a:lnTo>
                    <a:pt x="278274" y="52605"/>
                  </a:lnTo>
                  <a:lnTo>
                    <a:pt x="327866" y="62483"/>
                  </a:lnTo>
                  <a:lnTo>
                    <a:pt x="360050" y="74552"/>
                  </a:lnTo>
                  <a:lnTo>
                    <a:pt x="374269" y="85216"/>
                  </a:lnTo>
                  <a:lnTo>
                    <a:pt x="359622" y="95259"/>
                  </a:lnTo>
                  <a:lnTo>
                    <a:pt x="327485" y="107076"/>
                  </a:lnTo>
                  <a:lnTo>
                    <a:pt x="278131" y="116917"/>
                  </a:lnTo>
                  <a:lnTo>
                    <a:pt x="211836" y="121030"/>
                  </a:lnTo>
                  <a:lnTo>
                    <a:pt x="404120" y="121030"/>
                  </a:lnTo>
                  <a:lnTo>
                    <a:pt x="410638" y="116247"/>
                  </a:lnTo>
                  <a:lnTo>
                    <a:pt x="422528" y="85216"/>
                  </a:lnTo>
                  <a:lnTo>
                    <a:pt x="410638" y="54067"/>
                  </a:lnTo>
                  <a:lnTo>
                    <a:pt x="403160" y="4851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7215865" y="9450219"/>
            <a:ext cx="165735" cy="1936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29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8302" y="4203014"/>
            <a:ext cx="15283815" cy="1763395"/>
          </a:xfrm>
          <a:prstGeom prst="rect"/>
        </p:spPr>
        <p:txBody>
          <a:bodyPr wrap="square" lIns="0" tIns="116205" rIns="0" bIns="0" rtlCol="0" vert="horz">
            <a:spAutoFit/>
          </a:bodyPr>
          <a:lstStyle/>
          <a:p>
            <a:pPr marL="5088255" marR="5080" indent="-5075555">
              <a:lnSpc>
                <a:spcPts val="6480"/>
              </a:lnSpc>
              <a:spcBef>
                <a:spcPts val="915"/>
              </a:spcBef>
            </a:pPr>
            <a:r>
              <a:rPr dirty="0" sz="6000" spc="-45">
                <a:solidFill>
                  <a:srgbClr val="173360"/>
                </a:solidFill>
              </a:rPr>
              <a:t>Event-</a:t>
            </a:r>
            <a:r>
              <a:rPr dirty="0" sz="6000">
                <a:solidFill>
                  <a:srgbClr val="173360"/>
                </a:solidFill>
              </a:rPr>
              <a:t>Driven</a:t>
            </a:r>
            <a:r>
              <a:rPr dirty="0" sz="6000" spc="-45">
                <a:solidFill>
                  <a:srgbClr val="173360"/>
                </a:solidFill>
              </a:rPr>
              <a:t> </a:t>
            </a:r>
            <a:r>
              <a:rPr dirty="0" sz="6000">
                <a:solidFill>
                  <a:srgbClr val="173360"/>
                </a:solidFill>
              </a:rPr>
              <a:t>Architecture</a:t>
            </a:r>
            <a:r>
              <a:rPr dirty="0" sz="6000" spc="-65">
                <a:solidFill>
                  <a:srgbClr val="173360"/>
                </a:solidFill>
              </a:rPr>
              <a:t> </a:t>
            </a:r>
            <a:r>
              <a:rPr dirty="0" sz="6000">
                <a:solidFill>
                  <a:srgbClr val="173360"/>
                </a:solidFill>
              </a:rPr>
              <a:t>마이크로</a:t>
            </a:r>
            <a:r>
              <a:rPr dirty="0" sz="6000" spc="-55">
                <a:solidFill>
                  <a:srgbClr val="173360"/>
                </a:solidFill>
              </a:rPr>
              <a:t> </a:t>
            </a:r>
            <a:r>
              <a:rPr dirty="0" sz="6000" spc="-25">
                <a:solidFill>
                  <a:srgbClr val="173360"/>
                </a:solidFill>
              </a:rPr>
              <a:t>서비스 </a:t>
            </a:r>
            <a:r>
              <a:rPr dirty="0" sz="6000">
                <a:solidFill>
                  <a:srgbClr val="173360"/>
                </a:solidFill>
              </a:rPr>
              <a:t>전환 고려 </a:t>
            </a:r>
            <a:r>
              <a:rPr dirty="0" sz="6000" spc="-25">
                <a:solidFill>
                  <a:srgbClr val="173360"/>
                </a:solidFill>
              </a:rPr>
              <a:t>사항</a:t>
            </a:r>
            <a:endParaRPr sz="6000"/>
          </a:p>
        </p:txBody>
      </p:sp>
      <p:sp>
        <p:nvSpPr>
          <p:cNvPr id="3" name="object 3" descr=""/>
          <p:cNvSpPr txBox="1"/>
          <p:nvPr/>
        </p:nvSpPr>
        <p:spPr>
          <a:xfrm>
            <a:off x="18134837" y="9418519"/>
            <a:ext cx="165735" cy="1936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30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99" y="0"/>
            <a:ext cx="9143365" cy="10287000"/>
            <a:chOff x="599" y="0"/>
            <a:chExt cx="9143365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599" y="0"/>
              <a:ext cx="9143365" cy="10287000"/>
            </a:xfrm>
            <a:custGeom>
              <a:avLst/>
              <a:gdLst/>
              <a:ahLst/>
              <a:cxnLst/>
              <a:rect l="l" t="t" r="r" b="b"/>
              <a:pathLst>
                <a:path w="9143365" h="10287000">
                  <a:moveTo>
                    <a:pt x="9143365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143365" y="10287000"/>
                  </a:lnTo>
                  <a:lnTo>
                    <a:pt x="9143365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028" y="9150387"/>
              <a:ext cx="1170254" cy="60049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6525" y="9150387"/>
              <a:ext cx="1170254" cy="60049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3046" y="9150387"/>
              <a:ext cx="1170254" cy="60049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43776" y="8220075"/>
              <a:ext cx="2362835" cy="685800"/>
            </a:xfrm>
            <a:custGeom>
              <a:avLst/>
              <a:gdLst/>
              <a:ahLst/>
              <a:cxnLst/>
              <a:rect l="l" t="t" r="r" b="b"/>
              <a:pathLst>
                <a:path w="2362835" h="685800">
                  <a:moveTo>
                    <a:pt x="2248623" y="0"/>
                  </a:moveTo>
                  <a:lnTo>
                    <a:pt x="114223" y="0"/>
                  </a:lnTo>
                  <a:lnTo>
                    <a:pt x="69764" y="8963"/>
                  </a:lnTo>
                  <a:lnTo>
                    <a:pt x="33456" y="33416"/>
                  </a:lnTo>
                  <a:lnTo>
                    <a:pt x="8976" y="69705"/>
                  </a:lnTo>
                  <a:lnTo>
                    <a:pt x="0" y="114173"/>
                  </a:lnTo>
                  <a:lnTo>
                    <a:pt x="0" y="571119"/>
                  </a:lnTo>
                  <a:lnTo>
                    <a:pt x="8976" y="615586"/>
                  </a:lnTo>
                  <a:lnTo>
                    <a:pt x="33456" y="651875"/>
                  </a:lnTo>
                  <a:lnTo>
                    <a:pt x="69764" y="676328"/>
                  </a:lnTo>
                  <a:lnTo>
                    <a:pt x="114223" y="685291"/>
                  </a:lnTo>
                  <a:lnTo>
                    <a:pt x="2248623" y="685291"/>
                  </a:lnTo>
                  <a:lnTo>
                    <a:pt x="2293038" y="676328"/>
                  </a:lnTo>
                  <a:lnTo>
                    <a:pt x="2329332" y="651875"/>
                  </a:lnTo>
                  <a:lnTo>
                    <a:pt x="2353815" y="615586"/>
                  </a:lnTo>
                  <a:lnTo>
                    <a:pt x="2362796" y="571119"/>
                  </a:lnTo>
                  <a:lnTo>
                    <a:pt x="2362796" y="114173"/>
                  </a:lnTo>
                  <a:lnTo>
                    <a:pt x="2353815" y="69705"/>
                  </a:lnTo>
                  <a:lnTo>
                    <a:pt x="2329332" y="33416"/>
                  </a:lnTo>
                  <a:lnTo>
                    <a:pt x="2293038" y="8963"/>
                  </a:lnTo>
                  <a:lnTo>
                    <a:pt x="2248623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6206" y="8371458"/>
            <a:ext cx="18783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5" b="1">
                <a:solidFill>
                  <a:srgbClr val="FFFFFF"/>
                </a:solidFill>
                <a:latin typeface="Calibri"/>
                <a:cs typeface="Calibri"/>
              </a:rPr>
              <a:t>Microservice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350259" y="8220075"/>
            <a:ext cx="2362835" cy="685800"/>
          </a:xfrm>
          <a:custGeom>
            <a:avLst/>
            <a:gdLst/>
            <a:ahLst/>
            <a:cxnLst/>
            <a:rect l="l" t="t" r="r" b="b"/>
            <a:pathLst>
              <a:path w="2362835" h="685800">
                <a:moveTo>
                  <a:pt x="2248662" y="0"/>
                </a:moveTo>
                <a:lnTo>
                  <a:pt x="114300" y="0"/>
                </a:lnTo>
                <a:lnTo>
                  <a:pt x="69812" y="8963"/>
                </a:lnTo>
                <a:lnTo>
                  <a:pt x="33480" y="33416"/>
                </a:lnTo>
                <a:lnTo>
                  <a:pt x="8983" y="69705"/>
                </a:lnTo>
                <a:lnTo>
                  <a:pt x="0" y="114173"/>
                </a:lnTo>
                <a:lnTo>
                  <a:pt x="0" y="571119"/>
                </a:lnTo>
                <a:lnTo>
                  <a:pt x="8983" y="615586"/>
                </a:lnTo>
                <a:lnTo>
                  <a:pt x="33480" y="651875"/>
                </a:lnTo>
                <a:lnTo>
                  <a:pt x="69812" y="676328"/>
                </a:lnTo>
                <a:lnTo>
                  <a:pt x="114300" y="685291"/>
                </a:lnTo>
                <a:lnTo>
                  <a:pt x="2248662" y="685291"/>
                </a:lnTo>
                <a:lnTo>
                  <a:pt x="2293076" y="676328"/>
                </a:lnTo>
                <a:lnTo>
                  <a:pt x="2329370" y="651875"/>
                </a:lnTo>
                <a:lnTo>
                  <a:pt x="2353853" y="615586"/>
                </a:lnTo>
                <a:lnTo>
                  <a:pt x="2362835" y="571119"/>
                </a:lnTo>
                <a:lnTo>
                  <a:pt x="2362835" y="114173"/>
                </a:lnTo>
                <a:lnTo>
                  <a:pt x="2353853" y="69705"/>
                </a:lnTo>
                <a:lnTo>
                  <a:pt x="2329370" y="33416"/>
                </a:lnTo>
                <a:lnTo>
                  <a:pt x="2293076" y="8963"/>
                </a:lnTo>
                <a:lnTo>
                  <a:pt x="2248662" y="0"/>
                </a:lnTo>
                <a:close/>
              </a:path>
            </a:pathLst>
          </a:custGeom>
          <a:solidFill>
            <a:srgbClr val="C58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593084" y="8371458"/>
            <a:ext cx="18783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5" b="1">
                <a:solidFill>
                  <a:srgbClr val="FFFFFF"/>
                </a:solidFill>
                <a:latin typeface="Calibri"/>
                <a:cs typeface="Calibri"/>
              </a:rPr>
              <a:t>Microservice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170929" y="8220075"/>
            <a:ext cx="2362835" cy="685800"/>
          </a:xfrm>
          <a:custGeom>
            <a:avLst/>
            <a:gdLst/>
            <a:ahLst/>
            <a:cxnLst/>
            <a:rect l="l" t="t" r="r" b="b"/>
            <a:pathLst>
              <a:path w="2362834" h="685800">
                <a:moveTo>
                  <a:pt x="2248535" y="0"/>
                </a:moveTo>
                <a:lnTo>
                  <a:pt x="114300" y="0"/>
                </a:lnTo>
                <a:lnTo>
                  <a:pt x="69812" y="8963"/>
                </a:lnTo>
                <a:lnTo>
                  <a:pt x="33480" y="33416"/>
                </a:lnTo>
                <a:lnTo>
                  <a:pt x="8983" y="69705"/>
                </a:lnTo>
                <a:lnTo>
                  <a:pt x="0" y="114173"/>
                </a:lnTo>
                <a:lnTo>
                  <a:pt x="0" y="571119"/>
                </a:lnTo>
                <a:lnTo>
                  <a:pt x="8983" y="615586"/>
                </a:lnTo>
                <a:lnTo>
                  <a:pt x="33480" y="651875"/>
                </a:lnTo>
                <a:lnTo>
                  <a:pt x="69812" y="676328"/>
                </a:lnTo>
                <a:lnTo>
                  <a:pt x="114300" y="685291"/>
                </a:lnTo>
                <a:lnTo>
                  <a:pt x="2248535" y="685291"/>
                </a:lnTo>
                <a:lnTo>
                  <a:pt x="2293022" y="676328"/>
                </a:lnTo>
                <a:lnTo>
                  <a:pt x="2329354" y="651875"/>
                </a:lnTo>
                <a:lnTo>
                  <a:pt x="2353851" y="615586"/>
                </a:lnTo>
                <a:lnTo>
                  <a:pt x="2362835" y="571119"/>
                </a:lnTo>
                <a:lnTo>
                  <a:pt x="2362835" y="114173"/>
                </a:lnTo>
                <a:lnTo>
                  <a:pt x="2353851" y="69705"/>
                </a:lnTo>
                <a:lnTo>
                  <a:pt x="2329354" y="33416"/>
                </a:lnTo>
                <a:lnTo>
                  <a:pt x="2293022" y="8963"/>
                </a:lnTo>
                <a:lnTo>
                  <a:pt x="2248535" y="0"/>
                </a:lnTo>
                <a:close/>
              </a:path>
            </a:pathLst>
          </a:custGeom>
          <a:solidFill>
            <a:srgbClr val="38C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414008" y="8371458"/>
            <a:ext cx="18783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5" b="1">
                <a:solidFill>
                  <a:srgbClr val="FFFFFF"/>
                </a:solidFill>
                <a:latin typeface="Calibri"/>
                <a:cs typeface="Calibri"/>
              </a:rPr>
              <a:t>Microservice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615694" y="6708647"/>
            <a:ext cx="5832475" cy="2451735"/>
            <a:chOff x="1615694" y="6708647"/>
            <a:chExt cx="5832475" cy="2451735"/>
          </a:xfrm>
        </p:grpSpPr>
        <p:sp>
          <p:nvSpPr>
            <p:cNvPr id="14" name="object 14" descr=""/>
            <p:cNvSpPr/>
            <p:nvPr/>
          </p:nvSpPr>
          <p:spPr>
            <a:xfrm>
              <a:off x="1625219" y="8905366"/>
              <a:ext cx="5813425" cy="245745"/>
            </a:xfrm>
            <a:custGeom>
              <a:avLst/>
              <a:gdLst/>
              <a:ahLst/>
              <a:cxnLst/>
              <a:rect l="l" t="t" r="r" b="b"/>
              <a:pathLst>
                <a:path w="5813425" h="245745">
                  <a:moveTo>
                    <a:pt x="0" y="0"/>
                  </a:moveTo>
                  <a:lnTo>
                    <a:pt x="0" y="245122"/>
                  </a:lnTo>
                </a:path>
                <a:path w="5813425" h="245745">
                  <a:moveTo>
                    <a:pt x="2906522" y="0"/>
                  </a:moveTo>
                  <a:lnTo>
                    <a:pt x="2906522" y="245122"/>
                  </a:lnTo>
                </a:path>
                <a:path w="5813425" h="245745">
                  <a:moveTo>
                    <a:pt x="5812916" y="0"/>
                  </a:moveTo>
                  <a:lnTo>
                    <a:pt x="5812916" y="245122"/>
                  </a:lnTo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25219" y="7529575"/>
              <a:ext cx="5550535" cy="710565"/>
            </a:xfrm>
            <a:custGeom>
              <a:avLst/>
              <a:gdLst/>
              <a:ahLst/>
              <a:cxnLst/>
              <a:rect l="l" t="t" r="r" b="b"/>
              <a:pathLst>
                <a:path w="5550534" h="710565">
                  <a:moveTo>
                    <a:pt x="5550535" y="690372"/>
                  </a:moveTo>
                  <a:lnTo>
                    <a:pt x="5542699" y="683514"/>
                  </a:lnTo>
                  <a:lnTo>
                    <a:pt x="5486400" y="634238"/>
                  </a:lnTo>
                  <a:lnTo>
                    <a:pt x="5479148" y="661885"/>
                  </a:lnTo>
                  <a:lnTo>
                    <a:pt x="2949194" y="0"/>
                  </a:lnTo>
                  <a:lnTo>
                    <a:pt x="2946768" y="9220"/>
                  </a:lnTo>
                  <a:lnTo>
                    <a:pt x="2944622" y="0"/>
                  </a:lnTo>
                  <a:lnTo>
                    <a:pt x="72085" y="663892"/>
                  </a:lnTo>
                  <a:lnTo>
                    <a:pt x="65659" y="636016"/>
                  </a:lnTo>
                  <a:lnTo>
                    <a:pt x="0" y="690372"/>
                  </a:lnTo>
                  <a:lnTo>
                    <a:pt x="82804" y="710311"/>
                  </a:lnTo>
                  <a:lnTo>
                    <a:pt x="77025" y="685292"/>
                  </a:lnTo>
                  <a:lnTo>
                    <a:pt x="76365" y="682447"/>
                  </a:lnTo>
                  <a:lnTo>
                    <a:pt x="2936494" y="21399"/>
                  </a:lnTo>
                  <a:lnTo>
                    <a:pt x="2901645" y="612013"/>
                  </a:lnTo>
                  <a:lnTo>
                    <a:pt x="2901543" y="613689"/>
                  </a:lnTo>
                  <a:lnTo>
                    <a:pt x="2872994" y="612013"/>
                  </a:lnTo>
                  <a:lnTo>
                    <a:pt x="2906522" y="690372"/>
                  </a:lnTo>
                  <a:lnTo>
                    <a:pt x="2942704" y="627507"/>
                  </a:lnTo>
                  <a:lnTo>
                    <a:pt x="2949067" y="616458"/>
                  </a:lnTo>
                  <a:lnTo>
                    <a:pt x="2920479" y="614794"/>
                  </a:lnTo>
                  <a:lnTo>
                    <a:pt x="2955493" y="21348"/>
                  </a:lnTo>
                  <a:lnTo>
                    <a:pt x="5474322" y="680300"/>
                  </a:lnTo>
                  <a:lnTo>
                    <a:pt x="5467096" y="707898"/>
                  </a:lnTo>
                  <a:lnTo>
                    <a:pt x="5550535" y="6903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2240" y="6708647"/>
              <a:ext cx="3764534" cy="102755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0380" y="6734530"/>
              <a:ext cx="3046475" cy="106593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903093" y="6938390"/>
              <a:ext cx="3338195" cy="600710"/>
            </a:xfrm>
            <a:custGeom>
              <a:avLst/>
              <a:gdLst/>
              <a:ahLst/>
              <a:cxnLst/>
              <a:rect l="l" t="t" r="r" b="b"/>
              <a:pathLst>
                <a:path w="3338195" h="600709">
                  <a:moveTo>
                    <a:pt x="3237737" y="0"/>
                  </a:moveTo>
                  <a:lnTo>
                    <a:pt x="100075" y="0"/>
                  </a:lnTo>
                  <a:lnTo>
                    <a:pt x="61079" y="7868"/>
                  </a:lnTo>
                  <a:lnTo>
                    <a:pt x="29273" y="29321"/>
                  </a:lnTo>
                  <a:lnTo>
                    <a:pt x="7850" y="61132"/>
                  </a:lnTo>
                  <a:lnTo>
                    <a:pt x="0" y="100076"/>
                  </a:lnTo>
                  <a:lnTo>
                    <a:pt x="0" y="500380"/>
                  </a:lnTo>
                  <a:lnTo>
                    <a:pt x="7850" y="539323"/>
                  </a:lnTo>
                  <a:lnTo>
                    <a:pt x="29273" y="571134"/>
                  </a:lnTo>
                  <a:lnTo>
                    <a:pt x="61079" y="592587"/>
                  </a:lnTo>
                  <a:lnTo>
                    <a:pt x="100075" y="600456"/>
                  </a:lnTo>
                  <a:lnTo>
                    <a:pt x="3237737" y="600456"/>
                  </a:lnTo>
                  <a:lnTo>
                    <a:pt x="3276681" y="592587"/>
                  </a:lnTo>
                  <a:lnTo>
                    <a:pt x="3308492" y="571134"/>
                  </a:lnTo>
                  <a:lnTo>
                    <a:pt x="3329945" y="539323"/>
                  </a:lnTo>
                  <a:lnTo>
                    <a:pt x="3337814" y="500380"/>
                  </a:lnTo>
                  <a:lnTo>
                    <a:pt x="3337814" y="100076"/>
                  </a:lnTo>
                  <a:lnTo>
                    <a:pt x="3329945" y="61132"/>
                  </a:lnTo>
                  <a:lnTo>
                    <a:pt x="3308492" y="29321"/>
                  </a:lnTo>
                  <a:lnTo>
                    <a:pt x="3276681" y="7868"/>
                  </a:lnTo>
                  <a:lnTo>
                    <a:pt x="3237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432175" y="7030339"/>
            <a:ext cx="2280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75" b="1">
                <a:solidFill>
                  <a:srgbClr val="173360"/>
                </a:solidFill>
                <a:latin typeface="Calibri"/>
                <a:cs typeface="Calibri"/>
              </a:rPr>
              <a:t>User</a:t>
            </a:r>
            <a:r>
              <a:rPr dirty="0" sz="24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245" b="1">
                <a:solidFill>
                  <a:srgbClr val="173360"/>
                </a:solidFill>
                <a:latin typeface="Calibri"/>
                <a:cs typeface="Calibri"/>
              </a:rPr>
              <a:t>Interface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161778" y="6844365"/>
            <a:ext cx="4685030" cy="208407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Malgun Gothic"/>
                <a:cs typeface="Malgun Gothic"/>
              </a:rPr>
              <a:t>여러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개의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더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작은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단일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기능 </a:t>
            </a:r>
            <a:r>
              <a:rPr dirty="0" sz="1800" spc="-10">
                <a:latin typeface="Malgun Gothic"/>
                <a:cs typeface="Malgun Gothic"/>
              </a:rPr>
              <a:t>애플리케이션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Malgun Gothic"/>
                <a:cs typeface="Malgun Gothic"/>
              </a:rPr>
              <a:t>독립적으로 배포 및 업그레이드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가능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Malgun Gothic"/>
                <a:cs typeface="Malgun Gothic"/>
              </a:rPr>
              <a:t>다른 프로그래밍 언어로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구축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가능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Malgun Gothic"/>
                <a:cs typeface="Malgun Gothic"/>
              </a:rPr>
              <a:t>서비스별로 확장 및 </a:t>
            </a:r>
            <a:r>
              <a:rPr dirty="0" sz="1800" spc="-25">
                <a:latin typeface="Malgun Gothic"/>
                <a:cs typeface="Malgun Gothic"/>
              </a:rPr>
              <a:t>축소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Malgun Gothic"/>
                <a:cs typeface="Malgun Gothic"/>
              </a:rPr>
              <a:t>더 빠른 서비스 </a:t>
            </a:r>
            <a:r>
              <a:rPr dirty="0" sz="1800" spc="-25">
                <a:latin typeface="Malgun Gothic"/>
                <a:cs typeface="Malgun Gothic"/>
              </a:rPr>
              <a:t>출시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491488" y="2217292"/>
            <a:ext cx="5780405" cy="2108200"/>
            <a:chOff x="1491488" y="2217292"/>
            <a:chExt cx="5780405" cy="2108200"/>
          </a:xfrm>
        </p:grpSpPr>
        <p:sp>
          <p:nvSpPr>
            <p:cNvPr id="22" name="object 22" descr=""/>
            <p:cNvSpPr/>
            <p:nvPr/>
          </p:nvSpPr>
          <p:spPr>
            <a:xfrm>
              <a:off x="1491488" y="2217292"/>
              <a:ext cx="5780405" cy="2108200"/>
            </a:xfrm>
            <a:custGeom>
              <a:avLst/>
              <a:gdLst/>
              <a:ahLst/>
              <a:cxnLst/>
              <a:rect l="l" t="t" r="r" b="b"/>
              <a:pathLst>
                <a:path w="5780405" h="2108200">
                  <a:moveTo>
                    <a:pt x="5624576" y="0"/>
                  </a:moveTo>
                  <a:lnTo>
                    <a:pt x="155829" y="0"/>
                  </a:lnTo>
                  <a:lnTo>
                    <a:pt x="106606" y="7940"/>
                  </a:lnTo>
                  <a:lnTo>
                    <a:pt x="63834" y="30053"/>
                  </a:lnTo>
                  <a:lnTo>
                    <a:pt x="30089" y="63779"/>
                  </a:lnTo>
                  <a:lnTo>
                    <a:pt x="7952" y="106558"/>
                  </a:lnTo>
                  <a:lnTo>
                    <a:pt x="0" y="155828"/>
                  </a:lnTo>
                  <a:lnTo>
                    <a:pt x="0" y="1952243"/>
                  </a:lnTo>
                  <a:lnTo>
                    <a:pt x="7952" y="2001452"/>
                  </a:lnTo>
                  <a:lnTo>
                    <a:pt x="30089" y="2044194"/>
                  </a:lnTo>
                  <a:lnTo>
                    <a:pt x="63834" y="2077900"/>
                  </a:lnTo>
                  <a:lnTo>
                    <a:pt x="106606" y="2100006"/>
                  </a:lnTo>
                  <a:lnTo>
                    <a:pt x="155829" y="2107945"/>
                  </a:lnTo>
                  <a:lnTo>
                    <a:pt x="5624576" y="2107945"/>
                  </a:lnTo>
                  <a:lnTo>
                    <a:pt x="5673784" y="2100006"/>
                  </a:lnTo>
                  <a:lnTo>
                    <a:pt x="5716526" y="2077900"/>
                  </a:lnTo>
                  <a:lnTo>
                    <a:pt x="5750232" y="2044194"/>
                  </a:lnTo>
                  <a:lnTo>
                    <a:pt x="5772338" y="2001452"/>
                  </a:lnTo>
                  <a:lnTo>
                    <a:pt x="5780278" y="1952243"/>
                  </a:lnTo>
                  <a:lnTo>
                    <a:pt x="5780278" y="155828"/>
                  </a:lnTo>
                  <a:lnTo>
                    <a:pt x="5772338" y="106558"/>
                  </a:lnTo>
                  <a:lnTo>
                    <a:pt x="5750232" y="63779"/>
                  </a:lnTo>
                  <a:lnTo>
                    <a:pt x="5716526" y="30053"/>
                  </a:lnTo>
                  <a:lnTo>
                    <a:pt x="5673784" y="7940"/>
                  </a:lnTo>
                  <a:lnTo>
                    <a:pt x="562457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99031" y="2702559"/>
              <a:ext cx="4965700" cy="1391285"/>
            </a:xfrm>
            <a:custGeom>
              <a:avLst/>
              <a:gdLst/>
              <a:ahLst/>
              <a:cxnLst/>
              <a:rect l="l" t="t" r="r" b="b"/>
              <a:pathLst>
                <a:path w="4965700" h="1391285">
                  <a:moveTo>
                    <a:pt x="4965192" y="1057275"/>
                  </a:moveTo>
                  <a:lnTo>
                    <a:pt x="4959947" y="1031328"/>
                  </a:lnTo>
                  <a:lnTo>
                    <a:pt x="4945659" y="1010132"/>
                  </a:lnTo>
                  <a:lnTo>
                    <a:pt x="4924463" y="995845"/>
                  </a:lnTo>
                  <a:lnTo>
                    <a:pt x="4898517" y="990600"/>
                  </a:lnTo>
                  <a:lnTo>
                    <a:pt x="66802" y="990600"/>
                  </a:lnTo>
                  <a:lnTo>
                    <a:pt x="40817" y="995845"/>
                  </a:lnTo>
                  <a:lnTo>
                    <a:pt x="19583" y="1010132"/>
                  </a:lnTo>
                  <a:lnTo>
                    <a:pt x="5257" y="1031328"/>
                  </a:lnTo>
                  <a:lnTo>
                    <a:pt x="0" y="1057275"/>
                  </a:lnTo>
                  <a:lnTo>
                    <a:pt x="0" y="1324356"/>
                  </a:lnTo>
                  <a:lnTo>
                    <a:pt x="5257" y="1350340"/>
                  </a:lnTo>
                  <a:lnTo>
                    <a:pt x="19583" y="1371574"/>
                  </a:lnTo>
                  <a:lnTo>
                    <a:pt x="40817" y="1385900"/>
                  </a:lnTo>
                  <a:lnTo>
                    <a:pt x="66802" y="1391158"/>
                  </a:lnTo>
                  <a:lnTo>
                    <a:pt x="4898517" y="1391158"/>
                  </a:lnTo>
                  <a:lnTo>
                    <a:pt x="4924463" y="1385900"/>
                  </a:lnTo>
                  <a:lnTo>
                    <a:pt x="4945659" y="1371574"/>
                  </a:lnTo>
                  <a:lnTo>
                    <a:pt x="4959947" y="1350340"/>
                  </a:lnTo>
                  <a:lnTo>
                    <a:pt x="4965192" y="1324356"/>
                  </a:lnTo>
                  <a:lnTo>
                    <a:pt x="4965192" y="1057275"/>
                  </a:lnTo>
                  <a:close/>
                </a:path>
                <a:path w="4965700" h="1391285">
                  <a:moveTo>
                    <a:pt x="4965192" y="561975"/>
                  </a:moveTo>
                  <a:lnTo>
                    <a:pt x="4959947" y="536028"/>
                  </a:lnTo>
                  <a:lnTo>
                    <a:pt x="4945659" y="514832"/>
                  </a:lnTo>
                  <a:lnTo>
                    <a:pt x="4924463" y="500545"/>
                  </a:lnTo>
                  <a:lnTo>
                    <a:pt x="4898517" y="495300"/>
                  </a:lnTo>
                  <a:lnTo>
                    <a:pt x="66802" y="495300"/>
                  </a:lnTo>
                  <a:lnTo>
                    <a:pt x="40817" y="500545"/>
                  </a:lnTo>
                  <a:lnTo>
                    <a:pt x="19583" y="514832"/>
                  </a:lnTo>
                  <a:lnTo>
                    <a:pt x="5257" y="536028"/>
                  </a:lnTo>
                  <a:lnTo>
                    <a:pt x="0" y="561975"/>
                  </a:lnTo>
                  <a:lnTo>
                    <a:pt x="0" y="829056"/>
                  </a:lnTo>
                  <a:lnTo>
                    <a:pt x="5257" y="855040"/>
                  </a:lnTo>
                  <a:lnTo>
                    <a:pt x="19583" y="876274"/>
                  </a:lnTo>
                  <a:lnTo>
                    <a:pt x="40817" y="890600"/>
                  </a:lnTo>
                  <a:lnTo>
                    <a:pt x="66802" y="895858"/>
                  </a:lnTo>
                  <a:lnTo>
                    <a:pt x="4898517" y="895858"/>
                  </a:lnTo>
                  <a:lnTo>
                    <a:pt x="4924463" y="890600"/>
                  </a:lnTo>
                  <a:lnTo>
                    <a:pt x="4945659" y="876274"/>
                  </a:lnTo>
                  <a:lnTo>
                    <a:pt x="4959947" y="855040"/>
                  </a:lnTo>
                  <a:lnTo>
                    <a:pt x="4965192" y="829056"/>
                  </a:lnTo>
                  <a:lnTo>
                    <a:pt x="4965192" y="561975"/>
                  </a:lnTo>
                  <a:close/>
                </a:path>
                <a:path w="4965700" h="1391285">
                  <a:moveTo>
                    <a:pt x="4965192" y="66675"/>
                  </a:moveTo>
                  <a:lnTo>
                    <a:pt x="4959947" y="40728"/>
                  </a:lnTo>
                  <a:lnTo>
                    <a:pt x="4945659" y="19532"/>
                  </a:lnTo>
                  <a:lnTo>
                    <a:pt x="4924463" y="5245"/>
                  </a:lnTo>
                  <a:lnTo>
                    <a:pt x="4898517" y="0"/>
                  </a:lnTo>
                  <a:lnTo>
                    <a:pt x="66802" y="0"/>
                  </a:lnTo>
                  <a:lnTo>
                    <a:pt x="40817" y="5245"/>
                  </a:lnTo>
                  <a:lnTo>
                    <a:pt x="19583" y="19532"/>
                  </a:lnTo>
                  <a:lnTo>
                    <a:pt x="5257" y="40728"/>
                  </a:lnTo>
                  <a:lnTo>
                    <a:pt x="0" y="66675"/>
                  </a:lnTo>
                  <a:lnTo>
                    <a:pt x="0" y="333756"/>
                  </a:lnTo>
                  <a:lnTo>
                    <a:pt x="5257" y="359714"/>
                  </a:lnTo>
                  <a:lnTo>
                    <a:pt x="19583" y="380911"/>
                  </a:lnTo>
                  <a:lnTo>
                    <a:pt x="40817" y="395198"/>
                  </a:lnTo>
                  <a:lnTo>
                    <a:pt x="66802" y="400431"/>
                  </a:lnTo>
                  <a:lnTo>
                    <a:pt x="4898517" y="400431"/>
                  </a:lnTo>
                  <a:lnTo>
                    <a:pt x="4924463" y="395198"/>
                  </a:lnTo>
                  <a:lnTo>
                    <a:pt x="4945659" y="380911"/>
                  </a:lnTo>
                  <a:lnTo>
                    <a:pt x="4959947" y="359714"/>
                  </a:lnTo>
                  <a:lnTo>
                    <a:pt x="4965192" y="333756"/>
                  </a:lnTo>
                  <a:lnTo>
                    <a:pt x="4965192" y="666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477895" y="2377440"/>
            <a:ext cx="1807845" cy="16560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800" spc="305" b="1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800" spc="204" b="1">
                <a:solidFill>
                  <a:srgbClr val="173360"/>
                </a:solidFill>
                <a:latin typeface="Calibri"/>
                <a:cs typeface="Calibri"/>
              </a:rPr>
              <a:t>User</a:t>
            </a:r>
            <a:r>
              <a:rPr dirty="0" sz="1800" spc="9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85" b="1">
                <a:solidFill>
                  <a:srgbClr val="173360"/>
                </a:solidFill>
                <a:latin typeface="Calibri"/>
                <a:cs typeface="Calibri"/>
              </a:rPr>
              <a:t>Interface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39"/>
              </a:spcBef>
            </a:pP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Business</a:t>
            </a:r>
            <a:r>
              <a:rPr dirty="0" sz="1800" spc="9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60" b="1">
                <a:solidFill>
                  <a:srgbClr val="173360"/>
                </a:solidFill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39"/>
              </a:spcBef>
            </a:pPr>
            <a:r>
              <a:rPr dirty="0" sz="1800" spc="235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15" b="1">
                <a:solidFill>
                  <a:srgbClr val="173360"/>
                </a:solidFill>
                <a:latin typeface="Calibri"/>
                <a:cs typeface="Calibri"/>
              </a:rPr>
              <a:t>Layer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0" y="4218051"/>
            <a:ext cx="18288000" cy="1733550"/>
            <a:chOff x="0" y="4218051"/>
            <a:chExt cx="18288000" cy="1733550"/>
          </a:xfrm>
        </p:grpSpPr>
        <p:sp>
          <p:nvSpPr>
            <p:cNvPr id="26" name="object 26" descr=""/>
            <p:cNvSpPr/>
            <p:nvPr/>
          </p:nvSpPr>
          <p:spPr>
            <a:xfrm>
              <a:off x="4381627" y="4218051"/>
              <a:ext cx="0" cy="339725"/>
            </a:xfrm>
            <a:custGeom>
              <a:avLst/>
              <a:gdLst/>
              <a:ahLst/>
              <a:cxnLst/>
              <a:rect l="l" t="t" r="r" b="b"/>
              <a:pathLst>
                <a:path w="0" h="339725">
                  <a:moveTo>
                    <a:pt x="0" y="0"/>
                  </a:moveTo>
                  <a:lnTo>
                    <a:pt x="0" y="339471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5045" y="4544098"/>
              <a:ext cx="2472435" cy="96528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5836974"/>
              <a:ext cx="18288000" cy="11462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99" y="5875020"/>
              <a:ext cx="18288000" cy="0"/>
            </a:xfrm>
            <a:custGeom>
              <a:avLst/>
              <a:gdLst/>
              <a:ahLst/>
              <a:cxnLst/>
              <a:rect l="l" t="t" r="r" b="b"/>
              <a:pathLst>
                <a:path w="18288000" h="0">
                  <a:moveTo>
                    <a:pt x="0" y="0"/>
                  </a:moveTo>
                  <a:lnTo>
                    <a:pt x="18287400" y="0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113913" y="1779523"/>
            <a:ext cx="27451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Malgun Gothic"/>
                <a:cs typeface="Malgun Gothic"/>
              </a:rPr>
              <a:t>Monolith</a:t>
            </a:r>
            <a:r>
              <a:rPr dirty="0" sz="2000" spc="-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algun Gothic"/>
                <a:cs typeface="Malgun Gothic"/>
              </a:rPr>
              <a:t>애플리케이션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7444465" y="9419129"/>
            <a:ext cx="165735" cy="1936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31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362056" y="2601595"/>
            <a:ext cx="5828030" cy="167132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상호 의존적인 부분이 매우</a:t>
            </a:r>
            <a:r>
              <a:rPr dirty="0" sz="1800" spc="1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많은 복잡한 </a:t>
            </a:r>
            <a:r>
              <a:rPr dirty="0" sz="1800" spc="-10">
                <a:solidFill>
                  <a:srgbClr val="404040"/>
                </a:solidFill>
                <a:latin typeface="Malgun Gothic"/>
                <a:cs typeface="Malgun Gothic"/>
              </a:rPr>
              <a:t>애플리케이션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다른 서비스에 영향을 주지</a:t>
            </a:r>
            <a:r>
              <a:rPr dirty="0" sz="1800" spc="1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않고 배포하기 </a:t>
            </a:r>
            <a:r>
              <a:rPr dirty="0" sz="1800" spc="-25">
                <a:solidFill>
                  <a:srgbClr val="404040"/>
                </a:solidFill>
                <a:latin typeface="Malgun Gothic"/>
                <a:cs typeface="Malgun Gothic"/>
              </a:rPr>
              <a:t>어려움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열악한</a:t>
            </a:r>
            <a:r>
              <a:rPr dirty="0" sz="1800" spc="-1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개발자 경험 및</a:t>
            </a:r>
            <a:r>
              <a:rPr dirty="0" sz="1800" spc="1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생산성</a:t>
            </a:r>
            <a:r>
              <a:rPr dirty="0" sz="1800" spc="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Malgun Gothic"/>
                <a:cs typeface="Malgun Gothic"/>
              </a:rPr>
              <a:t>저하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04040"/>
                </a:solidFill>
                <a:latin typeface="Malgun Gothic"/>
                <a:cs typeface="Malgun Gothic"/>
              </a:rPr>
              <a:t>서비스 출시 시간 지연</a:t>
            </a:r>
            <a:r>
              <a:rPr dirty="0" sz="1800" spc="1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404040"/>
                </a:solidFill>
                <a:latin typeface="Malgun Gothic"/>
                <a:cs typeface="Malgun Gothic"/>
              </a:rPr>
              <a:t>초래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981960" y="6149466"/>
            <a:ext cx="32353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Malgun Gothic"/>
                <a:cs typeface="Malgun Gothic"/>
              </a:rPr>
              <a:t>Micro</a:t>
            </a:r>
            <a:r>
              <a:rPr dirty="0" sz="2000" spc="-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FFFFFF"/>
                </a:solidFill>
                <a:latin typeface="Malgun Gothic"/>
                <a:cs typeface="Malgun Gothic"/>
              </a:rPr>
              <a:t>Service</a:t>
            </a:r>
            <a:r>
              <a:rPr dirty="0" sz="2000" spc="-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algun Gothic"/>
                <a:cs typeface="Malgun Gothic"/>
              </a:rPr>
              <a:t>Architecture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745426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Monolith에서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MSA로의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진화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9329" y="1477518"/>
            <a:ext cx="110712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마이크로서비스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개발에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대한 기존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접근 </a:t>
            </a:r>
            <a:r>
              <a:rPr dirty="0" spc="-25">
                <a:solidFill>
                  <a:srgbClr val="FFFFFF"/>
                </a:solidFill>
              </a:rPr>
              <a:t>방식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339071" y="2287523"/>
            <a:ext cx="6831965" cy="6370320"/>
            <a:chOff x="9339071" y="2287523"/>
            <a:chExt cx="6831965" cy="63703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9071" y="2287523"/>
              <a:ext cx="6731126" cy="636993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9967" y="2580131"/>
              <a:ext cx="6520814" cy="501205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411842" y="2351150"/>
              <a:ext cx="6595109" cy="6233160"/>
            </a:xfrm>
            <a:custGeom>
              <a:avLst/>
              <a:gdLst/>
              <a:ahLst/>
              <a:cxnLst/>
              <a:rect l="l" t="t" r="r" b="b"/>
              <a:pathLst>
                <a:path w="6595109" h="6233159">
                  <a:moveTo>
                    <a:pt x="6441566" y="0"/>
                  </a:moveTo>
                  <a:lnTo>
                    <a:pt x="153415" y="0"/>
                  </a:lnTo>
                  <a:lnTo>
                    <a:pt x="104932" y="7811"/>
                  </a:lnTo>
                  <a:lnTo>
                    <a:pt x="62819" y="29569"/>
                  </a:lnTo>
                  <a:lnTo>
                    <a:pt x="29606" y="62764"/>
                  </a:lnTo>
                  <a:lnTo>
                    <a:pt x="7823" y="104883"/>
                  </a:lnTo>
                  <a:lnTo>
                    <a:pt x="0" y="153416"/>
                  </a:lnTo>
                  <a:lnTo>
                    <a:pt x="0" y="6079236"/>
                  </a:lnTo>
                  <a:lnTo>
                    <a:pt x="7823" y="6127719"/>
                  </a:lnTo>
                  <a:lnTo>
                    <a:pt x="29606" y="6169832"/>
                  </a:lnTo>
                  <a:lnTo>
                    <a:pt x="62819" y="6203045"/>
                  </a:lnTo>
                  <a:lnTo>
                    <a:pt x="104932" y="6224828"/>
                  </a:lnTo>
                  <a:lnTo>
                    <a:pt x="153415" y="6232652"/>
                  </a:lnTo>
                  <a:lnTo>
                    <a:pt x="6441566" y="6232652"/>
                  </a:lnTo>
                  <a:lnTo>
                    <a:pt x="6490037" y="6224828"/>
                  </a:lnTo>
                  <a:lnTo>
                    <a:pt x="6532119" y="6203045"/>
                  </a:lnTo>
                  <a:lnTo>
                    <a:pt x="6565294" y="6169832"/>
                  </a:lnTo>
                  <a:lnTo>
                    <a:pt x="6587046" y="6127719"/>
                  </a:lnTo>
                  <a:lnTo>
                    <a:pt x="6594855" y="6079236"/>
                  </a:lnTo>
                  <a:lnTo>
                    <a:pt x="6594855" y="153416"/>
                  </a:lnTo>
                  <a:lnTo>
                    <a:pt x="6587046" y="104883"/>
                  </a:lnTo>
                  <a:lnTo>
                    <a:pt x="6565294" y="62764"/>
                  </a:lnTo>
                  <a:lnTo>
                    <a:pt x="6532119" y="29569"/>
                  </a:lnTo>
                  <a:lnTo>
                    <a:pt x="6490037" y="7811"/>
                  </a:lnTo>
                  <a:lnTo>
                    <a:pt x="64415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008869" y="2771647"/>
            <a:ext cx="5402580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2120">
              <a:lnSpc>
                <a:spcPct val="100000"/>
              </a:lnSpc>
              <a:spcBef>
                <a:spcPts val="100"/>
              </a:spcBef>
            </a:pPr>
            <a:r>
              <a:rPr dirty="0" sz="3900" b="1">
                <a:solidFill>
                  <a:srgbClr val="0074A1"/>
                </a:solidFill>
                <a:latin typeface="Malgun Gothic"/>
                <a:cs typeface="Malgun Gothic"/>
              </a:rPr>
              <a:t>Messaging</a:t>
            </a:r>
            <a:r>
              <a:rPr dirty="0" sz="3900" spc="-65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3900" spc="-10" b="1">
                <a:solidFill>
                  <a:srgbClr val="0074A1"/>
                </a:solidFill>
                <a:latin typeface="Malgun Gothic"/>
                <a:cs typeface="Malgun Gothic"/>
              </a:rPr>
              <a:t>Queues </a:t>
            </a:r>
            <a:r>
              <a:rPr dirty="0" sz="3900" b="1">
                <a:solidFill>
                  <a:srgbClr val="0074A1"/>
                </a:solidFill>
                <a:latin typeface="Malgun Gothic"/>
                <a:cs typeface="Malgun Gothic"/>
              </a:rPr>
              <a:t>(RabbitMQ,</a:t>
            </a:r>
            <a:r>
              <a:rPr dirty="0" sz="3900" spc="-85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3900" spc="-10" b="1">
                <a:solidFill>
                  <a:srgbClr val="0074A1"/>
                </a:solidFill>
                <a:latin typeface="Malgun Gothic"/>
                <a:cs typeface="Malgun Gothic"/>
              </a:rPr>
              <a:t>ActiveMQ)</a:t>
            </a:r>
            <a:endParaRPr sz="39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18369" y="4731765"/>
            <a:ext cx="6028690" cy="2623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9730" marR="59055" indent="-367665">
              <a:lnSpc>
                <a:spcPct val="116399"/>
              </a:lnSpc>
              <a:spcBef>
                <a:spcPts val="95"/>
              </a:spcBef>
              <a:buSzPct val="62222"/>
              <a:buFont typeface="Times New Roman"/>
              <a:buChar char="●"/>
              <a:tabLst>
                <a:tab pos="379730" algn="l"/>
              </a:tabLst>
            </a:pP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Message</a:t>
            </a:r>
            <a:r>
              <a:rPr dirty="0" sz="2250" spc="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Broker는</a:t>
            </a:r>
            <a:r>
              <a:rPr dirty="0" sz="2250" spc="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모든</a:t>
            </a:r>
            <a:r>
              <a:rPr dirty="0" sz="2250" spc="7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마이크로</a:t>
            </a:r>
            <a:r>
              <a:rPr dirty="0" sz="2250" spc="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0">
                <a:solidFill>
                  <a:srgbClr val="221F1F"/>
                </a:solidFill>
                <a:latin typeface="Malgun Gothic"/>
                <a:cs typeface="Malgun Gothic"/>
              </a:rPr>
              <a:t>서비스가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통신하는</a:t>
            </a:r>
            <a:r>
              <a:rPr dirty="0" sz="2250" spc="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중앙</a:t>
            </a:r>
            <a:r>
              <a:rPr dirty="0" sz="2250" spc="7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집중식</a:t>
            </a:r>
            <a:r>
              <a:rPr dirty="0" sz="2250" spc="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메시징</a:t>
            </a:r>
            <a:r>
              <a:rPr dirty="0" sz="2250" spc="7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5">
                <a:solidFill>
                  <a:srgbClr val="221F1F"/>
                </a:solidFill>
                <a:latin typeface="Malgun Gothic"/>
                <a:cs typeface="Malgun Gothic"/>
              </a:rPr>
              <a:t>서비스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역할을</a:t>
            </a:r>
            <a:r>
              <a:rPr dirty="0" sz="2250" spc="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5">
                <a:solidFill>
                  <a:srgbClr val="221F1F"/>
                </a:solidFill>
                <a:latin typeface="Malgun Gothic"/>
                <a:cs typeface="Malgun Gothic"/>
              </a:rPr>
              <a:t>수행</a:t>
            </a:r>
            <a:endParaRPr sz="2250">
              <a:latin typeface="Malgun Gothic"/>
              <a:cs typeface="Malgun Gothic"/>
            </a:endParaRPr>
          </a:p>
          <a:p>
            <a:pPr marL="379730" marR="5080" indent="-367665">
              <a:lnSpc>
                <a:spcPct val="116300"/>
              </a:lnSpc>
              <a:spcBef>
                <a:spcPts val="1600"/>
              </a:spcBef>
              <a:buSzPct val="62222"/>
              <a:buFont typeface="Times New Roman"/>
              <a:buChar char="●"/>
              <a:tabLst>
                <a:tab pos="379730" algn="l"/>
              </a:tabLst>
            </a:pP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Message</a:t>
            </a:r>
            <a:r>
              <a:rPr dirty="0" sz="2250" spc="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Broker는</a:t>
            </a:r>
            <a:r>
              <a:rPr dirty="0" sz="2250" spc="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안정적인</a:t>
            </a:r>
            <a:r>
              <a:rPr dirty="0" sz="2250" spc="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Message</a:t>
            </a:r>
            <a:r>
              <a:rPr dirty="0" sz="2250" spc="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5">
                <a:solidFill>
                  <a:srgbClr val="221F1F"/>
                </a:solidFill>
                <a:latin typeface="Malgun Gothic"/>
                <a:cs typeface="Malgun Gothic"/>
              </a:rPr>
              <a:t>저장,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고가용성(HA),</a:t>
            </a:r>
            <a:r>
              <a:rPr dirty="0" sz="2250" spc="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r>
              <a:rPr dirty="0" sz="2250" spc="7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간의</a:t>
            </a:r>
            <a:r>
              <a:rPr dirty="0" sz="2250" spc="8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0">
                <a:solidFill>
                  <a:srgbClr val="221F1F"/>
                </a:solidFill>
                <a:latin typeface="Malgun Gothic"/>
                <a:cs typeface="Malgun Gothic"/>
              </a:rPr>
              <a:t>안정적인</a:t>
            </a:r>
            <a:r>
              <a:rPr dirty="0" sz="2250" spc="5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통신을</a:t>
            </a:r>
            <a:r>
              <a:rPr dirty="0" sz="2250" spc="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5">
                <a:solidFill>
                  <a:srgbClr val="221F1F"/>
                </a:solidFill>
                <a:latin typeface="Malgun Gothic"/>
                <a:cs typeface="Malgun Gothic"/>
              </a:rPr>
              <a:t>처리</a:t>
            </a:r>
            <a:endParaRPr sz="2250">
              <a:latin typeface="Malgun Gothic"/>
              <a:cs typeface="Malgun Gothic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208276" y="2287523"/>
            <a:ext cx="6731634" cy="6370320"/>
            <a:chOff x="2208276" y="2287523"/>
            <a:chExt cx="6731634" cy="6370320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8276" y="2287523"/>
              <a:ext cx="6731127" cy="636993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55164" y="2580131"/>
              <a:ext cx="6138290" cy="381571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281301" y="2351150"/>
              <a:ext cx="6595109" cy="6233160"/>
            </a:xfrm>
            <a:custGeom>
              <a:avLst/>
              <a:gdLst/>
              <a:ahLst/>
              <a:cxnLst/>
              <a:rect l="l" t="t" r="r" b="b"/>
              <a:pathLst>
                <a:path w="6595109" h="6233159">
                  <a:moveTo>
                    <a:pt x="6442964" y="0"/>
                  </a:moveTo>
                  <a:lnTo>
                    <a:pt x="152019" y="0"/>
                  </a:lnTo>
                  <a:lnTo>
                    <a:pt x="103973" y="7737"/>
                  </a:lnTo>
                  <a:lnTo>
                    <a:pt x="62243" y="29289"/>
                  </a:lnTo>
                  <a:lnTo>
                    <a:pt x="29333" y="62160"/>
                  </a:lnTo>
                  <a:lnTo>
                    <a:pt x="7751" y="103859"/>
                  </a:lnTo>
                  <a:lnTo>
                    <a:pt x="0" y="151892"/>
                  </a:lnTo>
                  <a:lnTo>
                    <a:pt x="0" y="6080760"/>
                  </a:lnTo>
                  <a:lnTo>
                    <a:pt x="7751" y="6128743"/>
                  </a:lnTo>
                  <a:lnTo>
                    <a:pt x="29333" y="6170436"/>
                  </a:lnTo>
                  <a:lnTo>
                    <a:pt x="62243" y="6203326"/>
                  </a:lnTo>
                  <a:lnTo>
                    <a:pt x="103973" y="6224901"/>
                  </a:lnTo>
                  <a:lnTo>
                    <a:pt x="152019" y="6232652"/>
                  </a:lnTo>
                  <a:lnTo>
                    <a:pt x="6442964" y="6232652"/>
                  </a:lnTo>
                  <a:lnTo>
                    <a:pt x="6490996" y="6224901"/>
                  </a:lnTo>
                  <a:lnTo>
                    <a:pt x="6532695" y="6203326"/>
                  </a:lnTo>
                  <a:lnTo>
                    <a:pt x="6565566" y="6170436"/>
                  </a:lnTo>
                  <a:lnTo>
                    <a:pt x="6587118" y="6128743"/>
                  </a:lnTo>
                  <a:lnTo>
                    <a:pt x="6594856" y="6080760"/>
                  </a:lnTo>
                  <a:lnTo>
                    <a:pt x="6594856" y="151892"/>
                  </a:lnTo>
                  <a:lnTo>
                    <a:pt x="6587118" y="103859"/>
                  </a:lnTo>
                  <a:lnTo>
                    <a:pt x="6565566" y="62160"/>
                  </a:lnTo>
                  <a:lnTo>
                    <a:pt x="6532695" y="29289"/>
                  </a:lnTo>
                  <a:lnTo>
                    <a:pt x="6490996" y="7737"/>
                  </a:lnTo>
                  <a:lnTo>
                    <a:pt x="64429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775709" y="2771393"/>
            <a:ext cx="360489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900" b="1">
                <a:solidFill>
                  <a:srgbClr val="0074A1"/>
                </a:solidFill>
                <a:latin typeface="Malgun Gothic"/>
                <a:cs typeface="Malgun Gothic"/>
              </a:rPr>
              <a:t>HTTP</a:t>
            </a:r>
            <a:r>
              <a:rPr dirty="0" sz="3900" spc="-90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3900" b="1">
                <a:solidFill>
                  <a:srgbClr val="0074A1"/>
                </a:solidFill>
                <a:latin typeface="Malgun Gothic"/>
                <a:cs typeface="Malgun Gothic"/>
              </a:rPr>
              <a:t>REST</a:t>
            </a:r>
            <a:r>
              <a:rPr dirty="0" sz="3900" spc="-105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3900" spc="-25" b="1">
                <a:solidFill>
                  <a:srgbClr val="0074A1"/>
                </a:solidFill>
                <a:latin typeface="Malgun Gothic"/>
                <a:cs typeface="Malgun Gothic"/>
              </a:rPr>
              <a:t>API</a:t>
            </a:r>
            <a:endParaRPr sz="3900">
              <a:latin typeface="Malgun Gothic"/>
              <a:cs typeface="Malgun Gothic"/>
            </a:endParaRPr>
          </a:p>
          <a:p>
            <a:pPr algn="ctr" marL="635">
              <a:lnSpc>
                <a:spcPct val="100000"/>
              </a:lnSpc>
            </a:pPr>
            <a:r>
              <a:rPr dirty="0" sz="3900" b="1">
                <a:solidFill>
                  <a:srgbClr val="0074A1"/>
                </a:solidFill>
                <a:latin typeface="Malgun Gothic"/>
                <a:cs typeface="Malgun Gothic"/>
              </a:rPr>
              <a:t>기반</a:t>
            </a:r>
            <a:r>
              <a:rPr dirty="0" sz="3900" spc="10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3900" spc="-35" b="1">
                <a:solidFill>
                  <a:srgbClr val="0074A1"/>
                </a:solidFill>
                <a:latin typeface="Malgun Gothic"/>
                <a:cs typeface="Malgun Gothic"/>
              </a:rPr>
              <a:t>통신</a:t>
            </a:r>
            <a:endParaRPr sz="39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614422" y="4782769"/>
            <a:ext cx="5754370" cy="13747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79730" indent="-367030">
              <a:lnSpc>
                <a:spcPct val="100000"/>
              </a:lnSpc>
              <a:spcBef>
                <a:spcPts val="130"/>
              </a:spcBef>
              <a:buSzPct val="62222"/>
              <a:buFont typeface="Times New Roman"/>
              <a:buChar char="●"/>
              <a:tabLst>
                <a:tab pos="379730" algn="l"/>
              </a:tabLst>
            </a:pP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장점:</a:t>
            </a:r>
            <a:r>
              <a:rPr dirty="0" sz="2250" spc="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간단한</a:t>
            </a:r>
            <a:r>
              <a:rPr dirty="0" sz="2250" spc="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사용,</a:t>
            </a:r>
            <a:r>
              <a:rPr dirty="0" sz="2250" spc="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간단한</a:t>
            </a:r>
            <a:r>
              <a:rPr dirty="0" sz="2250" spc="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동기</a:t>
            </a:r>
            <a:r>
              <a:rPr dirty="0" sz="2250" spc="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통신</a:t>
            </a:r>
            <a:r>
              <a:rPr dirty="0" sz="2250" spc="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5">
                <a:solidFill>
                  <a:srgbClr val="221F1F"/>
                </a:solidFill>
                <a:latin typeface="Malgun Gothic"/>
                <a:cs typeface="Malgun Gothic"/>
              </a:rPr>
              <a:t>기반</a:t>
            </a:r>
            <a:endParaRPr sz="2250">
              <a:latin typeface="Malgun Gothic"/>
              <a:cs typeface="Malgun Gothic"/>
            </a:endParaRPr>
          </a:p>
          <a:p>
            <a:pPr marL="379730" marR="356235" indent="-367665">
              <a:lnSpc>
                <a:spcPct val="116399"/>
              </a:lnSpc>
              <a:spcBef>
                <a:spcPts val="1600"/>
              </a:spcBef>
              <a:buSzPct val="62222"/>
              <a:buFont typeface="Times New Roman"/>
              <a:buChar char="●"/>
              <a:tabLst>
                <a:tab pos="379730" algn="l"/>
              </a:tabLst>
            </a:pP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동기(Synchronous)</a:t>
            </a:r>
            <a:r>
              <a:rPr dirty="0" sz="2250" spc="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통신:</a:t>
            </a:r>
            <a:r>
              <a:rPr dirty="0" sz="2250" spc="1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10">
                <a:solidFill>
                  <a:srgbClr val="221F1F"/>
                </a:solidFill>
                <a:latin typeface="Malgun Gothic"/>
                <a:cs typeface="Malgun Gothic"/>
              </a:rPr>
              <a:t>클라이언트가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요청을</a:t>
            </a:r>
            <a:r>
              <a:rPr dirty="0" sz="2250" spc="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보내고</a:t>
            </a:r>
            <a:r>
              <a:rPr dirty="0" sz="2250" spc="7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>
                <a:solidFill>
                  <a:srgbClr val="221F1F"/>
                </a:solidFill>
                <a:latin typeface="Malgun Gothic"/>
                <a:cs typeface="Malgun Gothic"/>
              </a:rPr>
              <a:t>응답을</a:t>
            </a:r>
            <a:r>
              <a:rPr dirty="0" sz="2250" spc="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250" spc="-25">
                <a:solidFill>
                  <a:srgbClr val="221F1F"/>
                </a:solidFill>
                <a:latin typeface="Malgun Gothic"/>
                <a:cs typeface="Malgun Gothic"/>
              </a:rPr>
              <a:t>기다림</a:t>
            </a:r>
            <a:endParaRPr sz="225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840837" y="8597645"/>
            <a:ext cx="184150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5">
                <a:solidFill>
                  <a:srgbClr val="829393"/>
                </a:solidFill>
                <a:latin typeface="Malgun Gothic"/>
                <a:cs typeface="Malgun Gothic"/>
              </a:rPr>
              <a:t>32</a:t>
            </a:r>
            <a:endParaRPr sz="11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B4E0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69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마이크로서비스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아키텍처의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직면 </a:t>
            </a:r>
            <a:r>
              <a:rPr dirty="0" spc="-25">
                <a:solidFill>
                  <a:srgbClr val="173360"/>
                </a:solidFill>
              </a:rPr>
              <a:t>과제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7444465" y="943030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73360"/>
                </a:solidFill>
                <a:latin typeface="Malgun Gothic"/>
                <a:cs typeface="Malgun Gothic"/>
              </a:rPr>
              <a:t>33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302508" y="5337098"/>
            <a:ext cx="2112645" cy="1110615"/>
            <a:chOff x="3302508" y="5337098"/>
            <a:chExt cx="2112645" cy="111061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2508" y="5337098"/>
              <a:ext cx="2112264" cy="10684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6724" y="5358371"/>
              <a:ext cx="1773174" cy="108916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509391" y="5553201"/>
              <a:ext cx="1708785" cy="664210"/>
            </a:xfrm>
            <a:custGeom>
              <a:avLst/>
              <a:gdLst/>
              <a:ahLst/>
              <a:cxnLst/>
              <a:rect l="l" t="t" r="r" b="b"/>
              <a:pathLst>
                <a:path w="1708785" h="664210">
                  <a:moveTo>
                    <a:pt x="1597660" y="0"/>
                  </a:moveTo>
                  <a:lnTo>
                    <a:pt x="110617" y="0"/>
                  </a:lnTo>
                  <a:lnTo>
                    <a:pt x="67562" y="8713"/>
                  </a:lnTo>
                  <a:lnTo>
                    <a:pt x="32400" y="32464"/>
                  </a:lnTo>
                  <a:lnTo>
                    <a:pt x="8693" y="67669"/>
                  </a:lnTo>
                  <a:lnTo>
                    <a:pt x="0" y="110744"/>
                  </a:lnTo>
                  <a:lnTo>
                    <a:pt x="0" y="553338"/>
                  </a:lnTo>
                  <a:lnTo>
                    <a:pt x="8693" y="596413"/>
                  </a:lnTo>
                  <a:lnTo>
                    <a:pt x="32400" y="631618"/>
                  </a:lnTo>
                  <a:lnTo>
                    <a:pt x="67562" y="655369"/>
                  </a:lnTo>
                  <a:lnTo>
                    <a:pt x="110617" y="664083"/>
                  </a:lnTo>
                  <a:lnTo>
                    <a:pt x="1597660" y="664083"/>
                  </a:lnTo>
                  <a:lnTo>
                    <a:pt x="1640734" y="655369"/>
                  </a:lnTo>
                  <a:lnTo>
                    <a:pt x="1675939" y="631618"/>
                  </a:lnTo>
                  <a:lnTo>
                    <a:pt x="1699690" y="596413"/>
                  </a:lnTo>
                  <a:lnTo>
                    <a:pt x="1708404" y="553338"/>
                  </a:lnTo>
                  <a:lnTo>
                    <a:pt x="1708404" y="110744"/>
                  </a:lnTo>
                  <a:lnTo>
                    <a:pt x="1699690" y="67669"/>
                  </a:lnTo>
                  <a:lnTo>
                    <a:pt x="1675939" y="32464"/>
                  </a:lnTo>
                  <a:lnTo>
                    <a:pt x="1640734" y="8713"/>
                  </a:lnTo>
                  <a:lnTo>
                    <a:pt x="1597660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826002" y="5620892"/>
            <a:ext cx="1075690" cy="5226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Fulfillment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092952" y="5337098"/>
            <a:ext cx="1859914" cy="1110615"/>
            <a:chOff x="6092952" y="5337098"/>
            <a:chExt cx="1859914" cy="111061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2952" y="5337098"/>
              <a:ext cx="1859661" cy="10684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8128" y="5358371"/>
              <a:ext cx="1332610" cy="108916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299327" y="5553201"/>
              <a:ext cx="1456055" cy="664210"/>
            </a:xfrm>
            <a:custGeom>
              <a:avLst/>
              <a:gdLst/>
              <a:ahLst/>
              <a:cxnLst/>
              <a:rect l="l" t="t" r="r" b="b"/>
              <a:pathLst>
                <a:path w="1456054" h="664210">
                  <a:moveTo>
                    <a:pt x="1345183" y="0"/>
                  </a:moveTo>
                  <a:lnTo>
                    <a:pt x="110617" y="0"/>
                  </a:lnTo>
                  <a:lnTo>
                    <a:pt x="67562" y="8713"/>
                  </a:lnTo>
                  <a:lnTo>
                    <a:pt x="32400" y="32464"/>
                  </a:lnTo>
                  <a:lnTo>
                    <a:pt x="8693" y="67669"/>
                  </a:lnTo>
                  <a:lnTo>
                    <a:pt x="0" y="110744"/>
                  </a:lnTo>
                  <a:lnTo>
                    <a:pt x="0" y="553338"/>
                  </a:lnTo>
                  <a:lnTo>
                    <a:pt x="8693" y="596413"/>
                  </a:lnTo>
                  <a:lnTo>
                    <a:pt x="32400" y="631618"/>
                  </a:lnTo>
                  <a:lnTo>
                    <a:pt x="67562" y="655369"/>
                  </a:lnTo>
                  <a:lnTo>
                    <a:pt x="110617" y="664083"/>
                  </a:lnTo>
                  <a:lnTo>
                    <a:pt x="1345183" y="664083"/>
                  </a:lnTo>
                  <a:lnTo>
                    <a:pt x="1388258" y="655369"/>
                  </a:lnTo>
                  <a:lnTo>
                    <a:pt x="1423463" y="631618"/>
                  </a:lnTo>
                  <a:lnTo>
                    <a:pt x="1447214" y="596413"/>
                  </a:lnTo>
                  <a:lnTo>
                    <a:pt x="1455927" y="553338"/>
                  </a:lnTo>
                  <a:lnTo>
                    <a:pt x="1455927" y="110744"/>
                  </a:lnTo>
                  <a:lnTo>
                    <a:pt x="1447214" y="67669"/>
                  </a:lnTo>
                  <a:lnTo>
                    <a:pt x="1423463" y="32464"/>
                  </a:lnTo>
                  <a:lnTo>
                    <a:pt x="1388258" y="8713"/>
                  </a:lnTo>
                  <a:lnTo>
                    <a:pt x="1345183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677025" y="5620892"/>
            <a:ext cx="701040" cy="5226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130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Stock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415284" y="3695712"/>
            <a:ext cx="1882775" cy="1085850"/>
            <a:chOff x="3415284" y="3695712"/>
            <a:chExt cx="1882775" cy="1085850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5284" y="3770363"/>
              <a:ext cx="1882648" cy="89790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80460" y="3695712"/>
              <a:ext cx="1365758" cy="108571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635502" y="3999865"/>
              <a:ext cx="1456055" cy="472440"/>
            </a:xfrm>
            <a:custGeom>
              <a:avLst/>
              <a:gdLst/>
              <a:ahLst/>
              <a:cxnLst/>
              <a:rect l="l" t="t" r="r" b="b"/>
              <a:pathLst>
                <a:path w="1456054" h="472439">
                  <a:moveTo>
                    <a:pt x="1377188" y="0"/>
                  </a:moveTo>
                  <a:lnTo>
                    <a:pt x="78739" y="0"/>
                  </a:lnTo>
                  <a:lnTo>
                    <a:pt x="48113" y="6175"/>
                  </a:lnTo>
                  <a:lnTo>
                    <a:pt x="23082" y="23018"/>
                  </a:lnTo>
                  <a:lnTo>
                    <a:pt x="6195" y="48006"/>
                  </a:lnTo>
                  <a:lnTo>
                    <a:pt x="0" y="78612"/>
                  </a:lnTo>
                  <a:lnTo>
                    <a:pt x="0" y="393446"/>
                  </a:lnTo>
                  <a:lnTo>
                    <a:pt x="6195" y="424072"/>
                  </a:lnTo>
                  <a:lnTo>
                    <a:pt x="23082" y="449103"/>
                  </a:lnTo>
                  <a:lnTo>
                    <a:pt x="48113" y="465990"/>
                  </a:lnTo>
                  <a:lnTo>
                    <a:pt x="78739" y="472186"/>
                  </a:lnTo>
                  <a:lnTo>
                    <a:pt x="1377188" y="472186"/>
                  </a:lnTo>
                  <a:lnTo>
                    <a:pt x="1407868" y="465990"/>
                  </a:lnTo>
                  <a:lnTo>
                    <a:pt x="1432893" y="449103"/>
                  </a:lnTo>
                  <a:lnTo>
                    <a:pt x="1449750" y="424072"/>
                  </a:lnTo>
                  <a:lnTo>
                    <a:pt x="1455927" y="393446"/>
                  </a:lnTo>
                  <a:lnTo>
                    <a:pt x="1455927" y="78612"/>
                  </a:lnTo>
                  <a:lnTo>
                    <a:pt x="1449750" y="48006"/>
                  </a:lnTo>
                  <a:lnTo>
                    <a:pt x="1432893" y="23018"/>
                  </a:lnTo>
                  <a:lnTo>
                    <a:pt x="1407868" y="6175"/>
                  </a:lnTo>
                  <a:lnTo>
                    <a:pt x="1377188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013453" y="3971925"/>
            <a:ext cx="700405" cy="49720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 indent="51435">
              <a:lnSpc>
                <a:spcPts val="1750"/>
              </a:lnSpc>
              <a:spcBef>
                <a:spcPts val="330"/>
              </a:spcBef>
            </a:pP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Order </a:t>
            </a: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079235" y="3704806"/>
            <a:ext cx="1882775" cy="1084580"/>
            <a:chOff x="6079235" y="3704806"/>
            <a:chExt cx="1882775" cy="1084580"/>
          </a:xfrm>
        </p:grpSpPr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9235" y="3778034"/>
              <a:ext cx="1882648" cy="89937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4411" y="3704806"/>
              <a:ext cx="1413383" cy="108423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299326" y="4008501"/>
              <a:ext cx="1456055" cy="472440"/>
            </a:xfrm>
            <a:custGeom>
              <a:avLst/>
              <a:gdLst/>
              <a:ahLst/>
              <a:cxnLst/>
              <a:rect l="l" t="t" r="r" b="b"/>
              <a:pathLst>
                <a:path w="1456054" h="472439">
                  <a:moveTo>
                    <a:pt x="1377188" y="0"/>
                  </a:moveTo>
                  <a:lnTo>
                    <a:pt x="78612" y="0"/>
                  </a:lnTo>
                  <a:lnTo>
                    <a:pt x="48005" y="6195"/>
                  </a:lnTo>
                  <a:lnTo>
                    <a:pt x="23018" y="23082"/>
                  </a:lnTo>
                  <a:lnTo>
                    <a:pt x="6175" y="48113"/>
                  </a:lnTo>
                  <a:lnTo>
                    <a:pt x="0" y="78739"/>
                  </a:lnTo>
                  <a:lnTo>
                    <a:pt x="0" y="393446"/>
                  </a:lnTo>
                  <a:lnTo>
                    <a:pt x="6175" y="424126"/>
                  </a:lnTo>
                  <a:lnTo>
                    <a:pt x="23018" y="449151"/>
                  </a:lnTo>
                  <a:lnTo>
                    <a:pt x="48005" y="466008"/>
                  </a:lnTo>
                  <a:lnTo>
                    <a:pt x="78612" y="472186"/>
                  </a:lnTo>
                  <a:lnTo>
                    <a:pt x="1377188" y="472186"/>
                  </a:lnTo>
                  <a:lnTo>
                    <a:pt x="1407814" y="466008"/>
                  </a:lnTo>
                  <a:lnTo>
                    <a:pt x="1432845" y="449151"/>
                  </a:lnTo>
                  <a:lnTo>
                    <a:pt x="1449732" y="424126"/>
                  </a:lnTo>
                  <a:lnTo>
                    <a:pt x="1455927" y="393446"/>
                  </a:lnTo>
                  <a:lnTo>
                    <a:pt x="1455927" y="78739"/>
                  </a:lnTo>
                  <a:lnTo>
                    <a:pt x="1449732" y="48113"/>
                  </a:lnTo>
                  <a:lnTo>
                    <a:pt x="1432845" y="23082"/>
                  </a:lnTo>
                  <a:lnTo>
                    <a:pt x="1407814" y="6195"/>
                  </a:lnTo>
                  <a:lnTo>
                    <a:pt x="1377188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677406" y="3980433"/>
            <a:ext cx="700405" cy="49720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 indent="4445">
              <a:lnSpc>
                <a:spcPts val="1750"/>
              </a:lnSpc>
              <a:spcBef>
                <a:spcPts val="330"/>
              </a:spcBef>
            </a:pP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Return service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72668" y="4471923"/>
            <a:ext cx="6292850" cy="1976120"/>
            <a:chOff x="772668" y="4471923"/>
            <a:chExt cx="6292850" cy="1976120"/>
          </a:xfrm>
        </p:grpSpPr>
        <p:sp>
          <p:nvSpPr>
            <p:cNvPr id="27" name="object 27" descr=""/>
            <p:cNvSpPr/>
            <p:nvPr/>
          </p:nvSpPr>
          <p:spPr>
            <a:xfrm>
              <a:off x="1609217" y="4471923"/>
              <a:ext cx="5456555" cy="1138555"/>
            </a:xfrm>
            <a:custGeom>
              <a:avLst/>
              <a:gdLst/>
              <a:ahLst/>
              <a:cxnLst/>
              <a:rect l="l" t="t" r="r" b="b"/>
              <a:pathLst>
                <a:path w="5456555" h="1138554">
                  <a:moveTo>
                    <a:pt x="76200" y="213995"/>
                  </a:moveTo>
                  <a:lnTo>
                    <a:pt x="69850" y="201295"/>
                  </a:lnTo>
                  <a:lnTo>
                    <a:pt x="38100" y="137795"/>
                  </a:lnTo>
                  <a:lnTo>
                    <a:pt x="0" y="213995"/>
                  </a:lnTo>
                  <a:lnTo>
                    <a:pt x="28575" y="213995"/>
                  </a:lnTo>
                  <a:lnTo>
                    <a:pt x="28575" y="896620"/>
                  </a:lnTo>
                  <a:lnTo>
                    <a:pt x="0" y="896620"/>
                  </a:lnTo>
                  <a:lnTo>
                    <a:pt x="38100" y="972820"/>
                  </a:lnTo>
                  <a:lnTo>
                    <a:pt x="69850" y="909320"/>
                  </a:lnTo>
                  <a:lnTo>
                    <a:pt x="76200" y="896620"/>
                  </a:lnTo>
                  <a:lnTo>
                    <a:pt x="47625" y="896620"/>
                  </a:lnTo>
                  <a:lnTo>
                    <a:pt x="47625" y="213995"/>
                  </a:lnTo>
                  <a:lnTo>
                    <a:pt x="76200" y="213995"/>
                  </a:lnTo>
                  <a:close/>
                </a:path>
                <a:path w="5456555" h="1138554">
                  <a:moveTo>
                    <a:pt x="1956816" y="0"/>
                  </a:moveTo>
                  <a:lnTo>
                    <a:pt x="1874520" y="21590"/>
                  </a:lnTo>
                  <a:lnTo>
                    <a:pt x="1893303" y="43040"/>
                  </a:lnTo>
                  <a:lnTo>
                    <a:pt x="843673" y="963828"/>
                  </a:lnTo>
                  <a:lnTo>
                    <a:pt x="824865" y="942340"/>
                  </a:lnTo>
                  <a:lnTo>
                    <a:pt x="792607" y="1021207"/>
                  </a:lnTo>
                  <a:lnTo>
                    <a:pt x="875030" y="999617"/>
                  </a:lnTo>
                  <a:lnTo>
                    <a:pt x="863460" y="986409"/>
                  </a:lnTo>
                  <a:lnTo>
                    <a:pt x="856183" y="978103"/>
                  </a:lnTo>
                  <a:lnTo>
                    <a:pt x="1905863" y="57391"/>
                  </a:lnTo>
                  <a:lnTo>
                    <a:pt x="1924685" y="78867"/>
                  </a:lnTo>
                  <a:lnTo>
                    <a:pt x="1942680" y="34671"/>
                  </a:lnTo>
                  <a:lnTo>
                    <a:pt x="1956816" y="0"/>
                  </a:lnTo>
                  <a:close/>
                </a:path>
                <a:path w="5456555" h="1138554">
                  <a:moveTo>
                    <a:pt x="4693285" y="1076833"/>
                  </a:moveTo>
                  <a:lnTo>
                    <a:pt x="4678807" y="1043051"/>
                  </a:lnTo>
                  <a:lnTo>
                    <a:pt x="4659757" y="998601"/>
                  </a:lnTo>
                  <a:lnTo>
                    <a:pt x="4641304" y="1020381"/>
                  </a:lnTo>
                  <a:lnTo>
                    <a:pt x="3780180" y="291160"/>
                  </a:lnTo>
                  <a:lnTo>
                    <a:pt x="4571835" y="58470"/>
                  </a:lnTo>
                  <a:lnTo>
                    <a:pt x="4579874" y="85852"/>
                  </a:lnTo>
                  <a:lnTo>
                    <a:pt x="4632807" y="36576"/>
                  </a:lnTo>
                  <a:lnTo>
                    <a:pt x="4642231" y="27813"/>
                  </a:lnTo>
                  <a:lnTo>
                    <a:pt x="4558411" y="12700"/>
                  </a:lnTo>
                  <a:lnTo>
                    <a:pt x="4566463" y="40144"/>
                  </a:lnTo>
                  <a:lnTo>
                    <a:pt x="3762743" y="276390"/>
                  </a:lnTo>
                  <a:lnTo>
                    <a:pt x="3562756" y="107022"/>
                  </a:lnTo>
                  <a:lnTo>
                    <a:pt x="3569728" y="98806"/>
                  </a:lnTo>
                  <a:lnTo>
                    <a:pt x="3581273" y="85217"/>
                  </a:lnTo>
                  <a:lnTo>
                    <a:pt x="3498469" y="65024"/>
                  </a:lnTo>
                  <a:lnTo>
                    <a:pt x="3531997" y="143256"/>
                  </a:lnTo>
                  <a:lnTo>
                    <a:pt x="3550462" y="121513"/>
                  </a:lnTo>
                  <a:lnTo>
                    <a:pt x="3740912" y="282803"/>
                  </a:lnTo>
                  <a:lnTo>
                    <a:pt x="985621" y="1092695"/>
                  </a:lnTo>
                  <a:lnTo>
                    <a:pt x="977519" y="1065276"/>
                  </a:lnTo>
                  <a:lnTo>
                    <a:pt x="915162" y="1123315"/>
                  </a:lnTo>
                  <a:lnTo>
                    <a:pt x="999109" y="1138301"/>
                  </a:lnTo>
                  <a:lnTo>
                    <a:pt x="992085" y="1114552"/>
                  </a:lnTo>
                  <a:lnTo>
                    <a:pt x="991019" y="1110957"/>
                  </a:lnTo>
                  <a:lnTo>
                    <a:pt x="3758349" y="297573"/>
                  </a:lnTo>
                  <a:lnTo>
                    <a:pt x="4629023" y="1034884"/>
                  </a:lnTo>
                  <a:lnTo>
                    <a:pt x="4610481" y="1056767"/>
                  </a:lnTo>
                  <a:lnTo>
                    <a:pt x="4693285" y="1076833"/>
                  </a:lnTo>
                  <a:close/>
                </a:path>
                <a:path w="5456555" h="1138554">
                  <a:moveTo>
                    <a:pt x="5456174" y="225298"/>
                  </a:moveTo>
                  <a:lnTo>
                    <a:pt x="5449824" y="212598"/>
                  </a:lnTo>
                  <a:lnTo>
                    <a:pt x="5418074" y="149098"/>
                  </a:lnTo>
                  <a:lnTo>
                    <a:pt x="5379974" y="225298"/>
                  </a:lnTo>
                  <a:lnTo>
                    <a:pt x="5408549" y="225298"/>
                  </a:lnTo>
                  <a:lnTo>
                    <a:pt x="5408549" y="907923"/>
                  </a:lnTo>
                  <a:lnTo>
                    <a:pt x="5379974" y="907923"/>
                  </a:lnTo>
                  <a:lnTo>
                    <a:pt x="5418074" y="984123"/>
                  </a:lnTo>
                  <a:lnTo>
                    <a:pt x="5449824" y="920623"/>
                  </a:lnTo>
                  <a:lnTo>
                    <a:pt x="5456174" y="907923"/>
                  </a:lnTo>
                  <a:lnTo>
                    <a:pt x="5427599" y="907923"/>
                  </a:lnTo>
                  <a:lnTo>
                    <a:pt x="5427599" y="225298"/>
                  </a:lnTo>
                  <a:lnTo>
                    <a:pt x="5456174" y="2252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668" y="5337098"/>
              <a:ext cx="1859661" cy="10684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3355" y="5358371"/>
              <a:ext cx="1585087" cy="108916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979398" y="5553201"/>
              <a:ext cx="1456055" cy="664210"/>
            </a:xfrm>
            <a:custGeom>
              <a:avLst/>
              <a:gdLst/>
              <a:ahLst/>
              <a:cxnLst/>
              <a:rect l="l" t="t" r="r" b="b"/>
              <a:pathLst>
                <a:path w="1456055" h="664210">
                  <a:moveTo>
                    <a:pt x="1345209" y="0"/>
                  </a:moveTo>
                  <a:lnTo>
                    <a:pt x="110667" y="0"/>
                  </a:lnTo>
                  <a:lnTo>
                    <a:pt x="67594" y="8695"/>
                  </a:lnTo>
                  <a:lnTo>
                    <a:pt x="32416" y="32416"/>
                  </a:lnTo>
                  <a:lnTo>
                    <a:pt x="8697" y="67615"/>
                  </a:lnTo>
                  <a:lnTo>
                    <a:pt x="0" y="110744"/>
                  </a:lnTo>
                  <a:lnTo>
                    <a:pt x="0" y="553338"/>
                  </a:lnTo>
                  <a:lnTo>
                    <a:pt x="8697" y="596393"/>
                  </a:lnTo>
                  <a:lnTo>
                    <a:pt x="32416" y="631555"/>
                  </a:lnTo>
                  <a:lnTo>
                    <a:pt x="67594" y="655262"/>
                  </a:lnTo>
                  <a:lnTo>
                    <a:pt x="110667" y="663956"/>
                  </a:lnTo>
                  <a:lnTo>
                    <a:pt x="1345209" y="663956"/>
                  </a:lnTo>
                  <a:lnTo>
                    <a:pt x="1388337" y="655262"/>
                  </a:lnTo>
                  <a:lnTo>
                    <a:pt x="1423536" y="631555"/>
                  </a:lnTo>
                  <a:lnTo>
                    <a:pt x="1447257" y="596393"/>
                  </a:lnTo>
                  <a:lnTo>
                    <a:pt x="1455953" y="553338"/>
                  </a:lnTo>
                  <a:lnTo>
                    <a:pt x="1455953" y="110744"/>
                  </a:lnTo>
                  <a:lnTo>
                    <a:pt x="1447257" y="67615"/>
                  </a:lnTo>
                  <a:lnTo>
                    <a:pt x="1423536" y="32416"/>
                  </a:lnTo>
                  <a:lnTo>
                    <a:pt x="1388337" y="8695"/>
                  </a:lnTo>
                  <a:lnTo>
                    <a:pt x="1345209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262252" y="5620892"/>
            <a:ext cx="889635" cy="522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6680" marR="5080" indent="-94615">
              <a:lnSpc>
                <a:spcPct val="101899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Payment service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72668" y="3808488"/>
            <a:ext cx="1859914" cy="878840"/>
            <a:chOff x="772668" y="3808488"/>
            <a:chExt cx="1859914" cy="878840"/>
          </a:xfrm>
        </p:grpSpPr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668" y="3808488"/>
              <a:ext cx="1859661" cy="878446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3063" y="3848049"/>
              <a:ext cx="1616075" cy="83825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979398" y="4025392"/>
              <a:ext cx="1456055" cy="473709"/>
            </a:xfrm>
            <a:custGeom>
              <a:avLst/>
              <a:gdLst/>
              <a:ahLst/>
              <a:cxnLst/>
              <a:rect l="l" t="t" r="r" b="b"/>
              <a:pathLst>
                <a:path w="1456055" h="473710">
                  <a:moveTo>
                    <a:pt x="1376959" y="0"/>
                  </a:moveTo>
                  <a:lnTo>
                    <a:pt x="78892" y="0"/>
                  </a:lnTo>
                  <a:lnTo>
                    <a:pt x="48188" y="6197"/>
                  </a:lnTo>
                  <a:lnTo>
                    <a:pt x="23110" y="23098"/>
                  </a:lnTo>
                  <a:lnTo>
                    <a:pt x="6201" y="48166"/>
                  </a:lnTo>
                  <a:lnTo>
                    <a:pt x="0" y="78867"/>
                  </a:lnTo>
                  <a:lnTo>
                    <a:pt x="0" y="394462"/>
                  </a:lnTo>
                  <a:lnTo>
                    <a:pt x="6201" y="425162"/>
                  </a:lnTo>
                  <a:lnTo>
                    <a:pt x="23110" y="450230"/>
                  </a:lnTo>
                  <a:lnTo>
                    <a:pt x="48188" y="467131"/>
                  </a:lnTo>
                  <a:lnTo>
                    <a:pt x="78892" y="473329"/>
                  </a:lnTo>
                  <a:lnTo>
                    <a:pt x="1376959" y="473329"/>
                  </a:lnTo>
                  <a:lnTo>
                    <a:pt x="1407733" y="467131"/>
                  </a:lnTo>
                  <a:lnTo>
                    <a:pt x="1432839" y="450230"/>
                  </a:lnTo>
                  <a:lnTo>
                    <a:pt x="1449754" y="425162"/>
                  </a:lnTo>
                  <a:lnTo>
                    <a:pt x="1455953" y="394462"/>
                  </a:lnTo>
                  <a:lnTo>
                    <a:pt x="1455953" y="78867"/>
                  </a:lnTo>
                  <a:lnTo>
                    <a:pt x="1449754" y="48166"/>
                  </a:lnTo>
                  <a:lnTo>
                    <a:pt x="1432839" y="23098"/>
                  </a:lnTo>
                  <a:lnTo>
                    <a:pt x="1407733" y="6197"/>
                  </a:lnTo>
                  <a:lnTo>
                    <a:pt x="1376959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212291" y="4109465"/>
            <a:ext cx="988694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UI</a:t>
            </a:r>
            <a:r>
              <a:rPr dirty="0" sz="1600" spc="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815339" y="2450630"/>
            <a:ext cx="7070090" cy="3850640"/>
            <a:chOff x="815339" y="2450630"/>
            <a:chExt cx="7070090" cy="3850640"/>
          </a:xfrm>
        </p:grpSpPr>
        <p:sp>
          <p:nvSpPr>
            <p:cNvPr id="38" name="object 38" descr=""/>
            <p:cNvSpPr/>
            <p:nvPr/>
          </p:nvSpPr>
          <p:spPr>
            <a:xfrm>
              <a:off x="1589455" y="3278758"/>
              <a:ext cx="4697730" cy="2668905"/>
            </a:xfrm>
            <a:custGeom>
              <a:avLst/>
              <a:gdLst/>
              <a:ahLst/>
              <a:cxnLst/>
              <a:rect l="l" t="t" r="r" b="b"/>
              <a:pathLst>
                <a:path w="4697730" h="2668904">
                  <a:moveTo>
                    <a:pt x="76149" y="480822"/>
                  </a:moveTo>
                  <a:lnTo>
                    <a:pt x="47472" y="480822"/>
                  </a:lnTo>
                  <a:lnTo>
                    <a:pt x="47434" y="493522"/>
                  </a:lnTo>
                  <a:lnTo>
                    <a:pt x="48577" y="0"/>
                  </a:lnTo>
                  <a:lnTo>
                    <a:pt x="29540" y="0"/>
                  </a:lnTo>
                  <a:lnTo>
                    <a:pt x="28422" y="480822"/>
                  </a:lnTo>
                  <a:lnTo>
                    <a:pt x="0" y="480822"/>
                  </a:lnTo>
                  <a:lnTo>
                    <a:pt x="37795" y="557022"/>
                  </a:lnTo>
                  <a:lnTo>
                    <a:pt x="69748" y="493522"/>
                  </a:lnTo>
                  <a:lnTo>
                    <a:pt x="76149" y="480822"/>
                  </a:lnTo>
                  <a:close/>
                </a:path>
                <a:path w="4697730" h="2668904">
                  <a:moveTo>
                    <a:pt x="1995754" y="2623058"/>
                  </a:moveTo>
                  <a:lnTo>
                    <a:pt x="1977542" y="2614142"/>
                  </a:lnTo>
                  <a:lnTo>
                    <a:pt x="1919300" y="2585593"/>
                  </a:lnTo>
                  <a:lnTo>
                    <a:pt x="1919478" y="2614142"/>
                  </a:lnTo>
                  <a:lnTo>
                    <a:pt x="972312" y="2621191"/>
                  </a:lnTo>
                  <a:lnTo>
                    <a:pt x="972134" y="2592578"/>
                  </a:lnTo>
                  <a:lnTo>
                    <a:pt x="896188" y="2631313"/>
                  </a:lnTo>
                  <a:lnTo>
                    <a:pt x="972642" y="2668778"/>
                  </a:lnTo>
                  <a:lnTo>
                    <a:pt x="972451" y="2640330"/>
                  </a:lnTo>
                  <a:lnTo>
                    <a:pt x="959688" y="2640330"/>
                  </a:lnTo>
                  <a:lnTo>
                    <a:pt x="972439" y="2640241"/>
                  </a:lnTo>
                  <a:lnTo>
                    <a:pt x="1919605" y="2633192"/>
                  </a:lnTo>
                  <a:lnTo>
                    <a:pt x="1919808" y="2661793"/>
                  </a:lnTo>
                  <a:lnTo>
                    <a:pt x="1975891" y="2633192"/>
                  </a:lnTo>
                  <a:lnTo>
                    <a:pt x="1995754" y="2623058"/>
                  </a:lnTo>
                  <a:close/>
                </a:path>
                <a:path w="4697730" h="2668904">
                  <a:moveTo>
                    <a:pt x="1995754" y="933831"/>
                  </a:moveTo>
                  <a:lnTo>
                    <a:pt x="1977542" y="924915"/>
                  </a:lnTo>
                  <a:lnTo>
                    <a:pt x="1919300" y="896366"/>
                  </a:lnTo>
                  <a:lnTo>
                    <a:pt x="1919478" y="924915"/>
                  </a:lnTo>
                  <a:lnTo>
                    <a:pt x="972312" y="931964"/>
                  </a:lnTo>
                  <a:lnTo>
                    <a:pt x="972134" y="903351"/>
                  </a:lnTo>
                  <a:lnTo>
                    <a:pt x="896188" y="942086"/>
                  </a:lnTo>
                  <a:lnTo>
                    <a:pt x="972642" y="979551"/>
                  </a:lnTo>
                  <a:lnTo>
                    <a:pt x="972451" y="951103"/>
                  </a:lnTo>
                  <a:lnTo>
                    <a:pt x="959688" y="951103"/>
                  </a:lnTo>
                  <a:lnTo>
                    <a:pt x="972439" y="951014"/>
                  </a:lnTo>
                  <a:lnTo>
                    <a:pt x="1919605" y="943965"/>
                  </a:lnTo>
                  <a:lnTo>
                    <a:pt x="1919808" y="972566"/>
                  </a:lnTo>
                  <a:lnTo>
                    <a:pt x="1975891" y="943965"/>
                  </a:lnTo>
                  <a:lnTo>
                    <a:pt x="1995754" y="933831"/>
                  </a:lnTo>
                  <a:close/>
                </a:path>
                <a:path w="4697730" h="2668904">
                  <a:moveTo>
                    <a:pt x="4655642" y="933831"/>
                  </a:moveTo>
                  <a:lnTo>
                    <a:pt x="4637430" y="924915"/>
                  </a:lnTo>
                  <a:lnTo>
                    <a:pt x="4579188" y="896366"/>
                  </a:lnTo>
                  <a:lnTo>
                    <a:pt x="4579417" y="924915"/>
                  </a:lnTo>
                  <a:lnTo>
                    <a:pt x="3632238" y="931964"/>
                  </a:lnTo>
                  <a:lnTo>
                    <a:pt x="3632022" y="903351"/>
                  </a:lnTo>
                  <a:lnTo>
                    <a:pt x="3556076" y="942086"/>
                  </a:lnTo>
                  <a:lnTo>
                    <a:pt x="3632657" y="979551"/>
                  </a:lnTo>
                  <a:lnTo>
                    <a:pt x="3632416" y="951103"/>
                  </a:lnTo>
                  <a:lnTo>
                    <a:pt x="3619703" y="951103"/>
                  </a:lnTo>
                  <a:lnTo>
                    <a:pt x="3632403" y="951014"/>
                  </a:lnTo>
                  <a:lnTo>
                    <a:pt x="4579582" y="943965"/>
                  </a:lnTo>
                  <a:lnTo>
                    <a:pt x="4579823" y="972566"/>
                  </a:lnTo>
                  <a:lnTo>
                    <a:pt x="4635817" y="943965"/>
                  </a:lnTo>
                  <a:lnTo>
                    <a:pt x="4655642" y="933831"/>
                  </a:lnTo>
                  <a:close/>
                </a:path>
                <a:path w="4697730" h="2668904">
                  <a:moveTo>
                    <a:pt x="4697298" y="2623058"/>
                  </a:moveTo>
                  <a:lnTo>
                    <a:pt x="4679086" y="2614142"/>
                  </a:lnTo>
                  <a:lnTo>
                    <a:pt x="4620844" y="2585593"/>
                  </a:lnTo>
                  <a:lnTo>
                    <a:pt x="4621022" y="2614142"/>
                  </a:lnTo>
                  <a:lnTo>
                    <a:pt x="3673856" y="2621191"/>
                  </a:lnTo>
                  <a:lnTo>
                    <a:pt x="3673678" y="2592578"/>
                  </a:lnTo>
                  <a:lnTo>
                    <a:pt x="3597732" y="2631313"/>
                  </a:lnTo>
                  <a:lnTo>
                    <a:pt x="3674186" y="2668778"/>
                  </a:lnTo>
                  <a:lnTo>
                    <a:pt x="3673995" y="2640330"/>
                  </a:lnTo>
                  <a:lnTo>
                    <a:pt x="3661232" y="2640330"/>
                  </a:lnTo>
                  <a:lnTo>
                    <a:pt x="3673983" y="2640241"/>
                  </a:lnTo>
                  <a:lnTo>
                    <a:pt x="4621149" y="2633192"/>
                  </a:lnTo>
                  <a:lnTo>
                    <a:pt x="4621352" y="2661793"/>
                  </a:lnTo>
                  <a:lnTo>
                    <a:pt x="4677435" y="2633192"/>
                  </a:lnTo>
                  <a:lnTo>
                    <a:pt x="4697298" y="2623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339" y="2450630"/>
              <a:ext cx="1884172" cy="89937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37487" y="2488679"/>
              <a:ext cx="1039368" cy="860183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036446" y="2680080"/>
              <a:ext cx="1456055" cy="473709"/>
            </a:xfrm>
            <a:custGeom>
              <a:avLst/>
              <a:gdLst/>
              <a:ahLst/>
              <a:cxnLst/>
              <a:rect l="l" t="t" r="r" b="b"/>
              <a:pathLst>
                <a:path w="1456055" h="473710">
                  <a:moveTo>
                    <a:pt x="1377061" y="0"/>
                  </a:moveTo>
                  <a:lnTo>
                    <a:pt x="78892" y="0"/>
                  </a:lnTo>
                  <a:lnTo>
                    <a:pt x="48182" y="6197"/>
                  </a:lnTo>
                  <a:lnTo>
                    <a:pt x="23106" y="23098"/>
                  </a:lnTo>
                  <a:lnTo>
                    <a:pt x="6199" y="48166"/>
                  </a:lnTo>
                  <a:lnTo>
                    <a:pt x="0" y="78867"/>
                  </a:lnTo>
                  <a:lnTo>
                    <a:pt x="0" y="394462"/>
                  </a:lnTo>
                  <a:lnTo>
                    <a:pt x="6199" y="425162"/>
                  </a:lnTo>
                  <a:lnTo>
                    <a:pt x="23106" y="450230"/>
                  </a:lnTo>
                  <a:lnTo>
                    <a:pt x="48182" y="467131"/>
                  </a:lnTo>
                  <a:lnTo>
                    <a:pt x="78892" y="473328"/>
                  </a:lnTo>
                  <a:lnTo>
                    <a:pt x="1377061" y="473328"/>
                  </a:lnTo>
                  <a:lnTo>
                    <a:pt x="1407761" y="467131"/>
                  </a:lnTo>
                  <a:lnTo>
                    <a:pt x="1432829" y="450230"/>
                  </a:lnTo>
                  <a:lnTo>
                    <a:pt x="1449730" y="425162"/>
                  </a:lnTo>
                  <a:lnTo>
                    <a:pt x="1455928" y="394462"/>
                  </a:lnTo>
                  <a:lnTo>
                    <a:pt x="1455928" y="78867"/>
                  </a:lnTo>
                  <a:lnTo>
                    <a:pt x="1449730" y="48166"/>
                  </a:lnTo>
                  <a:lnTo>
                    <a:pt x="1432829" y="23098"/>
                  </a:lnTo>
                  <a:lnTo>
                    <a:pt x="1407761" y="6197"/>
                  </a:lnTo>
                  <a:lnTo>
                    <a:pt x="1377061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691004" y="3333241"/>
              <a:ext cx="5351780" cy="692785"/>
            </a:xfrm>
            <a:custGeom>
              <a:avLst/>
              <a:gdLst/>
              <a:ahLst/>
              <a:cxnLst/>
              <a:rect l="l" t="t" r="r" b="b"/>
              <a:pathLst>
                <a:path w="5351780" h="692785">
                  <a:moveTo>
                    <a:pt x="0" y="608583"/>
                  </a:moveTo>
                  <a:lnTo>
                    <a:pt x="16382" y="692276"/>
                  </a:lnTo>
                  <a:lnTo>
                    <a:pt x="68606" y="634237"/>
                  </a:lnTo>
                  <a:lnTo>
                    <a:pt x="42290" y="634237"/>
                  </a:lnTo>
                  <a:lnTo>
                    <a:pt x="24383" y="627760"/>
                  </a:lnTo>
                  <a:lnTo>
                    <a:pt x="28457" y="616461"/>
                  </a:lnTo>
                  <a:lnTo>
                    <a:pt x="0" y="608583"/>
                  </a:lnTo>
                  <a:close/>
                </a:path>
                <a:path w="5351780" h="692785">
                  <a:moveTo>
                    <a:pt x="5305180" y="604926"/>
                  </a:moveTo>
                  <a:lnTo>
                    <a:pt x="5278501" y="612647"/>
                  </a:lnTo>
                  <a:lnTo>
                    <a:pt x="5336286" y="675258"/>
                  </a:lnTo>
                  <a:lnTo>
                    <a:pt x="5346943" y="617600"/>
                  </a:lnTo>
                  <a:lnTo>
                    <a:pt x="5309789" y="617600"/>
                  </a:lnTo>
                  <a:lnTo>
                    <a:pt x="5305180" y="604926"/>
                  </a:lnTo>
                  <a:close/>
                </a:path>
                <a:path w="5351780" h="692785">
                  <a:moveTo>
                    <a:pt x="28457" y="616461"/>
                  </a:moveTo>
                  <a:lnTo>
                    <a:pt x="24383" y="627760"/>
                  </a:lnTo>
                  <a:lnTo>
                    <a:pt x="42290" y="634237"/>
                  </a:lnTo>
                  <a:lnTo>
                    <a:pt x="46891" y="621564"/>
                  </a:lnTo>
                  <a:lnTo>
                    <a:pt x="28457" y="616461"/>
                  </a:lnTo>
                  <a:close/>
                </a:path>
                <a:path w="5351780" h="692785">
                  <a:moveTo>
                    <a:pt x="46891" y="621564"/>
                  </a:moveTo>
                  <a:lnTo>
                    <a:pt x="42290" y="634237"/>
                  </a:lnTo>
                  <a:lnTo>
                    <a:pt x="68606" y="634237"/>
                  </a:lnTo>
                  <a:lnTo>
                    <a:pt x="73406" y="628903"/>
                  </a:lnTo>
                  <a:lnTo>
                    <a:pt x="46891" y="621564"/>
                  </a:lnTo>
                  <a:close/>
                </a:path>
                <a:path w="5351780" h="692785">
                  <a:moveTo>
                    <a:pt x="2676271" y="0"/>
                  </a:moveTo>
                  <a:lnTo>
                    <a:pt x="2551430" y="1015"/>
                  </a:lnTo>
                  <a:lnTo>
                    <a:pt x="2426970" y="3936"/>
                  </a:lnTo>
                  <a:lnTo>
                    <a:pt x="2302891" y="8762"/>
                  </a:lnTo>
                  <a:lnTo>
                    <a:pt x="2179573" y="15366"/>
                  </a:lnTo>
                  <a:lnTo>
                    <a:pt x="2057272" y="23749"/>
                  </a:lnTo>
                  <a:lnTo>
                    <a:pt x="1936115" y="33781"/>
                  </a:lnTo>
                  <a:lnTo>
                    <a:pt x="1816481" y="45465"/>
                  </a:lnTo>
                  <a:lnTo>
                    <a:pt x="1698497" y="58800"/>
                  </a:lnTo>
                  <a:lnTo>
                    <a:pt x="1582420" y="73532"/>
                  </a:lnTo>
                  <a:lnTo>
                    <a:pt x="1468627" y="89661"/>
                  </a:lnTo>
                  <a:lnTo>
                    <a:pt x="1357249" y="107314"/>
                  </a:lnTo>
                  <a:lnTo>
                    <a:pt x="1248537" y="126237"/>
                  </a:lnTo>
                  <a:lnTo>
                    <a:pt x="1142619" y="146303"/>
                  </a:lnTo>
                  <a:lnTo>
                    <a:pt x="1040002" y="167639"/>
                  </a:lnTo>
                  <a:lnTo>
                    <a:pt x="940815" y="190118"/>
                  </a:lnTo>
                  <a:lnTo>
                    <a:pt x="845184" y="213740"/>
                  </a:lnTo>
                  <a:lnTo>
                    <a:pt x="753363" y="238251"/>
                  </a:lnTo>
                  <a:lnTo>
                    <a:pt x="665861" y="263778"/>
                  </a:lnTo>
                  <a:lnTo>
                    <a:pt x="582676" y="290067"/>
                  </a:lnTo>
                  <a:lnTo>
                    <a:pt x="503936" y="317246"/>
                  </a:lnTo>
                  <a:lnTo>
                    <a:pt x="430149" y="345312"/>
                  </a:lnTo>
                  <a:lnTo>
                    <a:pt x="361442" y="374014"/>
                  </a:lnTo>
                  <a:lnTo>
                    <a:pt x="298069" y="403351"/>
                  </a:lnTo>
                  <a:lnTo>
                    <a:pt x="240156" y="433324"/>
                  </a:lnTo>
                  <a:lnTo>
                    <a:pt x="188087" y="463803"/>
                  </a:lnTo>
                  <a:lnTo>
                    <a:pt x="142112" y="494918"/>
                  </a:lnTo>
                  <a:lnTo>
                    <a:pt x="102234" y="526541"/>
                  </a:lnTo>
                  <a:lnTo>
                    <a:pt x="68833" y="558672"/>
                  </a:lnTo>
                  <a:lnTo>
                    <a:pt x="42335" y="591438"/>
                  </a:lnTo>
                  <a:lnTo>
                    <a:pt x="32131" y="607186"/>
                  </a:lnTo>
                  <a:lnTo>
                    <a:pt x="31622" y="607821"/>
                  </a:lnTo>
                  <a:lnTo>
                    <a:pt x="31114" y="609091"/>
                  </a:lnTo>
                  <a:lnTo>
                    <a:pt x="28457" y="616461"/>
                  </a:lnTo>
                  <a:lnTo>
                    <a:pt x="46891" y="621564"/>
                  </a:lnTo>
                  <a:lnTo>
                    <a:pt x="48330" y="617600"/>
                  </a:lnTo>
                  <a:lnTo>
                    <a:pt x="48006" y="617600"/>
                  </a:lnTo>
                  <a:lnTo>
                    <a:pt x="48738" y="616461"/>
                  </a:lnTo>
                  <a:lnTo>
                    <a:pt x="49021" y="615695"/>
                  </a:lnTo>
                  <a:lnTo>
                    <a:pt x="49230" y="615695"/>
                  </a:lnTo>
                  <a:lnTo>
                    <a:pt x="58174" y="601782"/>
                  </a:lnTo>
                  <a:lnTo>
                    <a:pt x="83312" y="571118"/>
                  </a:lnTo>
                  <a:lnTo>
                    <a:pt x="115062" y="540511"/>
                  </a:lnTo>
                  <a:lnTo>
                    <a:pt x="153669" y="510031"/>
                  </a:lnTo>
                  <a:lnTo>
                    <a:pt x="198500" y="479805"/>
                  </a:lnTo>
                  <a:lnTo>
                    <a:pt x="249808" y="449706"/>
                  </a:lnTo>
                  <a:lnTo>
                    <a:pt x="306705" y="420242"/>
                  </a:lnTo>
                  <a:lnTo>
                    <a:pt x="369443" y="391286"/>
                  </a:lnTo>
                  <a:lnTo>
                    <a:pt x="437514" y="362838"/>
                  </a:lnTo>
                  <a:lnTo>
                    <a:pt x="510794" y="335025"/>
                  </a:lnTo>
                  <a:lnTo>
                    <a:pt x="588899" y="308101"/>
                  </a:lnTo>
                  <a:lnTo>
                    <a:pt x="671576" y="281939"/>
                  </a:lnTo>
                  <a:lnTo>
                    <a:pt x="758697" y="256539"/>
                  </a:lnTo>
                  <a:lnTo>
                    <a:pt x="849535" y="232282"/>
                  </a:lnTo>
                  <a:lnTo>
                    <a:pt x="945261" y="208660"/>
                  </a:lnTo>
                  <a:lnTo>
                    <a:pt x="1044194" y="186181"/>
                  </a:lnTo>
                  <a:lnTo>
                    <a:pt x="1146556" y="164973"/>
                  </a:lnTo>
                  <a:lnTo>
                    <a:pt x="1252093" y="144906"/>
                  </a:lnTo>
                  <a:lnTo>
                    <a:pt x="1359818" y="126237"/>
                  </a:lnTo>
                  <a:lnTo>
                    <a:pt x="1471676" y="108457"/>
                  </a:lnTo>
                  <a:lnTo>
                    <a:pt x="1585086" y="92455"/>
                  </a:lnTo>
                  <a:lnTo>
                    <a:pt x="1700910" y="77724"/>
                  </a:lnTo>
                  <a:lnTo>
                    <a:pt x="1818640" y="64515"/>
                  </a:lnTo>
                  <a:lnTo>
                    <a:pt x="1938020" y="52704"/>
                  </a:lnTo>
                  <a:lnTo>
                    <a:pt x="2058796" y="42799"/>
                  </a:lnTo>
                  <a:lnTo>
                    <a:pt x="2180844" y="34416"/>
                  </a:lnTo>
                  <a:lnTo>
                    <a:pt x="2303907" y="27812"/>
                  </a:lnTo>
                  <a:lnTo>
                    <a:pt x="2427732" y="22986"/>
                  </a:lnTo>
                  <a:lnTo>
                    <a:pt x="2551937" y="20065"/>
                  </a:lnTo>
                  <a:lnTo>
                    <a:pt x="3233304" y="19050"/>
                  </a:lnTo>
                  <a:lnTo>
                    <a:pt x="3173095" y="14985"/>
                  </a:lnTo>
                  <a:lnTo>
                    <a:pt x="3049778" y="8508"/>
                  </a:lnTo>
                  <a:lnTo>
                    <a:pt x="2929052" y="3936"/>
                  </a:lnTo>
                  <a:lnTo>
                    <a:pt x="2931362" y="3936"/>
                  </a:lnTo>
                  <a:lnTo>
                    <a:pt x="2801111" y="1015"/>
                  </a:lnTo>
                  <a:lnTo>
                    <a:pt x="2676271" y="0"/>
                  </a:lnTo>
                  <a:close/>
                </a:path>
                <a:path w="5351780" h="692785">
                  <a:moveTo>
                    <a:pt x="49021" y="615695"/>
                  </a:moveTo>
                  <a:lnTo>
                    <a:pt x="48006" y="617600"/>
                  </a:lnTo>
                  <a:lnTo>
                    <a:pt x="48330" y="617600"/>
                  </a:lnTo>
                  <a:lnTo>
                    <a:pt x="49021" y="615695"/>
                  </a:lnTo>
                  <a:close/>
                </a:path>
                <a:path w="5351780" h="692785">
                  <a:moveTo>
                    <a:pt x="5323513" y="599620"/>
                  </a:moveTo>
                  <a:lnTo>
                    <a:pt x="5305180" y="604926"/>
                  </a:lnTo>
                  <a:lnTo>
                    <a:pt x="5309789" y="617600"/>
                  </a:lnTo>
                  <a:lnTo>
                    <a:pt x="5309391" y="617600"/>
                  </a:lnTo>
                  <a:lnTo>
                    <a:pt x="5327650" y="610996"/>
                  </a:lnTo>
                  <a:lnTo>
                    <a:pt x="5323513" y="599620"/>
                  </a:lnTo>
                  <a:close/>
                </a:path>
                <a:path w="5351780" h="692785">
                  <a:moveTo>
                    <a:pt x="5351780" y="591438"/>
                  </a:moveTo>
                  <a:lnTo>
                    <a:pt x="5323513" y="599620"/>
                  </a:lnTo>
                  <a:lnTo>
                    <a:pt x="5327650" y="610996"/>
                  </a:lnTo>
                  <a:lnTo>
                    <a:pt x="5309391" y="617600"/>
                  </a:lnTo>
                  <a:lnTo>
                    <a:pt x="5346943" y="617600"/>
                  </a:lnTo>
                  <a:lnTo>
                    <a:pt x="5351780" y="591438"/>
                  </a:lnTo>
                  <a:close/>
                </a:path>
                <a:path w="5351780" h="692785">
                  <a:moveTo>
                    <a:pt x="49230" y="615695"/>
                  </a:moveTo>
                  <a:lnTo>
                    <a:pt x="49021" y="615695"/>
                  </a:lnTo>
                  <a:lnTo>
                    <a:pt x="48744" y="616461"/>
                  </a:lnTo>
                  <a:lnTo>
                    <a:pt x="49230" y="615695"/>
                  </a:lnTo>
                  <a:close/>
                </a:path>
                <a:path w="5351780" h="692785">
                  <a:moveTo>
                    <a:pt x="5304037" y="601782"/>
                  </a:moveTo>
                  <a:lnTo>
                    <a:pt x="5305180" y="604926"/>
                  </a:lnTo>
                  <a:lnTo>
                    <a:pt x="5312727" y="602741"/>
                  </a:lnTo>
                  <a:lnTo>
                    <a:pt x="5304663" y="602741"/>
                  </a:lnTo>
                  <a:lnTo>
                    <a:pt x="5304037" y="601782"/>
                  </a:lnTo>
                  <a:close/>
                </a:path>
                <a:path w="5351780" h="692785">
                  <a:moveTo>
                    <a:pt x="3233304" y="19050"/>
                  </a:moveTo>
                  <a:lnTo>
                    <a:pt x="2676524" y="19050"/>
                  </a:lnTo>
                  <a:lnTo>
                    <a:pt x="2800985" y="20065"/>
                  </a:lnTo>
                  <a:lnTo>
                    <a:pt x="2930969" y="22986"/>
                  </a:lnTo>
                  <a:lnTo>
                    <a:pt x="2928661" y="22986"/>
                  </a:lnTo>
                  <a:lnTo>
                    <a:pt x="3049016" y="27558"/>
                  </a:lnTo>
                  <a:lnTo>
                    <a:pt x="3172079" y="34035"/>
                  </a:lnTo>
                  <a:lnTo>
                    <a:pt x="3294126" y="42163"/>
                  </a:lnTo>
                  <a:lnTo>
                    <a:pt x="3414903" y="51942"/>
                  </a:lnTo>
                  <a:lnTo>
                    <a:pt x="3534409" y="63373"/>
                  </a:lnTo>
                  <a:lnTo>
                    <a:pt x="3652011" y="76326"/>
                  </a:lnTo>
                  <a:lnTo>
                    <a:pt x="3767835" y="90550"/>
                  </a:lnTo>
                  <a:lnTo>
                    <a:pt x="3881374" y="106299"/>
                  </a:lnTo>
                  <a:lnTo>
                    <a:pt x="3992499" y="123443"/>
                  </a:lnTo>
                  <a:lnTo>
                    <a:pt x="4100829" y="141858"/>
                  </a:lnTo>
                  <a:lnTo>
                    <a:pt x="4206367" y="161416"/>
                  </a:lnTo>
                  <a:lnTo>
                    <a:pt x="4308729" y="182117"/>
                  </a:lnTo>
                  <a:lnTo>
                    <a:pt x="4407661" y="203961"/>
                  </a:lnTo>
                  <a:lnTo>
                    <a:pt x="4502911" y="226822"/>
                  </a:lnTo>
                  <a:lnTo>
                    <a:pt x="4594225" y="250698"/>
                  </a:lnTo>
                  <a:lnTo>
                    <a:pt x="4681347" y="275462"/>
                  </a:lnTo>
                  <a:lnTo>
                    <a:pt x="4764278" y="300989"/>
                  </a:lnTo>
                  <a:lnTo>
                    <a:pt x="4842383" y="327405"/>
                  </a:lnTo>
                  <a:lnTo>
                    <a:pt x="4915535" y="354456"/>
                  </a:lnTo>
                  <a:lnTo>
                    <a:pt x="4983607" y="382142"/>
                  </a:lnTo>
                  <a:lnTo>
                    <a:pt x="5046345" y="410463"/>
                  </a:lnTo>
                  <a:lnTo>
                    <a:pt x="5103495" y="439292"/>
                  </a:lnTo>
                  <a:lnTo>
                    <a:pt x="5154676" y="468502"/>
                  </a:lnTo>
                  <a:lnTo>
                    <a:pt x="5199380" y="498093"/>
                  </a:lnTo>
                  <a:lnTo>
                    <a:pt x="5238115" y="527938"/>
                  </a:lnTo>
                  <a:lnTo>
                    <a:pt x="5269992" y="557783"/>
                  </a:lnTo>
                  <a:lnTo>
                    <a:pt x="5294884" y="587755"/>
                  </a:lnTo>
                  <a:lnTo>
                    <a:pt x="5304663" y="602741"/>
                  </a:lnTo>
                  <a:lnTo>
                    <a:pt x="5303647" y="600709"/>
                  </a:lnTo>
                  <a:lnTo>
                    <a:pt x="5319747" y="600709"/>
                  </a:lnTo>
                  <a:lnTo>
                    <a:pt x="5323513" y="599620"/>
                  </a:lnTo>
                  <a:lnTo>
                    <a:pt x="5321554" y="594232"/>
                  </a:lnTo>
                  <a:lnTo>
                    <a:pt x="5321300" y="593470"/>
                  </a:lnTo>
                  <a:lnTo>
                    <a:pt x="5321046" y="592835"/>
                  </a:lnTo>
                  <a:lnTo>
                    <a:pt x="5320538" y="592200"/>
                  </a:lnTo>
                  <a:lnTo>
                    <a:pt x="5309870" y="576071"/>
                  </a:lnTo>
                  <a:lnTo>
                    <a:pt x="5283327" y="544321"/>
                  </a:lnTo>
                  <a:lnTo>
                    <a:pt x="5250053" y="513079"/>
                  </a:lnTo>
                  <a:lnTo>
                    <a:pt x="5210175" y="482345"/>
                  </a:lnTo>
                  <a:lnTo>
                    <a:pt x="5164074" y="451992"/>
                  </a:lnTo>
                  <a:lnTo>
                    <a:pt x="5112004" y="422401"/>
                  </a:lnTo>
                  <a:lnTo>
                    <a:pt x="5054219" y="393064"/>
                  </a:lnTo>
                  <a:lnTo>
                    <a:pt x="4990846" y="364489"/>
                  </a:lnTo>
                  <a:lnTo>
                    <a:pt x="4922139" y="336550"/>
                  </a:lnTo>
                  <a:lnTo>
                    <a:pt x="4848479" y="309372"/>
                  </a:lnTo>
                  <a:lnTo>
                    <a:pt x="4769866" y="282828"/>
                  </a:lnTo>
                  <a:lnTo>
                    <a:pt x="4686554" y="257048"/>
                  </a:lnTo>
                  <a:lnTo>
                    <a:pt x="4599051" y="232282"/>
                  </a:lnTo>
                  <a:lnTo>
                    <a:pt x="4507357" y="208279"/>
                  </a:lnTo>
                  <a:lnTo>
                    <a:pt x="4411726" y="185292"/>
                  </a:lnTo>
                  <a:lnTo>
                    <a:pt x="4312539" y="163449"/>
                  </a:lnTo>
                  <a:lnTo>
                    <a:pt x="4209796" y="142748"/>
                  </a:lnTo>
                  <a:lnTo>
                    <a:pt x="4104131" y="123062"/>
                  </a:lnTo>
                  <a:lnTo>
                    <a:pt x="3995293" y="104648"/>
                  </a:lnTo>
                  <a:lnTo>
                    <a:pt x="3883914" y="87502"/>
                  </a:lnTo>
                  <a:lnTo>
                    <a:pt x="3770122" y="71627"/>
                  </a:lnTo>
                  <a:lnTo>
                    <a:pt x="3654171" y="57276"/>
                  </a:lnTo>
                  <a:lnTo>
                    <a:pt x="3536187" y="44323"/>
                  </a:lnTo>
                  <a:lnTo>
                    <a:pt x="3416427" y="32892"/>
                  </a:lnTo>
                  <a:lnTo>
                    <a:pt x="3295396" y="23240"/>
                  </a:lnTo>
                  <a:lnTo>
                    <a:pt x="3233304" y="19050"/>
                  </a:lnTo>
                  <a:close/>
                </a:path>
                <a:path w="5351780" h="692785">
                  <a:moveTo>
                    <a:pt x="5319747" y="600709"/>
                  </a:moveTo>
                  <a:lnTo>
                    <a:pt x="5303647" y="600709"/>
                  </a:lnTo>
                  <a:lnTo>
                    <a:pt x="5304663" y="602741"/>
                  </a:lnTo>
                  <a:lnTo>
                    <a:pt x="5312727" y="602741"/>
                  </a:lnTo>
                  <a:lnTo>
                    <a:pt x="5319747" y="6007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35834" y="4312285"/>
              <a:ext cx="339610" cy="308737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90643" y="4312285"/>
              <a:ext cx="339610" cy="308737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45577" y="4312285"/>
              <a:ext cx="339610" cy="308737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35834" y="5992494"/>
              <a:ext cx="339610" cy="30873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90643" y="5992494"/>
              <a:ext cx="339610" cy="308737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45577" y="5992494"/>
              <a:ext cx="339610" cy="308737"/>
            </a:xfrm>
            <a:prstGeom prst="rect">
              <a:avLst/>
            </a:prstGeom>
          </p:spPr>
        </p:pic>
      </p:grpSp>
      <p:grpSp>
        <p:nvGrpSpPr>
          <p:cNvPr id="49" name="object 49" descr=""/>
          <p:cNvGrpSpPr/>
          <p:nvPr/>
        </p:nvGrpSpPr>
        <p:grpSpPr>
          <a:xfrm>
            <a:off x="9758171" y="3953281"/>
            <a:ext cx="2005330" cy="1208405"/>
            <a:chOff x="9758171" y="3953281"/>
            <a:chExt cx="2005330" cy="1208405"/>
          </a:xfrm>
        </p:grpSpPr>
        <p:pic>
          <p:nvPicPr>
            <p:cNvPr id="50" name="object 5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58171" y="3953281"/>
              <a:ext cx="2004822" cy="120787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965435" y="4107205"/>
              <a:ext cx="1653539" cy="94815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9965562" y="4169918"/>
              <a:ext cx="1600835" cy="803275"/>
            </a:xfrm>
            <a:custGeom>
              <a:avLst/>
              <a:gdLst/>
              <a:ahLst/>
              <a:cxnLst/>
              <a:rect l="l" t="t" r="r" b="b"/>
              <a:pathLst>
                <a:path w="1600834" h="803275">
                  <a:moveTo>
                    <a:pt x="1466595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669036"/>
                  </a:lnTo>
                  <a:lnTo>
                    <a:pt x="6825" y="711340"/>
                  </a:lnTo>
                  <a:lnTo>
                    <a:pt x="25830" y="748084"/>
                  </a:lnTo>
                  <a:lnTo>
                    <a:pt x="54809" y="777063"/>
                  </a:lnTo>
                  <a:lnTo>
                    <a:pt x="91553" y="796068"/>
                  </a:lnTo>
                  <a:lnTo>
                    <a:pt x="133857" y="802894"/>
                  </a:lnTo>
                  <a:lnTo>
                    <a:pt x="1466595" y="802894"/>
                  </a:lnTo>
                  <a:lnTo>
                    <a:pt x="1508900" y="796068"/>
                  </a:lnTo>
                  <a:lnTo>
                    <a:pt x="1545644" y="777063"/>
                  </a:lnTo>
                  <a:lnTo>
                    <a:pt x="1574623" y="748084"/>
                  </a:lnTo>
                  <a:lnTo>
                    <a:pt x="1593628" y="711340"/>
                  </a:lnTo>
                  <a:lnTo>
                    <a:pt x="1600453" y="669036"/>
                  </a:lnTo>
                  <a:lnTo>
                    <a:pt x="1600453" y="133858"/>
                  </a:lnTo>
                  <a:lnTo>
                    <a:pt x="1593628" y="91553"/>
                  </a:lnTo>
                  <a:lnTo>
                    <a:pt x="1574623" y="54809"/>
                  </a:lnTo>
                  <a:lnTo>
                    <a:pt x="1545644" y="25830"/>
                  </a:lnTo>
                  <a:lnTo>
                    <a:pt x="1508900" y="6825"/>
                  </a:lnTo>
                  <a:lnTo>
                    <a:pt x="146659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0259314" y="4359402"/>
            <a:ext cx="1014094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 marR="5080" indent="-140335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73360"/>
                </a:solidFill>
                <a:latin typeface="Malgun Gothic"/>
                <a:cs typeface="Malgun Gothic"/>
              </a:rPr>
              <a:t>Microservice Producer</a:t>
            </a:r>
            <a:endParaRPr sz="1300">
              <a:latin typeface="Malgun Gothic"/>
              <a:cs typeface="Malgun Gothic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11707748" y="2676144"/>
            <a:ext cx="2722245" cy="3075940"/>
            <a:chOff x="11707748" y="2676144"/>
            <a:chExt cx="2722245" cy="3075940"/>
          </a:xfrm>
        </p:grpSpPr>
        <p:sp>
          <p:nvSpPr>
            <p:cNvPr id="55" name="object 55" descr=""/>
            <p:cNvSpPr/>
            <p:nvPr/>
          </p:nvSpPr>
          <p:spPr>
            <a:xfrm>
              <a:off x="11707748" y="4533264"/>
              <a:ext cx="497840" cy="76200"/>
            </a:xfrm>
            <a:custGeom>
              <a:avLst/>
              <a:gdLst/>
              <a:ahLst/>
              <a:cxnLst/>
              <a:rect l="l" t="t" r="r" b="b"/>
              <a:pathLst>
                <a:path w="497840" h="76200">
                  <a:moveTo>
                    <a:pt x="421512" y="0"/>
                  </a:moveTo>
                  <a:lnTo>
                    <a:pt x="421512" y="76200"/>
                  </a:lnTo>
                  <a:lnTo>
                    <a:pt x="478662" y="47625"/>
                  </a:lnTo>
                  <a:lnTo>
                    <a:pt x="434212" y="47625"/>
                  </a:lnTo>
                  <a:lnTo>
                    <a:pt x="434212" y="28575"/>
                  </a:lnTo>
                  <a:lnTo>
                    <a:pt x="478662" y="28575"/>
                  </a:lnTo>
                  <a:lnTo>
                    <a:pt x="421512" y="0"/>
                  </a:lnTo>
                  <a:close/>
                </a:path>
                <a:path w="497840" h="76200">
                  <a:moveTo>
                    <a:pt x="421512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21512" y="47625"/>
                  </a:lnTo>
                  <a:lnTo>
                    <a:pt x="421512" y="28575"/>
                  </a:lnTo>
                  <a:close/>
                </a:path>
                <a:path w="497840" h="76200">
                  <a:moveTo>
                    <a:pt x="478662" y="28575"/>
                  </a:moveTo>
                  <a:lnTo>
                    <a:pt x="434212" y="28575"/>
                  </a:lnTo>
                  <a:lnTo>
                    <a:pt x="434212" y="47625"/>
                  </a:lnTo>
                  <a:lnTo>
                    <a:pt x="478662" y="47625"/>
                  </a:lnTo>
                  <a:lnTo>
                    <a:pt x="497712" y="38100"/>
                  </a:lnTo>
                  <a:lnTo>
                    <a:pt x="478662" y="285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158471" y="2676144"/>
              <a:ext cx="2271014" cy="3075685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435839" y="2854452"/>
              <a:ext cx="1782190" cy="1334008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12365227" y="2892933"/>
              <a:ext cx="1866900" cy="2670810"/>
            </a:xfrm>
            <a:custGeom>
              <a:avLst/>
              <a:gdLst/>
              <a:ahLst/>
              <a:cxnLst/>
              <a:rect l="l" t="t" r="r" b="b"/>
              <a:pathLst>
                <a:path w="1866900" h="2670810">
                  <a:moveTo>
                    <a:pt x="1555495" y="0"/>
                  </a:moveTo>
                  <a:lnTo>
                    <a:pt x="311150" y="0"/>
                  </a:lnTo>
                  <a:lnTo>
                    <a:pt x="265173" y="3373"/>
                  </a:lnTo>
                  <a:lnTo>
                    <a:pt x="221290" y="13174"/>
                  </a:lnTo>
                  <a:lnTo>
                    <a:pt x="179982" y="28921"/>
                  </a:lnTo>
                  <a:lnTo>
                    <a:pt x="141731" y="50131"/>
                  </a:lnTo>
                  <a:lnTo>
                    <a:pt x="107017" y="76324"/>
                  </a:lnTo>
                  <a:lnTo>
                    <a:pt x="76324" y="107017"/>
                  </a:lnTo>
                  <a:lnTo>
                    <a:pt x="50131" y="141731"/>
                  </a:lnTo>
                  <a:lnTo>
                    <a:pt x="28921" y="179982"/>
                  </a:lnTo>
                  <a:lnTo>
                    <a:pt x="13174" y="221290"/>
                  </a:lnTo>
                  <a:lnTo>
                    <a:pt x="3373" y="265173"/>
                  </a:lnTo>
                  <a:lnTo>
                    <a:pt x="0" y="311150"/>
                  </a:lnTo>
                  <a:lnTo>
                    <a:pt x="0" y="2359406"/>
                  </a:lnTo>
                  <a:lnTo>
                    <a:pt x="3373" y="2405382"/>
                  </a:lnTo>
                  <a:lnTo>
                    <a:pt x="13174" y="2449265"/>
                  </a:lnTo>
                  <a:lnTo>
                    <a:pt x="28921" y="2490573"/>
                  </a:lnTo>
                  <a:lnTo>
                    <a:pt x="50131" y="2528824"/>
                  </a:lnTo>
                  <a:lnTo>
                    <a:pt x="76324" y="2563538"/>
                  </a:lnTo>
                  <a:lnTo>
                    <a:pt x="107017" y="2594231"/>
                  </a:lnTo>
                  <a:lnTo>
                    <a:pt x="141731" y="2620424"/>
                  </a:lnTo>
                  <a:lnTo>
                    <a:pt x="179982" y="2641634"/>
                  </a:lnTo>
                  <a:lnTo>
                    <a:pt x="221290" y="2657381"/>
                  </a:lnTo>
                  <a:lnTo>
                    <a:pt x="265173" y="2667182"/>
                  </a:lnTo>
                  <a:lnTo>
                    <a:pt x="311150" y="2670556"/>
                  </a:lnTo>
                  <a:lnTo>
                    <a:pt x="1555495" y="2670556"/>
                  </a:lnTo>
                  <a:lnTo>
                    <a:pt x="1601472" y="2667182"/>
                  </a:lnTo>
                  <a:lnTo>
                    <a:pt x="1645355" y="2657381"/>
                  </a:lnTo>
                  <a:lnTo>
                    <a:pt x="1686663" y="2641634"/>
                  </a:lnTo>
                  <a:lnTo>
                    <a:pt x="1724914" y="2620424"/>
                  </a:lnTo>
                  <a:lnTo>
                    <a:pt x="1759628" y="2594231"/>
                  </a:lnTo>
                  <a:lnTo>
                    <a:pt x="1790321" y="2563538"/>
                  </a:lnTo>
                  <a:lnTo>
                    <a:pt x="1816514" y="2528824"/>
                  </a:lnTo>
                  <a:lnTo>
                    <a:pt x="1837724" y="2490573"/>
                  </a:lnTo>
                  <a:lnTo>
                    <a:pt x="1853471" y="2449265"/>
                  </a:lnTo>
                  <a:lnTo>
                    <a:pt x="1863272" y="2405382"/>
                  </a:lnTo>
                  <a:lnTo>
                    <a:pt x="1866645" y="2359406"/>
                  </a:lnTo>
                  <a:lnTo>
                    <a:pt x="1866645" y="311150"/>
                  </a:lnTo>
                  <a:lnTo>
                    <a:pt x="1863272" y="265173"/>
                  </a:lnTo>
                  <a:lnTo>
                    <a:pt x="1853471" y="221290"/>
                  </a:lnTo>
                  <a:lnTo>
                    <a:pt x="1837724" y="179982"/>
                  </a:lnTo>
                  <a:lnTo>
                    <a:pt x="1816514" y="141731"/>
                  </a:lnTo>
                  <a:lnTo>
                    <a:pt x="1790321" y="107017"/>
                  </a:lnTo>
                  <a:lnTo>
                    <a:pt x="1759628" y="76324"/>
                  </a:lnTo>
                  <a:lnTo>
                    <a:pt x="1724914" y="50131"/>
                  </a:lnTo>
                  <a:lnTo>
                    <a:pt x="1686663" y="28921"/>
                  </a:lnTo>
                  <a:lnTo>
                    <a:pt x="1645355" y="13174"/>
                  </a:lnTo>
                  <a:lnTo>
                    <a:pt x="1601472" y="3373"/>
                  </a:lnTo>
                  <a:lnTo>
                    <a:pt x="155549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2755371" y="3115817"/>
            <a:ext cx="1086485" cy="769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270">
              <a:lnSpc>
                <a:spcPct val="1016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Legacy Messaging Queue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12277343" y="3939565"/>
            <a:ext cx="2027555" cy="875665"/>
            <a:chOff x="12277343" y="3939565"/>
            <a:chExt cx="2027555" cy="875665"/>
          </a:xfrm>
        </p:grpSpPr>
        <p:pic>
          <p:nvPicPr>
            <p:cNvPr id="61" name="object 6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277343" y="3939565"/>
              <a:ext cx="2027174" cy="829411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536423" y="3954767"/>
              <a:ext cx="1508760" cy="86018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12498323" y="4169917"/>
              <a:ext cx="1600835" cy="401955"/>
            </a:xfrm>
            <a:custGeom>
              <a:avLst/>
              <a:gdLst/>
              <a:ahLst/>
              <a:cxnLst/>
              <a:rect l="l" t="t" r="r" b="b"/>
              <a:pathLst>
                <a:path w="1600834" h="401954">
                  <a:moveTo>
                    <a:pt x="1533524" y="0"/>
                  </a:moveTo>
                  <a:lnTo>
                    <a:pt x="66928" y="0"/>
                  </a:lnTo>
                  <a:lnTo>
                    <a:pt x="40880" y="5260"/>
                  </a:lnTo>
                  <a:lnTo>
                    <a:pt x="19605" y="19605"/>
                  </a:lnTo>
                  <a:lnTo>
                    <a:pt x="5260" y="40880"/>
                  </a:lnTo>
                  <a:lnTo>
                    <a:pt x="0" y="66929"/>
                  </a:lnTo>
                  <a:lnTo>
                    <a:pt x="0" y="334772"/>
                  </a:lnTo>
                  <a:lnTo>
                    <a:pt x="5260" y="360820"/>
                  </a:lnTo>
                  <a:lnTo>
                    <a:pt x="19605" y="382095"/>
                  </a:lnTo>
                  <a:lnTo>
                    <a:pt x="40880" y="396440"/>
                  </a:lnTo>
                  <a:lnTo>
                    <a:pt x="66928" y="401701"/>
                  </a:lnTo>
                  <a:lnTo>
                    <a:pt x="1533524" y="401701"/>
                  </a:lnTo>
                  <a:lnTo>
                    <a:pt x="1559573" y="396440"/>
                  </a:lnTo>
                  <a:lnTo>
                    <a:pt x="1580848" y="382095"/>
                  </a:lnTo>
                  <a:lnTo>
                    <a:pt x="1595193" y="360820"/>
                  </a:lnTo>
                  <a:lnTo>
                    <a:pt x="1600454" y="334772"/>
                  </a:lnTo>
                  <a:lnTo>
                    <a:pt x="1600454" y="66929"/>
                  </a:lnTo>
                  <a:lnTo>
                    <a:pt x="1595193" y="40880"/>
                  </a:lnTo>
                  <a:lnTo>
                    <a:pt x="1580848" y="19605"/>
                  </a:lnTo>
                  <a:lnTo>
                    <a:pt x="1559573" y="5260"/>
                  </a:lnTo>
                  <a:lnTo>
                    <a:pt x="1533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2869926" y="4230115"/>
            <a:ext cx="858519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Queue</a:t>
            </a:r>
            <a:r>
              <a:rPr dirty="0" sz="1600" spc="9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1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12277343" y="4578070"/>
            <a:ext cx="2027555" cy="875665"/>
            <a:chOff x="12277343" y="4578070"/>
            <a:chExt cx="2027555" cy="875665"/>
          </a:xfrm>
        </p:grpSpPr>
        <p:pic>
          <p:nvPicPr>
            <p:cNvPr id="66" name="object 6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277343" y="4578070"/>
              <a:ext cx="2027174" cy="827938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536423" y="4591862"/>
              <a:ext cx="1508760" cy="861644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2498323" y="4807711"/>
              <a:ext cx="1600835" cy="401955"/>
            </a:xfrm>
            <a:custGeom>
              <a:avLst/>
              <a:gdLst/>
              <a:ahLst/>
              <a:cxnLst/>
              <a:rect l="l" t="t" r="r" b="b"/>
              <a:pathLst>
                <a:path w="1600834" h="401954">
                  <a:moveTo>
                    <a:pt x="1533524" y="0"/>
                  </a:moveTo>
                  <a:lnTo>
                    <a:pt x="66928" y="0"/>
                  </a:lnTo>
                  <a:lnTo>
                    <a:pt x="40880" y="5262"/>
                  </a:lnTo>
                  <a:lnTo>
                    <a:pt x="19605" y="19621"/>
                  </a:lnTo>
                  <a:lnTo>
                    <a:pt x="5260" y="40933"/>
                  </a:lnTo>
                  <a:lnTo>
                    <a:pt x="0" y="67055"/>
                  </a:lnTo>
                  <a:lnTo>
                    <a:pt x="0" y="334772"/>
                  </a:lnTo>
                  <a:lnTo>
                    <a:pt x="5260" y="360820"/>
                  </a:lnTo>
                  <a:lnTo>
                    <a:pt x="19605" y="382095"/>
                  </a:lnTo>
                  <a:lnTo>
                    <a:pt x="40880" y="396440"/>
                  </a:lnTo>
                  <a:lnTo>
                    <a:pt x="66928" y="401700"/>
                  </a:lnTo>
                  <a:lnTo>
                    <a:pt x="1533524" y="401700"/>
                  </a:lnTo>
                  <a:lnTo>
                    <a:pt x="1559573" y="396440"/>
                  </a:lnTo>
                  <a:lnTo>
                    <a:pt x="1580848" y="382095"/>
                  </a:lnTo>
                  <a:lnTo>
                    <a:pt x="1595193" y="360820"/>
                  </a:lnTo>
                  <a:lnTo>
                    <a:pt x="1600454" y="334772"/>
                  </a:lnTo>
                  <a:lnTo>
                    <a:pt x="1600454" y="67055"/>
                  </a:lnTo>
                  <a:lnTo>
                    <a:pt x="1595193" y="40933"/>
                  </a:lnTo>
                  <a:lnTo>
                    <a:pt x="1580848" y="19621"/>
                  </a:lnTo>
                  <a:lnTo>
                    <a:pt x="1559573" y="5262"/>
                  </a:lnTo>
                  <a:lnTo>
                    <a:pt x="1533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12869926" y="4868036"/>
            <a:ext cx="858519" cy="2743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Queue</a:t>
            </a:r>
            <a:r>
              <a:rPr dirty="0" sz="1600" spc="9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2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14316583" y="3486937"/>
            <a:ext cx="2557780" cy="1560195"/>
            <a:chOff x="14316583" y="3486937"/>
            <a:chExt cx="2557780" cy="1560195"/>
          </a:xfrm>
        </p:grpSpPr>
        <p:sp>
          <p:nvSpPr>
            <p:cNvPr id="71" name="object 71" descr=""/>
            <p:cNvSpPr/>
            <p:nvPr/>
          </p:nvSpPr>
          <p:spPr>
            <a:xfrm>
              <a:off x="14316584" y="4332604"/>
              <a:ext cx="497840" cy="714375"/>
            </a:xfrm>
            <a:custGeom>
              <a:avLst/>
              <a:gdLst/>
              <a:ahLst/>
              <a:cxnLst/>
              <a:rect l="l" t="t" r="r" b="b"/>
              <a:pathLst>
                <a:path w="497840" h="714375">
                  <a:moveTo>
                    <a:pt x="497713" y="676021"/>
                  </a:moveTo>
                  <a:lnTo>
                    <a:pt x="478663" y="666496"/>
                  </a:lnTo>
                  <a:lnTo>
                    <a:pt x="421513" y="637921"/>
                  </a:lnTo>
                  <a:lnTo>
                    <a:pt x="421513" y="666496"/>
                  </a:lnTo>
                  <a:lnTo>
                    <a:pt x="0" y="666496"/>
                  </a:lnTo>
                  <a:lnTo>
                    <a:pt x="0" y="685546"/>
                  </a:lnTo>
                  <a:lnTo>
                    <a:pt x="421513" y="685546"/>
                  </a:lnTo>
                  <a:lnTo>
                    <a:pt x="421513" y="714121"/>
                  </a:lnTo>
                  <a:lnTo>
                    <a:pt x="478663" y="685546"/>
                  </a:lnTo>
                  <a:lnTo>
                    <a:pt x="497713" y="676021"/>
                  </a:lnTo>
                  <a:close/>
                </a:path>
                <a:path w="497840" h="714375">
                  <a:moveTo>
                    <a:pt x="497713" y="38100"/>
                  </a:moveTo>
                  <a:lnTo>
                    <a:pt x="478663" y="28575"/>
                  </a:lnTo>
                  <a:lnTo>
                    <a:pt x="421513" y="0"/>
                  </a:lnTo>
                  <a:lnTo>
                    <a:pt x="421513" y="28575"/>
                  </a:lnTo>
                  <a:lnTo>
                    <a:pt x="0" y="28575"/>
                  </a:lnTo>
                  <a:lnTo>
                    <a:pt x="0" y="47625"/>
                  </a:lnTo>
                  <a:lnTo>
                    <a:pt x="421513" y="47625"/>
                  </a:lnTo>
                  <a:lnTo>
                    <a:pt x="421513" y="76200"/>
                  </a:lnTo>
                  <a:lnTo>
                    <a:pt x="478663" y="47625"/>
                  </a:lnTo>
                  <a:lnTo>
                    <a:pt x="497713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73656" y="3486937"/>
              <a:ext cx="2100199" cy="1207871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855952" y="3720134"/>
              <a:ext cx="1935607" cy="793572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4980793" y="3702939"/>
              <a:ext cx="1696720" cy="803275"/>
            </a:xfrm>
            <a:custGeom>
              <a:avLst/>
              <a:gdLst/>
              <a:ahLst/>
              <a:cxnLst/>
              <a:rect l="l" t="t" r="r" b="b"/>
              <a:pathLst>
                <a:path w="1696719" h="803275">
                  <a:moveTo>
                    <a:pt x="1562608" y="0"/>
                  </a:moveTo>
                  <a:lnTo>
                    <a:pt x="133858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7"/>
                  </a:lnTo>
                  <a:lnTo>
                    <a:pt x="0" y="669035"/>
                  </a:lnTo>
                  <a:lnTo>
                    <a:pt x="6825" y="711340"/>
                  </a:lnTo>
                  <a:lnTo>
                    <a:pt x="25830" y="748084"/>
                  </a:lnTo>
                  <a:lnTo>
                    <a:pt x="54809" y="777063"/>
                  </a:lnTo>
                  <a:lnTo>
                    <a:pt x="91553" y="796068"/>
                  </a:lnTo>
                  <a:lnTo>
                    <a:pt x="133858" y="802893"/>
                  </a:lnTo>
                  <a:lnTo>
                    <a:pt x="1562608" y="802893"/>
                  </a:lnTo>
                  <a:lnTo>
                    <a:pt x="1604912" y="796068"/>
                  </a:lnTo>
                  <a:lnTo>
                    <a:pt x="1641656" y="777063"/>
                  </a:lnTo>
                  <a:lnTo>
                    <a:pt x="1670635" y="748084"/>
                  </a:lnTo>
                  <a:lnTo>
                    <a:pt x="1689640" y="711340"/>
                  </a:lnTo>
                  <a:lnTo>
                    <a:pt x="1696466" y="669035"/>
                  </a:lnTo>
                  <a:lnTo>
                    <a:pt x="1696466" y="133857"/>
                  </a:lnTo>
                  <a:lnTo>
                    <a:pt x="1689640" y="91553"/>
                  </a:lnTo>
                  <a:lnTo>
                    <a:pt x="1670635" y="54809"/>
                  </a:lnTo>
                  <a:lnTo>
                    <a:pt x="1641656" y="25830"/>
                  </a:lnTo>
                  <a:lnTo>
                    <a:pt x="1604912" y="6825"/>
                  </a:lnTo>
                  <a:lnTo>
                    <a:pt x="1562608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15163291" y="3977766"/>
            <a:ext cx="133413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b="1">
                <a:solidFill>
                  <a:srgbClr val="FFFFFF"/>
                </a:solidFill>
                <a:latin typeface="Malgun Gothic"/>
                <a:cs typeface="Malgun Gothic"/>
              </a:rPr>
              <a:t>Microservice</a:t>
            </a:r>
            <a:r>
              <a:rPr dirty="0" sz="1450" spc="-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50" spc="-50" b="1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14773656" y="4466869"/>
            <a:ext cx="2100580" cy="1208405"/>
            <a:chOff x="14773656" y="4466869"/>
            <a:chExt cx="2100580" cy="1208405"/>
          </a:xfrm>
        </p:grpSpPr>
        <p:pic>
          <p:nvPicPr>
            <p:cNvPr id="77" name="object 7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73656" y="4466869"/>
              <a:ext cx="2100199" cy="1207871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862048" y="4701590"/>
              <a:ext cx="1923542" cy="793572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14980793" y="4683886"/>
              <a:ext cx="1696720" cy="803275"/>
            </a:xfrm>
            <a:custGeom>
              <a:avLst/>
              <a:gdLst/>
              <a:ahLst/>
              <a:cxnLst/>
              <a:rect l="l" t="t" r="r" b="b"/>
              <a:pathLst>
                <a:path w="1696719" h="803275">
                  <a:moveTo>
                    <a:pt x="1562608" y="0"/>
                  </a:moveTo>
                  <a:lnTo>
                    <a:pt x="133858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8"/>
                  </a:lnTo>
                  <a:lnTo>
                    <a:pt x="0" y="669163"/>
                  </a:lnTo>
                  <a:lnTo>
                    <a:pt x="6825" y="711453"/>
                  </a:lnTo>
                  <a:lnTo>
                    <a:pt x="25830" y="748167"/>
                  </a:lnTo>
                  <a:lnTo>
                    <a:pt x="54809" y="777107"/>
                  </a:lnTo>
                  <a:lnTo>
                    <a:pt x="91553" y="796081"/>
                  </a:lnTo>
                  <a:lnTo>
                    <a:pt x="133858" y="802893"/>
                  </a:lnTo>
                  <a:lnTo>
                    <a:pt x="1562608" y="802893"/>
                  </a:lnTo>
                  <a:lnTo>
                    <a:pt x="1604912" y="796081"/>
                  </a:lnTo>
                  <a:lnTo>
                    <a:pt x="1641656" y="777107"/>
                  </a:lnTo>
                  <a:lnTo>
                    <a:pt x="1670635" y="748167"/>
                  </a:lnTo>
                  <a:lnTo>
                    <a:pt x="1689640" y="711453"/>
                  </a:lnTo>
                  <a:lnTo>
                    <a:pt x="1696466" y="669163"/>
                  </a:lnTo>
                  <a:lnTo>
                    <a:pt x="1696466" y="133858"/>
                  </a:lnTo>
                  <a:lnTo>
                    <a:pt x="1689640" y="91553"/>
                  </a:lnTo>
                  <a:lnTo>
                    <a:pt x="1670635" y="54809"/>
                  </a:lnTo>
                  <a:lnTo>
                    <a:pt x="1641656" y="25830"/>
                  </a:lnTo>
                  <a:lnTo>
                    <a:pt x="1604912" y="6825"/>
                  </a:lnTo>
                  <a:lnTo>
                    <a:pt x="1562608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15169387" y="4958841"/>
            <a:ext cx="132207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b="1">
                <a:solidFill>
                  <a:srgbClr val="FFFFFF"/>
                </a:solidFill>
                <a:latin typeface="Malgun Gothic"/>
                <a:cs typeface="Malgun Gothic"/>
              </a:rPr>
              <a:t>Microservice</a:t>
            </a:r>
            <a:r>
              <a:rPr dirty="0" sz="1450" spc="-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50" spc="-50" b="1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11345036" y="4248658"/>
            <a:ext cx="5540375" cy="1330325"/>
            <a:chOff x="11345036" y="4248658"/>
            <a:chExt cx="5540375" cy="1330325"/>
          </a:xfrm>
        </p:grpSpPr>
        <p:pic>
          <p:nvPicPr>
            <p:cNvPr id="82" name="object 8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345036" y="4743958"/>
              <a:ext cx="339610" cy="339597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45686" y="4248658"/>
              <a:ext cx="339610" cy="339597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545686" y="5239258"/>
              <a:ext cx="339610" cy="339597"/>
            </a:xfrm>
            <a:prstGeom prst="rect">
              <a:avLst/>
            </a:prstGeom>
          </p:spPr>
        </p:pic>
      </p:grpSp>
      <p:sp>
        <p:nvSpPr>
          <p:cNvPr id="85" name="object 85" descr=""/>
          <p:cNvSpPr txBox="1"/>
          <p:nvPr/>
        </p:nvSpPr>
        <p:spPr>
          <a:xfrm>
            <a:off x="1521333" y="2019680"/>
            <a:ext cx="5500370" cy="1018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REST</a:t>
            </a:r>
            <a:r>
              <a:rPr dirty="0" sz="28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기반</a:t>
            </a:r>
            <a:r>
              <a:rPr dirty="0" sz="2800" spc="-10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마이크로서비스의</a:t>
            </a:r>
            <a:r>
              <a:rPr dirty="0" sz="2800" spc="-9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5" b="1">
                <a:solidFill>
                  <a:srgbClr val="173360"/>
                </a:solidFill>
                <a:latin typeface="Malgun Gothic"/>
                <a:cs typeface="Malgun Gothic"/>
              </a:rPr>
              <a:t>문제</a:t>
            </a:r>
            <a:endParaRPr sz="2800">
              <a:latin typeface="Malgun Gothic"/>
              <a:cs typeface="Malgun Gothic"/>
            </a:endParaRPr>
          </a:p>
          <a:p>
            <a:pPr marL="60325">
              <a:lnSpc>
                <a:spcPct val="100000"/>
              </a:lnSpc>
              <a:spcBef>
                <a:spcPts val="2535"/>
              </a:spcBef>
            </a:pP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GUI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0709529" y="1948688"/>
            <a:ext cx="58953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Legacy</a:t>
            </a:r>
            <a:r>
              <a:rPr dirty="0" sz="2800" spc="-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Messaging</a:t>
            </a:r>
            <a:r>
              <a:rPr dirty="0" sz="28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Queue의</a:t>
            </a:r>
            <a:r>
              <a:rPr dirty="0" sz="2800" spc="-9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5" b="1">
                <a:solidFill>
                  <a:srgbClr val="173360"/>
                </a:solidFill>
                <a:latin typeface="Malgun Gothic"/>
                <a:cs typeface="Malgun Gothic"/>
              </a:rPr>
              <a:t>문제점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318641" y="7029068"/>
            <a:ext cx="2761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위험한</a:t>
            </a:r>
            <a:r>
              <a:rPr dirty="0" sz="1800" spc="-9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Gulim"/>
                <a:cs typeface="Gulim"/>
              </a:rPr>
              <a:t>서비스</a:t>
            </a:r>
            <a:r>
              <a:rPr dirty="0" sz="1800" spc="-16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b="1">
                <a:solidFill>
                  <a:srgbClr val="173360"/>
                </a:solidFill>
                <a:latin typeface="Gulim"/>
                <a:cs typeface="Gulim"/>
              </a:rPr>
              <a:t>간</a:t>
            </a:r>
            <a:r>
              <a:rPr dirty="0" sz="1800" spc="-13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Gulim"/>
                <a:cs typeface="Gulim"/>
              </a:rPr>
              <a:t>종속성</a:t>
            </a:r>
            <a:endParaRPr sz="1800">
              <a:latin typeface="Gulim"/>
              <a:cs typeface="Gulim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318641" y="7547229"/>
            <a:ext cx="5994400" cy="1134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spc="-10" b="1">
                <a:solidFill>
                  <a:srgbClr val="173360"/>
                </a:solidFill>
                <a:latin typeface="Gulim"/>
                <a:cs typeface="Gulim"/>
              </a:rPr>
              <a:t>상태</a:t>
            </a:r>
            <a:r>
              <a:rPr dirty="0" sz="1800" spc="-10" b="1">
                <a:solidFill>
                  <a:srgbClr val="173360"/>
                </a:solidFill>
                <a:latin typeface="Arial"/>
                <a:cs typeface="Arial"/>
              </a:rPr>
              <a:t>(</a:t>
            </a:r>
            <a:r>
              <a:rPr dirty="0" sz="1800" spc="-10" b="1">
                <a:solidFill>
                  <a:srgbClr val="173360"/>
                </a:solidFill>
                <a:latin typeface="Malgun Gothic"/>
                <a:cs typeface="Malgun Gothic"/>
              </a:rPr>
              <a:t>데이터)</a:t>
            </a:r>
            <a:r>
              <a:rPr dirty="0" sz="1800" spc="-15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Gulim"/>
                <a:cs typeface="Gulim"/>
              </a:rPr>
              <a:t>유지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가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필요한</a:t>
            </a:r>
            <a:r>
              <a:rPr dirty="0" sz="1800" spc="-8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0">
                <a:solidFill>
                  <a:srgbClr val="173360"/>
                </a:solidFill>
                <a:latin typeface="Gulim"/>
                <a:cs typeface="Gulim"/>
              </a:rPr>
              <a:t>서비스들</a:t>
            </a:r>
            <a:endParaRPr sz="1800">
              <a:latin typeface="Gulim"/>
              <a:cs typeface="Gulim"/>
            </a:endParaRPr>
          </a:p>
          <a:p>
            <a:pPr marL="299085" marR="5080" indent="-287020">
              <a:lnSpc>
                <a:spcPct val="114999"/>
              </a:lnSpc>
              <a:spcBef>
                <a:spcPts val="16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800" spc="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구조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에</a:t>
            </a:r>
            <a:r>
              <a:rPr dirty="0" sz="1800" spc="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대한</a:t>
            </a:r>
            <a:r>
              <a:rPr dirty="0" sz="1800" spc="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0" b="1">
                <a:solidFill>
                  <a:srgbClr val="173360"/>
                </a:solidFill>
                <a:latin typeface="Gulim"/>
                <a:cs typeface="Gulim"/>
              </a:rPr>
              <a:t>복잡한</a:t>
            </a:r>
            <a:r>
              <a:rPr dirty="0" sz="1800" spc="-17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0" b="1">
                <a:solidFill>
                  <a:srgbClr val="173360"/>
                </a:solidFill>
                <a:latin typeface="Gulim"/>
                <a:cs typeface="Gulim"/>
              </a:rPr>
              <a:t>관리</a:t>
            </a:r>
            <a:r>
              <a:rPr dirty="0" sz="1800" spc="-15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및</a:t>
            </a:r>
            <a:r>
              <a:rPr dirty="0" sz="1800" spc="-9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10" b="1">
                <a:solidFill>
                  <a:srgbClr val="173360"/>
                </a:solidFill>
                <a:latin typeface="Gulim"/>
                <a:cs typeface="Gulim"/>
              </a:rPr>
              <a:t>버전</a:t>
            </a:r>
            <a:r>
              <a:rPr dirty="0" sz="1800" spc="-17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0" b="1">
                <a:solidFill>
                  <a:srgbClr val="173360"/>
                </a:solidFill>
                <a:latin typeface="Gulim"/>
                <a:cs typeface="Gulim"/>
              </a:rPr>
              <a:t>호환성</a:t>
            </a:r>
            <a:r>
              <a:rPr dirty="0" sz="1800" spc="-18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173360"/>
                </a:solidFill>
                <a:latin typeface="Arial"/>
                <a:cs typeface="Arial"/>
              </a:rPr>
              <a:t>-</a:t>
            </a:r>
            <a:r>
              <a:rPr dirty="0" sz="1800" spc="1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데이터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구조</a:t>
            </a:r>
            <a:r>
              <a:rPr dirty="0" sz="1800" spc="-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변경시</a:t>
            </a:r>
            <a:r>
              <a:rPr dirty="0" sz="1800" spc="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모두 수정해야</a:t>
            </a:r>
            <a:r>
              <a:rPr dirty="0" sz="1800" spc="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함,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개발</a:t>
            </a:r>
            <a:r>
              <a:rPr dirty="0" sz="1800" spc="-10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속도</a:t>
            </a:r>
            <a:r>
              <a:rPr dirty="0" sz="1800" spc="-11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Gulim"/>
                <a:cs typeface="Gulim"/>
              </a:rPr>
              <a:t>저하</a:t>
            </a:r>
            <a:endParaRPr sz="1800">
              <a:latin typeface="Gulim"/>
              <a:cs typeface="Gulim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318641" y="8900871"/>
            <a:ext cx="1791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spc="-10" b="1">
                <a:solidFill>
                  <a:srgbClr val="173360"/>
                </a:solidFill>
                <a:latin typeface="Gulim"/>
                <a:cs typeface="Gulim"/>
              </a:rPr>
              <a:t>부하</a:t>
            </a:r>
            <a:r>
              <a:rPr dirty="0" sz="1800" spc="-17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10" b="1">
                <a:solidFill>
                  <a:srgbClr val="173360"/>
                </a:solidFill>
                <a:latin typeface="Gulim"/>
                <a:cs typeface="Gulim"/>
              </a:rPr>
              <a:t>분산</a:t>
            </a:r>
            <a:r>
              <a:rPr dirty="0" sz="1800" spc="-15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Gulim"/>
                <a:cs typeface="Gulim"/>
              </a:rPr>
              <a:t>필요</a:t>
            </a:r>
            <a:endParaRPr sz="1800">
              <a:latin typeface="Gulim"/>
              <a:cs typeface="Gulim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0406253" y="6731000"/>
            <a:ext cx="2720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9435" indent="-54673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Times New Roman"/>
              <a:buChar char="●"/>
              <a:tabLst>
                <a:tab pos="559435" algn="l"/>
              </a:tabLst>
            </a:pPr>
            <a:r>
              <a:rPr dirty="0" sz="1800" spc="-25" b="1">
                <a:solidFill>
                  <a:srgbClr val="173360"/>
                </a:solidFill>
                <a:latin typeface="Gulim"/>
                <a:cs typeface="Gulim"/>
              </a:rPr>
              <a:t>확장하기</a:t>
            </a:r>
            <a:r>
              <a:rPr dirty="0" sz="1800" spc="-17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10" b="1">
                <a:solidFill>
                  <a:srgbClr val="173360"/>
                </a:solidFill>
                <a:latin typeface="Gulim"/>
                <a:cs typeface="Gulim"/>
              </a:rPr>
              <a:t>매우</a:t>
            </a:r>
            <a:r>
              <a:rPr dirty="0" sz="1800" spc="-145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Gulim"/>
                <a:cs typeface="Gulim"/>
              </a:rPr>
              <a:t>어려움</a:t>
            </a:r>
            <a:endParaRPr sz="1800">
              <a:latin typeface="Gulim"/>
              <a:cs typeface="Gulim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0406253" y="7208011"/>
            <a:ext cx="6239510" cy="11747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559435" indent="-546735">
              <a:lnSpc>
                <a:spcPct val="100000"/>
              </a:lnSpc>
              <a:spcBef>
                <a:spcPts val="420"/>
              </a:spcBef>
              <a:buClr>
                <a:srgbClr val="FFFFFF"/>
              </a:buClr>
              <a:buFont typeface="Times New Roman"/>
              <a:buChar char="●"/>
              <a:tabLst>
                <a:tab pos="559435" algn="l"/>
              </a:tabLst>
            </a:pPr>
            <a:r>
              <a:rPr dirty="0" sz="1800" spc="-20" b="1">
                <a:solidFill>
                  <a:srgbClr val="173360"/>
                </a:solidFill>
                <a:latin typeface="Gulim"/>
                <a:cs typeface="Gulim"/>
              </a:rPr>
              <a:t>메시지</a:t>
            </a:r>
            <a:r>
              <a:rPr dirty="0" sz="1800" spc="-185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b="1">
                <a:solidFill>
                  <a:srgbClr val="173360"/>
                </a:solidFill>
                <a:latin typeface="Arial"/>
                <a:cs typeface="Arial"/>
              </a:rPr>
              <a:t>Persistence</a:t>
            </a:r>
            <a:r>
              <a:rPr dirty="0" sz="1800" spc="1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173360"/>
                </a:solidFill>
                <a:latin typeface="Gulim"/>
                <a:cs typeface="Gulim"/>
              </a:rPr>
              <a:t>부족</a:t>
            </a:r>
            <a:r>
              <a:rPr dirty="0" sz="1800" spc="-16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173360"/>
                </a:solidFill>
                <a:latin typeface="Arial"/>
                <a:cs typeface="Arial"/>
              </a:rPr>
              <a:t>-</a:t>
            </a:r>
            <a:r>
              <a:rPr dirty="0" sz="1800" spc="-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메시지</a:t>
            </a:r>
            <a:r>
              <a:rPr dirty="0" sz="1800" spc="-114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전달이</a:t>
            </a:r>
            <a:r>
              <a:rPr dirty="0" sz="1800" spc="-10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실패하면</a:t>
            </a:r>
            <a:r>
              <a:rPr dirty="0" sz="1800" spc="-10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Gulim"/>
                <a:cs typeface="Gulim"/>
              </a:rPr>
              <a:t>재생</a:t>
            </a:r>
            <a:endParaRPr sz="1800">
              <a:latin typeface="Gulim"/>
              <a:cs typeface="Gulim"/>
            </a:endParaRPr>
          </a:p>
          <a:p>
            <a:pPr marL="559435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173360"/>
                </a:solidFill>
                <a:latin typeface="Arial"/>
                <a:cs typeface="Arial"/>
              </a:rPr>
              <a:t>(Replay)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할</a:t>
            </a:r>
            <a:r>
              <a:rPr dirty="0" sz="1800" spc="-10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173360"/>
                </a:solidFill>
                <a:latin typeface="Gulim"/>
                <a:cs typeface="Gulim"/>
              </a:rPr>
              <a:t>수</a:t>
            </a:r>
            <a:r>
              <a:rPr dirty="0" sz="1800" spc="-13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Gulim"/>
                <a:cs typeface="Gulim"/>
              </a:rPr>
              <a:t>없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음</a:t>
            </a:r>
            <a:endParaRPr sz="1800">
              <a:latin typeface="Malgun Gothic"/>
              <a:cs typeface="Malgun Gothic"/>
            </a:endParaRPr>
          </a:p>
          <a:p>
            <a:pPr marL="559435" indent="-546735">
              <a:lnSpc>
                <a:spcPct val="100000"/>
              </a:lnSpc>
              <a:spcBef>
                <a:spcPts val="1925"/>
              </a:spcBef>
              <a:buClr>
                <a:srgbClr val="FFFFFF"/>
              </a:buClr>
              <a:buFont typeface="Times New Roman"/>
              <a:buChar char="●"/>
              <a:tabLst>
                <a:tab pos="559435" algn="l"/>
              </a:tabLst>
            </a:pPr>
            <a:r>
              <a:rPr dirty="0" sz="1800" spc="-10" b="1">
                <a:solidFill>
                  <a:srgbClr val="173360"/>
                </a:solidFill>
                <a:latin typeface="Gulim"/>
                <a:cs typeface="Gulim"/>
              </a:rPr>
              <a:t>낮은</a:t>
            </a:r>
            <a:r>
              <a:rPr dirty="0" sz="1800" spc="-17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10" b="1">
                <a:solidFill>
                  <a:srgbClr val="173360"/>
                </a:solidFill>
                <a:latin typeface="Arial"/>
                <a:cs typeface="Arial"/>
              </a:rPr>
              <a:t>Throughput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0406253" y="8602726"/>
            <a:ext cx="1946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9435" indent="-54673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Times New Roman"/>
              <a:buChar char="●"/>
              <a:tabLst>
                <a:tab pos="559435" algn="l"/>
              </a:tabLst>
            </a:pPr>
            <a:r>
              <a:rPr dirty="0" sz="1800" spc="-10" b="1">
                <a:solidFill>
                  <a:srgbClr val="173360"/>
                </a:solidFill>
                <a:latin typeface="Gulim"/>
                <a:cs typeface="Gulim"/>
              </a:rPr>
              <a:t>높은</a:t>
            </a:r>
            <a:r>
              <a:rPr dirty="0" sz="1800" spc="-170" b="1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800" spc="-10" b="1">
                <a:solidFill>
                  <a:srgbClr val="173360"/>
                </a:solidFill>
                <a:latin typeface="Arial"/>
                <a:cs typeface="Arial"/>
              </a:rPr>
              <a:t>Latency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0406253" y="9120937"/>
            <a:ext cx="2538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9435" indent="-546735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Times New Roman"/>
              <a:buChar char="●"/>
              <a:tabLst>
                <a:tab pos="559435" algn="l"/>
              </a:tabLst>
            </a:pP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비싼</a:t>
            </a:r>
            <a:r>
              <a:rPr dirty="0" sz="1800" spc="-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Arial"/>
                <a:cs typeface="Arial"/>
              </a:rPr>
              <a:t>MQ</a:t>
            </a:r>
            <a:r>
              <a:rPr dirty="0" sz="1800" spc="-5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기술</a:t>
            </a:r>
            <a:r>
              <a:rPr dirty="0" sz="1800" spc="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비용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672160"/>
            <a:ext cx="741603" cy="74160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51528" y="3581584"/>
            <a:ext cx="10396855" cy="28308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89965" marR="5080" indent="-977265">
              <a:lnSpc>
                <a:spcPct val="114999"/>
              </a:lnSpc>
              <a:spcBef>
                <a:spcPts val="100"/>
              </a:spcBef>
            </a:pPr>
            <a:r>
              <a:rPr dirty="0" sz="8000">
                <a:solidFill>
                  <a:srgbClr val="38CCEC"/>
                </a:solidFill>
              </a:rPr>
              <a:t>기존</a:t>
            </a:r>
            <a:r>
              <a:rPr dirty="0" sz="8000" spc="-570">
                <a:solidFill>
                  <a:srgbClr val="38CCEC"/>
                </a:solidFill>
              </a:rPr>
              <a:t> </a:t>
            </a:r>
            <a:r>
              <a:rPr dirty="0" sz="8000" spc="1040">
                <a:solidFill>
                  <a:srgbClr val="38CCEC"/>
                </a:solidFill>
                <a:latin typeface="Calibri"/>
                <a:cs typeface="Calibri"/>
              </a:rPr>
              <a:t>MSA</a:t>
            </a:r>
            <a:r>
              <a:rPr dirty="0" sz="8000" spc="425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8000">
                <a:solidFill>
                  <a:srgbClr val="38CCEC"/>
                </a:solidFill>
              </a:rPr>
              <a:t>접근</a:t>
            </a:r>
            <a:r>
              <a:rPr dirty="0" sz="8000" spc="-560">
                <a:solidFill>
                  <a:srgbClr val="38CCEC"/>
                </a:solidFill>
              </a:rPr>
              <a:t> </a:t>
            </a:r>
            <a:r>
              <a:rPr dirty="0" sz="8000" spc="-25">
                <a:solidFill>
                  <a:srgbClr val="38CCEC"/>
                </a:solidFill>
              </a:rPr>
              <a:t>방식의 </a:t>
            </a:r>
            <a:r>
              <a:rPr dirty="0" sz="8000">
                <a:solidFill>
                  <a:srgbClr val="38CCEC"/>
                </a:solidFill>
              </a:rPr>
              <a:t>문제점과</a:t>
            </a:r>
            <a:r>
              <a:rPr dirty="0" sz="8000" spc="-570">
                <a:solidFill>
                  <a:srgbClr val="38CCEC"/>
                </a:solidFill>
              </a:rPr>
              <a:t> </a:t>
            </a:r>
            <a:r>
              <a:rPr dirty="0" sz="8000" spc="-20">
                <a:solidFill>
                  <a:srgbClr val="38CCEC"/>
                </a:solidFill>
              </a:rPr>
              <a:t>해결방안</a:t>
            </a:r>
            <a:endParaRPr sz="8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366741" y="9392208"/>
            <a:ext cx="2444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14">
                <a:solidFill>
                  <a:srgbClr val="829393"/>
                </a:solidFill>
                <a:latin typeface="Calibri"/>
                <a:cs typeface="Calibri"/>
              </a:rPr>
              <a:t>34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811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dirty="0" sz="4800" spc="515">
                <a:solidFill>
                  <a:srgbClr val="173360"/>
                </a:solidFill>
                <a:latin typeface="Calibri"/>
                <a:cs typeface="Calibri"/>
              </a:rPr>
              <a:t>Microservice</a:t>
            </a:r>
            <a:r>
              <a:rPr dirty="0" sz="4800" spc="35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635">
                <a:solidFill>
                  <a:srgbClr val="173360"/>
                </a:solidFill>
                <a:latin typeface="Calibri"/>
                <a:cs typeface="Calibri"/>
              </a:rPr>
              <a:t>Challenges</a:t>
            </a:r>
            <a:r>
              <a:rPr dirty="0" sz="4800" spc="32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36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4800" spc="29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545">
                <a:solidFill>
                  <a:srgbClr val="173360"/>
                </a:solidFill>
                <a:latin typeface="Calibri"/>
                <a:cs typeface="Calibri"/>
              </a:rPr>
              <a:t>Orchestration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212817" y="9456826"/>
            <a:ext cx="168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73360"/>
                </a:solidFill>
                <a:latin typeface="Calibri"/>
                <a:cs typeface="Calibri"/>
              </a:rPr>
              <a:t>35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242047" y="2608072"/>
            <a:ext cx="3450590" cy="1181100"/>
            <a:chOff x="7242047" y="2608072"/>
            <a:chExt cx="3450590" cy="11811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2047" y="2827288"/>
              <a:ext cx="990003" cy="74250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3683" y="2608072"/>
              <a:ext cx="1028700" cy="11811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232139" y="3160522"/>
              <a:ext cx="1260475" cy="76200"/>
            </a:xfrm>
            <a:custGeom>
              <a:avLst/>
              <a:gdLst/>
              <a:ahLst/>
              <a:cxnLst/>
              <a:rect l="l" t="t" r="r" b="b"/>
              <a:pathLst>
                <a:path w="1260475" h="76200">
                  <a:moveTo>
                    <a:pt x="1184020" y="0"/>
                  </a:moveTo>
                  <a:lnTo>
                    <a:pt x="1184020" y="76200"/>
                  </a:lnTo>
                  <a:lnTo>
                    <a:pt x="1241170" y="47625"/>
                  </a:lnTo>
                  <a:lnTo>
                    <a:pt x="1196720" y="47625"/>
                  </a:lnTo>
                  <a:lnTo>
                    <a:pt x="1196720" y="28575"/>
                  </a:lnTo>
                  <a:lnTo>
                    <a:pt x="1241170" y="28575"/>
                  </a:lnTo>
                  <a:lnTo>
                    <a:pt x="1184020" y="0"/>
                  </a:lnTo>
                  <a:close/>
                </a:path>
                <a:path w="1260475" h="76200">
                  <a:moveTo>
                    <a:pt x="118402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1184020" y="47625"/>
                  </a:lnTo>
                  <a:lnTo>
                    <a:pt x="1184020" y="28575"/>
                  </a:lnTo>
                  <a:close/>
                </a:path>
                <a:path w="1260475" h="76200">
                  <a:moveTo>
                    <a:pt x="1241170" y="28575"/>
                  </a:moveTo>
                  <a:lnTo>
                    <a:pt x="1196720" y="28575"/>
                  </a:lnTo>
                  <a:lnTo>
                    <a:pt x="1196720" y="47625"/>
                  </a:lnTo>
                  <a:lnTo>
                    <a:pt x="1241170" y="47625"/>
                  </a:lnTo>
                  <a:lnTo>
                    <a:pt x="1260220" y="38100"/>
                  </a:lnTo>
                  <a:lnTo>
                    <a:pt x="1241170" y="2857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484613" y="2976880"/>
              <a:ext cx="443230" cy="443865"/>
            </a:xfrm>
            <a:custGeom>
              <a:avLst/>
              <a:gdLst/>
              <a:ahLst/>
              <a:cxnLst/>
              <a:rect l="l" t="t" r="r" b="b"/>
              <a:pathLst>
                <a:path w="443229" h="443864">
                  <a:moveTo>
                    <a:pt x="335787" y="0"/>
                  </a:moveTo>
                  <a:lnTo>
                    <a:pt x="221614" y="114173"/>
                  </a:lnTo>
                  <a:lnTo>
                    <a:pt x="107441" y="0"/>
                  </a:lnTo>
                  <a:lnTo>
                    <a:pt x="0" y="107569"/>
                  </a:lnTo>
                  <a:lnTo>
                    <a:pt x="114172" y="221742"/>
                  </a:lnTo>
                  <a:lnTo>
                    <a:pt x="0" y="335915"/>
                  </a:lnTo>
                  <a:lnTo>
                    <a:pt x="107441" y="443356"/>
                  </a:lnTo>
                  <a:lnTo>
                    <a:pt x="221614" y="329184"/>
                  </a:lnTo>
                  <a:lnTo>
                    <a:pt x="335787" y="443356"/>
                  </a:lnTo>
                  <a:lnTo>
                    <a:pt x="443229" y="335915"/>
                  </a:lnTo>
                  <a:lnTo>
                    <a:pt x="329056" y="221742"/>
                  </a:lnTo>
                  <a:lnTo>
                    <a:pt x="443229" y="107569"/>
                  </a:lnTo>
                  <a:lnTo>
                    <a:pt x="335787" y="0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7248922" y="4307840"/>
            <a:ext cx="3443604" cy="1181100"/>
            <a:chOff x="7248922" y="4307840"/>
            <a:chExt cx="3443604" cy="118110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3683" y="4307840"/>
              <a:ext cx="1028700" cy="11811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8922" y="4403433"/>
              <a:ext cx="983128" cy="86625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232139" y="4860290"/>
              <a:ext cx="1260475" cy="76200"/>
            </a:xfrm>
            <a:custGeom>
              <a:avLst/>
              <a:gdLst/>
              <a:ahLst/>
              <a:cxnLst/>
              <a:rect l="l" t="t" r="r" b="b"/>
              <a:pathLst>
                <a:path w="1260475" h="76200">
                  <a:moveTo>
                    <a:pt x="1184020" y="0"/>
                  </a:moveTo>
                  <a:lnTo>
                    <a:pt x="1184020" y="76200"/>
                  </a:lnTo>
                  <a:lnTo>
                    <a:pt x="1241170" y="47625"/>
                  </a:lnTo>
                  <a:lnTo>
                    <a:pt x="1196720" y="47625"/>
                  </a:lnTo>
                  <a:lnTo>
                    <a:pt x="1196720" y="28575"/>
                  </a:lnTo>
                  <a:lnTo>
                    <a:pt x="1241170" y="28575"/>
                  </a:lnTo>
                  <a:lnTo>
                    <a:pt x="1184020" y="0"/>
                  </a:lnTo>
                  <a:close/>
                </a:path>
                <a:path w="1260475" h="76200">
                  <a:moveTo>
                    <a:pt x="118402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1184020" y="47625"/>
                  </a:lnTo>
                  <a:lnTo>
                    <a:pt x="1184020" y="28575"/>
                  </a:lnTo>
                  <a:close/>
                </a:path>
                <a:path w="1260475" h="76200">
                  <a:moveTo>
                    <a:pt x="1241170" y="28575"/>
                  </a:moveTo>
                  <a:lnTo>
                    <a:pt x="1196720" y="28575"/>
                  </a:lnTo>
                  <a:lnTo>
                    <a:pt x="1196720" y="47625"/>
                  </a:lnTo>
                  <a:lnTo>
                    <a:pt x="1241170" y="47625"/>
                  </a:lnTo>
                  <a:lnTo>
                    <a:pt x="1260220" y="38100"/>
                  </a:lnTo>
                  <a:lnTo>
                    <a:pt x="1241170" y="2857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484613" y="4676775"/>
              <a:ext cx="443230" cy="443865"/>
            </a:xfrm>
            <a:custGeom>
              <a:avLst/>
              <a:gdLst/>
              <a:ahLst/>
              <a:cxnLst/>
              <a:rect l="l" t="t" r="r" b="b"/>
              <a:pathLst>
                <a:path w="443229" h="443864">
                  <a:moveTo>
                    <a:pt x="335787" y="0"/>
                  </a:moveTo>
                  <a:lnTo>
                    <a:pt x="221614" y="114173"/>
                  </a:lnTo>
                  <a:lnTo>
                    <a:pt x="107441" y="0"/>
                  </a:lnTo>
                  <a:lnTo>
                    <a:pt x="0" y="107569"/>
                  </a:lnTo>
                  <a:lnTo>
                    <a:pt x="114172" y="221614"/>
                  </a:lnTo>
                  <a:lnTo>
                    <a:pt x="0" y="335788"/>
                  </a:lnTo>
                  <a:lnTo>
                    <a:pt x="107441" y="443357"/>
                  </a:lnTo>
                  <a:lnTo>
                    <a:pt x="221614" y="329184"/>
                  </a:lnTo>
                  <a:lnTo>
                    <a:pt x="335787" y="443357"/>
                  </a:lnTo>
                  <a:lnTo>
                    <a:pt x="443229" y="335788"/>
                  </a:lnTo>
                  <a:lnTo>
                    <a:pt x="329056" y="221614"/>
                  </a:lnTo>
                  <a:lnTo>
                    <a:pt x="443229" y="107569"/>
                  </a:lnTo>
                  <a:lnTo>
                    <a:pt x="335787" y="0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0857865" y="2069719"/>
            <a:ext cx="4846320" cy="4114800"/>
            <a:chOff x="10857865" y="2069719"/>
            <a:chExt cx="4846320" cy="4114800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98071" y="2069719"/>
              <a:ext cx="1371600" cy="41148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5230" y="2608072"/>
              <a:ext cx="1028700" cy="11811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0857865" y="2747771"/>
              <a:ext cx="3646170" cy="2759710"/>
            </a:xfrm>
            <a:custGeom>
              <a:avLst/>
              <a:gdLst/>
              <a:ahLst/>
              <a:cxnLst/>
              <a:rect l="l" t="t" r="r" b="b"/>
              <a:pathLst>
                <a:path w="3646169" h="2759710">
                  <a:moveTo>
                    <a:pt x="1140333" y="1379347"/>
                  </a:moveTo>
                  <a:lnTo>
                    <a:pt x="1055878" y="1390777"/>
                  </a:lnTo>
                  <a:lnTo>
                    <a:pt x="1071867" y="1414335"/>
                  </a:lnTo>
                  <a:lnTo>
                    <a:pt x="635" y="2142744"/>
                  </a:lnTo>
                  <a:lnTo>
                    <a:pt x="5969" y="2150681"/>
                  </a:lnTo>
                  <a:lnTo>
                    <a:pt x="1524" y="2159127"/>
                  </a:lnTo>
                  <a:lnTo>
                    <a:pt x="1068476" y="2723781"/>
                  </a:lnTo>
                  <a:lnTo>
                    <a:pt x="1055116" y="2749042"/>
                  </a:lnTo>
                  <a:lnTo>
                    <a:pt x="1140333" y="2750947"/>
                  </a:lnTo>
                  <a:lnTo>
                    <a:pt x="1125181" y="2729738"/>
                  </a:lnTo>
                  <a:lnTo>
                    <a:pt x="1090803" y="2681605"/>
                  </a:lnTo>
                  <a:lnTo>
                    <a:pt x="1077404" y="2706916"/>
                  </a:lnTo>
                  <a:lnTo>
                    <a:pt x="24460" y="2149678"/>
                  </a:lnTo>
                  <a:lnTo>
                    <a:pt x="1082598" y="1430121"/>
                  </a:lnTo>
                  <a:lnTo>
                    <a:pt x="1098677" y="1453769"/>
                  </a:lnTo>
                  <a:lnTo>
                    <a:pt x="1124762" y="1407160"/>
                  </a:lnTo>
                  <a:lnTo>
                    <a:pt x="1140333" y="1379347"/>
                  </a:lnTo>
                  <a:close/>
                </a:path>
                <a:path w="3646169" h="2759710">
                  <a:moveTo>
                    <a:pt x="1140333" y="7747"/>
                  </a:moveTo>
                  <a:lnTo>
                    <a:pt x="1055497" y="0"/>
                  </a:lnTo>
                  <a:lnTo>
                    <a:pt x="1065885" y="26606"/>
                  </a:lnTo>
                  <a:lnTo>
                    <a:pt x="2540" y="441960"/>
                  </a:lnTo>
                  <a:lnTo>
                    <a:pt x="6045" y="450837"/>
                  </a:lnTo>
                  <a:lnTo>
                    <a:pt x="0" y="458216"/>
                  </a:lnTo>
                  <a:lnTo>
                    <a:pt x="1075270" y="1338427"/>
                  </a:lnTo>
                  <a:lnTo>
                    <a:pt x="1057148" y="1360551"/>
                  </a:lnTo>
                  <a:lnTo>
                    <a:pt x="1140333" y="1379347"/>
                  </a:lnTo>
                  <a:lnTo>
                    <a:pt x="1125626" y="1346454"/>
                  </a:lnTo>
                  <a:lnTo>
                    <a:pt x="1105535" y="1301496"/>
                  </a:lnTo>
                  <a:lnTo>
                    <a:pt x="1087335" y="1323695"/>
                  </a:lnTo>
                  <a:lnTo>
                    <a:pt x="24574" y="453732"/>
                  </a:lnTo>
                  <a:lnTo>
                    <a:pt x="1072769" y="44246"/>
                  </a:lnTo>
                  <a:lnTo>
                    <a:pt x="1083183" y="70866"/>
                  </a:lnTo>
                  <a:lnTo>
                    <a:pt x="1127442" y="21971"/>
                  </a:lnTo>
                  <a:lnTo>
                    <a:pt x="1140333" y="7747"/>
                  </a:lnTo>
                  <a:close/>
                </a:path>
                <a:path w="3646169" h="2759710">
                  <a:moveTo>
                    <a:pt x="3646043" y="2150618"/>
                  </a:moveTo>
                  <a:lnTo>
                    <a:pt x="3560826" y="2152523"/>
                  </a:lnTo>
                  <a:lnTo>
                    <a:pt x="3574186" y="2177796"/>
                  </a:lnTo>
                  <a:lnTo>
                    <a:pt x="2507361" y="2742438"/>
                  </a:lnTo>
                  <a:lnTo>
                    <a:pt x="2516251" y="2759329"/>
                  </a:lnTo>
                  <a:lnTo>
                    <a:pt x="3583114" y="2194661"/>
                  </a:lnTo>
                  <a:lnTo>
                    <a:pt x="3596513" y="2219960"/>
                  </a:lnTo>
                  <a:lnTo>
                    <a:pt x="3630892" y="2171827"/>
                  </a:lnTo>
                  <a:lnTo>
                    <a:pt x="3646043" y="2150618"/>
                  </a:lnTo>
                  <a:close/>
                </a:path>
                <a:path w="3646169" h="2759710">
                  <a:moveTo>
                    <a:pt x="3646043" y="450850"/>
                  </a:moveTo>
                  <a:lnTo>
                    <a:pt x="3562985" y="469646"/>
                  </a:lnTo>
                  <a:lnTo>
                    <a:pt x="3581044" y="491705"/>
                  </a:lnTo>
                  <a:lnTo>
                    <a:pt x="2505710" y="1371981"/>
                  </a:lnTo>
                  <a:lnTo>
                    <a:pt x="2511742" y="1379347"/>
                  </a:lnTo>
                  <a:lnTo>
                    <a:pt x="2506345" y="1387221"/>
                  </a:lnTo>
                  <a:lnTo>
                    <a:pt x="3577653" y="2115693"/>
                  </a:lnTo>
                  <a:lnTo>
                    <a:pt x="3561588" y="2139315"/>
                  </a:lnTo>
                  <a:lnTo>
                    <a:pt x="3646043" y="2150618"/>
                  </a:lnTo>
                  <a:lnTo>
                    <a:pt x="3630511" y="2122805"/>
                  </a:lnTo>
                  <a:lnTo>
                    <a:pt x="3604514" y="2076196"/>
                  </a:lnTo>
                  <a:lnTo>
                    <a:pt x="3588385" y="2099906"/>
                  </a:lnTo>
                  <a:lnTo>
                    <a:pt x="2527655" y="1378635"/>
                  </a:lnTo>
                  <a:lnTo>
                    <a:pt x="3593109" y="506437"/>
                  </a:lnTo>
                  <a:lnTo>
                    <a:pt x="3611245" y="528574"/>
                  </a:lnTo>
                  <a:lnTo>
                    <a:pt x="3631361" y="483616"/>
                  </a:lnTo>
                  <a:lnTo>
                    <a:pt x="3646043" y="45085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981180" y="2976879"/>
              <a:ext cx="2970530" cy="1372235"/>
            </a:xfrm>
            <a:custGeom>
              <a:avLst/>
              <a:gdLst/>
              <a:ahLst/>
              <a:cxnLst/>
              <a:rect l="l" t="t" r="r" b="b"/>
              <a:pathLst>
                <a:path w="2970530" h="1372235">
                  <a:moveTo>
                    <a:pt x="443357" y="1036066"/>
                  </a:moveTo>
                  <a:lnTo>
                    <a:pt x="335915" y="928624"/>
                  </a:lnTo>
                  <a:lnTo>
                    <a:pt x="221742" y="1042670"/>
                  </a:lnTo>
                  <a:lnTo>
                    <a:pt x="107569" y="928624"/>
                  </a:lnTo>
                  <a:lnTo>
                    <a:pt x="0" y="1036066"/>
                  </a:lnTo>
                  <a:lnTo>
                    <a:pt x="114173" y="1150239"/>
                  </a:lnTo>
                  <a:lnTo>
                    <a:pt x="0" y="1264412"/>
                  </a:lnTo>
                  <a:lnTo>
                    <a:pt x="107569" y="1371854"/>
                  </a:lnTo>
                  <a:lnTo>
                    <a:pt x="221742" y="1257681"/>
                  </a:lnTo>
                  <a:lnTo>
                    <a:pt x="335915" y="1371854"/>
                  </a:lnTo>
                  <a:lnTo>
                    <a:pt x="443357" y="1264412"/>
                  </a:lnTo>
                  <a:lnTo>
                    <a:pt x="329184" y="1150239"/>
                  </a:lnTo>
                  <a:lnTo>
                    <a:pt x="443357" y="1036066"/>
                  </a:lnTo>
                  <a:close/>
                </a:path>
                <a:path w="2970530" h="1372235">
                  <a:moveTo>
                    <a:pt x="2970022" y="107569"/>
                  </a:moveTo>
                  <a:lnTo>
                    <a:pt x="2862580" y="0"/>
                  </a:lnTo>
                  <a:lnTo>
                    <a:pt x="2748407" y="114173"/>
                  </a:lnTo>
                  <a:lnTo>
                    <a:pt x="2634234" y="0"/>
                  </a:lnTo>
                  <a:lnTo>
                    <a:pt x="2526792" y="107569"/>
                  </a:lnTo>
                  <a:lnTo>
                    <a:pt x="2640965" y="221742"/>
                  </a:lnTo>
                  <a:lnTo>
                    <a:pt x="2526792" y="335915"/>
                  </a:lnTo>
                  <a:lnTo>
                    <a:pt x="2634234" y="443357"/>
                  </a:lnTo>
                  <a:lnTo>
                    <a:pt x="2748407" y="329184"/>
                  </a:lnTo>
                  <a:lnTo>
                    <a:pt x="2862580" y="443357"/>
                  </a:lnTo>
                  <a:lnTo>
                    <a:pt x="2970022" y="335915"/>
                  </a:lnTo>
                  <a:lnTo>
                    <a:pt x="2855849" y="221742"/>
                  </a:lnTo>
                  <a:lnTo>
                    <a:pt x="2970022" y="107569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79913" y="2091927"/>
              <a:ext cx="428762" cy="41923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207365" y="2815844"/>
              <a:ext cx="443103" cy="443102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207365" y="5620003"/>
              <a:ext cx="443103" cy="443102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3650087" y="3027933"/>
              <a:ext cx="536575" cy="2832735"/>
            </a:xfrm>
            <a:custGeom>
              <a:avLst/>
              <a:gdLst/>
              <a:ahLst/>
              <a:cxnLst/>
              <a:rect l="l" t="t" r="r" b="b"/>
              <a:pathLst>
                <a:path w="536575" h="2832735">
                  <a:moveTo>
                    <a:pt x="761" y="0"/>
                  </a:moveTo>
                  <a:lnTo>
                    <a:pt x="20" y="18542"/>
                  </a:lnTo>
                  <a:lnTo>
                    <a:pt x="0" y="19050"/>
                  </a:lnTo>
                  <a:lnTo>
                    <a:pt x="12446" y="19431"/>
                  </a:lnTo>
                  <a:lnTo>
                    <a:pt x="58801" y="30861"/>
                  </a:lnTo>
                  <a:lnTo>
                    <a:pt x="69976" y="35941"/>
                  </a:lnTo>
                  <a:lnTo>
                    <a:pt x="77724" y="18542"/>
                  </a:lnTo>
                  <a:lnTo>
                    <a:pt x="39370" y="4699"/>
                  </a:lnTo>
                  <a:lnTo>
                    <a:pt x="13080" y="508"/>
                  </a:lnTo>
                  <a:lnTo>
                    <a:pt x="761" y="0"/>
                  </a:lnTo>
                  <a:close/>
                </a:path>
                <a:path w="536575" h="2832735">
                  <a:moveTo>
                    <a:pt x="127889" y="50038"/>
                  </a:moveTo>
                  <a:lnTo>
                    <a:pt x="116459" y="65277"/>
                  </a:lnTo>
                  <a:lnTo>
                    <a:pt x="117221" y="65786"/>
                  </a:lnTo>
                  <a:lnTo>
                    <a:pt x="128778" y="75438"/>
                  </a:lnTo>
                  <a:lnTo>
                    <a:pt x="140334" y="85851"/>
                  </a:lnTo>
                  <a:lnTo>
                    <a:pt x="152019" y="97155"/>
                  </a:lnTo>
                  <a:lnTo>
                    <a:pt x="163576" y="109347"/>
                  </a:lnTo>
                  <a:lnTo>
                    <a:pt x="169926" y="116586"/>
                  </a:lnTo>
                  <a:lnTo>
                    <a:pt x="184150" y="103886"/>
                  </a:lnTo>
                  <a:lnTo>
                    <a:pt x="177419" y="96266"/>
                  </a:lnTo>
                  <a:lnTo>
                    <a:pt x="165353" y="83566"/>
                  </a:lnTo>
                  <a:lnTo>
                    <a:pt x="153161" y="71755"/>
                  </a:lnTo>
                  <a:lnTo>
                    <a:pt x="140970" y="60706"/>
                  </a:lnTo>
                  <a:lnTo>
                    <a:pt x="127889" y="50038"/>
                  </a:lnTo>
                  <a:close/>
                </a:path>
                <a:path w="536575" h="2832735">
                  <a:moveTo>
                    <a:pt x="220345" y="149225"/>
                  </a:moveTo>
                  <a:lnTo>
                    <a:pt x="205105" y="160527"/>
                  </a:lnTo>
                  <a:lnTo>
                    <a:pt x="209042" y="165862"/>
                  </a:lnTo>
                  <a:lnTo>
                    <a:pt x="220218" y="181864"/>
                  </a:lnTo>
                  <a:lnTo>
                    <a:pt x="231267" y="198755"/>
                  </a:lnTo>
                  <a:lnTo>
                    <a:pt x="242189" y="216154"/>
                  </a:lnTo>
                  <a:lnTo>
                    <a:pt x="246507" y="223266"/>
                  </a:lnTo>
                  <a:lnTo>
                    <a:pt x="262890" y="213614"/>
                  </a:lnTo>
                  <a:lnTo>
                    <a:pt x="258445" y="206121"/>
                  </a:lnTo>
                  <a:lnTo>
                    <a:pt x="247269" y="188214"/>
                  </a:lnTo>
                  <a:lnTo>
                    <a:pt x="235839" y="170942"/>
                  </a:lnTo>
                  <a:lnTo>
                    <a:pt x="224409" y="154686"/>
                  </a:lnTo>
                  <a:lnTo>
                    <a:pt x="220345" y="149225"/>
                  </a:lnTo>
                  <a:close/>
                </a:path>
                <a:path w="536575" h="2832735">
                  <a:moveTo>
                    <a:pt x="291084" y="263651"/>
                  </a:moveTo>
                  <a:lnTo>
                    <a:pt x="274447" y="272796"/>
                  </a:lnTo>
                  <a:lnTo>
                    <a:pt x="284861" y="292989"/>
                  </a:lnTo>
                  <a:lnTo>
                    <a:pt x="295148" y="313817"/>
                  </a:lnTo>
                  <a:lnTo>
                    <a:pt x="305307" y="335280"/>
                  </a:lnTo>
                  <a:lnTo>
                    <a:pt x="307721" y="340487"/>
                  </a:lnTo>
                  <a:lnTo>
                    <a:pt x="325120" y="332613"/>
                  </a:lnTo>
                  <a:lnTo>
                    <a:pt x="322580" y="327025"/>
                  </a:lnTo>
                  <a:lnTo>
                    <a:pt x="312166" y="305435"/>
                  </a:lnTo>
                  <a:lnTo>
                    <a:pt x="301751" y="284225"/>
                  </a:lnTo>
                  <a:lnTo>
                    <a:pt x="291211" y="263779"/>
                  </a:lnTo>
                  <a:lnTo>
                    <a:pt x="291084" y="263651"/>
                  </a:lnTo>
                  <a:close/>
                </a:path>
                <a:path w="536575" h="2832735">
                  <a:moveTo>
                    <a:pt x="347980" y="385318"/>
                  </a:moveTo>
                  <a:lnTo>
                    <a:pt x="330453" y="392684"/>
                  </a:lnTo>
                  <a:lnTo>
                    <a:pt x="334772" y="402971"/>
                  </a:lnTo>
                  <a:lnTo>
                    <a:pt x="353568" y="451104"/>
                  </a:lnTo>
                  <a:lnTo>
                    <a:pt x="357886" y="463169"/>
                  </a:lnTo>
                  <a:lnTo>
                    <a:pt x="375793" y="456692"/>
                  </a:lnTo>
                  <a:lnTo>
                    <a:pt x="371348" y="444119"/>
                  </a:lnTo>
                  <a:lnTo>
                    <a:pt x="352298" y="395732"/>
                  </a:lnTo>
                  <a:lnTo>
                    <a:pt x="347980" y="385318"/>
                  </a:lnTo>
                  <a:close/>
                </a:path>
                <a:path w="536575" h="2832735">
                  <a:moveTo>
                    <a:pt x="394970" y="510921"/>
                  </a:moveTo>
                  <a:lnTo>
                    <a:pt x="376809" y="516890"/>
                  </a:lnTo>
                  <a:lnTo>
                    <a:pt x="388874" y="553085"/>
                  </a:lnTo>
                  <a:lnTo>
                    <a:pt x="399796" y="589280"/>
                  </a:lnTo>
                  <a:lnTo>
                    <a:pt x="418084" y="583692"/>
                  </a:lnTo>
                  <a:lnTo>
                    <a:pt x="406907" y="547116"/>
                  </a:lnTo>
                  <a:lnTo>
                    <a:pt x="394970" y="510921"/>
                  </a:lnTo>
                  <a:close/>
                </a:path>
                <a:path w="536575" h="2832735">
                  <a:moveTo>
                    <a:pt x="433832" y="638810"/>
                  </a:moveTo>
                  <a:lnTo>
                    <a:pt x="415544" y="644017"/>
                  </a:lnTo>
                  <a:lnTo>
                    <a:pt x="420624" y="662432"/>
                  </a:lnTo>
                  <a:lnTo>
                    <a:pt x="434594" y="717550"/>
                  </a:lnTo>
                  <a:lnTo>
                    <a:pt x="453136" y="712851"/>
                  </a:lnTo>
                  <a:lnTo>
                    <a:pt x="439039" y="657351"/>
                  </a:lnTo>
                  <a:lnTo>
                    <a:pt x="433832" y="638810"/>
                  </a:lnTo>
                  <a:close/>
                </a:path>
                <a:path w="536575" h="2832735">
                  <a:moveTo>
                    <a:pt x="465963" y="768731"/>
                  </a:moveTo>
                  <a:lnTo>
                    <a:pt x="447421" y="772922"/>
                  </a:lnTo>
                  <a:lnTo>
                    <a:pt x="448564" y="777875"/>
                  </a:lnTo>
                  <a:lnTo>
                    <a:pt x="461009" y="837692"/>
                  </a:lnTo>
                  <a:lnTo>
                    <a:pt x="462788" y="847217"/>
                  </a:lnTo>
                  <a:lnTo>
                    <a:pt x="481457" y="843661"/>
                  </a:lnTo>
                  <a:lnTo>
                    <a:pt x="479678" y="833755"/>
                  </a:lnTo>
                  <a:lnTo>
                    <a:pt x="467105" y="773684"/>
                  </a:lnTo>
                  <a:lnTo>
                    <a:pt x="465963" y="768731"/>
                  </a:lnTo>
                  <a:close/>
                </a:path>
                <a:path w="536575" h="2832735">
                  <a:moveTo>
                    <a:pt x="491871" y="900049"/>
                  </a:moveTo>
                  <a:lnTo>
                    <a:pt x="473075" y="903224"/>
                  </a:lnTo>
                  <a:lnTo>
                    <a:pt x="482600" y="960374"/>
                  </a:lnTo>
                  <a:lnTo>
                    <a:pt x="485140" y="978281"/>
                  </a:lnTo>
                  <a:lnTo>
                    <a:pt x="503936" y="975614"/>
                  </a:lnTo>
                  <a:lnTo>
                    <a:pt x="501396" y="957326"/>
                  </a:lnTo>
                  <a:lnTo>
                    <a:pt x="491871" y="900049"/>
                  </a:lnTo>
                  <a:close/>
                </a:path>
                <a:path w="536575" h="2832735">
                  <a:moveTo>
                    <a:pt x="511809" y="1032383"/>
                  </a:moveTo>
                  <a:lnTo>
                    <a:pt x="492886" y="1034669"/>
                  </a:lnTo>
                  <a:lnTo>
                    <a:pt x="499236" y="1086739"/>
                  </a:lnTo>
                  <a:lnTo>
                    <a:pt x="501523" y="1110234"/>
                  </a:lnTo>
                  <a:lnTo>
                    <a:pt x="520446" y="1108202"/>
                  </a:lnTo>
                  <a:lnTo>
                    <a:pt x="518032" y="1084453"/>
                  </a:lnTo>
                  <a:lnTo>
                    <a:pt x="511809" y="1032383"/>
                  </a:lnTo>
                  <a:close/>
                </a:path>
                <a:path w="536575" h="2832735">
                  <a:moveTo>
                    <a:pt x="525907" y="1165352"/>
                  </a:moveTo>
                  <a:lnTo>
                    <a:pt x="506857" y="1166876"/>
                  </a:lnTo>
                  <a:lnTo>
                    <a:pt x="510548" y="1214247"/>
                  </a:lnTo>
                  <a:lnTo>
                    <a:pt x="510667" y="1215771"/>
                  </a:lnTo>
                  <a:lnTo>
                    <a:pt x="512126" y="1241552"/>
                  </a:lnTo>
                  <a:lnTo>
                    <a:pt x="512191" y="1242695"/>
                  </a:lnTo>
                  <a:lnTo>
                    <a:pt x="531241" y="1241552"/>
                  </a:lnTo>
                  <a:lnTo>
                    <a:pt x="529802" y="1215771"/>
                  </a:lnTo>
                  <a:lnTo>
                    <a:pt x="529717" y="1214247"/>
                  </a:lnTo>
                  <a:lnTo>
                    <a:pt x="526025" y="1166876"/>
                  </a:lnTo>
                  <a:lnTo>
                    <a:pt x="525907" y="1165352"/>
                  </a:lnTo>
                  <a:close/>
                </a:path>
                <a:path w="536575" h="2832735">
                  <a:moveTo>
                    <a:pt x="534034" y="1298829"/>
                  </a:moveTo>
                  <a:lnTo>
                    <a:pt x="514984" y="1299464"/>
                  </a:lnTo>
                  <a:lnTo>
                    <a:pt x="516488" y="1345565"/>
                  </a:lnTo>
                  <a:lnTo>
                    <a:pt x="516886" y="1375283"/>
                  </a:lnTo>
                  <a:lnTo>
                    <a:pt x="516890" y="1375537"/>
                  </a:lnTo>
                  <a:lnTo>
                    <a:pt x="535940" y="1375283"/>
                  </a:lnTo>
                  <a:lnTo>
                    <a:pt x="535567" y="1346200"/>
                  </a:lnTo>
                  <a:lnTo>
                    <a:pt x="534055" y="1299464"/>
                  </a:lnTo>
                  <a:lnTo>
                    <a:pt x="534034" y="1298829"/>
                  </a:lnTo>
                  <a:close/>
                </a:path>
                <a:path w="536575" h="2832735">
                  <a:moveTo>
                    <a:pt x="517144" y="1432433"/>
                  </a:moveTo>
                  <a:lnTo>
                    <a:pt x="516763" y="1477264"/>
                  </a:lnTo>
                  <a:lnTo>
                    <a:pt x="515747" y="1508379"/>
                  </a:lnTo>
                  <a:lnTo>
                    <a:pt x="534797" y="1509014"/>
                  </a:lnTo>
                  <a:lnTo>
                    <a:pt x="535813" y="1477518"/>
                  </a:lnTo>
                  <a:lnTo>
                    <a:pt x="536194" y="1432560"/>
                  </a:lnTo>
                  <a:lnTo>
                    <a:pt x="517144" y="1432433"/>
                  </a:lnTo>
                  <a:close/>
                </a:path>
                <a:path w="536575" h="2832735">
                  <a:moveTo>
                    <a:pt x="513207" y="1565275"/>
                  </a:moveTo>
                  <a:lnTo>
                    <a:pt x="510794" y="1607693"/>
                  </a:lnTo>
                  <a:lnTo>
                    <a:pt x="508253" y="1641094"/>
                  </a:lnTo>
                  <a:lnTo>
                    <a:pt x="527176" y="1642618"/>
                  </a:lnTo>
                  <a:lnTo>
                    <a:pt x="529844" y="1608836"/>
                  </a:lnTo>
                  <a:lnTo>
                    <a:pt x="532257" y="1566291"/>
                  </a:lnTo>
                  <a:lnTo>
                    <a:pt x="513207" y="1565275"/>
                  </a:lnTo>
                  <a:close/>
                </a:path>
                <a:path w="536575" h="2832735">
                  <a:moveTo>
                    <a:pt x="503301" y="1697736"/>
                  </a:moveTo>
                  <a:lnTo>
                    <a:pt x="499364" y="1736598"/>
                  </a:lnTo>
                  <a:lnTo>
                    <a:pt x="494919" y="1773301"/>
                  </a:lnTo>
                  <a:lnTo>
                    <a:pt x="513842" y="1775587"/>
                  </a:lnTo>
                  <a:lnTo>
                    <a:pt x="518286" y="1738503"/>
                  </a:lnTo>
                  <a:lnTo>
                    <a:pt x="522224" y="1699641"/>
                  </a:lnTo>
                  <a:lnTo>
                    <a:pt x="503301" y="1697736"/>
                  </a:lnTo>
                  <a:close/>
                </a:path>
                <a:path w="536575" h="2832735">
                  <a:moveTo>
                    <a:pt x="487426" y="1829816"/>
                  </a:moveTo>
                  <a:lnTo>
                    <a:pt x="482600" y="1863090"/>
                  </a:lnTo>
                  <a:lnTo>
                    <a:pt x="475742" y="1904873"/>
                  </a:lnTo>
                  <a:lnTo>
                    <a:pt x="494538" y="1907921"/>
                  </a:lnTo>
                  <a:lnTo>
                    <a:pt x="501523" y="1865757"/>
                  </a:lnTo>
                  <a:lnTo>
                    <a:pt x="506222" y="1832483"/>
                  </a:lnTo>
                  <a:lnTo>
                    <a:pt x="487426" y="1829816"/>
                  </a:lnTo>
                  <a:close/>
                </a:path>
                <a:path w="536575" h="2832735">
                  <a:moveTo>
                    <a:pt x="465836" y="1961007"/>
                  </a:moveTo>
                  <a:lnTo>
                    <a:pt x="461136" y="1985772"/>
                  </a:lnTo>
                  <a:lnTo>
                    <a:pt x="450850" y="2035429"/>
                  </a:lnTo>
                  <a:lnTo>
                    <a:pt x="469519" y="2039366"/>
                  </a:lnTo>
                  <a:lnTo>
                    <a:pt x="479932" y="1989328"/>
                  </a:lnTo>
                  <a:lnTo>
                    <a:pt x="484505" y="1964436"/>
                  </a:lnTo>
                  <a:lnTo>
                    <a:pt x="465836" y="1961007"/>
                  </a:lnTo>
                  <a:close/>
                </a:path>
                <a:path w="536575" h="2832735">
                  <a:moveTo>
                    <a:pt x="438276" y="2090928"/>
                  </a:moveTo>
                  <a:lnTo>
                    <a:pt x="435228" y="2104009"/>
                  </a:lnTo>
                  <a:lnTo>
                    <a:pt x="420751" y="2161032"/>
                  </a:lnTo>
                  <a:lnTo>
                    <a:pt x="419734" y="2164461"/>
                  </a:lnTo>
                  <a:lnTo>
                    <a:pt x="438150" y="2169541"/>
                  </a:lnTo>
                  <a:lnTo>
                    <a:pt x="439166" y="2165731"/>
                  </a:lnTo>
                  <a:lnTo>
                    <a:pt x="453771" y="2108327"/>
                  </a:lnTo>
                  <a:lnTo>
                    <a:pt x="456819" y="2095246"/>
                  </a:lnTo>
                  <a:lnTo>
                    <a:pt x="438276" y="2090928"/>
                  </a:lnTo>
                  <a:close/>
                </a:path>
                <a:path w="536575" h="2832735">
                  <a:moveTo>
                    <a:pt x="404495" y="2219325"/>
                  </a:moveTo>
                  <a:lnTo>
                    <a:pt x="388874" y="2270379"/>
                  </a:lnTo>
                  <a:lnTo>
                    <a:pt x="381889" y="2291842"/>
                  </a:lnTo>
                  <a:lnTo>
                    <a:pt x="399923" y="2297811"/>
                  </a:lnTo>
                  <a:lnTo>
                    <a:pt x="407161" y="2275840"/>
                  </a:lnTo>
                  <a:lnTo>
                    <a:pt x="422782" y="2224913"/>
                  </a:lnTo>
                  <a:lnTo>
                    <a:pt x="404495" y="2219325"/>
                  </a:lnTo>
                  <a:close/>
                </a:path>
                <a:path w="536575" h="2832735">
                  <a:moveTo>
                    <a:pt x="363347" y="2345690"/>
                  </a:moveTo>
                  <a:lnTo>
                    <a:pt x="353695" y="2372487"/>
                  </a:lnTo>
                  <a:lnTo>
                    <a:pt x="336423" y="2416683"/>
                  </a:lnTo>
                  <a:lnTo>
                    <a:pt x="354203" y="2423541"/>
                  </a:lnTo>
                  <a:lnTo>
                    <a:pt x="371728" y="2378964"/>
                  </a:lnTo>
                  <a:lnTo>
                    <a:pt x="381253" y="2352040"/>
                  </a:lnTo>
                  <a:lnTo>
                    <a:pt x="363347" y="2345690"/>
                  </a:lnTo>
                  <a:close/>
                </a:path>
                <a:path w="536575" h="2832735">
                  <a:moveTo>
                    <a:pt x="314325" y="2468753"/>
                  </a:moveTo>
                  <a:lnTo>
                    <a:pt x="305434" y="2488184"/>
                  </a:lnTo>
                  <a:lnTo>
                    <a:pt x="295275" y="2509647"/>
                  </a:lnTo>
                  <a:lnTo>
                    <a:pt x="284988" y="2530475"/>
                  </a:lnTo>
                  <a:lnTo>
                    <a:pt x="281559" y="2537079"/>
                  </a:lnTo>
                  <a:lnTo>
                    <a:pt x="298576" y="2545715"/>
                  </a:lnTo>
                  <a:lnTo>
                    <a:pt x="302132" y="2538857"/>
                  </a:lnTo>
                  <a:lnTo>
                    <a:pt x="312547" y="2517775"/>
                  </a:lnTo>
                  <a:lnTo>
                    <a:pt x="322834" y="2496058"/>
                  </a:lnTo>
                  <a:lnTo>
                    <a:pt x="331597" y="2476627"/>
                  </a:lnTo>
                  <a:lnTo>
                    <a:pt x="314325" y="2468753"/>
                  </a:lnTo>
                  <a:close/>
                </a:path>
                <a:path w="536575" h="2832735">
                  <a:moveTo>
                    <a:pt x="254507" y="2586863"/>
                  </a:moveTo>
                  <a:lnTo>
                    <a:pt x="231521" y="2624836"/>
                  </a:lnTo>
                  <a:lnTo>
                    <a:pt x="214249" y="2650490"/>
                  </a:lnTo>
                  <a:lnTo>
                    <a:pt x="229870" y="2661412"/>
                  </a:lnTo>
                  <a:lnTo>
                    <a:pt x="258826" y="2616962"/>
                  </a:lnTo>
                  <a:lnTo>
                    <a:pt x="271018" y="2596388"/>
                  </a:lnTo>
                  <a:lnTo>
                    <a:pt x="254507" y="2586863"/>
                  </a:lnTo>
                  <a:close/>
                </a:path>
                <a:path w="536575" h="2832735">
                  <a:moveTo>
                    <a:pt x="180086" y="2695448"/>
                  </a:moveTo>
                  <a:lnTo>
                    <a:pt x="152146" y="2726309"/>
                  </a:lnTo>
                  <a:lnTo>
                    <a:pt x="128905" y="2748153"/>
                  </a:lnTo>
                  <a:lnTo>
                    <a:pt x="128397" y="2748661"/>
                  </a:lnTo>
                  <a:lnTo>
                    <a:pt x="140461" y="2763393"/>
                  </a:lnTo>
                  <a:lnTo>
                    <a:pt x="141732" y="2762377"/>
                  </a:lnTo>
                  <a:lnTo>
                    <a:pt x="153924" y="2751328"/>
                  </a:lnTo>
                  <a:lnTo>
                    <a:pt x="165989" y="2739517"/>
                  </a:lnTo>
                  <a:lnTo>
                    <a:pt x="177926" y="2726817"/>
                  </a:lnTo>
                  <a:lnTo>
                    <a:pt x="189865" y="2713482"/>
                  </a:lnTo>
                  <a:lnTo>
                    <a:pt x="194818" y="2707513"/>
                  </a:lnTo>
                  <a:lnTo>
                    <a:pt x="180086" y="2695448"/>
                  </a:lnTo>
                  <a:close/>
                </a:path>
                <a:path w="536575" h="2832735">
                  <a:moveTo>
                    <a:pt x="66040" y="2758821"/>
                  </a:moveTo>
                  <a:lnTo>
                    <a:pt x="1016" y="2813812"/>
                  </a:lnTo>
                  <a:lnTo>
                    <a:pt x="84074" y="2832735"/>
                  </a:lnTo>
                  <a:lnTo>
                    <a:pt x="77969" y="2807716"/>
                  </a:lnTo>
                  <a:lnTo>
                    <a:pt x="66167" y="2807716"/>
                  </a:lnTo>
                  <a:lnTo>
                    <a:pt x="59309" y="2789936"/>
                  </a:lnTo>
                  <a:lnTo>
                    <a:pt x="72409" y="2784928"/>
                  </a:lnTo>
                  <a:lnTo>
                    <a:pt x="66040" y="2758821"/>
                  </a:lnTo>
                  <a:close/>
                </a:path>
                <a:path w="536575" h="2832735">
                  <a:moveTo>
                    <a:pt x="72409" y="2784928"/>
                  </a:moveTo>
                  <a:lnTo>
                    <a:pt x="59309" y="2789936"/>
                  </a:lnTo>
                  <a:lnTo>
                    <a:pt x="66167" y="2807716"/>
                  </a:lnTo>
                  <a:lnTo>
                    <a:pt x="76958" y="2803569"/>
                  </a:lnTo>
                  <a:lnTo>
                    <a:pt x="72409" y="2784928"/>
                  </a:lnTo>
                  <a:close/>
                </a:path>
                <a:path w="536575" h="2832735">
                  <a:moveTo>
                    <a:pt x="76958" y="2803569"/>
                  </a:moveTo>
                  <a:lnTo>
                    <a:pt x="66167" y="2807716"/>
                  </a:lnTo>
                  <a:lnTo>
                    <a:pt x="77969" y="2807716"/>
                  </a:lnTo>
                  <a:lnTo>
                    <a:pt x="76958" y="2803569"/>
                  </a:lnTo>
                  <a:close/>
                </a:path>
                <a:path w="536575" h="2832735">
                  <a:moveTo>
                    <a:pt x="82582" y="2781040"/>
                  </a:moveTo>
                  <a:lnTo>
                    <a:pt x="72409" y="2784928"/>
                  </a:lnTo>
                  <a:lnTo>
                    <a:pt x="76958" y="2803569"/>
                  </a:lnTo>
                  <a:lnTo>
                    <a:pt x="90297" y="2798445"/>
                  </a:lnTo>
                  <a:lnTo>
                    <a:pt x="90551" y="2798445"/>
                  </a:lnTo>
                  <a:lnTo>
                    <a:pt x="91313" y="2798064"/>
                  </a:lnTo>
                  <a:lnTo>
                    <a:pt x="91821" y="2797683"/>
                  </a:lnTo>
                  <a:lnTo>
                    <a:pt x="92709" y="2797175"/>
                  </a:lnTo>
                  <a:lnTo>
                    <a:pt x="83310" y="2781427"/>
                  </a:lnTo>
                  <a:lnTo>
                    <a:pt x="82042" y="2781427"/>
                  </a:lnTo>
                  <a:lnTo>
                    <a:pt x="82582" y="2781040"/>
                  </a:lnTo>
                  <a:close/>
                </a:path>
                <a:path w="536575" h="2832735">
                  <a:moveTo>
                    <a:pt x="82814" y="2781040"/>
                  </a:moveTo>
                  <a:lnTo>
                    <a:pt x="82582" y="2781040"/>
                  </a:lnTo>
                  <a:lnTo>
                    <a:pt x="82042" y="2781427"/>
                  </a:lnTo>
                  <a:lnTo>
                    <a:pt x="82814" y="2781040"/>
                  </a:lnTo>
                  <a:close/>
                </a:path>
                <a:path w="536575" h="2832735">
                  <a:moveTo>
                    <a:pt x="83079" y="2781040"/>
                  </a:moveTo>
                  <a:lnTo>
                    <a:pt x="82814" y="2781040"/>
                  </a:lnTo>
                  <a:lnTo>
                    <a:pt x="82042" y="2781427"/>
                  </a:lnTo>
                  <a:lnTo>
                    <a:pt x="83310" y="2781427"/>
                  </a:lnTo>
                  <a:lnTo>
                    <a:pt x="83079" y="278104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75231" y="4307840"/>
            <a:ext cx="1028700" cy="1181100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1121460" y="2723768"/>
            <a:ext cx="5466080" cy="320548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1012825">
              <a:lnSpc>
                <a:spcPct val="100699"/>
              </a:lnSpc>
              <a:spcBef>
                <a:spcPts val="70"/>
              </a:spcBef>
            </a:pPr>
            <a:r>
              <a:rPr dirty="0" sz="2800" spc="360" b="1">
                <a:solidFill>
                  <a:srgbClr val="173360"/>
                </a:solidFill>
                <a:latin typeface="Calibri"/>
                <a:cs typeface="Calibri"/>
              </a:rPr>
              <a:t>Independent</a:t>
            </a:r>
            <a:r>
              <a:rPr dirty="0" sz="2800" spc="20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275" b="1">
                <a:solidFill>
                  <a:srgbClr val="173360"/>
                </a:solidFill>
                <a:latin typeface="Calibri"/>
                <a:cs typeface="Calibri"/>
              </a:rPr>
              <a:t>Scalability </a:t>
            </a:r>
            <a:r>
              <a:rPr dirty="0" sz="2800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독립적인</a:t>
            </a:r>
            <a:r>
              <a:rPr dirty="0" sz="28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0" b="1">
                <a:solidFill>
                  <a:srgbClr val="173360"/>
                </a:solidFill>
                <a:latin typeface="Malgun Gothic"/>
                <a:cs typeface="Malgun Gothic"/>
              </a:rPr>
              <a:t>확장성</a:t>
            </a:r>
            <a:r>
              <a:rPr dirty="0" sz="2800" spc="-20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컴포넌트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단위로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배포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35">
                <a:solidFill>
                  <a:srgbClr val="173360"/>
                </a:solidFill>
                <a:latin typeface="Malgun Gothic"/>
                <a:cs typeface="Malgun Gothic"/>
              </a:rPr>
              <a:t>확장</a:t>
            </a:r>
            <a:r>
              <a:rPr dirty="0" sz="2400" spc="-35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400" spc="-35">
                <a:solidFill>
                  <a:srgbClr val="173360"/>
                </a:solidFill>
                <a:latin typeface="Malgun Gothic"/>
                <a:cs typeface="Malgun Gothic"/>
              </a:rPr>
              <a:t>축소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55">
                <a:solidFill>
                  <a:srgbClr val="173360"/>
                </a:solidFill>
                <a:latin typeface="Malgun Gothic"/>
                <a:cs typeface="Malgun Gothic"/>
              </a:rPr>
              <a:t>가능</a:t>
            </a:r>
            <a:r>
              <a:rPr dirty="0" sz="2400" spc="-55">
                <a:solidFill>
                  <a:srgbClr val="173360"/>
                </a:solidFill>
                <a:latin typeface="Calibri"/>
                <a:cs typeface="Calibri"/>
              </a:rPr>
              <a:t>.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애플리케이션에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따라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개별의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라이프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사이클에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의해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관리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179070">
              <a:lnSpc>
                <a:spcPct val="100000"/>
              </a:lnSpc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개별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35">
                <a:solidFill>
                  <a:srgbClr val="173360"/>
                </a:solidFill>
                <a:latin typeface="Malgun Gothic"/>
                <a:cs typeface="Malgun Gothic"/>
              </a:rPr>
              <a:t>확장</a:t>
            </a:r>
            <a:r>
              <a:rPr dirty="0" sz="2400" spc="-35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400" spc="-35">
                <a:solidFill>
                  <a:srgbClr val="173360"/>
                </a:solidFill>
                <a:latin typeface="Malgun Gothic"/>
                <a:cs typeface="Malgun Gothic"/>
              </a:rPr>
              <a:t>축소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가능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17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24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병목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현상이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되는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특정</a:t>
            </a:r>
            <a:r>
              <a:rPr dirty="0" sz="24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서비스만의</a:t>
            </a:r>
            <a:r>
              <a:rPr dirty="0" sz="24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확장에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의해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전체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처리량</a:t>
            </a:r>
            <a:r>
              <a:rPr dirty="0" sz="24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향상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387722" y="6561201"/>
            <a:ext cx="6343015" cy="24733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2996565">
              <a:lnSpc>
                <a:spcPct val="100699"/>
              </a:lnSpc>
              <a:spcBef>
                <a:spcPts val="70"/>
              </a:spcBef>
            </a:pPr>
            <a:r>
              <a:rPr dirty="0" sz="2800" spc="405" b="1">
                <a:solidFill>
                  <a:srgbClr val="C00000"/>
                </a:solidFill>
                <a:latin typeface="Calibri"/>
                <a:cs typeface="Calibri"/>
              </a:rPr>
              <a:t>Cascading</a:t>
            </a:r>
            <a:r>
              <a:rPr dirty="0" sz="2800" spc="1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285" b="1">
                <a:solidFill>
                  <a:srgbClr val="C00000"/>
                </a:solidFill>
                <a:latin typeface="Calibri"/>
                <a:cs typeface="Calibri"/>
              </a:rPr>
              <a:t>Failure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C00000"/>
                </a:solidFill>
                <a:latin typeface="Malgun Gothic"/>
                <a:cs typeface="Malgun Gothic"/>
              </a:rPr>
              <a:t>연쇄</a:t>
            </a:r>
            <a:r>
              <a:rPr dirty="0" sz="2800" spc="-125" b="1">
                <a:solidFill>
                  <a:srgbClr val="C00000"/>
                </a:solidFill>
                <a:latin typeface="Malgun Gothic"/>
                <a:cs typeface="Malgun Gothic"/>
              </a:rPr>
              <a:t> </a:t>
            </a:r>
            <a:r>
              <a:rPr dirty="0" sz="2800" spc="-25" b="1">
                <a:solidFill>
                  <a:srgbClr val="C00000"/>
                </a:solidFill>
                <a:latin typeface="Malgun Gothic"/>
                <a:cs typeface="Malgun Gothic"/>
              </a:rPr>
              <a:t>장애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 marR="358140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특정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서비스가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응답할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수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없게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되면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서비스에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요청하는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서비스가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응답할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수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없습니다</a:t>
            </a:r>
            <a:r>
              <a:rPr dirty="0" sz="24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-90">
                <a:solidFill>
                  <a:srgbClr val="173360"/>
                </a:solidFill>
                <a:latin typeface="Calibri"/>
                <a:cs typeface="Calibri"/>
              </a:rPr>
              <a:t>1)</a:t>
            </a:r>
            <a:r>
              <a:rPr dirty="0" sz="2400" spc="-4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장애</a:t>
            </a:r>
            <a:r>
              <a:rPr dirty="0" sz="2400">
                <a:solidFill>
                  <a:srgbClr val="173360"/>
                </a:solidFill>
                <a:latin typeface="Calibri"/>
                <a:cs typeface="Calibri"/>
              </a:rPr>
              <a:t>,</a:t>
            </a:r>
            <a:r>
              <a:rPr dirty="0" sz="2400" spc="-1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고부하로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인한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반응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속도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저하가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전체적인</a:t>
            </a:r>
            <a:r>
              <a:rPr dirty="0" sz="2400" spc="-20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35">
                <a:solidFill>
                  <a:srgbClr val="173360"/>
                </a:solidFill>
                <a:latin typeface="Malgun Gothic"/>
                <a:cs typeface="Malgun Gothic"/>
              </a:rPr>
              <a:t>정지</a:t>
            </a:r>
            <a:r>
              <a:rPr dirty="0" sz="2400" spc="-35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400" spc="-35">
                <a:solidFill>
                  <a:srgbClr val="173360"/>
                </a:solidFill>
                <a:latin typeface="Malgun Gothic"/>
                <a:cs typeface="Malgun Gothic"/>
              </a:rPr>
              <a:t>성능</a:t>
            </a:r>
            <a:r>
              <a:rPr dirty="0" sz="2400" spc="-20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저하로</a:t>
            </a:r>
            <a:r>
              <a:rPr dirty="0" sz="2400" spc="-20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이어진다</a:t>
            </a:r>
            <a:r>
              <a:rPr dirty="0" sz="24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1124056" y="6561201"/>
            <a:ext cx="5547995" cy="320484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2271395">
              <a:lnSpc>
                <a:spcPct val="100699"/>
              </a:lnSpc>
              <a:spcBef>
                <a:spcPts val="70"/>
              </a:spcBef>
            </a:pPr>
            <a:r>
              <a:rPr dirty="0" sz="2800" spc="355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dirty="0" sz="2800" spc="1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350" b="1">
                <a:solidFill>
                  <a:srgbClr val="C00000"/>
                </a:solidFill>
                <a:latin typeface="Calibri"/>
                <a:cs typeface="Calibri"/>
              </a:rPr>
              <a:t>Consistency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C00000"/>
                </a:solidFill>
                <a:latin typeface="Malgun Gothic"/>
                <a:cs typeface="Malgun Gothic"/>
              </a:rPr>
              <a:t>데이터</a:t>
            </a:r>
            <a:r>
              <a:rPr dirty="0" sz="2800" spc="-150" b="1">
                <a:solidFill>
                  <a:srgbClr val="C00000"/>
                </a:solidFill>
                <a:latin typeface="Malgun Gothic"/>
                <a:cs typeface="Malgun Gothic"/>
              </a:rPr>
              <a:t> </a:t>
            </a:r>
            <a:r>
              <a:rPr dirty="0" sz="2800" spc="-20" b="1">
                <a:solidFill>
                  <a:srgbClr val="C00000"/>
                </a:solidFill>
                <a:latin typeface="Malgun Gothic"/>
                <a:cs typeface="Malgun Gothic"/>
              </a:rPr>
              <a:t>일관성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 marR="107314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각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서비스마다</a:t>
            </a:r>
            <a:r>
              <a:rPr dirty="0" sz="24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독립적인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데이터스토어가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있습니다</a:t>
            </a:r>
            <a:r>
              <a:rPr dirty="0" sz="240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r>
              <a:rPr dirty="0" sz="2400" spc="3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서로</a:t>
            </a:r>
            <a:r>
              <a:rPr dirty="0" sz="24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다른</a:t>
            </a:r>
            <a:r>
              <a:rPr dirty="0" sz="24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서비스간에</a:t>
            </a:r>
            <a:r>
              <a:rPr dirty="0" sz="24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데이터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무결성을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유지해야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0">
                <a:solidFill>
                  <a:srgbClr val="173360"/>
                </a:solidFill>
                <a:latin typeface="Malgun Gothic"/>
                <a:cs typeface="Malgun Gothic"/>
              </a:rPr>
              <a:t>합니다</a:t>
            </a:r>
            <a:r>
              <a:rPr dirty="0" sz="2400" spc="-2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105">
                <a:solidFill>
                  <a:srgbClr val="173360"/>
                </a:solidFill>
                <a:latin typeface="Calibri"/>
                <a:cs typeface="Calibri"/>
              </a:rPr>
              <a:t>2)</a:t>
            </a:r>
            <a:r>
              <a:rPr dirty="0" sz="24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10">
                <a:solidFill>
                  <a:srgbClr val="173360"/>
                </a:solidFill>
                <a:latin typeface="Calibri"/>
                <a:cs typeface="Calibri"/>
              </a:rPr>
              <a:t>PC</a:t>
            </a:r>
            <a:r>
              <a:rPr dirty="0" sz="2400" spc="310">
                <a:solidFill>
                  <a:srgbClr val="173360"/>
                </a:solidFill>
                <a:latin typeface="Malgun Gothic"/>
                <a:cs typeface="Malgun Gothic"/>
              </a:rPr>
              <a:t>나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280">
                <a:solidFill>
                  <a:srgbClr val="173360"/>
                </a:solidFill>
                <a:latin typeface="Calibri"/>
                <a:cs typeface="Calibri"/>
              </a:rPr>
              <a:t>Saga</a:t>
            </a:r>
            <a:r>
              <a:rPr dirty="0" sz="2400" spc="280">
                <a:solidFill>
                  <a:srgbClr val="173360"/>
                </a:solidFill>
                <a:latin typeface="Malgun Gothic"/>
                <a:cs typeface="Malgun Gothic"/>
              </a:rPr>
              <a:t>와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같은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패턴에서는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데이터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동기</a:t>
            </a:r>
            <a:r>
              <a:rPr dirty="0" sz="24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비용이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높고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처리도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10">
                <a:solidFill>
                  <a:srgbClr val="173360"/>
                </a:solidFill>
                <a:latin typeface="Malgun Gothic"/>
                <a:cs typeface="Malgun Gothic"/>
              </a:rPr>
              <a:t>복잡해진다</a:t>
            </a:r>
            <a:r>
              <a:rPr dirty="0" sz="2400" spc="-10">
                <a:solidFill>
                  <a:srgbClr val="173360"/>
                </a:solidFill>
                <a:latin typeface="Calibri"/>
                <a:cs typeface="Calibri"/>
              </a:rPr>
              <a:t>.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확장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축소하기</a:t>
            </a:r>
            <a:r>
              <a:rPr dirty="0" sz="24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0">
                <a:solidFill>
                  <a:srgbClr val="173360"/>
                </a:solidFill>
                <a:latin typeface="Malgun Gothic"/>
                <a:cs typeface="Malgun Gothic"/>
              </a:rPr>
              <a:t>어렵다</a:t>
            </a:r>
            <a:r>
              <a:rPr dirty="0" sz="2400" spc="-2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9066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765">
                <a:solidFill>
                  <a:srgbClr val="173360"/>
                </a:solidFill>
                <a:latin typeface="Calibri"/>
                <a:cs typeface="Calibri"/>
              </a:rPr>
              <a:t>CQRS</a:t>
            </a:r>
            <a:r>
              <a:rPr dirty="0" spc="24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620">
                <a:solidFill>
                  <a:srgbClr val="173360"/>
                </a:solidFill>
                <a:latin typeface="Calibri"/>
                <a:cs typeface="Calibri"/>
              </a:rPr>
              <a:t>and</a:t>
            </a:r>
            <a:r>
              <a:rPr dirty="0" spc="2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720">
                <a:solidFill>
                  <a:srgbClr val="173360"/>
                </a:solidFill>
                <a:latin typeface="Calibri"/>
                <a:cs typeface="Calibri"/>
              </a:rPr>
              <a:t>Change</a:t>
            </a:r>
            <a:r>
              <a:rPr dirty="0" spc="2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80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pc="24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75">
                <a:solidFill>
                  <a:srgbClr val="173360"/>
                </a:solidFill>
                <a:latin typeface="Calibri"/>
                <a:cs typeface="Calibri"/>
              </a:rPr>
              <a:t>Capture</a:t>
            </a:r>
            <a:r>
              <a:rPr dirty="0" spc="2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33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pc="25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35">
                <a:solidFill>
                  <a:srgbClr val="173360"/>
                </a:solidFill>
                <a:latin typeface="Calibri"/>
                <a:cs typeface="Calibri"/>
              </a:rPr>
              <a:t>Consistent</a:t>
            </a:r>
            <a:r>
              <a:rPr dirty="0" spc="23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60">
                <a:solidFill>
                  <a:srgbClr val="173360"/>
                </a:solidFill>
                <a:latin typeface="Calibri"/>
                <a:cs typeface="Calibri"/>
              </a:rPr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41105" y="2431474"/>
            <a:ext cx="7776845" cy="292925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3200" spc="535" b="1">
                <a:solidFill>
                  <a:srgbClr val="173360"/>
                </a:solidFill>
                <a:latin typeface="Calibri"/>
                <a:cs typeface="Calibri"/>
              </a:rPr>
              <a:t>CQRS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99"/>
              </a:lnSpc>
              <a:spcBef>
                <a:spcPts val="1019"/>
              </a:spcBef>
            </a:pPr>
            <a:r>
              <a:rPr dirty="0" sz="2800" spc="484">
                <a:solidFill>
                  <a:srgbClr val="173360"/>
                </a:solidFill>
                <a:latin typeface="Calibri"/>
                <a:cs typeface="Calibri"/>
              </a:rPr>
              <a:t>Command</a:t>
            </a:r>
            <a:r>
              <a:rPr dirty="0" sz="2800" spc="1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305">
                <a:solidFill>
                  <a:srgbClr val="173360"/>
                </a:solidFill>
                <a:latin typeface="Calibri"/>
                <a:cs typeface="Calibri"/>
              </a:rPr>
              <a:t>Query</a:t>
            </a:r>
            <a:r>
              <a:rPr dirty="0" sz="2800" spc="1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250">
                <a:solidFill>
                  <a:srgbClr val="173360"/>
                </a:solidFill>
                <a:latin typeface="Calibri"/>
                <a:cs typeface="Calibri"/>
              </a:rPr>
              <a:t>Responsibility </a:t>
            </a:r>
            <a:r>
              <a:rPr dirty="0" sz="2800" spc="330">
                <a:solidFill>
                  <a:srgbClr val="173360"/>
                </a:solidFill>
                <a:latin typeface="Calibri"/>
                <a:cs typeface="Calibri"/>
              </a:rPr>
              <a:t>Segregation</a:t>
            </a:r>
            <a:r>
              <a:rPr dirty="0" sz="2800" spc="10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19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2800" spc="1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495">
                <a:solidFill>
                  <a:srgbClr val="173360"/>
                </a:solidFill>
                <a:latin typeface="Calibri"/>
                <a:cs typeface="Calibri"/>
              </a:rPr>
              <a:t>CUD</a:t>
            </a:r>
            <a:r>
              <a:rPr dirty="0" sz="2800" spc="11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385">
                <a:solidFill>
                  <a:srgbClr val="173360"/>
                </a:solidFill>
                <a:latin typeface="Calibri"/>
                <a:cs typeface="Calibri"/>
              </a:rPr>
              <a:t>(Command)</a:t>
            </a:r>
            <a:r>
              <a:rPr dirty="0" sz="2800" spc="14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173360"/>
                </a:solidFill>
                <a:latin typeface="Malgun Gothic"/>
                <a:cs typeface="Malgun Gothic"/>
              </a:rPr>
              <a:t>조회 </a:t>
            </a:r>
            <a:r>
              <a:rPr dirty="0" sz="2800" spc="229">
                <a:solidFill>
                  <a:srgbClr val="173360"/>
                </a:solidFill>
                <a:latin typeface="Calibri"/>
                <a:cs typeface="Calibri"/>
              </a:rPr>
              <a:t>(Query)</a:t>
            </a:r>
            <a:r>
              <a:rPr dirty="0" sz="2800" spc="13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역할과</a:t>
            </a:r>
            <a:r>
              <a:rPr dirty="0" sz="28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저장소를</a:t>
            </a:r>
            <a:r>
              <a:rPr dirty="0" sz="28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분리하는</a:t>
            </a:r>
            <a:r>
              <a:rPr dirty="0" sz="28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173360"/>
                </a:solidFill>
                <a:latin typeface="Malgun Gothic"/>
                <a:cs typeface="Malgun Gothic"/>
              </a:rPr>
              <a:t>방법</a:t>
            </a:r>
            <a:r>
              <a:rPr dirty="0" sz="2800" spc="-25">
                <a:solidFill>
                  <a:srgbClr val="173360"/>
                </a:solidFill>
                <a:latin typeface="Calibri"/>
                <a:cs typeface="Calibri"/>
              </a:rPr>
              <a:t>.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기존</a:t>
            </a:r>
            <a:r>
              <a:rPr dirty="0" sz="2800" spc="-2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시스템에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영향을</a:t>
            </a:r>
            <a:r>
              <a:rPr dirty="0" sz="2800" spc="-2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10">
                <a:solidFill>
                  <a:srgbClr val="173360"/>
                </a:solidFill>
                <a:latin typeface="Malgun Gothic"/>
                <a:cs typeface="Malgun Gothic"/>
              </a:rPr>
              <a:t>최소화하면서</a:t>
            </a:r>
            <a:r>
              <a:rPr dirty="0" sz="2800" spc="-10">
                <a:solidFill>
                  <a:srgbClr val="173360"/>
                </a:solidFill>
                <a:latin typeface="Calibri"/>
                <a:cs typeface="Calibri"/>
              </a:rPr>
              <a:t>,</a:t>
            </a:r>
            <a:r>
              <a:rPr dirty="0" sz="2800" spc="-3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병목</a:t>
            </a:r>
            <a:r>
              <a:rPr dirty="0" sz="2800" spc="-2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173360"/>
                </a:solidFill>
                <a:latin typeface="Malgun Gothic"/>
                <a:cs typeface="Malgun Gothic"/>
              </a:rPr>
              <a:t>현상이 </a:t>
            </a:r>
            <a:r>
              <a:rPr dirty="0" sz="2800" spc="-40">
                <a:solidFill>
                  <a:srgbClr val="173360"/>
                </a:solidFill>
                <a:latin typeface="Malgun Gothic"/>
                <a:cs typeface="Malgun Gothic"/>
              </a:rPr>
              <a:t>되기</a:t>
            </a:r>
            <a:r>
              <a:rPr dirty="0" sz="2800" spc="-2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쉬운</a:t>
            </a:r>
            <a:r>
              <a:rPr dirty="0" sz="28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검색</a:t>
            </a:r>
            <a:r>
              <a:rPr dirty="0" sz="28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기능을</a:t>
            </a:r>
            <a:r>
              <a:rPr dirty="0" sz="2800" spc="-23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다른</a:t>
            </a:r>
            <a:r>
              <a:rPr dirty="0" sz="28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서비스로서</a:t>
            </a:r>
            <a:r>
              <a:rPr dirty="0" sz="2800" spc="-23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10">
                <a:solidFill>
                  <a:srgbClr val="173360"/>
                </a:solidFill>
                <a:latin typeface="Malgun Gothic"/>
                <a:cs typeface="Malgun Gothic"/>
              </a:rPr>
              <a:t>분리한다</a:t>
            </a:r>
            <a:r>
              <a:rPr dirty="0" sz="28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41105" y="5859800"/>
            <a:ext cx="7515859" cy="250380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3200" spc="509" b="1">
                <a:solidFill>
                  <a:srgbClr val="173360"/>
                </a:solidFill>
                <a:latin typeface="Calibri"/>
                <a:cs typeface="Calibri"/>
              </a:rPr>
              <a:t>CDC(Change</a:t>
            </a:r>
            <a:r>
              <a:rPr dirty="0" sz="3200" spc="1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3200" spc="420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3200" spc="17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3200" spc="375" b="1">
                <a:solidFill>
                  <a:srgbClr val="173360"/>
                </a:solidFill>
                <a:latin typeface="Calibri"/>
                <a:cs typeface="Calibri"/>
              </a:rPr>
              <a:t>Capture)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35"/>
              </a:spcBef>
            </a:pP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데이터베이스의</a:t>
            </a:r>
            <a:r>
              <a:rPr dirty="0" sz="2800" spc="-20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변경사항을</a:t>
            </a:r>
            <a:r>
              <a:rPr dirty="0" sz="28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10">
                <a:solidFill>
                  <a:srgbClr val="173360"/>
                </a:solidFill>
                <a:latin typeface="Malgun Gothic"/>
                <a:cs typeface="Malgun Gothic"/>
              </a:rPr>
              <a:t>추출</a:t>
            </a:r>
            <a:r>
              <a:rPr dirty="0" sz="2800" spc="-1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800" spc="-10">
                <a:solidFill>
                  <a:srgbClr val="173360"/>
                </a:solidFill>
                <a:latin typeface="Malgun Gothic"/>
                <a:cs typeface="Malgun Gothic"/>
              </a:rPr>
              <a:t>이벤트화하여</a:t>
            </a:r>
            <a:r>
              <a:rPr dirty="0" sz="2800" spc="-10">
                <a:solidFill>
                  <a:srgbClr val="173360"/>
                </a:solidFill>
                <a:latin typeface="Calibri"/>
                <a:cs typeface="Calibri"/>
              </a:rPr>
              <a:t>,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다른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8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스토어간의</a:t>
            </a:r>
            <a:r>
              <a:rPr dirty="0" sz="28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0">
                <a:solidFill>
                  <a:srgbClr val="173360"/>
                </a:solidFill>
                <a:latin typeface="Malgun Gothic"/>
                <a:cs typeface="Malgun Gothic"/>
              </a:rPr>
              <a:t>무결성을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비동기로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복제하는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173360"/>
                </a:solidFill>
                <a:latin typeface="Malgun Gothic"/>
                <a:cs typeface="Malgun Gothic"/>
              </a:rPr>
              <a:t>기법</a:t>
            </a:r>
            <a:r>
              <a:rPr dirty="0" sz="280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r>
              <a:rPr dirty="0" sz="2800" spc="-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535">
                <a:solidFill>
                  <a:srgbClr val="173360"/>
                </a:solidFill>
                <a:latin typeface="Calibri"/>
                <a:cs typeface="Calibri"/>
              </a:rPr>
              <a:t>CDC</a:t>
            </a:r>
            <a:r>
              <a:rPr dirty="0" sz="28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73360"/>
                </a:solidFill>
                <a:latin typeface="Malgun Gothic"/>
                <a:cs typeface="Malgun Gothic"/>
              </a:rPr>
              <a:t>이벤트를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유실하지</a:t>
            </a:r>
            <a:r>
              <a:rPr dirty="0" sz="2800" spc="-2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173360"/>
                </a:solidFill>
                <a:latin typeface="Malgun Gothic"/>
                <a:cs typeface="Malgun Gothic"/>
              </a:rPr>
              <a:t>않고</a:t>
            </a:r>
            <a:r>
              <a:rPr dirty="0" sz="2800">
                <a:solidFill>
                  <a:srgbClr val="173360"/>
                </a:solidFill>
                <a:latin typeface="Calibri"/>
                <a:cs typeface="Calibri"/>
              </a:rPr>
              <a:t>,</a:t>
            </a:r>
            <a:r>
              <a:rPr dirty="0" sz="2800" spc="-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순서대로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173360"/>
                </a:solidFill>
                <a:latin typeface="Malgun Gothic"/>
                <a:cs typeface="Malgun Gothic"/>
              </a:rPr>
              <a:t>동기할</a:t>
            </a:r>
            <a:r>
              <a:rPr dirty="0" sz="2800" spc="-2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173360"/>
                </a:solidFill>
                <a:latin typeface="Malgun Gothic"/>
                <a:cs typeface="Malgun Gothic"/>
              </a:rPr>
              <a:t>필요가</a:t>
            </a:r>
            <a:r>
              <a:rPr dirty="0" sz="280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173360"/>
                </a:solidFill>
                <a:latin typeface="Malgun Gothic"/>
                <a:cs typeface="Malgun Gothic"/>
              </a:rPr>
              <a:t>있다</a:t>
            </a:r>
            <a:r>
              <a:rPr dirty="0" sz="2800" spc="-25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974848" y="3575430"/>
            <a:ext cx="2693670" cy="3651885"/>
            <a:chOff x="2974848" y="3575430"/>
            <a:chExt cx="2693670" cy="365188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5366" y="6033770"/>
              <a:ext cx="1323996" cy="119346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646170" y="5582030"/>
              <a:ext cx="671195" cy="452120"/>
            </a:xfrm>
            <a:custGeom>
              <a:avLst/>
              <a:gdLst/>
              <a:ahLst/>
              <a:cxnLst/>
              <a:rect l="l" t="t" r="r" b="b"/>
              <a:pathLst>
                <a:path w="671195" h="452120">
                  <a:moveTo>
                    <a:pt x="0" y="0"/>
                  </a:moveTo>
                  <a:lnTo>
                    <a:pt x="671067" y="451739"/>
                  </a:lnTo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4848" y="4239386"/>
              <a:ext cx="1342644" cy="13426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1344" y="4332626"/>
              <a:ext cx="1006983" cy="115616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646043" y="3575430"/>
              <a:ext cx="1518920" cy="664210"/>
            </a:xfrm>
            <a:custGeom>
              <a:avLst/>
              <a:gdLst/>
              <a:ahLst/>
              <a:cxnLst/>
              <a:rect l="l" t="t" r="r" b="b"/>
              <a:pathLst>
                <a:path w="1518920" h="664210">
                  <a:moveTo>
                    <a:pt x="1518920" y="664083"/>
                  </a:moveTo>
                  <a:lnTo>
                    <a:pt x="1503832" y="631063"/>
                  </a:lnTo>
                  <a:lnTo>
                    <a:pt x="1465834" y="547878"/>
                  </a:lnTo>
                  <a:lnTo>
                    <a:pt x="1461681" y="593394"/>
                  </a:lnTo>
                  <a:lnTo>
                    <a:pt x="726059" y="0"/>
                  </a:lnTo>
                  <a:lnTo>
                    <a:pt x="714057" y="14859"/>
                  </a:lnTo>
                  <a:lnTo>
                    <a:pt x="701294" y="762"/>
                  </a:lnTo>
                  <a:lnTo>
                    <a:pt x="52984" y="590105"/>
                  </a:lnTo>
                  <a:lnTo>
                    <a:pt x="46228" y="544957"/>
                  </a:lnTo>
                  <a:lnTo>
                    <a:pt x="0" y="664083"/>
                  </a:lnTo>
                  <a:lnTo>
                    <a:pt x="123063" y="629412"/>
                  </a:lnTo>
                  <a:lnTo>
                    <a:pt x="112877" y="626872"/>
                  </a:lnTo>
                  <a:lnTo>
                    <a:pt x="78613" y="618324"/>
                  </a:lnTo>
                  <a:lnTo>
                    <a:pt x="714730" y="39954"/>
                  </a:lnTo>
                  <a:lnTo>
                    <a:pt x="1437754" y="623074"/>
                  </a:lnTo>
                  <a:lnTo>
                    <a:pt x="1394079" y="636778"/>
                  </a:lnTo>
                  <a:lnTo>
                    <a:pt x="1518920" y="66408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3646042" y="7376414"/>
            <a:ext cx="1165860" cy="1643380"/>
            <a:chOff x="3646042" y="7376414"/>
            <a:chExt cx="1165860" cy="1643380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46042" y="7686308"/>
              <a:ext cx="1165489" cy="133332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317364" y="7376414"/>
              <a:ext cx="0" cy="300990"/>
            </a:xfrm>
            <a:custGeom>
              <a:avLst/>
              <a:gdLst/>
              <a:ahLst/>
              <a:cxnLst/>
              <a:rect l="l" t="t" r="r" b="b"/>
              <a:pathLst>
                <a:path w="0" h="300990">
                  <a:moveTo>
                    <a:pt x="0" y="0"/>
                  </a:moveTo>
                  <a:lnTo>
                    <a:pt x="0" y="300609"/>
                  </a:lnTo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5720057" y="4891659"/>
            <a:ext cx="1912620" cy="3288665"/>
            <a:chOff x="5720057" y="4891659"/>
            <a:chExt cx="1912620" cy="3288665"/>
          </a:xfrm>
        </p:grpSpPr>
        <p:sp>
          <p:nvSpPr>
            <p:cNvPr id="15" name="object 15" descr=""/>
            <p:cNvSpPr/>
            <p:nvPr/>
          </p:nvSpPr>
          <p:spPr>
            <a:xfrm>
              <a:off x="5835777" y="4891659"/>
              <a:ext cx="1797050" cy="2785745"/>
            </a:xfrm>
            <a:custGeom>
              <a:avLst/>
              <a:gdLst/>
              <a:ahLst/>
              <a:cxnLst/>
              <a:rect l="l" t="t" r="r" b="b"/>
              <a:pathLst>
                <a:path w="1797050" h="2785745">
                  <a:moveTo>
                    <a:pt x="1682496" y="2672207"/>
                  </a:moveTo>
                  <a:lnTo>
                    <a:pt x="1741931" y="2785364"/>
                  </a:lnTo>
                  <a:lnTo>
                    <a:pt x="1777964" y="2709545"/>
                  </a:lnTo>
                  <a:lnTo>
                    <a:pt x="1721357" y="2709545"/>
                  </a:lnTo>
                  <a:lnTo>
                    <a:pt x="1721113" y="2696850"/>
                  </a:lnTo>
                  <a:lnTo>
                    <a:pt x="1682496" y="2672207"/>
                  </a:lnTo>
                  <a:close/>
                </a:path>
                <a:path w="1797050" h="2785745">
                  <a:moveTo>
                    <a:pt x="1721113" y="2696850"/>
                  </a:moveTo>
                  <a:lnTo>
                    <a:pt x="1721343" y="2708783"/>
                  </a:lnTo>
                  <a:lnTo>
                    <a:pt x="1721357" y="2709545"/>
                  </a:lnTo>
                  <a:lnTo>
                    <a:pt x="1740407" y="2709164"/>
                  </a:lnTo>
                  <a:lnTo>
                    <a:pt x="1721113" y="2696850"/>
                  </a:lnTo>
                  <a:close/>
                </a:path>
                <a:path w="1797050" h="2785745">
                  <a:moveTo>
                    <a:pt x="1796796" y="2669921"/>
                  </a:moveTo>
                  <a:lnTo>
                    <a:pt x="1759189" y="2696092"/>
                  </a:lnTo>
                  <a:lnTo>
                    <a:pt x="1759457" y="2708783"/>
                  </a:lnTo>
                  <a:lnTo>
                    <a:pt x="1721357" y="2709545"/>
                  </a:lnTo>
                  <a:lnTo>
                    <a:pt x="1777964" y="2709545"/>
                  </a:lnTo>
                  <a:lnTo>
                    <a:pt x="1796796" y="2669921"/>
                  </a:lnTo>
                  <a:close/>
                </a:path>
                <a:path w="1797050" h="2785745">
                  <a:moveTo>
                    <a:pt x="1015" y="0"/>
                  </a:moveTo>
                  <a:lnTo>
                    <a:pt x="57" y="35940"/>
                  </a:lnTo>
                  <a:lnTo>
                    <a:pt x="0" y="38100"/>
                  </a:lnTo>
                  <a:lnTo>
                    <a:pt x="40767" y="39115"/>
                  </a:lnTo>
                  <a:lnTo>
                    <a:pt x="80772" y="42037"/>
                  </a:lnTo>
                  <a:lnTo>
                    <a:pt x="120523" y="46862"/>
                  </a:lnTo>
                  <a:lnTo>
                    <a:pt x="160274" y="53720"/>
                  </a:lnTo>
                  <a:lnTo>
                    <a:pt x="200151" y="62356"/>
                  </a:lnTo>
                  <a:lnTo>
                    <a:pt x="239775" y="72770"/>
                  </a:lnTo>
                  <a:lnTo>
                    <a:pt x="279400" y="85089"/>
                  </a:lnTo>
                  <a:lnTo>
                    <a:pt x="318897" y="99060"/>
                  </a:lnTo>
                  <a:lnTo>
                    <a:pt x="358267" y="114935"/>
                  </a:lnTo>
                  <a:lnTo>
                    <a:pt x="397510" y="132461"/>
                  </a:lnTo>
                  <a:lnTo>
                    <a:pt x="436625" y="151637"/>
                  </a:lnTo>
                  <a:lnTo>
                    <a:pt x="475488" y="172592"/>
                  </a:lnTo>
                  <a:lnTo>
                    <a:pt x="514223" y="195199"/>
                  </a:lnTo>
                  <a:lnTo>
                    <a:pt x="552576" y="219328"/>
                  </a:lnTo>
                  <a:lnTo>
                    <a:pt x="590931" y="244982"/>
                  </a:lnTo>
                  <a:lnTo>
                    <a:pt x="628776" y="272288"/>
                  </a:lnTo>
                  <a:lnTo>
                    <a:pt x="704088" y="331469"/>
                  </a:lnTo>
                  <a:lnTo>
                    <a:pt x="777621" y="396366"/>
                  </a:lnTo>
                  <a:lnTo>
                    <a:pt x="849756" y="466851"/>
                  </a:lnTo>
                  <a:lnTo>
                    <a:pt x="920115" y="542670"/>
                  </a:lnTo>
                  <a:lnTo>
                    <a:pt x="988695" y="623442"/>
                  </a:lnTo>
                  <a:lnTo>
                    <a:pt x="1055243" y="709167"/>
                  </a:lnTo>
                  <a:lnTo>
                    <a:pt x="1119631" y="799464"/>
                  </a:lnTo>
                  <a:lnTo>
                    <a:pt x="1181734" y="893952"/>
                  </a:lnTo>
                  <a:lnTo>
                    <a:pt x="1241298" y="992631"/>
                  </a:lnTo>
                  <a:lnTo>
                    <a:pt x="1298194" y="1095120"/>
                  </a:lnTo>
                  <a:lnTo>
                    <a:pt x="1352296" y="1201039"/>
                  </a:lnTo>
                  <a:lnTo>
                    <a:pt x="1403223" y="1310258"/>
                  </a:lnTo>
                  <a:lnTo>
                    <a:pt x="1451102" y="1422653"/>
                  </a:lnTo>
                  <a:lnTo>
                    <a:pt x="1495678" y="1537715"/>
                  </a:lnTo>
                  <a:lnTo>
                    <a:pt x="1536700" y="1655444"/>
                  </a:lnTo>
                  <a:lnTo>
                    <a:pt x="1574165" y="1775332"/>
                  </a:lnTo>
                  <a:lnTo>
                    <a:pt x="1607693" y="1897252"/>
                  </a:lnTo>
                  <a:lnTo>
                    <a:pt x="1637283" y="2020951"/>
                  </a:lnTo>
                  <a:lnTo>
                    <a:pt x="1662811" y="2146172"/>
                  </a:lnTo>
                  <a:lnTo>
                    <a:pt x="1684020" y="2272538"/>
                  </a:lnTo>
                  <a:lnTo>
                    <a:pt x="1700783" y="2400046"/>
                  </a:lnTo>
                  <a:lnTo>
                    <a:pt x="1712976" y="2528189"/>
                  </a:lnTo>
                  <a:lnTo>
                    <a:pt x="1720218" y="2654680"/>
                  </a:lnTo>
                  <a:lnTo>
                    <a:pt x="1720342" y="2656840"/>
                  </a:lnTo>
                  <a:lnTo>
                    <a:pt x="1721098" y="2696092"/>
                  </a:lnTo>
                  <a:lnTo>
                    <a:pt x="1721113" y="2696850"/>
                  </a:lnTo>
                  <a:lnTo>
                    <a:pt x="1740407" y="2709164"/>
                  </a:lnTo>
                  <a:lnTo>
                    <a:pt x="1759189" y="2696092"/>
                  </a:lnTo>
                  <a:lnTo>
                    <a:pt x="1758360" y="2656840"/>
                  </a:lnTo>
                  <a:lnTo>
                    <a:pt x="1758315" y="2654680"/>
                  </a:lnTo>
                  <a:lnTo>
                    <a:pt x="1750949" y="2524633"/>
                  </a:lnTo>
                  <a:lnTo>
                    <a:pt x="1738502" y="2395092"/>
                  </a:lnTo>
                  <a:lnTo>
                    <a:pt x="1721612" y="2266315"/>
                  </a:lnTo>
                  <a:lnTo>
                    <a:pt x="1700149" y="2138553"/>
                  </a:lnTo>
                  <a:lnTo>
                    <a:pt x="1674368" y="2012061"/>
                  </a:lnTo>
                  <a:lnTo>
                    <a:pt x="1644396" y="1887092"/>
                  </a:lnTo>
                  <a:lnTo>
                    <a:pt x="1610487" y="1764029"/>
                  </a:lnTo>
                  <a:lnTo>
                    <a:pt x="1572641" y="1642871"/>
                  </a:lnTo>
                  <a:lnTo>
                    <a:pt x="1531239" y="1524000"/>
                  </a:lnTo>
                  <a:lnTo>
                    <a:pt x="1486153" y="1407794"/>
                  </a:lnTo>
                  <a:lnTo>
                    <a:pt x="1437767" y="1294256"/>
                  </a:lnTo>
                  <a:lnTo>
                    <a:pt x="1386204" y="1183766"/>
                  </a:lnTo>
                  <a:lnTo>
                    <a:pt x="1331468" y="1076578"/>
                  </a:lnTo>
                  <a:lnTo>
                    <a:pt x="1273937" y="972946"/>
                  </a:lnTo>
                  <a:lnTo>
                    <a:pt x="1213612" y="873125"/>
                  </a:lnTo>
                  <a:lnTo>
                    <a:pt x="1150747" y="777366"/>
                  </a:lnTo>
                  <a:lnTo>
                    <a:pt x="1085342" y="685800"/>
                  </a:lnTo>
                  <a:lnTo>
                    <a:pt x="1017777" y="598804"/>
                  </a:lnTo>
                  <a:lnTo>
                    <a:pt x="948054" y="516763"/>
                  </a:lnTo>
                  <a:lnTo>
                    <a:pt x="876426" y="439546"/>
                  </a:lnTo>
                  <a:lnTo>
                    <a:pt x="802767" y="367791"/>
                  </a:lnTo>
                  <a:lnTo>
                    <a:pt x="727582" y="301498"/>
                  </a:lnTo>
                  <a:lnTo>
                    <a:pt x="651001" y="241300"/>
                  </a:lnTo>
                  <a:lnTo>
                    <a:pt x="612139" y="213360"/>
                  </a:lnTo>
                  <a:lnTo>
                    <a:pt x="572897" y="187070"/>
                  </a:lnTo>
                  <a:lnTo>
                    <a:pt x="533400" y="162178"/>
                  </a:lnTo>
                  <a:lnTo>
                    <a:pt x="493522" y="139064"/>
                  </a:lnTo>
                  <a:lnTo>
                    <a:pt x="453389" y="117475"/>
                  </a:lnTo>
                  <a:lnTo>
                    <a:pt x="413003" y="97662"/>
                  </a:lnTo>
                  <a:lnTo>
                    <a:pt x="372490" y="79628"/>
                  </a:lnTo>
                  <a:lnTo>
                    <a:pt x="331597" y="63245"/>
                  </a:lnTo>
                  <a:lnTo>
                    <a:pt x="290575" y="48640"/>
                  </a:lnTo>
                  <a:lnTo>
                    <a:pt x="249427" y="35940"/>
                  </a:lnTo>
                  <a:lnTo>
                    <a:pt x="208152" y="25145"/>
                  </a:lnTo>
                  <a:lnTo>
                    <a:pt x="166750" y="16128"/>
                  </a:lnTo>
                  <a:lnTo>
                    <a:pt x="125222" y="9143"/>
                  </a:lnTo>
                  <a:lnTo>
                    <a:pt x="83438" y="4063"/>
                  </a:lnTo>
                  <a:lnTo>
                    <a:pt x="41783" y="1015"/>
                  </a:lnTo>
                  <a:lnTo>
                    <a:pt x="1015" y="0"/>
                  </a:lnTo>
                  <a:close/>
                </a:path>
                <a:path w="1797050" h="2785745">
                  <a:moveTo>
                    <a:pt x="1759189" y="2696092"/>
                  </a:moveTo>
                  <a:lnTo>
                    <a:pt x="1740407" y="2709164"/>
                  </a:lnTo>
                  <a:lnTo>
                    <a:pt x="1759457" y="2708783"/>
                  </a:lnTo>
                  <a:lnTo>
                    <a:pt x="1759205" y="2696850"/>
                  </a:lnTo>
                  <a:lnTo>
                    <a:pt x="1759189" y="269609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0057" y="7715697"/>
              <a:ext cx="464548" cy="464548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62330" y="7732941"/>
            <a:ext cx="1193461" cy="1193461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4988686" y="8291194"/>
            <a:ext cx="1918335" cy="114300"/>
          </a:xfrm>
          <a:custGeom>
            <a:avLst/>
            <a:gdLst/>
            <a:ahLst/>
            <a:cxnLst/>
            <a:rect l="l" t="t" r="r" b="b"/>
            <a:pathLst>
              <a:path w="1918334" h="114300">
                <a:moveTo>
                  <a:pt x="38100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8100" y="76199"/>
                </a:lnTo>
                <a:lnTo>
                  <a:pt x="38100" y="38099"/>
                </a:lnTo>
                <a:close/>
              </a:path>
              <a:path w="1918334" h="114300">
                <a:moveTo>
                  <a:pt x="190500" y="38099"/>
                </a:moveTo>
                <a:lnTo>
                  <a:pt x="152400" y="38099"/>
                </a:lnTo>
                <a:lnTo>
                  <a:pt x="152400" y="76199"/>
                </a:lnTo>
                <a:lnTo>
                  <a:pt x="190500" y="76199"/>
                </a:lnTo>
                <a:lnTo>
                  <a:pt x="190500" y="38099"/>
                </a:lnTo>
                <a:close/>
              </a:path>
              <a:path w="1918334" h="114300">
                <a:moveTo>
                  <a:pt x="342900" y="38099"/>
                </a:moveTo>
                <a:lnTo>
                  <a:pt x="304800" y="38099"/>
                </a:lnTo>
                <a:lnTo>
                  <a:pt x="304800" y="76199"/>
                </a:lnTo>
                <a:lnTo>
                  <a:pt x="342900" y="76199"/>
                </a:lnTo>
                <a:lnTo>
                  <a:pt x="342900" y="38099"/>
                </a:lnTo>
                <a:close/>
              </a:path>
              <a:path w="1918334" h="114300">
                <a:moveTo>
                  <a:pt x="495300" y="38099"/>
                </a:moveTo>
                <a:lnTo>
                  <a:pt x="457200" y="38099"/>
                </a:lnTo>
                <a:lnTo>
                  <a:pt x="457200" y="76199"/>
                </a:lnTo>
                <a:lnTo>
                  <a:pt x="495300" y="76199"/>
                </a:lnTo>
                <a:lnTo>
                  <a:pt x="495300" y="38099"/>
                </a:lnTo>
                <a:close/>
              </a:path>
              <a:path w="1918334" h="114300">
                <a:moveTo>
                  <a:pt x="647700" y="38099"/>
                </a:moveTo>
                <a:lnTo>
                  <a:pt x="609600" y="38099"/>
                </a:lnTo>
                <a:lnTo>
                  <a:pt x="609600" y="76199"/>
                </a:lnTo>
                <a:lnTo>
                  <a:pt x="647700" y="76199"/>
                </a:lnTo>
                <a:lnTo>
                  <a:pt x="647700" y="38099"/>
                </a:lnTo>
                <a:close/>
              </a:path>
              <a:path w="1918334" h="114300">
                <a:moveTo>
                  <a:pt x="800100" y="38099"/>
                </a:moveTo>
                <a:lnTo>
                  <a:pt x="762000" y="38099"/>
                </a:lnTo>
                <a:lnTo>
                  <a:pt x="762000" y="76199"/>
                </a:lnTo>
                <a:lnTo>
                  <a:pt x="800100" y="76199"/>
                </a:lnTo>
                <a:lnTo>
                  <a:pt x="800100" y="38099"/>
                </a:lnTo>
                <a:close/>
              </a:path>
              <a:path w="1918334" h="114300">
                <a:moveTo>
                  <a:pt x="952500" y="38099"/>
                </a:moveTo>
                <a:lnTo>
                  <a:pt x="914400" y="38099"/>
                </a:lnTo>
                <a:lnTo>
                  <a:pt x="914400" y="76199"/>
                </a:lnTo>
                <a:lnTo>
                  <a:pt x="952500" y="76199"/>
                </a:lnTo>
                <a:lnTo>
                  <a:pt x="952500" y="38099"/>
                </a:lnTo>
                <a:close/>
              </a:path>
              <a:path w="1918334" h="114300">
                <a:moveTo>
                  <a:pt x="1104900" y="38099"/>
                </a:moveTo>
                <a:lnTo>
                  <a:pt x="1066800" y="38099"/>
                </a:lnTo>
                <a:lnTo>
                  <a:pt x="1066800" y="76199"/>
                </a:lnTo>
                <a:lnTo>
                  <a:pt x="1104900" y="76199"/>
                </a:lnTo>
                <a:lnTo>
                  <a:pt x="1104900" y="38099"/>
                </a:lnTo>
                <a:close/>
              </a:path>
              <a:path w="1918334" h="114300">
                <a:moveTo>
                  <a:pt x="1257300" y="38099"/>
                </a:moveTo>
                <a:lnTo>
                  <a:pt x="1219200" y="38099"/>
                </a:lnTo>
                <a:lnTo>
                  <a:pt x="1219200" y="76199"/>
                </a:lnTo>
                <a:lnTo>
                  <a:pt x="1257300" y="76199"/>
                </a:lnTo>
                <a:lnTo>
                  <a:pt x="1257300" y="38099"/>
                </a:lnTo>
                <a:close/>
              </a:path>
              <a:path w="1918334" h="114300">
                <a:moveTo>
                  <a:pt x="1409700" y="38099"/>
                </a:moveTo>
                <a:lnTo>
                  <a:pt x="1371600" y="38099"/>
                </a:lnTo>
                <a:lnTo>
                  <a:pt x="1371600" y="76199"/>
                </a:lnTo>
                <a:lnTo>
                  <a:pt x="1409700" y="76199"/>
                </a:lnTo>
                <a:lnTo>
                  <a:pt x="1409700" y="38099"/>
                </a:lnTo>
                <a:close/>
              </a:path>
              <a:path w="1918334" h="114300">
                <a:moveTo>
                  <a:pt x="1562099" y="38099"/>
                </a:moveTo>
                <a:lnTo>
                  <a:pt x="1523999" y="38099"/>
                </a:lnTo>
                <a:lnTo>
                  <a:pt x="1523999" y="76199"/>
                </a:lnTo>
                <a:lnTo>
                  <a:pt x="1562099" y="76199"/>
                </a:lnTo>
                <a:lnTo>
                  <a:pt x="1562099" y="38099"/>
                </a:lnTo>
                <a:close/>
              </a:path>
              <a:path w="1918334" h="114300">
                <a:moveTo>
                  <a:pt x="1714499" y="38099"/>
                </a:moveTo>
                <a:lnTo>
                  <a:pt x="1676399" y="38099"/>
                </a:lnTo>
                <a:lnTo>
                  <a:pt x="1676399" y="76199"/>
                </a:lnTo>
                <a:lnTo>
                  <a:pt x="1714499" y="76199"/>
                </a:lnTo>
                <a:lnTo>
                  <a:pt x="1714499" y="38099"/>
                </a:lnTo>
                <a:close/>
              </a:path>
              <a:path w="1918334" h="114300">
                <a:moveTo>
                  <a:pt x="1879727" y="38099"/>
                </a:moveTo>
                <a:lnTo>
                  <a:pt x="1841627" y="38099"/>
                </a:lnTo>
                <a:lnTo>
                  <a:pt x="1841627" y="76258"/>
                </a:lnTo>
                <a:lnTo>
                  <a:pt x="1828887" y="76258"/>
                </a:lnTo>
                <a:lnTo>
                  <a:pt x="1803527" y="114299"/>
                </a:lnTo>
                <a:lnTo>
                  <a:pt x="1879609" y="76258"/>
                </a:lnTo>
                <a:lnTo>
                  <a:pt x="1841627" y="76258"/>
                </a:lnTo>
                <a:lnTo>
                  <a:pt x="1841627" y="57149"/>
                </a:lnTo>
                <a:lnTo>
                  <a:pt x="1917827" y="57149"/>
                </a:lnTo>
                <a:lnTo>
                  <a:pt x="1879727" y="38099"/>
                </a:lnTo>
                <a:close/>
              </a:path>
              <a:path w="1918334" h="114300">
                <a:moveTo>
                  <a:pt x="1828799" y="37909"/>
                </a:moveTo>
                <a:lnTo>
                  <a:pt x="1828799" y="76258"/>
                </a:lnTo>
                <a:lnTo>
                  <a:pt x="1841627" y="57149"/>
                </a:lnTo>
                <a:lnTo>
                  <a:pt x="1828799" y="37909"/>
                </a:lnTo>
                <a:close/>
              </a:path>
              <a:path w="1918334" h="114300">
                <a:moveTo>
                  <a:pt x="1803527" y="0"/>
                </a:moveTo>
                <a:lnTo>
                  <a:pt x="1841627" y="57149"/>
                </a:lnTo>
                <a:lnTo>
                  <a:pt x="1841627" y="38099"/>
                </a:lnTo>
                <a:lnTo>
                  <a:pt x="1879727" y="38099"/>
                </a:lnTo>
                <a:lnTo>
                  <a:pt x="1803527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14760" y="2484132"/>
            <a:ext cx="1098475" cy="967887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2148332" y="3658870"/>
            <a:ext cx="1261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95">
                <a:solidFill>
                  <a:srgbClr val="173360"/>
                </a:solidFill>
                <a:latin typeface="Calibri"/>
                <a:cs typeface="Calibri"/>
              </a:rPr>
              <a:t>Command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7215865" y="9450219"/>
            <a:ext cx="165735" cy="1936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 spc="-25">
                <a:solidFill>
                  <a:srgbClr val="173360"/>
                </a:solidFill>
                <a:latin typeface="Malgun Gothic"/>
                <a:cs typeface="Malgun Gothic"/>
              </a:rPr>
              <a:t>36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281040" y="3658870"/>
            <a:ext cx="725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173360"/>
                </a:solidFill>
                <a:latin typeface="Calibri"/>
                <a:cs typeface="Calibri"/>
              </a:rPr>
              <a:t>Query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5698" y="420243"/>
            <a:ext cx="8658860" cy="9446895"/>
          </a:xfrm>
          <a:custGeom>
            <a:avLst/>
            <a:gdLst/>
            <a:ahLst/>
            <a:cxnLst/>
            <a:rect l="l" t="t" r="r" b="b"/>
            <a:pathLst>
              <a:path w="8658860" h="9446895">
                <a:moveTo>
                  <a:pt x="8461451" y="0"/>
                </a:moveTo>
                <a:lnTo>
                  <a:pt x="197154" y="0"/>
                </a:lnTo>
                <a:lnTo>
                  <a:pt x="151947" y="5206"/>
                </a:lnTo>
                <a:lnTo>
                  <a:pt x="110449" y="20040"/>
                </a:lnTo>
                <a:lnTo>
                  <a:pt x="73842" y="43317"/>
                </a:lnTo>
                <a:lnTo>
                  <a:pt x="43311" y="73856"/>
                </a:lnTo>
                <a:lnTo>
                  <a:pt x="20038" y="110477"/>
                </a:lnTo>
                <a:lnTo>
                  <a:pt x="5206" y="151995"/>
                </a:lnTo>
                <a:lnTo>
                  <a:pt x="0" y="197230"/>
                </a:lnTo>
                <a:lnTo>
                  <a:pt x="0" y="9249308"/>
                </a:lnTo>
                <a:lnTo>
                  <a:pt x="5206" y="9294510"/>
                </a:lnTo>
                <a:lnTo>
                  <a:pt x="20038" y="9336005"/>
                </a:lnTo>
                <a:lnTo>
                  <a:pt x="43311" y="9372610"/>
                </a:lnTo>
                <a:lnTo>
                  <a:pt x="73842" y="9403140"/>
                </a:lnTo>
                <a:lnTo>
                  <a:pt x="110449" y="9426412"/>
                </a:lnTo>
                <a:lnTo>
                  <a:pt x="151947" y="9441243"/>
                </a:lnTo>
                <a:lnTo>
                  <a:pt x="197154" y="9446450"/>
                </a:lnTo>
                <a:lnTo>
                  <a:pt x="8461451" y="9446450"/>
                </a:lnTo>
                <a:lnTo>
                  <a:pt x="8506639" y="9441243"/>
                </a:lnTo>
                <a:lnTo>
                  <a:pt x="8548124" y="9426412"/>
                </a:lnTo>
                <a:lnTo>
                  <a:pt x="8584721" y="9403140"/>
                </a:lnTo>
                <a:lnTo>
                  <a:pt x="8615247" y="9372610"/>
                </a:lnTo>
                <a:lnTo>
                  <a:pt x="8638518" y="9336005"/>
                </a:lnTo>
                <a:lnTo>
                  <a:pt x="8653348" y="9294510"/>
                </a:lnTo>
                <a:lnTo>
                  <a:pt x="8658555" y="9249308"/>
                </a:lnTo>
                <a:lnTo>
                  <a:pt x="8658555" y="197230"/>
                </a:lnTo>
                <a:lnTo>
                  <a:pt x="8653348" y="151995"/>
                </a:lnTo>
                <a:lnTo>
                  <a:pt x="8638518" y="110477"/>
                </a:lnTo>
                <a:lnTo>
                  <a:pt x="8615247" y="73856"/>
                </a:lnTo>
                <a:lnTo>
                  <a:pt x="8584721" y="43317"/>
                </a:lnTo>
                <a:lnTo>
                  <a:pt x="8548124" y="20040"/>
                </a:lnTo>
                <a:lnTo>
                  <a:pt x="8506639" y="5206"/>
                </a:lnTo>
                <a:lnTo>
                  <a:pt x="8461451" y="0"/>
                </a:lnTo>
                <a:close/>
              </a:path>
            </a:pathLst>
          </a:custGeom>
          <a:solidFill>
            <a:srgbClr val="81C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6372" y="1938909"/>
            <a:ext cx="5594985" cy="13677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660">
                <a:solidFill>
                  <a:srgbClr val="173360"/>
                </a:solidFill>
                <a:latin typeface="Calibri"/>
                <a:cs typeface="Calibri"/>
              </a:rPr>
              <a:t>Buying</a:t>
            </a:r>
            <a:r>
              <a:rPr dirty="0" spc="23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20">
                <a:solidFill>
                  <a:srgbClr val="173360"/>
                </a:solidFill>
                <a:latin typeface="Calibri"/>
                <a:cs typeface="Calibri"/>
              </a:rPr>
              <a:t>a</a:t>
            </a:r>
            <a:r>
              <a:rPr dirty="0" spc="2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475">
                <a:solidFill>
                  <a:srgbClr val="173360"/>
                </a:solidFill>
                <a:latin typeface="Calibri"/>
                <a:cs typeface="Calibri"/>
              </a:rPr>
              <a:t>Tablet</a:t>
            </a:r>
            <a:r>
              <a:rPr dirty="0" spc="2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850">
                <a:solidFill>
                  <a:srgbClr val="173360"/>
                </a:solidFill>
                <a:latin typeface="Calibri"/>
                <a:cs typeface="Calibri"/>
              </a:rPr>
              <a:t>PC </a:t>
            </a:r>
            <a:r>
              <a:rPr dirty="0" spc="459">
                <a:solidFill>
                  <a:srgbClr val="173360"/>
                </a:solidFill>
                <a:latin typeface="Calibri"/>
                <a:cs typeface="Calibri"/>
              </a:rPr>
              <a:t>(with</a:t>
            </a:r>
            <a:r>
              <a:rPr dirty="0" spc="254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80">
                <a:solidFill>
                  <a:srgbClr val="173360"/>
                </a:solidFill>
                <a:latin typeface="Calibri"/>
                <a:cs typeface="Calibri"/>
              </a:rPr>
              <a:t>REST)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475994" y="3993667"/>
            <a:ext cx="6064250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0" marR="99060" indent="-685800">
              <a:lnSpc>
                <a:spcPct val="150100"/>
              </a:lnSpc>
              <a:spcBef>
                <a:spcPts val="100"/>
              </a:spcBef>
              <a:buSzPct val="64285"/>
              <a:buFont typeface="Myriad Pro Light Cond"/>
              <a:buChar char="-"/>
              <a:tabLst>
                <a:tab pos="698500" algn="l"/>
              </a:tabLst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주문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서비스는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배송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0">
                <a:solidFill>
                  <a:srgbClr val="221F1F"/>
                </a:solidFill>
                <a:latin typeface="Malgun Gothic"/>
                <a:cs typeface="Malgun Gothic"/>
              </a:rPr>
              <a:t>서비스를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호출하여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물건을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배송하도록</a:t>
            </a:r>
            <a:r>
              <a:rPr dirty="0" sz="2800" spc="-2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지시</a:t>
            </a:r>
            <a:endParaRPr sz="2800">
              <a:latin typeface="Malgun Gothic"/>
              <a:cs typeface="Malgun Gothic"/>
            </a:endParaRPr>
          </a:p>
          <a:p>
            <a:pPr marL="697865" indent="-685165">
              <a:lnSpc>
                <a:spcPct val="100000"/>
              </a:lnSpc>
              <a:spcBef>
                <a:spcPts val="1680"/>
              </a:spcBef>
              <a:buSzPct val="64285"/>
              <a:buFont typeface="Myriad Pro Light Cond"/>
              <a:buChar char="-"/>
              <a:tabLst>
                <a:tab pos="697865" algn="l"/>
              </a:tabLst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배송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서비스는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배송할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주소를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조회</a:t>
            </a:r>
            <a:endParaRPr sz="2800">
              <a:latin typeface="Malgun Gothic"/>
              <a:cs typeface="Malgun Gothic"/>
            </a:endParaRPr>
          </a:p>
          <a:p>
            <a:pPr marL="698500">
              <a:lnSpc>
                <a:spcPct val="100000"/>
              </a:lnSpc>
              <a:spcBef>
                <a:spcPts val="1680"/>
              </a:spcBef>
            </a:pPr>
            <a:r>
              <a:rPr dirty="0" sz="2800">
                <a:solidFill>
                  <a:srgbClr val="221F1F"/>
                </a:solidFill>
                <a:latin typeface="Calibri"/>
                <a:cs typeface="Calibri"/>
              </a:rPr>
              <a:t>(</a:t>
            </a:r>
            <a:r>
              <a:rPr dirty="0" sz="2800">
                <a:solidFill>
                  <a:srgbClr val="221F1F"/>
                </a:solidFill>
                <a:latin typeface="Malgun Gothic"/>
                <a:cs typeface="Malgun Gothic"/>
              </a:rPr>
              <a:t>고객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10">
                <a:solidFill>
                  <a:srgbClr val="221F1F"/>
                </a:solidFill>
                <a:latin typeface="Malgun Gothic"/>
                <a:cs typeface="Malgun Gothic"/>
              </a:rPr>
              <a:t>서비스에서</a:t>
            </a:r>
            <a:r>
              <a:rPr dirty="0" sz="2800" spc="-10">
                <a:solidFill>
                  <a:srgbClr val="221F1F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31978" y="7732078"/>
            <a:ext cx="625030" cy="72396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50538" y="7669975"/>
            <a:ext cx="625030" cy="72396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1489435" y="3758691"/>
            <a:ext cx="114300" cy="1691005"/>
          </a:xfrm>
          <a:custGeom>
            <a:avLst/>
            <a:gdLst/>
            <a:ahLst/>
            <a:cxnLst/>
            <a:rect l="l" t="t" r="r" b="b"/>
            <a:pathLst>
              <a:path w="114300" h="1691004">
                <a:moveTo>
                  <a:pt x="38092" y="1576196"/>
                </a:moveTo>
                <a:lnTo>
                  <a:pt x="0" y="1576196"/>
                </a:lnTo>
                <a:lnTo>
                  <a:pt x="57150" y="1690496"/>
                </a:lnTo>
                <a:lnTo>
                  <a:pt x="104775" y="1595246"/>
                </a:lnTo>
                <a:lnTo>
                  <a:pt x="38100" y="1595246"/>
                </a:lnTo>
                <a:lnTo>
                  <a:pt x="38092" y="1576196"/>
                </a:lnTo>
                <a:close/>
              </a:path>
              <a:path w="114300" h="1691004">
                <a:moveTo>
                  <a:pt x="75565" y="0"/>
                </a:moveTo>
                <a:lnTo>
                  <a:pt x="37465" y="0"/>
                </a:lnTo>
                <a:lnTo>
                  <a:pt x="38092" y="1576196"/>
                </a:lnTo>
                <a:lnTo>
                  <a:pt x="38100" y="1595246"/>
                </a:lnTo>
                <a:lnTo>
                  <a:pt x="76200" y="1595246"/>
                </a:lnTo>
                <a:lnTo>
                  <a:pt x="75565" y="0"/>
                </a:lnTo>
                <a:close/>
              </a:path>
              <a:path w="114300" h="1691004">
                <a:moveTo>
                  <a:pt x="114300" y="1576196"/>
                </a:moveTo>
                <a:lnTo>
                  <a:pt x="76192" y="1576196"/>
                </a:lnTo>
                <a:lnTo>
                  <a:pt x="76200" y="1595246"/>
                </a:lnTo>
                <a:lnTo>
                  <a:pt x="104775" y="1595246"/>
                </a:lnTo>
                <a:lnTo>
                  <a:pt x="114300" y="1576196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0116059" y="6858634"/>
            <a:ext cx="2349500" cy="1597660"/>
            <a:chOff x="10116059" y="6858634"/>
            <a:chExt cx="2349500" cy="159766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16059" y="7732078"/>
              <a:ext cx="625030" cy="72396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1656568" y="6858634"/>
              <a:ext cx="808990" cy="114300"/>
            </a:xfrm>
            <a:custGeom>
              <a:avLst/>
              <a:gdLst/>
              <a:ahLst/>
              <a:cxnLst/>
              <a:rect l="l" t="t" r="r" b="b"/>
              <a:pathLst>
                <a:path w="808990" h="114300">
                  <a:moveTo>
                    <a:pt x="694435" y="0"/>
                  </a:moveTo>
                  <a:lnTo>
                    <a:pt x="694308" y="114300"/>
                  </a:lnTo>
                  <a:lnTo>
                    <a:pt x="770508" y="76200"/>
                  </a:lnTo>
                  <a:lnTo>
                    <a:pt x="713358" y="76200"/>
                  </a:lnTo>
                  <a:lnTo>
                    <a:pt x="713358" y="38100"/>
                  </a:lnTo>
                  <a:lnTo>
                    <a:pt x="770551" y="38100"/>
                  </a:lnTo>
                  <a:lnTo>
                    <a:pt x="694435" y="0"/>
                  </a:lnTo>
                  <a:close/>
                </a:path>
                <a:path w="808990" h="114300">
                  <a:moveTo>
                    <a:pt x="0" y="37592"/>
                  </a:moveTo>
                  <a:lnTo>
                    <a:pt x="0" y="75692"/>
                  </a:lnTo>
                  <a:lnTo>
                    <a:pt x="713359" y="76200"/>
                  </a:lnTo>
                  <a:lnTo>
                    <a:pt x="694351" y="76200"/>
                  </a:lnTo>
                  <a:lnTo>
                    <a:pt x="694393" y="38100"/>
                  </a:lnTo>
                  <a:lnTo>
                    <a:pt x="713358" y="38100"/>
                  </a:lnTo>
                  <a:lnTo>
                    <a:pt x="0" y="37592"/>
                  </a:lnTo>
                  <a:close/>
                </a:path>
                <a:path w="808990" h="114300">
                  <a:moveTo>
                    <a:pt x="770551" y="38100"/>
                  </a:moveTo>
                  <a:lnTo>
                    <a:pt x="713358" y="38100"/>
                  </a:lnTo>
                  <a:lnTo>
                    <a:pt x="713358" y="76200"/>
                  </a:lnTo>
                  <a:lnTo>
                    <a:pt x="770508" y="76200"/>
                  </a:lnTo>
                  <a:lnTo>
                    <a:pt x="808608" y="57150"/>
                  </a:lnTo>
                  <a:lnTo>
                    <a:pt x="770551" y="3810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0034396" y="3780536"/>
            <a:ext cx="133985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365">
                <a:latin typeface="Calibri"/>
                <a:cs typeface="Calibri"/>
              </a:rPr>
              <a:t>Submit </a:t>
            </a:r>
            <a:r>
              <a:rPr dirty="0" sz="2800" spc="28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032363" y="7470140"/>
            <a:ext cx="20485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245">
                <a:latin typeface="Calibri"/>
                <a:cs typeface="Calibri"/>
              </a:rPr>
              <a:t>shipOrder()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4933676" y="6343014"/>
            <a:ext cx="821690" cy="769620"/>
          </a:xfrm>
          <a:custGeom>
            <a:avLst/>
            <a:gdLst/>
            <a:ahLst/>
            <a:cxnLst/>
            <a:rect l="l" t="t" r="r" b="b"/>
            <a:pathLst>
              <a:path w="821690" h="769620">
                <a:moveTo>
                  <a:pt x="808736" y="692912"/>
                </a:moveTo>
                <a:lnTo>
                  <a:pt x="114325" y="693407"/>
                </a:lnTo>
                <a:lnTo>
                  <a:pt x="114300" y="655320"/>
                </a:lnTo>
                <a:lnTo>
                  <a:pt x="0" y="712597"/>
                </a:lnTo>
                <a:lnTo>
                  <a:pt x="114427" y="769620"/>
                </a:lnTo>
                <a:lnTo>
                  <a:pt x="114376" y="731520"/>
                </a:lnTo>
                <a:lnTo>
                  <a:pt x="95377" y="731520"/>
                </a:lnTo>
                <a:lnTo>
                  <a:pt x="114363" y="731507"/>
                </a:lnTo>
                <a:lnTo>
                  <a:pt x="808736" y="731012"/>
                </a:lnTo>
                <a:lnTo>
                  <a:pt x="808736" y="693420"/>
                </a:lnTo>
                <a:lnTo>
                  <a:pt x="808736" y="692912"/>
                </a:lnTo>
                <a:close/>
              </a:path>
              <a:path w="821690" h="769620">
                <a:moveTo>
                  <a:pt x="821690" y="57277"/>
                </a:moveTo>
                <a:lnTo>
                  <a:pt x="783666" y="38227"/>
                </a:lnTo>
                <a:lnTo>
                  <a:pt x="707390" y="0"/>
                </a:lnTo>
                <a:lnTo>
                  <a:pt x="707390" y="38214"/>
                </a:lnTo>
                <a:lnTo>
                  <a:pt x="13081" y="37719"/>
                </a:lnTo>
                <a:lnTo>
                  <a:pt x="12954" y="75819"/>
                </a:lnTo>
                <a:lnTo>
                  <a:pt x="707390" y="76314"/>
                </a:lnTo>
                <a:lnTo>
                  <a:pt x="707390" y="114300"/>
                </a:lnTo>
                <a:lnTo>
                  <a:pt x="783501" y="76327"/>
                </a:lnTo>
                <a:lnTo>
                  <a:pt x="821690" y="57277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4210537" y="7474711"/>
            <a:ext cx="2633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00">
                <a:latin typeface="Calibri"/>
                <a:cs typeface="Calibri"/>
              </a:rPr>
              <a:t>getCustomer()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6926" y="5630926"/>
            <a:ext cx="2461132" cy="208089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9868661" y="5995542"/>
            <a:ext cx="109093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latin typeface="Malgun Gothic"/>
                <a:cs typeface="Malgun Gothic"/>
              </a:rPr>
              <a:t>주문 서비스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44297" y="5630926"/>
            <a:ext cx="2461132" cy="2080895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3229589" y="5995542"/>
            <a:ext cx="109093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78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latin typeface="Malgun Gothic"/>
                <a:cs typeface="Malgun Gothic"/>
              </a:rPr>
              <a:t>배송 서비스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27502" y="5564378"/>
            <a:ext cx="2460498" cy="2080895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6508348" y="5928436"/>
            <a:ext cx="1090930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653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latin typeface="Malgun Gothic"/>
                <a:cs typeface="Malgun Gothic"/>
              </a:rPr>
              <a:t>고객 서비스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78913" y="2259389"/>
            <a:ext cx="3575543" cy="1363134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2805918" y="2602229"/>
            <a:ext cx="1955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285">
                <a:latin typeface="Calibri"/>
                <a:cs typeface="Calibri"/>
              </a:rPr>
              <a:t>Webserver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6263112" y="3659504"/>
            <a:ext cx="85725" cy="1691005"/>
          </a:xfrm>
          <a:custGeom>
            <a:avLst/>
            <a:gdLst/>
            <a:ahLst/>
            <a:cxnLst/>
            <a:rect l="l" t="t" r="r" b="b"/>
            <a:pathLst>
              <a:path w="85725" h="1691004">
                <a:moveTo>
                  <a:pt x="28579" y="1604772"/>
                </a:moveTo>
                <a:lnTo>
                  <a:pt x="0" y="1604772"/>
                </a:lnTo>
                <a:lnTo>
                  <a:pt x="42799" y="1690497"/>
                </a:lnTo>
                <a:lnTo>
                  <a:pt x="78538" y="1619123"/>
                </a:lnTo>
                <a:lnTo>
                  <a:pt x="28575" y="1619123"/>
                </a:lnTo>
                <a:lnTo>
                  <a:pt x="28579" y="1604772"/>
                </a:lnTo>
                <a:close/>
              </a:path>
              <a:path w="85725" h="1691004">
                <a:moveTo>
                  <a:pt x="57657" y="0"/>
                </a:moveTo>
                <a:lnTo>
                  <a:pt x="29082" y="0"/>
                </a:lnTo>
                <a:lnTo>
                  <a:pt x="28579" y="1604772"/>
                </a:lnTo>
                <a:lnTo>
                  <a:pt x="28575" y="1619123"/>
                </a:lnTo>
                <a:lnTo>
                  <a:pt x="57150" y="1619123"/>
                </a:lnTo>
                <a:lnTo>
                  <a:pt x="57657" y="0"/>
                </a:lnTo>
                <a:close/>
              </a:path>
              <a:path w="85725" h="1691004">
                <a:moveTo>
                  <a:pt x="85725" y="1604772"/>
                </a:moveTo>
                <a:lnTo>
                  <a:pt x="57154" y="1604772"/>
                </a:lnTo>
                <a:lnTo>
                  <a:pt x="57150" y="1619123"/>
                </a:lnTo>
                <a:lnTo>
                  <a:pt x="78538" y="1619123"/>
                </a:lnTo>
                <a:lnTo>
                  <a:pt x="85725" y="1604772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6365982" y="3776598"/>
            <a:ext cx="179451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325">
                <a:latin typeface="Calibri"/>
                <a:cs typeface="Calibri"/>
              </a:rPr>
              <a:t>Update </a:t>
            </a:r>
            <a:r>
              <a:rPr dirty="0" sz="2800" spc="335">
                <a:latin typeface="Calibri"/>
                <a:cs typeface="Calibri"/>
              </a:rPr>
              <a:t>Customer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5698" y="420243"/>
            <a:ext cx="8658860" cy="9446895"/>
          </a:xfrm>
          <a:custGeom>
            <a:avLst/>
            <a:gdLst/>
            <a:ahLst/>
            <a:cxnLst/>
            <a:rect l="l" t="t" r="r" b="b"/>
            <a:pathLst>
              <a:path w="8658860" h="9446895">
                <a:moveTo>
                  <a:pt x="8461451" y="0"/>
                </a:moveTo>
                <a:lnTo>
                  <a:pt x="197154" y="0"/>
                </a:lnTo>
                <a:lnTo>
                  <a:pt x="151947" y="5206"/>
                </a:lnTo>
                <a:lnTo>
                  <a:pt x="110449" y="20040"/>
                </a:lnTo>
                <a:lnTo>
                  <a:pt x="73842" y="43317"/>
                </a:lnTo>
                <a:lnTo>
                  <a:pt x="43311" y="73856"/>
                </a:lnTo>
                <a:lnTo>
                  <a:pt x="20038" y="110477"/>
                </a:lnTo>
                <a:lnTo>
                  <a:pt x="5206" y="151995"/>
                </a:lnTo>
                <a:lnTo>
                  <a:pt x="0" y="197230"/>
                </a:lnTo>
                <a:lnTo>
                  <a:pt x="0" y="9249308"/>
                </a:lnTo>
                <a:lnTo>
                  <a:pt x="5206" y="9294510"/>
                </a:lnTo>
                <a:lnTo>
                  <a:pt x="20038" y="9336005"/>
                </a:lnTo>
                <a:lnTo>
                  <a:pt x="43311" y="9372610"/>
                </a:lnTo>
                <a:lnTo>
                  <a:pt x="73842" y="9403140"/>
                </a:lnTo>
                <a:lnTo>
                  <a:pt x="110449" y="9426412"/>
                </a:lnTo>
                <a:lnTo>
                  <a:pt x="151947" y="9441243"/>
                </a:lnTo>
                <a:lnTo>
                  <a:pt x="197154" y="9446450"/>
                </a:lnTo>
                <a:lnTo>
                  <a:pt x="8461451" y="9446450"/>
                </a:lnTo>
                <a:lnTo>
                  <a:pt x="8506639" y="9441243"/>
                </a:lnTo>
                <a:lnTo>
                  <a:pt x="8548124" y="9426412"/>
                </a:lnTo>
                <a:lnTo>
                  <a:pt x="8584721" y="9403140"/>
                </a:lnTo>
                <a:lnTo>
                  <a:pt x="8615247" y="9372610"/>
                </a:lnTo>
                <a:lnTo>
                  <a:pt x="8638518" y="9336005"/>
                </a:lnTo>
                <a:lnTo>
                  <a:pt x="8653348" y="9294510"/>
                </a:lnTo>
                <a:lnTo>
                  <a:pt x="8658555" y="9249308"/>
                </a:lnTo>
                <a:lnTo>
                  <a:pt x="8658555" y="197230"/>
                </a:lnTo>
                <a:lnTo>
                  <a:pt x="8653348" y="151995"/>
                </a:lnTo>
                <a:lnTo>
                  <a:pt x="8638518" y="110477"/>
                </a:lnTo>
                <a:lnTo>
                  <a:pt x="8615247" y="73856"/>
                </a:lnTo>
                <a:lnTo>
                  <a:pt x="8584721" y="43317"/>
                </a:lnTo>
                <a:lnTo>
                  <a:pt x="8548124" y="20040"/>
                </a:lnTo>
                <a:lnTo>
                  <a:pt x="8506639" y="5206"/>
                </a:lnTo>
                <a:lnTo>
                  <a:pt x="8461451" y="0"/>
                </a:lnTo>
                <a:close/>
              </a:path>
            </a:pathLst>
          </a:custGeom>
          <a:solidFill>
            <a:srgbClr val="81C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6372" y="1943481"/>
            <a:ext cx="5532755" cy="13677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서비스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간</a:t>
            </a:r>
            <a:r>
              <a:rPr dirty="0" spc="-30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이벤트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기반 </a:t>
            </a:r>
            <a:r>
              <a:rPr dirty="0">
                <a:solidFill>
                  <a:srgbClr val="173360"/>
                </a:solidFill>
              </a:rPr>
              <a:t>비동기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메시징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389125" y="4057929"/>
            <a:ext cx="698436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0" marR="5080" indent="-685800">
              <a:lnSpc>
                <a:spcPct val="150000"/>
              </a:lnSpc>
              <a:spcBef>
                <a:spcPts val="100"/>
              </a:spcBef>
              <a:buSzPct val="64285"/>
              <a:buFont typeface="Myriad Pro Light Cond"/>
              <a:buChar char="-"/>
              <a:tabLst>
                <a:tab pos="698500" algn="l"/>
              </a:tabLst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주문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서비스는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더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이상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배송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10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r>
              <a:rPr dirty="0" sz="2800" spc="-10">
                <a:solidFill>
                  <a:srgbClr val="221F1F"/>
                </a:solidFill>
                <a:latin typeface="Calibri"/>
                <a:cs typeface="Calibri"/>
              </a:rPr>
              <a:t>(</a:t>
            </a:r>
            <a:r>
              <a:rPr dirty="0" sz="2800" spc="-10">
                <a:solidFill>
                  <a:srgbClr val="221F1F"/>
                </a:solidFill>
                <a:latin typeface="Malgun Gothic"/>
                <a:cs typeface="Malgun Gothic"/>
              </a:rPr>
              <a:t>또는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기타</a:t>
            </a:r>
            <a:r>
              <a:rPr dirty="0" sz="2800" spc="-2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10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r>
              <a:rPr dirty="0" sz="2800" spc="-10">
                <a:solidFill>
                  <a:srgbClr val="221F1F"/>
                </a:solidFill>
                <a:latin typeface="Calibri"/>
                <a:cs typeface="Calibri"/>
              </a:rPr>
              <a:t>)</a:t>
            </a:r>
            <a:r>
              <a:rPr dirty="0" sz="2800" spc="-10">
                <a:solidFill>
                  <a:srgbClr val="221F1F"/>
                </a:solidFill>
                <a:latin typeface="Malgun Gothic"/>
                <a:cs typeface="Malgun Gothic"/>
              </a:rPr>
              <a:t>에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대해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알지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못함</a:t>
            </a:r>
            <a:endParaRPr sz="2800">
              <a:latin typeface="Malgun Gothic"/>
              <a:cs typeface="Malgun Gothic"/>
            </a:endParaRPr>
          </a:p>
          <a:p>
            <a:pPr marL="698500" marR="475615" indent="-685800">
              <a:lnSpc>
                <a:spcPct val="150000"/>
              </a:lnSpc>
              <a:buSzPct val="64285"/>
              <a:buFont typeface="Myriad Pro Light Cond"/>
              <a:buChar char="-"/>
              <a:tabLst>
                <a:tab pos="698500" algn="l"/>
              </a:tabLst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주문</a:t>
            </a:r>
            <a:r>
              <a:rPr dirty="0" sz="2800" spc="-2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서비스는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주문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이벤트를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생성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50">
                <a:solidFill>
                  <a:srgbClr val="221F1F"/>
                </a:solidFill>
                <a:latin typeface="Malgun Gothic"/>
                <a:cs typeface="Malgun Gothic"/>
              </a:rPr>
              <a:t>및 </a:t>
            </a:r>
            <a:r>
              <a:rPr dirty="0" sz="2800" spc="-40">
                <a:solidFill>
                  <a:srgbClr val="221F1F"/>
                </a:solidFill>
                <a:latin typeface="Malgun Gothic"/>
                <a:cs typeface="Malgun Gothic"/>
              </a:rPr>
              <a:t>메시지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260">
                <a:solidFill>
                  <a:srgbClr val="221F1F"/>
                </a:solidFill>
                <a:latin typeface="Calibri"/>
                <a:cs typeface="Calibri"/>
              </a:rPr>
              <a:t>Broker</a:t>
            </a:r>
            <a:r>
              <a:rPr dirty="0" sz="2800" spc="260">
                <a:solidFill>
                  <a:srgbClr val="221F1F"/>
                </a:solidFill>
                <a:latin typeface="Malgun Gothic"/>
                <a:cs typeface="Malgun Gothic"/>
              </a:rPr>
              <a:t>로</a:t>
            </a:r>
            <a:r>
              <a:rPr dirty="0" sz="2800" spc="-204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전송함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1215512" y="6196203"/>
            <a:ext cx="2615565" cy="1273810"/>
            <a:chOff x="11215512" y="6196203"/>
            <a:chExt cx="2615565" cy="127381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15512" y="6299765"/>
              <a:ext cx="504877" cy="52457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009120" y="6196202"/>
              <a:ext cx="1821814" cy="1273810"/>
            </a:xfrm>
            <a:custGeom>
              <a:avLst/>
              <a:gdLst/>
              <a:ahLst/>
              <a:cxnLst/>
              <a:rect l="l" t="t" r="r" b="b"/>
              <a:pathLst>
                <a:path w="1821815" h="1273809">
                  <a:moveTo>
                    <a:pt x="114300" y="1159383"/>
                  </a:moveTo>
                  <a:lnTo>
                    <a:pt x="76187" y="1159383"/>
                  </a:lnTo>
                  <a:lnTo>
                    <a:pt x="75692" y="48514"/>
                  </a:lnTo>
                  <a:lnTo>
                    <a:pt x="37592" y="48514"/>
                  </a:lnTo>
                  <a:lnTo>
                    <a:pt x="38087" y="1159383"/>
                  </a:lnTo>
                  <a:lnTo>
                    <a:pt x="0" y="1159383"/>
                  </a:lnTo>
                  <a:lnTo>
                    <a:pt x="57150" y="1273683"/>
                  </a:lnTo>
                  <a:lnTo>
                    <a:pt x="104775" y="1178433"/>
                  </a:lnTo>
                  <a:lnTo>
                    <a:pt x="114300" y="1159383"/>
                  </a:lnTo>
                  <a:close/>
                </a:path>
                <a:path w="1821815" h="1273809">
                  <a:moveTo>
                    <a:pt x="1821434" y="114300"/>
                  </a:moveTo>
                  <a:lnTo>
                    <a:pt x="1811909" y="95250"/>
                  </a:lnTo>
                  <a:lnTo>
                    <a:pt x="1764284" y="0"/>
                  </a:lnTo>
                  <a:lnTo>
                    <a:pt x="1707134" y="114300"/>
                  </a:lnTo>
                  <a:lnTo>
                    <a:pt x="1745234" y="114300"/>
                  </a:lnTo>
                  <a:lnTo>
                    <a:pt x="1745234" y="1225169"/>
                  </a:lnTo>
                  <a:lnTo>
                    <a:pt x="1783334" y="1225169"/>
                  </a:lnTo>
                  <a:lnTo>
                    <a:pt x="1783334" y="114300"/>
                  </a:lnTo>
                  <a:lnTo>
                    <a:pt x="1821434" y="11430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4658" y="6254806"/>
            <a:ext cx="504877" cy="524574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2014581" y="3376040"/>
            <a:ext cx="114300" cy="1225550"/>
          </a:xfrm>
          <a:custGeom>
            <a:avLst/>
            <a:gdLst/>
            <a:ahLst/>
            <a:cxnLst/>
            <a:rect l="l" t="t" r="r" b="b"/>
            <a:pathLst>
              <a:path w="114300" h="1225550">
                <a:moveTo>
                  <a:pt x="38216" y="1110868"/>
                </a:moveTo>
                <a:lnTo>
                  <a:pt x="0" y="1110868"/>
                </a:lnTo>
                <a:lnTo>
                  <a:pt x="57276" y="1225168"/>
                </a:lnTo>
                <a:lnTo>
                  <a:pt x="104796" y="1129918"/>
                </a:lnTo>
                <a:lnTo>
                  <a:pt x="38226" y="1129918"/>
                </a:lnTo>
                <a:lnTo>
                  <a:pt x="38216" y="1110868"/>
                </a:lnTo>
                <a:close/>
              </a:path>
              <a:path w="114300" h="1225550">
                <a:moveTo>
                  <a:pt x="75692" y="0"/>
                </a:moveTo>
                <a:lnTo>
                  <a:pt x="37592" y="0"/>
                </a:lnTo>
                <a:lnTo>
                  <a:pt x="38216" y="1110868"/>
                </a:lnTo>
                <a:lnTo>
                  <a:pt x="38226" y="1129918"/>
                </a:lnTo>
                <a:lnTo>
                  <a:pt x="76326" y="1129918"/>
                </a:lnTo>
                <a:lnTo>
                  <a:pt x="75692" y="0"/>
                </a:lnTo>
                <a:close/>
              </a:path>
              <a:path w="114300" h="1225550">
                <a:moveTo>
                  <a:pt x="114300" y="1110868"/>
                </a:moveTo>
                <a:lnTo>
                  <a:pt x="76316" y="1110868"/>
                </a:lnTo>
                <a:lnTo>
                  <a:pt x="76326" y="1129918"/>
                </a:lnTo>
                <a:lnTo>
                  <a:pt x="104796" y="1129918"/>
                </a:lnTo>
                <a:lnTo>
                  <a:pt x="114300" y="1110868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664443" y="3369310"/>
            <a:ext cx="133985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365">
                <a:latin typeface="Calibri"/>
                <a:cs typeface="Calibri"/>
              </a:rPr>
              <a:t>Submit </a:t>
            </a:r>
            <a:r>
              <a:rPr dirty="0" sz="2800" spc="280">
                <a:latin typeface="Calibri"/>
                <a:cs typeface="Calibri"/>
              </a:rPr>
              <a:t>Order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145136" y="6499986"/>
            <a:ext cx="124650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35">
                <a:latin typeface="Calibri"/>
                <a:cs typeface="Calibri"/>
              </a:rPr>
              <a:t>Order </a:t>
            </a:r>
            <a:r>
              <a:rPr dirty="0" sz="2400" spc="250">
                <a:latin typeface="Calibri"/>
                <a:cs typeface="Calibri"/>
              </a:rPr>
              <a:t>Created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5181" y="4777613"/>
            <a:ext cx="1988184" cy="1507743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026520" y="5062168"/>
            <a:ext cx="862330" cy="696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주문</a:t>
            </a: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spc="-25">
                <a:latin typeface="Malgun Gothic"/>
                <a:cs typeface="Malgun Gothic"/>
              </a:rPr>
              <a:t>서비스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3177265" y="4777066"/>
            <a:ext cx="4535170" cy="1508760"/>
            <a:chOff x="13177265" y="4777066"/>
            <a:chExt cx="4535170" cy="1508760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77265" y="4777613"/>
              <a:ext cx="1988184" cy="150774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67513" y="4777066"/>
              <a:ext cx="1844806" cy="131689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6387953" y="5014341"/>
            <a:ext cx="8623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고객 서비스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20540" y="2332642"/>
            <a:ext cx="2888320" cy="993588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3407643" y="2604642"/>
            <a:ext cx="15411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5">
                <a:latin typeface="Calibri"/>
                <a:cs typeface="Calibri"/>
              </a:rPr>
              <a:t>Webserver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246359" y="5116067"/>
            <a:ext cx="7394575" cy="3377565"/>
            <a:chOff x="10246359" y="5116067"/>
            <a:chExt cx="7394575" cy="3377565"/>
          </a:xfrm>
        </p:grpSpPr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46359" y="7455293"/>
              <a:ext cx="7394575" cy="103795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5007590" y="5116067"/>
              <a:ext cx="821690" cy="769620"/>
            </a:xfrm>
            <a:custGeom>
              <a:avLst/>
              <a:gdLst/>
              <a:ahLst/>
              <a:cxnLst/>
              <a:rect l="l" t="t" r="r" b="b"/>
              <a:pathLst>
                <a:path w="821690" h="769620">
                  <a:moveTo>
                    <a:pt x="808736" y="692912"/>
                  </a:moveTo>
                  <a:lnTo>
                    <a:pt x="114325" y="693407"/>
                  </a:lnTo>
                  <a:lnTo>
                    <a:pt x="114300" y="655193"/>
                  </a:lnTo>
                  <a:lnTo>
                    <a:pt x="0" y="712470"/>
                  </a:lnTo>
                  <a:lnTo>
                    <a:pt x="114427" y="769493"/>
                  </a:lnTo>
                  <a:lnTo>
                    <a:pt x="114376" y="731520"/>
                  </a:lnTo>
                  <a:lnTo>
                    <a:pt x="95250" y="731520"/>
                  </a:lnTo>
                  <a:lnTo>
                    <a:pt x="114363" y="731507"/>
                  </a:lnTo>
                  <a:lnTo>
                    <a:pt x="808736" y="731012"/>
                  </a:lnTo>
                  <a:lnTo>
                    <a:pt x="808736" y="693420"/>
                  </a:lnTo>
                  <a:lnTo>
                    <a:pt x="808736" y="692912"/>
                  </a:lnTo>
                  <a:close/>
                </a:path>
                <a:path w="821690" h="769620">
                  <a:moveTo>
                    <a:pt x="821690" y="57150"/>
                  </a:moveTo>
                  <a:lnTo>
                    <a:pt x="783590" y="38100"/>
                  </a:lnTo>
                  <a:lnTo>
                    <a:pt x="707390" y="0"/>
                  </a:lnTo>
                  <a:lnTo>
                    <a:pt x="707390" y="38087"/>
                  </a:lnTo>
                  <a:lnTo>
                    <a:pt x="13081" y="37592"/>
                  </a:lnTo>
                  <a:lnTo>
                    <a:pt x="12954" y="75692"/>
                  </a:lnTo>
                  <a:lnTo>
                    <a:pt x="707390" y="76187"/>
                  </a:lnTo>
                  <a:lnTo>
                    <a:pt x="707390" y="114300"/>
                  </a:lnTo>
                  <a:lnTo>
                    <a:pt x="783590" y="76200"/>
                  </a:lnTo>
                  <a:lnTo>
                    <a:pt x="821690" y="5715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4283309" y="6245733"/>
            <a:ext cx="22599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50">
                <a:latin typeface="Calibri"/>
                <a:cs typeface="Calibri"/>
              </a:rPr>
              <a:t>getCustomer()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6172561" y="3348863"/>
            <a:ext cx="85725" cy="1225550"/>
          </a:xfrm>
          <a:custGeom>
            <a:avLst/>
            <a:gdLst/>
            <a:ahLst/>
            <a:cxnLst/>
            <a:rect l="l" t="t" r="r" b="b"/>
            <a:pathLst>
              <a:path w="85725" h="1225550">
                <a:moveTo>
                  <a:pt x="28582" y="1139443"/>
                </a:moveTo>
                <a:lnTo>
                  <a:pt x="0" y="1139443"/>
                </a:lnTo>
                <a:lnTo>
                  <a:pt x="42925" y="1225168"/>
                </a:lnTo>
                <a:lnTo>
                  <a:pt x="78560" y="1153794"/>
                </a:lnTo>
                <a:lnTo>
                  <a:pt x="28575" y="1153794"/>
                </a:lnTo>
                <a:lnTo>
                  <a:pt x="28582" y="1139443"/>
                </a:lnTo>
                <a:close/>
              </a:path>
              <a:path w="85725" h="1225550">
                <a:moveTo>
                  <a:pt x="57784" y="0"/>
                </a:moveTo>
                <a:lnTo>
                  <a:pt x="29209" y="0"/>
                </a:lnTo>
                <a:lnTo>
                  <a:pt x="28582" y="1139443"/>
                </a:lnTo>
                <a:lnTo>
                  <a:pt x="28575" y="1153794"/>
                </a:lnTo>
                <a:lnTo>
                  <a:pt x="57150" y="1153794"/>
                </a:lnTo>
                <a:lnTo>
                  <a:pt x="57784" y="0"/>
                </a:lnTo>
                <a:close/>
              </a:path>
              <a:path w="85725" h="1225550">
                <a:moveTo>
                  <a:pt x="85725" y="1139443"/>
                </a:moveTo>
                <a:lnTo>
                  <a:pt x="57157" y="1139443"/>
                </a:lnTo>
                <a:lnTo>
                  <a:pt x="57150" y="1153794"/>
                </a:lnTo>
                <a:lnTo>
                  <a:pt x="78560" y="1153794"/>
                </a:lnTo>
                <a:lnTo>
                  <a:pt x="85725" y="1139443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6323944" y="3440684"/>
            <a:ext cx="179578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325">
                <a:latin typeface="Calibri"/>
                <a:cs typeface="Calibri"/>
              </a:rPr>
              <a:t>Update </a:t>
            </a:r>
            <a:r>
              <a:rPr dirty="0" sz="2800" spc="335">
                <a:latin typeface="Calibri"/>
                <a:cs typeface="Calibri"/>
              </a:rPr>
              <a:t>Customer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678915" y="8712809"/>
            <a:ext cx="544639" cy="884186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3021183" y="8301990"/>
            <a:ext cx="1784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60">
                <a:latin typeface="Calibri"/>
                <a:cs typeface="Calibri"/>
              </a:rPr>
              <a:t>Apache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225">
                <a:latin typeface="Calibri"/>
                <a:cs typeface="Calibri"/>
              </a:rPr>
              <a:t>Kafka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377584" y="4946269"/>
            <a:ext cx="931367" cy="1000886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12340843" y="4145991"/>
            <a:ext cx="3108325" cy="1612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530" b="1">
                <a:solidFill>
                  <a:srgbClr val="00AEB9"/>
                </a:solidFill>
                <a:latin typeface="Calibri"/>
                <a:cs typeface="Calibri"/>
              </a:rPr>
              <a:t>Decoupling</a:t>
            </a:r>
            <a:endParaRPr sz="4000">
              <a:latin typeface="Calibri"/>
              <a:cs typeface="Calibri"/>
            </a:endParaRPr>
          </a:p>
          <a:p>
            <a:pPr algn="ctr" marL="556260">
              <a:lnSpc>
                <a:spcPct val="100000"/>
              </a:lnSpc>
              <a:spcBef>
                <a:spcPts val="2415"/>
              </a:spcBef>
            </a:pPr>
            <a:r>
              <a:rPr dirty="0" sz="2200" spc="-25">
                <a:latin typeface="Malgun Gothic"/>
                <a:cs typeface="Malgun Gothic"/>
              </a:rPr>
              <a:t>배송</a:t>
            </a:r>
            <a:endParaRPr sz="2200">
              <a:latin typeface="Malgun Gothic"/>
              <a:cs typeface="Malgun Gothic"/>
            </a:endParaRPr>
          </a:p>
          <a:p>
            <a:pPr algn="ctr" marL="554355">
              <a:lnSpc>
                <a:spcPct val="100000"/>
              </a:lnSpc>
              <a:spcBef>
                <a:spcPts val="5"/>
              </a:spcBef>
            </a:pPr>
            <a:r>
              <a:rPr dirty="0" sz="2200" spc="-25">
                <a:latin typeface="Malgun Gothic"/>
                <a:cs typeface="Malgun Gothic"/>
              </a:rPr>
              <a:t>서비스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37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5698" y="420243"/>
            <a:ext cx="8658860" cy="9446895"/>
          </a:xfrm>
          <a:custGeom>
            <a:avLst/>
            <a:gdLst/>
            <a:ahLst/>
            <a:cxnLst/>
            <a:rect l="l" t="t" r="r" b="b"/>
            <a:pathLst>
              <a:path w="8658860" h="9446895">
                <a:moveTo>
                  <a:pt x="8461451" y="0"/>
                </a:moveTo>
                <a:lnTo>
                  <a:pt x="197154" y="0"/>
                </a:lnTo>
                <a:lnTo>
                  <a:pt x="151947" y="5206"/>
                </a:lnTo>
                <a:lnTo>
                  <a:pt x="110449" y="20040"/>
                </a:lnTo>
                <a:lnTo>
                  <a:pt x="73842" y="43317"/>
                </a:lnTo>
                <a:lnTo>
                  <a:pt x="43311" y="73856"/>
                </a:lnTo>
                <a:lnTo>
                  <a:pt x="20038" y="110477"/>
                </a:lnTo>
                <a:lnTo>
                  <a:pt x="5206" y="151995"/>
                </a:lnTo>
                <a:lnTo>
                  <a:pt x="0" y="197230"/>
                </a:lnTo>
                <a:lnTo>
                  <a:pt x="0" y="9249308"/>
                </a:lnTo>
                <a:lnTo>
                  <a:pt x="5206" y="9294510"/>
                </a:lnTo>
                <a:lnTo>
                  <a:pt x="20038" y="9336005"/>
                </a:lnTo>
                <a:lnTo>
                  <a:pt x="43311" y="9372610"/>
                </a:lnTo>
                <a:lnTo>
                  <a:pt x="73842" y="9403140"/>
                </a:lnTo>
                <a:lnTo>
                  <a:pt x="110449" y="9426412"/>
                </a:lnTo>
                <a:lnTo>
                  <a:pt x="151947" y="9441243"/>
                </a:lnTo>
                <a:lnTo>
                  <a:pt x="197154" y="9446450"/>
                </a:lnTo>
                <a:lnTo>
                  <a:pt x="8461451" y="9446450"/>
                </a:lnTo>
                <a:lnTo>
                  <a:pt x="8506639" y="9441243"/>
                </a:lnTo>
                <a:lnTo>
                  <a:pt x="8548124" y="9426412"/>
                </a:lnTo>
                <a:lnTo>
                  <a:pt x="8584721" y="9403140"/>
                </a:lnTo>
                <a:lnTo>
                  <a:pt x="8615247" y="9372610"/>
                </a:lnTo>
                <a:lnTo>
                  <a:pt x="8638518" y="9336005"/>
                </a:lnTo>
                <a:lnTo>
                  <a:pt x="8653348" y="9294510"/>
                </a:lnTo>
                <a:lnTo>
                  <a:pt x="8658555" y="9249308"/>
                </a:lnTo>
                <a:lnTo>
                  <a:pt x="8658555" y="197230"/>
                </a:lnTo>
                <a:lnTo>
                  <a:pt x="8653348" y="151995"/>
                </a:lnTo>
                <a:lnTo>
                  <a:pt x="8638518" y="110477"/>
                </a:lnTo>
                <a:lnTo>
                  <a:pt x="8615247" y="73856"/>
                </a:lnTo>
                <a:lnTo>
                  <a:pt x="8584721" y="43317"/>
                </a:lnTo>
                <a:lnTo>
                  <a:pt x="8548124" y="20040"/>
                </a:lnTo>
                <a:lnTo>
                  <a:pt x="8506639" y="5206"/>
                </a:lnTo>
                <a:lnTo>
                  <a:pt x="8461451" y="0"/>
                </a:lnTo>
                <a:close/>
              </a:path>
            </a:pathLst>
          </a:custGeom>
          <a:solidFill>
            <a:srgbClr val="81C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6372" y="1943481"/>
            <a:ext cx="5537200" cy="13677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데이터베이스</a:t>
            </a:r>
            <a:r>
              <a:rPr dirty="0" spc="-3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간</a:t>
            </a:r>
            <a:r>
              <a:rPr dirty="0" spc="-300">
                <a:solidFill>
                  <a:srgbClr val="173360"/>
                </a:solidFill>
              </a:rPr>
              <a:t> </a:t>
            </a:r>
            <a:r>
              <a:rPr dirty="0" spc="840">
                <a:solidFill>
                  <a:srgbClr val="173360"/>
                </a:solidFill>
                <a:latin typeface="Calibri"/>
                <a:cs typeface="Calibri"/>
              </a:rPr>
              <a:t>CDC</a:t>
            </a: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173360"/>
                </a:solidFill>
              </a:rPr>
              <a:t>기반의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복제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445767" y="3806469"/>
            <a:ext cx="6175375" cy="322643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1780"/>
              </a:spcBef>
              <a:buSzPct val="64285"/>
              <a:buFont typeface="Myriad Pro Light Cond"/>
              <a:buChar char="-"/>
              <a:tabLst>
                <a:tab pos="697865" algn="l"/>
              </a:tabLst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고객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서비스로의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직접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호출이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없음</a:t>
            </a:r>
            <a:endParaRPr sz="2800">
              <a:latin typeface="Malgun Gothic"/>
              <a:cs typeface="Malgun Gothic"/>
            </a:endParaRPr>
          </a:p>
          <a:p>
            <a:pPr marL="698500" marR="5080" indent="-685800">
              <a:lnSpc>
                <a:spcPct val="150000"/>
              </a:lnSpc>
              <a:buSzPct val="64285"/>
              <a:buFont typeface="Myriad Pro Light Cond"/>
              <a:buChar char="-"/>
              <a:tabLst>
                <a:tab pos="698500" algn="l"/>
              </a:tabLst>
            </a:pPr>
            <a:r>
              <a:rPr dirty="0" sz="2800">
                <a:solidFill>
                  <a:srgbClr val="221F1F"/>
                </a:solidFill>
                <a:latin typeface="Malgun Gothic"/>
                <a:cs typeface="Malgun Gothic"/>
              </a:rPr>
              <a:t>대신</a:t>
            </a:r>
            <a:r>
              <a:rPr dirty="0" sz="2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2800" spc="-3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고객</a:t>
            </a:r>
            <a:r>
              <a:rPr dirty="0" sz="2800" spc="-2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변경시</a:t>
            </a:r>
            <a:r>
              <a:rPr dirty="0" sz="2800" spc="-2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370">
                <a:solidFill>
                  <a:srgbClr val="221F1F"/>
                </a:solidFill>
                <a:latin typeface="Calibri"/>
                <a:cs typeface="Calibri"/>
              </a:rPr>
              <a:t>CDC</a:t>
            </a:r>
            <a:r>
              <a:rPr dirty="0" sz="2800" spc="370">
                <a:solidFill>
                  <a:srgbClr val="221F1F"/>
                </a:solidFill>
                <a:latin typeface="Malgun Gothic"/>
                <a:cs typeface="Malgun Gothic"/>
              </a:rPr>
              <a:t>로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추출되어</a:t>
            </a:r>
            <a:r>
              <a:rPr dirty="0" sz="2800" spc="-2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이벤트로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전송되어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배송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서비스의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365">
                <a:solidFill>
                  <a:srgbClr val="221F1F"/>
                </a:solidFill>
                <a:latin typeface="Calibri"/>
                <a:cs typeface="Calibri"/>
              </a:rPr>
              <a:t>DB</a:t>
            </a:r>
            <a:r>
              <a:rPr dirty="0" sz="2800" spc="365">
                <a:solidFill>
                  <a:srgbClr val="221F1F"/>
                </a:solidFill>
                <a:latin typeface="Malgun Gothic"/>
                <a:cs typeface="Malgun Gothic"/>
              </a:rPr>
              <a:t>에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복제되며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0">
                <a:solidFill>
                  <a:srgbClr val="221F1F"/>
                </a:solidFill>
                <a:latin typeface="Malgun Gothic"/>
                <a:cs typeface="Malgun Gothic"/>
              </a:rPr>
              <a:t>로컬에서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쿼리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5920" y="6202409"/>
            <a:ext cx="497342" cy="66954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0826750" y="5908166"/>
            <a:ext cx="4996180" cy="1787525"/>
            <a:chOff x="10826750" y="5908166"/>
            <a:chExt cx="4996180" cy="178752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66919" y="6264512"/>
              <a:ext cx="497342" cy="66954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5056" y="6145005"/>
              <a:ext cx="497342" cy="66954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0826750" y="5908166"/>
              <a:ext cx="1945005" cy="1787525"/>
            </a:xfrm>
            <a:custGeom>
              <a:avLst/>
              <a:gdLst/>
              <a:ahLst/>
              <a:cxnLst/>
              <a:rect l="l" t="t" r="r" b="b"/>
              <a:pathLst>
                <a:path w="1945004" h="1787525">
                  <a:moveTo>
                    <a:pt x="114236" y="1673225"/>
                  </a:moveTo>
                  <a:lnTo>
                    <a:pt x="76187" y="1673225"/>
                  </a:lnTo>
                  <a:lnTo>
                    <a:pt x="75692" y="223901"/>
                  </a:lnTo>
                  <a:lnTo>
                    <a:pt x="37592" y="223901"/>
                  </a:lnTo>
                  <a:lnTo>
                    <a:pt x="38087" y="1673225"/>
                  </a:lnTo>
                  <a:lnTo>
                    <a:pt x="0" y="1673225"/>
                  </a:lnTo>
                  <a:lnTo>
                    <a:pt x="57277" y="1787398"/>
                  </a:lnTo>
                  <a:lnTo>
                    <a:pt x="104787" y="1692148"/>
                  </a:lnTo>
                  <a:lnTo>
                    <a:pt x="114236" y="1673225"/>
                  </a:lnTo>
                  <a:close/>
                </a:path>
                <a:path w="1945004" h="1787525">
                  <a:moveTo>
                    <a:pt x="1944878" y="113538"/>
                  </a:moveTo>
                  <a:lnTo>
                    <a:pt x="1935264" y="94996"/>
                  </a:lnTo>
                  <a:lnTo>
                    <a:pt x="1886077" y="0"/>
                  </a:lnTo>
                  <a:lnTo>
                    <a:pt x="1830578" y="115189"/>
                  </a:lnTo>
                  <a:lnTo>
                    <a:pt x="1868703" y="114642"/>
                  </a:lnTo>
                  <a:lnTo>
                    <a:pt x="1892795" y="1760728"/>
                  </a:lnTo>
                  <a:lnTo>
                    <a:pt x="1892808" y="1761363"/>
                  </a:lnTo>
                  <a:lnTo>
                    <a:pt x="1930908" y="1760728"/>
                  </a:lnTo>
                  <a:lnTo>
                    <a:pt x="1906816" y="115189"/>
                  </a:lnTo>
                  <a:lnTo>
                    <a:pt x="1906803" y="114096"/>
                  </a:lnTo>
                  <a:lnTo>
                    <a:pt x="1944878" y="113538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10832338" y="2470785"/>
            <a:ext cx="114300" cy="1563370"/>
          </a:xfrm>
          <a:custGeom>
            <a:avLst/>
            <a:gdLst/>
            <a:ahLst/>
            <a:cxnLst/>
            <a:rect l="l" t="t" r="r" b="b"/>
            <a:pathLst>
              <a:path w="114300" h="1563370">
                <a:moveTo>
                  <a:pt x="38093" y="1448943"/>
                </a:moveTo>
                <a:lnTo>
                  <a:pt x="0" y="1448943"/>
                </a:lnTo>
                <a:lnTo>
                  <a:pt x="57150" y="1563243"/>
                </a:lnTo>
                <a:lnTo>
                  <a:pt x="104775" y="1467993"/>
                </a:lnTo>
                <a:lnTo>
                  <a:pt x="38100" y="1467993"/>
                </a:lnTo>
                <a:lnTo>
                  <a:pt x="38093" y="1448943"/>
                </a:lnTo>
                <a:close/>
              </a:path>
              <a:path w="114300" h="1563370">
                <a:moveTo>
                  <a:pt x="75692" y="0"/>
                </a:moveTo>
                <a:lnTo>
                  <a:pt x="37591" y="0"/>
                </a:lnTo>
                <a:lnTo>
                  <a:pt x="38093" y="1448943"/>
                </a:lnTo>
                <a:lnTo>
                  <a:pt x="38100" y="1467993"/>
                </a:lnTo>
                <a:lnTo>
                  <a:pt x="76200" y="1467993"/>
                </a:lnTo>
                <a:lnTo>
                  <a:pt x="75692" y="0"/>
                </a:lnTo>
                <a:close/>
              </a:path>
              <a:path w="114300" h="1563370">
                <a:moveTo>
                  <a:pt x="114300" y="1448943"/>
                </a:moveTo>
                <a:lnTo>
                  <a:pt x="76193" y="1448943"/>
                </a:lnTo>
                <a:lnTo>
                  <a:pt x="76200" y="1467993"/>
                </a:lnTo>
                <a:lnTo>
                  <a:pt x="104775" y="1467993"/>
                </a:lnTo>
                <a:lnTo>
                  <a:pt x="114300" y="1448943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611614" y="2595498"/>
            <a:ext cx="11537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310">
                <a:latin typeface="Calibri"/>
                <a:cs typeface="Calibri"/>
              </a:rPr>
              <a:t>Submit </a:t>
            </a:r>
            <a:r>
              <a:rPr dirty="0" sz="2400" spc="240">
                <a:latin typeface="Calibri"/>
                <a:cs typeface="Calibri"/>
              </a:rPr>
              <a:t>Order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949178" y="6598411"/>
            <a:ext cx="124523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35">
                <a:latin typeface="Calibri"/>
                <a:cs typeface="Calibri"/>
              </a:rPr>
              <a:t>Order </a:t>
            </a:r>
            <a:r>
              <a:rPr dirty="0" sz="2400" spc="250">
                <a:latin typeface="Calibri"/>
                <a:cs typeface="Calibri"/>
              </a:rPr>
              <a:t>Created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9335" y="4271462"/>
            <a:ext cx="1814003" cy="167725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856723" y="4676902"/>
            <a:ext cx="8623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주문 서비스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82957" y="4209796"/>
            <a:ext cx="1958213" cy="192443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2531343" y="4676902"/>
            <a:ext cx="8623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배송 서비스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33683" y="4214889"/>
            <a:ext cx="1814929" cy="1676731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5139542" y="4615434"/>
            <a:ext cx="8623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3843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고객 서비스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28962" y="1140840"/>
            <a:ext cx="2845395" cy="126068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2194285" y="1467103"/>
            <a:ext cx="15411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5">
                <a:latin typeface="Calibri"/>
                <a:cs typeface="Calibri"/>
              </a:rPr>
              <a:t>Webserver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9437369" y="5708396"/>
            <a:ext cx="7284720" cy="3180715"/>
            <a:chOff x="9437369" y="5708396"/>
            <a:chExt cx="7284720" cy="3180715"/>
          </a:xfrm>
        </p:grpSpPr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37369" y="7563993"/>
              <a:ext cx="7284211" cy="1324864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3021310" y="5708395"/>
              <a:ext cx="414020" cy="657860"/>
            </a:xfrm>
            <a:custGeom>
              <a:avLst/>
              <a:gdLst/>
              <a:ahLst/>
              <a:cxnLst/>
              <a:rect l="l" t="t" r="r" b="b"/>
              <a:pathLst>
                <a:path w="414019" h="657860">
                  <a:moveTo>
                    <a:pt x="114300" y="542798"/>
                  </a:moveTo>
                  <a:lnTo>
                    <a:pt x="76161" y="543102"/>
                  </a:lnTo>
                  <a:lnTo>
                    <a:pt x="71755" y="19304"/>
                  </a:lnTo>
                  <a:lnTo>
                    <a:pt x="71755" y="18923"/>
                  </a:lnTo>
                  <a:lnTo>
                    <a:pt x="33655" y="19304"/>
                  </a:lnTo>
                  <a:lnTo>
                    <a:pt x="38049" y="542798"/>
                  </a:lnTo>
                  <a:lnTo>
                    <a:pt x="38061" y="543394"/>
                  </a:lnTo>
                  <a:lnTo>
                    <a:pt x="0" y="543687"/>
                  </a:lnTo>
                  <a:lnTo>
                    <a:pt x="58166" y="657479"/>
                  </a:lnTo>
                  <a:lnTo>
                    <a:pt x="104660" y="562483"/>
                  </a:lnTo>
                  <a:lnTo>
                    <a:pt x="114300" y="542798"/>
                  </a:lnTo>
                  <a:close/>
                </a:path>
                <a:path w="414019" h="657860">
                  <a:moveTo>
                    <a:pt x="413893" y="114554"/>
                  </a:moveTo>
                  <a:lnTo>
                    <a:pt x="404444" y="95377"/>
                  </a:lnTo>
                  <a:lnTo>
                    <a:pt x="404317" y="95123"/>
                  </a:lnTo>
                  <a:lnTo>
                    <a:pt x="357505" y="0"/>
                  </a:lnTo>
                  <a:lnTo>
                    <a:pt x="299593" y="113919"/>
                  </a:lnTo>
                  <a:lnTo>
                    <a:pt x="337693" y="114134"/>
                  </a:lnTo>
                  <a:lnTo>
                    <a:pt x="334759" y="583819"/>
                  </a:lnTo>
                  <a:lnTo>
                    <a:pt x="372872" y="583819"/>
                  </a:lnTo>
                  <a:lnTo>
                    <a:pt x="375793" y="114554"/>
                  </a:lnTo>
                  <a:lnTo>
                    <a:pt x="375793" y="114350"/>
                  </a:lnTo>
                  <a:lnTo>
                    <a:pt x="413893" y="11455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15772257" y="6576441"/>
            <a:ext cx="2188845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347345">
              <a:lnSpc>
                <a:spcPct val="100000"/>
              </a:lnSpc>
              <a:spcBef>
                <a:spcPts val="105"/>
              </a:spcBef>
            </a:pPr>
            <a:r>
              <a:rPr dirty="0" sz="3200" spc="420" b="1">
                <a:solidFill>
                  <a:srgbClr val="D6EEF6"/>
                </a:solidFill>
                <a:latin typeface="Calibri"/>
                <a:cs typeface="Calibri"/>
              </a:rPr>
              <a:t>Data</a:t>
            </a:r>
            <a:r>
              <a:rPr dirty="0" sz="3200" spc="165" b="1">
                <a:solidFill>
                  <a:srgbClr val="D6EEF6"/>
                </a:solidFill>
                <a:latin typeface="Calibri"/>
                <a:cs typeface="Calibri"/>
              </a:rPr>
              <a:t> </a:t>
            </a:r>
            <a:r>
              <a:rPr dirty="0" sz="3200" spc="270" b="1">
                <a:solidFill>
                  <a:srgbClr val="D6EEF6"/>
                </a:solidFill>
                <a:latin typeface="Calibri"/>
                <a:cs typeface="Calibri"/>
              </a:rPr>
              <a:t>is </a:t>
            </a:r>
            <a:r>
              <a:rPr dirty="0" sz="3200" spc="345" b="1">
                <a:solidFill>
                  <a:srgbClr val="D6EEF6"/>
                </a:solidFill>
                <a:latin typeface="Calibri"/>
                <a:cs typeface="Calibri"/>
              </a:rPr>
              <a:t>replicated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3714603" y="7016877"/>
            <a:ext cx="15417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85">
                <a:latin typeface="Calibri"/>
                <a:cs typeface="Calibri"/>
              </a:rPr>
              <a:t>Customer </a:t>
            </a:r>
            <a:r>
              <a:rPr dirty="0" sz="2400" spc="290">
                <a:latin typeface="Calibri"/>
                <a:cs typeface="Calibri"/>
              </a:rPr>
              <a:t>Updated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3154660" y="6840981"/>
            <a:ext cx="2434590" cy="1405890"/>
          </a:xfrm>
          <a:custGeom>
            <a:avLst/>
            <a:gdLst/>
            <a:ahLst/>
            <a:cxnLst/>
            <a:rect l="l" t="t" r="r" b="b"/>
            <a:pathLst>
              <a:path w="2434590" h="1405890">
                <a:moveTo>
                  <a:pt x="2434336" y="0"/>
                </a:moveTo>
                <a:lnTo>
                  <a:pt x="2396236" y="0"/>
                </a:lnTo>
                <a:lnTo>
                  <a:pt x="2396236" y="114299"/>
                </a:lnTo>
                <a:lnTo>
                  <a:pt x="2434336" y="114299"/>
                </a:lnTo>
                <a:lnTo>
                  <a:pt x="2434336" y="0"/>
                </a:lnTo>
                <a:close/>
              </a:path>
              <a:path w="2434590" h="1405890">
                <a:moveTo>
                  <a:pt x="2434336" y="152399"/>
                </a:moveTo>
                <a:lnTo>
                  <a:pt x="2396236" y="152399"/>
                </a:lnTo>
                <a:lnTo>
                  <a:pt x="2396236" y="266699"/>
                </a:lnTo>
                <a:lnTo>
                  <a:pt x="2434336" y="266699"/>
                </a:lnTo>
                <a:lnTo>
                  <a:pt x="2434336" y="152399"/>
                </a:lnTo>
                <a:close/>
              </a:path>
              <a:path w="2434590" h="1405890">
                <a:moveTo>
                  <a:pt x="2434336" y="304799"/>
                </a:moveTo>
                <a:lnTo>
                  <a:pt x="2396236" y="304799"/>
                </a:lnTo>
                <a:lnTo>
                  <a:pt x="2396236" y="419099"/>
                </a:lnTo>
                <a:lnTo>
                  <a:pt x="2434336" y="419099"/>
                </a:lnTo>
                <a:lnTo>
                  <a:pt x="2434336" y="304799"/>
                </a:lnTo>
                <a:close/>
              </a:path>
              <a:path w="2434590" h="1405890">
                <a:moveTo>
                  <a:pt x="2434336" y="457199"/>
                </a:moveTo>
                <a:lnTo>
                  <a:pt x="2396236" y="457199"/>
                </a:lnTo>
                <a:lnTo>
                  <a:pt x="2396236" y="571499"/>
                </a:lnTo>
                <a:lnTo>
                  <a:pt x="2434336" y="571499"/>
                </a:lnTo>
                <a:lnTo>
                  <a:pt x="2434336" y="457199"/>
                </a:lnTo>
                <a:close/>
              </a:path>
              <a:path w="2434590" h="1405890">
                <a:moveTo>
                  <a:pt x="2434336" y="609599"/>
                </a:moveTo>
                <a:lnTo>
                  <a:pt x="2396236" y="609599"/>
                </a:lnTo>
                <a:lnTo>
                  <a:pt x="2396236" y="723899"/>
                </a:lnTo>
                <a:lnTo>
                  <a:pt x="2434336" y="723899"/>
                </a:lnTo>
                <a:lnTo>
                  <a:pt x="2434336" y="609599"/>
                </a:lnTo>
                <a:close/>
              </a:path>
              <a:path w="2434590" h="1405890">
                <a:moveTo>
                  <a:pt x="2434336" y="761999"/>
                </a:moveTo>
                <a:lnTo>
                  <a:pt x="2396236" y="761999"/>
                </a:lnTo>
                <a:lnTo>
                  <a:pt x="2396236" y="876299"/>
                </a:lnTo>
                <a:lnTo>
                  <a:pt x="2434336" y="876299"/>
                </a:lnTo>
                <a:lnTo>
                  <a:pt x="2434336" y="761999"/>
                </a:lnTo>
                <a:close/>
              </a:path>
              <a:path w="2434590" h="1405890">
                <a:moveTo>
                  <a:pt x="2434336" y="914399"/>
                </a:moveTo>
                <a:lnTo>
                  <a:pt x="2396236" y="914399"/>
                </a:lnTo>
                <a:lnTo>
                  <a:pt x="2396236" y="1028699"/>
                </a:lnTo>
                <a:lnTo>
                  <a:pt x="2434336" y="1028699"/>
                </a:lnTo>
                <a:lnTo>
                  <a:pt x="2434336" y="914399"/>
                </a:lnTo>
                <a:close/>
              </a:path>
              <a:path w="2434590" h="1405890">
                <a:moveTo>
                  <a:pt x="2434336" y="1066799"/>
                </a:moveTo>
                <a:lnTo>
                  <a:pt x="2396236" y="1066799"/>
                </a:lnTo>
                <a:lnTo>
                  <a:pt x="2396236" y="1181099"/>
                </a:lnTo>
                <a:lnTo>
                  <a:pt x="2434336" y="1181099"/>
                </a:lnTo>
                <a:lnTo>
                  <a:pt x="2434336" y="1066799"/>
                </a:lnTo>
                <a:close/>
              </a:path>
              <a:path w="2434590" h="1405890">
                <a:moveTo>
                  <a:pt x="2434336" y="1219199"/>
                </a:moveTo>
                <a:lnTo>
                  <a:pt x="2396236" y="1219199"/>
                </a:lnTo>
                <a:lnTo>
                  <a:pt x="2396236" y="1333499"/>
                </a:lnTo>
                <a:lnTo>
                  <a:pt x="2434336" y="1333499"/>
                </a:lnTo>
                <a:lnTo>
                  <a:pt x="2434336" y="1219199"/>
                </a:lnTo>
                <a:close/>
              </a:path>
              <a:path w="2434590" h="1405890">
                <a:moveTo>
                  <a:pt x="2415286" y="1367281"/>
                </a:moveTo>
                <a:lnTo>
                  <a:pt x="2315718" y="1367281"/>
                </a:lnTo>
                <a:lnTo>
                  <a:pt x="2315718" y="1405381"/>
                </a:lnTo>
                <a:lnTo>
                  <a:pt x="2415286" y="1405381"/>
                </a:lnTo>
                <a:lnTo>
                  <a:pt x="2422655" y="1403887"/>
                </a:lnTo>
                <a:lnTo>
                  <a:pt x="2428716" y="1399809"/>
                </a:lnTo>
                <a:lnTo>
                  <a:pt x="2432823" y="1393755"/>
                </a:lnTo>
                <a:lnTo>
                  <a:pt x="2434336" y="1386331"/>
                </a:lnTo>
                <a:lnTo>
                  <a:pt x="2396236" y="1386331"/>
                </a:lnTo>
                <a:lnTo>
                  <a:pt x="2396236" y="1371599"/>
                </a:lnTo>
                <a:lnTo>
                  <a:pt x="2410968" y="1371599"/>
                </a:lnTo>
                <a:lnTo>
                  <a:pt x="2415286" y="1367281"/>
                </a:lnTo>
                <a:close/>
              </a:path>
              <a:path w="2434590" h="1405890">
                <a:moveTo>
                  <a:pt x="2410968" y="1371599"/>
                </a:moveTo>
                <a:lnTo>
                  <a:pt x="2396236" y="1371599"/>
                </a:lnTo>
                <a:lnTo>
                  <a:pt x="2396236" y="1386331"/>
                </a:lnTo>
                <a:lnTo>
                  <a:pt x="2410968" y="1371599"/>
                </a:lnTo>
                <a:close/>
              </a:path>
              <a:path w="2434590" h="1405890">
                <a:moveTo>
                  <a:pt x="2434336" y="1371599"/>
                </a:moveTo>
                <a:lnTo>
                  <a:pt x="2410968" y="1371599"/>
                </a:lnTo>
                <a:lnTo>
                  <a:pt x="2396236" y="1386331"/>
                </a:lnTo>
                <a:lnTo>
                  <a:pt x="2434336" y="1386331"/>
                </a:lnTo>
                <a:lnTo>
                  <a:pt x="2434336" y="1371599"/>
                </a:lnTo>
                <a:close/>
              </a:path>
              <a:path w="2434590" h="1405890">
                <a:moveTo>
                  <a:pt x="2277618" y="1367281"/>
                </a:moveTo>
                <a:lnTo>
                  <a:pt x="2163318" y="1367281"/>
                </a:lnTo>
                <a:lnTo>
                  <a:pt x="2163318" y="1405381"/>
                </a:lnTo>
                <a:lnTo>
                  <a:pt x="2277618" y="1405381"/>
                </a:lnTo>
                <a:lnTo>
                  <a:pt x="2277618" y="1367281"/>
                </a:lnTo>
                <a:close/>
              </a:path>
              <a:path w="2434590" h="1405890">
                <a:moveTo>
                  <a:pt x="2125218" y="1367281"/>
                </a:moveTo>
                <a:lnTo>
                  <a:pt x="2010918" y="1367281"/>
                </a:lnTo>
                <a:lnTo>
                  <a:pt x="2010918" y="1405381"/>
                </a:lnTo>
                <a:lnTo>
                  <a:pt x="2125218" y="1405381"/>
                </a:lnTo>
                <a:lnTo>
                  <a:pt x="2125218" y="1367281"/>
                </a:lnTo>
                <a:close/>
              </a:path>
              <a:path w="2434590" h="1405890">
                <a:moveTo>
                  <a:pt x="1972818" y="1367281"/>
                </a:moveTo>
                <a:lnTo>
                  <a:pt x="1858518" y="1367281"/>
                </a:lnTo>
                <a:lnTo>
                  <a:pt x="1858518" y="1405381"/>
                </a:lnTo>
                <a:lnTo>
                  <a:pt x="1972818" y="1405381"/>
                </a:lnTo>
                <a:lnTo>
                  <a:pt x="1972818" y="1367281"/>
                </a:lnTo>
                <a:close/>
              </a:path>
              <a:path w="2434590" h="1405890">
                <a:moveTo>
                  <a:pt x="1820418" y="1367281"/>
                </a:moveTo>
                <a:lnTo>
                  <a:pt x="1706118" y="1367281"/>
                </a:lnTo>
                <a:lnTo>
                  <a:pt x="1706118" y="1405381"/>
                </a:lnTo>
                <a:lnTo>
                  <a:pt x="1820418" y="1405381"/>
                </a:lnTo>
                <a:lnTo>
                  <a:pt x="1820418" y="1367281"/>
                </a:lnTo>
                <a:close/>
              </a:path>
              <a:path w="2434590" h="1405890">
                <a:moveTo>
                  <a:pt x="1668018" y="1367281"/>
                </a:moveTo>
                <a:lnTo>
                  <a:pt x="1553718" y="1367281"/>
                </a:lnTo>
                <a:lnTo>
                  <a:pt x="1553718" y="1405381"/>
                </a:lnTo>
                <a:lnTo>
                  <a:pt x="1668018" y="1405381"/>
                </a:lnTo>
                <a:lnTo>
                  <a:pt x="1668018" y="1367281"/>
                </a:lnTo>
                <a:close/>
              </a:path>
              <a:path w="2434590" h="1405890">
                <a:moveTo>
                  <a:pt x="1515618" y="1367281"/>
                </a:moveTo>
                <a:lnTo>
                  <a:pt x="1401318" y="1367281"/>
                </a:lnTo>
                <a:lnTo>
                  <a:pt x="1401318" y="1405381"/>
                </a:lnTo>
                <a:lnTo>
                  <a:pt x="1515618" y="1405381"/>
                </a:lnTo>
                <a:lnTo>
                  <a:pt x="1515618" y="1367281"/>
                </a:lnTo>
                <a:close/>
              </a:path>
              <a:path w="2434590" h="1405890">
                <a:moveTo>
                  <a:pt x="1363218" y="1367281"/>
                </a:moveTo>
                <a:lnTo>
                  <a:pt x="1248918" y="1367281"/>
                </a:lnTo>
                <a:lnTo>
                  <a:pt x="1248918" y="1405381"/>
                </a:lnTo>
                <a:lnTo>
                  <a:pt x="1363218" y="1405381"/>
                </a:lnTo>
                <a:lnTo>
                  <a:pt x="1363218" y="1367281"/>
                </a:lnTo>
                <a:close/>
              </a:path>
              <a:path w="2434590" h="1405890">
                <a:moveTo>
                  <a:pt x="1210818" y="1367281"/>
                </a:moveTo>
                <a:lnTo>
                  <a:pt x="1096518" y="1367281"/>
                </a:lnTo>
                <a:lnTo>
                  <a:pt x="1096518" y="1405381"/>
                </a:lnTo>
                <a:lnTo>
                  <a:pt x="1210818" y="1405381"/>
                </a:lnTo>
                <a:lnTo>
                  <a:pt x="1210818" y="1367281"/>
                </a:lnTo>
                <a:close/>
              </a:path>
              <a:path w="2434590" h="1405890">
                <a:moveTo>
                  <a:pt x="1058418" y="1367281"/>
                </a:moveTo>
                <a:lnTo>
                  <a:pt x="944118" y="1367281"/>
                </a:lnTo>
                <a:lnTo>
                  <a:pt x="944118" y="1405381"/>
                </a:lnTo>
                <a:lnTo>
                  <a:pt x="1058418" y="1405381"/>
                </a:lnTo>
                <a:lnTo>
                  <a:pt x="1058418" y="1367281"/>
                </a:lnTo>
                <a:close/>
              </a:path>
              <a:path w="2434590" h="1405890">
                <a:moveTo>
                  <a:pt x="906018" y="1367281"/>
                </a:moveTo>
                <a:lnTo>
                  <a:pt x="791718" y="1367281"/>
                </a:lnTo>
                <a:lnTo>
                  <a:pt x="791718" y="1405381"/>
                </a:lnTo>
                <a:lnTo>
                  <a:pt x="906018" y="1405381"/>
                </a:lnTo>
                <a:lnTo>
                  <a:pt x="906018" y="1367281"/>
                </a:lnTo>
                <a:close/>
              </a:path>
              <a:path w="2434590" h="1405890">
                <a:moveTo>
                  <a:pt x="753618" y="1367281"/>
                </a:moveTo>
                <a:lnTo>
                  <a:pt x="639318" y="1367281"/>
                </a:lnTo>
                <a:lnTo>
                  <a:pt x="639318" y="1405381"/>
                </a:lnTo>
                <a:lnTo>
                  <a:pt x="753618" y="1405381"/>
                </a:lnTo>
                <a:lnTo>
                  <a:pt x="753618" y="1367281"/>
                </a:lnTo>
                <a:close/>
              </a:path>
              <a:path w="2434590" h="1405890">
                <a:moveTo>
                  <a:pt x="601218" y="1367281"/>
                </a:moveTo>
                <a:lnTo>
                  <a:pt x="486918" y="1367281"/>
                </a:lnTo>
                <a:lnTo>
                  <a:pt x="486918" y="1405381"/>
                </a:lnTo>
                <a:lnTo>
                  <a:pt x="601218" y="1405381"/>
                </a:lnTo>
                <a:lnTo>
                  <a:pt x="601218" y="1367281"/>
                </a:lnTo>
                <a:close/>
              </a:path>
              <a:path w="2434590" h="1405890">
                <a:moveTo>
                  <a:pt x="448818" y="1367281"/>
                </a:moveTo>
                <a:lnTo>
                  <a:pt x="334518" y="1367281"/>
                </a:lnTo>
                <a:lnTo>
                  <a:pt x="334518" y="1405381"/>
                </a:lnTo>
                <a:lnTo>
                  <a:pt x="448818" y="1405381"/>
                </a:lnTo>
                <a:lnTo>
                  <a:pt x="448818" y="1367281"/>
                </a:lnTo>
                <a:close/>
              </a:path>
              <a:path w="2434590" h="1405890">
                <a:moveTo>
                  <a:pt x="296418" y="1367281"/>
                </a:moveTo>
                <a:lnTo>
                  <a:pt x="182118" y="1367281"/>
                </a:lnTo>
                <a:lnTo>
                  <a:pt x="182118" y="1405381"/>
                </a:lnTo>
                <a:lnTo>
                  <a:pt x="296418" y="1405381"/>
                </a:lnTo>
                <a:lnTo>
                  <a:pt x="296418" y="1367281"/>
                </a:lnTo>
                <a:close/>
              </a:path>
              <a:path w="2434590" h="1405890">
                <a:moveTo>
                  <a:pt x="76200" y="1359026"/>
                </a:moveTo>
                <a:lnTo>
                  <a:pt x="38100" y="1359026"/>
                </a:lnTo>
                <a:lnTo>
                  <a:pt x="38100" y="1386331"/>
                </a:lnTo>
                <a:lnTo>
                  <a:pt x="39594" y="1393755"/>
                </a:lnTo>
                <a:lnTo>
                  <a:pt x="43672" y="1399809"/>
                </a:lnTo>
                <a:lnTo>
                  <a:pt x="49726" y="1403887"/>
                </a:lnTo>
                <a:lnTo>
                  <a:pt x="57150" y="1405381"/>
                </a:lnTo>
                <a:lnTo>
                  <a:pt x="144018" y="1405381"/>
                </a:lnTo>
                <a:lnTo>
                  <a:pt x="144018" y="1386331"/>
                </a:lnTo>
                <a:lnTo>
                  <a:pt x="76200" y="1386331"/>
                </a:lnTo>
                <a:lnTo>
                  <a:pt x="57150" y="1367281"/>
                </a:lnTo>
                <a:lnTo>
                  <a:pt x="76200" y="1367281"/>
                </a:lnTo>
                <a:lnTo>
                  <a:pt x="76200" y="1359026"/>
                </a:lnTo>
                <a:close/>
              </a:path>
              <a:path w="2434590" h="1405890">
                <a:moveTo>
                  <a:pt x="76200" y="1367281"/>
                </a:moveTo>
                <a:lnTo>
                  <a:pt x="57150" y="1367281"/>
                </a:lnTo>
                <a:lnTo>
                  <a:pt x="76200" y="1386331"/>
                </a:lnTo>
                <a:lnTo>
                  <a:pt x="76200" y="1367281"/>
                </a:lnTo>
                <a:close/>
              </a:path>
              <a:path w="2434590" h="1405890">
                <a:moveTo>
                  <a:pt x="144018" y="1367281"/>
                </a:moveTo>
                <a:lnTo>
                  <a:pt x="76200" y="1367281"/>
                </a:lnTo>
                <a:lnTo>
                  <a:pt x="76200" y="1386331"/>
                </a:lnTo>
                <a:lnTo>
                  <a:pt x="144018" y="1386331"/>
                </a:lnTo>
                <a:lnTo>
                  <a:pt x="144018" y="1367281"/>
                </a:lnTo>
                <a:close/>
              </a:path>
              <a:path w="2434590" h="1405890">
                <a:moveTo>
                  <a:pt x="76200" y="1206626"/>
                </a:moveTo>
                <a:lnTo>
                  <a:pt x="38100" y="1206626"/>
                </a:lnTo>
                <a:lnTo>
                  <a:pt x="38100" y="1320926"/>
                </a:lnTo>
                <a:lnTo>
                  <a:pt x="76200" y="1320926"/>
                </a:lnTo>
                <a:lnTo>
                  <a:pt x="76200" y="1206626"/>
                </a:lnTo>
                <a:close/>
              </a:path>
              <a:path w="2434590" h="1405890">
                <a:moveTo>
                  <a:pt x="76200" y="1054226"/>
                </a:moveTo>
                <a:lnTo>
                  <a:pt x="38100" y="1054226"/>
                </a:lnTo>
                <a:lnTo>
                  <a:pt x="38100" y="1168526"/>
                </a:lnTo>
                <a:lnTo>
                  <a:pt x="76200" y="1168526"/>
                </a:lnTo>
                <a:lnTo>
                  <a:pt x="76200" y="1054226"/>
                </a:lnTo>
                <a:close/>
              </a:path>
              <a:path w="2434590" h="1405890">
                <a:moveTo>
                  <a:pt x="76200" y="901826"/>
                </a:moveTo>
                <a:lnTo>
                  <a:pt x="38100" y="901826"/>
                </a:lnTo>
                <a:lnTo>
                  <a:pt x="38100" y="1016126"/>
                </a:lnTo>
                <a:lnTo>
                  <a:pt x="76200" y="1016126"/>
                </a:lnTo>
                <a:lnTo>
                  <a:pt x="76200" y="901826"/>
                </a:lnTo>
                <a:close/>
              </a:path>
              <a:path w="2434590" h="1405890">
                <a:moveTo>
                  <a:pt x="76200" y="749426"/>
                </a:moveTo>
                <a:lnTo>
                  <a:pt x="38100" y="749426"/>
                </a:lnTo>
                <a:lnTo>
                  <a:pt x="38100" y="863726"/>
                </a:lnTo>
                <a:lnTo>
                  <a:pt x="76200" y="863726"/>
                </a:lnTo>
                <a:lnTo>
                  <a:pt x="76200" y="749426"/>
                </a:lnTo>
                <a:close/>
              </a:path>
              <a:path w="2434590" h="1405890">
                <a:moveTo>
                  <a:pt x="76200" y="597026"/>
                </a:moveTo>
                <a:lnTo>
                  <a:pt x="38100" y="597026"/>
                </a:lnTo>
                <a:lnTo>
                  <a:pt x="38100" y="711326"/>
                </a:lnTo>
                <a:lnTo>
                  <a:pt x="76200" y="711326"/>
                </a:lnTo>
                <a:lnTo>
                  <a:pt x="76200" y="597026"/>
                </a:lnTo>
                <a:close/>
              </a:path>
              <a:path w="2434590" h="1405890">
                <a:moveTo>
                  <a:pt x="76200" y="444626"/>
                </a:moveTo>
                <a:lnTo>
                  <a:pt x="38100" y="444626"/>
                </a:lnTo>
                <a:lnTo>
                  <a:pt x="38100" y="558926"/>
                </a:lnTo>
                <a:lnTo>
                  <a:pt x="76200" y="558926"/>
                </a:lnTo>
                <a:lnTo>
                  <a:pt x="76200" y="444626"/>
                </a:lnTo>
                <a:close/>
              </a:path>
              <a:path w="2434590" h="1405890">
                <a:moveTo>
                  <a:pt x="76200" y="292226"/>
                </a:moveTo>
                <a:lnTo>
                  <a:pt x="38100" y="292226"/>
                </a:lnTo>
                <a:lnTo>
                  <a:pt x="38100" y="406526"/>
                </a:lnTo>
                <a:lnTo>
                  <a:pt x="76200" y="406526"/>
                </a:lnTo>
                <a:lnTo>
                  <a:pt x="76200" y="292226"/>
                </a:lnTo>
                <a:close/>
              </a:path>
              <a:path w="2434590" h="1405890">
                <a:moveTo>
                  <a:pt x="76200" y="214756"/>
                </a:moveTo>
                <a:lnTo>
                  <a:pt x="38100" y="214756"/>
                </a:lnTo>
                <a:lnTo>
                  <a:pt x="38100" y="254126"/>
                </a:lnTo>
                <a:lnTo>
                  <a:pt x="76200" y="254126"/>
                </a:lnTo>
                <a:lnTo>
                  <a:pt x="76200" y="214756"/>
                </a:lnTo>
                <a:close/>
              </a:path>
              <a:path w="2434590" h="1405890">
                <a:moveTo>
                  <a:pt x="57150" y="119506"/>
                </a:moveTo>
                <a:lnTo>
                  <a:pt x="0" y="233806"/>
                </a:lnTo>
                <a:lnTo>
                  <a:pt x="38100" y="233806"/>
                </a:lnTo>
                <a:lnTo>
                  <a:pt x="38100" y="214756"/>
                </a:lnTo>
                <a:lnTo>
                  <a:pt x="104775" y="214756"/>
                </a:lnTo>
                <a:lnTo>
                  <a:pt x="57150" y="119506"/>
                </a:lnTo>
                <a:close/>
              </a:path>
              <a:path w="2434590" h="1405890">
                <a:moveTo>
                  <a:pt x="104775" y="214756"/>
                </a:moveTo>
                <a:lnTo>
                  <a:pt x="76200" y="214756"/>
                </a:lnTo>
                <a:lnTo>
                  <a:pt x="76200" y="233806"/>
                </a:lnTo>
                <a:lnTo>
                  <a:pt x="114300" y="233806"/>
                </a:lnTo>
                <a:lnTo>
                  <a:pt x="104775" y="214756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4928214" y="2436114"/>
            <a:ext cx="85725" cy="1563370"/>
          </a:xfrm>
          <a:custGeom>
            <a:avLst/>
            <a:gdLst/>
            <a:ahLst/>
            <a:cxnLst/>
            <a:rect l="l" t="t" r="r" b="b"/>
            <a:pathLst>
              <a:path w="85725" h="1563370">
                <a:moveTo>
                  <a:pt x="28581" y="1477517"/>
                </a:moveTo>
                <a:lnTo>
                  <a:pt x="0" y="1477517"/>
                </a:lnTo>
                <a:lnTo>
                  <a:pt x="42798" y="1563242"/>
                </a:lnTo>
                <a:lnTo>
                  <a:pt x="78538" y="1491868"/>
                </a:lnTo>
                <a:lnTo>
                  <a:pt x="28575" y="1491868"/>
                </a:lnTo>
                <a:lnTo>
                  <a:pt x="28581" y="1477517"/>
                </a:lnTo>
                <a:close/>
              </a:path>
              <a:path w="85725" h="1563370">
                <a:moveTo>
                  <a:pt x="57784" y="0"/>
                </a:moveTo>
                <a:lnTo>
                  <a:pt x="29209" y="0"/>
                </a:lnTo>
                <a:lnTo>
                  <a:pt x="28581" y="1477517"/>
                </a:lnTo>
                <a:lnTo>
                  <a:pt x="28575" y="1491868"/>
                </a:lnTo>
                <a:lnTo>
                  <a:pt x="57150" y="1491868"/>
                </a:lnTo>
                <a:lnTo>
                  <a:pt x="57784" y="0"/>
                </a:lnTo>
                <a:close/>
              </a:path>
              <a:path w="85725" h="1563370">
                <a:moveTo>
                  <a:pt x="85725" y="1477517"/>
                </a:moveTo>
                <a:lnTo>
                  <a:pt x="57156" y="1477517"/>
                </a:lnTo>
                <a:lnTo>
                  <a:pt x="57150" y="1491868"/>
                </a:lnTo>
                <a:lnTo>
                  <a:pt x="78538" y="1491868"/>
                </a:lnTo>
                <a:lnTo>
                  <a:pt x="85725" y="1477517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5081631" y="2688463"/>
            <a:ext cx="154305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75">
                <a:latin typeface="Calibri"/>
                <a:cs typeface="Calibri"/>
              </a:rPr>
              <a:t>Update </a:t>
            </a:r>
            <a:r>
              <a:rPr dirty="0" sz="2400" spc="290">
                <a:latin typeface="Calibri"/>
                <a:cs typeface="Calibri"/>
              </a:rPr>
              <a:t>Customer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01727" y="9050248"/>
            <a:ext cx="544639" cy="884199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12143993" y="8639302"/>
            <a:ext cx="17843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60">
                <a:latin typeface="Calibri"/>
                <a:cs typeface="Calibri"/>
              </a:rPr>
              <a:t>Apache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225">
                <a:latin typeface="Calibri"/>
                <a:cs typeface="Calibri"/>
              </a:rPr>
              <a:t>Kafka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pc="35">
                <a:latin typeface="Calibri"/>
                <a:cs typeface="Calibri"/>
              </a:rPr>
              <a:t>37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811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dirty="0" sz="4800" spc="515">
                <a:solidFill>
                  <a:srgbClr val="173360"/>
                </a:solidFill>
                <a:latin typeface="Calibri"/>
                <a:cs typeface="Calibri"/>
              </a:rPr>
              <a:t>Microservice</a:t>
            </a:r>
            <a:r>
              <a:rPr dirty="0" sz="4800" spc="35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635">
                <a:solidFill>
                  <a:srgbClr val="173360"/>
                </a:solidFill>
                <a:latin typeface="Calibri"/>
                <a:cs typeface="Calibri"/>
              </a:rPr>
              <a:t>Challenges</a:t>
            </a:r>
            <a:r>
              <a:rPr dirty="0" sz="4800" spc="3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36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4800" spc="2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755">
                <a:solidFill>
                  <a:srgbClr val="173360"/>
                </a:solidFill>
                <a:latin typeface="Calibri"/>
                <a:cs typeface="Calibri"/>
              </a:rPr>
              <a:t>Legacy</a:t>
            </a:r>
            <a:r>
              <a:rPr dirty="0" sz="4800" spc="29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635">
                <a:solidFill>
                  <a:srgbClr val="173360"/>
                </a:solidFill>
                <a:latin typeface="Calibri"/>
                <a:cs typeface="Calibri"/>
              </a:rPr>
              <a:t>Messaging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312" y="3459271"/>
            <a:ext cx="1052512" cy="120844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1157" y="3436111"/>
            <a:ext cx="1048384" cy="1040129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9564243" y="4006341"/>
            <a:ext cx="1912620" cy="114300"/>
          </a:xfrm>
          <a:custGeom>
            <a:avLst/>
            <a:gdLst/>
            <a:ahLst/>
            <a:cxnLst/>
            <a:rect l="l" t="t" r="r" b="b"/>
            <a:pathLst>
              <a:path w="1912620" h="114300">
                <a:moveTo>
                  <a:pt x="1798320" y="0"/>
                </a:moveTo>
                <a:lnTo>
                  <a:pt x="1798320" y="114300"/>
                </a:lnTo>
                <a:lnTo>
                  <a:pt x="1874520" y="76200"/>
                </a:lnTo>
                <a:lnTo>
                  <a:pt x="1817370" y="76200"/>
                </a:lnTo>
                <a:lnTo>
                  <a:pt x="1817370" y="38100"/>
                </a:lnTo>
                <a:lnTo>
                  <a:pt x="1874520" y="38100"/>
                </a:lnTo>
                <a:lnTo>
                  <a:pt x="1798320" y="0"/>
                </a:lnTo>
                <a:close/>
              </a:path>
              <a:path w="1912620" h="114300">
                <a:moveTo>
                  <a:pt x="179832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98320" y="76200"/>
                </a:lnTo>
                <a:lnTo>
                  <a:pt x="1798320" y="38100"/>
                </a:lnTo>
                <a:close/>
              </a:path>
              <a:path w="1912620" h="114300">
                <a:moveTo>
                  <a:pt x="1874520" y="38100"/>
                </a:moveTo>
                <a:lnTo>
                  <a:pt x="1817370" y="38100"/>
                </a:lnTo>
                <a:lnTo>
                  <a:pt x="1817370" y="76200"/>
                </a:lnTo>
                <a:lnTo>
                  <a:pt x="1874520" y="76200"/>
                </a:lnTo>
                <a:lnTo>
                  <a:pt x="1912620" y="57150"/>
                </a:lnTo>
                <a:lnTo>
                  <a:pt x="1874520" y="3810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880213" y="4006341"/>
            <a:ext cx="1912620" cy="114300"/>
          </a:xfrm>
          <a:custGeom>
            <a:avLst/>
            <a:gdLst/>
            <a:ahLst/>
            <a:cxnLst/>
            <a:rect l="l" t="t" r="r" b="b"/>
            <a:pathLst>
              <a:path w="1912619" h="114300">
                <a:moveTo>
                  <a:pt x="1798319" y="0"/>
                </a:moveTo>
                <a:lnTo>
                  <a:pt x="1798319" y="114300"/>
                </a:lnTo>
                <a:lnTo>
                  <a:pt x="1874519" y="76200"/>
                </a:lnTo>
                <a:lnTo>
                  <a:pt x="1817369" y="76200"/>
                </a:lnTo>
                <a:lnTo>
                  <a:pt x="1817369" y="38100"/>
                </a:lnTo>
                <a:lnTo>
                  <a:pt x="1874519" y="38100"/>
                </a:lnTo>
                <a:lnTo>
                  <a:pt x="1798319" y="0"/>
                </a:lnTo>
                <a:close/>
              </a:path>
              <a:path w="1912619" h="114300">
                <a:moveTo>
                  <a:pt x="17983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98319" y="76200"/>
                </a:lnTo>
                <a:lnTo>
                  <a:pt x="1798319" y="38100"/>
                </a:lnTo>
                <a:close/>
              </a:path>
              <a:path w="1912619" h="114300">
                <a:moveTo>
                  <a:pt x="1874519" y="38100"/>
                </a:moveTo>
                <a:lnTo>
                  <a:pt x="1817369" y="38100"/>
                </a:lnTo>
                <a:lnTo>
                  <a:pt x="1817369" y="76200"/>
                </a:lnTo>
                <a:lnTo>
                  <a:pt x="1874519" y="76200"/>
                </a:lnTo>
                <a:lnTo>
                  <a:pt x="1912619" y="57150"/>
                </a:lnTo>
                <a:lnTo>
                  <a:pt x="1874519" y="3810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8252" y="3459271"/>
            <a:ext cx="1052512" cy="12084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28171" y="4921300"/>
            <a:ext cx="2098039" cy="32964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17945" y="2408314"/>
            <a:ext cx="2537573" cy="80137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121460" y="2723768"/>
            <a:ext cx="5804535" cy="24733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70"/>
              </a:spcBef>
            </a:pPr>
            <a:r>
              <a:rPr dirty="0" sz="2800" spc="365" b="1">
                <a:solidFill>
                  <a:srgbClr val="173360"/>
                </a:solidFill>
                <a:latin typeface="Calibri"/>
                <a:cs typeface="Calibri"/>
              </a:rPr>
              <a:t>Asynchronous</a:t>
            </a:r>
            <a:r>
              <a:rPr dirty="0" sz="2800" spc="25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800" spc="385" b="1">
                <a:solidFill>
                  <a:srgbClr val="173360"/>
                </a:solidFill>
                <a:latin typeface="Calibri"/>
                <a:cs typeface="Calibri"/>
              </a:rPr>
              <a:t>Communication </a:t>
            </a:r>
            <a:r>
              <a:rPr dirty="0" sz="2800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173360"/>
                </a:solidFill>
                <a:latin typeface="Malgun Gothic"/>
                <a:cs typeface="Malgun Gothic"/>
              </a:rPr>
              <a:t>비동기</a:t>
            </a:r>
            <a:r>
              <a:rPr dirty="0" sz="2800" spc="-15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800" spc="-25" b="1">
                <a:solidFill>
                  <a:srgbClr val="173360"/>
                </a:solidFill>
                <a:latin typeface="Malgun Gothic"/>
                <a:cs typeface="Malgun Gothic"/>
              </a:rPr>
              <a:t>통신</a:t>
            </a:r>
            <a:r>
              <a:rPr dirty="0" sz="2800" spc="-25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 marR="59055">
              <a:lnSpc>
                <a:spcPct val="100000"/>
              </a:lnSpc>
              <a:spcBef>
                <a:spcPts val="1015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동기</a:t>
            </a:r>
            <a:r>
              <a:rPr dirty="0" sz="2400" spc="-2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통신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방식의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단점을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극복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가능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.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마이크로서비스간에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비동기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방식의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통신을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사용하여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종속성을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없앰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연쇄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장애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문제를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해결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가능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188434" y="9460874"/>
            <a:ext cx="193675" cy="17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000" spc="114">
                <a:solidFill>
                  <a:srgbClr val="173360"/>
                </a:solidFill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56279" y="6083300"/>
            <a:ext cx="7392670" cy="24733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2010410">
              <a:lnSpc>
                <a:spcPct val="100699"/>
              </a:lnSpc>
              <a:spcBef>
                <a:spcPts val="70"/>
              </a:spcBef>
            </a:pPr>
            <a:r>
              <a:rPr dirty="0" sz="2800" spc="450" b="1">
                <a:solidFill>
                  <a:srgbClr val="C00000"/>
                </a:solidFill>
                <a:latin typeface="Calibri"/>
                <a:cs typeface="Calibri"/>
              </a:rPr>
              <a:t>Lack</a:t>
            </a:r>
            <a:r>
              <a:rPr dirty="0" sz="2800" spc="1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26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800" spc="1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365" b="1">
                <a:solidFill>
                  <a:srgbClr val="C00000"/>
                </a:solidFill>
                <a:latin typeface="Calibri"/>
                <a:cs typeface="Calibri"/>
              </a:rPr>
              <a:t>Message</a:t>
            </a:r>
            <a:r>
              <a:rPr dirty="0" sz="2800" spc="1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340" b="1">
                <a:solidFill>
                  <a:srgbClr val="C00000"/>
                </a:solidFill>
                <a:latin typeface="Calibri"/>
                <a:cs typeface="Calibri"/>
              </a:rPr>
              <a:t>Persistence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C00000"/>
                </a:solidFill>
                <a:latin typeface="Malgun Gothic"/>
                <a:cs typeface="Malgun Gothic"/>
              </a:rPr>
              <a:t>메시지</a:t>
            </a:r>
            <a:r>
              <a:rPr dirty="0" sz="2800" spc="-190" b="1">
                <a:solidFill>
                  <a:srgbClr val="C00000"/>
                </a:solidFill>
                <a:latin typeface="Malgun Gothic"/>
                <a:cs typeface="Malgun Gothic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Malgun Gothic"/>
                <a:cs typeface="Malgun Gothic"/>
              </a:rPr>
              <a:t>유지</a:t>
            </a:r>
            <a:r>
              <a:rPr dirty="0" sz="2800" spc="-195" b="1">
                <a:solidFill>
                  <a:srgbClr val="C00000"/>
                </a:solidFill>
                <a:latin typeface="Malgun Gothic"/>
                <a:cs typeface="Malgun Gothic"/>
              </a:rPr>
              <a:t> </a:t>
            </a:r>
            <a:r>
              <a:rPr dirty="0" sz="2800" spc="-25" b="1">
                <a:solidFill>
                  <a:srgbClr val="C00000"/>
                </a:solidFill>
                <a:latin typeface="Malgun Gothic"/>
                <a:cs typeface="Malgun Gothic"/>
              </a:rPr>
              <a:t>취약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15"/>
              </a:spcBef>
            </a:pPr>
            <a:r>
              <a:rPr dirty="0" sz="2400" spc="260">
                <a:solidFill>
                  <a:srgbClr val="173360"/>
                </a:solidFill>
                <a:latin typeface="Calibri"/>
                <a:cs typeface="Calibri"/>
              </a:rPr>
              <a:t>Queue</a:t>
            </a:r>
            <a:r>
              <a:rPr dirty="0" sz="2400" spc="260">
                <a:solidFill>
                  <a:srgbClr val="173360"/>
                </a:solidFill>
                <a:latin typeface="Malgun Gothic"/>
                <a:cs typeface="Malgun Gothic"/>
              </a:rPr>
              <a:t>에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저장된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가져가면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그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50">
                <a:solidFill>
                  <a:srgbClr val="173360"/>
                </a:solidFill>
                <a:latin typeface="Malgun Gothic"/>
                <a:cs typeface="Malgun Gothic"/>
              </a:rPr>
              <a:t>지움</a:t>
            </a:r>
            <a:r>
              <a:rPr dirty="0" sz="2400" spc="-50">
                <a:solidFill>
                  <a:srgbClr val="173360"/>
                </a:solidFill>
                <a:latin typeface="Calibri"/>
                <a:cs typeface="Calibri"/>
              </a:rPr>
              <a:t>.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유실의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가능성이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높음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679450">
              <a:lnSpc>
                <a:spcPct val="100000"/>
              </a:lnSpc>
            </a:pPr>
            <a:r>
              <a:rPr dirty="0" sz="2400" spc="-90">
                <a:solidFill>
                  <a:srgbClr val="173360"/>
                </a:solidFill>
                <a:latin typeface="Calibri"/>
                <a:cs typeface="Calibri"/>
              </a:rPr>
              <a:t>1)</a:t>
            </a:r>
            <a:r>
              <a:rPr dirty="0" sz="2400" spc="-4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그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필요로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하는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다른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서비스가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있으면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다른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260">
                <a:solidFill>
                  <a:srgbClr val="173360"/>
                </a:solidFill>
                <a:latin typeface="Calibri"/>
                <a:cs typeface="Calibri"/>
              </a:rPr>
              <a:t>Queue</a:t>
            </a:r>
            <a:r>
              <a:rPr dirty="0" sz="2400" spc="260">
                <a:solidFill>
                  <a:srgbClr val="173360"/>
                </a:solidFill>
                <a:latin typeface="Malgun Gothic"/>
                <a:cs typeface="Malgun Gothic"/>
              </a:rPr>
              <a:t>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복제해야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하는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문제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발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생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107928" y="6083046"/>
            <a:ext cx="6152515" cy="247332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207010">
              <a:lnSpc>
                <a:spcPct val="100800"/>
              </a:lnSpc>
              <a:spcBef>
                <a:spcPts val="70"/>
              </a:spcBef>
            </a:pPr>
            <a:r>
              <a:rPr dirty="0" sz="2800" spc="445" b="1">
                <a:solidFill>
                  <a:srgbClr val="C00000"/>
                </a:solidFill>
                <a:latin typeface="Calibri"/>
                <a:cs typeface="Calibri"/>
              </a:rPr>
              <a:t>Low</a:t>
            </a:r>
            <a:r>
              <a:rPr dirty="0" sz="2800" spc="1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345" b="1">
                <a:solidFill>
                  <a:srgbClr val="C00000"/>
                </a:solidFill>
                <a:latin typeface="Calibri"/>
                <a:cs typeface="Calibri"/>
              </a:rPr>
              <a:t>Performance/High</a:t>
            </a:r>
            <a:r>
              <a:rPr dirty="0" sz="2800" spc="2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360" b="1">
                <a:solidFill>
                  <a:srgbClr val="C00000"/>
                </a:solidFill>
                <a:latin typeface="Calibri"/>
                <a:cs typeface="Calibri"/>
              </a:rPr>
              <a:t>Latency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800" b="1">
                <a:solidFill>
                  <a:srgbClr val="C00000"/>
                </a:solidFill>
                <a:latin typeface="Malgun Gothic"/>
                <a:cs typeface="Malgun Gothic"/>
              </a:rPr>
              <a:t>낮은</a:t>
            </a:r>
            <a:r>
              <a:rPr dirty="0" sz="2800" spc="-145" b="1">
                <a:solidFill>
                  <a:srgbClr val="C00000"/>
                </a:solidFill>
                <a:latin typeface="Malgun Gothic"/>
                <a:cs typeface="Malgun Gothic"/>
              </a:rPr>
              <a:t> </a:t>
            </a:r>
            <a:r>
              <a:rPr dirty="0" sz="2800" spc="-50" b="1">
                <a:solidFill>
                  <a:srgbClr val="C00000"/>
                </a:solidFill>
                <a:latin typeface="Malgun Gothic"/>
                <a:cs typeface="Malgun Gothic"/>
              </a:rPr>
              <a:t>성능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dirty="0" sz="2800" spc="-50" b="1">
                <a:solidFill>
                  <a:srgbClr val="C00000"/>
                </a:solidFill>
                <a:latin typeface="Malgun Gothic"/>
                <a:cs typeface="Malgun Gothic"/>
              </a:rPr>
              <a:t>높은</a:t>
            </a:r>
            <a:r>
              <a:rPr dirty="0" sz="2800" spc="-140" b="1">
                <a:solidFill>
                  <a:srgbClr val="C00000"/>
                </a:solidFill>
                <a:latin typeface="Malgun Gothic"/>
                <a:cs typeface="Malgun Gothic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Malgun Gothic"/>
                <a:cs typeface="Malgun Gothic"/>
              </a:rPr>
              <a:t>지연시간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 marR="67310">
              <a:lnSpc>
                <a:spcPct val="100000"/>
              </a:lnSpc>
              <a:spcBef>
                <a:spcPts val="1010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대용량의</a:t>
            </a:r>
            <a:r>
              <a:rPr dirty="0" sz="24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195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400" spc="195">
                <a:solidFill>
                  <a:srgbClr val="173360"/>
                </a:solidFill>
                <a:latin typeface="Calibri"/>
                <a:cs typeface="Calibri"/>
              </a:rPr>
              <a:t>(BigData)</a:t>
            </a:r>
            <a:r>
              <a:rPr dirty="0" sz="2400" spc="11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173360"/>
                </a:solidFill>
                <a:latin typeface="Malgun Gothic"/>
                <a:cs typeface="Malgun Gothic"/>
              </a:rPr>
              <a:t>전송</a:t>
            </a:r>
            <a:r>
              <a:rPr dirty="0" sz="2400" spc="-3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400" spc="-30">
                <a:solidFill>
                  <a:srgbClr val="173360"/>
                </a:solidFill>
                <a:latin typeface="Malgun Gothic"/>
                <a:cs typeface="Malgun Gothic"/>
              </a:rPr>
              <a:t>처리를</a:t>
            </a:r>
            <a:r>
              <a:rPr dirty="0" sz="24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위한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처리량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제공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불가능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17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24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지연시간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또한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높음</a:t>
            </a:r>
            <a:r>
              <a:rPr dirty="0" sz="2400" spc="-25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spc="105">
                <a:solidFill>
                  <a:srgbClr val="173360"/>
                </a:solidFill>
                <a:latin typeface="Calibri"/>
                <a:cs typeface="Calibri"/>
              </a:rPr>
              <a:t>2)</a:t>
            </a:r>
            <a:r>
              <a:rPr dirty="0" sz="24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이벤트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처리</a:t>
            </a:r>
            <a:r>
              <a:rPr dirty="0" sz="2400" spc="-2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불가능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17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24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분석 불가능</a:t>
            </a:r>
            <a:endParaRPr sz="2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4742" y="749554"/>
            <a:ext cx="1409319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99295" algn="l"/>
              </a:tabLst>
            </a:pPr>
            <a:r>
              <a:rPr dirty="0" sz="4800">
                <a:solidFill>
                  <a:srgbClr val="173360"/>
                </a:solidFill>
              </a:rPr>
              <a:t>확연한 성능</a:t>
            </a:r>
            <a:r>
              <a:rPr dirty="0" sz="4800" spc="-10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차이: 수평</a:t>
            </a:r>
            <a:r>
              <a:rPr dirty="0" sz="4800" spc="-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확장성</a:t>
            </a:r>
            <a:r>
              <a:rPr dirty="0" sz="4800" spc="-10">
                <a:solidFill>
                  <a:srgbClr val="173360"/>
                </a:solidFill>
              </a:rPr>
              <a:t> </a:t>
            </a:r>
            <a:r>
              <a:rPr dirty="0" sz="4800" spc="-50">
                <a:solidFill>
                  <a:srgbClr val="173360"/>
                </a:solidFill>
              </a:rPr>
              <a:t>및</a:t>
            </a:r>
            <a:r>
              <a:rPr dirty="0" sz="4800">
                <a:solidFill>
                  <a:srgbClr val="173360"/>
                </a:solidFill>
              </a:rPr>
              <a:t>	높은처리량</a:t>
            </a:r>
            <a:r>
              <a:rPr dirty="0" sz="4800" spc="-15">
                <a:solidFill>
                  <a:srgbClr val="173360"/>
                </a:solidFill>
              </a:rPr>
              <a:t> </a:t>
            </a:r>
            <a:r>
              <a:rPr dirty="0" sz="4800" spc="-25">
                <a:solidFill>
                  <a:srgbClr val="173360"/>
                </a:solidFill>
              </a:rPr>
              <a:t>향상</a:t>
            </a:r>
            <a:endParaRPr sz="4800"/>
          </a:p>
        </p:txBody>
      </p:sp>
      <p:grpSp>
        <p:nvGrpSpPr>
          <p:cNvPr id="3" name="object 3" descr=""/>
          <p:cNvGrpSpPr/>
          <p:nvPr/>
        </p:nvGrpSpPr>
        <p:grpSpPr>
          <a:xfrm>
            <a:off x="1059941" y="3899852"/>
            <a:ext cx="6112510" cy="5624195"/>
            <a:chOff x="1059941" y="3899852"/>
            <a:chExt cx="6112510" cy="5624195"/>
          </a:xfrm>
        </p:grpSpPr>
        <p:sp>
          <p:nvSpPr>
            <p:cNvPr id="4" name="object 4" descr=""/>
            <p:cNvSpPr/>
            <p:nvPr/>
          </p:nvSpPr>
          <p:spPr>
            <a:xfrm>
              <a:off x="1064704" y="3904615"/>
              <a:ext cx="6102985" cy="5614670"/>
            </a:xfrm>
            <a:custGeom>
              <a:avLst/>
              <a:gdLst/>
              <a:ahLst/>
              <a:cxnLst/>
              <a:rect l="l" t="t" r="r" b="b"/>
              <a:pathLst>
                <a:path w="6102984" h="5614670">
                  <a:moveTo>
                    <a:pt x="5862637" y="0"/>
                  </a:moveTo>
                  <a:lnTo>
                    <a:pt x="239839" y="0"/>
                  </a:lnTo>
                  <a:lnTo>
                    <a:pt x="191506" y="4875"/>
                  </a:lnTo>
                  <a:lnTo>
                    <a:pt x="146487" y="18857"/>
                  </a:lnTo>
                  <a:lnTo>
                    <a:pt x="105747" y="40980"/>
                  </a:lnTo>
                  <a:lnTo>
                    <a:pt x="70251" y="70278"/>
                  </a:lnTo>
                  <a:lnTo>
                    <a:pt x="40963" y="105785"/>
                  </a:lnTo>
                  <a:lnTo>
                    <a:pt x="18849" y="146536"/>
                  </a:lnTo>
                  <a:lnTo>
                    <a:pt x="4873" y="191563"/>
                  </a:lnTo>
                  <a:lnTo>
                    <a:pt x="0" y="239902"/>
                  </a:lnTo>
                  <a:lnTo>
                    <a:pt x="0" y="5374487"/>
                  </a:lnTo>
                  <a:lnTo>
                    <a:pt x="4873" y="5422823"/>
                  </a:lnTo>
                  <a:lnTo>
                    <a:pt x="18849" y="5467844"/>
                  </a:lnTo>
                  <a:lnTo>
                    <a:pt x="40963" y="5508584"/>
                  </a:lnTo>
                  <a:lnTo>
                    <a:pt x="70251" y="5544080"/>
                  </a:lnTo>
                  <a:lnTo>
                    <a:pt x="105747" y="5573366"/>
                  </a:lnTo>
                  <a:lnTo>
                    <a:pt x="146487" y="5595479"/>
                  </a:lnTo>
                  <a:lnTo>
                    <a:pt x="191506" y="5609454"/>
                  </a:lnTo>
                  <a:lnTo>
                    <a:pt x="239839" y="5614327"/>
                  </a:lnTo>
                  <a:lnTo>
                    <a:pt x="5862637" y="5614327"/>
                  </a:lnTo>
                  <a:lnTo>
                    <a:pt x="5910976" y="5609454"/>
                  </a:lnTo>
                  <a:lnTo>
                    <a:pt x="5956004" y="5595479"/>
                  </a:lnTo>
                  <a:lnTo>
                    <a:pt x="5996754" y="5573366"/>
                  </a:lnTo>
                  <a:lnTo>
                    <a:pt x="6032261" y="5544080"/>
                  </a:lnTo>
                  <a:lnTo>
                    <a:pt x="6061559" y="5508584"/>
                  </a:lnTo>
                  <a:lnTo>
                    <a:pt x="6083682" y="5467844"/>
                  </a:lnTo>
                  <a:lnTo>
                    <a:pt x="6097665" y="5422823"/>
                  </a:lnTo>
                  <a:lnTo>
                    <a:pt x="6102540" y="5374487"/>
                  </a:lnTo>
                  <a:lnTo>
                    <a:pt x="6102540" y="239902"/>
                  </a:lnTo>
                  <a:lnTo>
                    <a:pt x="6097665" y="191563"/>
                  </a:lnTo>
                  <a:lnTo>
                    <a:pt x="6083682" y="146536"/>
                  </a:lnTo>
                  <a:lnTo>
                    <a:pt x="6061559" y="105785"/>
                  </a:lnTo>
                  <a:lnTo>
                    <a:pt x="6032261" y="70278"/>
                  </a:lnTo>
                  <a:lnTo>
                    <a:pt x="5996754" y="40980"/>
                  </a:lnTo>
                  <a:lnTo>
                    <a:pt x="5956004" y="18857"/>
                  </a:lnTo>
                  <a:lnTo>
                    <a:pt x="5910976" y="4875"/>
                  </a:lnTo>
                  <a:lnTo>
                    <a:pt x="586263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64704" y="3904615"/>
              <a:ext cx="6102985" cy="5614670"/>
            </a:xfrm>
            <a:custGeom>
              <a:avLst/>
              <a:gdLst/>
              <a:ahLst/>
              <a:cxnLst/>
              <a:rect l="l" t="t" r="r" b="b"/>
              <a:pathLst>
                <a:path w="6102984" h="5614670">
                  <a:moveTo>
                    <a:pt x="0" y="239902"/>
                  </a:moveTo>
                  <a:lnTo>
                    <a:pt x="4873" y="191563"/>
                  </a:lnTo>
                  <a:lnTo>
                    <a:pt x="18849" y="146536"/>
                  </a:lnTo>
                  <a:lnTo>
                    <a:pt x="40963" y="105785"/>
                  </a:lnTo>
                  <a:lnTo>
                    <a:pt x="70251" y="70278"/>
                  </a:lnTo>
                  <a:lnTo>
                    <a:pt x="105747" y="40980"/>
                  </a:lnTo>
                  <a:lnTo>
                    <a:pt x="146487" y="18857"/>
                  </a:lnTo>
                  <a:lnTo>
                    <a:pt x="191506" y="4875"/>
                  </a:lnTo>
                  <a:lnTo>
                    <a:pt x="239839" y="0"/>
                  </a:lnTo>
                  <a:lnTo>
                    <a:pt x="5862637" y="0"/>
                  </a:lnTo>
                  <a:lnTo>
                    <a:pt x="5910976" y="4875"/>
                  </a:lnTo>
                  <a:lnTo>
                    <a:pt x="5956004" y="18857"/>
                  </a:lnTo>
                  <a:lnTo>
                    <a:pt x="5996754" y="40980"/>
                  </a:lnTo>
                  <a:lnTo>
                    <a:pt x="6032261" y="70278"/>
                  </a:lnTo>
                  <a:lnTo>
                    <a:pt x="6061559" y="105785"/>
                  </a:lnTo>
                  <a:lnTo>
                    <a:pt x="6083682" y="146536"/>
                  </a:lnTo>
                  <a:lnTo>
                    <a:pt x="6097665" y="191563"/>
                  </a:lnTo>
                  <a:lnTo>
                    <a:pt x="6102540" y="239902"/>
                  </a:lnTo>
                  <a:lnTo>
                    <a:pt x="6102540" y="5374487"/>
                  </a:lnTo>
                  <a:lnTo>
                    <a:pt x="6097665" y="5422823"/>
                  </a:lnTo>
                  <a:lnTo>
                    <a:pt x="6083682" y="5467844"/>
                  </a:lnTo>
                  <a:lnTo>
                    <a:pt x="6061559" y="5508584"/>
                  </a:lnTo>
                  <a:lnTo>
                    <a:pt x="6032261" y="5544080"/>
                  </a:lnTo>
                  <a:lnTo>
                    <a:pt x="5996754" y="5573366"/>
                  </a:lnTo>
                  <a:lnTo>
                    <a:pt x="5956004" y="5595479"/>
                  </a:lnTo>
                  <a:lnTo>
                    <a:pt x="5910976" y="5609454"/>
                  </a:lnTo>
                  <a:lnTo>
                    <a:pt x="5862637" y="5614327"/>
                  </a:lnTo>
                  <a:lnTo>
                    <a:pt x="239839" y="5614327"/>
                  </a:lnTo>
                  <a:lnTo>
                    <a:pt x="191506" y="5609454"/>
                  </a:lnTo>
                  <a:lnTo>
                    <a:pt x="146487" y="5595479"/>
                  </a:lnTo>
                  <a:lnTo>
                    <a:pt x="105747" y="5573366"/>
                  </a:lnTo>
                  <a:lnTo>
                    <a:pt x="70251" y="5544080"/>
                  </a:lnTo>
                  <a:lnTo>
                    <a:pt x="40963" y="5508584"/>
                  </a:lnTo>
                  <a:lnTo>
                    <a:pt x="18849" y="5467844"/>
                  </a:lnTo>
                  <a:lnTo>
                    <a:pt x="4873" y="5422823"/>
                  </a:lnTo>
                  <a:lnTo>
                    <a:pt x="0" y="5374487"/>
                  </a:lnTo>
                  <a:lnTo>
                    <a:pt x="0" y="239902"/>
                  </a:lnTo>
                  <a:close/>
                </a:path>
              </a:pathLst>
            </a:custGeom>
            <a:ln w="9525">
              <a:solidFill>
                <a:srgbClr val="EEEEE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733550" y="4606797"/>
            <a:ext cx="84963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latin typeface="Malgun Gothic"/>
                <a:cs typeface="Malgun Gothic"/>
              </a:rPr>
              <a:t>Broker</a:t>
            </a:r>
            <a:r>
              <a:rPr dirty="0" sz="1550" spc="125" b="1">
                <a:latin typeface="Malgun Gothic"/>
                <a:cs typeface="Malgun Gothic"/>
              </a:rPr>
              <a:t> </a:t>
            </a:r>
            <a:r>
              <a:rPr dirty="0" sz="1550" spc="-50" b="1">
                <a:latin typeface="Malgun Gothic"/>
                <a:cs typeface="Malgun Gothic"/>
              </a:rPr>
              <a:t>1</a:t>
            </a:r>
            <a:endParaRPr sz="155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75379" y="4606797"/>
            <a:ext cx="84963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latin typeface="Malgun Gothic"/>
                <a:cs typeface="Malgun Gothic"/>
              </a:rPr>
              <a:t>Broker</a:t>
            </a:r>
            <a:r>
              <a:rPr dirty="0" sz="1550" spc="125" b="1">
                <a:latin typeface="Malgun Gothic"/>
                <a:cs typeface="Malgun Gothic"/>
              </a:rPr>
              <a:t> </a:t>
            </a:r>
            <a:r>
              <a:rPr dirty="0" sz="1550" spc="-50" b="1">
                <a:latin typeface="Malgun Gothic"/>
                <a:cs typeface="Malgun Gothic"/>
              </a:rPr>
              <a:t>2</a:t>
            </a:r>
            <a:endParaRPr sz="155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318513" y="5266054"/>
            <a:ext cx="1680845" cy="3582035"/>
          </a:xfrm>
          <a:custGeom>
            <a:avLst/>
            <a:gdLst/>
            <a:ahLst/>
            <a:cxnLst/>
            <a:rect l="l" t="t" r="r" b="b"/>
            <a:pathLst>
              <a:path w="1680845" h="3582034">
                <a:moveTo>
                  <a:pt x="0" y="91440"/>
                </a:moveTo>
                <a:lnTo>
                  <a:pt x="7197" y="55881"/>
                </a:lnTo>
                <a:lnTo>
                  <a:pt x="26812" y="26812"/>
                </a:lnTo>
                <a:lnTo>
                  <a:pt x="55881" y="7197"/>
                </a:lnTo>
                <a:lnTo>
                  <a:pt x="91440" y="0"/>
                </a:lnTo>
                <a:lnTo>
                  <a:pt x="1589278" y="0"/>
                </a:lnTo>
                <a:lnTo>
                  <a:pt x="1624836" y="7197"/>
                </a:lnTo>
                <a:lnTo>
                  <a:pt x="1653905" y="26812"/>
                </a:lnTo>
                <a:lnTo>
                  <a:pt x="1673520" y="55881"/>
                </a:lnTo>
                <a:lnTo>
                  <a:pt x="1680718" y="91440"/>
                </a:lnTo>
                <a:lnTo>
                  <a:pt x="1680718" y="3490468"/>
                </a:lnTo>
                <a:lnTo>
                  <a:pt x="1673520" y="3526079"/>
                </a:lnTo>
                <a:lnTo>
                  <a:pt x="1653905" y="3555142"/>
                </a:lnTo>
                <a:lnTo>
                  <a:pt x="1624836" y="3574728"/>
                </a:lnTo>
                <a:lnTo>
                  <a:pt x="1589278" y="3581908"/>
                </a:lnTo>
                <a:lnTo>
                  <a:pt x="91440" y="3581908"/>
                </a:lnTo>
                <a:lnTo>
                  <a:pt x="55881" y="3574728"/>
                </a:lnTo>
                <a:lnTo>
                  <a:pt x="26812" y="3555142"/>
                </a:lnTo>
                <a:lnTo>
                  <a:pt x="7197" y="3526079"/>
                </a:lnTo>
                <a:lnTo>
                  <a:pt x="0" y="3490468"/>
                </a:lnTo>
                <a:lnTo>
                  <a:pt x="0" y="91440"/>
                </a:lnTo>
                <a:close/>
              </a:path>
            </a:pathLst>
          </a:custGeom>
          <a:ln w="28575">
            <a:solidFill>
              <a:srgbClr val="B7B7B7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421638" y="5385828"/>
          <a:ext cx="1551305" cy="3345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4470"/>
              </a:tblGrid>
              <a:tr h="8362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1,</a:t>
                      </a:r>
                      <a:r>
                        <a:rPr dirty="0" sz="1150" spc="7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32080">
                    <a:lnB w="80911">
                      <a:solidFill>
                        <a:srgbClr val="FFFFF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2,</a:t>
                      </a:r>
                      <a:r>
                        <a:rPr dirty="0" sz="1150" spc="7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0">
                    <a:lnT w="80911">
                      <a:solidFill>
                        <a:srgbClr val="FFFFFF"/>
                      </a:solidFill>
                      <a:prstDash val="solid"/>
                    </a:lnT>
                    <a:lnB w="80911">
                      <a:solidFill>
                        <a:srgbClr val="FFFFFF"/>
                      </a:solidFill>
                      <a:prstDash val="solid"/>
                    </a:lnB>
                    <a:solidFill>
                      <a:srgbClr val="0074A1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3,</a:t>
                      </a:r>
                      <a:r>
                        <a:rPr dirty="0" sz="1150" spc="7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0">
                    <a:lnT w="80911">
                      <a:solidFill>
                        <a:srgbClr val="FFFFFF"/>
                      </a:solidFill>
                      <a:prstDash val="solid"/>
                    </a:lnT>
                    <a:lnB w="80911">
                      <a:solidFill>
                        <a:srgbClr val="FFFFFF"/>
                      </a:solidFill>
                      <a:prstDash val="solid"/>
                    </a:lnB>
                    <a:solidFill>
                      <a:srgbClr val="38CCEC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4,</a:t>
                      </a:r>
                      <a:r>
                        <a:rPr dirty="0" sz="1150" spc="7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0">
                    <a:lnT w="80911">
                      <a:solidFill>
                        <a:srgbClr val="FFFFFF"/>
                      </a:solidFill>
                      <a:prstDash val="solid"/>
                    </a:lnT>
                    <a:solidFill>
                      <a:srgbClr val="B3E0E2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 descr=""/>
          <p:cNvSpPr/>
          <p:nvPr/>
        </p:nvSpPr>
        <p:spPr>
          <a:xfrm>
            <a:off x="3260090" y="5266054"/>
            <a:ext cx="1680845" cy="3582035"/>
          </a:xfrm>
          <a:custGeom>
            <a:avLst/>
            <a:gdLst/>
            <a:ahLst/>
            <a:cxnLst/>
            <a:rect l="l" t="t" r="r" b="b"/>
            <a:pathLst>
              <a:path w="1680845" h="3582034">
                <a:moveTo>
                  <a:pt x="0" y="91440"/>
                </a:moveTo>
                <a:lnTo>
                  <a:pt x="7179" y="55881"/>
                </a:lnTo>
                <a:lnTo>
                  <a:pt x="26765" y="26812"/>
                </a:lnTo>
                <a:lnTo>
                  <a:pt x="55828" y="7197"/>
                </a:lnTo>
                <a:lnTo>
                  <a:pt x="91439" y="0"/>
                </a:lnTo>
                <a:lnTo>
                  <a:pt x="1589151" y="0"/>
                </a:lnTo>
                <a:lnTo>
                  <a:pt x="1624762" y="7197"/>
                </a:lnTo>
                <a:lnTo>
                  <a:pt x="1653825" y="26812"/>
                </a:lnTo>
                <a:lnTo>
                  <a:pt x="1673411" y="55881"/>
                </a:lnTo>
                <a:lnTo>
                  <a:pt x="1680590" y="91440"/>
                </a:lnTo>
                <a:lnTo>
                  <a:pt x="1680590" y="3490468"/>
                </a:lnTo>
                <a:lnTo>
                  <a:pt x="1673411" y="3526079"/>
                </a:lnTo>
                <a:lnTo>
                  <a:pt x="1653825" y="3555142"/>
                </a:lnTo>
                <a:lnTo>
                  <a:pt x="1624762" y="3574728"/>
                </a:lnTo>
                <a:lnTo>
                  <a:pt x="1589151" y="3581908"/>
                </a:lnTo>
                <a:lnTo>
                  <a:pt x="91439" y="3581908"/>
                </a:lnTo>
                <a:lnTo>
                  <a:pt x="55828" y="3574728"/>
                </a:lnTo>
                <a:lnTo>
                  <a:pt x="26765" y="3555142"/>
                </a:lnTo>
                <a:lnTo>
                  <a:pt x="7179" y="3526079"/>
                </a:lnTo>
                <a:lnTo>
                  <a:pt x="0" y="3490468"/>
                </a:lnTo>
                <a:lnTo>
                  <a:pt x="0" y="91440"/>
                </a:lnTo>
                <a:close/>
              </a:path>
            </a:pathLst>
          </a:custGeom>
          <a:ln w="28575">
            <a:solidFill>
              <a:srgbClr val="B7B7B7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3363086" y="5410212"/>
          <a:ext cx="1551305" cy="3345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4470"/>
              </a:tblGrid>
              <a:tr h="8362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1,</a:t>
                      </a:r>
                      <a:r>
                        <a:rPr dirty="0" sz="1150" spc="7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32080">
                    <a:lnB w="80911">
                      <a:solidFill>
                        <a:srgbClr val="FFFFF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2,</a:t>
                      </a:r>
                      <a:r>
                        <a:rPr dirty="0" sz="1150" spc="7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0">
                    <a:lnT w="80911">
                      <a:solidFill>
                        <a:srgbClr val="FFFFFF"/>
                      </a:solidFill>
                      <a:prstDash val="solid"/>
                    </a:lnT>
                    <a:lnB w="81038">
                      <a:solidFill>
                        <a:srgbClr val="FFFFFF"/>
                      </a:solidFill>
                      <a:prstDash val="solid"/>
                    </a:lnB>
                    <a:solidFill>
                      <a:srgbClr val="0074A1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3,</a:t>
                      </a:r>
                      <a:r>
                        <a:rPr dirty="0" sz="1150" spc="7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0">
                    <a:lnT w="81038">
                      <a:solidFill>
                        <a:srgbClr val="FFFFFF"/>
                      </a:solidFill>
                      <a:prstDash val="solid"/>
                    </a:lnT>
                    <a:lnB w="80911">
                      <a:solidFill>
                        <a:srgbClr val="FFFFFF"/>
                      </a:solidFill>
                      <a:prstDash val="solid"/>
                    </a:lnB>
                    <a:solidFill>
                      <a:srgbClr val="38CCEC"/>
                    </a:solidFill>
                  </a:tcPr>
                </a:tc>
              </a:tr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4,</a:t>
                      </a:r>
                      <a:r>
                        <a:rPr dirty="0" sz="1150" spc="7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0">
                    <a:lnT w="80911">
                      <a:solidFill>
                        <a:srgbClr val="FFFFFF"/>
                      </a:solidFill>
                      <a:prstDash val="solid"/>
                    </a:lnT>
                    <a:solidFill>
                      <a:srgbClr val="B3E0E2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/>
          <p:nvPr/>
        </p:nvSpPr>
        <p:spPr>
          <a:xfrm>
            <a:off x="5201665" y="5292852"/>
            <a:ext cx="1680845" cy="3582035"/>
          </a:xfrm>
          <a:custGeom>
            <a:avLst/>
            <a:gdLst/>
            <a:ahLst/>
            <a:cxnLst/>
            <a:rect l="l" t="t" r="r" b="b"/>
            <a:pathLst>
              <a:path w="1680845" h="3582034">
                <a:moveTo>
                  <a:pt x="0" y="91439"/>
                </a:moveTo>
                <a:lnTo>
                  <a:pt x="7179" y="55881"/>
                </a:lnTo>
                <a:lnTo>
                  <a:pt x="26765" y="26812"/>
                </a:lnTo>
                <a:lnTo>
                  <a:pt x="55828" y="7197"/>
                </a:lnTo>
                <a:lnTo>
                  <a:pt x="91439" y="0"/>
                </a:lnTo>
                <a:lnTo>
                  <a:pt x="1589151" y="0"/>
                </a:lnTo>
                <a:lnTo>
                  <a:pt x="1624762" y="7197"/>
                </a:lnTo>
                <a:lnTo>
                  <a:pt x="1653825" y="26812"/>
                </a:lnTo>
                <a:lnTo>
                  <a:pt x="1673411" y="55881"/>
                </a:lnTo>
                <a:lnTo>
                  <a:pt x="1680590" y="91439"/>
                </a:lnTo>
                <a:lnTo>
                  <a:pt x="1680590" y="3490468"/>
                </a:lnTo>
                <a:lnTo>
                  <a:pt x="1673411" y="3526079"/>
                </a:lnTo>
                <a:lnTo>
                  <a:pt x="1653825" y="3555142"/>
                </a:lnTo>
                <a:lnTo>
                  <a:pt x="1624762" y="3574728"/>
                </a:lnTo>
                <a:lnTo>
                  <a:pt x="1589151" y="3581908"/>
                </a:lnTo>
                <a:lnTo>
                  <a:pt x="91439" y="3581908"/>
                </a:lnTo>
                <a:lnTo>
                  <a:pt x="55828" y="3574728"/>
                </a:lnTo>
                <a:lnTo>
                  <a:pt x="26765" y="3555142"/>
                </a:lnTo>
                <a:lnTo>
                  <a:pt x="7179" y="3526079"/>
                </a:lnTo>
                <a:lnTo>
                  <a:pt x="0" y="3490468"/>
                </a:lnTo>
                <a:lnTo>
                  <a:pt x="0" y="91439"/>
                </a:lnTo>
                <a:close/>
              </a:path>
            </a:pathLst>
          </a:custGeom>
          <a:ln w="28575">
            <a:solidFill>
              <a:srgbClr val="B7B7B7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5304535" y="5437009"/>
          <a:ext cx="1551305" cy="3345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4470"/>
              </a:tblGrid>
              <a:tr h="796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1,</a:t>
                      </a:r>
                      <a:r>
                        <a:rPr dirty="0" sz="1150" spc="7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132080">
                    <a:lnB w="80911">
                      <a:solidFill>
                        <a:srgbClr val="FFFFF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2,</a:t>
                      </a:r>
                      <a:r>
                        <a:rPr dirty="0" sz="1150" spc="7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T w="80911">
                      <a:solidFill>
                        <a:srgbClr val="FFFFFF"/>
                      </a:solidFill>
                      <a:prstDash val="solid"/>
                    </a:lnT>
                    <a:lnB w="81038">
                      <a:solidFill>
                        <a:srgbClr val="FFFFFF"/>
                      </a:solidFill>
                      <a:prstDash val="solid"/>
                    </a:lnB>
                    <a:solidFill>
                      <a:srgbClr val="0074A1"/>
                    </a:solidFill>
                  </a:tcPr>
                </a:tc>
              </a:tr>
              <a:tr h="8566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3,</a:t>
                      </a:r>
                      <a:r>
                        <a:rPr dirty="0" sz="1150" spc="7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T w="81038">
                      <a:solidFill>
                        <a:srgbClr val="FFFFFF"/>
                      </a:solidFill>
                      <a:prstDash val="solid"/>
                    </a:lnT>
                    <a:lnB w="80911">
                      <a:solidFill>
                        <a:srgbClr val="FFFFFF"/>
                      </a:solidFill>
                      <a:prstDash val="solid"/>
                    </a:lnB>
                    <a:solidFill>
                      <a:srgbClr val="38CCEC"/>
                    </a:solidFill>
                  </a:tcPr>
                </a:tc>
              </a:tr>
              <a:tr h="8362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Topic</a:t>
                      </a:r>
                      <a:r>
                        <a:rPr dirty="0" sz="1150" spc="7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4,</a:t>
                      </a:r>
                      <a:r>
                        <a:rPr dirty="0" sz="1150" spc="7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Partition</a:t>
                      </a:r>
                      <a:r>
                        <a:rPr dirty="0" sz="1150" spc="95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50" b="1">
                          <a:solidFill>
                            <a:srgbClr val="17336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T w="80911">
                      <a:solidFill>
                        <a:srgbClr val="FFFFFF"/>
                      </a:solidFill>
                      <a:prstDash val="solid"/>
                    </a:lnT>
                    <a:solidFill>
                      <a:srgbClr val="B3E0E2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 descr=""/>
          <p:cNvSpPr txBox="1"/>
          <p:nvPr/>
        </p:nvSpPr>
        <p:spPr>
          <a:xfrm>
            <a:off x="5616955" y="4606797"/>
            <a:ext cx="849630" cy="2673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b="1">
                <a:latin typeface="Malgun Gothic"/>
                <a:cs typeface="Malgun Gothic"/>
              </a:rPr>
              <a:t>Broker</a:t>
            </a:r>
            <a:r>
              <a:rPr dirty="0" sz="1550" spc="125" b="1">
                <a:latin typeface="Malgun Gothic"/>
                <a:cs typeface="Malgun Gothic"/>
              </a:rPr>
              <a:t> </a:t>
            </a:r>
            <a:r>
              <a:rPr dirty="0" sz="1550" spc="-50" b="1">
                <a:latin typeface="Malgun Gothic"/>
                <a:cs typeface="Malgun Gothic"/>
              </a:rPr>
              <a:t>3</a:t>
            </a:r>
            <a:endParaRPr sz="155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68374" y="2030069"/>
            <a:ext cx="3611879" cy="107696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벤치마크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비교</a:t>
            </a:r>
            <a:endParaRPr sz="2000">
              <a:latin typeface="Malgun Gothic"/>
              <a:cs typeface="Malgun Gothic"/>
            </a:endParaRPr>
          </a:p>
          <a:p>
            <a:pPr marL="254635" indent="-222250">
              <a:lnSpc>
                <a:spcPct val="100000"/>
              </a:lnSpc>
              <a:spcBef>
                <a:spcPts val="359"/>
              </a:spcBef>
              <a:buSzPct val="60000"/>
              <a:buFont typeface="Calibri"/>
              <a:buChar char="•"/>
              <a:tabLst>
                <a:tab pos="254635" algn="l"/>
              </a:tabLst>
            </a:pP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dirty="0" sz="2000" spc="-4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(로그)</a:t>
            </a:r>
            <a:endParaRPr sz="2000">
              <a:latin typeface="Malgun Gothic"/>
              <a:cs typeface="Malgun Gothic"/>
            </a:endParaRPr>
          </a:p>
          <a:p>
            <a:pPr marL="254635" indent="-222250">
              <a:lnSpc>
                <a:spcPct val="100000"/>
              </a:lnSpc>
              <a:spcBef>
                <a:spcPts val="359"/>
              </a:spcBef>
              <a:buSzPct val="60000"/>
              <a:buFont typeface="Calibri"/>
              <a:buChar char="•"/>
              <a:tabLst>
                <a:tab pos="254635" algn="l"/>
              </a:tabLst>
            </a:pP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RabbitMQ</a:t>
            </a:r>
            <a:r>
              <a:rPr dirty="0" sz="2000" spc="-5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(고전적인</a:t>
            </a:r>
            <a:r>
              <a:rPr dirty="0" sz="20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메시징)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012681" y="2075180"/>
            <a:ext cx="51003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아래</a:t>
            </a:r>
            <a:r>
              <a:rPr dirty="0" sz="20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차트는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다음에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대한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결과를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보여줍니다: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032493" y="2380588"/>
            <a:ext cx="702437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5080" indent="-222885">
              <a:lnSpc>
                <a:spcPct val="114999"/>
              </a:lnSpc>
              <a:spcBef>
                <a:spcPts val="100"/>
              </a:spcBef>
              <a:buSzPct val="60000"/>
              <a:buFont typeface="Calibri"/>
              <a:buChar char="•"/>
              <a:tabLst>
                <a:tab pos="234950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동일한</a:t>
            </a:r>
            <a:r>
              <a:rPr dirty="0" sz="2000" spc="-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3노드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클러스터에서</a:t>
            </a:r>
            <a:r>
              <a:rPr dirty="0" sz="20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Open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Messaging</a:t>
            </a:r>
            <a:r>
              <a:rPr dirty="0" sz="2000" spc="-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Benchmark를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사용한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최대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정상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상태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처리량</a:t>
            </a:r>
            <a:endParaRPr sz="2000">
              <a:latin typeface="Malgun Gothic"/>
              <a:cs typeface="Malgun Gothic"/>
            </a:endParaRPr>
          </a:p>
          <a:p>
            <a:pPr marL="234950" indent="-222250">
              <a:lnSpc>
                <a:spcPct val="100000"/>
              </a:lnSpc>
              <a:spcBef>
                <a:spcPts val="359"/>
              </a:spcBef>
              <a:buSzPct val="60000"/>
              <a:buFont typeface="Calibri"/>
              <a:buChar char="•"/>
              <a:tabLst>
                <a:tab pos="234950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동일한</a:t>
            </a:r>
            <a:r>
              <a:rPr dirty="0" sz="2000" spc="-10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Produce/Consume</a:t>
            </a:r>
            <a:r>
              <a:rPr dirty="0" sz="2000" spc="-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워크로드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745190" y="4245426"/>
            <a:ext cx="8660765" cy="4985385"/>
            <a:chOff x="7745190" y="4245426"/>
            <a:chExt cx="8660765" cy="4985385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5190" y="4245426"/>
              <a:ext cx="8660320" cy="498500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0396727" y="5048377"/>
              <a:ext cx="3587115" cy="1270"/>
            </a:xfrm>
            <a:custGeom>
              <a:avLst/>
              <a:gdLst/>
              <a:ahLst/>
              <a:cxnLst/>
              <a:rect l="l" t="t" r="r" b="b"/>
              <a:pathLst>
                <a:path w="3587115" h="1270">
                  <a:moveTo>
                    <a:pt x="0" y="0"/>
                  </a:moveTo>
                  <a:lnTo>
                    <a:pt x="3586733" y="1143"/>
                  </a:lnTo>
                </a:path>
              </a:pathLst>
            </a:custGeom>
            <a:ln w="9524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945107" y="5049138"/>
              <a:ext cx="76200" cy="294005"/>
            </a:xfrm>
            <a:custGeom>
              <a:avLst/>
              <a:gdLst/>
              <a:ahLst/>
              <a:cxnLst/>
              <a:rect l="l" t="t" r="r" b="b"/>
              <a:pathLst>
                <a:path w="76200" h="294004">
                  <a:moveTo>
                    <a:pt x="33274" y="217805"/>
                  </a:moveTo>
                  <a:lnTo>
                    <a:pt x="0" y="217805"/>
                  </a:lnTo>
                  <a:lnTo>
                    <a:pt x="38100" y="294005"/>
                  </a:lnTo>
                  <a:lnTo>
                    <a:pt x="69850" y="230505"/>
                  </a:lnTo>
                  <a:lnTo>
                    <a:pt x="33274" y="230505"/>
                  </a:lnTo>
                  <a:lnTo>
                    <a:pt x="33274" y="217805"/>
                  </a:lnTo>
                  <a:close/>
                </a:path>
                <a:path w="76200" h="294004">
                  <a:moveTo>
                    <a:pt x="42799" y="0"/>
                  </a:moveTo>
                  <a:lnTo>
                    <a:pt x="33274" y="0"/>
                  </a:lnTo>
                  <a:lnTo>
                    <a:pt x="33274" y="230505"/>
                  </a:lnTo>
                  <a:lnTo>
                    <a:pt x="42799" y="230505"/>
                  </a:lnTo>
                  <a:lnTo>
                    <a:pt x="42799" y="0"/>
                  </a:lnTo>
                  <a:close/>
                </a:path>
                <a:path w="76200" h="294004">
                  <a:moveTo>
                    <a:pt x="76200" y="217805"/>
                  </a:moveTo>
                  <a:lnTo>
                    <a:pt x="42799" y="217805"/>
                  </a:lnTo>
                  <a:lnTo>
                    <a:pt x="42799" y="230505"/>
                  </a:lnTo>
                  <a:lnTo>
                    <a:pt x="69850" y="230505"/>
                  </a:lnTo>
                  <a:lnTo>
                    <a:pt x="76200" y="21780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401934" y="5049138"/>
              <a:ext cx="1270" cy="3138805"/>
            </a:xfrm>
            <a:custGeom>
              <a:avLst/>
              <a:gdLst/>
              <a:ahLst/>
              <a:cxnLst/>
              <a:rect l="l" t="t" r="r" b="b"/>
              <a:pathLst>
                <a:path w="1270" h="3138804">
                  <a:moveTo>
                    <a:pt x="1143" y="0"/>
                  </a:moveTo>
                  <a:lnTo>
                    <a:pt x="0" y="3138551"/>
                  </a:lnTo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144380" y="5544311"/>
              <a:ext cx="2516505" cy="892175"/>
            </a:xfrm>
            <a:custGeom>
              <a:avLst/>
              <a:gdLst/>
              <a:ahLst/>
              <a:cxnLst/>
              <a:rect l="l" t="t" r="r" b="b"/>
              <a:pathLst>
                <a:path w="2516504" h="892175">
                  <a:moveTo>
                    <a:pt x="2367788" y="0"/>
                  </a:moveTo>
                  <a:lnTo>
                    <a:pt x="148463" y="0"/>
                  </a:lnTo>
                  <a:lnTo>
                    <a:pt x="101567" y="7564"/>
                  </a:lnTo>
                  <a:lnTo>
                    <a:pt x="60816" y="28630"/>
                  </a:lnTo>
                  <a:lnTo>
                    <a:pt x="28667" y="60761"/>
                  </a:lnTo>
                  <a:lnTo>
                    <a:pt x="7576" y="101518"/>
                  </a:lnTo>
                  <a:lnTo>
                    <a:pt x="0" y="148462"/>
                  </a:lnTo>
                  <a:lnTo>
                    <a:pt x="0" y="743458"/>
                  </a:lnTo>
                  <a:lnTo>
                    <a:pt x="7576" y="790353"/>
                  </a:lnTo>
                  <a:lnTo>
                    <a:pt x="28667" y="831104"/>
                  </a:lnTo>
                  <a:lnTo>
                    <a:pt x="60816" y="863253"/>
                  </a:lnTo>
                  <a:lnTo>
                    <a:pt x="101567" y="884344"/>
                  </a:lnTo>
                  <a:lnTo>
                    <a:pt x="148463" y="891921"/>
                  </a:lnTo>
                  <a:lnTo>
                    <a:pt x="2367788" y="891921"/>
                  </a:lnTo>
                  <a:lnTo>
                    <a:pt x="2414745" y="884344"/>
                  </a:lnTo>
                  <a:lnTo>
                    <a:pt x="2455533" y="863253"/>
                  </a:lnTo>
                  <a:lnTo>
                    <a:pt x="2487702" y="831104"/>
                  </a:lnTo>
                  <a:lnTo>
                    <a:pt x="2508800" y="790353"/>
                  </a:lnTo>
                  <a:lnTo>
                    <a:pt x="2516378" y="743458"/>
                  </a:lnTo>
                  <a:lnTo>
                    <a:pt x="2516378" y="148462"/>
                  </a:lnTo>
                  <a:lnTo>
                    <a:pt x="2508800" y="101518"/>
                  </a:lnTo>
                  <a:lnTo>
                    <a:pt x="2487702" y="60761"/>
                  </a:lnTo>
                  <a:lnTo>
                    <a:pt x="2455533" y="28630"/>
                  </a:lnTo>
                  <a:lnTo>
                    <a:pt x="2414745" y="7564"/>
                  </a:lnTo>
                  <a:lnTo>
                    <a:pt x="2367788" y="0"/>
                  </a:lnTo>
                  <a:close/>
                </a:path>
              </a:pathLst>
            </a:custGeom>
            <a:solidFill>
              <a:srgbClr val="B3E0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144380" y="5544311"/>
              <a:ext cx="2516505" cy="892175"/>
            </a:xfrm>
            <a:custGeom>
              <a:avLst/>
              <a:gdLst/>
              <a:ahLst/>
              <a:cxnLst/>
              <a:rect l="l" t="t" r="r" b="b"/>
              <a:pathLst>
                <a:path w="2516504" h="892175">
                  <a:moveTo>
                    <a:pt x="0" y="148462"/>
                  </a:moveTo>
                  <a:lnTo>
                    <a:pt x="7576" y="101518"/>
                  </a:lnTo>
                  <a:lnTo>
                    <a:pt x="28667" y="60761"/>
                  </a:lnTo>
                  <a:lnTo>
                    <a:pt x="60816" y="28630"/>
                  </a:lnTo>
                  <a:lnTo>
                    <a:pt x="101567" y="7564"/>
                  </a:lnTo>
                  <a:lnTo>
                    <a:pt x="148463" y="0"/>
                  </a:lnTo>
                  <a:lnTo>
                    <a:pt x="2367788" y="0"/>
                  </a:lnTo>
                  <a:lnTo>
                    <a:pt x="2414745" y="7564"/>
                  </a:lnTo>
                  <a:lnTo>
                    <a:pt x="2455533" y="28630"/>
                  </a:lnTo>
                  <a:lnTo>
                    <a:pt x="2487702" y="60761"/>
                  </a:lnTo>
                  <a:lnTo>
                    <a:pt x="2508800" y="101518"/>
                  </a:lnTo>
                  <a:lnTo>
                    <a:pt x="2516378" y="148462"/>
                  </a:lnTo>
                  <a:lnTo>
                    <a:pt x="2516378" y="743458"/>
                  </a:lnTo>
                  <a:lnTo>
                    <a:pt x="2508800" y="790353"/>
                  </a:lnTo>
                  <a:lnTo>
                    <a:pt x="2487702" y="831104"/>
                  </a:lnTo>
                  <a:lnTo>
                    <a:pt x="2455533" y="863253"/>
                  </a:lnTo>
                  <a:lnTo>
                    <a:pt x="2414745" y="884344"/>
                  </a:lnTo>
                  <a:lnTo>
                    <a:pt x="2367788" y="891921"/>
                  </a:lnTo>
                  <a:lnTo>
                    <a:pt x="148463" y="891921"/>
                  </a:lnTo>
                  <a:lnTo>
                    <a:pt x="101567" y="884344"/>
                  </a:lnTo>
                  <a:lnTo>
                    <a:pt x="60816" y="863253"/>
                  </a:lnTo>
                  <a:lnTo>
                    <a:pt x="28667" y="831104"/>
                  </a:lnTo>
                  <a:lnTo>
                    <a:pt x="7576" y="790353"/>
                  </a:lnTo>
                  <a:lnTo>
                    <a:pt x="0" y="743458"/>
                  </a:lnTo>
                  <a:lnTo>
                    <a:pt x="0" y="148462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708260" y="5875585"/>
            <a:ext cx="139001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25" b="1" i="1">
                <a:solidFill>
                  <a:srgbClr val="173360"/>
                </a:solidFill>
                <a:latin typeface="Malgun Gothic"/>
                <a:cs typeface="Malgun Gothic"/>
              </a:rPr>
              <a:t>15배의</a:t>
            </a:r>
            <a:r>
              <a:rPr dirty="0" sz="1250" spc="-80" b="1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50" spc="-35" b="1" i="1">
                <a:solidFill>
                  <a:srgbClr val="173360"/>
                </a:solidFill>
                <a:latin typeface="Malgun Gothic"/>
                <a:cs typeface="Malgun Gothic"/>
              </a:rPr>
              <a:t>처리량</a:t>
            </a:r>
            <a:r>
              <a:rPr dirty="0" sz="1250" spc="-55" b="1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50" spc="-25" b="1" i="1">
                <a:solidFill>
                  <a:srgbClr val="173360"/>
                </a:solidFill>
                <a:latin typeface="Malgun Gothic"/>
                <a:cs typeface="Malgun Gothic"/>
              </a:rPr>
              <a:t>향상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5663163" y="7115378"/>
            <a:ext cx="1673225" cy="767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95"/>
              </a:spcBef>
            </a:pP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1200" spc="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spc="-20" b="1">
                <a:solidFill>
                  <a:srgbClr val="173360"/>
                </a:solidFill>
                <a:latin typeface="Malgun Gothic"/>
                <a:cs typeface="Malgun Gothic"/>
              </a:rPr>
              <a:t>스트리밍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워크로드를</a:t>
            </a:r>
            <a:r>
              <a:rPr dirty="0" sz="1200" spc="5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지원을</a:t>
            </a:r>
            <a:r>
              <a:rPr dirty="0" sz="1200" spc="4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spc="-25" b="1">
                <a:solidFill>
                  <a:srgbClr val="173360"/>
                </a:solidFill>
                <a:latin typeface="Malgun Gothic"/>
                <a:cs typeface="Malgun Gothic"/>
              </a:rPr>
              <a:t>위한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배포,</a:t>
            </a:r>
            <a:r>
              <a:rPr dirty="0" sz="1200" spc="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보호</a:t>
            </a:r>
            <a:r>
              <a:rPr dirty="0" sz="1200" spc="1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200" spc="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관리할</a:t>
            </a:r>
            <a:r>
              <a:rPr dirty="0" sz="1200" spc="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spc="-60" b="1">
                <a:solidFill>
                  <a:srgbClr val="173360"/>
                </a:solidFill>
                <a:latin typeface="Malgun Gothic"/>
                <a:cs typeface="Malgun Gothic"/>
              </a:rPr>
              <a:t>수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있는</a:t>
            </a:r>
            <a:r>
              <a:rPr dirty="0" sz="1200" spc="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단일</a:t>
            </a:r>
            <a:r>
              <a:rPr dirty="0" sz="1200" spc="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b="1">
                <a:solidFill>
                  <a:srgbClr val="173360"/>
                </a:solidFill>
                <a:latin typeface="Malgun Gothic"/>
                <a:cs typeface="Malgun Gothic"/>
              </a:rPr>
              <a:t>플랫폼</a:t>
            </a:r>
            <a:r>
              <a:rPr dirty="0" sz="1200" spc="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200" spc="-25" b="1">
                <a:solidFill>
                  <a:srgbClr val="173360"/>
                </a:solidFill>
                <a:latin typeface="Malgun Gothic"/>
                <a:cs typeface="Malgun Gothic"/>
              </a:rPr>
              <a:t>제공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5242793" y="5863971"/>
            <a:ext cx="292735" cy="3041015"/>
          </a:xfrm>
          <a:custGeom>
            <a:avLst/>
            <a:gdLst/>
            <a:ahLst/>
            <a:cxnLst/>
            <a:rect l="l" t="t" r="r" b="b"/>
            <a:pathLst>
              <a:path w="292734" h="3041015">
                <a:moveTo>
                  <a:pt x="0" y="0"/>
                </a:moveTo>
                <a:lnTo>
                  <a:pt x="46218" y="7448"/>
                </a:lnTo>
                <a:lnTo>
                  <a:pt x="86347" y="28191"/>
                </a:lnTo>
                <a:lnTo>
                  <a:pt x="117985" y="59829"/>
                </a:lnTo>
                <a:lnTo>
                  <a:pt x="138728" y="99958"/>
                </a:lnTo>
                <a:lnTo>
                  <a:pt x="146176" y="146176"/>
                </a:lnTo>
                <a:lnTo>
                  <a:pt x="146176" y="1374139"/>
                </a:lnTo>
                <a:lnTo>
                  <a:pt x="153625" y="1420310"/>
                </a:lnTo>
                <a:lnTo>
                  <a:pt x="174368" y="1460432"/>
                </a:lnTo>
                <a:lnTo>
                  <a:pt x="206006" y="1492088"/>
                </a:lnTo>
                <a:lnTo>
                  <a:pt x="246135" y="1512856"/>
                </a:lnTo>
                <a:lnTo>
                  <a:pt x="292353" y="1520316"/>
                </a:lnTo>
                <a:lnTo>
                  <a:pt x="246135" y="1527764"/>
                </a:lnTo>
                <a:lnTo>
                  <a:pt x="206006" y="1548500"/>
                </a:lnTo>
                <a:lnTo>
                  <a:pt x="174368" y="1580118"/>
                </a:lnTo>
                <a:lnTo>
                  <a:pt x="153625" y="1620210"/>
                </a:lnTo>
                <a:lnTo>
                  <a:pt x="146176" y="1666366"/>
                </a:lnTo>
                <a:lnTo>
                  <a:pt x="146176" y="2894456"/>
                </a:lnTo>
                <a:lnTo>
                  <a:pt x="138728" y="2940613"/>
                </a:lnTo>
                <a:lnTo>
                  <a:pt x="117985" y="2980705"/>
                </a:lnTo>
                <a:lnTo>
                  <a:pt x="86347" y="3012323"/>
                </a:lnTo>
                <a:lnTo>
                  <a:pt x="46218" y="3033059"/>
                </a:lnTo>
                <a:lnTo>
                  <a:pt x="0" y="3040506"/>
                </a:lnTo>
              </a:path>
            </a:pathLst>
          </a:custGeom>
          <a:ln w="9525">
            <a:solidFill>
              <a:srgbClr val="1733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0319766" y="9279157"/>
            <a:ext cx="3904615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10" i="1">
                <a:solidFill>
                  <a:srgbClr val="404040"/>
                </a:solidFill>
                <a:latin typeface="Malgun Gothic"/>
                <a:cs typeface="Malgun Gothic"/>
              </a:rPr>
              <a:t>출처:</a:t>
            </a:r>
            <a:r>
              <a:rPr dirty="0" sz="1000" spc="280" i="1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u="sng" sz="1000" spc="-25" i="1">
                <a:solidFill>
                  <a:srgbClr val="C5832D"/>
                </a:solidFill>
                <a:uFill>
                  <a:solidFill>
                    <a:srgbClr val="C5832D"/>
                  </a:solidFill>
                </a:uFill>
                <a:latin typeface="Malgun Gothic"/>
                <a:cs typeface="Malgun Gothic"/>
                <a:hlinkClick r:id="rId3"/>
              </a:rPr>
              <a:t>https</a:t>
            </a:r>
            <a:r>
              <a:rPr dirty="0" u="sng" sz="1000" spc="-25" i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Malgun Gothic"/>
                <a:cs typeface="Malgun Gothic"/>
                <a:hlinkClick r:id="rId3"/>
              </a:rPr>
              <a:t>://www.confluent.io/blog/kafka-fastest-messaging-</a:t>
            </a:r>
            <a:r>
              <a:rPr dirty="0" u="sng" sz="1000" spc="-10" i="1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Malgun Gothic"/>
                <a:cs typeface="Malgun Gothic"/>
                <a:hlinkClick r:id="rId3"/>
              </a:rPr>
              <a:t>system/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811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dirty="0" sz="4800" spc="600">
                <a:solidFill>
                  <a:srgbClr val="173360"/>
                </a:solidFill>
                <a:latin typeface="Calibri"/>
                <a:cs typeface="Calibri"/>
              </a:rPr>
              <a:t>Kafka-</a:t>
            </a:r>
            <a:r>
              <a:rPr dirty="0" sz="4800" spc="690">
                <a:solidFill>
                  <a:srgbClr val="173360"/>
                </a:solidFill>
                <a:latin typeface="Calibri"/>
                <a:cs typeface="Calibri"/>
              </a:rPr>
              <a:t>Based</a:t>
            </a:r>
            <a:r>
              <a:rPr dirty="0" sz="4800" spc="2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580">
                <a:solidFill>
                  <a:srgbClr val="173360"/>
                </a:solidFill>
                <a:latin typeface="Calibri"/>
                <a:cs typeface="Calibri"/>
              </a:rPr>
              <a:t>Durable</a:t>
            </a:r>
            <a:r>
              <a:rPr dirty="0" sz="4800" spc="2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635">
                <a:solidFill>
                  <a:srgbClr val="173360"/>
                </a:solidFill>
                <a:latin typeface="Calibri"/>
                <a:cs typeface="Calibri"/>
              </a:rPr>
              <a:t>Event</a:t>
            </a:r>
            <a:r>
              <a:rPr dirty="0" sz="4800" spc="31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565">
                <a:solidFill>
                  <a:srgbClr val="173360"/>
                </a:solidFill>
                <a:latin typeface="Calibri"/>
                <a:cs typeface="Calibri"/>
              </a:rPr>
              <a:t>Driven</a:t>
            </a:r>
            <a:r>
              <a:rPr dirty="0" sz="4800" spc="31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800" spc="555">
                <a:solidFill>
                  <a:srgbClr val="173360"/>
                </a:solidFill>
                <a:latin typeface="Calibri"/>
                <a:cs typeface="Calibri"/>
              </a:rPr>
              <a:t>Architecture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215865" y="946139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42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405" y="5063109"/>
            <a:ext cx="1028700" cy="1181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8432" y="5040600"/>
            <a:ext cx="1024665" cy="101659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2516504" y="5596509"/>
            <a:ext cx="1869439" cy="114300"/>
          </a:xfrm>
          <a:custGeom>
            <a:avLst/>
            <a:gdLst/>
            <a:ahLst/>
            <a:cxnLst/>
            <a:rect l="l" t="t" r="r" b="b"/>
            <a:pathLst>
              <a:path w="1869439" h="114300">
                <a:moveTo>
                  <a:pt x="1755012" y="0"/>
                </a:moveTo>
                <a:lnTo>
                  <a:pt x="1755012" y="114300"/>
                </a:lnTo>
                <a:lnTo>
                  <a:pt x="1831212" y="76200"/>
                </a:lnTo>
                <a:lnTo>
                  <a:pt x="1774062" y="76200"/>
                </a:lnTo>
                <a:lnTo>
                  <a:pt x="1774062" y="38100"/>
                </a:lnTo>
                <a:lnTo>
                  <a:pt x="1831212" y="38100"/>
                </a:lnTo>
                <a:lnTo>
                  <a:pt x="1755012" y="0"/>
                </a:lnTo>
                <a:close/>
              </a:path>
              <a:path w="1869439" h="114300">
                <a:moveTo>
                  <a:pt x="17550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55012" y="76200"/>
                </a:lnTo>
                <a:lnTo>
                  <a:pt x="1755012" y="38100"/>
                </a:lnTo>
                <a:close/>
              </a:path>
              <a:path w="1869439" h="114300">
                <a:moveTo>
                  <a:pt x="1831212" y="38100"/>
                </a:moveTo>
                <a:lnTo>
                  <a:pt x="1774062" y="38100"/>
                </a:lnTo>
                <a:lnTo>
                  <a:pt x="1774062" y="76200"/>
                </a:lnTo>
                <a:lnTo>
                  <a:pt x="1831212" y="76200"/>
                </a:lnTo>
                <a:lnTo>
                  <a:pt x="1869312" y="57150"/>
                </a:lnTo>
                <a:lnTo>
                  <a:pt x="1831212" y="3810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757417" y="5596635"/>
            <a:ext cx="1869439" cy="114300"/>
          </a:xfrm>
          <a:custGeom>
            <a:avLst/>
            <a:gdLst/>
            <a:ahLst/>
            <a:cxnLst/>
            <a:rect l="l" t="t" r="r" b="b"/>
            <a:pathLst>
              <a:path w="1869440" h="114300">
                <a:moveTo>
                  <a:pt x="1755013" y="0"/>
                </a:moveTo>
                <a:lnTo>
                  <a:pt x="1755013" y="114300"/>
                </a:lnTo>
                <a:lnTo>
                  <a:pt x="1831213" y="76200"/>
                </a:lnTo>
                <a:lnTo>
                  <a:pt x="1774063" y="76200"/>
                </a:lnTo>
                <a:lnTo>
                  <a:pt x="1774063" y="38100"/>
                </a:lnTo>
                <a:lnTo>
                  <a:pt x="1831213" y="38100"/>
                </a:lnTo>
                <a:lnTo>
                  <a:pt x="1755013" y="0"/>
                </a:lnTo>
                <a:close/>
              </a:path>
              <a:path w="1869440" h="114300">
                <a:moveTo>
                  <a:pt x="175501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55013" y="76200"/>
                </a:lnTo>
                <a:lnTo>
                  <a:pt x="1755013" y="38100"/>
                </a:lnTo>
                <a:close/>
              </a:path>
              <a:path w="1869440" h="114300">
                <a:moveTo>
                  <a:pt x="1831213" y="38100"/>
                </a:moveTo>
                <a:lnTo>
                  <a:pt x="1774063" y="38100"/>
                </a:lnTo>
                <a:lnTo>
                  <a:pt x="1774063" y="76200"/>
                </a:lnTo>
                <a:lnTo>
                  <a:pt x="1831213" y="76200"/>
                </a:lnTo>
                <a:lnTo>
                  <a:pt x="1869313" y="57150"/>
                </a:lnTo>
                <a:lnTo>
                  <a:pt x="1831213" y="3810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8307" y="5063109"/>
            <a:ext cx="1028700" cy="11811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768078" y="2204993"/>
            <a:ext cx="7063105" cy="335724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3200" spc="365" b="1">
                <a:solidFill>
                  <a:srgbClr val="221F1F"/>
                </a:solidFill>
                <a:latin typeface="Calibri"/>
                <a:cs typeface="Calibri"/>
              </a:rPr>
              <a:t>Pull</a:t>
            </a:r>
            <a:r>
              <a:rPr dirty="0" sz="3200" spc="18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3200" spc="315" b="1">
                <a:solidFill>
                  <a:srgbClr val="221F1F"/>
                </a:solidFill>
                <a:latin typeface="Calibri"/>
                <a:cs typeface="Calibri"/>
              </a:rPr>
              <a:t>Model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35"/>
              </a:spcBef>
            </a:pPr>
            <a:r>
              <a:rPr dirty="0" sz="2800" spc="290">
                <a:solidFill>
                  <a:srgbClr val="221F1F"/>
                </a:solidFill>
                <a:latin typeface="Calibri"/>
                <a:cs typeface="Calibri"/>
              </a:rPr>
              <a:t>Pull</a:t>
            </a:r>
            <a:r>
              <a:rPr dirty="0" sz="2800" spc="114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모델이기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때문에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백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프레셔가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불필요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145">
                <a:solidFill>
                  <a:srgbClr val="221F1F"/>
                </a:solidFill>
                <a:latin typeface="Calibri"/>
                <a:cs typeface="Calibri"/>
              </a:rPr>
              <a:t>- </a:t>
            </a:r>
            <a:r>
              <a:rPr dirty="0" sz="2800" spc="330">
                <a:solidFill>
                  <a:srgbClr val="221F1F"/>
                </a:solidFill>
                <a:latin typeface="Calibri"/>
                <a:cs typeface="Calibri"/>
              </a:rPr>
              <a:t>Consumer</a:t>
            </a:r>
            <a:r>
              <a:rPr dirty="0" sz="2800" spc="330">
                <a:solidFill>
                  <a:srgbClr val="221F1F"/>
                </a:solidFill>
                <a:latin typeface="Malgun Gothic"/>
                <a:cs typeface="Malgun Gothic"/>
              </a:rPr>
              <a:t>를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단순하게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추가하는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0">
                <a:solidFill>
                  <a:srgbClr val="221F1F"/>
                </a:solidFill>
                <a:latin typeface="Malgun Gothic"/>
                <a:cs typeface="Malgun Gothic"/>
              </a:rPr>
              <a:t>것으로</a:t>
            </a:r>
            <a:r>
              <a:rPr dirty="0" sz="2800" spc="-20">
                <a:solidFill>
                  <a:srgbClr val="221F1F"/>
                </a:solidFill>
                <a:latin typeface="Calibri"/>
                <a:cs typeface="Calibri"/>
              </a:rPr>
              <a:t>,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다른</a:t>
            </a:r>
            <a:r>
              <a:rPr dirty="0" sz="2800" spc="-2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영향을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주지</a:t>
            </a:r>
            <a:r>
              <a:rPr dirty="0" sz="2800" spc="-2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않고</a:t>
            </a:r>
            <a:r>
              <a:rPr dirty="0" sz="2800" spc="-2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개별적으로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221F1F"/>
                </a:solidFill>
                <a:latin typeface="Malgun Gothic"/>
                <a:cs typeface="Malgun Gothic"/>
              </a:rPr>
              <a:t>대응</a:t>
            </a:r>
            <a:r>
              <a:rPr dirty="0" sz="280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r>
              <a:rPr dirty="0" sz="2800" spc="-1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또한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일반적인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320">
                <a:solidFill>
                  <a:srgbClr val="221F1F"/>
                </a:solidFill>
                <a:latin typeface="Calibri"/>
                <a:cs typeface="Calibri"/>
              </a:rPr>
              <a:t>Message</a:t>
            </a:r>
            <a:r>
              <a:rPr dirty="0" sz="2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254">
                <a:solidFill>
                  <a:srgbClr val="221F1F"/>
                </a:solidFill>
                <a:latin typeface="Calibri"/>
                <a:cs typeface="Calibri"/>
              </a:rPr>
              <a:t>Broker</a:t>
            </a:r>
            <a:r>
              <a:rPr dirty="0" sz="2800" spc="254">
                <a:solidFill>
                  <a:srgbClr val="221F1F"/>
                </a:solidFill>
                <a:latin typeface="Malgun Gothic"/>
                <a:cs typeface="Malgun Gothic"/>
              </a:rPr>
              <a:t>와</a:t>
            </a:r>
            <a:r>
              <a:rPr dirty="0" sz="2800" spc="-204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달리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같은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스트림의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330">
                <a:solidFill>
                  <a:srgbClr val="221F1F"/>
                </a:solidFill>
                <a:latin typeface="Calibri"/>
                <a:cs typeface="Calibri"/>
              </a:rPr>
              <a:t>Consumer</a:t>
            </a:r>
            <a:r>
              <a:rPr dirty="0" sz="2800" spc="330">
                <a:solidFill>
                  <a:srgbClr val="221F1F"/>
                </a:solidFill>
                <a:latin typeface="Malgun Gothic"/>
                <a:cs typeface="Malgun Gothic"/>
              </a:rPr>
              <a:t>가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증가해도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245">
                <a:solidFill>
                  <a:srgbClr val="221F1F"/>
                </a:solidFill>
                <a:latin typeface="Calibri"/>
                <a:cs typeface="Calibri"/>
              </a:rPr>
              <a:t>Broker</a:t>
            </a:r>
            <a:r>
              <a:rPr dirty="0" sz="2800" spc="245">
                <a:solidFill>
                  <a:srgbClr val="221F1F"/>
                </a:solidFill>
                <a:latin typeface="Malgun Gothic"/>
                <a:cs typeface="Malgun Gothic"/>
              </a:rPr>
              <a:t>의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부하에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영향을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미치지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0">
                <a:solidFill>
                  <a:srgbClr val="221F1F"/>
                </a:solidFill>
                <a:latin typeface="Malgun Gothic"/>
                <a:cs typeface="Malgun Gothic"/>
              </a:rPr>
              <a:t>않는다</a:t>
            </a:r>
            <a:r>
              <a:rPr dirty="0" sz="2800" spc="-2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768078" y="6061349"/>
            <a:ext cx="6980555" cy="250380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3200" spc="405" b="1">
                <a:solidFill>
                  <a:srgbClr val="221F1F"/>
                </a:solidFill>
                <a:latin typeface="Calibri"/>
                <a:cs typeface="Calibri"/>
              </a:rPr>
              <a:t>Durable</a:t>
            </a:r>
            <a:r>
              <a:rPr dirty="0" sz="3200" spc="18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3200" spc="420" b="1">
                <a:solidFill>
                  <a:srgbClr val="221F1F"/>
                </a:solidFill>
                <a:latin typeface="Calibri"/>
                <a:cs typeface="Calibri"/>
              </a:rPr>
              <a:t>Streams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35"/>
              </a:spcBef>
            </a:pPr>
            <a:r>
              <a:rPr dirty="0" sz="2800" spc="325">
                <a:solidFill>
                  <a:srgbClr val="221F1F"/>
                </a:solidFill>
                <a:latin typeface="Calibri"/>
                <a:cs typeface="Calibri"/>
              </a:rPr>
              <a:t>Kafka</a:t>
            </a:r>
            <a:r>
              <a:rPr dirty="0" sz="2800" spc="114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254">
                <a:solidFill>
                  <a:srgbClr val="221F1F"/>
                </a:solidFill>
                <a:latin typeface="Calibri"/>
                <a:cs typeface="Calibri"/>
              </a:rPr>
              <a:t>Broker</a:t>
            </a:r>
            <a:r>
              <a:rPr dirty="0" sz="2800" spc="254">
                <a:solidFill>
                  <a:srgbClr val="221F1F"/>
                </a:solidFill>
                <a:latin typeface="Malgun Gothic"/>
                <a:cs typeface="Malgun Gothic"/>
              </a:rPr>
              <a:t>가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정해진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보관기간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동안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스트림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유지할</a:t>
            </a:r>
            <a:r>
              <a:rPr dirty="0" sz="2800" spc="-2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수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있기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때문에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데이터의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유실을</a:t>
            </a:r>
            <a:r>
              <a:rPr dirty="0" sz="2800" spc="-2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일으키지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221F1F"/>
                </a:solidFill>
                <a:latin typeface="Malgun Gothic"/>
                <a:cs typeface="Malgun Gothic"/>
              </a:rPr>
              <a:t>않는다</a:t>
            </a:r>
            <a:r>
              <a:rPr dirty="0" sz="280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r>
              <a:rPr dirty="0" sz="2800" spc="-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저장된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데이터는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221F1F"/>
                </a:solidFill>
                <a:latin typeface="Calibri"/>
                <a:cs typeface="Calibri"/>
              </a:rPr>
              <a:t>3</a:t>
            </a:r>
            <a:r>
              <a:rPr dirty="0" sz="2800">
                <a:solidFill>
                  <a:srgbClr val="221F1F"/>
                </a:solidFill>
                <a:latin typeface="Malgun Gothic"/>
                <a:cs typeface="Malgun Gothic"/>
              </a:rPr>
              <a:t>중화이상으로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안전하게</a:t>
            </a:r>
            <a:r>
              <a:rPr dirty="0" sz="2800" spc="-2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10">
                <a:solidFill>
                  <a:srgbClr val="221F1F"/>
                </a:solidFill>
                <a:latin typeface="Malgun Gothic"/>
                <a:cs typeface="Malgun Gothic"/>
              </a:rPr>
              <a:t>보관된다</a:t>
            </a:r>
            <a:r>
              <a:rPr dirty="0" sz="2800" spc="-1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57267" y="6518402"/>
            <a:ext cx="1123950" cy="120015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428359" y="4994909"/>
            <a:ext cx="466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5">
                <a:solidFill>
                  <a:srgbClr val="173360"/>
                </a:solidFill>
                <a:latin typeface="Calibri"/>
                <a:cs typeface="Calibri"/>
              </a:rPr>
              <a:t>Pull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34636" y="7966709"/>
            <a:ext cx="1508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4">
                <a:solidFill>
                  <a:srgbClr val="173360"/>
                </a:solidFill>
                <a:latin typeface="Calibri"/>
                <a:cs typeface="Calibri"/>
              </a:rPr>
              <a:t>Kafka</a:t>
            </a:r>
            <a:r>
              <a:rPr dirty="0" sz="1800" spc="9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173360"/>
                </a:solidFill>
                <a:latin typeface="Calibri"/>
                <a:cs typeface="Calibri"/>
              </a:rPr>
              <a:t>Broker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49351"/>
            <a:ext cx="144995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0">
                <a:solidFill>
                  <a:srgbClr val="173360"/>
                </a:solidFill>
              </a:rPr>
              <a:t>메시지</a:t>
            </a:r>
            <a:r>
              <a:rPr dirty="0" sz="4000" spc="-300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형식</a:t>
            </a:r>
            <a:r>
              <a:rPr dirty="0" sz="4000" spc="-315">
                <a:solidFill>
                  <a:srgbClr val="173360"/>
                </a:solidFill>
              </a:rPr>
              <a:t> </a:t>
            </a:r>
            <a:r>
              <a:rPr dirty="0" sz="4000" spc="-25">
                <a:solidFill>
                  <a:srgbClr val="173360"/>
                </a:solidFill>
              </a:rPr>
              <a:t>호환성을</a:t>
            </a:r>
            <a:r>
              <a:rPr dirty="0" sz="4000" spc="-295">
                <a:solidFill>
                  <a:srgbClr val="173360"/>
                </a:solidFill>
              </a:rPr>
              <a:t> </a:t>
            </a:r>
            <a:r>
              <a:rPr dirty="0" sz="4000" spc="-20">
                <a:solidFill>
                  <a:srgbClr val="173360"/>
                </a:solidFill>
              </a:rPr>
              <a:t>제공하는</a:t>
            </a:r>
            <a:r>
              <a:rPr dirty="0" sz="4000" spc="-290">
                <a:solidFill>
                  <a:srgbClr val="173360"/>
                </a:solidFill>
              </a:rPr>
              <a:t> </a:t>
            </a:r>
            <a:r>
              <a:rPr dirty="0" sz="4000" spc="49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4000" spc="21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000" spc="645">
                <a:solidFill>
                  <a:srgbClr val="173360"/>
                </a:solidFill>
                <a:latin typeface="Calibri"/>
                <a:cs typeface="Calibri"/>
              </a:rPr>
              <a:t>Schema</a:t>
            </a:r>
            <a:r>
              <a:rPr dirty="0" sz="4000" spc="1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4000" spc="475">
                <a:solidFill>
                  <a:srgbClr val="173360"/>
                </a:solidFill>
                <a:latin typeface="Calibri"/>
                <a:cs typeface="Calibri"/>
              </a:rPr>
              <a:t>Registry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366741" y="9392208"/>
            <a:ext cx="24320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10">
                <a:solidFill>
                  <a:srgbClr val="829393"/>
                </a:solidFill>
                <a:latin typeface="Calibri"/>
                <a:cs typeface="Calibri"/>
              </a:rPr>
              <a:t>43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583307" y="1500758"/>
            <a:ext cx="13256894" cy="2024380"/>
          </a:xfrm>
          <a:custGeom>
            <a:avLst/>
            <a:gdLst/>
            <a:ahLst/>
            <a:cxnLst/>
            <a:rect l="l" t="t" r="r" b="b"/>
            <a:pathLst>
              <a:path w="13256894" h="2024379">
                <a:moveTo>
                  <a:pt x="0" y="2024126"/>
                </a:moveTo>
                <a:lnTo>
                  <a:pt x="13256894" y="2024126"/>
                </a:lnTo>
                <a:lnTo>
                  <a:pt x="13256894" y="0"/>
                </a:lnTo>
                <a:lnTo>
                  <a:pt x="0" y="0"/>
                </a:lnTo>
                <a:lnTo>
                  <a:pt x="0" y="2024126"/>
                </a:lnTo>
                <a:close/>
              </a:path>
            </a:pathLst>
          </a:custGeom>
          <a:ln w="38100">
            <a:solidFill>
              <a:srgbClr val="EC224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282433" y="1521714"/>
            <a:ext cx="38576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35">
                <a:latin typeface="Calibri"/>
                <a:cs typeface="Calibri"/>
              </a:rPr>
              <a:t>Confluent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 spc="325">
                <a:latin typeface="Calibri"/>
                <a:cs typeface="Calibri"/>
              </a:rPr>
              <a:t>Schema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 spc="215">
                <a:latin typeface="Calibri"/>
                <a:cs typeface="Calibri"/>
              </a:rPr>
              <a:t>Registry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517515" y="2012530"/>
          <a:ext cx="155829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105"/>
                <a:gridCol w="398780"/>
                <a:gridCol w="365759"/>
                <a:gridCol w="349250"/>
              </a:tblGrid>
              <a:tr h="231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487536" y="2012530"/>
          <a:ext cx="155829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105"/>
                <a:gridCol w="398145"/>
                <a:gridCol w="365125"/>
                <a:gridCol w="348615"/>
              </a:tblGrid>
              <a:tr h="231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1432540" y="2012530"/>
          <a:ext cx="1558290" cy="77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105"/>
                <a:gridCol w="398145"/>
                <a:gridCol w="365125"/>
                <a:gridCol w="348615"/>
              </a:tblGrid>
              <a:tr h="231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38100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28575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28575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EC224A"/>
                      </a:solidFill>
                      <a:prstDash val="solid"/>
                    </a:lnL>
                    <a:lnR w="38100">
                      <a:solidFill>
                        <a:srgbClr val="EC224A"/>
                      </a:solidFill>
                      <a:prstDash val="solid"/>
                    </a:lnR>
                    <a:lnT w="28575">
                      <a:solidFill>
                        <a:srgbClr val="EC224A"/>
                      </a:solidFill>
                      <a:prstDash val="solid"/>
                    </a:lnT>
                    <a:lnB w="38100">
                      <a:solidFill>
                        <a:srgbClr val="EC224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4986654" y="2961512"/>
            <a:ext cx="25603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65">
                <a:latin typeface="Calibri"/>
                <a:cs typeface="Calibri"/>
              </a:rPr>
              <a:t>Topic1(value=AVRO)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29118" y="2961512"/>
            <a:ext cx="26142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85">
                <a:latin typeface="Calibri"/>
                <a:cs typeface="Calibri"/>
              </a:rPr>
              <a:t>Topic2(value=AVRO)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867770" y="2961512"/>
            <a:ext cx="26130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85">
                <a:latin typeface="Calibri"/>
                <a:cs typeface="Calibri"/>
              </a:rPr>
              <a:t>Topic3(value=AVRO)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3096" y="4781803"/>
            <a:ext cx="1578228" cy="256209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360409" y="4222750"/>
            <a:ext cx="17843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60">
                <a:latin typeface="Calibri"/>
                <a:cs typeface="Calibri"/>
              </a:rPr>
              <a:t>Apache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225">
                <a:latin typeface="Calibri"/>
                <a:cs typeface="Calibri"/>
              </a:rPr>
              <a:t>Kafka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87340" y="7573264"/>
            <a:ext cx="2472055" cy="869950"/>
          </a:xfrm>
          <a:prstGeom prst="rect">
            <a:avLst/>
          </a:prstGeom>
          <a:solidFill>
            <a:srgbClr val="D2ECEE">
              <a:alpha val="74900"/>
            </a:srgbClr>
          </a:solidFill>
          <a:ln w="38100">
            <a:solidFill>
              <a:srgbClr val="369095"/>
            </a:solidFill>
          </a:ln>
        </p:spPr>
        <p:txBody>
          <a:bodyPr wrap="square" lIns="0" tIns="263525" rIns="0" bIns="0" rtlCol="0" vert="horz">
            <a:spAutoFit/>
          </a:bodyPr>
          <a:lstStyle/>
          <a:p>
            <a:pPr marL="548005">
              <a:lnSpc>
                <a:spcPct val="100000"/>
              </a:lnSpc>
              <a:spcBef>
                <a:spcPts val="2075"/>
              </a:spcBef>
            </a:pPr>
            <a:r>
              <a:rPr dirty="0" sz="2100" spc="229">
                <a:latin typeface="Calibri"/>
                <a:cs typeface="Calibri"/>
              </a:rPr>
              <a:t>Producers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821034" y="7573264"/>
            <a:ext cx="2472055" cy="869950"/>
          </a:xfrm>
          <a:prstGeom prst="rect">
            <a:avLst/>
          </a:prstGeom>
          <a:solidFill>
            <a:srgbClr val="D2ECEE">
              <a:alpha val="74900"/>
            </a:srgbClr>
          </a:solidFill>
          <a:ln w="38100">
            <a:solidFill>
              <a:srgbClr val="369095"/>
            </a:solidFill>
          </a:ln>
        </p:spPr>
        <p:txBody>
          <a:bodyPr wrap="square" lIns="0" tIns="263525" rIns="0" bIns="0" rtlCol="0" vert="horz">
            <a:spAutoFit/>
          </a:bodyPr>
          <a:lstStyle/>
          <a:p>
            <a:pPr marL="470534">
              <a:lnSpc>
                <a:spcPct val="100000"/>
              </a:lnSpc>
              <a:spcBef>
                <a:spcPts val="2075"/>
              </a:spcBef>
            </a:pPr>
            <a:r>
              <a:rPr dirty="0" sz="2100" spc="260">
                <a:latin typeface="Calibri"/>
                <a:cs typeface="Calibri"/>
              </a:rPr>
              <a:t>Consumers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83150" y="8532482"/>
            <a:ext cx="2097405" cy="869950"/>
          </a:xfrm>
          <a:prstGeom prst="rect">
            <a:avLst/>
          </a:prstGeom>
          <a:solidFill>
            <a:srgbClr val="B3E1ED">
              <a:alpha val="74900"/>
            </a:srgbClr>
          </a:solidFill>
          <a:ln w="38100">
            <a:solidFill>
              <a:srgbClr val="207A90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815"/>
              </a:spcBef>
            </a:pPr>
            <a:r>
              <a:rPr dirty="0" sz="2100" spc="225">
                <a:latin typeface="Calibri"/>
                <a:cs typeface="Calibri"/>
              </a:rPr>
              <a:t>Local</a:t>
            </a:r>
            <a:r>
              <a:rPr dirty="0" sz="2100" spc="70">
                <a:latin typeface="Calibri"/>
                <a:cs typeface="Calibri"/>
              </a:rPr>
              <a:t> </a:t>
            </a:r>
            <a:r>
              <a:rPr dirty="0" sz="2100" spc="265">
                <a:latin typeface="Calibri"/>
                <a:cs typeface="Calibri"/>
              </a:rPr>
              <a:t>Cache</a:t>
            </a:r>
            <a:endParaRPr sz="2100">
              <a:latin typeface="Calibri"/>
              <a:cs typeface="Calibri"/>
            </a:endParaRPr>
          </a:p>
          <a:p>
            <a:pPr marL="218440">
              <a:lnSpc>
                <a:spcPct val="100000"/>
              </a:lnSpc>
              <a:spcBef>
                <a:spcPts val="5"/>
              </a:spcBef>
            </a:pPr>
            <a:r>
              <a:rPr dirty="0" sz="2100" spc="120">
                <a:latin typeface="Calibri"/>
                <a:cs typeface="Calibri"/>
              </a:rPr>
              <a:t>for</a:t>
            </a:r>
            <a:r>
              <a:rPr dirty="0" sz="2100" spc="70">
                <a:latin typeface="Calibri"/>
                <a:cs typeface="Calibri"/>
              </a:rPr>
              <a:t> </a:t>
            </a:r>
            <a:r>
              <a:rPr dirty="0" sz="2100" spc="295">
                <a:latin typeface="Calibri"/>
                <a:cs typeface="Calibri"/>
              </a:rPr>
              <a:t>Schemas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752198" y="8532482"/>
            <a:ext cx="2097405" cy="869950"/>
          </a:xfrm>
          <a:prstGeom prst="rect">
            <a:avLst/>
          </a:prstGeom>
          <a:solidFill>
            <a:srgbClr val="B3E1ED">
              <a:alpha val="74900"/>
            </a:srgbClr>
          </a:solidFill>
          <a:ln w="38100">
            <a:solidFill>
              <a:srgbClr val="207A90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815"/>
              </a:spcBef>
            </a:pPr>
            <a:r>
              <a:rPr dirty="0" sz="2100" spc="225">
                <a:latin typeface="Calibri"/>
                <a:cs typeface="Calibri"/>
              </a:rPr>
              <a:t>Local</a:t>
            </a:r>
            <a:r>
              <a:rPr dirty="0" sz="2100" spc="70">
                <a:latin typeface="Calibri"/>
                <a:cs typeface="Calibri"/>
              </a:rPr>
              <a:t> </a:t>
            </a:r>
            <a:r>
              <a:rPr dirty="0" sz="2100" spc="265">
                <a:latin typeface="Calibri"/>
                <a:cs typeface="Calibri"/>
              </a:rPr>
              <a:t>Cache</a:t>
            </a:r>
            <a:endParaRPr sz="2100">
              <a:latin typeface="Calibri"/>
              <a:cs typeface="Calibri"/>
            </a:endParaRPr>
          </a:p>
          <a:p>
            <a:pPr marL="219075">
              <a:lnSpc>
                <a:spcPct val="100000"/>
              </a:lnSpc>
              <a:spcBef>
                <a:spcPts val="5"/>
              </a:spcBef>
            </a:pPr>
            <a:r>
              <a:rPr dirty="0" sz="2100" spc="120">
                <a:latin typeface="Calibri"/>
                <a:cs typeface="Calibri"/>
              </a:rPr>
              <a:t>for</a:t>
            </a:r>
            <a:r>
              <a:rPr dirty="0" sz="2100" spc="70">
                <a:latin typeface="Calibri"/>
                <a:cs typeface="Calibri"/>
              </a:rPr>
              <a:t> </a:t>
            </a:r>
            <a:r>
              <a:rPr dirty="0" sz="2100" spc="295">
                <a:latin typeface="Calibri"/>
                <a:cs typeface="Calibri"/>
              </a:rPr>
              <a:t>Schemas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723758" y="5677915"/>
            <a:ext cx="631190" cy="639445"/>
            <a:chOff x="7723758" y="5677915"/>
            <a:chExt cx="631190" cy="639445"/>
          </a:xfrm>
        </p:grpSpPr>
        <p:sp>
          <p:nvSpPr>
            <p:cNvPr id="19" name="object 19" descr=""/>
            <p:cNvSpPr/>
            <p:nvPr/>
          </p:nvSpPr>
          <p:spPr>
            <a:xfrm>
              <a:off x="7736458" y="5690615"/>
              <a:ext cx="605790" cy="614045"/>
            </a:xfrm>
            <a:custGeom>
              <a:avLst/>
              <a:gdLst/>
              <a:ahLst/>
              <a:cxnLst/>
              <a:rect l="l" t="t" r="r" b="b"/>
              <a:pathLst>
                <a:path w="605790" h="614045">
                  <a:moveTo>
                    <a:pt x="302768" y="0"/>
                  </a:moveTo>
                  <a:lnTo>
                    <a:pt x="302768" y="153416"/>
                  </a:lnTo>
                  <a:lnTo>
                    <a:pt x="0" y="153416"/>
                  </a:lnTo>
                  <a:lnTo>
                    <a:pt x="0" y="460375"/>
                  </a:lnTo>
                  <a:lnTo>
                    <a:pt x="302768" y="460375"/>
                  </a:lnTo>
                  <a:lnTo>
                    <a:pt x="302768" y="613791"/>
                  </a:lnTo>
                  <a:lnTo>
                    <a:pt x="605536" y="306959"/>
                  </a:lnTo>
                  <a:lnTo>
                    <a:pt x="30276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736458" y="5690615"/>
              <a:ext cx="605790" cy="614045"/>
            </a:xfrm>
            <a:custGeom>
              <a:avLst/>
              <a:gdLst/>
              <a:ahLst/>
              <a:cxnLst/>
              <a:rect l="l" t="t" r="r" b="b"/>
              <a:pathLst>
                <a:path w="605790" h="614045">
                  <a:moveTo>
                    <a:pt x="0" y="153416"/>
                  </a:moveTo>
                  <a:lnTo>
                    <a:pt x="302768" y="153416"/>
                  </a:lnTo>
                  <a:lnTo>
                    <a:pt x="302768" y="0"/>
                  </a:lnTo>
                  <a:lnTo>
                    <a:pt x="605536" y="306959"/>
                  </a:lnTo>
                  <a:lnTo>
                    <a:pt x="302768" y="613791"/>
                  </a:lnTo>
                  <a:lnTo>
                    <a:pt x="302768" y="460375"/>
                  </a:lnTo>
                  <a:lnTo>
                    <a:pt x="0" y="460375"/>
                  </a:lnTo>
                  <a:lnTo>
                    <a:pt x="0" y="153416"/>
                  </a:lnTo>
                  <a:close/>
                </a:path>
              </a:pathLst>
            </a:custGeom>
            <a:ln w="25400">
              <a:solidFill>
                <a:srgbClr val="005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10334117" y="5677915"/>
            <a:ext cx="631190" cy="639445"/>
            <a:chOff x="10334117" y="5677915"/>
            <a:chExt cx="631190" cy="639445"/>
          </a:xfrm>
        </p:grpSpPr>
        <p:sp>
          <p:nvSpPr>
            <p:cNvPr id="22" name="object 22" descr=""/>
            <p:cNvSpPr/>
            <p:nvPr/>
          </p:nvSpPr>
          <p:spPr>
            <a:xfrm>
              <a:off x="10346817" y="5690615"/>
              <a:ext cx="605790" cy="614045"/>
            </a:xfrm>
            <a:custGeom>
              <a:avLst/>
              <a:gdLst/>
              <a:ahLst/>
              <a:cxnLst/>
              <a:rect l="l" t="t" r="r" b="b"/>
              <a:pathLst>
                <a:path w="605790" h="614045">
                  <a:moveTo>
                    <a:pt x="302767" y="0"/>
                  </a:moveTo>
                  <a:lnTo>
                    <a:pt x="302767" y="153416"/>
                  </a:lnTo>
                  <a:lnTo>
                    <a:pt x="0" y="153416"/>
                  </a:lnTo>
                  <a:lnTo>
                    <a:pt x="0" y="460375"/>
                  </a:lnTo>
                  <a:lnTo>
                    <a:pt x="302767" y="460375"/>
                  </a:lnTo>
                  <a:lnTo>
                    <a:pt x="302767" y="613791"/>
                  </a:lnTo>
                  <a:lnTo>
                    <a:pt x="605535" y="306959"/>
                  </a:lnTo>
                  <a:lnTo>
                    <a:pt x="302767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346817" y="5690615"/>
              <a:ext cx="605790" cy="614045"/>
            </a:xfrm>
            <a:custGeom>
              <a:avLst/>
              <a:gdLst/>
              <a:ahLst/>
              <a:cxnLst/>
              <a:rect l="l" t="t" r="r" b="b"/>
              <a:pathLst>
                <a:path w="605790" h="614045">
                  <a:moveTo>
                    <a:pt x="0" y="153416"/>
                  </a:moveTo>
                  <a:lnTo>
                    <a:pt x="302767" y="153416"/>
                  </a:lnTo>
                  <a:lnTo>
                    <a:pt x="302767" y="0"/>
                  </a:lnTo>
                  <a:lnTo>
                    <a:pt x="605535" y="306959"/>
                  </a:lnTo>
                  <a:lnTo>
                    <a:pt x="302767" y="613791"/>
                  </a:lnTo>
                  <a:lnTo>
                    <a:pt x="302767" y="460375"/>
                  </a:lnTo>
                  <a:lnTo>
                    <a:pt x="0" y="460375"/>
                  </a:lnTo>
                  <a:lnTo>
                    <a:pt x="0" y="153416"/>
                  </a:lnTo>
                  <a:close/>
                </a:path>
              </a:pathLst>
            </a:custGeom>
            <a:ln w="25400">
              <a:solidFill>
                <a:srgbClr val="005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031235" y="4201248"/>
            <a:ext cx="2289810" cy="1099185"/>
          </a:xfrm>
          <a:prstGeom prst="rect">
            <a:avLst/>
          </a:prstGeom>
          <a:solidFill>
            <a:srgbClr val="E7F5F9">
              <a:alpha val="74900"/>
            </a:srgbClr>
          </a:solidFill>
          <a:ln w="38100">
            <a:solidFill>
              <a:srgbClr val="00AF50"/>
            </a:solidFill>
          </a:ln>
        </p:spPr>
        <p:txBody>
          <a:bodyPr wrap="square" lIns="0" tIns="704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endParaRPr sz="21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spcBef>
                <a:spcPts val="5"/>
              </a:spcBef>
            </a:pPr>
            <a:r>
              <a:rPr dirty="0" sz="2100" spc="320">
                <a:latin typeface="Calibri"/>
                <a:cs typeface="Calibri"/>
              </a:rPr>
              <a:t>AVRO</a:t>
            </a:r>
            <a:r>
              <a:rPr dirty="0" sz="2100" spc="65">
                <a:latin typeface="Calibri"/>
                <a:cs typeface="Calibri"/>
              </a:rPr>
              <a:t> </a:t>
            </a:r>
            <a:r>
              <a:rPr dirty="0" sz="2100" spc="305">
                <a:latin typeface="Calibri"/>
                <a:cs typeface="Calibri"/>
              </a:rPr>
              <a:t>Schema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53133" y="7954518"/>
            <a:ext cx="2699385" cy="93789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700" marR="5080">
              <a:lnSpc>
                <a:spcPct val="99500"/>
              </a:lnSpc>
              <a:spcBef>
                <a:spcPts val="114"/>
              </a:spcBef>
            </a:pPr>
            <a:r>
              <a:rPr dirty="0" sz="2000" spc="220">
                <a:latin typeface="Calibri"/>
                <a:cs typeface="Calibri"/>
              </a:rPr>
              <a:t>Local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229">
                <a:latin typeface="Calibri"/>
                <a:cs typeface="Calibri"/>
              </a:rPr>
              <a:t>Cache</a:t>
            </a:r>
            <a:r>
              <a:rPr dirty="0" sz="2000" spc="229">
                <a:latin typeface="Gulim"/>
                <a:cs typeface="Gulim"/>
              </a:rPr>
              <a:t>에</a:t>
            </a:r>
            <a:r>
              <a:rPr dirty="0" sz="2000" spc="-15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없으면</a:t>
            </a:r>
            <a:r>
              <a:rPr dirty="0" sz="2000" spc="-25">
                <a:latin typeface="Calibri"/>
                <a:cs typeface="Calibri"/>
              </a:rPr>
              <a:t>, </a:t>
            </a:r>
            <a:r>
              <a:rPr dirty="0" sz="2000" spc="245">
                <a:latin typeface="Calibri"/>
                <a:cs typeface="Calibri"/>
              </a:rPr>
              <a:t>Schema</a:t>
            </a:r>
            <a:r>
              <a:rPr dirty="0" sz="2000" spc="245">
                <a:latin typeface="Gulim"/>
                <a:cs typeface="Gulim"/>
              </a:rPr>
              <a:t>를 </a:t>
            </a:r>
            <a:r>
              <a:rPr dirty="0" sz="2000" spc="195">
                <a:latin typeface="Calibri"/>
                <a:cs typeface="Calibri"/>
              </a:rPr>
              <a:t>Send(Register)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133215" y="5300217"/>
            <a:ext cx="1254125" cy="2722245"/>
          </a:xfrm>
          <a:custGeom>
            <a:avLst/>
            <a:gdLst/>
            <a:ahLst/>
            <a:cxnLst/>
            <a:rect l="l" t="t" r="r" b="b"/>
            <a:pathLst>
              <a:path w="1254125" h="2722245">
                <a:moveTo>
                  <a:pt x="57150" y="71374"/>
                </a:moveTo>
                <a:lnTo>
                  <a:pt x="28575" y="71374"/>
                </a:lnTo>
                <a:lnTo>
                  <a:pt x="28575" y="2715768"/>
                </a:lnTo>
                <a:lnTo>
                  <a:pt x="34925" y="2722118"/>
                </a:lnTo>
                <a:lnTo>
                  <a:pt x="1254125" y="2722118"/>
                </a:lnTo>
                <a:lnTo>
                  <a:pt x="1254125" y="2707894"/>
                </a:lnTo>
                <a:lnTo>
                  <a:pt x="57150" y="2707894"/>
                </a:lnTo>
                <a:lnTo>
                  <a:pt x="42925" y="2693543"/>
                </a:lnTo>
                <a:lnTo>
                  <a:pt x="57150" y="2693543"/>
                </a:lnTo>
                <a:lnTo>
                  <a:pt x="57150" y="71374"/>
                </a:lnTo>
                <a:close/>
              </a:path>
              <a:path w="1254125" h="2722245">
                <a:moveTo>
                  <a:pt x="57150" y="2693543"/>
                </a:moveTo>
                <a:lnTo>
                  <a:pt x="42925" y="2693543"/>
                </a:lnTo>
                <a:lnTo>
                  <a:pt x="57150" y="2707894"/>
                </a:lnTo>
                <a:lnTo>
                  <a:pt x="57150" y="2693543"/>
                </a:lnTo>
                <a:close/>
              </a:path>
              <a:path w="1254125" h="2722245">
                <a:moveTo>
                  <a:pt x="1254125" y="2693543"/>
                </a:moveTo>
                <a:lnTo>
                  <a:pt x="57150" y="2693543"/>
                </a:lnTo>
                <a:lnTo>
                  <a:pt x="57150" y="2707894"/>
                </a:lnTo>
                <a:lnTo>
                  <a:pt x="1254125" y="2707894"/>
                </a:lnTo>
                <a:lnTo>
                  <a:pt x="1254125" y="2693543"/>
                </a:lnTo>
                <a:close/>
              </a:path>
              <a:path w="1254125" h="272224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374"/>
                </a:lnTo>
                <a:lnTo>
                  <a:pt x="78560" y="71374"/>
                </a:lnTo>
                <a:lnTo>
                  <a:pt x="42925" y="0"/>
                </a:lnTo>
                <a:close/>
              </a:path>
              <a:path w="1254125" h="2722245">
                <a:moveTo>
                  <a:pt x="78560" y="71374"/>
                </a:moveTo>
                <a:lnTo>
                  <a:pt x="57150" y="71374"/>
                </a:lnTo>
                <a:lnTo>
                  <a:pt x="57150" y="85725"/>
                </a:lnTo>
                <a:lnTo>
                  <a:pt x="85725" y="85725"/>
                </a:lnTo>
                <a:lnTo>
                  <a:pt x="78560" y="71374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133215" y="3524884"/>
            <a:ext cx="85725" cy="676275"/>
          </a:xfrm>
          <a:custGeom>
            <a:avLst/>
            <a:gdLst/>
            <a:ahLst/>
            <a:cxnLst/>
            <a:rect l="l" t="t" r="r" b="b"/>
            <a:pathLst>
              <a:path w="85725" h="676275">
                <a:moveTo>
                  <a:pt x="57150" y="71374"/>
                </a:moveTo>
                <a:lnTo>
                  <a:pt x="28575" y="71374"/>
                </a:lnTo>
                <a:lnTo>
                  <a:pt x="28575" y="676275"/>
                </a:lnTo>
                <a:lnTo>
                  <a:pt x="57150" y="676275"/>
                </a:lnTo>
                <a:lnTo>
                  <a:pt x="57150" y="71374"/>
                </a:lnTo>
                <a:close/>
              </a:path>
              <a:path w="85725" h="67627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374"/>
                </a:lnTo>
                <a:lnTo>
                  <a:pt x="78560" y="71374"/>
                </a:lnTo>
                <a:lnTo>
                  <a:pt x="42925" y="0"/>
                </a:lnTo>
                <a:close/>
              </a:path>
              <a:path w="85725" h="676275">
                <a:moveTo>
                  <a:pt x="78560" y="71374"/>
                </a:moveTo>
                <a:lnTo>
                  <a:pt x="57150" y="71374"/>
                </a:lnTo>
                <a:lnTo>
                  <a:pt x="57150" y="85725"/>
                </a:lnTo>
                <a:lnTo>
                  <a:pt x="85725" y="85725"/>
                </a:lnTo>
                <a:lnTo>
                  <a:pt x="78560" y="71374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149085" y="5686615"/>
            <a:ext cx="1277620" cy="617855"/>
          </a:xfrm>
          <a:prstGeom prst="rect">
            <a:avLst/>
          </a:prstGeom>
          <a:solidFill>
            <a:srgbClr val="D2ECEE">
              <a:alpha val="74900"/>
            </a:srgbClr>
          </a:solidFill>
          <a:ln w="38100">
            <a:solidFill>
              <a:srgbClr val="369095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dirty="0" sz="2100" spc="245">
                <a:latin typeface="Calibri"/>
                <a:cs typeface="Calibri"/>
              </a:rPr>
              <a:t>Data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754371" y="6512432"/>
            <a:ext cx="3154680" cy="93789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 indent="-1270">
              <a:lnSpc>
                <a:spcPct val="99600"/>
              </a:lnSpc>
              <a:spcBef>
                <a:spcPts val="110"/>
              </a:spcBef>
            </a:pPr>
            <a:r>
              <a:rPr dirty="0" sz="2000" spc="300">
                <a:latin typeface="Calibri"/>
                <a:cs typeface="Calibri"/>
              </a:rPr>
              <a:t>Schema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110">
                <a:latin typeface="Calibri"/>
                <a:cs typeface="Calibri"/>
              </a:rPr>
              <a:t>ID</a:t>
            </a:r>
            <a:r>
              <a:rPr dirty="0" sz="2000" spc="110">
                <a:latin typeface="Gulim"/>
                <a:cs typeface="Gulim"/>
              </a:rPr>
              <a:t>별로 </a:t>
            </a:r>
            <a:r>
              <a:rPr dirty="0" sz="2000" spc="160">
                <a:latin typeface="Calibri"/>
                <a:cs typeface="Calibri"/>
              </a:rPr>
              <a:t>Serialized</a:t>
            </a:r>
            <a:r>
              <a:rPr dirty="0" sz="2000" spc="160">
                <a:latin typeface="Gulim"/>
                <a:cs typeface="Gulim"/>
              </a:rPr>
              <a:t>된</a:t>
            </a:r>
            <a:r>
              <a:rPr dirty="0" sz="2000" spc="-170">
                <a:latin typeface="Gulim"/>
                <a:cs typeface="Gulim"/>
              </a:rPr>
              <a:t> </a:t>
            </a:r>
            <a:r>
              <a:rPr dirty="0" sz="2000" spc="305">
                <a:latin typeface="Calibri"/>
                <a:cs typeface="Calibri"/>
              </a:rPr>
              <a:t>AVRO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-25">
                <a:latin typeface="Gulim"/>
                <a:cs typeface="Gulim"/>
              </a:rPr>
              <a:t>데이터 </a:t>
            </a:r>
            <a:r>
              <a:rPr dirty="0" sz="2000" spc="254">
                <a:latin typeface="Calibri"/>
                <a:cs typeface="Calibri"/>
              </a:rPr>
              <a:t>Send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001514" y="5686615"/>
            <a:ext cx="771525" cy="617855"/>
          </a:xfrm>
          <a:prstGeom prst="rect">
            <a:avLst/>
          </a:prstGeom>
          <a:solidFill>
            <a:srgbClr val="E87E84">
              <a:alpha val="74900"/>
            </a:srgbClr>
          </a:solidFill>
          <a:ln w="38100">
            <a:solidFill>
              <a:srgbClr val="EC224A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1080"/>
              </a:spcBef>
            </a:pPr>
            <a:r>
              <a:rPr dirty="0" sz="2100" spc="245">
                <a:latin typeface="Calibri"/>
                <a:cs typeface="Calibri"/>
              </a:rPr>
              <a:t>ID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895213" y="5814136"/>
            <a:ext cx="1860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100">
                <a:latin typeface="Calibri"/>
                <a:cs typeface="Calibri"/>
              </a:rPr>
              <a:t>+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5586476" y="3524884"/>
            <a:ext cx="85725" cy="2148205"/>
          </a:xfrm>
          <a:custGeom>
            <a:avLst/>
            <a:gdLst/>
            <a:ahLst/>
            <a:cxnLst/>
            <a:rect l="l" t="t" r="r" b="b"/>
            <a:pathLst>
              <a:path w="85725" h="2148204">
                <a:moveTo>
                  <a:pt x="28575" y="2062099"/>
                </a:moveTo>
                <a:lnTo>
                  <a:pt x="0" y="2062099"/>
                </a:lnTo>
                <a:lnTo>
                  <a:pt x="42799" y="2147824"/>
                </a:lnTo>
                <a:lnTo>
                  <a:pt x="78538" y="2076450"/>
                </a:lnTo>
                <a:lnTo>
                  <a:pt x="28575" y="2076450"/>
                </a:lnTo>
                <a:lnTo>
                  <a:pt x="28575" y="2062099"/>
                </a:lnTo>
                <a:close/>
              </a:path>
              <a:path w="85725" h="2148204">
                <a:moveTo>
                  <a:pt x="57150" y="0"/>
                </a:moveTo>
                <a:lnTo>
                  <a:pt x="28575" y="0"/>
                </a:lnTo>
                <a:lnTo>
                  <a:pt x="28575" y="2076450"/>
                </a:lnTo>
                <a:lnTo>
                  <a:pt x="57150" y="2076450"/>
                </a:lnTo>
                <a:lnTo>
                  <a:pt x="57150" y="0"/>
                </a:lnTo>
                <a:close/>
              </a:path>
              <a:path w="85725" h="2148204">
                <a:moveTo>
                  <a:pt x="85725" y="2062099"/>
                </a:moveTo>
                <a:lnTo>
                  <a:pt x="57150" y="2062099"/>
                </a:lnTo>
                <a:lnTo>
                  <a:pt x="57150" y="2076450"/>
                </a:lnTo>
                <a:lnTo>
                  <a:pt x="78538" y="2076450"/>
                </a:lnTo>
                <a:lnTo>
                  <a:pt x="85725" y="2062099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2852781" y="4201248"/>
            <a:ext cx="2289810" cy="1099185"/>
          </a:xfrm>
          <a:prstGeom prst="rect">
            <a:avLst/>
          </a:prstGeom>
          <a:solidFill>
            <a:srgbClr val="E7F5F9">
              <a:alpha val="74900"/>
            </a:srgbClr>
          </a:solidFill>
          <a:ln w="38100">
            <a:solidFill>
              <a:srgbClr val="00AF50"/>
            </a:solidFill>
          </a:ln>
        </p:spPr>
        <p:txBody>
          <a:bodyPr wrap="square" lIns="0" tIns="704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endParaRPr sz="2100">
              <a:latin typeface="Times New Roman"/>
              <a:cs typeface="Times New Roman"/>
            </a:endParaRPr>
          </a:p>
          <a:p>
            <a:pPr marL="165735">
              <a:lnSpc>
                <a:spcPct val="100000"/>
              </a:lnSpc>
              <a:spcBef>
                <a:spcPts val="5"/>
              </a:spcBef>
            </a:pPr>
            <a:r>
              <a:rPr dirty="0" sz="2100" spc="320">
                <a:latin typeface="Calibri"/>
                <a:cs typeface="Calibri"/>
              </a:rPr>
              <a:t>AVRO</a:t>
            </a:r>
            <a:r>
              <a:rPr dirty="0" sz="2100" spc="65">
                <a:latin typeface="Calibri"/>
                <a:cs typeface="Calibri"/>
              </a:rPr>
              <a:t> </a:t>
            </a:r>
            <a:r>
              <a:rPr dirty="0" sz="2100" spc="305">
                <a:latin typeface="Calibri"/>
                <a:cs typeface="Calibri"/>
              </a:rPr>
              <a:t>Schema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13292709" y="3524884"/>
            <a:ext cx="748030" cy="4526280"/>
          </a:xfrm>
          <a:custGeom>
            <a:avLst/>
            <a:gdLst/>
            <a:ahLst/>
            <a:cxnLst/>
            <a:rect l="l" t="t" r="r" b="b"/>
            <a:pathLst>
              <a:path w="748030" h="4526280">
                <a:moveTo>
                  <a:pt x="719201" y="1775333"/>
                </a:moveTo>
                <a:lnTo>
                  <a:pt x="690626" y="1775333"/>
                </a:lnTo>
                <a:lnTo>
                  <a:pt x="690626" y="4468876"/>
                </a:lnTo>
                <a:lnTo>
                  <a:pt x="85725" y="4468876"/>
                </a:lnTo>
                <a:lnTo>
                  <a:pt x="85725" y="4440301"/>
                </a:lnTo>
                <a:lnTo>
                  <a:pt x="0" y="4483227"/>
                </a:lnTo>
                <a:lnTo>
                  <a:pt x="85725" y="4526026"/>
                </a:lnTo>
                <a:lnTo>
                  <a:pt x="85725" y="4497451"/>
                </a:lnTo>
                <a:lnTo>
                  <a:pt x="712724" y="4497451"/>
                </a:lnTo>
                <a:lnTo>
                  <a:pt x="719201" y="4491101"/>
                </a:lnTo>
                <a:lnTo>
                  <a:pt x="719201" y="4483227"/>
                </a:lnTo>
                <a:lnTo>
                  <a:pt x="719201" y="4468876"/>
                </a:lnTo>
                <a:lnTo>
                  <a:pt x="719201" y="1775333"/>
                </a:lnTo>
                <a:close/>
              </a:path>
              <a:path w="748030" h="4526280">
                <a:moveTo>
                  <a:pt x="747776" y="590550"/>
                </a:moveTo>
                <a:lnTo>
                  <a:pt x="719201" y="590550"/>
                </a:lnTo>
                <a:lnTo>
                  <a:pt x="719201" y="0"/>
                </a:lnTo>
                <a:lnTo>
                  <a:pt x="690626" y="0"/>
                </a:lnTo>
                <a:lnTo>
                  <a:pt x="690626" y="590550"/>
                </a:lnTo>
                <a:lnTo>
                  <a:pt x="662051" y="590550"/>
                </a:lnTo>
                <a:lnTo>
                  <a:pt x="704850" y="676275"/>
                </a:lnTo>
                <a:lnTo>
                  <a:pt x="740587" y="604901"/>
                </a:lnTo>
                <a:lnTo>
                  <a:pt x="747776" y="59055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14136369" y="7236332"/>
            <a:ext cx="270002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7160" marR="5080" indent="-125095">
              <a:lnSpc>
                <a:spcPct val="100000"/>
              </a:lnSpc>
              <a:spcBef>
                <a:spcPts val="100"/>
              </a:spcBef>
            </a:pPr>
            <a:r>
              <a:rPr dirty="0" sz="2000" spc="220">
                <a:latin typeface="Calibri"/>
                <a:cs typeface="Calibri"/>
              </a:rPr>
              <a:t>Local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229">
                <a:latin typeface="Calibri"/>
                <a:cs typeface="Calibri"/>
              </a:rPr>
              <a:t>Cache</a:t>
            </a:r>
            <a:r>
              <a:rPr dirty="0" sz="2000" spc="229">
                <a:latin typeface="Gulim"/>
                <a:cs typeface="Gulim"/>
              </a:rPr>
              <a:t>에</a:t>
            </a:r>
            <a:r>
              <a:rPr dirty="0" sz="2000" spc="-15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없으면</a:t>
            </a:r>
            <a:r>
              <a:rPr dirty="0" sz="2000" spc="-25">
                <a:latin typeface="Calibri"/>
                <a:cs typeface="Calibri"/>
              </a:rPr>
              <a:t>, </a:t>
            </a:r>
            <a:r>
              <a:rPr dirty="0" sz="2000" spc="170">
                <a:latin typeface="Calibri"/>
                <a:cs typeface="Calibri"/>
              </a:rPr>
              <a:t>ID</a:t>
            </a:r>
            <a:r>
              <a:rPr dirty="0" sz="2000" spc="170">
                <a:latin typeface="Gulim"/>
                <a:cs typeface="Gulim"/>
              </a:rPr>
              <a:t>로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254">
                <a:latin typeface="Calibri"/>
                <a:cs typeface="Calibri"/>
              </a:rPr>
              <a:t>Schema</a:t>
            </a:r>
            <a:r>
              <a:rPr dirty="0" sz="2000" spc="254">
                <a:latin typeface="Gulim"/>
                <a:cs typeface="Gulim"/>
              </a:rPr>
              <a:t>를</a:t>
            </a:r>
            <a:r>
              <a:rPr dirty="0" sz="2000" spc="-155">
                <a:latin typeface="Gulim"/>
                <a:cs typeface="Gulim"/>
              </a:rPr>
              <a:t> </a:t>
            </a:r>
            <a:r>
              <a:rPr dirty="0" sz="2000" spc="180">
                <a:latin typeface="Calibri"/>
                <a:cs typeface="Calibri"/>
              </a:rPr>
              <a:t>Get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2345416" y="5686615"/>
            <a:ext cx="1277620" cy="617855"/>
          </a:xfrm>
          <a:prstGeom prst="rect">
            <a:avLst/>
          </a:prstGeom>
          <a:solidFill>
            <a:srgbClr val="D2ECEE">
              <a:alpha val="74900"/>
            </a:srgbClr>
          </a:solidFill>
          <a:ln w="38100">
            <a:solidFill>
              <a:srgbClr val="369095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318135">
              <a:lnSpc>
                <a:spcPct val="100000"/>
              </a:lnSpc>
              <a:spcBef>
                <a:spcPts val="1080"/>
              </a:spcBef>
            </a:pPr>
            <a:r>
              <a:rPr dirty="0" sz="2100" spc="245">
                <a:latin typeface="Calibri"/>
                <a:cs typeface="Calibri"/>
              </a:rPr>
              <a:t>Data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2081509" y="5814136"/>
            <a:ext cx="1860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100">
                <a:latin typeface="Calibri"/>
                <a:cs typeface="Calibri"/>
              </a:rPr>
              <a:t>+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197843" y="5686615"/>
            <a:ext cx="771525" cy="617855"/>
          </a:xfrm>
          <a:prstGeom prst="rect">
            <a:avLst/>
          </a:prstGeom>
          <a:solidFill>
            <a:srgbClr val="E87E84">
              <a:alpha val="74900"/>
            </a:srgbClr>
          </a:solidFill>
          <a:ln w="38100">
            <a:solidFill>
              <a:srgbClr val="EC224A"/>
            </a:solidFill>
          </a:ln>
        </p:spPr>
        <p:txBody>
          <a:bodyPr wrap="square" lIns="0" tIns="13716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080"/>
              </a:spcBef>
            </a:pPr>
            <a:r>
              <a:rPr dirty="0" sz="2100" spc="245">
                <a:latin typeface="Calibri"/>
                <a:cs typeface="Calibri"/>
              </a:rPr>
              <a:t>ID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11740515" y="3527805"/>
            <a:ext cx="85725" cy="2073275"/>
          </a:xfrm>
          <a:custGeom>
            <a:avLst/>
            <a:gdLst/>
            <a:ahLst/>
            <a:cxnLst/>
            <a:rect l="l" t="t" r="r" b="b"/>
            <a:pathLst>
              <a:path w="85725" h="2073275">
                <a:moveTo>
                  <a:pt x="57150" y="71500"/>
                </a:moveTo>
                <a:lnTo>
                  <a:pt x="28575" y="71500"/>
                </a:lnTo>
                <a:lnTo>
                  <a:pt x="28575" y="2073148"/>
                </a:lnTo>
                <a:lnTo>
                  <a:pt x="57150" y="2073148"/>
                </a:lnTo>
                <a:lnTo>
                  <a:pt x="57150" y="71500"/>
                </a:lnTo>
                <a:close/>
              </a:path>
              <a:path w="85725" h="2073275">
                <a:moveTo>
                  <a:pt x="42925" y="0"/>
                </a:moveTo>
                <a:lnTo>
                  <a:pt x="0" y="85725"/>
                </a:lnTo>
                <a:lnTo>
                  <a:pt x="28575" y="85725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5" y="0"/>
                </a:lnTo>
                <a:close/>
              </a:path>
              <a:path w="85725" h="2073275">
                <a:moveTo>
                  <a:pt x="78623" y="71500"/>
                </a:moveTo>
                <a:lnTo>
                  <a:pt x="57150" y="71500"/>
                </a:lnTo>
                <a:lnTo>
                  <a:pt x="57150" y="85725"/>
                </a:lnTo>
                <a:lnTo>
                  <a:pt x="85725" y="85725"/>
                </a:lnTo>
                <a:lnTo>
                  <a:pt x="78623" y="7150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0362056" y="6512432"/>
            <a:ext cx="3486785" cy="93789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 indent="1270">
              <a:lnSpc>
                <a:spcPct val="99600"/>
              </a:lnSpc>
              <a:spcBef>
                <a:spcPts val="110"/>
              </a:spcBef>
            </a:pPr>
            <a:r>
              <a:rPr dirty="0" sz="2000" spc="300">
                <a:latin typeface="Calibri"/>
                <a:cs typeface="Calibri"/>
              </a:rPr>
              <a:t>Schema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110">
                <a:latin typeface="Calibri"/>
                <a:cs typeface="Calibri"/>
              </a:rPr>
              <a:t>ID</a:t>
            </a:r>
            <a:r>
              <a:rPr dirty="0" sz="2000" spc="110">
                <a:latin typeface="Gulim"/>
                <a:cs typeface="Gulim"/>
              </a:rPr>
              <a:t>별로 </a:t>
            </a:r>
            <a:r>
              <a:rPr dirty="0" sz="2000" spc="175">
                <a:latin typeface="Calibri"/>
                <a:cs typeface="Calibri"/>
              </a:rPr>
              <a:t>Deserialized</a:t>
            </a:r>
            <a:r>
              <a:rPr dirty="0" sz="2000" spc="175">
                <a:latin typeface="Gulim"/>
                <a:cs typeface="Gulim"/>
              </a:rPr>
              <a:t>된</a:t>
            </a:r>
            <a:r>
              <a:rPr dirty="0" sz="2000" spc="-165">
                <a:latin typeface="Gulim"/>
                <a:cs typeface="Gulim"/>
              </a:rPr>
              <a:t> </a:t>
            </a:r>
            <a:r>
              <a:rPr dirty="0" sz="2000" spc="305">
                <a:latin typeface="Calibri"/>
                <a:cs typeface="Calibri"/>
              </a:rPr>
              <a:t>AVRO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25">
                <a:latin typeface="Gulim"/>
                <a:cs typeface="Gulim"/>
              </a:rPr>
              <a:t>데이터 </a:t>
            </a:r>
            <a:r>
              <a:rPr dirty="0" sz="2000" spc="245">
                <a:latin typeface="Calibri"/>
                <a:cs typeface="Calibri"/>
              </a:rPr>
              <a:t>Read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5698" y="420243"/>
            <a:ext cx="8658860" cy="9446895"/>
          </a:xfrm>
          <a:custGeom>
            <a:avLst/>
            <a:gdLst/>
            <a:ahLst/>
            <a:cxnLst/>
            <a:rect l="l" t="t" r="r" b="b"/>
            <a:pathLst>
              <a:path w="8658860" h="9446895">
                <a:moveTo>
                  <a:pt x="8461451" y="0"/>
                </a:moveTo>
                <a:lnTo>
                  <a:pt x="197154" y="0"/>
                </a:lnTo>
                <a:lnTo>
                  <a:pt x="151947" y="5206"/>
                </a:lnTo>
                <a:lnTo>
                  <a:pt x="110449" y="20040"/>
                </a:lnTo>
                <a:lnTo>
                  <a:pt x="73842" y="43317"/>
                </a:lnTo>
                <a:lnTo>
                  <a:pt x="43311" y="73856"/>
                </a:lnTo>
                <a:lnTo>
                  <a:pt x="20038" y="110477"/>
                </a:lnTo>
                <a:lnTo>
                  <a:pt x="5206" y="151995"/>
                </a:lnTo>
                <a:lnTo>
                  <a:pt x="0" y="197230"/>
                </a:lnTo>
                <a:lnTo>
                  <a:pt x="0" y="9249308"/>
                </a:lnTo>
                <a:lnTo>
                  <a:pt x="5206" y="9294510"/>
                </a:lnTo>
                <a:lnTo>
                  <a:pt x="20038" y="9336005"/>
                </a:lnTo>
                <a:lnTo>
                  <a:pt x="43311" y="9372610"/>
                </a:lnTo>
                <a:lnTo>
                  <a:pt x="73842" y="9403140"/>
                </a:lnTo>
                <a:lnTo>
                  <a:pt x="110449" y="9426412"/>
                </a:lnTo>
                <a:lnTo>
                  <a:pt x="151947" y="9441243"/>
                </a:lnTo>
                <a:lnTo>
                  <a:pt x="197154" y="9446450"/>
                </a:lnTo>
                <a:lnTo>
                  <a:pt x="8461451" y="9446450"/>
                </a:lnTo>
                <a:lnTo>
                  <a:pt x="8506639" y="9441243"/>
                </a:lnTo>
                <a:lnTo>
                  <a:pt x="8548124" y="9426412"/>
                </a:lnTo>
                <a:lnTo>
                  <a:pt x="8584721" y="9403140"/>
                </a:lnTo>
                <a:lnTo>
                  <a:pt x="8615247" y="9372610"/>
                </a:lnTo>
                <a:lnTo>
                  <a:pt x="8638518" y="9336005"/>
                </a:lnTo>
                <a:lnTo>
                  <a:pt x="8653348" y="9294510"/>
                </a:lnTo>
                <a:lnTo>
                  <a:pt x="8658555" y="9249308"/>
                </a:lnTo>
                <a:lnTo>
                  <a:pt x="8658555" y="197230"/>
                </a:lnTo>
                <a:lnTo>
                  <a:pt x="8653348" y="151995"/>
                </a:lnTo>
                <a:lnTo>
                  <a:pt x="8638518" y="110477"/>
                </a:lnTo>
                <a:lnTo>
                  <a:pt x="8615247" y="73856"/>
                </a:lnTo>
                <a:lnTo>
                  <a:pt x="8584721" y="43317"/>
                </a:lnTo>
                <a:lnTo>
                  <a:pt x="8548124" y="20040"/>
                </a:lnTo>
                <a:lnTo>
                  <a:pt x="8506639" y="5206"/>
                </a:lnTo>
                <a:lnTo>
                  <a:pt x="8461451" y="0"/>
                </a:lnTo>
                <a:close/>
              </a:path>
            </a:pathLst>
          </a:custGeom>
          <a:solidFill>
            <a:srgbClr val="81C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706372" y="1943481"/>
            <a:ext cx="443865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solidFill>
                  <a:srgbClr val="173360"/>
                </a:solidFill>
                <a:latin typeface="Malgun Gothic"/>
                <a:cs typeface="Malgun Gothic"/>
              </a:rPr>
              <a:t>서비스</a:t>
            </a:r>
            <a:r>
              <a:rPr dirty="0" sz="4400" spc="-31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4400" spc="585" b="1">
                <a:solidFill>
                  <a:srgbClr val="173360"/>
                </a:solidFill>
                <a:latin typeface="Calibri"/>
                <a:cs typeface="Calibri"/>
              </a:rPr>
              <a:t>Tracking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45767" y="3806469"/>
            <a:ext cx="6330950" cy="194627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1780"/>
              </a:spcBef>
              <a:buSzPct val="64285"/>
              <a:buFont typeface="Myriad Pro Light Cond"/>
              <a:buChar char="-"/>
              <a:tabLst>
                <a:tab pos="697865" algn="l"/>
              </a:tabLst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r>
              <a:rPr dirty="0" sz="2800" spc="-229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처리</a:t>
            </a:r>
            <a:r>
              <a:rPr dirty="0" sz="2800" spc="-2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260">
                <a:solidFill>
                  <a:srgbClr val="221F1F"/>
                </a:solidFill>
                <a:latin typeface="Calibri"/>
                <a:cs typeface="Calibri"/>
              </a:rPr>
              <a:t>Tracking/Monitoring</a:t>
            </a:r>
            <a:endParaRPr sz="2800">
              <a:latin typeface="Calibri"/>
              <a:cs typeface="Calibri"/>
            </a:endParaRPr>
          </a:p>
          <a:p>
            <a:pPr marL="697865" indent="-685165">
              <a:lnSpc>
                <a:spcPct val="100000"/>
              </a:lnSpc>
              <a:spcBef>
                <a:spcPts val="1680"/>
              </a:spcBef>
              <a:buSzPct val="64285"/>
              <a:buFont typeface="Myriad Pro Light Cond"/>
              <a:buChar char="-"/>
              <a:tabLst>
                <a:tab pos="697865" algn="l"/>
              </a:tabLst>
            </a:pP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안전한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2800" spc="-2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보관</a:t>
            </a:r>
            <a:endParaRPr sz="2800">
              <a:latin typeface="Malgun Gothic"/>
              <a:cs typeface="Malgun Gothic"/>
            </a:endParaRPr>
          </a:p>
          <a:p>
            <a:pPr marL="697865" indent="-685165">
              <a:lnSpc>
                <a:spcPct val="100000"/>
              </a:lnSpc>
              <a:spcBef>
                <a:spcPts val="1680"/>
              </a:spcBef>
              <a:buSzPct val="64285"/>
              <a:buFont typeface="Myriad Pro Light Cond"/>
              <a:buChar char="-"/>
              <a:tabLst>
                <a:tab pos="697865" algn="l"/>
              </a:tabLst>
            </a:pPr>
            <a:r>
              <a:rPr dirty="0" sz="2800" spc="-30">
                <a:solidFill>
                  <a:srgbClr val="221F1F"/>
                </a:solidFill>
                <a:latin typeface="Malgun Gothic"/>
                <a:cs typeface="Malgun Gothic"/>
              </a:rPr>
              <a:t>검색엔진</a:t>
            </a:r>
            <a:r>
              <a:rPr dirty="0" sz="2800" spc="-2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221F1F"/>
                </a:solidFill>
                <a:latin typeface="Malgun Gothic"/>
                <a:cs typeface="Malgun Gothic"/>
              </a:rPr>
              <a:t>부하</a:t>
            </a:r>
            <a:r>
              <a:rPr dirty="0" sz="2800" spc="-2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221F1F"/>
                </a:solidFill>
                <a:latin typeface="Malgun Gothic"/>
                <a:cs typeface="Malgun Gothic"/>
              </a:rPr>
              <a:t>경감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045920" y="4141470"/>
            <a:ext cx="5776595" cy="1787525"/>
            <a:chOff x="10045920" y="4141470"/>
            <a:chExt cx="5776595" cy="178752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45920" y="4435585"/>
              <a:ext cx="497342" cy="66954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66920" y="4497688"/>
              <a:ext cx="497342" cy="66954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25056" y="4378181"/>
              <a:ext cx="497342" cy="66954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0826750" y="4141469"/>
              <a:ext cx="1945005" cy="1787525"/>
            </a:xfrm>
            <a:custGeom>
              <a:avLst/>
              <a:gdLst/>
              <a:ahLst/>
              <a:cxnLst/>
              <a:rect l="l" t="t" r="r" b="b"/>
              <a:pathLst>
                <a:path w="1945004" h="1787525">
                  <a:moveTo>
                    <a:pt x="114300" y="1673098"/>
                  </a:moveTo>
                  <a:lnTo>
                    <a:pt x="76187" y="1673098"/>
                  </a:lnTo>
                  <a:lnTo>
                    <a:pt x="75692" y="223774"/>
                  </a:lnTo>
                  <a:lnTo>
                    <a:pt x="37592" y="223774"/>
                  </a:lnTo>
                  <a:lnTo>
                    <a:pt x="38087" y="1673098"/>
                  </a:lnTo>
                  <a:lnTo>
                    <a:pt x="0" y="1673098"/>
                  </a:lnTo>
                  <a:lnTo>
                    <a:pt x="57277" y="1787398"/>
                  </a:lnTo>
                  <a:lnTo>
                    <a:pt x="104787" y="1692148"/>
                  </a:lnTo>
                  <a:lnTo>
                    <a:pt x="114300" y="1673098"/>
                  </a:lnTo>
                  <a:close/>
                </a:path>
                <a:path w="1945004" h="1787525">
                  <a:moveTo>
                    <a:pt x="1944878" y="113411"/>
                  </a:moveTo>
                  <a:lnTo>
                    <a:pt x="1935264" y="94869"/>
                  </a:lnTo>
                  <a:lnTo>
                    <a:pt x="1886077" y="0"/>
                  </a:lnTo>
                  <a:lnTo>
                    <a:pt x="1830578" y="115062"/>
                  </a:lnTo>
                  <a:lnTo>
                    <a:pt x="1868690" y="114515"/>
                  </a:lnTo>
                  <a:lnTo>
                    <a:pt x="1868424" y="95504"/>
                  </a:lnTo>
                  <a:lnTo>
                    <a:pt x="1868678" y="113411"/>
                  </a:lnTo>
                  <a:lnTo>
                    <a:pt x="1868690" y="114515"/>
                  </a:lnTo>
                  <a:lnTo>
                    <a:pt x="1892795" y="1760728"/>
                  </a:lnTo>
                  <a:lnTo>
                    <a:pt x="1892808" y="1761236"/>
                  </a:lnTo>
                  <a:lnTo>
                    <a:pt x="1930908" y="1760728"/>
                  </a:lnTo>
                  <a:lnTo>
                    <a:pt x="1906816" y="115062"/>
                  </a:lnTo>
                  <a:lnTo>
                    <a:pt x="1906803" y="113969"/>
                  </a:lnTo>
                  <a:lnTo>
                    <a:pt x="1944878" y="113411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10832338" y="703961"/>
            <a:ext cx="114300" cy="1563370"/>
          </a:xfrm>
          <a:custGeom>
            <a:avLst/>
            <a:gdLst/>
            <a:ahLst/>
            <a:cxnLst/>
            <a:rect l="l" t="t" r="r" b="b"/>
            <a:pathLst>
              <a:path w="114300" h="1563370">
                <a:moveTo>
                  <a:pt x="38093" y="1449070"/>
                </a:moveTo>
                <a:lnTo>
                  <a:pt x="0" y="1449070"/>
                </a:lnTo>
                <a:lnTo>
                  <a:pt x="57150" y="1563370"/>
                </a:lnTo>
                <a:lnTo>
                  <a:pt x="104722" y="1468120"/>
                </a:lnTo>
                <a:lnTo>
                  <a:pt x="38100" y="1468120"/>
                </a:lnTo>
                <a:lnTo>
                  <a:pt x="38093" y="1449070"/>
                </a:lnTo>
                <a:close/>
              </a:path>
              <a:path w="114300" h="1563370">
                <a:moveTo>
                  <a:pt x="75691" y="0"/>
                </a:moveTo>
                <a:lnTo>
                  <a:pt x="37591" y="0"/>
                </a:lnTo>
                <a:lnTo>
                  <a:pt x="38093" y="1449070"/>
                </a:lnTo>
                <a:lnTo>
                  <a:pt x="38100" y="1468120"/>
                </a:lnTo>
                <a:lnTo>
                  <a:pt x="76200" y="1468120"/>
                </a:lnTo>
                <a:lnTo>
                  <a:pt x="75691" y="0"/>
                </a:lnTo>
                <a:close/>
              </a:path>
              <a:path w="114300" h="1563370">
                <a:moveTo>
                  <a:pt x="114236" y="1449070"/>
                </a:moveTo>
                <a:lnTo>
                  <a:pt x="76193" y="1449070"/>
                </a:lnTo>
                <a:lnTo>
                  <a:pt x="76200" y="1468120"/>
                </a:lnTo>
                <a:lnTo>
                  <a:pt x="104722" y="1468120"/>
                </a:lnTo>
                <a:lnTo>
                  <a:pt x="114236" y="144907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611614" y="828547"/>
            <a:ext cx="11537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310">
                <a:latin typeface="Calibri"/>
                <a:cs typeface="Calibri"/>
              </a:rPr>
              <a:t>Submit </a:t>
            </a:r>
            <a:r>
              <a:rPr dirty="0" sz="2400" spc="235">
                <a:latin typeface="Calibri"/>
                <a:cs typeface="Calibri"/>
              </a:rPr>
              <a:t>Order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949178" y="4831460"/>
            <a:ext cx="12452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35">
                <a:latin typeface="Calibri"/>
                <a:cs typeface="Calibri"/>
              </a:rPr>
              <a:t>Order </a:t>
            </a:r>
            <a:r>
              <a:rPr dirty="0" sz="2400" spc="250">
                <a:latin typeface="Calibri"/>
                <a:cs typeface="Calibri"/>
              </a:rPr>
              <a:t>Created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9335" y="2504765"/>
            <a:ext cx="1814003" cy="167725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856723" y="2909697"/>
            <a:ext cx="8623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주문</a:t>
            </a: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200" spc="-25">
                <a:latin typeface="Malgun Gothic"/>
                <a:cs typeface="Malgun Gothic"/>
              </a:rPr>
              <a:t>서비스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82957" y="2442972"/>
            <a:ext cx="1958213" cy="192443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2531343" y="2909697"/>
            <a:ext cx="8623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배송</a:t>
            </a: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200" spc="-25">
                <a:latin typeface="Malgun Gothic"/>
                <a:cs typeface="Malgun Gothic"/>
              </a:rPr>
              <a:t>서비스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33683" y="2448065"/>
            <a:ext cx="1814929" cy="1676731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5139542" y="2848101"/>
            <a:ext cx="86233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95"/>
              </a:spcBef>
            </a:pPr>
            <a:r>
              <a:rPr dirty="0" sz="2200" spc="-25">
                <a:latin typeface="Malgun Gothic"/>
                <a:cs typeface="Malgun Gothic"/>
              </a:rPr>
              <a:t>고객</a:t>
            </a:r>
            <a:endParaRPr sz="2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200" spc="-25">
                <a:latin typeface="Malgun Gothic"/>
                <a:cs typeface="Malgun Gothic"/>
              </a:rPr>
              <a:t>서비스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9437369" y="3941571"/>
            <a:ext cx="7284720" cy="3180715"/>
            <a:chOff x="9437369" y="3941571"/>
            <a:chExt cx="7284720" cy="3180715"/>
          </a:xfrm>
        </p:grpSpPr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37369" y="5797168"/>
              <a:ext cx="7284211" cy="132486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3021310" y="3941571"/>
              <a:ext cx="414020" cy="657860"/>
            </a:xfrm>
            <a:custGeom>
              <a:avLst/>
              <a:gdLst/>
              <a:ahLst/>
              <a:cxnLst/>
              <a:rect l="l" t="t" r="r" b="b"/>
              <a:pathLst>
                <a:path w="414019" h="657860">
                  <a:moveTo>
                    <a:pt x="114300" y="542798"/>
                  </a:moveTo>
                  <a:lnTo>
                    <a:pt x="76161" y="543140"/>
                  </a:lnTo>
                  <a:lnTo>
                    <a:pt x="71755" y="19304"/>
                  </a:lnTo>
                  <a:lnTo>
                    <a:pt x="71755" y="19050"/>
                  </a:lnTo>
                  <a:lnTo>
                    <a:pt x="33655" y="19304"/>
                  </a:lnTo>
                  <a:lnTo>
                    <a:pt x="38049" y="542798"/>
                  </a:lnTo>
                  <a:lnTo>
                    <a:pt x="38061" y="543483"/>
                  </a:lnTo>
                  <a:lnTo>
                    <a:pt x="0" y="543814"/>
                  </a:lnTo>
                  <a:lnTo>
                    <a:pt x="58166" y="657606"/>
                  </a:lnTo>
                  <a:lnTo>
                    <a:pt x="104673" y="562483"/>
                  </a:lnTo>
                  <a:lnTo>
                    <a:pt x="114300" y="542798"/>
                  </a:lnTo>
                  <a:close/>
                </a:path>
                <a:path w="414019" h="657860">
                  <a:moveTo>
                    <a:pt x="413893" y="114681"/>
                  </a:moveTo>
                  <a:lnTo>
                    <a:pt x="404393" y="95377"/>
                  </a:lnTo>
                  <a:lnTo>
                    <a:pt x="404266" y="95123"/>
                  </a:lnTo>
                  <a:lnTo>
                    <a:pt x="357505" y="0"/>
                  </a:lnTo>
                  <a:lnTo>
                    <a:pt x="299593" y="113919"/>
                  </a:lnTo>
                  <a:lnTo>
                    <a:pt x="337693" y="114185"/>
                  </a:lnTo>
                  <a:lnTo>
                    <a:pt x="334772" y="583692"/>
                  </a:lnTo>
                  <a:lnTo>
                    <a:pt x="372872" y="583946"/>
                  </a:lnTo>
                  <a:lnTo>
                    <a:pt x="375793" y="114681"/>
                  </a:lnTo>
                  <a:lnTo>
                    <a:pt x="375793" y="114439"/>
                  </a:lnTo>
                  <a:lnTo>
                    <a:pt x="413893" y="114681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7417034" y="9425737"/>
            <a:ext cx="1930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solidFill>
                  <a:srgbClr val="829393"/>
                </a:solidFill>
                <a:latin typeface="Calibri"/>
                <a:cs typeface="Calibri"/>
              </a:rPr>
              <a:t>44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714603" y="5249926"/>
            <a:ext cx="15417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85">
                <a:latin typeface="Calibri"/>
                <a:cs typeface="Calibri"/>
              </a:rPr>
              <a:t>Customer </a:t>
            </a:r>
            <a:r>
              <a:rPr dirty="0" sz="2400" spc="290">
                <a:latin typeface="Calibri"/>
                <a:cs typeface="Calibri"/>
              </a:rPr>
              <a:t>Updated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2133181" y="5089652"/>
            <a:ext cx="3456304" cy="4243705"/>
            <a:chOff x="12133181" y="5089652"/>
            <a:chExt cx="3456304" cy="4243705"/>
          </a:xfrm>
        </p:grpSpPr>
        <p:sp>
          <p:nvSpPr>
            <p:cNvPr id="25" name="object 25" descr=""/>
            <p:cNvSpPr/>
            <p:nvPr/>
          </p:nvSpPr>
          <p:spPr>
            <a:xfrm>
              <a:off x="13154660" y="5089652"/>
              <a:ext cx="2434590" cy="596265"/>
            </a:xfrm>
            <a:custGeom>
              <a:avLst/>
              <a:gdLst/>
              <a:ahLst/>
              <a:cxnLst/>
              <a:rect l="l" t="t" r="r" b="b"/>
              <a:pathLst>
                <a:path w="2434590" h="596264">
                  <a:moveTo>
                    <a:pt x="2434336" y="0"/>
                  </a:moveTo>
                  <a:lnTo>
                    <a:pt x="2396236" y="0"/>
                  </a:lnTo>
                  <a:lnTo>
                    <a:pt x="2396236" y="114300"/>
                  </a:lnTo>
                  <a:lnTo>
                    <a:pt x="2434336" y="114300"/>
                  </a:lnTo>
                  <a:lnTo>
                    <a:pt x="2434336" y="0"/>
                  </a:lnTo>
                  <a:close/>
                </a:path>
                <a:path w="2434590" h="596264">
                  <a:moveTo>
                    <a:pt x="2434336" y="152400"/>
                  </a:moveTo>
                  <a:lnTo>
                    <a:pt x="2396236" y="152400"/>
                  </a:lnTo>
                  <a:lnTo>
                    <a:pt x="2396236" y="266700"/>
                  </a:lnTo>
                  <a:lnTo>
                    <a:pt x="2434336" y="266700"/>
                  </a:lnTo>
                  <a:lnTo>
                    <a:pt x="2434336" y="152400"/>
                  </a:lnTo>
                  <a:close/>
                </a:path>
                <a:path w="2434590" h="596264">
                  <a:moveTo>
                    <a:pt x="2434336" y="304800"/>
                  </a:moveTo>
                  <a:lnTo>
                    <a:pt x="2396236" y="304800"/>
                  </a:lnTo>
                  <a:lnTo>
                    <a:pt x="2396236" y="419100"/>
                  </a:lnTo>
                  <a:lnTo>
                    <a:pt x="2434336" y="419100"/>
                  </a:lnTo>
                  <a:lnTo>
                    <a:pt x="2434336" y="304800"/>
                  </a:lnTo>
                  <a:close/>
                </a:path>
                <a:path w="2434590" h="596264">
                  <a:moveTo>
                    <a:pt x="2434336" y="457200"/>
                  </a:moveTo>
                  <a:lnTo>
                    <a:pt x="2396236" y="457200"/>
                  </a:lnTo>
                  <a:lnTo>
                    <a:pt x="2396236" y="571500"/>
                  </a:lnTo>
                  <a:lnTo>
                    <a:pt x="2434336" y="571500"/>
                  </a:lnTo>
                  <a:lnTo>
                    <a:pt x="2434336" y="457200"/>
                  </a:lnTo>
                  <a:close/>
                </a:path>
                <a:path w="2434590" h="596264">
                  <a:moveTo>
                    <a:pt x="2382393" y="557657"/>
                  </a:moveTo>
                  <a:lnTo>
                    <a:pt x="2268093" y="557657"/>
                  </a:lnTo>
                  <a:lnTo>
                    <a:pt x="2268093" y="595757"/>
                  </a:lnTo>
                  <a:lnTo>
                    <a:pt x="2382393" y="595757"/>
                  </a:lnTo>
                  <a:lnTo>
                    <a:pt x="2382393" y="557657"/>
                  </a:lnTo>
                  <a:close/>
                </a:path>
                <a:path w="2434590" h="596264">
                  <a:moveTo>
                    <a:pt x="2229993" y="557657"/>
                  </a:moveTo>
                  <a:lnTo>
                    <a:pt x="2115693" y="557657"/>
                  </a:lnTo>
                  <a:lnTo>
                    <a:pt x="2115693" y="595757"/>
                  </a:lnTo>
                  <a:lnTo>
                    <a:pt x="2229993" y="595757"/>
                  </a:lnTo>
                  <a:lnTo>
                    <a:pt x="2229993" y="557657"/>
                  </a:lnTo>
                  <a:close/>
                </a:path>
                <a:path w="2434590" h="596264">
                  <a:moveTo>
                    <a:pt x="2077593" y="557657"/>
                  </a:moveTo>
                  <a:lnTo>
                    <a:pt x="1963293" y="557657"/>
                  </a:lnTo>
                  <a:lnTo>
                    <a:pt x="1963293" y="595757"/>
                  </a:lnTo>
                  <a:lnTo>
                    <a:pt x="2077593" y="595757"/>
                  </a:lnTo>
                  <a:lnTo>
                    <a:pt x="2077593" y="557657"/>
                  </a:lnTo>
                  <a:close/>
                </a:path>
                <a:path w="2434590" h="596264">
                  <a:moveTo>
                    <a:pt x="1925193" y="557657"/>
                  </a:moveTo>
                  <a:lnTo>
                    <a:pt x="1810893" y="557657"/>
                  </a:lnTo>
                  <a:lnTo>
                    <a:pt x="1810893" y="595757"/>
                  </a:lnTo>
                  <a:lnTo>
                    <a:pt x="1925193" y="595757"/>
                  </a:lnTo>
                  <a:lnTo>
                    <a:pt x="1925193" y="557657"/>
                  </a:lnTo>
                  <a:close/>
                </a:path>
                <a:path w="2434590" h="596264">
                  <a:moveTo>
                    <a:pt x="1772793" y="557657"/>
                  </a:moveTo>
                  <a:lnTo>
                    <a:pt x="1658493" y="557657"/>
                  </a:lnTo>
                  <a:lnTo>
                    <a:pt x="1658493" y="595757"/>
                  </a:lnTo>
                  <a:lnTo>
                    <a:pt x="1772793" y="595757"/>
                  </a:lnTo>
                  <a:lnTo>
                    <a:pt x="1772793" y="557657"/>
                  </a:lnTo>
                  <a:close/>
                </a:path>
                <a:path w="2434590" h="596264">
                  <a:moveTo>
                    <a:pt x="1620393" y="557657"/>
                  </a:moveTo>
                  <a:lnTo>
                    <a:pt x="1506093" y="557657"/>
                  </a:lnTo>
                  <a:lnTo>
                    <a:pt x="1506093" y="595757"/>
                  </a:lnTo>
                  <a:lnTo>
                    <a:pt x="1620393" y="595757"/>
                  </a:lnTo>
                  <a:lnTo>
                    <a:pt x="1620393" y="557657"/>
                  </a:lnTo>
                  <a:close/>
                </a:path>
                <a:path w="2434590" h="596264">
                  <a:moveTo>
                    <a:pt x="1467993" y="557657"/>
                  </a:moveTo>
                  <a:lnTo>
                    <a:pt x="1353693" y="557657"/>
                  </a:lnTo>
                  <a:lnTo>
                    <a:pt x="1353693" y="595757"/>
                  </a:lnTo>
                  <a:lnTo>
                    <a:pt x="1467993" y="595757"/>
                  </a:lnTo>
                  <a:lnTo>
                    <a:pt x="1467993" y="557657"/>
                  </a:lnTo>
                  <a:close/>
                </a:path>
                <a:path w="2434590" h="596264">
                  <a:moveTo>
                    <a:pt x="1315593" y="557657"/>
                  </a:moveTo>
                  <a:lnTo>
                    <a:pt x="1201293" y="557657"/>
                  </a:lnTo>
                  <a:lnTo>
                    <a:pt x="1201293" y="595757"/>
                  </a:lnTo>
                  <a:lnTo>
                    <a:pt x="1315593" y="595757"/>
                  </a:lnTo>
                  <a:lnTo>
                    <a:pt x="1315593" y="557657"/>
                  </a:lnTo>
                  <a:close/>
                </a:path>
                <a:path w="2434590" h="596264">
                  <a:moveTo>
                    <a:pt x="1163193" y="557657"/>
                  </a:moveTo>
                  <a:lnTo>
                    <a:pt x="1048893" y="557657"/>
                  </a:lnTo>
                  <a:lnTo>
                    <a:pt x="1048893" y="595757"/>
                  </a:lnTo>
                  <a:lnTo>
                    <a:pt x="1163193" y="595757"/>
                  </a:lnTo>
                  <a:lnTo>
                    <a:pt x="1163193" y="557657"/>
                  </a:lnTo>
                  <a:close/>
                </a:path>
                <a:path w="2434590" h="596264">
                  <a:moveTo>
                    <a:pt x="1010793" y="557657"/>
                  </a:moveTo>
                  <a:lnTo>
                    <a:pt x="896493" y="557657"/>
                  </a:lnTo>
                  <a:lnTo>
                    <a:pt x="896493" y="595757"/>
                  </a:lnTo>
                  <a:lnTo>
                    <a:pt x="1010793" y="595757"/>
                  </a:lnTo>
                  <a:lnTo>
                    <a:pt x="1010793" y="557657"/>
                  </a:lnTo>
                  <a:close/>
                </a:path>
                <a:path w="2434590" h="596264">
                  <a:moveTo>
                    <a:pt x="858393" y="557657"/>
                  </a:moveTo>
                  <a:lnTo>
                    <a:pt x="744093" y="557657"/>
                  </a:lnTo>
                  <a:lnTo>
                    <a:pt x="744093" y="595757"/>
                  </a:lnTo>
                  <a:lnTo>
                    <a:pt x="858393" y="595757"/>
                  </a:lnTo>
                  <a:lnTo>
                    <a:pt x="858393" y="557657"/>
                  </a:lnTo>
                  <a:close/>
                </a:path>
                <a:path w="2434590" h="596264">
                  <a:moveTo>
                    <a:pt x="705993" y="557657"/>
                  </a:moveTo>
                  <a:lnTo>
                    <a:pt x="591693" y="557657"/>
                  </a:lnTo>
                  <a:lnTo>
                    <a:pt x="591693" y="595757"/>
                  </a:lnTo>
                  <a:lnTo>
                    <a:pt x="705993" y="595757"/>
                  </a:lnTo>
                  <a:lnTo>
                    <a:pt x="705993" y="557657"/>
                  </a:lnTo>
                  <a:close/>
                </a:path>
                <a:path w="2434590" h="596264">
                  <a:moveTo>
                    <a:pt x="553593" y="557657"/>
                  </a:moveTo>
                  <a:lnTo>
                    <a:pt x="439293" y="557657"/>
                  </a:lnTo>
                  <a:lnTo>
                    <a:pt x="439293" y="595757"/>
                  </a:lnTo>
                  <a:lnTo>
                    <a:pt x="553593" y="595757"/>
                  </a:lnTo>
                  <a:lnTo>
                    <a:pt x="553593" y="557657"/>
                  </a:lnTo>
                  <a:close/>
                </a:path>
                <a:path w="2434590" h="596264">
                  <a:moveTo>
                    <a:pt x="401193" y="557657"/>
                  </a:moveTo>
                  <a:lnTo>
                    <a:pt x="286893" y="557657"/>
                  </a:lnTo>
                  <a:lnTo>
                    <a:pt x="286893" y="595757"/>
                  </a:lnTo>
                  <a:lnTo>
                    <a:pt x="401193" y="595757"/>
                  </a:lnTo>
                  <a:lnTo>
                    <a:pt x="401193" y="557657"/>
                  </a:lnTo>
                  <a:close/>
                </a:path>
                <a:path w="2434590" h="596264">
                  <a:moveTo>
                    <a:pt x="248793" y="557657"/>
                  </a:moveTo>
                  <a:lnTo>
                    <a:pt x="134493" y="557657"/>
                  </a:lnTo>
                  <a:lnTo>
                    <a:pt x="134493" y="595757"/>
                  </a:lnTo>
                  <a:lnTo>
                    <a:pt x="248793" y="595757"/>
                  </a:lnTo>
                  <a:lnTo>
                    <a:pt x="248793" y="557657"/>
                  </a:lnTo>
                  <a:close/>
                </a:path>
                <a:path w="2434590" h="596264">
                  <a:moveTo>
                    <a:pt x="76200" y="501650"/>
                  </a:moveTo>
                  <a:lnTo>
                    <a:pt x="38100" y="501650"/>
                  </a:lnTo>
                  <a:lnTo>
                    <a:pt x="38100" y="576707"/>
                  </a:lnTo>
                  <a:lnTo>
                    <a:pt x="39594" y="584130"/>
                  </a:lnTo>
                  <a:lnTo>
                    <a:pt x="43672" y="590184"/>
                  </a:lnTo>
                  <a:lnTo>
                    <a:pt x="49726" y="594262"/>
                  </a:lnTo>
                  <a:lnTo>
                    <a:pt x="57150" y="595757"/>
                  </a:lnTo>
                  <a:lnTo>
                    <a:pt x="96393" y="595757"/>
                  </a:lnTo>
                  <a:lnTo>
                    <a:pt x="96393" y="576707"/>
                  </a:lnTo>
                  <a:lnTo>
                    <a:pt x="76200" y="576707"/>
                  </a:lnTo>
                  <a:lnTo>
                    <a:pt x="57150" y="557657"/>
                  </a:lnTo>
                  <a:lnTo>
                    <a:pt x="76200" y="557657"/>
                  </a:lnTo>
                  <a:lnTo>
                    <a:pt x="76200" y="501650"/>
                  </a:lnTo>
                  <a:close/>
                </a:path>
                <a:path w="2434590" h="596264">
                  <a:moveTo>
                    <a:pt x="76200" y="557657"/>
                  </a:moveTo>
                  <a:lnTo>
                    <a:pt x="57150" y="557657"/>
                  </a:lnTo>
                  <a:lnTo>
                    <a:pt x="76200" y="576707"/>
                  </a:lnTo>
                  <a:lnTo>
                    <a:pt x="76200" y="557657"/>
                  </a:lnTo>
                  <a:close/>
                </a:path>
                <a:path w="2434590" h="596264">
                  <a:moveTo>
                    <a:pt x="96393" y="557657"/>
                  </a:moveTo>
                  <a:lnTo>
                    <a:pt x="76200" y="557657"/>
                  </a:lnTo>
                  <a:lnTo>
                    <a:pt x="76200" y="576707"/>
                  </a:lnTo>
                  <a:lnTo>
                    <a:pt x="96393" y="576707"/>
                  </a:lnTo>
                  <a:lnTo>
                    <a:pt x="96393" y="557657"/>
                  </a:lnTo>
                  <a:close/>
                </a:path>
                <a:path w="2434590" h="596264">
                  <a:moveTo>
                    <a:pt x="76200" y="349250"/>
                  </a:moveTo>
                  <a:lnTo>
                    <a:pt x="38100" y="349250"/>
                  </a:lnTo>
                  <a:lnTo>
                    <a:pt x="38100" y="463550"/>
                  </a:lnTo>
                  <a:lnTo>
                    <a:pt x="76200" y="463550"/>
                  </a:lnTo>
                  <a:lnTo>
                    <a:pt x="76200" y="349250"/>
                  </a:lnTo>
                  <a:close/>
                </a:path>
                <a:path w="2434590" h="596264">
                  <a:moveTo>
                    <a:pt x="76200" y="214757"/>
                  </a:moveTo>
                  <a:lnTo>
                    <a:pt x="38100" y="214757"/>
                  </a:lnTo>
                  <a:lnTo>
                    <a:pt x="38100" y="311150"/>
                  </a:lnTo>
                  <a:lnTo>
                    <a:pt x="76200" y="311150"/>
                  </a:lnTo>
                  <a:lnTo>
                    <a:pt x="76200" y="214757"/>
                  </a:lnTo>
                  <a:close/>
                </a:path>
                <a:path w="2434590" h="596264">
                  <a:moveTo>
                    <a:pt x="57150" y="119507"/>
                  </a:moveTo>
                  <a:lnTo>
                    <a:pt x="0" y="233807"/>
                  </a:lnTo>
                  <a:lnTo>
                    <a:pt x="38100" y="233807"/>
                  </a:lnTo>
                  <a:lnTo>
                    <a:pt x="38100" y="214757"/>
                  </a:lnTo>
                  <a:lnTo>
                    <a:pt x="104775" y="214757"/>
                  </a:lnTo>
                  <a:lnTo>
                    <a:pt x="57150" y="119507"/>
                  </a:lnTo>
                  <a:close/>
                </a:path>
                <a:path w="2434590" h="596264">
                  <a:moveTo>
                    <a:pt x="104775" y="214757"/>
                  </a:moveTo>
                  <a:lnTo>
                    <a:pt x="76200" y="214757"/>
                  </a:lnTo>
                  <a:lnTo>
                    <a:pt x="76200" y="233807"/>
                  </a:lnTo>
                  <a:lnTo>
                    <a:pt x="114300" y="233807"/>
                  </a:lnTo>
                  <a:lnTo>
                    <a:pt x="104775" y="214757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33181" y="7656386"/>
              <a:ext cx="1814929" cy="1676731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15772257" y="4808931"/>
            <a:ext cx="2388235" cy="1472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04470" indent="347345">
              <a:lnSpc>
                <a:spcPct val="100000"/>
              </a:lnSpc>
              <a:spcBef>
                <a:spcPts val="105"/>
              </a:spcBef>
            </a:pPr>
            <a:r>
              <a:rPr dirty="0" sz="3200" spc="420" b="1">
                <a:solidFill>
                  <a:srgbClr val="0074A1"/>
                </a:solidFill>
                <a:latin typeface="Calibri"/>
                <a:cs typeface="Calibri"/>
              </a:rPr>
              <a:t>Data</a:t>
            </a:r>
            <a:r>
              <a:rPr dirty="0" sz="3200" spc="165" b="1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200" spc="270" b="1">
                <a:solidFill>
                  <a:srgbClr val="0074A1"/>
                </a:solidFill>
                <a:latin typeface="Calibri"/>
                <a:cs typeface="Calibri"/>
              </a:rPr>
              <a:t>is </a:t>
            </a:r>
            <a:r>
              <a:rPr dirty="0" sz="3200" spc="345" b="1">
                <a:solidFill>
                  <a:srgbClr val="0074A1"/>
                </a:solidFill>
                <a:latin typeface="Calibri"/>
                <a:cs typeface="Calibri"/>
              </a:rPr>
              <a:t>replicated</a:t>
            </a:r>
            <a:endParaRPr sz="3200">
              <a:latin typeface="Calibri"/>
              <a:cs typeface="Calibri"/>
            </a:endParaRPr>
          </a:p>
          <a:p>
            <a:pPr marL="614680">
              <a:lnSpc>
                <a:spcPct val="100000"/>
              </a:lnSpc>
              <a:spcBef>
                <a:spcPts val="1305"/>
              </a:spcBef>
            </a:pPr>
            <a:r>
              <a:rPr dirty="0" sz="2000" spc="260">
                <a:latin typeface="Calibri"/>
                <a:cs typeface="Calibri"/>
              </a:rPr>
              <a:t>Apache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220">
                <a:latin typeface="Calibri"/>
                <a:cs typeface="Calibri"/>
              </a:rPr>
              <a:t>Kafka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4928214" y="669290"/>
            <a:ext cx="85725" cy="1563370"/>
          </a:xfrm>
          <a:custGeom>
            <a:avLst/>
            <a:gdLst/>
            <a:ahLst/>
            <a:cxnLst/>
            <a:rect l="l" t="t" r="r" b="b"/>
            <a:pathLst>
              <a:path w="85725" h="1563370">
                <a:moveTo>
                  <a:pt x="28581" y="1477644"/>
                </a:moveTo>
                <a:lnTo>
                  <a:pt x="0" y="1477644"/>
                </a:lnTo>
                <a:lnTo>
                  <a:pt x="42798" y="1563369"/>
                </a:lnTo>
                <a:lnTo>
                  <a:pt x="78602" y="1491868"/>
                </a:lnTo>
                <a:lnTo>
                  <a:pt x="28575" y="1491868"/>
                </a:lnTo>
                <a:lnTo>
                  <a:pt x="28581" y="1477644"/>
                </a:lnTo>
                <a:close/>
              </a:path>
              <a:path w="85725" h="1563370">
                <a:moveTo>
                  <a:pt x="57784" y="0"/>
                </a:moveTo>
                <a:lnTo>
                  <a:pt x="29209" y="0"/>
                </a:lnTo>
                <a:lnTo>
                  <a:pt x="28581" y="1477644"/>
                </a:lnTo>
                <a:lnTo>
                  <a:pt x="28575" y="1491868"/>
                </a:lnTo>
                <a:lnTo>
                  <a:pt x="57150" y="1491868"/>
                </a:lnTo>
                <a:lnTo>
                  <a:pt x="57784" y="0"/>
                </a:lnTo>
                <a:close/>
              </a:path>
              <a:path w="85725" h="1563370">
                <a:moveTo>
                  <a:pt x="85725" y="1477644"/>
                </a:moveTo>
                <a:lnTo>
                  <a:pt x="57156" y="1477644"/>
                </a:lnTo>
                <a:lnTo>
                  <a:pt x="57150" y="1491868"/>
                </a:lnTo>
                <a:lnTo>
                  <a:pt x="78602" y="1491868"/>
                </a:lnTo>
                <a:lnTo>
                  <a:pt x="85725" y="147764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5081631" y="921511"/>
            <a:ext cx="15417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75">
                <a:latin typeface="Calibri"/>
                <a:cs typeface="Calibri"/>
              </a:rPr>
              <a:t>Update </a:t>
            </a:r>
            <a:r>
              <a:rPr dirty="0" sz="2400" spc="285">
                <a:latin typeface="Calibri"/>
                <a:cs typeface="Calibri"/>
              </a:rPr>
              <a:t>Customer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032223" y="6361785"/>
            <a:ext cx="544639" cy="884199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12498451" y="8224773"/>
            <a:ext cx="114109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20">
                <a:latin typeface="Malgun Gothic"/>
                <a:cs typeface="Malgun Gothic"/>
              </a:rPr>
              <a:t>검색엔진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626346" y="4087367"/>
            <a:ext cx="3287395" cy="4197985"/>
          </a:xfrm>
          <a:custGeom>
            <a:avLst/>
            <a:gdLst/>
            <a:ahLst/>
            <a:cxnLst/>
            <a:rect l="l" t="t" r="r" b="b"/>
            <a:pathLst>
              <a:path w="3287395" h="4197984">
                <a:moveTo>
                  <a:pt x="26416" y="646176"/>
                </a:moveTo>
                <a:lnTo>
                  <a:pt x="1143" y="645414"/>
                </a:lnTo>
                <a:lnTo>
                  <a:pt x="381" y="669290"/>
                </a:lnTo>
                <a:lnTo>
                  <a:pt x="0" y="697611"/>
                </a:lnTo>
                <a:lnTo>
                  <a:pt x="368" y="721741"/>
                </a:lnTo>
                <a:lnTo>
                  <a:pt x="381" y="722122"/>
                </a:lnTo>
                <a:lnTo>
                  <a:pt x="25781" y="721741"/>
                </a:lnTo>
                <a:lnTo>
                  <a:pt x="25400" y="697992"/>
                </a:lnTo>
                <a:lnTo>
                  <a:pt x="25781" y="670052"/>
                </a:lnTo>
                <a:lnTo>
                  <a:pt x="26416" y="646176"/>
                </a:lnTo>
                <a:close/>
              </a:path>
              <a:path w="3287395" h="4197984">
                <a:moveTo>
                  <a:pt x="31623" y="822071"/>
                </a:moveTo>
                <a:lnTo>
                  <a:pt x="28448" y="783209"/>
                </a:lnTo>
                <a:lnTo>
                  <a:pt x="26543" y="746887"/>
                </a:lnTo>
                <a:lnTo>
                  <a:pt x="1143" y="747776"/>
                </a:lnTo>
                <a:lnTo>
                  <a:pt x="5334" y="814197"/>
                </a:lnTo>
                <a:lnTo>
                  <a:pt x="6350" y="824611"/>
                </a:lnTo>
                <a:lnTo>
                  <a:pt x="31623" y="822071"/>
                </a:lnTo>
                <a:close/>
              </a:path>
              <a:path w="3287395" h="4197984">
                <a:moveTo>
                  <a:pt x="34036" y="545973"/>
                </a:moveTo>
                <a:lnTo>
                  <a:pt x="8890" y="542925"/>
                </a:lnTo>
                <a:lnTo>
                  <a:pt x="6985" y="558419"/>
                </a:lnTo>
                <a:lnTo>
                  <a:pt x="2667" y="613283"/>
                </a:lnTo>
                <a:lnTo>
                  <a:pt x="2286" y="619760"/>
                </a:lnTo>
                <a:lnTo>
                  <a:pt x="27686" y="621030"/>
                </a:lnTo>
                <a:lnTo>
                  <a:pt x="27940" y="615315"/>
                </a:lnTo>
                <a:lnTo>
                  <a:pt x="32258" y="561340"/>
                </a:lnTo>
                <a:lnTo>
                  <a:pt x="34036" y="545973"/>
                </a:lnTo>
                <a:close/>
              </a:path>
              <a:path w="3287395" h="4197984">
                <a:moveTo>
                  <a:pt x="45212" y="921893"/>
                </a:moveTo>
                <a:lnTo>
                  <a:pt x="41656" y="901319"/>
                </a:lnTo>
                <a:lnTo>
                  <a:pt x="37211" y="871347"/>
                </a:lnTo>
                <a:lnTo>
                  <a:pt x="34290" y="847090"/>
                </a:lnTo>
                <a:lnTo>
                  <a:pt x="9017" y="850138"/>
                </a:lnTo>
                <a:lnTo>
                  <a:pt x="12065" y="874395"/>
                </a:lnTo>
                <a:lnTo>
                  <a:pt x="16637" y="905002"/>
                </a:lnTo>
                <a:lnTo>
                  <a:pt x="20193" y="926084"/>
                </a:lnTo>
                <a:lnTo>
                  <a:pt x="45212" y="921893"/>
                </a:lnTo>
                <a:close/>
              </a:path>
              <a:path w="3287395" h="4197984">
                <a:moveTo>
                  <a:pt x="48260" y="446151"/>
                </a:moveTo>
                <a:lnTo>
                  <a:pt x="23241" y="441579"/>
                </a:lnTo>
                <a:lnTo>
                  <a:pt x="21463" y="451358"/>
                </a:lnTo>
                <a:lnTo>
                  <a:pt x="13462" y="504444"/>
                </a:lnTo>
                <a:lnTo>
                  <a:pt x="11811" y="517779"/>
                </a:lnTo>
                <a:lnTo>
                  <a:pt x="37084" y="520700"/>
                </a:lnTo>
                <a:lnTo>
                  <a:pt x="38608" y="508254"/>
                </a:lnTo>
                <a:lnTo>
                  <a:pt x="46482" y="455930"/>
                </a:lnTo>
                <a:lnTo>
                  <a:pt x="48260" y="446151"/>
                </a:lnTo>
                <a:close/>
              </a:path>
              <a:path w="3287395" h="4197984">
                <a:moveTo>
                  <a:pt x="65659" y="1020572"/>
                </a:moveTo>
                <a:lnTo>
                  <a:pt x="59436" y="993648"/>
                </a:lnTo>
                <a:lnTo>
                  <a:pt x="52832" y="962533"/>
                </a:lnTo>
                <a:lnTo>
                  <a:pt x="49784" y="946531"/>
                </a:lnTo>
                <a:lnTo>
                  <a:pt x="24892" y="951357"/>
                </a:lnTo>
                <a:lnTo>
                  <a:pt x="27940" y="967232"/>
                </a:lnTo>
                <a:lnTo>
                  <a:pt x="34671" y="998982"/>
                </a:lnTo>
                <a:lnTo>
                  <a:pt x="40894" y="1026287"/>
                </a:lnTo>
                <a:lnTo>
                  <a:pt x="65659" y="1020572"/>
                </a:lnTo>
                <a:close/>
              </a:path>
              <a:path w="3287395" h="4197984">
                <a:moveTo>
                  <a:pt x="68846" y="347472"/>
                </a:moveTo>
                <a:lnTo>
                  <a:pt x="43561" y="341376"/>
                </a:lnTo>
                <a:lnTo>
                  <a:pt x="42164" y="347472"/>
                </a:lnTo>
                <a:lnTo>
                  <a:pt x="31115" y="399161"/>
                </a:lnTo>
                <a:lnTo>
                  <a:pt x="27940" y="416687"/>
                </a:lnTo>
                <a:lnTo>
                  <a:pt x="52832" y="421259"/>
                </a:lnTo>
                <a:lnTo>
                  <a:pt x="56007" y="404368"/>
                </a:lnTo>
                <a:lnTo>
                  <a:pt x="66802" y="353314"/>
                </a:lnTo>
                <a:lnTo>
                  <a:pt x="68287" y="347472"/>
                </a:lnTo>
                <a:lnTo>
                  <a:pt x="68846" y="347472"/>
                </a:lnTo>
                <a:close/>
              </a:path>
              <a:path w="3287395" h="4197984">
                <a:moveTo>
                  <a:pt x="91821" y="1118108"/>
                </a:moveTo>
                <a:lnTo>
                  <a:pt x="83439" y="1089025"/>
                </a:lnTo>
                <a:lnTo>
                  <a:pt x="74803" y="1056894"/>
                </a:lnTo>
                <a:lnTo>
                  <a:pt x="71755" y="1044956"/>
                </a:lnTo>
                <a:lnTo>
                  <a:pt x="47117" y="1051179"/>
                </a:lnTo>
                <a:lnTo>
                  <a:pt x="50165" y="1063117"/>
                </a:lnTo>
                <a:lnTo>
                  <a:pt x="58928" y="1095629"/>
                </a:lnTo>
                <a:lnTo>
                  <a:pt x="67437" y="1125093"/>
                </a:lnTo>
                <a:lnTo>
                  <a:pt x="91821" y="1118108"/>
                </a:lnTo>
                <a:close/>
              </a:path>
              <a:path w="3287395" h="4197984">
                <a:moveTo>
                  <a:pt x="92837" y="249174"/>
                </a:moveTo>
                <a:lnTo>
                  <a:pt x="68326" y="242443"/>
                </a:lnTo>
                <a:lnTo>
                  <a:pt x="67437" y="245999"/>
                </a:lnTo>
                <a:lnTo>
                  <a:pt x="54229" y="296418"/>
                </a:lnTo>
                <a:lnTo>
                  <a:pt x="49403" y="316738"/>
                </a:lnTo>
                <a:lnTo>
                  <a:pt x="74168" y="322580"/>
                </a:lnTo>
                <a:lnTo>
                  <a:pt x="78867" y="302895"/>
                </a:lnTo>
                <a:lnTo>
                  <a:pt x="91821" y="252730"/>
                </a:lnTo>
                <a:lnTo>
                  <a:pt x="92837" y="249174"/>
                </a:lnTo>
                <a:close/>
              </a:path>
              <a:path w="3287395" h="4197984">
                <a:moveTo>
                  <a:pt x="120523" y="151765"/>
                </a:moveTo>
                <a:lnTo>
                  <a:pt x="96139" y="144399"/>
                </a:lnTo>
                <a:lnTo>
                  <a:pt x="95631" y="146050"/>
                </a:lnTo>
                <a:lnTo>
                  <a:pt x="81280" y="195834"/>
                </a:lnTo>
                <a:lnTo>
                  <a:pt x="75184" y="217932"/>
                </a:lnTo>
                <a:lnTo>
                  <a:pt x="99568" y="224663"/>
                </a:lnTo>
                <a:lnTo>
                  <a:pt x="105664" y="202946"/>
                </a:lnTo>
                <a:lnTo>
                  <a:pt x="120015" y="153416"/>
                </a:lnTo>
                <a:lnTo>
                  <a:pt x="120523" y="151765"/>
                </a:lnTo>
                <a:close/>
              </a:path>
              <a:path w="3287395" h="4197984">
                <a:moveTo>
                  <a:pt x="122174" y="1214501"/>
                </a:moveTo>
                <a:lnTo>
                  <a:pt x="113157" y="1187196"/>
                </a:lnTo>
                <a:lnTo>
                  <a:pt x="102616" y="1154176"/>
                </a:lnTo>
                <a:lnTo>
                  <a:pt x="99060" y="1142238"/>
                </a:lnTo>
                <a:lnTo>
                  <a:pt x="74676" y="1149604"/>
                </a:lnTo>
                <a:lnTo>
                  <a:pt x="78359" y="1161542"/>
                </a:lnTo>
                <a:lnTo>
                  <a:pt x="88900" y="1194943"/>
                </a:lnTo>
                <a:lnTo>
                  <a:pt x="98044" y="1222502"/>
                </a:lnTo>
                <a:lnTo>
                  <a:pt x="122174" y="1214501"/>
                </a:lnTo>
                <a:close/>
              </a:path>
              <a:path w="3287395" h="4197984">
                <a:moveTo>
                  <a:pt x="149733" y="54483"/>
                </a:moveTo>
                <a:lnTo>
                  <a:pt x="125476" y="47117"/>
                </a:lnTo>
                <a:lnTo>
                  <a:pt x="103505" y="120015"/>
                </a:lnTo>
                <a:lnTo>
                  <a:pt x="127762" y="127381"/>
                </a:lnTo>
                <a:lnTo>
                  <a:pt x="149733" y="54483"/>
                </a:lnTo>
                <a:close/>
              </a:path>
              <a:path w="3287395" h="4197984">
                <a:moveTo>
                  <a:pt x="156083" y="1309751"/>
                </a:moveTo>
                <a:lnTo>
                  <a:pt x="147955" y="1287907"/>
                </a:lnTo>
                <a:lnTo>
                  <a:pt x="130429" y="1238250"/>
                </a:lnTo>
                <a:lnTo>
                  <a:pt x="106426" y="1246759"/>
                </a:lnTo>
                <a:lnTo>
                  <a:pt x="123952" y="1296416"/>
                </a:lnTo>
                <a:lnTo>
                  <a:pt x="132207" y="1318641"/>
                </a:lnTo>
                <a:lnTo>
                  <a:pt x="156083" y="1309751"/>
                </a:lnTo>
                <a:close/>
              </a:path>
              <a:path w="3287395" h="4197984">
                <a:moveTo>
                  <a:pt x="192405" y="1404366"/>
                </a:moveTo>
                <a:lnTo>
                  <a:pt x="173482" y="1356233"/>
                </a:lnTo>
                <a:lnTo>
                  <a:pt x="164973" y="1333500"/>
                </a:lnTo>
                <a:lnTo>
                  <a:pt x="141097" y="1342390"/>
                </a:lnTo>
                <a:lnTo>
                  <a:pt x="149606" y="1365123"/>
                </a:lnTo>
                <a:lnTo>
                  <a:pt x="168783" y="1413764"/>
                </a:lnTo>
                <a:lnTo>
                  <a:pt x="192405" y="1404366"/>
                </a:lnTo>
                <a:close/>
              </a:path>
              <a:path w="3287395" h="4197984">
                <a:moveTo>
                  <a:pt x="230886" y="1498092"/>
                </a:moveTo>
                <a:lnTo>
                  <a:pt x="229616" y="1495298"/>
                </a:lnTo>
                <a:lnTo>
                  <a:pt x="201803" y="1427734"/>
                </a:lnTo>
                <a:lnTo>
                  <a:pt x="178308" y="1437513"/>
                </a:lnTo>
                <a:lnTo>
                  <a:pt x="206248" y="1505077"/>
                </a:lnTo>
                <a:lnTo>
                  <a:pt x="207518" y="1507998"/>
                </a:lnTo>
                <a:lnTo>
                  <a:pt x="230886" y="1498092"/>
                </a:lnTo>
                <a:close/>
              </a:path>
              <a:path w="3287395" h="4197984">
                <a:moveTo>
                  <a:pt x="271018" y="1591183"/>
                </a:moveTo>
                <a:lnTo>
                  <a:pt x="259842" y="1565910"/>
                </a:lnTo>
                <a:lnTo>
                  <a:pt x="240792" y="1521333"/>
                </a:lnTo>
                <a:lnTo>
                  <a:pt x="217424" y="1531366"/>
                </a:lnTo>
                <a:lnTo>
                  <a:pt x="236601" y="1575816"/>
                </a:lnTo>
                <a:lnTo>
                  <a:pt x="247777" y="1601470"/>
                </a:lnTo>
                <a:lnTo>
                  <a:pt x="271018" y="1591183"/>
                </a:lnTo>
                <a:close/>
              </a:path>
              <a:path w="3287395" h="4197984">
                <a:moveTo>
                  <a:pt x="312547" y="1683766"/>
                </a:moveTo>
                <a:lnTo>
                  <a:pt x="291211" y="1637030"/>
                </a:lnTo>
                <a:lnTo>
                  <a:pt x="281305" y="1614424"/>
                </a:lnTo>
                <a:lnTo>
                  <a:pt x="258064" y="1624711"/>
                </a:lnTo>
                <a:lnTo>
                  <a:pt x="267970" y="1647190"/>
                </a:lnTo>
                <a:lnTo>
                  <a:pt x="289306" y="1694307"/>
                </a:lnTo>
                <a:lnTo>
                  <a:pt x="312547" y="1683766"/>
                </a:lnTo>
                <a:close/>
              </a:path>
              <a:path w="3287395" h="4197984">
                <a:moveTo>
                  <a:pt x="354711" y="1776095"/>
                </a:moveTo>
                <a:lnTo>
                  <a:pt x="323723" y="1708531"/>
                </a:lnTo>
                <a:lnTo>
                  <a:pt x="322961" y="1707007"/>
                </a:lnTo>
                <a:lnTo>
                  <a:pt x="299847" y="1717421"/>
                </a:lnTo>
                <a:lnTo>
                  <a:pt x="331724" y="1786763"/>
                </a:lnTo>
                <a:lnTo>
                  <a:pt x="354711" y="1776095"/>
                </a:lnTo>
                <a:close/>
              </a:path>
              <a:path w="3287395" h="4197984">
                <a:moveTo>
                  <a:pt x="397764" y="1868043"/>
                </a:moveTo>
                <a:lnTo>
                  <a:pt x="365379" y="1799082"/>
                </a:lnTo>
                <a:lnTo>
                  <a:pt x="342392" y="1809877"/>
                </a:lnTo>
                <a:lnTo>
                  <a:pt x="367538" y="1863725"/>
                </a:lnTo>
                <a:lnTo>
                  <a:pt x="374777" y="1878838"/>
                </a:lnTo>
                <a:lnTo>
                  <a:pt x="397764" y="1868043"/>
                </a:lnTo>
                <a:close/>
              </a:path>
              <a:path w="3287395" h="4197984">
                <a:moveTo>
                  <a:pt x="449580" y="1918335"/>
                </a:moveTo>
                <a:lnTo>
                  <a:pt x="426516" y="1929206"/>
                </a:lnTo>
                <a:lnTo>
                  <a:pt x="408559" y="1891030"/>
                </a:lnTo>
                <a:lnTo>
                  <a:pt x="385572" y="1901825"/>
                </a:lnTo>
                <a:lnTo>
                  <a:pt x="403542" y="1940039"/>
                </a:lnTo>
                <a:lnTo>
                  <a:pt x="380619" y="1950847"/>
                </a:lnTo>
                <a:lnTo>
                  <a:pt x="447548" y="2003425"/>
                </a:lnTo>
                <a:lnTo>
                  <a:pt x="448779" y="1951482"/>
                </a:lnTo>
                <a:lnTo>
                  <a:pt x="449580" y="1918335"/>
                </a:lnTo>
                <a:close/>
              </a:path>
              <a:path w="3287395" h="4197984">
                <a:moveTo>
                  <a:pt x="816737" y="2666365"/>
                </a:moveTo>
                <a:lnTo>
                  <a:pt x="811403" y="2655951"/>
                </a:lnTo>
                <a:lnTo>
                  <a:pt x="782701" y="2598166"/>
                </a:lnTo>
                <a:lnTo>
                  <a:pt x="759968" y="2609469"/>
                </a:lnTo>
                <a:lnTo>
                  <a:pt x="788670" y="2667254"/>
                </a:lnTo>
                <a:lnTo>
                  <a:pt x="794004" y="2677668"/>
                </a:lnTo>
                <a:lnTo>
                  <a:pt x="816737" y="2666365"/>
                </a:lnTo>
                <a:close/>
              </a:path>
              <a:path w="3287395" h="4197984">
                <a:moveTo>
                  <a:pt x="862203" y="2757170"/>
                </a:moveTo>
                <a:lnTo>
                  <a:pt x="840867" y="2714879"/>
                </a:lnTo>
                <a:lnTo>
                  <a:pt x="828040" y="2689098"/>
                </a:lnTo>
                <a:lnTo>
                  <a:pt x="805307" y="2700401"/>
                </a:lnTo>
                <a:lnTo>
                  <a:pt x="818134" y="2726182"/>
                </a:lnTo>
                <a:lnTo>
                  <a:pt x="839597" y="2768600"/>
                </a:lnTo>
                <a:lnTo>
                  <a:pt x="862203" y="2757170"/>
                </a:lnTo>
                <a:close/>
              </a:path>
              <a:path w="3287395" h="4197984">
                <a:moveTo>
                  <a:pt x="908431" y="2847467"/>
                </a:moveTo>
                <a:lnTo>
                  <a:pt x="873760" y="2779649"/>
                </a:lnTo>
                <a:lnTo>
                  <a:pt x="851154" y="2791333"/>
                </a:lnTo>
                <a:lnTo>
                  <a:pt x="879602" y="2847086"/>
                </a:lnTo>
                <a:lnTo>
                  <a:pt x="885952" y="2859151"/>
                </a:lnTo>
                <a:lnTo>
                  <a:pt x="908431" y="2847467"/>
                </a:lnTo>
                <a:close/>
              </a:path>
              <a:path w="3287395" h="4197984">
                <a:moveTo>
                  <a:pt x="955675" y="2937256"/>
                </a:moveTo>
                <a:lnTo>
                  <a:pt x="934085" y="2896743"/>
                </a:lnTo>
                <a:lnTo>
                  <a:pt x="920242" y="2869946"/>
                </a:lnTo>
                <a:lnTo>
                  <a:pt x="897636" y="2881630"/>
                </a:lnTo>
                <a:lnTo>
                  <a:pt x="911606" y="2908554"/>
                </a:lnTo>
                <a:lnTo>
                  <a:pt x="933196" y="2949194"/>
                </a:lnTo>
                <a:lnTo>
                  <a:pt x="955675" y="2937256"/>
                </a:lnTo>
                <a:close/>
              </a:path>
              <a:path w="3287395" h="4197984">
                <a:moveTo>
                  <a:pt x="1003935" y="3026283"/>
                </a:moveTo>
                <a:lnTo>
                  <a:pt x="1000506" y="3020060"/>
                </a:lnTo>
                <a:lnTo>
                  <a:pt x="967486" y="2959608"/>
                </a:lnTo>
                <a:lnTo>
                  <a:pt x="945261" y="2971800"/>
                </a:lnTo>
                <a:lnTo>
                  <a:pt x="978154" y="3032252"/>
                </a:lnTo>
                <a:lnTo>
                  <a:pt x="981837" y="3038729"/>
                </a:lnTo>
                <a:lnTo>
                  <a:pt x="1003935" y="3026283"/>
                </a:lnTo>
                <a:close/>
              </a:path>
              <a:path w="3287395" h="4197984">
                <a:moveTo>
                  <a:pt x="1053973" y="3114548"/>
                </a:moveTo>
                <a:lnTo>
                  <a:pt x="1035050" y="3081782"/>
                </a:lnTo>
                <a:lnTo>
                  <a:pt x="1016381" y="3048508"/>
                </a:lnTo>
                <a:lnTo>
                  <a:pt x="994283" y="3060954"/>
                </a:lnTo>
                <a:lnTo>
                  <a:pt x="1012825" y="3094228"/>
                </a:lnTo>
                <a:lnTo>
                  <a:pt x="1032002" y="3127248"/>
                </a:lnTo>
                <a:lnTo>
                  <a:pt x="1053973" y="3114548"/>
                </a:lnTo>
                <a:close/>
              </a:path>
              <a:path w="3287395" h="4197984">
                <a:moveTo>
                  <a:pt x="1105662" y="3201797"/>
                </a:moveTo>
                <a:lnTo>
                  <a:pt x="1070483" y="3143123"/>
                </a:lnTo>
                <a:lnTo>
                  <a:pt x="1066673" y="3136646"/>
                </a:lnTo>
                <a:lnTo>
                  <a:pt x="1044702" y="3149346"/>
                </a:lnTo>
                <a:lnTo>
                  <a:pt x="1048512" y="3155823"/>
                </a:lnTo>
                <a:lnTo>
                  <a:pt x="1083818" y="3214878"/>
                </a:lnTo>
                <a:lnTo>
                  <a:pt x="1105662" y="3201797"/>
                </a:lnTo>
                <a:close/>
              </a:path>
              <a:path w="3287395" h="4197984">
                <a:moveTo>
                  <a:pt x="1159510" y="3287395"/>
                </a:moveTo>
                <a:lnTo>
                  <a:pt x="1144397" y="3264154"/>
                </a:lnTo>
                <a:lnTo>
                  <a:pt x="1118870" y="3223260"/>
                </a:lnTo>
                <a:lnTo>
                  <a:pt x="1097280" y="3236722"/>
                </a:lnTo>
                <a:lnTo>
                  <a:pt x="1122807" y="3277616"/>
                </a:lnTo>
                <a:lnTo>
                  <a:pt x="1138174" y="3301238"/>
                </a:lnTo>
                <a:lnTo>
                  <a:pt x="1159510" y="3287395"/>
                </a:lnTo>
                <a:close/>
              </a:path>
              <a:path w="3287395" h="4197984">
                <a:moveTo>
                  <a:pt x="1215771" y="3371723"/>
                </a:moveTo>
                <a:lnTo>
                  <a:pt x="1182751" y="3323336"/>
                </a:lnTo>
                <a:lnTo>
                  <a:pt x="1173353" y="3308731"/>
                </a:lnTo>
                <a:lnTo>
                  <a:pt x="1152017" y="3322574"/>
                </a:lnTo>
                <a:lnTo>
                  <a:pt x="1161542" y="3337179"/>
                </a:lnTo>
                <a:lnTo>
                  <a:pt x="1194689" y="3385947"/>
                </a:lnTo>
                <a:lnTo>
                  <a:pt x="1215771" y="3371723"/>
                </a:lnTo>
                <a:close/>
              </a:path>
              <a:path w="3287395" h="4197984">
                <a:moveTo>
                  <a:pt x="1274699" y="3453638"/>
                </a:moveTo>
                <a:lnTo>
                  <a:pt x="1262761" y="3437890"/>
                </a:lnTo>
                <a:lnTo>
                  <a:pt x="1230122" y="3392297"/>
                </a:lnTo>
                <a:lnTo>
                  <a:pt x="1209421" y="3407029"/>
                </a:lnTo>
                <a:lnTo>
                  <a:pt x="1242060" y="3452622"/>
                </a:lnTo>
                <a:lnTo>
                  <a:pt x="1254506" y="3469005"/>
                </a:lnTo>
                <a:lnTo>
                  <a:pt x="1274699" y="3453638"/>
                </a:lnTo>
                <a:close/>
              </a:path>
              <a:path w="3287395" h="4197984">
                <a:moveTo>
                  <a:pt x="1337056" y="3533394"/>
                </a:moveTo>
                <a:lnTo>
                  <a:pt x="1304417" y="3493008"/>
                </a:lnTo>
                <a:lnTo>
                  <a:pt x="1290066" y="3473831"/>
                </a:lnTo>
                <a:lnTo>
                  <a:pt x="1269746" y="3489198"/>
                </a:lnTo>
                <a:lnTo>
                  <a:pt x="1284224" y="3508248"/>
                </a:lnTo>
                <a:lnTo>
                  <a:pt x="1317244" y="3549269"/>
                </a:lnTo>
                <a:lnTo>
                  <a:pt x="1337056" y="3533394"/>
                </a:lnTo>
                <a:close/>
              </a:path>
              <a:path w="3287395" h="4197984">
                <a:moveTo>
                  <a:pt x="1402842" y="3609594"/>
                </a:moveTo>
                <a:lnTo>
                  <a:pt x="1389634" y="3595243"/>
                </a:lnTo>
                <a:lnTo>
                  <a:pt x="1368679" y="3571367"/>
                </a:lnTo>
                <a:lnTo>
                  <a:pt x="1352931" y="3552825"/>
                </a:lnTo>
                <a:lnTo>
                  <a:pt x="1333500" y="3569208"/>
                </a:lnTo>
                <a:lnTo>
                  <a:pt x="1349248" y="3587750"/>
                </a:lnTo>
                <a:lnTo>
                  <a:pt x="1370584" y="3612134"/>
                </a:lnTo>
                <a:lnTo>
                  <a:pt x="1384300" y="3626739"/>
                </a:lnTo>
                <a:lnTo>
                  <a:pt x="1402842" y="3609594"/>
                </a:lnTo>
                <a:close/>
              </a:path>
              <a:path w="3287395" h="4197984">
                <a:moveTo>
                  <a:pt x="1474343" y="3679571"/>
                </a:moveTo>
                <a:lnTo>
                  <a:pt x="1473581" y="3678936"/>
                </a:lnTo>
                <a:lnTo>
                  <a:pt x="1452372" y="3659505"/>
                </a:lnTo>
                <a:lnTo>
                  <a:pt x="1431417" y="3639312"/>
                </a:lnTo>
                <a:lnTo>
                  <a:pt x="1420241" y="3627755"/>
                </a:lnTo>
                <a:lnTo>
                  <a:pt x="1401953" y="3645408"/>
                </a:lnTo>
                <a:lnTo>
                  <a:pt x="1413256" y="3656965"/>
                </a:lnTo>
                <a:lnTo>
                  <a:pt x="1434846" y="3677793"/>
                </a:lnTo>
                <a:lnTo>
                  <a:pt x="1456436" y="3697605"/>
                </a:lnTo>
                <a:lnTo>
                  <a:pt x="1457960" y="3698875"/>
                </a:lnTo>
                <a:lnTo>
                  <a:pt x="1474343" y="3679571"/>
                </a:lnTo>
                <a:close/>
              </a:path>
              <a:path w="3287395" h="4197984">
                <a:moveTo>
                  <a:pt x="1553464" y="3741293"/>
                </a:moveTo>
                <a:lnTo>
                  <a:pt x="1539875" y="3731768"/>
                </a:lnTo>
                <a:lnTo>
                  <a:pt x="1517142" y="3715004"/>
                </a:lnTo>
                <a:lnTo>
                  <a:pt x="1493774" y="3696081"/>
                </a:lnTo>
                <a:lnTo>
                  <a:pt x="1477264" y="3715385"/>
                </a:lnTo>
                <a:lnTo>
                  <a:pt x="1478661" y="3716655"/>
                </a:lnTo>
                <a:lnTo>
                  <a:pt x="1501267" y="3734689"/>
                </a:lnTo>
                <a:lnTo>
                  <a:pt x="1524762" y="3752215"/>
                </a:lnTo>
                <a:lnTo>
                  <a:pt x="1538859" y="3762121"/>
                </a:lnTo>
                <a:lnTo>
                  <a:pt x="1553464" y="3741293"/>
                </a:lnTo>
                <a:close/>
              </a:path>
              <a:path w="3287395" h="4197984">
                <a:moveTo>
                  <a:pt x="1638681" y="3794633"/>
                </a:moveTo>
                <a:lnTo>
                  <a:pt x="1613154" y="3779774"/>
                </a:lnTo>
                <a:lnTo>
                  <a:pt x="1587754" y="3764280"/>
                </a:lnTo>
                <a:lnTo>
                  <a:pt x="1574165" y="3755390"/>
                </a:lnTo>
                <a:lnTo>
                  <a:pt x="1560195" y="3776599"/>
                </a:lnTo>
                <a:lnTo>
                  <a:pt x="1573784" y="3785489"/>
                </a:lnTo>
                <a:lnTo>
                  <a:pt x="1599946" y="3801491"/>
                </a:lnTo>
                <a:lnTo>
                  <a:pt x="1625981" y="3816604"/>
                </a:lnTo>
                <a:lnTo>
                  <a:pt x="1638681" y="3794633"/>
                </a:lnTo>
                <a:close/>
              </a:path>
              <a:path w="3287395" h="4197984">
                <a:moveTo>
                  <a:pt x="1728089" y="3840734"/>
                </a:moveTo>
                <a:lnTo>
                  <a:pt x="1697355" y="3825748"/>
                </a:lnTo>
                <a:lnTo>
                  <a:pt x="1667891" y="3810508"/>
                </a:lnTo>
                <a:lnTo>
                  <a:pt x="1660652" y="3806571"/>
                </a:lnTo>
                <a:lnTo>
                  <a:pt x="1648587" y="3828923"/>
                </a:lnTo>
                <a:lnTo>
                  <a:pt x="1685671" y="3848354"/>
                </a:lnTo>
                <a:lnTo>
                  <a:pt x="1716913" y="3863594"/>
                </a:lnTo>
                <a:lnTo>
                  <a:pt x="1728089" y="3840734"/>
                </a:lnTo>
                <a:close/>
              </a:path>
              <a:path w="3287395" h="4197984">
                <a:moveTo>
                  <a:pt x="1820037" y="3882644"/>
                </a:moveTo>
                <a:lnTo>
                  <a:pt x="1796161" y="3872230"/>
                </a:lnTo>
                <a:lnTo>
                  <a:pt x="1761490" y="3856482"/>
                </a:lnTo>
                <a:lnTo>
                  <a:pt x="1750949" y="3851529"/>
                </a:lnTo>
                <a:lnTo>
                  <a:pt x="1740027" y="3874516"/>
                </a:lnTo>
                <a:lnTo>
                  <a:pt x="1750568" y="3879469"/>
                </a:lnTo>
                <a:lnTo>
                  <a:pt x="1785747" y="3895344"/>
                </a:lnTo>
                <a:lnTo>
                  <a:pt x="1809877" y="3905885"/>
                </a:lnTo>
                <a:lnTo>
                  <a:pt x="1820037" y="3882644"/>
                </a:lnTo>
                <a:close/>
              </a:path>
              <a:path w="3287395" h="4197984">
                <a:moveTo>
                  <a:pt x="1913382" y="3922141"/>
                </a:moveTo>
                <a:lnTo>
                  <a:pt x="1872107" y="3904996"/>
                </a:lnTo>
                <a:lnTo>
                  <a:pt x="1843278" y="3892677"/>
                </a:lnTo>
                <a:lnTo>
                  <a:pt x="1833372" y="3916045"/>
                </a:lnTo>
                <a:lnTo>
                  <a:pt x="1862074" y="3928364"/>
                </a:lnTo>
                <a:lnTo>
                  <a:pt x="1903730" y="3945509"/>
                </a:lnTo>
                <a:lnTo>
                  <a:pt x="1907324" y="3936873"/>
                </a:lnTo>
                <a:lnTo>
                  <a:pt x="1913382" y="3922141"/>
                </a:lnTo>
                <a:close/>
              </a:path>
              <a:path w="3287395" h="4197984">
                <a:moveTo>
                  <a:pt x="2007489" y="3960241"/>
                </a:moveTo>
                <a:lnTo>
                  <a:pt x="1936877" y="3931666"/>
                </a:lnTo>
                <a:lnTo>
                  <a:pt x="1927225" y="3955288"/>
                </a:lnTo>
                <a:lnTo>
                  <a:pt x="1994027" y="3982212"/>
                </a:lnTo>
                <a:lnTo>
                  <a:pt x="1997964" y="3983736"/>
                </a:lnTo>
                <a:lnTo>
                  <a:pt x="2007489" y="3960241"/>
                </a:lnTo>
                <a:close/>
              </a:path>
              <a:path w="3287395" h="4197984">
                <a:moveTo>
                  <a:pt x="2101850" y="3997706"/>
                </a:moveTo>
                <a:lnTo>
                  <a:pt x="2030984" y="3969639"/>
                </a:lnTo>
                <a:lnTo>
                  <a:pt x="2021586" y="3993261"/>
                </a:lnTo>
                <a:lnTo>
                  <a:pt x="2092452" y="4021328"/>
                </a:lnTo>
                <a:lnTo>
                  <a:pt x="2101850" y="3997706"/>
                </a:lnTo>
                <a:close/>
              </a:path>
              <a:path w="3287395" h="4197984">
                <a:moveTo>
                  <a:pt x="2196338" y="4035044"/>
                </a:moveTo>
                <a:lnTo>
                  <a:pt x="2131314" y="4009517"/>
                </a:lnTo>
                <a:lnTo>
                  <a:pt x="2125472" y="4007104"/>
                </a:lnTo>
                <a:lnTo>
                  <a:pt x="2116074" y="4030726"/>
                </a:lnTo>
                <a:lnTo>
                  <a:pt x="2187067" y="4058666"/>
                </a:lnTo>
                <a:lnTo>
                  <a:pt x="2196338" y="4035044"/>
                </a:lnTo>
                <a:close/>
              </a:path>
              <a:path w="3287395" h="4197984">
                <a:moveTo>
                  <a:pt x="2290826" y="4072382"/>
                </a:moveTo>
                <a:lnTo>
                  <a:pt x="2219960" y="4044315"/>
                </a:lnTo>
                <a:lnTo>
                  <a:pt x="2210689" y="4067937"/>
                </a:lnTo>
                <a:lnTo>
                  <a:pt x="2268855" y="4090924"/>
                </a:lnTo>
                <a:lnTo>
                  <a:pt x="2281428" y="4096004"/>
                </a:lnTo>
                <a:lnTo>
                  <a:pt x="2290826" y="4072382"/>
                </a:lnTo>
                <a:close/>
              </a:path>
              <a:path w="3287395" h="4197984">
                <a:moveTo>
                  <a:pt x="2385314" y="4109720"/>
                </a:moveTo>
                <a:lnTo>
                  <a:pt x="2314448" y="4081653"/>
                </a:lnTo>
                <a:lnTo>
                  <a:pt x="2305050" y="4105275"/>
                </a:lnTo>
                <a:lnTo>
                  <a:pt x="2375916" y="4133342"/>
                </a:lnTo>
                <a:lnTo>
                  <a:pt x="2385314" y="4109720"/>
                </a:lnTo>
                <a:close/>
              </a:path>
              <a:path w="3287395" h="4197984">
                <a:moveTo>
                  <a:pt x="2479675" y="4147439"/>
                </a:moveTo>
                <a:lnTo>
                  <a:pt x="2410714" y="4119880"/>
                </a:lnTo>
                <a:lnTo>
                  <a:pt x="2408936" y="4119118"/>
                </a:lnTo>
                <a:lnTo>
                  <a:pt x="2399538" y="4142740"/>
                </a:lnTo>
                <a:lnTo>
                  <a:pt x="2401316" y="4143502"/>
                </a:lnTo>
                <a:lnTo>
                  <a:pt x="2470277" y="4171061"/>
                </a:lnTo>
                <a:lnTo>
                  <a:pt x="2479675" y="4147439"/>
                </a:lnTo>
                <a:close/>
              </a:path>
              <a:path w="3287395" h="4197984">
                <a:moveTo>
                  <a:pt x="2553081" y="4190746"/>
                </a:moveTo>
                <a:lnTo>
                  <a:pt x="2496693" y="4126865"/>
                </a:lnTo>
                <a:lnTo>
                  <a:pt x="2468118" y="4197604"/>
                </a:lnTo>
                <a:lnTo>
                  <a:pt x="2553081" y="4190746"/>
                </a:lnTo>
                <a:close/>
              </a:path>
              <a:path w="3287395" h="4197984">
                <a:moveTo>
                  <a:pt x="2576195" y="599059"/>
                </a:moveTo>
                <a:lnTo>
                  <a:pt x="2550795" y="598170"/>
                </a:lnTo>
                <a:lnTo>
                  <a:pt x="2550160" y="622173"/>
                </a:lnTo>
                <a:lnTo>
                  <a:pt x="2549779" y="650494"/>
                </a:lnTo>
                <a:lnTo>
                  <a:pt x="2550147" y="674624"/>
                </a:lnTo>
                <a:lnTo>
                  <a:pt x="2550160" y="675005"/>
                </a:lnTo>
                <a:lnTo>
                  <a:pt x="2575560" y="674624"/>
                </a:lnTo>
                <a:lnTo>
                  <a:pt x="2575179" y="650748"/>
                </a:lnTo>
                <a:lnTo>
                  <a:pt x="2575433" y="622935"/>
                </a:lnTo>
                <a:lnTo>
                  <a:pt x="2576195" y="599059"/>
                </a:lnTo>
                <a:close/>
              </a:path>
              <a:path w="3287395" h="4197984">
                <a:moveTo>
                  <a:pt x="2581402" y="774954"/>
                </a:moveTo>
                <a:lnTo>
                  <a:pt x="2578100" y="736092"/>
                </a:lnTo>
                <a:lnTo>
                  <a:pt x="2576322" y="699770"/>
                </a:lnTo>
                <a:lnTo>
                  <a:pt x="2550922" y="700659"/>
                </a:lnTo>
                <a:lnTo>
                  <a:pt x="2555113" y="767080"/>
                </a:lnTo>
                <a:lnTo>
                  <a:pt x="2556129" y="777494"/>
                </a:lnTo>
                <a:lnTo>
                  <a:pt x="2581402" y="774954"/>
                </a:lnTo>
                <a:close/>
              </a:path>
              <a:path w="3287395" h="4197984">
                <a:moveTo>
                  <a:pt x="2583815" y="498856"/>
                </a:moveTo>
                <a:lnTo>
                  <a:pt x="2558542" y="495808"/>
                </a:lnTo>
                <a:lnTo>
                  <a:pt x="2556764" y="511175"/>
                </a:lnTo>
                <a:lnTo>
                  <a:pt x="2552446" y="566166"/>
                </a:lnTo>
                <a:lnTo>
                  <a:pt x="2552065" y="572643"/>
                </a:lnTo>
                <a:lnTo>
                  <a:pt x="2577465" y="573913"/>
                </a:lnTo>
                <a:lnTo>
                  <a:pt x="2577719" y="568071"/>
                </a:lnTo>
                <a:lnTo>
                  <a:pt x="2582037" y="514223"/>
                </a:lnTo>
                <a:lnTo>
                  <a:pt x="2583815" y="498856"/>
                </a:lnTo>
                <a:close/>
              </a:path>
              <a:path w="3287395" h="4197984">
                <a:moveTo>
                  <a:pt x="2594991" y="874649"/>
                </a:moveTo>
                <a:lnTo>
                  <a:pt x="2591435" y="854202"/>
                </a:lnTo>
                <a:lnTo>
                  <a:pt x="2586990" y="824103"/>
                </a:lnTo>
                <a:lnTo>
                  <a:pt x="2584069" y="799846"/>
                </a:lnTo>
                <a:lnTo>
                  <a:pt x="2558796" y="803021"/>
                </a:lnTo>
                <a:lnTo>
                  <a:pt x="2561844" y="827278"/>
                </a:lnTo>
                <a:lnTo>
                  <a:pt x="2566289" y="857885"/>
                </a:lnTo>
                <a:lnTo>
                  <a:pt x="2569972" y="878967"/>
                </a:lnTo>
                <a:lnTo>
                  <a:pt x="2594991" y="874649"/>
                </a:lnTo>
                <a:close/>
              </a:path>
              <a:path w="3287395" h="4197984">
                <a:moveTo>
                  <a:pt x="2598039" y="399034"/>
                </a:moveTo>
                <a:lnTo>
                  <a:pt x="2573020" y="394462"/>
                </a:lnTo>
                <a:lnTo>
                  <a:pt x="2571242" y="404241"/>
                </a:lnTo>
                <a:lnTo>
                  <a:pt x="2563241" y="457327"/>
                </a:lnTo>
                <a:lnTo>
                  <a:pt x="2561590" y="470662"/>
                </a:lnTo>
                <a:lnTo>
                  <a:pt x="2586863" y="473583"/>
                </a:lnTo>
                <a:lnTo>
                  <a:pt x="2588260" y="461137"/>
                </a:lnTo>
                <a:lnTo>
                  <a:pt x="2596261" y="408813"/>
                </a:lnTo>
                <a:lnTo>
                  <a:pt x="2598039" y="399034"/>
                </a:lnTo>
                <a:close/>
              </a:path>
              <a:path w="3287395" h="4197984">
                <a:moveTo>
                  <a:pt x="2615565" y="973455"/>
                </a:moveTo>
                <a:lnTo>
                  <a:pt x="2609215" y="946531"/>
                </a:lnTo>
                <a:lnTo>
                  <a:pt x="2602611" y="915289"/>
                </a:lnTo>
                <a:lnTo>
                  <a:pt x="2599563" y="899414"/>
                </a:lnTo>
                <a:lnTo>
                  <a:pt x="2574544" y="904240"/>
                </a:lnTo>
                <a:lnTo>
                  <a:pt x="2577719" y="920115"/>
                </a:lnTo>
                <a:lnTo>
                  <a:pt x="2584323" y="951738"/>
                </a:lnTo>
                <a:lnTo>
                  <a:pt x="2590800" y="979170"/>
                </a:lnTo>
                <a:lnTo>
                  <a:pt x="2615565" y="973455"/>
                </a:lnTo>
                <a:close/>
              </a:path>
              <a:path w="3287395" h="4197984">
                <a:moveTo>
                  <a:pt x="2617978" y="300101"/>
                </a:moveTo>
                <a:lnTo>
                  <a:pt x="2593340" y="294259"/>
                </a:lnTo>
                <a:lnTo>
                  <a:pt x="2591866" y="300101"/>
                </a:lnTo>
                <a:lnTo>
                  <a:pt x="2580894" y="351917"/>
                </a:lnTo>
                <a:lnTo>
                  <a:pt x="2577592" y="369443"/>
                </a:lnTo>
                <a:lnTo>
                  <a:pt x="2602611" y="374015"/>
                </a:lnTo>
                <a:lnTo>
                  <a:pt x="2605659" y="357251"/>
                </a:lnTo>
                <a:lnTo>
                  <a:pt x="2616581" y="306197"/>
                </a:lnTo>
                <a:lnTo>
                  <a:pt x="2617914" y="300355"/>
                </a:lnTo>
                <a:lnTo>
                  <a:pt x="2617978" y="300101"/>
                </a:lnTo>
                <a:close/>
              </a:path>
              <a:path w="3287395" h="4197984">
                <a:moveTo>
                  <a:pt x="2641600" y="1070991"/>
                </a:moveTo>
                <a:lnTo>
                  <a:pt x="2633218" y="1041908"/>
                </a:lnTo>
                <a:lnTo>
                  <a:pt x="2624582" y="1009777"/>
                </a:lnTo>
                <a:lnTo>
                  <a:pt x="2621534" y="997839"/>
                </a:lnTo>
                <a:lnTo>
                  <a:pt x="2596896" y="1004062"/>
                </a:lnTo>
                <a:lnTo>
                  <a:pt x="2599944" y="1016000"/>
                </a:lnTo>
                <a:lnTo>
                  <a:pt x="2608707" y="1048512"/>
                </a:lnTo>
                <a:lnTo>
                  <a:pt x="2617089" y="1077976"/>
                </a:lnTo>
                <a:lnTo>
                  <a:pt x="2641600" y="1070991"/>
                </a:lnTo>
                <a:close/>
              </a:path>
              <a:path w="3287395" h="4197984">
                <a:moveTo>
                  <a:pt x="2642616" y="202057"/>
                </a:moveTo>
                <a:lnTo>
                  <a:pt x="2618105" y="195326"/>
                </a:lnTo>
                <a:lnTo>
                  <a:pt x="2617089" y="198882"/>
                </a:lnTo>
                <a:lnTo>
                  <a:pt x="2604008" y="249301"/>
                </a:lnTo>
                <a:lnTo>
                  <a:pt x="2599182" y="269494"/>
                </a:lnTo>
                <a:lnTo>
                  <a:pt x="2623947" y="275463"/>
                </a:lnTo>
                <a:lnTo>
                  <a:pt x="2628646" y="255651"/>
                </a:lnTo>
                <a:lnTo>
                  <a:pt x="2641600" y="205613"/>
                </a:lnTo>
                <a:lnTo>
                  <a:pt x="2642616" y="202057"/>
                </a:lnTo>
                <a:close/>
              </a:path>
              <a:path w="3287395" h="4197984">
                <a:moveTo>
                  <a:pt x="2670175" y="104521"/>
                </a:moveTo>
                <a:lnTo>
                  <a:pt x="2645918" y="97282"/>
                </a:lnTo>
                <a:lnTo>
                  <a:pt x="2645410" y="98933"/>
                </a:lnTo>
                <a:lnTo>
                  <a:pt x="2630932" y="148717"/>
                </a:lnTo>
                <a:lnTo>
                  <a:pt x="2624836" y="170815"/>
                </a:lnTo>
                <a:lnTo>
                  <a:pt x="2649347" y="177546"/>
                </a:lnTo>
                <a:lnTo>
                  <a:pt x="2655443" y="155702"/>
                </a:lnTo>
                <a:lnTo>
                  <a:pt x="2670175" y="104521"/>
                </a:lnTo>
                <a:close/>
              </a:path>
              <a:path w="3287395" h="4197984">
                <a:moveTo>
                  <a:pt x="2671953" y="1167257"/>
                </a:moveTo>
                <a:lnTo>
                  <a:pt x="2662936" y="1140079"/>
                </a:lnTo>
                <a:lnTo>
                  <a:pt x="2652522" y="1107059"/>
                </a:lnTo>
                <a:lnTo>
                  <a:pt x="2648839" y="1095121"/>
                </a:lnTo>
                <a:lnTo>
                  <a:pt x="2624582" y="1102487"/>
                </a:lnTo>
                <a:lnTo>
                  <a:pt x="2628138" y="1114552"/>
                </a:lnTo>
                <a:lnTo>
                  <a:pt x="2638679" y="1147826"/>
                </a:lnTo>
                <a:lnTo>
                  <a:pt x="2647823" y="1175385"/>
                </a:lnTo>
                <a:lnTo>
                  <a:pt x="2671953" y="1167257"/>
                </a:lnTo>
                <a:close/>
              </a:path>
              <a:path w="3287395" h="4197984">
                <a:moveTo>
                  <a:pt x="2699512" y="7239"/>
                </a:moveTo>
                <a:lnTo>
                  <a:pt x="2675255" y="0"/>
                </a:lnTo>
                <a:lnTo>
                  <a:pt x="2653284" y="72898"/>
                </a:lnTo>
                <a:lnTo>
                  <a:pt x="2677541" y="80264"/>
                </a:lnTo>
                <a:lnTo>
                  <a:pt x="2699512" y="7239"/>
                </a:lnTo>
                <a:close/>
              </a:path>
              <a:path w="3287395" h="4197984">
                <a:moveTo>
                  <a:pt x="2705862" y="1262634"/>
                </a:moveTo>
                <a:lnTo>
                  <a:pt x="2697607" y="1240790"/>
                </a:lnTo>
                <a:lnTo>
                  <a:pt x="2680208" y="1191133"/>
                </a:lnTo>
                <a:lnTo>
                  <a:pt x="2656205" y="1199515"/>
                </a:lnTo>
                <a:lnTo>
                  <a:pt x="2673731" y="1249172"/>
                </a:lnTo>
                <a:lnTo>
                  <a:pt x="2681986" y="1271524"/>
                </a:lnTo>
                <a:lnTo>
                  <a:pt x="2705862" y="1262634"/>
                </a:lnTo>
                <a:close/>
              </a:path>
              <a:path w="3287395" h="4197984">
                <a:moveTo>
                  <a:pt x="2742184" y="1357249"/>
                </a:moveTo>
                <a:lnTo>
                  <a:pt x="2723261" y="1309116"/>
                </a:lnTo>
                <a:lnTo>
                  <a:pt x="2714752" y="1286383"/>
                </a:lnTo>
                <a:lnTo>
                  <a:pt x="2691003" y="1295273"/>
                </a:lnTo>
                <a:lnTo>
                  <a:pt x="2699512" y="1318006"/>
                </a:lnTo>
                <a:lnTo>
                  <a:pt x="2718562" y="1366520"/>
                </a:lnTo>
                <a:lnTo>
                  <a:pt x="2742184" y="1357249"/>
                </a:lnTo>
                <a:close/>
              </a:path>
              <a:path w="3287395" h="4197984">
                <a:moveTo>
                  <a:pt x="2780538" y="1450848"/>
                </a:moveTo>
                <a:lnTo>
                  <a:pt x="2779395" y="1448181"/>
                </a:lnTo>
                <a:lnTo>
                  <a:pt x="2751455" y="1380617"/>
                </a:lnTo>
                <a:lnTo>
                  <a:pt x="2728087" y="1390396"/>
                </a:lnTo>
                <a:lnTo>
                  <a:pt x="2757170" y="1460881"/>
                </a:lnTo>
                <a:lnTo>
                  <a:pt x="2780538" y="1450848"/>
                </a:lnTo>
                <a:close/>
              </a:path>
              <a:path w="3287395" h="4197984">
                <a:moveTo>
                  <a:pt x="2820797" y="1544066"/>
                </a:moveTo>
                <a:lnTo>
                  <a:pt x="2809621" y="1518793"/>
                </a:lnTo>
                <a:lnTo>
                  <a:pt x="2790571" y="1474216"/>
                </a:lnTo>
                <a:lnTo>
                  <a:pt x="2767203" y="1484249"/>
                </a:lnTo>
                <a:lnTo>
                  <a:pt x="2786253" y="1528826"/>
                </a:lnTo>
                <a:lnTo>
                  <a:pt x="2797556" y="1554353"/>
                </a:lnTo>
                <a:lnTo>
                  <a:pt x="2820797" y="1544066"/>
                </a:lnTo>
                <a:close/>
              </a:path>
              <a:path w="3287395" h="4197984">
                <a:moveTo>
                  <a:pt x="2862199" y="1636649"/>
                </a:moveTo>
                <a:lnTo>
                  <a:pt x="2840990" y="1589913"/>
                </a:lnTo>
                <a:lnTo>
                  <a:pt x="2831084" y="1567307"/>
                </a:lnTo>
                <a:lnTo>
                  <a:pt x="2807843" y="1577594"/>
                </a:lnTo>
                <a:lnTo>
                  <a:pt x="2817749" y="1600200"/>
                </a:lnTo>
                <a:lnTo>
                  <a:pt x="2839085" y="1647190"/>
                </a:lnTo>
                <a:lnTo>
                  <a:pt x="2862199" y="1636649"/>
                </a:lnTo>
                <a:close/>
              </a:path>
              <a:path w="3287395" h="4197984">
                <a:moveTo>
                  <a:pt x="2904490" y="1728978"/>
                </a:moveTo>
                <a:lnTo>
                  <a:pt x="2873502" y="1661541"/>
                </a:lnTo>
                <a:lnTo>
                  <a:pt x="2872613" y="1659890"/>
                </a:lnTo>
                <a:lnTo>
                  <a:pt x="2849499" y="1670304"/>
                </a:lnTo>
                <a:lnTo>
                  <a:pt x="2881376" y="1739646"/>
                </a:lnTo>
                <a:lnTo>
                  <a:pt x="2904490" y="1728978"/>
                </a:lnTo>
                <a:close/>
              </a:path>
              <a:path w="3287395" h="4197984">
                <a:moveTo>
                  <a:pt x="2947416" y="1820926"/>
                </a:moveTo>
                <a:lnTo>
                  <a:pt x="2940304" y="1805813"/>
                </a:lnTo>
                <a:lnTo>
                  <a:pt x="2915158" y="1751965"/>
                </a:lnTo>
                <a:lnTo>
                  <a:pt x="2892171" y="1762760"/>
                </a:lnTo>
                <a:lnTo>
                  <a:pt x="2917317" y="1816608"/>
                </a:lnTo>
                <a:lnTo>
                  <a:pt x="2924556" y="1831721"/>
                </a:lnTo>
                <a:lnTo>
                  <a:pt x="2947416" y="1820926"/>
                </a:lnTo>
                <a:close/>
              </a:path>
              <a:path w="3287395" h="4197984">
                <a:moveTo>
                  <a:pt x="2999232" y="1871218"/>
                </a:moveTo>
                <a:lnTo>
                  <a:pt x="2976321" y="1882038"/>
                </a:lnTo>
                <a:lnTo>
                  <a:pt x="2958338" y="1843913"/>
                </a:lnTo>
                <a:lnTo>
                  <a:pt x="2935351" y="1854708"/>
                </a:lnTo>
                <a:lnTo>
                  <a:pt x="2953321" y="1892909"/>
                </a:lnTo>
                <a:lnTo>
                  <a:pt x="2930398" y="1903730"/>
                </a:lnTo>
                <a:lnTo>
                  <a:pt x="2997327" y="1956308"/>
                </a:lnTo>
                <a:lnTo>
                  <a:pt x="2998482" y="1904365"/>
                </a:lnTo>
                <a:lnTo>
                  <a:pt x="2999232" y="1871218"/>
                </a:lnTo>
                <a:close/>
              </a:path>
              <a:path w="3287395" h="4197984">
                <a:moveTo>
                  <a:pt x="3196209" y="3575939"/>
                </a:moveTo>
                <a:lnTo>
                  <a:pt x="3171863" y="3568763"/>
                </a:lnTo>
                <a:lnTo>
                  <a:pt x="3185033" y="3524377"/>
                </a:lnTo>
                <a:lnTo>
                  <a:pt x="3187954" y="3514217"/>
                </a:lnTo>
                <a:lnTo>
                  <a:pt x="3163570" y="3507232"/>
                </a:lnTo>
                <a:lnTo>
                  <a:pt x="3160649" y="3517265"/>
                </a:lnTo>
                <a:lnTo>
                  <a:pt x="3152013" y="3546094"/>
                </a:lnTo>
                <a:lnTo>
                  <a:pt x="3147466" y="3561562"/>
                </a:lnTo>
                <a:lnTo>
                  <a:pt x="3123057" y="3554349"/>
                </a:lnTo>
                <a:lnTo>
                  <a:pt x="3138170" y="3638296"/>
                </a:lnTo>
                <a:lnTo>
                  <a:pt x="3191599" y="3580892"/>
                </a:lnTo>
                <a:lnTo>
                  <a:pt x="3196209" y="3575939"/>
                </a:lnTo>
                <a:close/>
              </a:path>
              <a:path w="3287395" h="4197984">
                <a:moveTo>
                  <a:pt x="3215259" y="3415665"/>
                </a:moveTo>
                <a:lnTo>
                  <a:pt x="3190494" y="3409950"/>
                </a:lnTo>
                <a:lnTo>
                  <a:pt x="3189351" y="3414903"/>
                </a:lnTo>
                <a:lnTo>
                  <a:pt x="3184144" y="3434969"/>
                </a:lnTo>
                <a:lnTo>
                  <a:pt x="3178429" y="3456305"/>
                </a:lnTo>
                <a:lnTo>
                  <a:pt x="3171952" y="3479038"/>
                </a:lnTo>
                <a:lnTo>
                  <a:pt x="3170809" y="3482848"/>
                </a:lnTo>
                <a:lnTo>
                  <a:pt x="3195193" y="3489960"/>
                </a:lnTo>
                <a:lnTo>
                  <a:pt x="3196336" y="3486023"/>
                </a:lnTo>
                <a:lnTo>
                  <a:pt x="3202940" y="3462909"/>
                </a:lnTo>
                <a:lnTo>
                  <a:pt x="3208782" y="3441319"/>
                </a:lnTo>
                <a:lnTo>
                  <a:pt x="3214116" y="3420618"/>
                </a:lnTo>
                <a:lnTo>
                  <a:pt x="3215259" y="3415665"/>
                </a:lnTo>
                <a:close/>
              </a:path>
              <a:path w="3287395" h="4197984">
                <a:moveTo>
                  <a:pt x="3233801" y="3314573"/>
                </a:moveTo>
                <a:lnTo>
                  <a:pt x="3208528" y="3311271"/>
                </a:lnTo>
                <a:lnTo>
                  <a:pt x="3207258" y="3321177"/>
                </a:lnTo>
                <a:lnTo>
                  <a:pt x="3205607" y="3332607"/>
                </a:lnTo>
                <a:lnTo>
                  <a:pt x="3201924" y="3354578"/>
                </a:lnTo>
                <a:lnTo>
                  <a:pt x="3198114" y="3375152"/>
                </a:lnTo>
                <a:lnTo>
                  <a:pt x="3195955" y="3385439"/>
                </a:lnTo>
                <a:lnTo>
                  <a:pt x="3220847" y="3390646"/>
                </a:lnTo>
                <a:lnTo>
                  <a:pt x="3223133" y="3379851"/>
                </a:lnTo>
                <a:lnTo>
                  <a:pt x="3227070" y="3358642"/>
                </a:lnTo>
                <a:lnTo>
                  <a:pt x="3230626" y="3336417"/>
                </a:lnTo>
                <a:lnTo>
                  <a:pt x="3232404" y="3324606"/>
                </a:lnTo>
                <a:lnTo>
                  <a:pt x="3233801" y="3314573"/>
                </a:lnTo>
                <a:close/>
              </a:path>
              <a:path w="3287395" h="4197984">
                <a:moveTo>
                  <a:pt x="3244977" y="3213100"/>
                </a:moveTo>
                <a:lnTo>
                  <a:pt x="3219704" y="3210687"/>
                </a:lnTo>
                <a:lnTo>
                  <a:pt x="3218561" y="3221990"/>
                </a:lnTo>
                <a:lnTo>
                  <a:pt x="3217037" y="3238754"/>
                </a:lnTo>
                <a:lnTo>
                  <a:pt x="3215259" y="3254248"/>
                </a:lnTo>
                <a:lnTo>
                  <a:pt x="3213735" y="3269107"/>
                </a:lnTo>
                <a:lnTo>
                  <a:pt x="3212211" y="3283204"/>
                </a:lnTo>
                <a:lnTo>
                  <a:pt x="3211830" y="3286125"/>
                </a:lnTo>
                <a:lnTo>
                  <a:pt x="3236976" y="3289300"/>
                </a:lnTo>
                <a:lnTo>
                  <a:pt x="3237649" y="3283204"/>
                </a:lnTo>
                <a:lnTo>
                  <a:pt x="3238881" y="3271901"/>
                </a:lnTo>
                <a:lnTo>
                  <a:pt x="3242310" y="3241167"/>
                </a:lnTo>
                <a:lnTo>
                  <a:pt x="3243961" y="3224403"/>
                </a:lnTo>
                <a:lnTo>
                  <a:pt x="3244977" y="3213100"/>
                </a:lnTo>
                <a:close/>
              </a:path>
              <a:path w="3287395" h="4197984">
                <a:moveTo>
                  <a:pt x="3253867" y="3111754"/>
                </a:moveTo>
                <a:lnTo>
                  <a:pt x="3228594" y="3109722"/>
                </a:lnTo>
                <a:lnTo>
                  <a:pt x="3225165" y="3151378"/>
                </a:lnTo>
                <a:lnTo>
                  <a:pt x="3222117" y="3185541"/>
                </a:lnTo>
                <a:lnTo>
                  <a:pt x="3247390" y="3187827"/>
                </a:lnTo>
                <a:lnTo>
                  <a:pt x="3250438" y="3153410"/>
                </a:lnTo>
                <a:lnTo>
                  <a:pt x="3253867" y="3111754"/>
                </a:lnTo>
                <a:close/>
              </a:path>
              <a:path w="3287395" h="4197984">
                <a:moveTo>
                  <a:pt x="3261741" y="3010408"/>
                </a:moveTo>
                <a:lnTo>
                  <a:pt x="3236468" y="3008503"/>
                </a:lnTo>
                <a:lnTo>
                  <a:pt x="3234182" y="3037713"/>
                </a:lnTo>
                <a:lnTo>
                  <a:pt x="3231261" y="3076321"/>
                </a:lnTo>
                <a:lnTo>
                  <a:pt x="3230626" y="3084449"/>
                </a:lnTo>
                <a:lnTo>
                  <a:pt x="3255899" y="3086481"/>
                </a:lnTo>
                <a:lnTo>
                  <a:pt x="3259582" y="3039618"/>
                </a:lnTo>
                <a:lnTo>
                  <a:pt x="3261741" y="3010408"/>
                </a:lnTo>
                <a:close/>
              </a:path>
              <a:path w="3287395" h="4197984">
                <a:moveTo>
                  <a:pt x="3268726" y="2908935"/>
                </a:moveTo>
                <a:lnTo>
                  <a:pt x="3243453" y="2907284"/>
                </a:lnTo>
                <a:lnTo>
                  <a:pt x="3242691" y="2918587"/>
                </a:lnTo>
                <a:lnTo>
                  <a:pt x="3238246" y="2983230"/>
                </a:lnTo>
                <a:lnTo>
                  <a:pt x="3263519" y="2985008"/>
                </a:lnTo>
                <a:lnTo>
                  <a:pt x="3268091" y="2920238"/>
                </a:lnTo>
                <a:lnTo>
                  <a:pt x="3268726" y="2908935"/>
                </a:lnTo>
                <a:close/>
              </a:path>
              <a:path w="3287395" h="4197984">
                <a:moveTo>
                  <a:pt x="3275203" y="2807462"/>
                </a:moveTo>
                <a:lnTo>
                  <a:pt x="3249930" y="2805938"/>
                </a:lnTo>
                <a:lnTo>
                  <a:pt x="3245104" y="2881884"/>
                </a:lnTo>
                <a:lnTo>
                  <a:pt x="3270377" y="2883535"/>
                </a:lnTo>
                <a:lnTo>
                  <a:pt x="3273298" y="2839593"/>
                </a:lnTo>
                <a:lnTo>
                  <a:pt x="3275203" y="2807462"/>
                </a:lnTo>
                <a:close/>
              </a:path>
              <a:path w="3287395" h="4197984">
                <a:moveTo>
                  <a:pt x="3281426" y="2705989"/>
                </a:moveTo>
                <a:lnTo>
                  <a:pt x="3256026" y="2704592"/>
                </a:lnTo>
                <a:lnTo>
                  <a:pt x="3255264" y="2718308"/>
                </a:lnTo>
                <a:lnTo>
                  <a:pt x="3251454" y="2780538"/>
                </a:lnTo>
                <a:lnTo>
                  <a:pt x="3276854" y="2782062"/>
                </a:lnTo>
                <a:lnTo>
                  <a:pt x="3280664" y="2719705"/>
                </a:lnTo>
                <a:lnTo>
                  <a:pt x="3281426" y="2705989"/>
                </a:lnTo>
                <a:close/>
              </a:path>
              <a:path w="3287395" h="4197984">
                <a:moveTo>
                  <a:pt x="3287395" y="2604643"/>
                </a:moveTo>
                <a:lnTo>
                  <a:pt x="3261995" y="2603119"/>
                </a:lnTo>
                <a:lnTo>
                  <a:pt x="3259836" y="2640711"/>
                </a:lnTo>
                <a:lnTo>
                  <a:pt x="3257550" y="2679065"/>
                </a:lnTo>
                <a:lnTo>
                  <a:pt x="3282950" y="2680716"/>
                </a:lnTo>
                <a:lnTo>
                  <a:pt x="3285236" y="2642235"/>
                </a:lnTo>
                <a:lnTo>
                  <a:pt x="3287395" y="2604643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4081506" y="8160766"/>
            <a:ext cx="172910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65">
                <a:latin typeface="Calibri"/>
                <a:cs typeface="Calibri"/>
              </a:rPr>
              <a:t>Tracking </a:t>
            </a:r>
            <a:r>
              <a:rPr dirty="0" sz="2400" spc="225">
                <a:latin typeface="Calibri"/>
                <a:cs typeface="Calibri"/>
              </a:rPr>
              <a:t>Monitoring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364726" y="7866126"/>
            <a:ext cx="18027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95">
                <a:latin typeface="Calibri"/>
                <a:cs typeface="Calibri"/>
              </a:rPr>
              <a:t>TransactionID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2979654" y="7019925"/>
            <a:ext cx="180276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95">
                <a:latin typeface="Calibri"/>
                <a:cs typeface="Calibri"/>
              </a:rPr>
              <a:t>TransactionID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66038" y="2991968"/>
            <a:ext cx="7729855" cy="359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027555" indent="-342900">
              <a:lnSpc>
                <a:spcPct val="114999"/>
              </a:lnSpc>
              <a:spcBef>
                <a:spcPts val="100"/>
              </a:spcBef>
              <a:buClr>
                <a:srgbClr val="FFFFFF"/>
              </a:buClr>
              <a:buSzPct val="56250"/>
              <a:buFont typeface="Times New Roman"/>
              <a:buChar char="●"/>
              <a:tabLst>
                <a:tab pos="355600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마이크로서비스</a:t>
            </a:r>
            <a:r>
              <a:rPr dirty="0" sz="3200" spc="-26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365" b="1">
                <a:solidFill>
                  <a:srgbClr val="FFFFFF"/>
                </a:solidFill>
                <a:latin typeface="Calibri"/>
                <a:cs typeface="Calibri"/>
              </a:rPr>
              <a:t>Producer</a:t>
            </a:r>
            <a:r>
              <a:rPr dirty="0" sz="3200" spc="365" b="1">
                <a:solidFill>
                  <a:srgbClr val="FFFFFF"/>
                </a:solidFill>
                <a:latin typeface="Malgun Gothic"/>
                <a:cs typeface="Malgun Gothic"/>
              </a:rPr>
              <a:t>와 </a:t>
            </a:r>
            <a:r>
              <a:rPr dirty="0" sz="3200" spc="420" b="1">
                <a:solidFill>
                  <a:srgbClr val="FFFFFF"/>
                </a:solidFill>
                <a:latin typeface="Calibri"/>
                <a:cs typeface="Calibri"/>
              </a:rPr>
              <a:t>Consumer</a:t>
            </a:r>
            <a:r>
              <a:rPr dirty="0" sz="3200" spc="420" b="1">
                <a:solidFill>
                  <a:srgbClr val="FFFFFF"/>
                </a:solidFill>
                <a:latin typeface="Malgun Gothic"/>
                <a:cs typeface="Malgun Gothic"/>
              </a:rPr>
              <a:t>의</a:t>
            </a:r>
            <a:r>
              <a:rPr dirty="0" sz="3200" spc="-21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완전한</a:t>
            </a:r>
            <a:r>
              <a:rPr dirty="0" sz="3200" spc="-229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분리</a:t>
            </a:r>
            <a:endParaRPr sz="32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2580"/>
              </a:spcBef>
              <a:buSzPct val="56250"/>
              <a:buFont typeface="Times New Roman"/>
              <a:buChar char="●"/>
              <a:tabLst>
                <a:tab pos="3549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복제를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통한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메시지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내구성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강화</a:t>
            </a:r>
            <a:endParaRPr sz="32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2580"/>
              </a:spcBef>
              <a:buSzPct val="56250"/>
              <a:buFont typeface="Times New Roman"/>
              <a:buChar char="●"/>
              <a:tabLst>
                <a:tab pos="3549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메시지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재처리를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위한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235" b="1">
                <a:solidFill>
                  <a:srgbClr val="FFFFFF"/>
                </a:solidFill>
                <a:latin typeface="Malgun Gothic"/>
                <a:cs typeface="Malgun Gothic"/>
              </a:rPr>
              <a:t>재생</a:t>
            </a:r>
            <a:r>
              <a:rPr dirty="0" sz="3200" spc="235" b="1">
                <a:solidFill>
                  <a:srgbClr val="FFFFFF"/>
                </a:solidFill>
                <a:latin typeface="Calibri"/>
                <a:cs typeface="Calibri"/>
              </a:rPr>
              <a:t>(replay)</a:t>
            </a:r>
            <a:r>
              <a:rPr dirty="0" sz="3200" spc="1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기능</a:t>
            </a:r>
            <a:endParaRPr sz="32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2570"/>
              </a:spcBef>
              <a:buSzPct val="56250"/>
              <a:buFont typeface="Times New Roman"/>
              <a:buChar char="●"/>
              <a:tabLst>
                <a:tab pos="3549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메시지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형식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검증</a:t>
            </a:r>
            <a:endParaRPr sz="32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682988" y="3116325"/>
            <a:ext cx="7266940" cy="5149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865" indent="-685165">
              <a:lnSpc>
                <a:spcPct val="100000"/>
              </a:lnSpc>
              <a:spcBef>
                <a:spcPts val="100"/>
              </a:spcBef>
              <a:buSzPct val="56250"/>
              <a:buFont typeface="Times New Roman"/>
              <a:buChar char="●"/>
              <a:tabLst>
                <a:tab pos="697865" algn="l"/>
              </a:tabLst>
            </a:pPr>
            <a:r>
              <a:rPr dirty="0" sz="3200" spc="630" b="1">
                <a:solidFill>
                  <a:srgbClr val="FFFFFF"/>
                </a:solidFill>
                <a:latin typeface="Calibri"/>
                <a:cs typeface="Calibri"/>
              </a:rPr>
              <a:t>CDC</a:t>
            </a:r>
            <a:r>
              <a:rPr dirty="0" sz="3200" spc="1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dirty="0" sz="3200" spc="-2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625" b="1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r>
              <a:rPr dirty="0" sz="3200" spc="1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동기화</a:t>
            </a:r>
            <a:endParaRPr sz="3200">
              <a:latin typeface="Malgun Gothic"/>
              <a:cs typeface="Malgun Gothic"/>
            </a:endParaRPr>
          </a:p>
          <a:p>
            <a:pPr marL="698500" marR="5080" indent="-685800">
              <a:lnSpc>
                <a:spcPct val="114999"/>
              </a:lnSpc>
              <a:spcBef>
                <a:spcPts val="1995"/>
              </a:spcBef>
              <a:buSzPct val="56250"/>
              <a:buFont typeface="Times New Roman"/>
              <a:buChar char="●"/>
              <a:tabLst>
                <a:tab pos="698500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추가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오버헤드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없이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새로운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0" b="1">
                <a:solidFill>
                  <a:srgbClr val="FFFFFF"/>
                </a:solidFill>
                <a:latin typeface="Malgun Gothic"/>
                <a:cs typeface="Malgun Gothic"/>
              </a:rPr>
              <a:t>서비스를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쉽고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빠르게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추가</a:t>
            </a:r>
            <a:endParaRPr sz="3200">
              <a:latin typeface="Malgun Gothic"/>
              <a:cs typeface="Malgun Gothic"/>
            </a:endParaRPr>
          </a:p>
          <a:p>
            <a:pPr marL="698500" marR="818515" indent="-685800">
              <a:lnSpc>
                <a:spcPct val="114999"/>
              </a:lnSpc>
              <a:spcBef>
                <a:spcPts val="2005"/>
              </a:spcBef>
              <a:buSzPct val="56250"/>
              <a:buFont typeface="Times New Roman"/>
              <a:buChar char="●"/>
              <a:tabLst>
                <a:tab pos="698500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전송된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모든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메시지에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대한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중앙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집중식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보안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제어</a:t>
            </a:r>
            <a:endParaRPr sz="3200">
              <a:latin typeface="Malgun Gothic"/>
              <a:cs typeface="Malgun Gothic"/>
            </a:endParaRPr>
          </a:p>
          <a:p>
            <a:pPr marL="697865" indent="-685165">
              <a:lnSpc>
                <a:spcPct val="100000"/>
              </a:lnSpc>
              <a:spcBef>
                <a:spcPts val="2580"/>
              </a:spcBef>
              <a:buSzPct val="56250"/>
              <a:buFont typeface="Times New Roman"/>
              <a:buChar char="●"/>
              <a:tabLst>
                <a:tab pos="6978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메시지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형식</a:t>
            </a:r>
            <a:r>
              <a:rPr dirty="0" sz="3200" spc="-2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호환성</a:t>
            </a:r>
            <a:endParaRPr sz="3200">
              <a:latin typeface="Malgun Gothic"/>
              <a:cs typeface="Malgun Gothic"/>
            </a:endParaRPr>
          </a:p>
          <a:p>
            <a:pPr marL="697865" indent="-685165">
              <a:lnSpc>
                <a:spcPct val="100000"/>
              </a:lnSpc>
              <a:spcBef>
                <a:spcPts val="4575"/>
              </a:spcBef>
              <a:buSzPct val="56250"/>
              <a:buFont typeface="Times New Roman"/>
              <a:buChar char="●"/>
              <a:tabLst>
                <a:tab pos="6978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서비스</a:t>
            </a:r>
            <a:r>
              <a:rPr dirty="0" sz="3200" spc="-2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355" b="1">
                <a:solidFill>
                  <a:srgbClr val="FFFFFF"/>
                </a:solidFill>
                <a:latin typeface="Calibri"/>
                <a:cs typeface="Calibri"/>
              </a:rPr>
              <a:t>Tracking/Monitoring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6498" rIns="0" bIns="0" rtlCol="0" vert="horz">
            <a:spAutoFit/>
          </a:bodyPr>
          <a:lstStyle/>
          <a:p>
            <a:pPr marL="228981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38CCEC"/>
                </a:solidFill>
              </a:rPr>
              <a:t>이벤트</a:t>
            </a:r>
            <a:r>
              <a:rPr dirty="0" spc="-315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기반</a:t>
            </a:r>
            <a:r>
              <a:rPr dirty="0" spc="-300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마이크로</a:t>
            </a:r>
            <a:r>
              <a:rPr dirty="0" spc="-315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서비스</a:t>
            </a:r>
            <a:r>
              <a:rPr dirty="0" spc="-310">
                <a:solidFill>
                  <a:srgbClr val="38CCEC"/>
                </a:solidFill>
              </a:rPr>
              <a:t> </a:t>
            </a:r>
            <a:r>
              <a:rPr dirty="0">
                <a:solidFill>
                  <a:srgbClr val="38CCEC"/>
                </a:solidFill>
              </a:rPr>
              <a:t>아키텍처의</a:t>
            </a:r>
            <a:r>
              <a:rPr dirty="0" spc="-325">
                <a:solidFill>
                  <a:srgbClr val="38CCEC"/>
                </a:solidFill>
              </a:rPr>
              <a:t> </a:t>
            </a:r>
            <a:r>
              <a:rPr dirty="0" spc="-25">
                <a:solidFill>
                  <a:srgbClr val="38CCEC"/>
                </a:solidFill>
              </a:rPr>
              <a:t>장점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7366741" y="9392208"/>
            <a:ext cx="24320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10">
                <a:solidFill>
                  <a:srgbClr val="829393"/>
                </a:solidFill>
                <a:latin typeface="Calibri"/>
                <a:cs typeface="Calibri"/>
              </a:rPr>
              <a:t>45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3100" y="613334"/>
            <a:ext cx="7769225" cy="7969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50" spc="-254" i="1">
                <a:solidFill>
                  <a:srgbClr val="FFFFFF"/>
                </a:solidFill>
                <a:latin typeface="Malgun Gothic"/>
                <a:cs typeface="Malgun Gothic"/>
              </a:rPr>
              <a:t>이벤트</a:t>
            </a:r>
            <a:r>
              <a:rPr dirty="0" sz="5050" spc="-90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5050" spc="-254" i="1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dirty="0" sz="5050" spc="-90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5050" spc="-265" i="1">
                <a:solidFill>
                  <a:srgbClr val="FFFFFF"/>
                </a:solidFill>
                <a:latin typeface="Malgun Gothic"/>
                <a:cs typeface="Malgun Gothic"/>
              </a:rPr>
              <a:t>마이크로서비스</a:t>
            </a:r>
            <a:endParaRPr sz="505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134837" y="9428174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Arial"/>
                <a:cs typeface="Arial"/>
              </a:rPr>
              <a:t>46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290315" y="4591862"/>
            <a:ext cx="2052955" cy="1163955"/>
            <a:chOff x="3290315" y="4591862"/>
            <a:chExt cx="2052955" cy="116395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0315" y="4591862"/>
              <a:ext cx="2052827" cy="116339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8059" y="4666437"/>
              <a:ext cx="1629537" cy="107434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496436" y="4808727"/>
              <a:ext cx="1649095" cy="758825"/>
            </a:xfrm>
            <a:custGeom>
              <a:avLst/>
              <a:gdLst/>
              <a:ahLst/>
              <a:cxnLst/>
              <a:rect l="l" t="t" r="r" b="b"/>
              <a:pathLst>
                <a:path w="1649095" h="758825">
                  <a:moveTo>
                    <a:pt x="1522729" y="0"/>
                  </a:moveTo>
                  <a:lnTo>
                    <a:pt x="126364" y="0"/>
                  </a:lnTo>
                  <a:lnTo>
                    <a:pt x="77206" y="9941"/>
                  </a:lnTo>
                  <a:lnTo>
                    <a:pt x="37036" y="37052"/>
                  </a:lnTo>
                  <a:lnTo>
                    <a:pt x="9939" y="77259"/>
                  </a:lnTo>
                  <a:lnTo>
                    <a:pt x="0" y="126492"/>
                  </a:lnTo>
                  <a:lnTo>
                    <a:pt x="0" y="631951"/>
                  </a:lnTo>
                  <a:lnTo>
                    <a:pt x="9939" y="681110"/>
                  </a:lnTo>
                  <a:lnTo>
                    <a:pt x="37036" y="721280"/>
                  </a:lnTo>
                  <a:lnTo>
                    <a:pt x="77206" y="748377"/>
                  </a:lnTo>
                  <a:lnTo>
                    <a:pt x="126364" y="758317"/>
                  </a:lnTo>
                  <a:lnTo>
                    <a:pt x="1522729" y="758317"/>
                  </a:lnTo>
                  <a:lnTo>
                    <a:pt x="1571942" y="748377"/>
                  </a:lnTo>
                  <a:lnTo>
                    <a:pt x="1612106" y="721280"/>
                  </a:lnTo>
                  <a:lnTo>
                    <a:pt x="1639173" y="681110"/>
                  </a:lnTo>
                  <a:lnTo>
                    <a:pt x="1649095" y="631951"/>
                  </a:lnTo>
                  <a:lnTo>
                    <a:pt x="1649095" y="126492"/>
                  </a:lnTo>
                  <a:lnTo>
                    <a:pt x="1639173" y="77259"/>
                  </a:lnTo>
                  <a:lnTo>
                    <a:pt x="1612106" y="37052"/>
                  </a:lnTo>
                  <a:lnTo>
                    <a:pt x="1571942" y="9941"/>
                  </a:lnTo>
                  <a:lnTo>
                    <a:pt x="1522729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844797" y="4927473"/>
            <a:ext cx="9512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A182F"/>
                </a:solidFill>
                <a:latin typeface="Arial"/>
                <a:cs typeface="Arial"/>
              </a:rPr>
              <a:t>Fulfillment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044184" y="4591862"/>
            <a:ext cx="1910080" cy="1163955"/>
            <a:chOff x="6044184" y="4591862"/>
            <a:chExt cx="1910080" cy="116395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44184" y="4591862"/>
              <a:ext cx="1910080" cy="116339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2032" y="4666437"/>
              <a:ext cx="1292606" cy="107434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250940" y="4808727"/>
              <a:ext cx="1505585" cy="758825"/>
            </a:xfrm>
            <a:custGeom>
              <a:avLst/>
              <a:gdLst/>
              <a:ahLst/>
              <a:cxnLst/>
              <a:rect l="l" t="t" r="r" b="b"/>
              <a:pathLst>
                <a:path w="1505584" h="758825">
                  <a:moveTo>
                    <a:pt x="1379092" y="0"/>
                  </a:moveTo>
                  <a:lnTo>
                    <a:pt x="126364" y="0"/>
                  </a:lnTo>
                  <a:lnTo>
                    <a:pt x="77152" y="9941"/>
                  </a:lnTo>
                  <a:lnTo>
                    <a:pt x="36988" y="37052"/>
                  </a:lnTo>
                  <a:lnTo>
                    <a:pt x="9921" y="77259"/>
                  </a:lnTo>
                  <a:lnTo>
                    <a:pt x="0" y="126492"/>
                  </a:lnTo>
                  <a:lnTo>
                    <a:pt x="0" y="631951"/>
                  </a:lnTo>
                  <a:lnTo>
                    <a:pt x="9921" y="681110"/>
                  </a:lnTo>
                  <a:lnTo>
                    <a:pt x="36988" y="721280"/>
                  </a:lnTo>
                  <a:lnTo>
                    <a:pt x="77152" y="748377"/>
                  </a:lnTo>
                  <a:lnTo>
                    <a:pt x="126364" y="758317"/>
                  </a:lnTo>
                  <a:lnTo>
                    <a:pt x="1379092" y="758317"/>
                  </a:lnTo>
                  <a:lnTo>
                    <a:pt x="1428251" y="748377"/>
                  </a:lnTo>
                  <a:lnTo>
                    <a:pt x="1468421" y="721280"/>
                  </a:lnTo>
                  <a:lnTo>
                    <a:pt x="1495518" y="681110"/>
                  </a:lnTo>
                  <a:lnTo>
                    <a:pt x="1505458" y="631951"/>
                  </a:lnTo>
                  <a:lnTo>
                    <a:pt x="1505458" y="126492"/>
                  </a:lnTo>
                  <a:lnTo>
                    <a:pt x="1495518" y="77259"/>
                  </a:lnTo>
                  <a:lnTo>
                    <a:pt x="1468421" y="37052"/>
                  </a:lnTo>
                  <a:lnTo>
                    <a:pt x="1428251" y="9941"/>
                  </a:lnTo>
                  <a:lnTo>
                    <a:pt x="1379092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669151" y="4927473"/>
            <a:ext cx="6699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667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A182F"/>
                </a:solidFill>
                <a:latin typeface="Arial"/>
                <a:cs typeface="Arial"/>
              </a:rPr>
              <a:t>Stock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276600" y="2769095"/>
            <a:ext cx="1931035" cy="1097915"/>
            <a:chOff x="3276600" y="2769095"/>
            <a:chExt cx="1931035" cy="1097915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76600" y="2804210"/>
              <a:ext cx="1930527" cy="96641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4447" y="2769095"/>
              <a:ext cx="1314958" cy="109754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496436" y="3034792"/>
              <a:ext cx="1505585" cy="539750"/>
            </a:xfrm>
            <a:custGeom>
              <a:avLst/>
              <a:gdLst/>
              <a:ahLst/>
              <a:cxnLst/>
              <a:rect l="l" t="t" r="r" b="b"/>
              <a:pathLst>
                <a:path w="1505585" h="539750">
                  <a:moveTo>
                    <a:pt x="1415668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5"/>
                  </a:lnTo>
                  <a:lnTo>
                    <a:pt x="0" y="449325"/>
                  </a:lnTo>
                  <a:lnTo>
                    <a:pt x="7066" y="484324"/>
                  </a:lnTo>
                  <a:lnTo>
                    <a:pt x="26336" y="512905"/>
                  </a:lnTo>
                  <a:lnTo>
                    <a:pt x="54917" y="532175"/>
                  </a:lnTo>
                  <a:lnTo>
                    <a:pt x="89915" y="539241"/>
                  </a:lnTo>
                  <a:lnTo>
                    <a:pt x="1415668" y="539241"/>
                  </a:lnTo>
                  <a:lnTo>
                    <a:pt x="1450594" y="532175"/>
                  </a:lnTo>
                  <a:lnTo>
                    <a:pt x="1479137" y="512905"/>
                  </a:lnTo>
                  <a:lnTo>
                    <a:pt x="1498393" y="484324"/>
                  </a:lnTo>
                  <a:lnTo>
                    <a:pt x="1505458" y="449325"/>
                  </a:lnTo>
                  <a:lnTo>
                    <a:pt x="1505458" y="89915"/>
                  </a:lnTo>
                  <a:lnTo>
                    <a:pt x="1498393" y="54917"/>
                  </a:lnTo>
                  <a:lnTo>
                    <a:pt x="1479137" y="26336"/>
                  </a:lnTo>
                  <a:lnTo>
                    <a:pt x="1450593" y="7066"/>
                  </a:lnTo>
                  <a:lnTo>
                    <a:pt x="1415668" y="0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914902" y="3043808"/>
            <a:ext cx="6699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A182F"/>
                </a:solidFill>
                <a:latin typeface="Arial"/>
                <a:cs typeface="Arial"/>
              </a:rPr>
              <a:t>Order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030467" y="2779763"/>
            <a:ext cx="1932305" cy="1097915"/>
            <a:chOff x="6030467" y="2779763"/>
            <a:chExt cx="1932305" cy="1097915"/>
          </a:xfrm>
        </p:grpSpPr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0467" y="2814878"/>
              <a:ext cx="1932051" cy="96641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39839" y="2779763"/>
              <a:ext cx="1355343" cy="109754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6250939" y="3044697"/>
              <a:ext cx="1505585" cy="539750"/>
            </a:xfrm>
            <a:custGeom>
              <a:avLst/>
              <a:gdLst/>
              <a:ahLst/>
              <a:cxnLst/>
              <a:rect l="l" t="t" r="r" b="b"/>
              <a:pathLst>
                <a:path w="1505584" h="539750">
                  <a:moveTo>
                    <a:pt x="1415541" y="0"/>
                  </a:moveTo>
                  <a:lnTo>
                    <a:pt x="89788" y="0"/>
                  </a:lnTo>
                  <a:lnTo>
                    <a:pt x="54863" y="7066"/>
                  </a:lnTo>
                  <a:lnTo>
                    <a:pt x="26320" y="26336"/>
                  </a:lnTo>
                  <a:lnTo>
                    <a:pt x="7064" y="54917"/>
                  </a:lnTo>
                  <a:lnTo>
                    <a:pt x="0" y="89916"/>
                  </a:lnTo>
                  <a:lnTo>
                    <a:pt x="0" y="449325"/>
                  </a:lnTo>
                  <a:lnTo>
                    <a:pt x="7064" y="484324"/>
                  </a:lnTo>
                  <a:lnTo>
                    <a:pt x="26320" y="512905"/>
                  </a:lnTo>
                  <a:lnTo>
                    <a:pt x="54863" y="532175"/>
                  </a:lnTo>
                  <a:lnTo>
                    <a:pt x="89788" y="539242"/>
                  </a:lnTo>
                  <a:lnTo>
                    <a:pt x="1415541" y="539242"/>
                  </a:lnTo>
                  <a:lnTo>
                    <a:pt x="1450540" y="532175"/>
                  </a:lnTo>
                  <a:lnTo>
                    <a:pt x="1479121" y="512905"/>
                  </a:lnTo>
                  <a:lnTo>
                    <a:pt x="1498391" y="484324"/>
                  </a:lnTo>
                  <a:lnTo>
                    <a:pt x="1505458" y="449325"/>
                  </a:lnTo>
                  <a:lnTo>
                    <a:pt x="1505458" y="89916"/>
                  </a:lnTo>
                  <a:lnTo>
                    <a:pt x="1498391" y="54917"/>
                  </a:lnTo>
                  <a:lnTo>
                    <a:pt x="1479121" y="26336"/>
                  </a:lnTo>
                  <a:lnTo>
                    <a:pt x="1450540" y="7066"/>
                  </a:lnTo>
                  <a:lnTo>
                    <a:pt x="1415541" y="0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669785" y="3053588"/>
            <a:ext cx="6699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A182F"/>
                </a:solidFill>
                <a:latin typeface="Arial"/>
                <a:cs typeface="Arial"/>
              </a:rPr>
              <a:t>Return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42544" y="3573907"/>
            <a:ext cx="6499225" cy="2181860"/>
            <a:chOff x="542544" y="3573907"/>
            <a:chExt cx="6499225" cy="2181860"/>
          </a:xfrm>
        </p:grpSpPr>
        <p:sp>
          <p:nvSpPr>
            <p:cNvPr id="27" name="object 27" descr=""/>
            <p:cNvSpPr/>
            <p:nvPr/>
          </p:nvSpPr>
          <p:spPr>
            <a:xfrm>
              <a:off x="1402588" y="3573906"/>
              <a:ext cx="5639435" cy="1296035"/>
            </a:xfrm>
            <a:custGeom>
              <a:avLst/>
              <a:gdLst/>
              <a:ahLst/>
              <a:cxnLst/>
              <a:rect l="l" t="t" r="r" b="b"/>
              <a:pathLst>
                <a:path w="5639434" h="1296035">
                  <a:moveTo>
                    <a:pt x="76200" y="233553"/>
                  </a:moveTo>
                  <a:lnTo>
                    <a:pt x="69850" y="220853"/>
                  </a:lnTo>
                  <a:lnTo>
                    <a:pt x="38100" y="157353"/>
                  </a:lnTo>
                  <a:lnTo>
                    <a:pt x="0" y="233553"/>
                  </a:lnTo>
                  <a:lnTo>
                    <a:pt x="28575" y="233553"/>
                  </a:lnTo>
                  <a:lnTo>
                    <a:pt x="28575" y="1034669"/>
                  </a:lnTo>
                  <a:lnTo>
                    <a:pt x="0" y="1034669"/>
                  </a:lnTo>
                  <a:lnTo>
                    <a:pt x="38100" y="1110869"/>
                  </a:lnTo>
                  <a:lnTo>
                    <a:pt x="69850" y="1047369"/>
                  </a:lnTo>
                  <a:lnTo>
                    <a:pt x="76200" y="1034669"/>
                  </a:lnTo>
                  <a:lnTo>
                    <a:pt x="47625" y="1034669"/>
                  </a:lnTo>
                  <a:lnTo>
                    <a:pt x="47625" y="233553"/>
                  </a:lnTo>
                  <a:lnTo>
                    <a:pt x="76200" y="233553"/>
                  </a:lnTo>
                  <a:close/>
                </a:path>
                <a:path w="5639434" h="1296035">
                  <a:moveTo>
                    <a:pt x="2022094" y="0"/>
                  </a:moveTo>
                  <a:lnTo>
                    <a:pt x="1940814" y="25654"/>
                  </a:lnTo>
                  <a:lnTo>
                    <a:pt x="1960740" y="46215"/>
                  </a:lnTo>
                  <a:lnTo>
                    <a:pt x="866343" y="1106373"/>
                  </a:lnTo>
                  <a:lnTo>
                    <a:pt x="846455" y="1085850"/>
                  </a:lnTo>
                  <a:lnTo>
                    <a:pt x="818261" y="1166241"/>
                  </a:lnTo>
                  <a:lnTo>
                    <a:pt x="899541" y="1140587"/>
                  </a:lnTo>
                  <a:lnTo>
                    <a:pt x="888199" y="1128903"/>
                  </a:lnTo>
                  <a:lnTo>
                    <a:pt x="879602" y="1120038"/>
                  </a:lnTo>
                  <a:lnTo>
                    <a:pt x="1973935" y="59817"/>
                  </a:lnTo>
                  <a:lnTo>
                    <a:pt x="1993900" y="80391"/>
                  </a:lnTo>
                  <a:lnTo>
                    <a:pt x="2008987" y="37338"/>
                  </a:lnTo>
                  <a:lnTo>
                    <a:pt x="2022094" y="0"/>
                  </a:lnTo>
                  <a:close/>
                </a:path>
                <a:path w="5639434" h="1296035">
                  <a:moveTo>
                    <a:pt x="4851654" y="1229741"/>
                  </a:moveTo>
                  <a:lnTo>
                    <a:pt x="4838141" y="1193419"/>
                  </a:lnTo>
                  <a:lnTo>
                    <a:pt x="4821936" y="1149858"/>
                  </a:lnTo>
                  <a:lnTo>
                    <a:pt x="4802441" y="1170736"/>
                  </a:lnTo>
                  <a:lnTo>
                    <a:pt x="3905504" y="331812"/>
                  </a:lnTo>
                  <a:lnTo>
                    <a:pt x="4729302" y="64389"/>
                  </a:lnTo>
                  <a:lnTo>
                    <a:pt x="4738116" y="91567"/>
                  </a:lnTo>
                  <a:lnTo>
                    <a:pt x="4788217" y="42291"/>
                  </a:lnTo>
                  <a:lnTo>
                    <a:pt x="4798949" y="31750"/>
                  </a:lnTo>
                  <a:lnTo>
                    <a:pt x="4714621" y="19050"/>
                  </a:lnTo>
                  <a:lnTo>
                    <a:pt x="4723422" y="46240"/>
                  </a:lnTo>
                  <a:lnTo>
                    <a:pt x="3889578" y="316915"/>
                  </a:lnTo>
                  <a:lnTo>
                    <a:pt x="3678313" y="119303"/>
                  </a:lnTo>
                  <a:lnTo>
                    <a:pt x="3686441" y="110617"/>
                  </a:lnTo>
                  <a:lnTo>
                    <a:pt x="3697859" y="98425"/>
                  </a:lnTo>
                  <a:lnTo>
                    <a:pt x="3616198" y="74168"/>
                  </a:lnTo>
                  <a:lnTo>
                    <a:pt x="3645789" y="154051"/>
                  </a:lnTo>
                  <a:lnTo>
                    <a:pt x="3665283" y="133223"/>
                  </a:lnTo>
                  <a:lnTo>
                    <a:pt x="3868851" y="323646"/>
                  </a:lnTo>
                  <a:lnTo>
                    <a:pt x="1014514" y="1250200"/>
                  </a:lnTo>
                  <a:lnTo>
                    <a:pt x="1005713" y="1223010"/>
                  </a:lnTo>
                  <a:lnTo>
                    <a:pt x="944880" y="1282827"/>
                  </a:lnTo>
                  <a:lnTo>
                    <a:pt x="1029208" y="1295527"/>
                  </a:lnTo>
                  <a:lnTo>
                    <a:pt x="1021676" y="1272286"/>
                  </a:lnTo>
                  <a:lnTo>
                    <a:pt x="1020394" y="1268349"/>
                  </a:lnTo>
                  <a:lnTo>
                    <a:pt x="3884765" y="338543"/>
                  </a:lnTo>
                  <a:lnTo>
                    <a:pt x="4789373" y="1184719"/>
                  </a:lnTo>
                  <a:lnTo>
                    <a:pt x="4769866" y="1205611"/>
                  </a:lnTo>
                  <a:lnTo>
                    <a:pt x="4851654" y="1229741"/>
                  </a:lnTo>
                  <a:close/>
                </a:path>
                <a:path w="5639434" h="1296035">
                  <a:moveTo>
                    <a:pt x="5639181" y="246507"/>
                  </a:moveTo>
                  <a:lnTo>
                    <a:pt x="5632831" y="233807"/>
                  </a:lnTo>
                  <a:lnTo>
                    <a:pt x="5601081" y="170319"/>
                  </a:lnTo>
                  <a:lnTo>
                    <a:pt x="5562981" y="246507"/>
                  </a:lnTo>
                  <a:lnTo>
                    <a:pt x="5591556" y="246507"/>
                  </a:lnTo>
                  <a:lnTo>
                    <a:pt x="5591556" y="1047750"/>
                  </a:lnTo>
                  <a:lnTo>
                    <a:pt x="5562981" y="1047750"/>
                  </a:lnTo>
                  <a:lnTo>
                    <a:pt x="5601081" y="1123950"/>
                  </a:lnTo>
                  <a:lnTo>
                    <a:pt x="5632831" y="1060450"/>
                  </a:lnTo>
                  <a:lnTo>
                    <a:pt x="5639181" y="1047750"/>
                  </a:lnTo>
                  <a:lnTo>
                    <a:pt x="5610606" y="1047750"/>
                  </a:lnTo>
                  <a:lnTo>
                    <a:pt x="5610606" y="246507"/>
                  </a:lnTo>
                  <a:lnTo>
                    <a:pt x="5639181" y="2465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544" y="4591862"/>
              <a:ext cx="1910080" cy="1163396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4192" y="4666437"/>
              <a:ext cx="1507744" cy="107434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749922" y="4808728"/>
              <a:ext cx="1505585" cy="758825"/>
            </a:xfrm>
            <a:custGeom>
              <a:avLst/>
              <a:gdLst/>
              <a:ahLst/>
              <a:cxnLst/>
              <a:rect l="l" t="t" r="r" b="b"/>
              <a:pathLst>
                <a:path w="1505585" h="758825">
                  <a:moveTo>
                    <a:pt x="1379105" y="0"/>
                  </a:moveTo>
                  <a:lnTo>
                    <a:pt x="126377" y="0"/>
                  </a:lnTo>
                  <a:lnTo>
                    <a:pt x="77184" y="9939"/>
                  </a:lnTo>
                  <a:lnTo>
                    <a:pt x="37014" y="37036"/>
                  </a:lnTo>
                  <a:lnTo>
                    <a:pt x="9931" y="77206"/>
                  </a:lnTo>
                  <a:lnTo>
                    <a:pt x="0" y="126364"/>
                  </a:lnTo>
                  <a:lnTo>
                    <a:pt x="0" y="631951"/>
                  </a:lnTo>
                  <a:lnTo>
                    <a:pt x="9931" y="681110"/>
                  </a:lnTo>
                  <a:lnTo>
                    <a:pt x="37014" y="721280"/>
                  </a:lnTo>
                  <a:lnTo>
                    <a:pt x="77184" y="748377"/>
                  </a:lnTo>
                  <a:lnTo>
                    <a:pt x="126377" y="758317"/>
                  </a:lnTo>
                  <a:lnTo>
                    <a:pt x="1379105" y="758317"/>
                  </a:lnTo>
                  <a:lnTo>
                    <a:pt x="1428264" y="748377"/>
                  </a:lnTo>
                  <a:lnTo>
                    <a:pt x="1468434" y="721280"/>
                  </a:lnTo>
                  <a:lnTo>
                    <a:pt x="1495530" y="681110"/>
                  </a:lnTo>
                  <a:lnTo>
                    <a:pt x="1505470" y="631951"/>
                  </a:lnTo>
                  <a:lnTo>
                    <a:pt x="1505470" y="126364"/>
                  </a:lnTo>
                  <a:lnTo>
                    <a:pt x="1495530" y="77206"/>
                  </a:lnTo>
                  <a:lnTo>
                    <a:pt x="1468434" y="37036"/>
                  </a:lnTo>
                  <a:lnTo>
                    <a:pt x="1428264" y="9939"/>
                  </a:lnTo>
                  <a:lnTo>
                    <a:pt x="137910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090066" y="4927473"/>
            <a:ext cx="82359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170" marR="5080" indent="-7810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0A182F"/>
                </a:solidFill>
                <a:latin typeface="Arial"/>
                <a:cs typeface="Arial"/>
              </a:rPr>
              <a:t>Payment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42544" y="2846768"/>
            <a:ext cx="1910080" cy="945515"/>
            <a:chOff x="542544" y="2846768"/>
            <a:chExt cx="1910080" cy="945515"/>
          </a:xfrm>
        </p:grpSpPr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2544" y="2846768"/>
              <a:ext cx="1910080" cy="945197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0852" y="2935173"/>
              <a:ext cx="1553718" cy="83088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749922" y="3064001"/>
              <a:ext cx="1505585" cy="541020"/>
            </a:xfrm>
            <a:custGeom>
              <a:avLst/>
              <a:gdLst/>
              <a:ahLst/>
              <a:cxnLst/>
              <a:rect l="l" t="t" r="r" b="b"/>
              <a:pathLst>
                <a:path w="1505585" h="541020">
                  <a:moveTo>
                    <a:pt x="1415427" y="0"/>
                  </a:moveTo>
                  <a:lnTo>
                    <a:pt x="90093" y="0"/>
                  </a:lnTo>
                  <a:lnTo>
                    <a:pt x="55024" y="7068"/>
                  </a:lnTo>
                  <a:lnTo>
                    <a:pt x="26387" y="26352"/>
                  </a:lnTo>
                  <a:lnTo>
                    <a:pt x="7079" y="54971"/>
                  </a:lnTo>
                  <a:lnTo>
                    <a:pt x="0" y="90043"/>
                  </a:lnTo>
                  <a:lnTo>
                    <a:pt x="0" y="450469"/>
                  </a:lnTo>
                  <a:lnTo>
                    <a:pt x="7079" y="485487"/>
                  </a:lnTo>
                  <a:lnTo>
                    <a:pt x="26387" y="514111"/>
                  </a:lnTo>
                  <a:lnTo>
                    <a:pt x="55024" y="533425"/>
                  </a:lnTo>
                  <a:lnTo>
                    <a:pt x="90093" y="540512"/>
                  </a:lnTo>
                  <a:lnTo>
                    <a:pt x="1415427" y="540512"/>
                  </a:lnTo>
                  <a:lnTo>
                    <a:pt x="1450445" y="533425"/>
                  </a:lnTo>
                  <a:lnTo>
                    <a:pt x="1479070" y="514111"/>
                  </a:lnTo>
                  <a:lnTo>
                    <a:pt x="1498384" y="485487"/>
                  </a:lnTo>
                  <a:lnTo>
                    <a:pt x="1505470" y="450469"/>
                  </a:lnTo>
                  <a:lnTo>
                    <a:pt x="1505470" y="90043"/>
                  </a:lnTo>
                  <a:lnTo>
                    <a:pt x="1498384" y="54971"/>
                  </a:lnTo>
                  <a:lnTo>
                    <a:pt x="1479070" y="26352"/>
                  </a:lnTo>
                  <a:lnTo>
                    <a:pt x="1450445" y="7068"/>
                  </a:lnTo>
                  <a:lnTo>
                    <a:pt x="1415427" y="0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037031" y="3195574"/>
            <a:ext cx="930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0A182F"/>
                </a:solidFill>
                <a:latin typeface="Arial"/>
                <a:cs typeface="Arial"/>
              </a:rPr>
              <a:t>UI</a:t>
            </a:r>
            <a:r>
              <a:rPr dirty="0" sz="1600" spc="-10">
                <a:solidFill>
                  <a:srgbClr val="0A182F"/>
                </a:solidFill>
                <a:latin typeface="Arial"/>
                <a:cs typeface="Arial"/>
              </a:rPr>
              <a:t>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588263" y="1296898"/>
            <a:ext cx="5607050" cy="3957320"/>
            <a:chOff x="588263" y="1296898"/>
            <a:chExt cx="5607050" cy="3957320"/>
          </a:xfrm>
        </p:grpSpPr>
        <p:sp>
          <p:nvSpPr>
            <p:cNvPr id="38" name="object 38" descr=""/>
            <p:cNvSpPr/>
            <p:nvPr/>
          </p:nvSpPr>
          <p:spPr>
            <a:xfrm>
              <a:off x="1056449" y="2185161"/>
              <a:ext cx="5139055" cy="3068955"/>
            </a:xfrm>
            <a:custGeom>
              <a:avLst/>
              <a:gdLst/>
              <a:ahLst/>
              <a:cxnLst/>
              <a:rect l="l" t="t" r="r" b="b"/>
              <a:pathLst>
                <a:path w="5139055" h="3068954">
                  <a:moveTo>
                    <a:pt x="76149" y="559943"/>
                  </a:moveTo>
                  <a:lnTo>
                    <a:pt x="47574" y="559943"/>
                  </a:lnTo>
                  <a:lnTo>
                    <a:pt x="48742" y="0"/>
                  </a:lnTo>
                  <a:lnTo>
                    <a:pt x="29692" y="0"/>
                  </a:lnTo>
                  <a:lnTo>
                    <a:pt x="28524" y="559943"/>
                  </a:lnTo>
                  <a:lnTo>
                    <a:pt x="0" y="559943"/>
                  </a:lnTo>
                  <a:lnTo>
                    <a:pt x="37884" y="636016"/>
                  </a:lnTo>
                  <a:lnTo>
                    <a:pt x="69748" y="572643"/>
                  </a:lnTo>
                  <a:lnTo>
                    <a:pt x="76149" y="559943"/>
                  </a:lnTo>
                  <a:close/>
                </a:path>
                <a:path w="5139055" h="3068954">
                  <a:moveTo>
                    <a:pt x="2387917" y="3021711"/>
                  </a:moveTo>
                  <a:lnTo>
                    <a:pt x="2369731" y="3012808"/>
                  </a:lnTo>
                  <a:lnTo>
                    <a:pt x="2311463" y="2984246"/>
                  </a:lnTo>
                  <a:lnTo>
                    <a:pt x="2311692" y="3012808"/>
                  </a:lnTo>
                  <a:lnTo>
                    <a:pt x="1327048" y="3020974"/>
                  </a:lnTo>
                  <a:lnTo>
                    <a:pt x="1326832" y="2992374"/>
                  </a:lnTo>
                  <a:lnTo>
                    <a:pt x="1251013" y="3031109"/>
                  </a:lnTo>
                  <a:lnTo>
                    <a:pt x="1327467" y="3068574"/>
                  </a:lnTo>
                  <a:lnTo>
                    <a:pt x="1327226" y="3040126"/>
                  </a:lnTo>
                  <a:lnTo>
                    <a:pt x="1314513" y="3040126"/>
                  </a:lnTo>
                  <a:lnTo>
                    <a:pt x="1327213" y="3040024"/>
                  </a:lnTo>
                  <a:lnTo>
                    <a:pt x="2311857" y="3031858"/>
                  </a:lnTo>
                  <a:lnTo>
                    <a:pt x="2312098" y="3060446"/>
                  </a:lnTo>
                  <a:lnTo>
                    <a:pt x="2368067" y="3031858"/>
                  </a:lnTo>
                  <a:lnTo>
                    <a:pt x="2387917" y="3021711"/>
                  </a:lnTo>
                  <a:close/>
                </a:path>
                <a:path w="5139055" h="3068954">
                  <a:moveTo>
                    <a:pt x="2387917" y="1092581"/>
                  </a:moveTo>
                  <a:lnTo>
                    <a:pt x="2369985" y="1083805"/>
                  </a:lnTo>
                  <a:lnTo>
                    <a:pt x="2311463" y="1055116"/>
                  </a:lnTo>
                  <a:lnTo>
                    <a:pt x="2311692" y="1083805"/>
                  </a:lnTo>
                  <a:lnTo>
                    <a:pt x="1327048" y="1091844"/>
                  </a:lnTo>
                  <a:lnTo>
                    <a:pt x="1326832" y="1063244"/>
                  </a:lnTo>
                  <a:lnTo>
                    <a:pt x="1251013" y="1101979"/>
                  </a:lnTo>
                  <a:lnTo>
                    <a:pt x="1327467" y="1139444"/>
                  </a:lnTo>
                  <a:lnTo>
                    <a:pt x="1327226" y="1110996"/>
                  </a:lnTo>
                  <a:lnTo>
                    <a:pt x="1314513" y="1110996"/>
                  </a:lnTo>
                  <a:lnTo>
                    <a:pt x="1327213" y="1110894"/>
                  </a:lnTo>
                  <a:lnTo>
                    <a:pt x="2311857" y="1102855"/>
                  </a:lnTo>
                  <a:lnTo>
                    <a:pt x="2312098" y="1131316"/>
                  </a:lnTo>
                  <a:lnTo>
                    <a:pt x="2367826" y="1102855"/>
                  </a:lnTo>
                  <a:lnTo>
                    <a:pt x="2387917" y="1092581"/>
                  </a:lnTo>
                  <a:close/>
                </a:path>
                <a:path w="5139055" h="3068954">
                  <a:moveTo>
                    <a:pt x="5138483" y="3021711"/>
                  </a:moveTo>
                  <a:lnTo>
                    <a:pt x="5120259" y="3012808"/>
                  </a:lnTo>
                  <a:lnTo>
                    <a:pt x="5061902" y="2984246"/>
                  </a:lnTo>
                  <a:lnTo>
                    <a:pt x="5062131" y="3012808"/>
                  </a:lnTo>
                  <a:lnTo>
                    <a:pt x="4077614" y="3020974"/>
                  </a:lnTo>
                  <a:lnTo>
                    <a:pt x="4077398" y="2992374"/>
                  </a:lnTo>
                  <a:lnTo>
                    <a:pt x="4001452" y="3031109"/>
                  </a:lnTo>
                  <a:lnTo>
                    <a:pt x="4078033" y="3068574"/>
                  </a:lnTo>
                  <a:lnTo>
                    <a:pt x="4077792" y="3040126"/>
                  </a:lnTo>
                  <a:lnTo>
                    <a:pt x="4065079" y="3040126"/>
                  </a:lnTo>
                  <a:lnTo>
                    <a:pt x="4077779" y="3040024"/>
                  </a:lnTo>
                  <a:lnTo>
                    <a:pt x="5062296" y="3031858"/>
                  </a:lnTo>
                  <a:lnTo>
                    <a:pt x="5062537" y="3060446"/>
                  </a:lnTo>
                  <a:lnTo>
                    <a:pt x="5118595" y="3031858"/>
                  </a:lnTo>
                  <a:lnTo>
                    <a:pt x="5138483" y="3021711"/>
                  </a:lnTo>
                  <a:close/>
                </a:path>
                <a:path w="5139055" h="3068954">
                  <a:moveTo>
                    <a:pt x="5138483" y="1092581"/>
                  </a:moveTo>
                  <a:lnTo>
                    <a:pt x="5120513" y="1083805"/>
                  </a:lnTo>
                  <a:lnTo>
                    <a:pt x="5061902" y="1055116"/>
                  </a:lnTo>
                  <a:lnTo>
                    <a:pt x="5062131" y="1083805"/>
                  </a:lnTo>
                  <a:lnTo>
                    <a:pt x="4077614" y="1091844"/>
                  </a:lnTo>
                  <a:lnTo>
                    <a:pt x="4077398" y="1063244"/>
                  </a:lnTo>
                  <a:lnTo>
                    <a:pt x="4001452" y="1101979"/>
                  </a:lnTo>
                  <a:lnTo>
                    <a:pt x="4078033" y="1139444"/>
                  </a:lnTo>
                  <a:lnTo>
                    <a:pt x="4077792" y="1110996"/>
                  </a:lnTo>
                  <a:lnTo>
                    <a:pt x="4065079" y="1110996"/>
                  </a:lnTo>
                  <a:lnTo>
                    <a:pt x="4077779" y="1110894"/>
                  </a:lnTo>
                  <a:lnTo>
                    <a:pt x="5062296" y="1102855"/>
                  </a:lnTo>
                  <a:lnTo>
                    <a:pt x="5062537" y="1131316"/>
                  </a:lnTo>
                  <a:lnTo>
                    <a:pt x="5118354" y="1102855"/>
                  </a:lnTo>
                  <a:lnTo>
                    <a:pt x="5138483" y="10925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263" y="1296898"/>
              <a:ext cx="1932051" cy="96789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9368" y="1385265"/>
              <a:ext cx="1030516" cy="852855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808901" y="1527682"/>
              <a:ext cx="1505585" cy="541020"/>
            </a:xfrm>
            <a:custGeom>
              <a:avLst/>
              <a:gdLst/>
              <a:ahLst/>
              <a:cxnLst/>
              <a:rect l="l" t="t" r="r" b="b"/>
              <a:pathLst>
                <a:path w="1505585" h="541019">
                  <a:moveTo>
                    <a:pt x="1415376" y="0"/>
                  </a:moveTo>
                  <a:lnTo>
                    <a:pt x="90093" y="0"/>
                  </a:lnTo>
                  <a:lnTo>
                    <a:pt x="55030" y="7086"/>
                  </a:lnTo>
                  <a:lnTo>
                    <a:pt x="26392" y="26400"/>
                  </a:lnTo>
                  <a:lnTo>
                    <a:pt x="7081" y="55024"/>
                  </a:lnTo>
                  <a:lnTo>
                    <a:pt x="0" y="90043"/>
                  </a:lnTo>
                  <a:lnTo>
                    <a:pt x="0" y="450469"/>
                  </a:lnTo>
                  <a:lnTo>
                    <a:pt x="7081" y="485540"/>
                  </a:lnTo>
                  <a:lnTo>
                    <a:pt x="26392" y="514159"/>
                  </a:lnTo>
                  <a:lnTo>
                    <a:pt x="55030" y="533443"/>
                  </a:lnTo>
                  <a:lnTo>
                    <a:pt x="90093" y="540512"/>
                  </a:lnTo>
                  <a:lnTo>
                    <a:pt x="1415376" y="540512"/>
                  </a:lnTo>
                  <a:lnTo>
                    <a:pt x="1450448" y="533443"/>
                  </a:lnTo>
                  <a:lnTo>
                    <a:pt x="1479067" y="514159"/>
                  </a:lnTo>
                  <a:lnTo>
                    <a:pt x="1498351" y="485540"/>
                  </a:lnTo>
                  <a:lnTo>
                    <a:pt x="1505419" y="450469"/>
                  </a:lnTo>
                  <a:lnTo>
                    <a:pt x="1505419" y="90043"/>
                  </a:lnTo>
                  <a:lnTo>
                    <a:pt x="1498351" y="55024"/>
                  </a:lnTo>
                  <a:lnTo>
                    <a:pt x="1479067" y="26400"/>
                  </a:lnTo>
                  <a:lnTo>
                    <a:pt x="1450448" y="7086"/>
                  </a:lnTo>
                  <a:lnTo>
                    <a:pt x="1415376" y="0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1368933" y="1659127"/>
            <a:ext cx="3854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0A182F"/>
                </a:solidFill>
                <a:latin typeface="Arial"/>
                <a:cs typeface="Arial"/>
              </a:rPr>
              <a:t>GUI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484122" y="2319273"/>
            <a:ext cx="6407150" cy="3343910"/>
            <a:chOff x="1484122" y="2319273"/>
            <a:chExt cx="6407150" cy="3343910"/>
          </a:xfrm>
        </p:grpSpPr>
        <p:sp>
          <p:nvSpPr>
            <p:cNvPr id="44" name="object 44" descr=""/>
            <p:cNvSpPr/>
            <p:nvPr/>
          </p:nvSpPr>
          <p:spPr>
            <a:xfrm>
              <a:off x="1484122" y="2319273"/>
              <a:ext cx="5537200" cy="744855"/>
            </a:xfrm>
            <a:custGeom>
              <a:avLst/>
              <a:gdLst/>
              <a:ahLst/>
              <a:cxnLst/>
              <a:rect l="l" t="t" r="r" b="b"/>
              <a:pathLst>
                <a:path w="5537200" h="744855">
                  <a:moveTo>
                    <a:pt x="0" y="661543"/>
                  </a:moveTo>
                  <a:lnTo>
                    <a:pt x="18541" y="744727"/>
                  </a:lnTo>
                  <a:lnTo>
                    <a:pt x="68376" y="686434"/>
                  </a:lnTo>
                  <a:lnTo>
                    <a:pt x="42799" y="686434"/>
                  </a:lnTo>
                  <a:lnTo>
                    <a:pt x="25018" y="679703"/>
                  </a:lnTo>
                  <a:lnTo>
                    <a:pt x="29109" y="668795"/>
                  </a:lnTo>
                  <a:lnTo>
                    <a:pt x="0" y="661543"/>
                  </a:lnTo>
                  <a:close/>
                </a:path>
                <a:path w="5537200" h="744855">
                  <a:moveTo>
                    <a:pt x="5489782" y="654390"/>
                  </a:moveTo>
                  <a:lnTo>
                    <a:pt x="5463412" y="661289"/>
                  </a:lnTo>
                  <a:lnTo>
                    <a:pt x="5519547" y="725424"/>
                  </a:lnTo>
                  <a:lnTo>
                    <a:pt x="5531826" y="667384"/>
                  </a:lnTo>
                  <a:lnTo>
                    <a:pt x="5494655" y="667384"/>
                  </a:lnTo>
                  <a:lnTo>
                    <a:pt x="5489782" y="654390"/>
                  </a:lnTo>
                  <a:close/>
                </a:path>
                <a:path w="5537200" h="744855">
                  <a:moveTo>
                    <a:pt x="29109" y="668795"/>
                  </a:moveTo>
                  <a:lnTo>
                    <a:pt x="25018" y="679703"/>
                  </a:lnTo>
                  <a:lnTo>
                    <a:pt x="42799" y="686434"/>
                  </a:lnTo>
                  <a:lnTo>
                    <a:pt x="47740" y="673437"/>
                  </a:lnTo>
                  <a:lnTo>
                    <a:pt x="29109" y="668795"/>
                  </a:lnTo>
                  <a:close/>
                </a:path>
                <a:path w="5537200" h="744855">
                  <a:moveTo>
                    <a:pt x="47740" y="673437"/>
                  </a:moveTo>
                  <a:lnTo>
                    <a:pt x="42799" y="686434"/>
                  </a:lnTo>
                  <a:lnTo>
                    <a:pt x="68376" y="686434"/>
                  </a:lnTo>
                  <a:lnTo>
                    <a:pt x="73914" y="679957"/>
                  </a:lnTo>
                  <a:lnTo>
                    <a:pt x="47740" y="673437"/>
                  </a:lnTo>
                  <a:close/>
                </a:path>
                <a:path w="5537200" h="744855">
                  <a:moveTo>
                    <a:pt x="2768980" y="0"/>
                  </a:moveTo>
                  <a:lnTo>
                    <a:pt x="2639949" y="1016"/>
                  </a:lnTo>
                  <a:lnTo>
                    <a:pt x="2511170" y="4191"/>
                  </a:lnTo>
                  <a:lnTo>
                    <a:pt x="2382901" y="9398"/>
                  </a:lnTo>
                  <a:lnTo>
                    <a:pt x="2255392" y="16509"/>
                  </a:lnTo>
                  <a:lnTo>
                    <a:pt x="2128901" y="25526"/>
                  </a:lnTo>
                  <a:lnTo>
                    <a:pt x="2003678" y="36449"/>
                  </a:lnTo>
                  <a:lnTo>
                    <a:pt x="1879853" y="49022"/>
                  </a:lnTo>
                  <a:lnTo>
                    <a:pt x="1757934" y="63246"/>
                  </a:lnTo>
                  <a:lnTo>
                    <a:pt x="1637919" y="79121"/>
                  </a:lnTo>
                  <a:lnTo>
                    <a:pt x="1520190" y="96520"/>
                  </a:lnTo>
                  <a:lnTo>
                    <a:pt x="1405001" y="115443"/>
                  </a:lnTo>
                  <a:lnTo>
                    <a:pt x="1292605" y="135890"/>
                  </a:lnTo>
                  <a:lnTo>
                    <a:pt x="1183132" y="157479"/>
                  </a:lnTo>
                  <a:lnTo>
                    <a:pt x="1077086" y="180467"/>
                  </a:lnTo>
                  <a:lnTo>
                    <a:pt x="974344" y="204724"/>
                  </a:lnTo>
                  <a:lnTo>
                    <a:pt x="875538" y="230124"/>
                  </a:lnTo>
                  <a:lnTo>
                    <a:pt x="780796" y="256540"/>
                  </a:lnTo>
                  <a:lnTo>
                    <a:pt x="690117" y="283972"/>
                  </a:lnTo>
                  <a:lnTo>
                    <a:pt x="604011" y="312420"/>
                  </a:lnTo>
                  <a:lnTo>
                    <a:pt x="522732" y="341629"/>
                  </a:lnTo>
                  <a:lnTo>
                    <a:pt x="446404" y="371728"/>
                  </a:lnTo>
                  <a:lnTo>
                    <a:pt x="375411" y="402717"/>
                  </a:lnTo>
                  <a:lnTo>
                    <a:pt x="309753" y="434340"/>
                  </a:lnTo>
                  <a:lnTo>
                    <a:pt x="250063" y="466471"/>
                  </a:lnTo>
                  <a:lnTo>
                    <a:pt x="196341" y="499364"/>
                  </a:lnTo>
                  <a:lnTo>
                    <a:pt x="148716" y="532892"/>
                  </a:lnTo>
                  <a:lnTo>
                    <a:pt x="107441" y="566801"/>
                  </a:lnTo>
                  <a:lnTo>
                    <a:pt x="73025" y="601472"/>
                  </a:lnTo>
                  <a:lnTo>
                    <a:pt x="45593" y="636651"/>
                  </a:lnTo>
                  <a:lnTo>
                    <a:pt x="35052" y="653669"/>
                  </a:lnTo>
                  <a:lnTo>
                    <a:pt x="34671" y="654176"/>
                  </a:lnTo>
                  <a:lnTo>
                    <a:pt x="34416" y="654811"/>
                  </a:lnTo>
                  <a:lnTo>
                    <a:pt x="34162" y="655320"/>
                  </a:lnTo>
                  <a:lnTo>
                    <a:pt x="29109" y="668795"/>
                  </a:lnTo>
                  <a:lnTo>
                    <a:pt x="47740" y="673437"/>
                  </a:lnTo>
                  <a:lnTo>
                    <a:pt x="51442" y="663701"/>
                  </a:lnTo>
                  <a:lnTo>
                    <a:pt x="51181" y="663701"/>
                  </a:lnTo>
                  <a:lnTo>
                    <a:pt x="51857" y="662609"/>
                  </a:lnTo>
                  <a:lnTo>
                    <a:pt x="52069" y="662051"/>
                  </a:lnTo>
                  <a:lnTo>
                    <a:pt x="52203" y="662051"/>
                  </a:lnTo>
                  <a:lnTo>
                    <a:pt x="61643" y="646810"/>
                  </a:lnTo>
                  <a:lnTo>
                    <a:pt x="87630" y="613664"/>
                  </a:lnTo>
                  <a:lnTo>
                    <a:pt x="120522" y="580644"/>
                  </a:lnTo>
                  <a:lnTo>
                    <a:pt x="160401" y="547751"/>
                  </a:lnTo>
                  <a:lnTo>
                    <a:pt x="206883" y="515111"/>
                  </a:lnTo>
                  <a:lnTo>
                    <a:pt x="259627" y="482980"/>
                  </a:lnTo>
                  <a:lnTo>
                    <a:pt x="318770" y="451103"/>
                  </a:lnTo>
                  <a:lnTo>
                    <a:pt x="383666" y="419861"/>
                  </a:lnTo>
                  <a:lnTo>
                    <a:pt x="454025" y="389254"/>
                  </a:lnTo>
                  <a:lnTo>
                    <a:pt x="529716" y="359409"/>
                  </a:lnTo>
                  <a:lnTo>
                    <a:pt x="610489" y="330326"/>
                  </a:lnTo>
                  <a:lnTo>
                    <a:pt x="696086" y="302005"/>
                  </a:lnTo>
                  <a:lnTo>
                    <a:pt x="786257" y="274700"/>
                  </a:lnTo>
                  <a:lnTo>
                    <a:pt x="880617" y="248411"/>
                  </a:lnTo>
                  <a:lnTo>
                    <a:pt x="979170" y="223139"/>
                  </a:lnTo>
                  <a:lnTo>
                    <a:pt x="1080864" y="199262"/>
                  </a:lnTo>
                  <a:lnTo>
                    <a:pt x="1187196" y="176149"/>
                  </a:lnTo>
                  <a:lnTo>
                    <a:pt x="1296289" y="154558"/>
                  </a:lnTo>
                  <a:lnTo>
                    <a:pt x="1408430" y="134239"/>
                  </a:lnTo>
                  <a:lnTo>
                    <a:pt x="1523365" y="115443"/>
                  </a:lnTo>
                  <a:lnTo>
                    <a:pt x="1640713" y="97917"/>
                  </a:lnTo>
                  <a:lnTo>
                    <a:pt x="1760347" y="82042"/>
                  </a:lnTo>
                  <a:lnTo>
                    <a:pt x="1882013" y="67945"/>
                  </a:lnTo>
                  <a:lnTo>
                    <a:pt x="2005583" y="55372"/>
                  </a:lnTo>
                  <a:lnTo>
                    <a:pt x="2130425" y="44450"/>
                  </a:lnTo>
                  <a:lnTo>
                    <a:pt x="2256790" y="35432"/>
                  </a:lnTo>
                  <a:lnTo>
                    <a:pt x="2383916" y="28448"/>
                  </a:lnTo>
                  <a:lnTo>
                    <a:pt x="2511932" y="23241"/>
                  </a:lnTo>
                  <a:lnTo>
                    <a:pt x="2640456" y="20066"/>
                  </a:lnTo>
                  <a:lnTo>
                    <a:pt x="3324775" y="19050"/>
                  </a:lnTo>
                  <a:lnTo>
                    <a:pt x="3282568" y="16128"/>
                  </a:lnTo>
                  <a:lnTo>
                    <a:pt x="3155061" y="9144"/>
                  </a:lnTo>
                  <a:lnTo>
                    <a:pt x="3030121" y="4191"/>
                  </a:lnTo>
                  <a:lnTo>
                    <a:pt x="3032289" y="4191"/>
                  </a:lnTo>
                  <a:lnTo>
                    <a:pt x="2898013" y="1016"/>
                  </a:lnTo>
                  <a:lnTo>
                    <a:pt x="2768980" y="0"/>
                  </a:lnTo>
                  <a:close/>
                </a:path>
                <a:path w="5537200" h="744855">
                  <a:moveTo>
                    <a:pt x="5508272" y="649553"/>
                  </a:moveTo>
                  <a:lnTo>
                    <a:pt x="5489782" y="654390"/>
                  </a:lnTo>
                  <a:lnTo>
                    <a:pt x="5494655" y="667384"/>
                  </a:lnTo>
                  <a:lnTo>
                    <a:pt x="5512434" y="660653"/>
                  </a:lnTo>
                  <a:lnTo>
                    <a:pt x="5508272" y="649553"/>
                  </a:lnTo>
                  <a:close/>
                </a:path>
                <a:path w="5537200" h="744855">
                  <a:moveTo>
                    <a:pt x="5537200" y="641984"/>
                  </a:moveTo>
                  <a:lnTo>
                    <a:pt x="5508272" y="649553"/>
                  </a:lnTo>
                  <a:lnTo>
                    <a:pt x="5512434" y="660653"/>
                  </a:lnTo>
                  <a:lnTo>
                    <a:pt x="5494655" y="667384"/>
                  </a:lnTo>
                  <a:lnTo>
                    <a:pt x="5531826" y="667384"/>
                  </a:lnTo>
                  <a:lnTo>
                    <a:pt x="5537200" y="641984"/>
                  </a:lnTo>
                  <a:close/>
                </a:path>
                <a:path w="5537200" h="744855">
                  <a:moveTo>
                    <a:pt x="51857" y="662609"/>
                  </a:moveTo>
                  <a:lnTo>
                    <a:pt x="51181" y="663701"/>
                  </a:lnTo>
                  <a:lnTo>
                    <a:pt x="51442" y="663701"/>
                  </a:lnTo>
                  <a:lnTo>
                    <a:pt x="51857" y="662609"/>
                  </a:lnTo>
                  <a:close/>
                </a:path>
                <a:path w="5537200" h="744855">
                  <a:moveTo>
                    <a:pt x="52203" y="662051"/>
                  </a:moveTo>
                  <a:lnTo>
                    <a:pt x="52069" y="662051"/>
                  </a:lnTo>
                  <a:lnTo>
                    <a:pt x="51857" y="662609"/>
                  </a:lnTo>
                  <a:lnTo>
                    <a:pt x="52203" y="662051"/>
                  </a:lnTo>
                  <a:close/>
                </a:path>
                <a:path w="5537200" h="744855">
                  <a:moveTo>
                    <a:pt x="5506577" y="645032"/>
                  </a:moveTo>
                  <a:lnTo>
                    <a:pt x="5486273" y="645032"/>
                  </a:lnTo>
                  <a:lnTo>
                    <a:pt x="5486622" y="645965"/>
                  </a:lnTo>
                  <a:lnTo>
                    <a:pt x="5487161" y="646810"/>
                  </a:lnTo>
                  <a:lnTo>
                    <a:pt x="5486939" y="646810"/>
                  </a:lnTo>
                  <a:lnTo>
                    <a:pt x="5489702" y="654176"/>
                  </a:lnTo>
                  <a:lnTo>
                    <a:pt x="5489782" y="654390"/>
                  </a:lnTo>
                  <a:lnTo>
                    <a:pt x="5508272" y="649553"/>
                  </a:lnTo>
                  <a:lnTo>
                    <a:pt x="5507243" y="646810"/>
                  </a:lnTo>
                  <a:lnTo>
                    <a:pt x="5487161" y="646810"/>
                  </a:lnTo>
                  <a:lnTo>
                    <a:pt x="5486739" y="645965"/>
                  </a:lnTo>
                  <a:lnTo>
                    <a:pt x="5506926" y="645965"/>
                  </a:lnTo>
                  <a:lnTo>
                    <a:pt x="5506577" y="645032"/>
                  </a:lnTo>
                  <a:close/>
                </a:path>
                <a:path w="5537200" h="744855">
                  <a:moveTo>
                    <a:pt x="3324775" y="19050"/>
                  </a:moveTo>
                  <a:lnTo>
                    <a:pt x="2769107" y="19050"/>
                  </a:lnTo>
                  <a:lnTo>
                    <a:pt x="2897886" y="20066"/>
                  </a:lnTo>
                  <a:lnTo>
                    <a:pt x="3031765" y="23241"/>
                  </a:lnTo>
                  <a:lnTo>
                    <a:pt x="3029610" y="23241"/>
                  </a:lnTo>
                  <a:lnTo>
                    <a:pt x="3154426" y="28194"/>
                  </a:lnTo>
                  <a:lnTo>
                    <a:pt x="3281553" y="35051"/>
                  </a:lnTo>
                  <a:lnTo>
                    <a:pt x="3407791" y="43815"/>
                  </a:lnTo>
                  <a:lnTo>
                    <a:pt x="3532886" y="54355"/>
                  </a:lnTo>
                  <a:lnTo>
                    <a:pt x="3656203" y="66548"/>
                  </a:lnTo>
                  <a:lnTo>
                    <a:pt x="3777868" y="80518"/>
                  </a:lnTo>
                  <a:lnTo>
                    <a:pt x="3897629" y="95884"/>
                  </a:lnTo>
                  <a:lnTo>
                    <a:pt x="4015104" y="112775"/>
                  </a:lnTo>
                  <a:lnTo>
                    <a:pt x="4129913" y="131318"/>
                  </a:lnTo>
                  <a:lnTo>
                    <a:pt x="4242054" y="151002"/>
                  </a:lnTo>
                  <a:lnTo>
                    <a:pt x="4351147" y="172084"/>
                  </a:lnTo>
                  <a:lnTo>
                    <a:pt x="4457065" y="194309"/>
                  </a:lnTo>
                  <a:lnTo>
                    <a:pt x="4559300" y="217804"/>
                  </a:lnTo>
                  <a:lnTo>
                    <a:pt x="4657725" y="242443"/>
                  </a:lnTo>
                  <a:lnTo>
                    <a:pt x="4752213" y="268097"/>
                  </a:lnTo>
                  <a:lnTo>
                    <a:pt x="4842383" y="294640"/>
                  </a:lnTo>
                  <a:lnTo>
                    <a:pt x="4927981" y="322199"/>
                  </a:lnTo>
                  <a:lnTo>
                    <a:pt x="5008753" y="350520"/>
                  </a:lnTo>
                  <a:lnTo>
                    <a:pt x="5084572" y="379729"/>
                  </a:lnTo>
                  <a:lnTo>
                    <a:pt x="5154930" y="409575"/>
                  </a:lnTo>
                  <a:lnTo>
                    <a:pt x="5219827" y="439927"/>
                  </a:lnTo>
                  <a:lnTo>
                    <a:pt x="5278755" y="470916"/>
                  </a:lnTo>
                  <a:lnTo>
                    <a:pt x="5331586" y="502284"/>
                  </a:lnTo>
                  <a:lnTo>
                    <a:pt x="5378069" y="534161"/>
                  </a:lnTo>
                  <a:lnTo>
                    <a:pt x="5418074" y="566293"/>
                  </a:lnTo>
                  <a:lnTo>
                    <a:pt x="5450967" y="598424"/>
                  </a:lnTo>
                  <a:lnTo>
                    <a:pt x="5476875" y="630681"/>
                  </a:lnTo>
                  <a:lnTo>
                    <a:pt x="5486622" y="645965"/>
                  </a:lnTo>
                  <a:lnTo>
                    <a:pt x="5486273" y="645032"/>
                  </a:lnTo>
                  <a:lnTo>
                    <a:pt x="5506577" y="645032"/>
                  </a:lnTo>
                  <a:lnTo>
                    <a:pt x="5504053" y="638301"/>
                  </a:lnTo>
                  <a:lnTo>
                    <a:pt x="5503545" y="637031"/>
                  </a:lnTo>
                  <a:lnTo>
                    <a:pt x="5503259" y="636651"/>
                  </a:lnTo>
                  <a:lnTo>
                    <a:pt x="5492114" y="619251"/>
                  </a:lnTo>
                  <a:lnTo>
                    <a:pt x="5464683" y="585216"/>
                  </a:lnTo>
                  <a:lnTo>
                    <a:pt x="5430266" y="551687"/>
                  </a:lnTo>
                  <a:lnTo>
                    <a:pt x="5389118" y="518668"/>
                  </a:lnTo>
                  <a:lnTo>
                    <a:pt x="5341493" y="486155"/>
                  </a:lnTo>
                  <a:lnTo>
                    <a:pt x="5287645" y="454025"/>
                  </a:lnTo>
                  <a:lnTo>
                    <a:pt x="5227955" y="422782"/>
                  </a:lnTo>
                  <a:lnTo>
                    <a:pt x="5162423" y="392049"/>
                  </a:lnTo>
                  <a:lnTo>
                    <a:pt x="5091303" y="361950"/>
                  </a:lnTo>
                  <a:lnTo>
                    <a:pt x="5015103" y="332485"/>
                  </a:lnTo>
                  <a:lnTo>
                    <a:pt x="4933823" y="304037"/>
                  </a:lnTo>
                  <a:lnTo>
                    <a:pt x="4847717" y="276351"/>
                  </a:lnTo>
                  <a:lnTo>
                    <a:pt x="4757293" y="249681"/>
                  </a:lnTo>
                  <a:lnTo>
                    <a:pt x="4662424" y="224027"/>
                  </a:lnTo>
                  <a:lnTo>
                    <a:pt x="4563491" y="199262"/>
                  </a:lnTo>
                  <a:lnTo>
                    <a:pt x="4461002" y="175768"/>
                  </a:lnTo>
                  <a:lnTo>
                    <a:pt x="4354830" y="153416"/>
                  </a:lnTo>
                  <a:lnTo>
                    <a:pt x="4245356" y="132206"/>
                  </a:lnTo>
                  <a:lnTo>
                    <a:pt x="4132961" y="112522"/>
                  </a:lnTo>
                  <a:lnTo>
                    <a:pt x="4017772" y="93979"/>
                  </a:lnTo>
                  <a:lnTo>
                    <a:pt x="3900042" y="76961"/>
                  </a:lnTo>
                  <a:lnTo>
                    <a:pt x="3780154" y="61595"/>
                  </a:lnTo>
                  <a:lnTo>
                    <a:pt x="3658107" y="47625"/>
                  </a:lnTo>
                  <a:lnTo>
                    <a:pt x="3534410" y="35432"/>
                  </a:lnTo>
                  <a:lnTo>
                    <a:pt x="3409188" y="24892"/>
                  </a:lnTo>
                  <a:lnTo>
                    <a:pt x="3324775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49145" y="3391636"/>
              <a:ext cx="351180" cy="352577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94376" y="3391636"/>
              <a:ext cx="351180" cy="35257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39608" y="3391636"/>
              <a:ext cx="351180" cy="352577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49145" y="5310352"/>
              <a:ext cx="351180" cy="352577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94376" y="5310352"/>
              <a:ext cx="351180" cy="352577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39608" y="5310352"/>
              <a:ext cx="351180" cy="352577"/>
            </a:xfrm>
            <a:prstGeom prst="rect">
              <a:avLst/>
            </a:prstGeom>
          </p:spPr>
        </p:pic>
      </p:grpSp>
      <p:sp>
        <p:nvSpPr>
          <p:cNvPr id="51" name="object 51" descr=""/>
          <p:cNvSpPr txBox="1"/>
          <p:nvPr/>
        </p:nvSpPr>
        <p:spPr>
          <a:xfrm>
            <a:off x="1035202" y="6140433"/>
            <a:ext cx="5727700" cy="238379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Challenges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서비스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전반에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걸쳐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표준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준수가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어려움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초당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호출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횟수에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제한됨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(Rate</a:t>
            </a:r>
            <a:r>
              <a:rPr dirty="0" sz="2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Limit)</a:t>
            </a:r>
            <a:r>
              <a:rPr dirty="0" sz="2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느림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서비스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간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종속성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서비스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간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상태유지</a:t>
            </a:r>
            <a:r>
              <a:rPr dirty="0" sz="2200" spc="-15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필요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복잡한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관리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및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버전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호환성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고려</a:t>
            </a:r>
            <a:endParaRPr sz="2200">
              <a:latin typeface="Gulim"/>
              <a:cs typeface="Gulim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3424915" y="4270235"/>
            <a:ext cx="2051685" cy="1181735"/>
            <a:chOff x="13424915" y="4270235"/>
            <a:chExt cx="2051685" cy="1181735"/>
          </a:xfrm>
        </p:grpSpPr>
        <p:pic>
          <p:nvPicPr>
            <p:cNvPr id="53" name="object 5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424915" y="4270235"/>
              <a:ext cx="2051303" cy="118123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662659" y="4354017"/>
              <a:ext cx="1629536" cy="1074343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3631544" y="4486529"/>
              <a:ext cx="1648460" cy="777875"/>
            </a:xfrm>
            <a:custGeom>
              <a:avLst/>
              <a:gdLst/>
              <a:ahLst/>
              <a:cxnLst/>
              <a:rect l="l" t="t" r="r" b="b"/>
              <a:pathLst>
                <a:path w="1648459" h="777875">
                  <a:moveTo>
                    <a:pt x="1518412" y="0"/>
                  </a:moveTo>
                  <a:lnTo>
                    <a:pt x="129667" y="0"/>
                  </a:lnTo>
                  <a:lnTo>
                    <a:pt x="79188" y="10187"/>
                  </a:lnTo>
                  <a:lnTo>
                    <a:pt x="37973" y="37973"/>
                  </a:lnTo>
                  <a:lnTo>
                    <a:pt x="10187" y="79188"/>
                  </a:lnTo>
                  <a:lnTo>
                    <a:pt x="0" y="129667"/>
                  </a:lnTo>
                  <a:lnTo>
                    <a:pt x="0" y="648081"/>
                  </a:lnTo>
                  <a:lnTo>
                    <a:pt x="10187" y="698559"/>
                  </a:lnTo>
                  <a:lnTo>
                    <a:pt x="37973" y="739775"/>
                  </a:lnTo>
                  <a:lnTo>
                    <a:pt x="79188" y="767560"/>
                  </a:lnTo>
                  <a:lnTo>
                    <a:pt x="129667" y="777748"/>
                  </a:lnTo>
                  <a:lnTo>
                    <a:pt x="1518412" y="777748"/>
                  </a:lnTo>
                  <a:lnTo>
                    <a:pt x="1568890" y="767560"/>
                  </a:lnTo>
                  <a:lnTo>
                    <a:pt x="1610105" y="739775"/>
                  </a:lnTo>
                  <a:lnTo>
                    <a:pt x="1637891" y="698559"/>
                  </a:lnTo>
                  <a:lnTo>
                    <a:pt x="1648078" y="648081"/>
                  </a:lnTo>
                  <a:lnTo>
                    <a:pt x="1648078" y="129667"/>
                  </a:lnTo>
                  <a:lnTo>
                    <a:pt x="1637891" y="79188"/>
                  </a:lnTo>
                  <a:lnTo>
                    <a:pt x="1610105" y="37973"/>
                  </a:lnTo>
                  <a:lnTo>
                    <a:pt x="1568890" y="10187"/>
                  </a:lnTo>
                  <a:lnTo>
                    <a:pt x="1518412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13980413" y="4615053"/>
            <a:ext cx="9512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Fulfillment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15582900" y="4279404"/>
            <a:ext cx="2003425" cy="1183005"/>
            <a:chOff x="15582900" y="4279404"/>
            <a:chExt cx="2003425" cy="1183005"/>
          </a:xfrm>
        </p:grpSpPr>
        <p:pic>
          <p:nvPicPr>
            <p:cNvPr id="58" name="object 5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582900" y="4279404"/>
              <a:ext cx="2003298" cy="1182738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936468" y="4363161"/>
              <a:ext cx="1292605" cy="1074343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5789909" y="4496180"/>
              <a:ext cx="1598930" cy="777875"/>
            </a:xfrm>
            <a:custGeom>
              <a:avLst/>
              <a:gdLst/>
              <a:ahLst/>
              <a:cxnLst/>
              <a:rect l="l" t="t" r="r" b="b"/>
              <a:pathLst>
                <a:path w="1598930" h="777875">
                  <a:moveTo>
                    <a:pt x="1468755" y="0"/>
                  </a:moveTo>
                  <a:lnTo>
                    <a:pt x="129540" y="0"/>
                  </a:lnTo>
                  <a:lnTo>
                    <a:pt x="79134" y="10185"/>
                  </a:lnTo>
                  <a:lnTo>
                    <a:pt x="37957" y="37957"/>
                  </a:lnTo>
                  <a:lnTo>
                    <a:pt x="10185" y="79134"/>
                  </a:lnTo>
                  <a:lnTo>
                    <a:pt x="0" y="129540"/>
                  </a:lnTo>
                  <a:lnTo>
                    <a:pt x="0" y="648081"/>
                  </a:lnTo>
                  <a:lnTo>
                    <a:pt x="10185" y="698559"/>
                  </a:lnTo>
                  <a:lnTo>
                    <a:pt x="37957" y="739775"/>
                  </a:lnTo>
                  <a:lnTo>
                    <a:pt x="79134" y="767560"/>
                  </a:lnTo>
                  <a:lnTo>
                    <a:pt x="129540" y="777748"/>
                  </a:lnTo>
                  <a:lnTo>
                    <a:pt x="1468755" y="777748"/>
                  </a:lnTo>
                  <a:lnTo>
                    <a:pt x="1519233" y="767560"/>
                  </a:lnTo>
                  <a:lnTo>
                    <a:pt x="1560449" y="739775"/>
                  </a:lnTo>
                  <a:lnTo>
                    <a:pt x="1588234" y="698559"/>
                  </a:lnTo>
                  <a:lnTo>
                    <a:pt x="1598422" y="648081"/>
                  </a:lnTo>
                  <a:lnTo>
                    <a:pt x="1598422" y="129540"/>
                  </a:lnTo>
                  <a:lnTo>
                    <a:pt x="1588234" y="79134"/>
                  </a:lnTo>
                  <a:lnTo>
                    <a:pt x="1560448" y="37957"/>
                  </a:lnTo>
                  <a:lnTo>
                    <a:pt x="1519233" y="10185"/>
                  </a:lnTo>
                  <a:lnTo>
                    <a:pt x="1468755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16254476" y="4624578"/>
            <a:ext cx="6699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Stock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2644628" y="2418575"/>
            <a:ext cx="2026285" cy="1097915"/>
            <a:chOff x="12644628" y="2418575"/>
            <a:chExt cx="2026285" cy="1097915"/>
          </a:xfrm>
        </p:grpSpPr>
        <p:pic>
          <p:nvPicPr>
            <p:cNvPr id="63" name="object 6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44628" y="2446019"/>
              <a:ext cx="2025777" cy="979677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999720" y="2418575"/>
              <a:ext cx="1314958" cy="1097546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2865735" y="2676778"/>
              <a:ext cx="1598930" cy="553085"/>
            </a:xfrm>
            <a:custGeom>
              <a:avLst/>
              <a:gdLst/>
              <a:ahLst/>
              <a:cxnLst/>
              <a:rect l="l" t="t" r="r" b="b"/>
              <a:pathLst>
                <a:path w="1598930" h="553085">
                  <a:moveTo>
                    <a:pt x="1506220" y="0"/>
                  </a:moveTo>
                  <a:lnTo>
                    <a:pt x="92201" y="0"/>
                  </a:lnTo>
                  <a:lnTo>
                    <a:pt x="56310" y="7244"/>
                  </a:lnTo>
                  <a:lnTo>
                    <a:pt x="27003" y="27003"/>
                  </a:lnTo>
                  <a:lnTo>
                    <a:pt x="7244" y="56310"/>
                  </a:lnTo>
                  <a:lnTo>
                    <a:pt x="0" y="92201"/>
                  </a:lnTo>
                  <a:lnTo>
                    <a:pt x="0" y="460882"/>
                  </a:lnTo>
                  <a:lnTo>
                    <a:pt x="7244" y="496754"/>
                  </a:lnTo>
                  <a:lnTo>
                    <a:pt x="27003" y="526018"/>
                  </a:lnTo>
                  <a:lnTo>
                    <a:pt x="56310" y="545732"/>
                  </a:lnTo>
                  <a:lnTo>
                    <a:pt x="92201" y="552957"/>
                  </a:lnTo>
                  <a:lnTo>
                    <a:pt x="1506220" y="552957"/>
                  </a:lnTo>
                  <a:lnTo>
                    <a:pt x="1542111" y="545732"/>
                  </a:lnTo>
                  <a:lnTo>
                    <a:pt x="1571418" y="526018"/>
                  </a:lnTo>
                  <a:lnTo>
                    <a:pt x="1591177" y="496754"/>
                  </a:lnTo>
                  <a:lnTo>
                    <a:pt x="1598422" y="460882"/>
                  </a:lnTo>
                  <a:lnTo>
                    <a:pt x="1598422" y="92201"/>
                  </a:lnTo>
                  <a:lnTo>
                    <a:pt x="1591177" y="56310"/>
                  </a:lnTo>
                  <a:lnTo>
                    <a:pt x="1571418" y="27003"/>
                  </a:lnTo>
                  <a:lnTo>
                    <a:pt x="1542111" y="7244"/>
                  </a:lnTo>
                  <a:lnTo>
                    <a:pt x="1506220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13331189" y="2692653"/>
            <a:ext cx="6699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35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Order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15569184" y="2429243"/>
            <a:ext cx="2026285" cy="1097915"/>
            <a:chOff x="15569184" y="2429243"/>
            <a:chExt cx="2026285" cy="1097915"/>
          </a:xfrm>
        </p:grpSpPr>
        <p:pic>
          <p:nvPicPr>
            <p:cNvPr id="68" name="object 6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569184" y="2456688"/>
              <a:ext cx="2025777" cy="979677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924276" y="2429243"/>
              <a:ext cx="1355344" cy="1097546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5789910" y="2687066"/>
              <a:ext cx="1598930" cy="553085"/>
            </a:xfrm>
            <a:custGeom>
              <a:avLst/>
              <a:gdLst/>
              <a:ahLst/>
              <a:cxnLst/>
              <a:rect l="l" t="t" r="r" b="b"/>
              <a:pathLst>
                <a:path w="1598930" h="553085">
                  <a:moveTo>
                    <a:pt x="1506220" y="0"/>
                  </a:moveTo>
                  <a:lnTo>
                    <a:pt x="92075" y="0"/>
                  </a:lnTo>
                  <a:lnTo>
                    <a:pt x="56257" y="7225"/>
                  </a:lnTo>
                  <a:lnTo>
                    <a:pt x="26987" y="26939"/>
                  </a:lnTo>
                  <a:lnTo>
                    <a:pt x="7242" y="56203"/>
                  </a:lnTo>
                  <a:lnTo>
                    <a:pt x="0" y="92075"/>
                  </a:lnTo>
                  <a:lnTo>
                    <a:pt x="0" y="460755"/>
                  </a:lnTo>
                  <a:lnTo>
                    <a:pt x="7242" y="496647"/>
                  </a:lnTo>
                  <a:lnTo>
                    <a:pt x="26987" y="525954"/>
                  </a:lnTo>
                  <a:lnTo>
                    <a:pt x="56257" y="545713"/>
                  </a:lnTo>
                  <a:lnTo>
                    <a:pt x="92075" y="552957"/>
                  </a:lnTo>
                  <a:lnTo>
                    <a:pt x="1506220" y="552957"/>
                  </a:lnTo>
                  <a:lnTo>
                    <a:pt x="1542111" y="545713"/>
                  </a:lnTo>
                  <a:lnTo>
                    <a:pt x="1571418" y="525954"/>
                  </a:lnTo>
                  <a:lnTo>
                    <a:pt x="1591177" y="496647"/>
                  </a:lnTo>
                  <a:lnTo>
                    <a:pt x="1598422" y="460755"/>
                  </a:lnTo>
                  <a:lnTo>
                    <a:pt x="1598422" y="92075"/>
                  </a:lnTo>
                  <a:lnTo>
                    <a:pt x="1591177" y="56203"/>
                  </a:lnTo>
                  <a:lnTo>
                    <a:pt x="1571418" y="26939"/>
                  </a:lnTo>
                  <a:lnTo>
                    <a:pt x="1542111" y="7225"/>
                  </a:lnTo>
                  <a:lnTo>
                    <a:pt x="1506220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16255364" y="2702814"/>
            <a:ext cx="6699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Return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9735311" y="4814328"/>
            <a:ext cx="2002155" cy="1183005"/>
            <a:chOff x="9735311" y="4814328"/>
            <a:chExt cx="2002155" cy="1183005"/>
          </a:xfrm>
        </p:grpSpPr>
        <p:pic>
          <p:nvPicPr>
            <p:cNvPr id="73" name="object 7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35311" y="4814328"/>
              <a:ext cx="2001774" cy="1182738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012679" y="4898085"/>
              <a:ext cx="1507744" cy="1074343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9941686" y="5031104"/>
              <a:ext cx="1598930" cy="777875"/>
            </a:xfrm>
            <a:custGeom>
              <a:avLst/>
              <a:gdLst/>
              <a:ahLst/>
              <a:cxnLst/>
              <a:rect l="l" t="t" r="r" b="b"/>
              <a:pathLst>
                <a:path w="1598929" h="777875">
                  <a:moveTo>
                    <a:pt x="1468755" y="0"/>
                  </a:moveTo>
                  <a:lnTo>
                    <a:pt x="129540" y="0"/>
                  </a:lnTo>
                  <a:lnTo>
                    <a:pt x="79134" y="10187"/>
                  </a:lnTo>
                  <a:lnTo>
                    <a:pt x="37957" y="37973"/>
                  </a:lnTo>
                  <a:lnTo>
                    <a:pt x="10185" y="79188"/>
                  </a:lnTo>
                  <a:lnTo>
                    <a:pt x="0" y="129667"/>
                  </a:lnTo>
                  <a:lnTo>
                    <a:pt x="0" y="648081"/>
                  </a:lnTo>
                  <a:lnTo>
                    <a:pt x="10185" y="698559"/>
                  </a:lnTo>
                  <a:lnTo>
                    <a:pt x="37957" y="739775"/>
                  </a:lnTo>
                  <a:lnTo>
                    <a:pt x="79134" y="767560"/>
                  </a:lnTo>
                  <a:lnTo>
                    <a:pt x="129540" y="777748"/>
                  </a:lnTo>
                  <a:lnTo>
                    <a:pt x="1468755" y="777748"/>
                  </a:lnTo>
                  <a:lnTo>
                    <a:pt x="1519233" y="767560"/>
                  </a:lnTo>
                  <a:lnTo>
                    <a:pt x="1560449" y="739775"/>
                  </a:lnTo>
                  <a:lnTo>
                    <a:pt x="1588234" y="698559"/>
                  </a:lnTo>
                  <a:lnTo>
                    <a:pt x="1598422" y="648081"/>
                  </a:lnTo>
                  <a:lnTo>
                    <a:pt x="1598422" y="129667"/>
                  </a:lnTo>
                  <a:lnTo>
                    <a:pt x="1588234" y="79188"/>
                  </a:lnTo>
                  <a:lnTo>
                    <a:pt x="1560449" y="37973"/>
                  </a:lnTo>
                  <a:lnTo>
                    <a:pt x="1519233" y="10187"/>
                  </a:lnTo>
                  <a:lnTo>
                    <a:pt x="1468755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10329418" y="5159755"/>
            <a:ext cx="82359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900" marR="5080" indent="-762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Payment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9735311" y="2445981"/>
            <a:ext cx="2002155" cy="958850"/>
            <a:chOff x="9735311" y="2445981"/>
            <a:chExt cx="2002155" cy="958850"/>
          </a:xfrm>
        </p:grpSpPr>
        <p:pic>
          <p:nvPicPr>
            <p:cNvPr id="78" name="object 7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735311" y="2445981"/>
              <a:ext cx="2001774" cy="958507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59339" y="2540457"/>
              <a:ext cx="1553718" cy="830884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9941686" y="2662936"/>
              <a:ext cx="1598930" cy="554990"/>
            </a:xfrm>
            <a:custGeom>
              <a:avLst/>
              <a:gdLst/>
              <a:ahLst/>
              <a:cxnLst/>
              <a:rect l="l" t="t" r="r" b="b"/>
              <a:pathLst>
                <a:path w="1598929" h="554989">
                  <a:moveTo>
                    <a:pt x="1505966" y="0"/>
                  </a:moveTo>
                  <a:lnTo>
                    <a:pt x="92329" y="0"/>
                  </a:lnTo>
                  <a:lnTo>
                    <a:pt x="56364" y="7266"/>
                  </a:lnTo>
                  <a:lnTo>
                    <a:pt x="27019" y="27082"/>
                  </a:lnTo>
                  <a:lnTo>
                    <a:pt x="7246" y="56471"/>
                  </a:lnTo>
                  <a:lnTo>
                    <a:pt x="0" y="92456"/>
                  </a:lnTo>
                  <a:lnTo>
                    <a:pt x="0" y="462025"/>
                  </a:lnTo>
                  <a:lnTo>
                    <a:pt x="7246" y="498010"/>
                  </a:lnTo>
                  <a:lnTo>
                    <a:pt x="27019" y="527399"/>
                  </a:lnTo>
                  <a:lnTo>
                    <a:pt x="56364" y="547215"/>
                  </a:lnTo>
                  <a:lnTo>
                    <a:pt x="92329" y="554482"/>
                  </a:lnTo>
                  <a:lnTo>
                    <a:pt x="1505966" y="554482"/>
                  </a:lnTo>
                  <a:lnTo>
                    <a:pt x="1541950" y="547215"/>
                  </a:lnTo>
                  <a:lnTo>
                    <a:pt x="1571339" y="527399"/>
                  </a:lnTo>
                  <a:lnTo>
                    <a:pt x="1591155" y="498010"/>
                  </a:lnTo>
                  <a:lnTo>
                    <a:pt x="1598422" y="462025"/>
                  </a:lnTo>
                  <a:lnTo>
                    <a:pt x="1598422" y="92456"/>
                  </a:lnTo>
                  <a:lnTo>
                    <a:pt x="1591155" y="56471"/>
                  </a:lnTo>
                  <a:lnTo>
                    <a:pt x="1571339" y="27082"/>
                  </a:lnTo>
                  <a:lnTo>
                    <a:pt x="1541950" y="7266"/>
                  </a:lnTo>
                  <a:lnTo>
                    <a:pt x="1505966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10275823" y="2801492"/>
            <a:ext cx="930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 service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9741407" y="1135430"/>
            <a:ext cx="2026285" cy="1489710"/>
            <a:chOff x="9741407" y="1135430"/>
            <a:chExt cx="2026285" cy="1489710"/>
          </a:xfrm>
        </p:grpSpPr>
        <p:sp>
          <p:nvSpPr>
            <p:cNvPr id="83" name="object 83" descr=""/>
            <p:cNvSpPr/>
            <p:nvPr/>
          </p:nvSpPr>
          <p:spPr>
            <a:xfrm>
              <a:off x="10277791" y="1972944"/>
              <a:ext cx="76200" cy="652145"/>
            </a:xfrm>
            <a:custGeom>
              <a:avLst/>
              <a:gdLst/>
              <a:ahLst/>
              <a:cxnLst/>
              <a:rect l="l" t="t" r="r" b="b"/>
              <a:pathLst>
                <a:path w="76200" h="652144">
                  <a:moveTo>
                    <a:pt x="28414" y="575945"/>
                  </a:moveTo>
                  <a:lnTo>
                    <a:pt x="0" y="575945"/>
                  </a:lnTo>
                  <a:lnTo>
                    <a:pt x="37782" y="652018"/>
                  </a:lnTo>
                  <a:lnTo>
                    <a:pt x="69733" y="588645"/>
                  </a:lnTo>
                  <a:lnTo>
                    <a:pt x="28384" y="588645"/>
                  </a:lnTo>
                  <a:lnTo>
                    <a:pt x="28414" y="575945"/>
                  </a:lnTo>
                  <a:close/>
                </a:path>
                <a:path w="76200" h="652144">
                  <a:moveTo>
                    <a:pt x="48831" y="0"/>
                  </a:moveTo>
                  <a:lnTo>
                    <a:pt x="29781" y="0"/>
                  </a:lnTo>
                  <a:lnTo>
                    <a:pt x="28414" y="575945"/>
                  </a:lnTo>
                  <a:lnTo>
                    <a:pt x="28384" y="588645"/>
                  </a:lnTo>
                  <a:lnTo>
                    <a:pt x="47434" y="588645"/>
                  </a:lnTo>
                  <a:lnTo>
                    <a:pt x="48831" y="0"/>
                  </a:lnTo>
                  <a:close/>
                </a:path>
                <a:path w="76200" h="652144">
                  <a:moveTo>
                    <a:pt x="76136" y="575945"/>
                  </a:moveTo>
                  <a:lnTo>
                    <a:pt x="47465" y="575945"/>
                  </a:lnTo>
                  <a:lnTo>
                    <a:pt x="47434" y="588645"/>
                  </a:lnTo>
                  <a:lnTo>
                    <a:pt x="69733" y="588645"/>
                  </a:lnTo>
                  <a:lnTo>
                    <a:pt x="76136" y="5759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741407" y="1135430"/>
              <a:ext cx="2025777" cy="981151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238231" y="1229817"/>
              <a:ext cx="1030503" cy="852855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9962133" y="1365757"/>
              <a:ext cx="1598930" cy="554355"/>
            </a:xfrm>
            <a:custGeom>
              <a:avLst/>
              <a:gdLst/>
              <a:ahLst/>
              <a:cxnLst/>
              <a:rect l="l" t="t" r="r" b="b"/>
              <a:pathLst>
                <a:path w="1598929" h="554355">
                  <a:moveTo>
                    <a:pt x="1506093" y="0"/>
                  </a:moveTo>
                  <a:lnTo>
                    <a:pt x="92456" y="0"/>
                  </a:lnTo>
                  <a:lnTo>
                    <a:pt x="56471" y="7246"/>
                  </a:lnTo>
                  <a:lnTo>
                    <a:pt x="27082" y="27019"/>
                  </a:lnTo>
                  <a:lnTo>
                    <a:pt x="7266" y="56364"/>
                  </a:lnTo>
                  <a:lnTo>
                    <a:pt x="0" y="92328"/>
                  </a:lnTo>
                  <a:lnTo>
                    <a:pt x="0" y="461899"/>
                  </a:lnTo>
                  <a:lnTo>
                    <a:pt x="7266" y="497883"/>
                  </a:lnTo>
                  <a:lnTo>
                    <a:pt x="27082" y="527272"/>
                  </a:lnTo>
                  <a:lnTo>
                    <a:pt x="56471" y="547088"/>
                  </a:lnTo>
                  <a:lnTo>
                    <a:pt x="92456" y="554355"/>
                  </a:lnTo>
                  <a:lnTo>
                    <a:pt x="1506093" y="554355"/>
                  </a:lnTo>
                  <a:lnTo>
                    <a:pt x="1542057" y="547088"/>
                  </a:lnTo>
                  <a:lnTo>
                    <a:pt x="1571402" y="527272"/>
                  </a:lnTo>
                  <a:lnTo>
                    <a:pt x="1591175" y="497883"/>
                  </a:lnTo>
                  <a:lnTo>
                    <a:pt x="1598422" y="461899"/>
                  </a:lnTo>
                  <a:lnTo>
                    <a:pt x="1598422" y="92328"/>
                  </a:lnTo>
                  <a:lnTo>
                    <a:pt x="1591175" y="56364"/>
                  </a:lnTo>
                  <a:lnTo>
                    <a:pt x="1571402" y="27019"/>
                  </a:lnTo>
                  <a:lnTo>
                    <a:pt x="1542057" y="7246"/>
                  </a:lnTo>
                  <a:lnTo>
                    <a:pt x="1506093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10569067" y="1503934"/>
            <a:ext cx="3854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GUI</a:t>
            </a:r>
            <a:endParaRPr sz="1600">
              <a:latin typeface="Arial"/>
              <a:cs typeface="Arial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8598154" y="3067304"/>
            <a:ext cx="700405" cy="676910"/>
          </a:xfrm>
          <a:custGeom>
            <a:avLst/>
            <a:gdLst/>
            <a:ahLst/>
            <a:cxnLst/>
            <a:rect l="l" t="t" r="r" b="b"/>
            <a:pathLst>
              <a:path w="700404" h="676910">
                <a:moveTo>
                  <a:pt x="361569" y="0"/>
                </a:moveTo>
                <a:lnTo>
                  <a:pt x="361569" y="169164"/>
                </a:lnTo>
                <a:lnTo>
                  <a:pt x="0" y="169164"/>
                </a:lnTo>
                <a:lnTo>
                  <a:pt x="0" y="507746"/>
                </a:lnTo>
                <a:lnTo>
                  <a:pt x="361569" y="507746"/>
                </a:lnTo>
                <a:lnTo>
                  <a:pt x="361569" y="676910"/>
                </a:lnTo>
                <a:lnTo>
                  <a:pt x="700024" y="338454"/>
                </a:lnTo>
                <a:lnTo>
                  <a:pt x="3615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9" name="object 89" descr=""/>
          <p:cNvGrpSpPr/>
          <p:nvPr/>
        </p:nvGrpSpPr>
        <p:grpSpPr>
          <a:xfrm>
            <a:off x="9656064" y="3264408"/>
            <a:ext cx="8067675" cy="2914015"/>
            <a:chOff x="9656064" y="3264408"/>
            <a:chExt cx="8067675" cy="2914015"/>
          </a:xfrm>
        </p:grpSpPr>
        <p:sp>
          <p:nvSpPr>
            <p:cNvPr id="90" name="object 90" descr=""/>
            <p:cNvSpPr/>
            <p:nvPr/>
          </p:nvSpPr>
          <p:spPr>
            <a:xfrm>
              <a:off x="10661269" y="3264407"/>
              <a:ext cx="6400165" cy="1651635"/>
            </a:xfrm>
            <a:custGeom>
              <a:avLst/>
              <a:gdLst/>
              <a:ahLst/>
              <a:cxnLst/>
              <a:rect l="l" t="t" r="r" b="b"/>
              <a:pathLst>
                <a:path w="6400165" h="1651635">
                  <a:moveTo>
                    <a:pt x="76200" y="1575308"/>
                  </a:moveTo>
                  <a:lnTo>
                    <a:pt x="42799" y="1575308"/>
                  </a:lnTo>
                  <a:lnTo>
                    <a:pt x="42799" y="930402"/>
                  </a:lnTo>
                  <a:lnTo>
                    <a:pt x="33274" y="930402"/>
                  </a:lnTo>
                  <a:lnTo>
                    <a:pt x="33274" y="1575308"/>
                  </a:lnTo>
                  <a:lnTo>
                    <a:pt x="0" y="1575308"/>
                  </a:lnTo>
                  <a:lnTo>
                    <a:pt x="38100" y="1651508"/>
                  </a:lnTo>
                  <a:lnTo>
                    <a:pt x="69850" y="1588008"/>
                  </a:lnTo>
                  <a:lnTo>
                    <a:pt x="76200" y="1575308"/>
                  </a:lnTo>
                  <a:close/>
                </a:path>
                <a:path w="6400165" h="1651635">
                  <a:moveTo>
                    <a:pt x="188595" y="221869"/>
                  </a:moveTo>
                  <a:lnTo>
                    <a:pt x="155194" y="221869"/>
                  </a:lnTo>
                  <a:lnTo>
                    <a:pt x="155194" y="15748"/>
                  </a:lnTo>
                  <a:lnTo>
                    <a:pt x="145669" y="15748"/>
                  </a:lnTo>
                  <a:lnTo>
                    <a:pt x="145669" y="221869"/>
                  </a:lnTo>
                  <a:lnTo>
                    <a:pt x="112395" y="221869"/>
                  </a:lnTo>
                  <a:lnTo>
                    <a:pt x="150495" y="298069"/>
                  </a:lnTo>
                  <a:lnTo>
                    <a:pt x="182245" y="234569"/>
                  </a:lnTo>
                  <a:lnTo>
                    <a:pt x="188595" y="221869"/>
                  </a:lnTo>
                  <a:close/>
                </a:path>
                <a:path w="6400165" h="1651635">
                  <a:moveTo>
                    <a:pt x="3041777" y="206248"/>
                  </a:moveTo>
                  <a:lnTo>
                    <a:pt x="3008376" y="206248"/>
                  </a:lnTo>
                  <a:lnTo>
                    <a:pt x="3008376" y="0"/>
                  </a:lnTo>
                  <a:lnTo>
                    <a:pt x="2998851" y="0"/>
                  </a:lnTo>
                  <a:lnTo>
                    <a:pt x="2998851" y="206248"/>
                  </a:lnTo>
                  <a:lnTo>
                    <a:pt x="2965577" y="206248"/>
                  </a:lnTo>
                  <a:lnTo>
                    <a:pt x="3003677" y="282448"/>
                  </a:lnTo>
                  <a:lnTo>
                    <a:pt x="3035427" y="218948"/>
                  </a:lnTo>
                  <a:lnTo>
                    <a:pt x="3041777" y="206248"/>
                  </a:lnTo>
                  <a:close/>
                </a:path>
                <a:path w="6400165" h="1651635">
                  <a:moveTo>
                    <a:pt x="3510280" y="1136650"/>
                  </a:moveTo>
                  <a:lnTo>
                    <a:pt x="3477006" y="1136650"/>
                  </a:lnTo>
                  <a:lnTo>
                    <a:pt x="3477006" y="930402"/>
                  </a:lnTo>
                  <a:lnTo>
                    <a:pt x="3467481" y="930402"/>
                  </a:lnTo>
                  <a:lnTo>
                    <a:pt x="3467481" y="1136650"/>
                  </a:lnTo>
                  <a:lnTo>
                    <a:pt x="3434080" y="1136650"/>
                  </a:lnTo>
                  <a:lnTo>
                    <a:pt x="3472180" y="1212850"/>
                  </a:lnTo>
                  <a:lnTo>
                    <a:pt x="3503930" y="1149350"/>
                  </a:lnTo>
                  <a:lnTo>
                    <a:pt x="3510280" y="1136650"/>
                  </a:lnTo>
                  <a:close/>
                </a:path>
                <a:path w="6400165" h="1651635">
                  <a:moveTo>
                    <a:pt x="5965825" y="211328"/>
                  </a:moveTo>
                  <a:lnTo>
                    <a:pt x="5932551" y="211328"/>
                  </a:lnTo>
                  <a:lnTo>
                    <a:pt x="5932551" y="5080"/>
                  </a:lnTo>
                  <a:lnTo>
                    <a:pt x="5923026" y="5080"/>
                  </a:lnTo>
                  <a:lnTo>
                    <a:pt x="5923026" y="211328"/>
                  </a:lnTo>
                  <a:lnTo>
                    <a:pt x="5889625" y="211328"/>
                  </a:lnTo>
                  <a:lnTo>
                    <a:pt x="5927725" y="287528"/>
                  </a:lnTo>
                  <a:lnTo>
                    <a:pt x="5959475" y="224028"/>
                  </a:lnTo>
                  <a:lnTo>
                    <a:pt x="5965825" y="211328"/>
                  </a:lnTo>
                  <a:close/>
                </a:path>
                <a:path w="6400165" h="1651635">
                  <a:moveTo>
                    <a:pt x="6399784" y="1136650"/>
                  </a:moveTo>
                  <a:lnTo>
                    <a:pt x="6366510" y="1136650"/>
                  </a:lnTo>
                  <a:lnTo>
                    <a:pt x="6366510" y="930402"/>
                  </a:lnTo>
                  <a:lnTo>
                    <a:pt x="6356985" y="930402"/>
                  </a:lnTo>
                  <a:lnTo>
                    <a:pt x="6356985" y="1136650"/>
                  </a:lnTo>
                  <a:lnTo>
                    <a:pt x="6323584" y="1136650"/>
                  </a:lnTo>
                  <a:lnTo>
                    <a:pt x="6361684" y="1212850"/>
                  </a:lnTo>
                  <a:lnTo>
                    <a:pt x="6393434" y="1149350"/>
                  </a:lnTo>
                  <a:lnTo>
                    <a:pt x="6399784" y="1136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911960" y="3343021"/>
              <a:ext cx="76200" cy="187325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854932" y="3312287"/>
              <a:ext cx="76200" cy="207518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992612" y="5478830"/>
              <a:ext cx="1071041" cy="699084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1031855" y="5492877"/>
              <a:ext cx="1002030" cy="629920"/>
            </a:xfrm>
            <a:custGeom>
              <a:avLst/>
              <a:gdLst/>
              <a:ahLst/>
              <a:cxnLst/>
              <a:rect l="l" t="t" r="r" b="b"/>
              <a:pathLst>
                <a:path w="1002029" h="629920">
                  <a:moveTo>
                    <a:pt x="491744" y="0"/>
                  </a:moveTo>
                  <a:lnTo>
                    <a:pt x="446822" y="3918"/>
                  </a:lnTo>
                  <a:lnTo>
                    <a:pt x="404141" y="15271"/>
                  </a:lnTo>
                  <a:lnTo>
                    <a:pt x="364241" y="33459"/>
                  </a:lnTo>
                  <a:lnTo>
                    <a:pt x="327659" y="57880"/>
                  </a:lnTo>
                  <a:lnTo>
                    <a:pt x="294936" y="87932"/>
                  </a:lnTo>
                  <a:lnTo>
                    <a:pt x="266608" y="123015"/>
                  </a:lnTo>
                  <a:lnTo>
                    <a:pt x="243216" y="162527"/>
                  </a:lnTo>
                  <a:lnTo>
                    <a:pt x="225298" y="205867"/>
                  </a:lnTo>
                  <a:lnTo>
                    <a:pt x="217249" y="204513"/>
                  </a:lnTo>
                  <a:lnTo>
                    <a:pt x="209105" y="203517"/>
                  </a:lnTo>
                  <a:lnTo>
                    <a:pt x="200866" y="202902"/>
                  </a:lnTo>
                  <a:lnTo>
                    <a:pt x="192531" y="202692"/>
                  </a:lnTo>
                  <a:lnTo>
                    <a:pt x="148356" y="208339"/>
                  </a:lnTo>
                  <a:lnTo>
                    <a:pt x="107820" y="224424"/>
                  </a:lnTo>
                  <a:lnTo>
                    <a:pt x="72073" y="249658"/>
                  </a:lnTo>
                  <a:lnTo>
                    <a:pt x="42267" y="282751"/>
                  </a:lnTo>
                  <a:lnTo>
                    <a:pt x="19552" y="322416"/>
                  </a:lnTo>
                  <a:lnTo>
                    <a:pt x="5079" y="367363"/>
                  </a:lnTo>
                  <a:lnTo>
                    <a:pt x="0" y="416306"/>
                  </a:lnTo>
                  <a:lnTo>
                    <a:pt x="5079" y="465288"/>
                  </a:lnTo>
                  <a:lnTo>
                    <a:pt x="19552" y="510251"/>
                  </a:lnTo>
                  <a:lnTo>
                    <a:pt x="42267" y="549913"/>
                  </a:lnTo>
                  <a:lnTo>
                    <a:pt x="72073" y="582993"/>
                  </a:lnTo>
                  <a:lnTo>
                    <a:pt x="107820" y="608209"/>
                  </a:lnTo>
                  <a:lnTo>
                    <a:pt x="148356" y="624278"/>
                  </a:lnTo>
                  <a:lnTo>
                    <a:pt x="192531" y="629920"/>
                  </a:lnTo>
                  <a:lnTo>
                    <a:pt x="198500" y="629665"/>
                  </a:lnTo>
                  <a:lnTo>
                    <a:pt x="492760" y="629920"/>
                  </a:lnTo>
                  <a:lnTo>
                    <a:pt x="841248" y="629920"/>
                  </a:lnTo>
                  <a:lnTo>
                    <a:pt x="883855" y="623557"/>
                  </a:lnTo>
                  <a:lnTo>
                    <a:pt x="922142" y="605601"/>
                  </a:lnTo>
                  <a:lnTo>
                    <a:pt x="954579" y="577754"/>
                  </a:lnTo>
                  <a:lnTo>
                    <a:pt x="979640" y="541716"/>
                  </a:lnTo>
                  <a:lnTo>
                    <a:pt x="995797" y="499186"/>
                  </a:lnTo>
                  <a:lnTo>
                    <a:pt x="1001522" y="451865"/>
                  </a:lnTo>
                  <a:lnTo>
                    <a:pt x="995797" y="404545"/>
                  </a:lnTo>
                  <a:lnTo>
                    <a:pt x="979640" y="362015"/>
                  </a:lnTo>
                  <a:lnTo>
                    <a:pt x="954579" y="325977"/>
                  </a:lnTo>
                  <a:lnTo>
                    <a:pt x="922142" y="298130"/>
                  </a:lnTo>
                  <a:lnTo>
                    <a:pt x="883855" y="280174"/>
                  </a:lnTo>
                  <a:lnTo>
                    <a:pt x="841248" y="273812"/>
                  </a:lnTo>
                  <a:lnTo>
                    <a:pt x="823595" y="274885"/>
                  </a:lnTo>
                  <a:lnTo>
                    <a:pt x="806513" y="278018"/>
                  </a:lnTo>
                  <a:lnTo>
                    <a:pt x="790098" y="283081"/>
                  </a:lnTo>
                  <a:lnTo>
                    <a:pt x="774446" y="289940"/>
                  </a:lnTo>
                  <a:lnTo>
                    <a:pt x="767747" y="242382"/>
                  </a:lnTo>
                  <a:lnTo>
                    <a:pt x="754920" y="197461"/>
                  </a:lnTo>
                  <a:lnTo>
                    <a:pt x="736465" y="155736"/>
                  </a:lnTo>
                  <a:lnTo>
                    <a:pt x="712882" y="117765"/>
                  </a:lnTo>
                  <a:lnTo>
                    <a:pt x="684672" y="84105"/>
                  </a:lnTo>
                  <a:lnTo>
                    <a:pt x="652337" y="55315"/>
                  </a:lnTo>
                  <a:lnTo>
                    <a:pt x="616375" y="31951"/>
                  </a:lnTo>
                  <a:lnTo>
                    <a:pt x="577289" y="14572"/>
                  </a:lnTo>
                  <a:lnTo>
                    <a:pt x="535578" y="3736"/>
                  </a:lnTo>
                  <a:lnTo>
                    <a:pt x="4917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56064" y="3483902"/>
              <a:ext cx="8067293" cy="864704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9800463" y="3581400"/>
              <a:ext cx="7797165" cy="594995"/>
            </a:xfrm>
            <a:custGeom>
              <a:avLst/>
              <a:gdLst/>
              <a:ahLst/>
              <a:cxnLst/>
              <a:rect l="l" t="t" r="r" b="b"/>
              <a:pathLst>
                <a:path w="7797165" h="594995">
                  <a:moveTo>
                    <a:pt x="7754619" y="0"/>
                  </a:moveTo>
                  <a:lnTo>
                    <a:pt x="42036" y="0"/>
                  </a:lnTo>
                  <a:lnTo>
                    <a:pt x="25663" y="3319"/>
                  </a:lnTo>
                  <a:lnTo>
                    <a:pt x="12303" y="12366"/>
                  </a:lnTo>
                  <a:lnTo>
                    <a:pt x="3300" y="25771"/>
                  </a:lnTo>
                  <a:lnTo>
                    <a:pt x="0" y="42164"/>
                  </a:lnTo>
                  <a:lnTo>
                    <a:pt x="0" y="552450"/>
                  </a:lnTo>
                  <a:lnTo>
                    <a:pt x="3300" y="568842"/>
                  </a:lnTo>
                  <a:lnTo>
                    <a:pt x="12303" y="582247"/>
                  </a:lnTo>
                  <a:lnTo>
                    <a:pt x="25663" y="591294"/>
                  </a:lnTo>
                  <a:lnTo>
                    <a:pt x="42036" y="594613"/>
                  </a:lnTo>
                  <a:lnTo>
                    <a:pt x="7754619" y="594613"/>
                  </a:lnTo>
                  <a:lnTo>
                    <a:pt x="7771066" y="591294"/>
                  </a:lnTo>
                  <a:lnTo>
                    <a:pt x="7784464" y="582247"/>
                  </a:lnTo>
                  <a:lnTo>
                    <a:pt x="7793481" y="568842"/>
                  </a:lnTo>
                  <a:lnTo>
                    <a:pt x="7796783" y="552450"/>
                  </a:lnTo>
                  <a:lnTo>
                    <a:pt x="7796783" y="42164"/>
                  </a:lnTo>
                  <a:lnTo>
                    <a:pt x="7793482" y="25771"/>
                  </a:lnTo>
                  <a:lnTo>
                    <a:pt x="7784465" y="12366"/>
                  </a:lnTo>
                  <a:lnTo>
                    <a:pt x="7771066" y="3319"/>
                  </a:lnTo>
                  <a:lnTo>
                    <a:pt x="7754619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41687" y="3694773"/>
              <a:ext cx="2342133" cy="367703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950944" y="3736809"/>
              <a:ext cx="256438" cy="279692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2892151" y="4336034"/>
              <a:ext cx="76200" cy="842644"/>
            </a:xfrm>
            <a:custGeom>
              <a:avLst/>
              <a:gdLst/>
              <a:ahLst/>
              <a:cxnLst/>
              <a:rect l="l" t="t" r="r" b="b"/>
              <a:pathLst>
                <a:path w="76200" h="842645">
                  <a:moveTo>
                    <a:pt x="42799" y="63500"/>
                  </a:moveTo>
                  <a:lnTo>
                    <a:pt x="33274" y="63500"/>
                  </a:lnTo>
                  <a:lnTo>
                    <a:pt x="39750" y="842137"/>
                  </a:lnTo>
                  <a:lnTo>
                    <a:pt x="49277" y="842137"/>
                  </a:lnTo>
                  <a:lnTo>
                    <a:pt x="42906" y="76453"/>
                  </a:lnTo>
                  <a:lnTo>
                    <a:pt x="42799" y="63500"/>
                  </a:lnTo>
                  <a:close/>
                </a:path>
                <a:path w="76200" h="842645">
                  <a:moveTo>
                    <a:pt x="37465" y="0"/>
                  </a:moveTo>
                  <a:lnTo>
                    <a:pt x="0" y="76453"/>
                  </a:lnTo>
                  <a:lnTo>
                    <a:pt x="33379" y="76175"/>
                  </a:lnTo>
                  <a:lnTo>
                    <a:pt x="33274" y="63500"/>
                  </a:lnTo>
                  <a:lnTo>
                    <a:pt x="69906" y="63500"/>
                  </a:lnTo>
                  <a:lnTo>
                    <a:pt x="37465" y="0"/>
                  </a:lnTo>
                  <a:close/>
                </a:path>
                <a:path w="76200" h="842645">
                  <a:moveTo>
                    <a:pt x="69906" y="63500"/>
                  </a:moveTo>
                  <a:lnTo>
                    <a:pt x="42799" y="63500"/>
                  </a:lnTo>
                  <a:lnTo>
                    <a:pt x="42904" y="76175"/>
                  </a:lnTo>
                  <a:lnTo>
                    <a:pt x="33379" y="76175"/>
                  </a:lnTo>
                  <a:lnTo>
                    <a:pt x="76200" y="75818"/>
                  </a:lnTo>
                  <a:lnTo>
                    <a:pt x="69906" y="63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592812" y="5178082"/>
              <a:ext cx="687832" cy="521042"/>
            </a:xfrm>
            <a:prstGeom prst="rect">
              <a:avLst/>
            </a:prstGeom>
          </p:spPr>
        </p:pic>
      </p:grpSp>
      <p:sp>
        <p:nvSpPr>
          <p:cNvPr id="101" name="object 101" descr=""/>
          <p:cNvSpPr txBox="1"/>
          <p:nvPr/>
        </p:nvSpPr>
        <p:spPr>
          <a:xfrm>
            <a:off x="9867392" y="6328664"/>
            <a:ext cx="1125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Benefits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9867392" y="6698386"/>
            <a:ext cx="5942330" cy="311086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완전히</a:t>
            </a:r>
            <a:r>
              <a:rPr dirty="0" sz="2200" spc="-1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분리된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마이크로서비스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단일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상호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통신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표준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버전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호환성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유지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비동기</a:t>
            </a:r>
            <a:r>
              <a:rPr dirty="0" sz="2200" spc="-1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서비스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개발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상태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재현을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위한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단일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Gulim"/>
                <a:cs typeface="Gulim"/>
              </a:rPr>
              <a:t>플랫폼에서</a:t>
            </a:r>
            <a:r>
              <a:rPr dirty="0" sz="2200" spc="-14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상태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저장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분산되고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확장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가능한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실시간</a:t>
            </a:r>
            <a:r>
              <a:rPr dirty="0" sz="2200" spc="-1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스트리밍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데이터의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처리</a:t>
            </a:r>
            <a:endParaRPr sz="2200">
              <a:latin typeface="Gulim"/>
              <a:cs typeface="Gulim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54545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온</a:t>
            </a:r>
            <a:r>
              <a:rPr dirty="0" sz="2200" spc="-18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프레미스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클라우드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하이브리드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배포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가능</a:t>
            </a:r>
            <a:endParaRPr sz="2200">
              <a:latin typeface="Gulim"/>
              <a:cs typeface="Gulim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12783439" y="5354573"/>
            <a:ext cx="307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DB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 descr=""/>
          <p:cNvSpPr/>
          <p:nvPr/>
        </p:nvSpPr>
        <p:spPr>
          <a:xfrm>
            <a:off x="10449941" y="4678847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10448035" y="4357537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6" name="object 106" descr=""/>
          <p:cNvGrpSpPr/>
          <p:nvPr/>
        </p:nvGrpSpPr>
        <p:grpSpPr>
          <a:xfrm>
            <a:off x="10449941" y="3727069"/>
            <a:ext cx="6397625" cy="916305"/>
            <a:chOff x="10449941" y="3727069"/>
            <a:chExt cx="6397625" cy="916305"/>
          </a:xfrm>
        </p:grpSpPr>
        <p:sp>
          <p:nvSpPr>
            <p:cNvPr id="107" name="object 107" descr=""/>
            <p:cNvSpPr/>
            <p:nvPr/>
          </p:nvSpPr>
          <p:spPr>
            <a:xfrm>
              <a:off x="10449941" y="451831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800" y="0"/>
                  </a:moveTo>
                  <a:lnTo>
                    <a:pt x="0" y="0"/>
                  </a:lnTo>
                  <a:lnTo>
                    <a:pt x="0" y="124800"/>
                  </a:lnTo>
                  <a:lnTo>
                    <a:pt x="124800" y="124800"/>
                  </a:lnTo>
                  <a:lnTo>
                    <a:pt x="124800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198977" y="3763022"/>
              <a:ext cx="252984" cy="252971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521684" y="3727069"/>
              <a:ext cx="325627" cy="325627"/>
            </a:xfrm>
            <a:prstGeom prst="rect">
              <a:avLst/>
            </a:prstGeom>
          </p:spPr>
        </p:pic>
      </p:grpSp>
      <p:sp>
        <p:nvSpPr>
          <p:cNvPr id="110" name="object 110" descr=""/>
          <p:cNvSpPr txBox="1"/>
          <p:nvPr/>
        </p:nvSpPr>
        <p:spPr>
          <a:xfrm>
            <a:off x="10652632" y="4381246"/>
            <a:ext cx="2336165" cy="735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1025" algn="l"/>
                <a:tab pos="712470" algn="l"/>
              </a:tabLst>
            </a:pPr>
            <a:r>
              <a:rPr dirty="0" u="dash" sz="1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200">
                <a:solidFill>
                  <a:srgbClr val="FFFFFF"/>
                </a:solidFill>
                <a:latin typeface="Arial"/>
                <a:cs typeface="Arial"/>
              </a:rPr>
              <a:t>	Validated</a:t>
            </a:r>
            <a:r>
              <a:rPr dirty="0" u="none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1200" spc="-5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endParaRPr sz="1200">
              <a:latin typeface="Arial"/>
              <a:cs typeface="Arial"/>
            </a:endParaRPr>
          </a:p>
          <a:p>
            <a:pPr marL="715645">
              <a:lnSpc>
                <a:spcPct val="100000"/>
              </a:lnSpc>
              <a:tabLst>
                <a:tab pos="1708150" algn="l"/>
                <a:tab pos="2322830" algn="l"/>
              </a:tabLst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Compatible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u="dash" sz="1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endParaRPr sz="1200">
              <a:latin typeface="Arial"/>
              <a:cs typeface="Arial"/>
            </a:endParaRPr>
          </a:p>
          <a:p>
            <a:pPr marL="1204595">
              <a:lnSpc>
                <a:spcPct val="100000"/>
              </a:lnSpc>
              <a:spcBef>
                <a:spcPts val="127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CDC</a:t>
            </a:r>
            <a:r>
              <a:rPr dirty="0" sz="12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Connector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259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173360"/>
                </a:solidFill>
              </a:rPr>
              <a:t>Building</a:t>
            </a:r>
            <a:r>
              <a:rPr dirty="0" sz="4800" spc="-4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Microservice</a:t>
            </a:r>
            <a:r>
              <a:rPr dirty="0" sz="4800" spc="-7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Application</a:t>
            </a:r>
            <a:r>
              <a:rPr dirty="0" sz="4800" spc="-4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with</a:t>
            </a:r>
            <a:r>
              <a:rPr dirty="0" sz="4800" spc="-45">
                <a:solidFill>
                  <a:srgbClr val="173360"/>
                </a:solidFill>
              </a:rPr>
              <a:t> </a:t>
            </a:r>
            <a:r>
              <a:rPr dirty="0" sz="4800" spc="-10">
                <a:solidFill>
                  <a:srgbClr val="173360"/>
                </a:solidFill>
              </a:rPr>
              <a:t>Event</a:t>
            </a:r>
            <a:endParaRPr sz="4800"/>
          </a:p>
        </p:txBody>
      </p:sp>
      <p:sp>
        <p:nvSpPr>
          <p:cNvPr id="3" name="object 3" descr=""/>
          <p:cNvSpPr txBox="1"/>
          <p:nvPr/>
        </p:nvSpPr>
        <p:spPr>
          <a:xfrm>
            <a:off x="17444465" y="943030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47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3508" y="1390269"/>
            <a:ext cx="14460982" cy="807718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409178" y="9685121"/>
            <a:ext cx="79819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Gulim"/>
                <a:cs typeface="Gulim"/>
              </a:rPr>
              <a:t>출처</a:t>
            </a:r>
            <a:r>
              <a:rPr dirty="0" sz="1400" spc="110">
                <a:latin typeface="Gulim"/>
                <a:cs typeface="Gulim"/>
              </a:rPr>
              <a:t> </a:t>
            </a:r>
            <a:r>
              <a:rPr dirty="0" sz="1400">
                <a:latin typeface="Arial"/>
                <a:cs typeface="Arial"/>
              </a:rPr>
              <a:t>:</a:t>
            </a:r>
            <a:r>
              <a:rPr dirty="0" sz="1400" spc="18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https://</a:t>
            </a:r>
            <a:r>
              <a:rPr dirty="0" sz="1400" spc="-10">
                <a:latin typeface="Arial"/>
                <a:cs typeface="Arial"/>
                <a:hlinkClick r:id="rId3"/>
              </a:rPr>
              <a:t>www.confluent.io/blog/building-a-microservices-ecosystem-with-kafka-streams-and-ksql/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67961" y="8756725"/>
            <a:ext cx="26200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0A182F"/>
                </a:solidFill>
                <a:latin typeface="Arial"/>
                <a:cs typeface="Arial"/>
              </a:rPr>
              <a:t>BFF</a:t>
            </a:r>
            <a:r>
              <a:rPr dirty="0" sz="1600" spc="-30">
                <a:solidFill>
                  <a:srgbClr val="0A182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A182F"/>
                </a:solidFill>
                <a:latin typeface="Arial"/>
                <a:cs typeface="Arial"/>
              </a:rPr>
              <a:t>(Backend</a:t>
            </a:r>
            <a:r>
              <a:rPr dirty="0" sz="1600" spc="-25">
                <a:solidFill>
                  <a:srgbClr val="0A182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A182F"/>
                </a:solidFill>
                <a:latin typeface="Arial"/>
                <a:cs typeface="Arial"/>
              </a:rPr>
              <a:t>For</a:t>
            </a:r>
            <a:r>
              <a:rPr dirty="0" sz="1600" spc="-30">
                <a:solidFill>
                  <a:srgbClr val="0A182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0A182F"/>
                </a:solidFill>
                <a:latin typeface="Arial"/>
                <a:cs typeface="Arial"/>
              </a:rPr>
              <a:t>Frontend)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73697" y="1115441"/>
            <a:ext cx="17332325" cy="9060815"/>
            <a:chOff x="273697" y="1115441"/>
            <a:chExt cx="17332325" cy="906081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9077" y="2211006"/>
              <a:ext cx="12717398" cy="689254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73697" y="1115440"/>
              <a:ext cx="17332325" cy="9060815"/>
            </a:xfrm>
            <a:custGeom>
              <a:avLst/>
              <a:gdLst/>
              <a:ahLst/>
              <a:cxnLst/>
              <a:rect l="l" t="t" r="r" b="b"/>
              <a:pathLst>
                <a:path w="17332325" h="9060815">
                  <a:moveTo>
                    <a:pt x="5001247" y="2318385"/>
                  </a:moveTo>
                  <a:lnTo>
                    <a:pt x="3245726" y="2108835"/>
                  </a:lnTo>
                  <a:lnTo>
                    <a:pt x="3245726" y="1213485"/>
                  </a:lnTo>
                  <a:lnTo>
                    <a:pt x="93357" y="1213485"/>
                  </a:lnTo>
                  <a:lnTo>
                    <a:pt x="93357" y="2748280"/>
                  </a:lnTo>
                  <a:lnTo>
                    <a:pt x="3245726" y="2748280"/>
                  </a:lnTo>
                  <a:lnTo>
                    <a:pt x="3245726" y="2492502"/>
                  </a:lnTo>
                  <a:lnTo>
                    <a:pt x="5001247" y="2318385"/>
                  </a:lnTo>
                  <a:close/>
                </a:path>
                <a:path w="17332325" h="9060815">
                  <a:moveTo>
                    <a:pt x="7134720" y="4378706"/>
                  </a:moveTo>
                  <a:lnTo>
                    <a:pt x="3350374" y="4895596"/>
                  </a:lnTo>
                  <a:lnTo>
                    <a:pt x="3350374" y="4719701"/>
                  </a:lnTo>
                  <a:lnTo>
                    <a:pt x="0" y="4719701"/>
                  </a:lnTo>
                  <a:lnTo>
                    <a:pt x="0" y="5775071"/>
                  </a:lnTo>
                  <a:lnTo>
                    <a:pt x="3350374" y="5775071"/>
                  </a:lnTo>
                  <a:lnTo>
                    <a:pt x="3350374" y="5159502"/>
                  </a:lnTo>
                  <a:lnTo>
                    <a:pt x="7134720" y="4378706"/>
                  </a:lnTo>
                  <a:close/>
                </a:path>
                <a:path w="17332325" h="9060815">
                  <a:moveTo>
                    <a:pt x="7967586" y="6000750"/>
                  </a:moveTo>
                  <a:lnTo>
                    <a:pt x="3658857" y="7525512"/>
                  </a:lnTo>
                  <a:lnTo>
                    <a:pt x="0" y="7525512"/>
                  </a:lnTo>
                  <a:lnTo>
                    <a:pt x="0" y="9060320"/>
                  </a:lnTo>
                  <a:lnTo>
                    <a:pt x="6272390" y="9060320"/>
                  </a:lnTo>
                  <a:lnTo>
                    <a:pt x="6272390" y="7525512"/>
                  </a:lnTo>
                  <a:lnTo>
                    <a:pt x="5227053" y="7525512"/>
                  </a:lnTo>
                  <a:lnTo>
                    <a:pt x="7967586" y="6000750"/>
                  </a:lnTo>
                  <a:close/>
                </a:path>
                <a:path w="17332325" h="9060815">
                  <a:moveTo>
                    <a:pt x="13323938" y="8114106"/>
                  </a:moveTo>
                  <a:lnTo>
                    <a:pt x="10324833" y="8114106"/>
                  </a:lnTo>
                  <a:lnTo>
                    <a:pt x="9399638" y="6702044"/>
                  </a:lnTo>
                  <a:lnTo>
                    <a:pt x="9039466" y="8114106"/>
                  </a:lnTo>
                  <a:lnTo>
                    <a:pt x="8182597" y="8114106"/>
                  </a:lnTo>
                  <a:lnTo>
                    <a:pt x="8182597" y="8963711"/>
                  </a:lnTo>
                  <a:lnTo>
                    <a:pt x="13323938" y="8963711"/>
                  </a:lnTo>
                  <a:lnTo>
                    <a:pt x="13323938" y="8114106"/>
                  </a:lnTo>
                  <a:close/>
                </a:path>
                <a:path w="17332325" h="9060815">
                  <a:moveTo>
                    <a:pt x="17331805" y="0"/>
                  </a:moveTo>
                  <a:lnTo>
                    <a:pt x="8054581" y="0"/>
                  </a:lnTo>
                  <a:lnTo>
                    <a:pt x="8054581" y="1397381"/>
                  </a:lnTo>
                  <a:lnTo>
                    <a:pt x="9600806" y="1397381"/>
                  </a:lnTo>
                  <a:lnTo>
                    <a:pt x="11743804" y="2113915"/>
                  </a:lnTo>
                  <a:lnTo>
                    <a:pt x="11920080" y="1397381"/>
                  </a:lnTo>
                  <a:lnTo>
                    <a:pt x="17331805" y="1397381"/>
                  </a:lnTo>
                  <a:lnTo>
                    <a:pt x="17331805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73100" y="346913"/>
            <a:ext cx="1605851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Recommendation:</a:t>
            </a:r>
            <a:r>
              <a:rPr dirty="0" spc="-9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Event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Driven</a:t>
            </a:r>
            <a:r>
              <a:rPr dirty="0" spc="-6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Architecture</a:t>
            </a:r>
            <a:r>
              <a:rPr dirty="0" spc="-6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with</a:t>
            </a:r>
            <a:r>
              <a:rPr dirty="0" spc="-60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7444465" y="943030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48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5155" y="2428443"/>
            <a:ext cx="2835910" cy="12433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10"/>
              </a:spcBef>
            </a:pPr>
            <a:r>
              <a:rPr dirty="0" sz="2000">
                <a:latin typeface="Malgun Gothic"/>
                <a:cs typeface="Malgun Gothic"/>
              </a:rPr>
              <a:t>Kafka</a:t>
            </a:r>
            <a:r>
              <a:rPr dirty="0" sz="2000" spc="-7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Connect</a:t>
            </a:r>
            <a:r>
              <a:rPr dirty="0" sz="2000" spc="-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및 </a:t>
            </a:r>
            <a:r>
              <a:rPr dirty="0" sz="2000">
                <a:latin typeface="Malgun Gothic"/>
                <a:cs typeface="Malgun Gothic"/>
              </a:rPr>
              <a:t>클라이언트를</a:t>
            </a:r>
            <a:r>
              <a:rPr dirty="0" sz="2000" spc="-4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사용하여 </a:t>
            </a:r>
            <a:r>
              <a:rPr dirty="0" sz="2000">
                <a:latin typeface="Malgun Gothic"/>
                <a:cs typeface="Malgun Gothic"/>
              </a:rPr>
              <a:t>고객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및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시스템</a:t>
            </a:r>
            <a:r>
              <a:rPr dirty="0" sz="2000" spc="-20">
                <a:latin typeface="Malgun Gothic"/>
                <a:cs typeface="Malgun Gothic"/>
              </a:rPr>
              <a:t> 데이터를 </a:t>
            </a:r>
            <a:r>
              <a:rPr dirty="0" sz="2000">
                <a:latin typeface="Malgun Gothic"/>
                <a:cs typeface="Malgun Gothic"/>
              </a:rPr>
              <a:t>실시간으로</a:t>
            </a:r>
            <a:r>
              <a:rPr dirty="0" sz="2000" spc="-20">
                <a:latin typeface="Malgun Gothic"/>
                <a:cs typeface="Malgun Gothic"/>
              </a:rPr>
              <a:t> 스트리밍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499093" y="1203451"/>
            <a:ext cx="85852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Malgun Gothic"/>
                <a:cs typeface="Malgun Gothic"/>
              </a:rPr>
              <a:t>SAGA,</a:t>
            </a:r>
            <a:r>
              <a:rPr dirty="0" sz="2000" spc="-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CQRS,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Transactional</a:t>
            </a:r>
            <a:r>
              <a:rPr dirty="0" sz="2000" spc="-7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Outbox,</a:t>
            </a:r>
            <a:r>
              <a:rPr dirty="0" sz="2000" spc="-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Event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Sourcing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등과</a:t>
            </a:r>
            <a:r>
              <a:rPr dirty="0" sz="2000" spc="-4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같은</a:t>
            </a:r>
            <a:r>
              <a:rPr dirty="0" sz="2000" spc="-3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표준</a:t>
            </a:r>
            <a:r>
              <a:rPr dirty="0" sz="2000" spc="-3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패턴을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499093" y="1508251"/>
            <a:ext cx="8659495" cy="93789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4"/>
              </a:spcBef>
            </a:pPr>
            <a:r>
              <a:rPr dirty="0" sz="2000">
                <a:latin typeface="Malgun Gothic"/>
                <a:cs typeface="Malgun Gothic"/>
              </a:rPr>
              <a:t>기반으로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이벤트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중심</a:t>
            </a:r>
            <a:r>
              <a:rPr dirty="0" sz="2000" spc="-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마이크로서비스를</a:t>
            </a:r>
            <a:r>
              <a:rPr dirty="0" sz="2000" spc="-3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트리거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(이</a:t>
            </a:r>
            <a:r>
              <a:rPr dirty="0" sz="2000" spc="-1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시나리오에서는</a:t>
            </a:r>
            <a:r>
              <a:rPr dirty="0" sz="2000" spc="-3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재고, </a:t>
            </a:r>
            <a:r>
              <a:rPr dirty="0" sz="2000">
                <a:latin typeface="Malgun Gothic"/>
                <a:cs typeface="Malgun Gothic"/>
              </a:rPr>
              <a:t>개인화,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차선책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제안,</a:t>
            </a:r>
            <a:r>
              <a:rPr dirty="0" sz="2000" spc="-1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충성도,</a:t>
            </a:r>
            <a:r>
              <a:rPr dirty="0" sz="2000" spc="-1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모바일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결제,</a:t>
            </a:r>
            <a:r>
              <a:rPr dirty="0" sz="2000" spc="-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인력,</a:t>
            </a:r>
            <a:r>
              <a:rPr dirty="0" sz="2000" spc="-1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디지털/물리적</a:t>
            </a:r>
            <a:r>
              <a:rPr dirty="0" sz="2000" spc="-3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통합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등이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될 </a:t>
            </a:r>
            <a:r>
              <a:rPr dirty="0" sz="2000">
                <a:latin typeface="Malgun Gothic"/>
                <a:cs typeface="Malgun Gothic"/>
              </a:rPr>
              <a:t>수</a:t>
            </a:r>
            <a:r>
              <a:rPr dirty="0" sz="2000" spc="-10">
                <a:latin typeface="Malgun Gothic"/>
                <a:cs typeface="Malgun Gothic"/>
              </a:rPr>
              <a:t> 있습니다.)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7768" y="8678036"/>
            <a:ext cx="5652770" cy="12426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9700"/>
              </a:lnSpc>
              <a:spcBef>
                <a:spcPts val="110"/>
              </a:spcBef>
            </a:pPr>
            <a:r>
              <a:rPr dirty="0" sz="2000">
                <a:latin typeface="Malgun Gothic"/>
                <a:cs typeface="Malgun Gothic"/>
              </a:rPr>
              <a:t>Tiered</a:t>
            </a:r>
            <a:r>
              <a:rPr dirty="0" sz="2000" spc="-3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Storage를</a:t>
            </a:r>
            <a:r>
              <a:rPr dirty="0" sz="2000" spc="-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사용하여</a:t>
            </a:r>
            <a:r>
              <a:rPr dirty="0" sz="2000" spc="-3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장기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데이터</a:t>
            </a:r>
            <a:r>
              <a:rPr dirty="0" sz="2000" spc="-3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보존으로 </a:t>
            </a:r>
            <a:r>
              <a:rPr dirty="0" sz="2000">
                <a:latin typeface="Malgun Gothic"/>
                <a:cs typeface="Malgun Gothic"/>
              </a:rPr>
              <a:t>저장된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전체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기록을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통해</a:t>
            </a:r>
            <a:r>
              <a:rPr dirty="0" sz="2000" spc="-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한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번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쓰고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여러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번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읽는 </a:t>
            </a:r>
            <a:r>
              <a:rPr dirty="0" sz="2000">
                <a:latin typeface="Malgun Gothic"/>
                <a:cs typeface="Malgun Gothic"/>
              </a:rPr>
              <a:t>접근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방식을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사용하여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모든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비즈니스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라인에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대한 </a:t>
            </a:r>
            <a:r>
              <a:rPr dirty="0" sz="2000">
                <a:latin typeface="Malgun Gothic"/>
                <a:cs typeface="Malgun Gothic"/>
              </a:rPr>
              <a:t>단일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정보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소스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제공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716771" y="9289491"/>
            <a:ext cx="4598035" cy="63309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00"/>
              </a:spcBef>
            </a:pPr>
            <a:r>
              <a:rPr dirty="0" sz="2000">
                <a:latin typeface="Malgun Gothic"/>
                <a:cs typeface="Malgun Gothic"/>
              </a:rPr>
              <a:t>분석,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ML</a:t>
            </a:r>
            <a:r>
              <a:rPr dirty="0" sz="2000" spc="-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또는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AI</a:t>
            </a:r>
            <a:r>
              <a:rPr dirty="0" sz="2000" spc="-1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모델</a:t>
            </a:r>
            <a:r>
              <a:rPr dirty="0" sz="2000" spc="-1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교육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또는</a:t>
            </a:r>
            <a:r>
              <a:rPr dirty="0" sz="2000" spc="-1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제공을 </a:t>
            </a:r>
            <a:r>
              <a:rPr dirty="0" sz="2000">
                <a:latin typeface="Malgun Gothic"/>
                <a:cs typeface="Malgun Gothic"/>
              </a:rPr>
              <a:t>위한</a:t>
            </a:r>
            <a:r>
              <a:rPr dirty="0" sz="2000" spc="-1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실시간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ETL</a:t>
            </a:r>
            <a:r>
              <a:rPr dirty="0" sz="2000" spc="-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또는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리플래이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47637" y="2034349"/>
            <a:ext cx="537845" cy="486409"/>
            <a:chOff x="147637" y="2034349"/>
            <a:chExt cx="537845" cy="486409"/>
          </a:xfrm>
        </p:grpSpPr>
        <p:sp>
          <p:nvSpPr>
            <p:cNvPr id="13" name="object 13" descr=""/>
            <p:cNvSpPr/>
            <p:nvPr/>
          </p:nvSpPr>
          <p:spPr>
            <a:xfrm>
              <a:off x="152400" y="2039111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5">
                  <a:moveTo>
                    <a:pt x="263994" y="0"/>
                  </a:moveTo>
                  <a:lnTo>
                    <a:pt x="216542" y="3834"/>
                  </a:lnTo>
                  <a:lnTo>
                    <a:pt x="171880" y="14890"/>
                  </a:lnTo>
                  <a:lnTo>
                    <a:pt x="130753" y="32497"/>
                  </a:lnTo>
                  <a:lnTo>
                    <a:pt x="93908" y="55984"/>
                  </a:lnTo>
                  <a:lnTo>
                    <a:pt x="62089" y="84679"/>
                  </a:lnTo>
                  <a:lnTo>
                    <a:pt x="36044" y="117912"/>
                  </a:lnTo>
                  <a:lnTo>
                    <a:pt x="16516" y="155011"/>
                  </a:lnTo>
                  <a:lnTo>
                    <a:pt x="4253" y="195306"/>
                  </a:lnTo>
                  <a:lnTo>
                    <a:pt x="0" y="238125"/>
                  </a:lnTo>
                  <a:lnTo>
                    <a:pt x="4253" y="280948"/>
                  </a:lnTo>
                  <a:lnTo>
                    <a:pt x="16516" y="321254"/>
                  </a:lnTo>
                  <a:lnTo>
                    <a:pt x="36044" y="358370"/>
                  </a:lnTo>
                  <a:lnTo>
                    <a:pt x="62089" y="391623"/>
                  </a:lnTo>
                  <a:lnTo>
                    <a:pt x="93908" y="420339"/>
                  </a:lnTo>
                  <a:lnTo>
                    <a:pt x="130753" y="443846"/>
                  </a:lnTo>
                  <a:lnTo>
                    <a:pt x="171880" y="461470"/>
                  </a:lnTo>
                  <a:lnTo>
                    <a:pt x="216542" y="472538"/>
                  </a:lnTo>
                  <a:lnTo>
                    <a:pt x="263994" y="476377"/>
                  </a:lnTo>
                  <a:lnTo>
                    <a:pt x="311450" y="472538"/>
                  </a:lnTo>
                  <a:lnTo>
                    <a:pt x="356116" y="461470"/>
                  </a:lnTo>
                  <a:lnTo>
                    <a:pt x="397245" y="443846"/>
                  </a:lnTo>
                  <a:lnTo>
                    <a:pt x="434092" y="420339"/>
                  </a:lnTo>
                  <a:lnTo>
                    <a:pt x="465911" y="391623"/>
                  </a:lnTo>
                  <a:lnTo>
                    <a:pt x="491958" y="358370"/>
                  </a:lnTo>
                  <a:lnTo>
                    <a:pt x="511485" y="321254"/>
                  </a:lnTo>
                  <a:lnTo>
                    <a:pt x="523749" y="280948"/>
                  </a:lnTo>
                  <a:lnTo>
                    <a:pt x="528002" y="238125"/>
                  </a:lnTo>
                  <a:lnTo>
                    <a:pt x="523749" y="195306"/>
                  </a:lnTo>
                  <a:lnTo>
                    <a:pt x="511485" y="155011"/>
                  </a:lnTo>
                  <a:lnTo>
                    <a:pt x="491958" y="117912"/>
                  </a:lnTo>
                  <a:lnTo>
                    <a:pt x="465911" y="84679"/>
                  </a:lnTo>
                  <a:lnTo>
                    <a:pt x="434092" y="55984"/>
                  </a:lnTo>
                  <a:lnTo>
                    <a:pt x="397245" y="32497"/>
                  </a:lnTo>
                  <a:lnTo>
                    <a:pt x="356116" y="14890"/>
                  </a:lnTo>
                  <a:lnTo>
                    <a:pt x="311450" y="3834"/>
                  </a:lnTo>
                  <a:lnTo>
                    <a:pt x="263994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2400" y="2039111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5">
                  <a:moveTo>
                    <a:pt x="0" y="238125"/>
                  </a:moveTo>
                  <a:lnTo>
                    <a:pt x="4253" y="195306"/>
                  </a:lnTo>
                  <a:lnTo>
                    <a:pt x="16516" y="155011"/>
                  </a:lnTo>
                  <a:lnTo>
                    <a:pt x="36044" y="117912"/>
                  </a:lnTo>
                  <a:lnTo>
                    <a:pt x="62089" y="84679"/>
                  </a:lnTo>
                  <a:lnTo>
                    <a:pt x="93908" y="55984"/>
                  </a:lnTo>
                  <a:lnTo>
                    <a:pt x="130753" y="32497"/>
                  </a:lnTo>
                  <a:lnTo>
                    <a:pt x="171880" y="14890"/>
                  </a:lnTo>
                  <a:lnTo>
                    <a:pt x="216542" y="3834"/>
                  </a:lnTo>
                  <a:lnTo>
                    <a:pt x="263994" y="0"/>
                  </a:lnTo>
                  <a:lnTo>
                    <a:pt x="311450" y="3834"/>
                  </a:lnTo>
                  <a:lnTo>
                    <a:pt x="356116" y="14890"/>
                  </a:lnTo>
                  <a:lnTo>
                    <a:pt x="397245" y="32497"/>
                  </a:lnTo>
                  <a:lnTo>
                    <a:pt x="434092" y="55984"/>
                  </a:lnTo>
                  <a:lnTo>
                    <a:pt x="465911" y="84679"/>
                  </a:lnTo>
                  <a:lnTo>
                    <a:pt x="491958" y="117912"/>
                  </a:lnTo>
                  <a:lnTo>
                    <a:pt x="511485" y="155011"/>
                  </a:lnTo>
                  <a:lnTo>
                    <a:pt x="523749" y="195306"/>
                  </a:lnTo>
                  <a:lnTo>
                    <a:pt x="528002" y="238125"/>
                  </a:lnTo>
                  <a:lnTo>
                    <a:pt x="523749" y="280948"/>
                  </a:lnTo>
                  <a:lnTo>
                    <a:pt x="511485" y="321254"/>
                  </a:lnTo>
                  <a:lnTo>
                    <a:pt x="491958" y="358370"/>
                  </a:lnTo>
                  <a:lnTo>
                    <a:pt x="465911" y="391623"/>
                  </a:lnTo>
                  <a:lnTo>
                    <a:pt x="434092" y="420339"/>
                  </a:lnTo>
                  <a:lnTo>
                    <a:pt x="397245" y="443846"/>
                  </a:lnTo>
                  <a:lnTo>
                    <a:pt x="356116" y="461470"/>
                  </a:lnTo>
                  <a:lnTo>
                    <a:pt x="311450" y="472538"/>
                  </a:lnTo>
                  <a:lnTo>
                    <a:pt x="263994" y="476377"/>
                  </a:lnTo>
                  <a:lnTo>
                    <a:pt x="216542" y="472538"/>
                  </a:lnTo>
                  <a:lnTo>
                    <a:pt x="171880" y="461470"/>
                  </a:lnTo>
                  <a:lnTo>
                    <a:pt x="130753" y="443846"/>
                  </a:lnTo>
                  <a:lnTo>
                    <a:pt x="93908" y="420339"/>
                  </a:lnTo>
                  <a:lnTo>
                    <a:pt x="62089" y="391623"/>
                  </a:lnTo>
                  <a:lnTo>
                    <a:pt x="36044" y="358370"/>
                  </a:lnTo>
                  <a:lnTo>
                    <a:pt x="16516" y="321254"/>
                  </a:lnTo>
                  <a:lnTo>
                    <a:pt x="4253" y="280948"/>
                  </a:lnTo>
                  <a:lnTo>
                    <a:pt x="0" y="238125"/>
                  </a:lnTo>
                  <a:close/>
                </a:path>
              </a:pathLst>
            </a:custGeom>
            <a:ln w="9525">
              <a:solidFill>
                <a:srgbClr val="00AE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04596" y="2041982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25641" y="5473001"/>
            <a:ext cx="537845" cy="486409"/>
            <a:chOff x="125641" y="5473001"/>
            <a:chExt cx="537845" cy="486409"/>
          </a:xfrm>
        </p:grpSpPr>
        <p:sp>
          <p:nvSpPr>
            <p:cNvPr id="17" name="object 17" descr=""/>
            <p:cNvSpPr/>
            <p:nvPr/>
          </p:nvSpPr>
          <p:spPr>
            <a:xfrm>
              <a:off x="130403" y="5477764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5">
                  <a:moveTo>
                    <a:pt x="263994" y="0"/>
                  </a:moveTo>
                  <a:lnTo>
                    <a:pt x="216542" y="3838"/>
                  </a:lnTo>
                  <a:lnTo>
                    <a:pt x="171880" y="14906"/>
                  </a:lnTo>
                  <a:lnTo>
                    <a:pt x="130753" y="32530"/>
                  </a:lnTo>
                  <a:lnTo>
                    <a:pt x="93908" y="56037"/>
                  </a:lnTo>
                  <a:lnTo>
                    <a:pt x="62089" y="84753"/>
                  </a:lnTo>
                  <a:lnTo>
                    <a:pt x="36044" y="118006"/>
                  </a:lnTo>
                  <a:lnTo>
                    <a:pt x="16516" y="155122"/>
                  </a:lnTo>
                  <a:lnTo>
                    <a:pt x="4253" y="195428"/>
                  </a:lnTo>
                  <a:lnTo>
                    <a:pt x="0" y="238251"/>
                  </a:lnTo>
                  <a:lnTo>
                    <a:pt x="4253" y="281070"/>
                  </a:lnTo>
                  <a:lnTo>
                    <a:pt x="16516" y="321365"/>
                  </a:lnTo>
                  <a:lnTo>
                    <a:pt x="36044" y="358464"/>
                  </a:lnTo>
                  <a:lnTo>
                    <a:pt x="62089" y="391697"/>
                  </a:lnTo>
                  <a:lnTo>
                    <a:pt x="93908" y="420392"/>
                  </a:lnTo>
                  <a:lnTo>
                    <a:pt x="130753" y="443879"/>
                  </a:lnTo>
                  <a:lnTo>
                    <a:pt x="171880" y="461486"/>
                  </a:lnTo>
                  <a:lnTo>
                    <a:pt x="216542" y="472542"/>
                  </a:lnTo>
                  <a:lnTo>
                    <a:pt x="263994" y="476376"/>
                  </a:lnTo>
                  <a:lnTo>
                    <a:pt x="311450" y="472542"/>
                  </a:lnTo>
                  <a:lnTo>
                    <a:pt x="356116" y="461486"/>
                  </a:lnTo>
                  <a:lnTo>
                    <a:pt x="397245" y="443879"/>
                  </a:lnTo>
                  <a:lnTo>
                    <a:pt x="434092" y="420392"/>
                  </a:lnTo>
                  <a:lnTo>
                    <a:pt x="465911" y="391697"/>
                  </a:lnTo>
                  <a:lnTo>
                    <a:pt x="491958" y="358464"/>
                  </a:lnTo>
                  <a:lnTo>
                    <a:pt x="511485" y="321365"/>
                  </a:lnTo>
                  <a:lnTo>
                    <a:pt x="523749" y="281070"/>
                  </a:lnTo>
                  <a:lnTo>
                    <a:pt x="528002" y="238251"/>
                  </a:lnTo>
                  <a:lnTo>
                    <a:pt x="523749" y="195428"/>
                  </a:lnTo>
                  <a:lnTo>
                    <a:pt x="511485" y="155122"/>
                  </a:lnTo>
                  <a:lnTo>
                    <a:pt x="491958" y="118006"/>
                  </a:lnTo>
                  <a:lnTo>
                    <a:pt x="465911" y="84753"/>
                  </a:lnTo>
                  <a:lnTo>
                    <a:pt x="434092" y="56037"/>
                  </a:lnTo>
                  <a:lnTo>
                    <a:pt x="397245" y="32530"/>
                  </a:lnTo>
                  <a:lnTo>
                    <a:pt x="356116" y="14906"/>
                  </a:lnTo>
                  <a:lnTo>
                    <a:pt x="311450" y="3838"/>
                  </a:lnTo>
                  <a:lnTo>
                    <a:pt x="263994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0403" y="5477764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5">
                  <a:moveTo>
                    <a:pt x="0" y="238251"/>
                  </a:moveTo>
                  <a:lnTo>
                    <a:pt x="4253" y="195428"/>
                  </a:lnTo>
                  <a:lnTo>
                    <a:pt x="16516" y="155122"/>
                  </a:lnTo>
                  <a:lnTo>
                    <a:pt x="36044" y="118006"/>
                  </a:lnTo>
                  <a:lnTo>
                    <a:pt x="62089" y="84753"/>
                  </a:lnTo>
                  <a:lnTo>
                    <a:pt x="93908" y="56037"/>
                  </a:lnTo>
                  <a:lnTo>
                    <a:pt x="130753" y="32530"/>
                  </a:lnTo>
                  <a:lnTo>
                    <a:pt x="171880" y="14906"/>
                  </a:lnTo>
                  <a:lnTo>
                    <a:pt x="216542" y="3838"/>
                  </a:lnTo>
                  <a:lnTo>
                    <a:pt x="263994" y="0"/>
                  </a:lnTo>
                  <a:lnTo>
                    <a:pt x="311450" y="3838"/>
                  </a:lnTo>
                  <a:lnTo>
                    <a:pt x="356116" y="14906"/>
                  </a:lnTo>
                  <a:lnTo>
                    <a:pt x="397245" y="32530"/>
                  </a:lnTo>
                  <a:lnTo>
                    <a:pt x="434092" y="56037"/>
                  </a:lnTo>
                  <a:lnTo>
                    <a:pt x="465911" y="84753"/>
                  </a:lnTo>
                  <a:lnTo>
                    <a:pt x="491958" y="118006"/>
                  </a:lnTo>
                  <a:lnTo>
                    <a:pt x="511485" y="155122"/>
                  </a:lnTo>
                  <a:lnTo>
                    <a:pt x="523749" y="195428"/>
                  </a:lnTo>
                  <a:lnTo>
                    <a:pt x="528002" y="238251"/>
                  </a:lnTo>
                  <a:lnTo>
                    <a:pt x="523749" y="281070"/>
                  </a:lnTo>
                  <a:lnTo>
                    <a:pt x="511485" y="321365"/>
                  </a:lnTo>
                  <a:lnTo>
                    <a:pt x="491958" y="358464"/>
                  </a:lnTo>
                  <a:lnTo>
                    <a:pt x="465911" y="391697"/>
                  </a:lnTo>
                  <a:lnTo>
                    <a:pt x="434092" y="420392"/>
                  </a:lnTo>
                  <a:lnTo>
                    <a:pt x="397245" y="443879"/>
                  </a:lnTo>
                  <a:lnTo>
                    <a:pt x="356116" y="461486"/>
                  </a:lnTo>
                  <a:lnTo>
                    <a:pt x="311450" y="472542"/>
                  </a:lnTo>
                  <a:lnTo>
                    <a:pt x="263994" y="476376"/>
                  </a:lnTo>
                  <a:lnTo>
                    <a:pt x="216542" y="472542"/>
                  </a:lnTo>
                  <a:lnTo>
                    <a:pt x="171880" y="461486"/>
                  </a:lnTo>
                  <a:lnTo>
                    <a:pt x="130753" y="443879"/>
                  </a:lnTo>
                  <a:lnTo>
                    <a:pt x="93908" y="420392"/>
                  </a:lnTo>
                  <a:lnTo>
                    <a:pt x="62089" y="391697"/>
                  </a:lnTo>
                  <a:lnTo>
                    <a:pt x="36044" y="358464"/>
                  </a:lnTo>
                  <a:lnTo>
                    <a:pt x="16516" y="321365"/>
                  </a:lnTo>
                  <a:lnTo>
                    <a:pt x="4253" y="281070"/>
                  </a:lnTo>
                  <a:lnTo>
                    <a:pt x="0" y="238251"/>
                  </a:lnTo>
                  <a:close/>
                </a:path>
              </a:pathLst>
            </a:custGeom>
            <a:ln w="9525">
              <a:solidFill>
                <a:srgbClr val="00AE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82651" y="5481573"/>
            <a:ext cx="3241675" cy="1365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  <a:p>
            <a:pPr marL="325755" marR="5080">
              <a:lnSpc>
                <a:spcPct val="99500"/>
              </a:lnSpc>
              <a:spcBef>
                <a:spcPts val="25"/>
              </a:spcBef>
            </a:pPr>
            <a:r>
              <a:rPr dirty="0" sz="2000">
                <a:latin typeface="Malgun Gothic"/>
                <a:cs typeface="Malgun Gothic"/>
              </a:rPr>
              <a:t>Stream</a:t>
            </a:r>
            <a:r>
              <a:rPr dirty="0" sz="2000" spc="-2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API</a:t>
            </a:r>
            <a:r>
              <a:rPr dirty="0" sz="2000" spc="-4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및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KSQLDB를 </a:t>
            </a:r>
            <a:r>
              <a:rPr dirty="0" sz="2000">
                <a:latin typeface="Malgun Gothic"/>
                <a:cs typeface="Malgun Gothic"/>
              </a:rPr>
              <a:t>사용하여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실시간으로 </a:t>
            </a:r>
            <a:r>
              <a:rPr dirty="0" sz="2000">
                <a:latin typeface="Malgun Gothic"/>
                <a:cs typeface="Malgun Gothic"/>
              </a:rPr>
              <a:t>이벤트</a:t>
            </a:r>
            <a:r>
              <a:rPr dirty="0" sz="2000" spc="-2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처리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898066" y="1444180"/>
            <a:ext cx="537845" cy="486409"/>
            <a:chOff x="7898066" y="1444180"/>
            <a:chExt cx="537845" cy="486409"/>
          </a:xfrm>
        </p:grpSpPr>
        <p:sp>
          <p:nvSpPr>
            <p:cNvPr id="21" name="object 21" descr=""/>
            <p:cNvSpPr/>
            <p:nvPr/>
          </p:nvSpPr>
          <p:spPr>
            <a:xfrm>
              <a:off x="7902829" y="1448942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5">
                  <a:moveTo>
                    <a:pt x="264032" y="0"/>
                  </a:moveTo>
                  <a:lnTo>
                    <a:pt x="216545" y="3838"/>
                  </a:lnTo>
                  <a:lnTo>
                    <a:pt x="171862" y="14906"/>
                  </a:lnTo>
                  <a:lnTo>
                    <a:pt x="130725" y="32530"/>
                  </a:lnTo>
                  <a:lnTo>
                    <a:pt x="93878" y="56037"/>
                  </a:lnTo>
                  <a:lnTo>
                    <a:pt x="62063" y="84753"/>
                  </a:lnTo>
                  <a:lnTo>
                    <a:pt x="36025" y="118006"/>
                  </a:lnTo>
                  <a:lnTo>
                    <a:pt x="16506" y="155122"/>
                  </a:lnTo>
                  <a:lnTo>
                    <a:pt x="4250" y="195428"/>
                  </a:lnTo>
                  <a:lnTo>
                    <a:pt x="0" y="238251"/>
                  </a:lnTo>
                  <a:lnTo>
                    <a:pt x="4250" y="281070"/>
                  </a:lnTo>
                  <a:lnTo>
                    <a:pt x="16506" y="321365"/>
                  </a:lnTo>
                  <a:lnTo>
                    <a:pt x="36025" y="358464"/>
                  </a:lnTo>
                  <a:lnTo>
                    <a:pt x="62063" y="391697"/>
                  </a:lnTo>
                  <a:lnTo>
                    <a:pt x="93878" y="420392"/>
                  </a:lnTo>
                  <a:lnTo>
                    <a:pt x="130725" y="443879"/>
                  </a:lnTo>
                  <a:lnTo>
                    <a:pt x="171862" y="461486"/>
                  </a:lnTo>
                  <a:lnTo>
                    <a:pt x="216545" y="472542"/>
                  </a:lnTo>
                  <a:lnTo>
                    <a:pt x="264032" y="476376"/>
                  </a:lnTo>
                  <a:lnTo>
                    <a:pt x="311482" y="472542"/>
                  </a:lnTo>
                  <a:lnTo>
                    <a:pt x="356136" y="461486"/>
                  </a:lnTo>
                  <a:lnTo>
                    <a:pt x="397251" y="443879"/>
                  </a:lnTo>
                  <a:lnTo>
                    <a:pt x="434082" y="420392"/>
                  </a:lnTo>
                  <a:lnTo>
                    <a:pt x="465886" y="391697"/>
                  </a:lnTo>
                  <a:lnTo>
                    <a:pt x="491918" y="358464"/>
                  </a:lnTo>
                  <a:lnTo>
                    <a:pt x="511433" y="321365"/>
                  </a:lnTo>
                  <a:lnTo>
                    <a:pt x="523688" y="281070"/>
                  </a:lnTo>
                  <a:lnTo>
                    <a:pt x="527939" y="238251"/>
                  </a:lnTo>
                  <a:lnTo>
                    <a:pt x="523688" y="195428"/>
                  </a:lnTo>
                  <a:lnTo>
                    <a:pt x="511433" y="155122"/>
                  </a:lnTo>
                  <a:lnTo>
                    <a:pt x="491918" y="118006"/>
                  </a:lnTo>
                  <a:lnTo>
                    <a:pt x="465886" y="84753"/>
                  </a:lnTo>
                  <a:lnTo>
                    <a:pt x="434082" y="56037"/>
                  </a:lnTo>
                  <a:lnTo>
                    <a:pt x="397251" y="32530"/>
                  </a:lnTo>
                  <a:lnTo>
                    <a:pt x="356136" y="14906"/>
                  </a:lnTo>
                  <a:lnTo>
                    <a:pt x="311482" y="3838"/>
                  </a:lnTo>
                  <a:lnTo>
                    <a:pt x="264032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902829" y="1448942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5">
                  <a:moveTo>
                    <a:pt x="0" y="238251"/>
                  </a:moveTo>
                  <a:lnTo>
                    <a:pt x="4250" y="195428"/>
                  </a:lnTo>
                  <a:lnTo>
                    <a:pt x="16506" y="155122"/>
                  </a:lnTo>
                  <a:lnTo>
                    <a:pt x="36025" y="118006"/>
                  </a:lnTo>
                  <a:lnTo>
                    <a:pt x="62063" y="84753"/>
                  </a:lnTo>
                  <a:lnTo>
                    <a:pt x="93878" y="56037"/>
                  </a:lnTo>
                  <a:lnTo>
                    <a:pt x="130725" y="32530"/>
                  </a:lnTo>
                  <a:lnTo>
                    <a:pt x="171862" y="14906"/>
                  </a:lnTo>
                  <a:lnTo>
                    <a:pt x="216545" y="3838"/>
                  </a:lnTo>
                  <a:lnTo>
                    <a:pt x="264032" y="0"/>
                  </a:lnTo>
                  <a:lnTo>
                    <a:pt x="311482" y="3838"/>
                  </a:lnTo>
                  <a:lnTo>
                    <a:pt x="356136" y="14906"/>
                  </a:lnTo>
                  <a:lnTo>
                    <a:pt x="397251" y="32530"/>
                  </a:lnTo>
                  <a:lnTo>
                    <a:pt x="434082" y="56037"/>
                  </a:lnTo>
                  <a:lnTo>
                    <a:pt x="465886" y="84753"/>
                  </a:lnTo>
                  <a:lnTo>
                    <a:pt x="491918" y="118006"/>
                  </a:lnTo>
                  <a:lnTo>
                    <a:pt x="511433" y="155122"/>
                  </a:lnTo>
                  <a:lnTo>
                    <a:pt x="523688" y="195428"/>
                  </a:lnTo>
                  <a:lnTo>
                    <a:pt x="527939" y="238251"/>
                  </a:lnTo>
                  <a:lnTo>
                    <a:pt x="523688" y="281070"/>
                  </a:lnTo>
                  <a:lnTo>
                    <a:pt x="511433" y="321365"/>
                  </a:lnTo>
                  <a:lnTo>
                    <a:pt x="491918" y="358464"/>
                  </a:lnTo>
                  <a:lnTo>
                    <a:pt x="465886" y="391697"/>
                  </a:lnTo>
                  <a:lnTo>
                    <a:pt x="434082" y="420392"/>
                  </a:lnTo>
                  <a:lnTo>
                    <a:pt x="397251" y="443879"/>
                  </a:lnTo>
                  <a:lnTo>
                    <a:pt x="356136" y="461486"/>
                  </a:lnTo>
                  <a:lnTo>
                    <a:pt x="311482" y="472542"/>
                  </a:lnTo>
                  <a:lnTo>
                    <a:pt x="264032" y="476376"/>
                  </a:lnTo>
                  <a:lnTo>
                    <a:pt x="216545" y="472542"/>
                  </a:lnTo>
                  <a:lnTo>
                    <a:pt x="171862" y="461486"/>
                  </a:lnTo>
                  <a:lnTo>
                    <a:pt x="130725" y="443879"/>
                  </a:lnTo>
                  <a:lnTo>
                    <a:pt x="93878" y="420392"/>
                  </a:lnTo>
                  <a:lnTo>
                    <a:pt x="62063" y="391697"/>
                  </a:lnTo>
                  <a:lnTo>
                    <a:pt x="36025" y="358464"/>
                  </a:lnTo>
                  <a:lnTo>
                    <a:pt x="16506" y="321365"/>
                  </a:lnTo>
                  <a:lnTo>
                    <a:pt x="4250" y="281070"/>
                  </a:lnTo>
                  <a:lnTo>
                    <a:pt x="0" y="238251"/>
                  </a:lnTo>
                  <a:close/>
                </a:path>
              </a:pathLst>
            </a:custGeom>
            <a:ln w="9525">
              <a:solidFill>
                <a:srgbClr val="00AE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055609" y="1452117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25641" y="8302180"/>
            <a:ext cx="537845" cy="486409"/>
            <a:chOff x="125641" y="8302180"/>
            <a:chExt cx="537845" cy="486409"/>
          </a:xfrm>
        </p:grpSpPr>
        <p:sp>
          <p:nvSpPr>
            <p:cNvPr id="25" name="object 25" descr=""/>
            <p:cNvSpPr/>
            <p:nvPr/>
          </p:nvSpPr>
          <p:spPr>
            <a:xfrm>
              <a:off x="130403" y="8306943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4">
                  <a:moveTo>
                    <a:pt x="263994" y="0"/>
                  </a:moveTo>
                  <a:lnTo>
                    <a:pt x="216542" y="3838"/>
                  </a:lnTo>
                  <a:lnTo>
                    <a:pt x="171880" y="14906"/>
                  </a:lnTo>
                  <a:lnTo>
                    <a:pt x="130753" y="32530"/>
                  </a:lnTo>
                  <a:lnTo>
                    <a:pt x="93908" y="56037"/>
                  </a:lnTo>
                  <a:lnTo>
                    <a:pt x="62089" y="84753"/>
                  </a:lnTo>
                  <a:lnTo>
                    <a:pt x="36044" y="118006"/>
                  </a:lnTo>
                  <a:lnTo>
                    <a:pt x="16516" y="155122"/>
                  </a:lnTo>
                  <a:lnTo>
                    <a:pt x="4253" y="195428"/>
                  </a:lnTo>
                  <a:lnTo>
                    <a:pt x="0" y="238251"/>
                  </a:lnTo>
                  <a:lnTo>
                    <a:pt x="4253" y="281037"/>
                  </a:lnTo>
                  <a:lnTo>
                    <a:pt x="16516" y="321314"/>
                  </a:lnTo>
                  <a:lnTo>
                    <a:pt x="36044" y="358408"/>
                  </a:lnTo>
                  <a:lnTo>
                    <a:pt x="62089" y="391645"/>
                  </a:lnTo>
                  <a:lnTo>
                    <a:pt x="93908" y="420350"/>
                  </a:lnTo>
                  <a:lnTo>
                    <a:pt x="130753" y="443850"/>
                  </a:lnTo>
                  <a:lnTo>
                    <a:pt x="171880" y="461471"/>
                  </a:lnTo>
                  <a:lnTo>
                    <a:pt x="216542" y="472538"/>
                  </a:lnTo>
                  <a:lnTo>
                    <a:pt x="263994" y="476376"/>
                  </a:lnTo>
                  <a:lnTo>
                    <a:pt x="311450" y="472538"/>
                  </a:lnTo>
                  <a:lnTo>
                    <a:pt x="356116" y="461471"/>
                  </a:lnTo>
                  <a:lnTo>
                    <a:pt x="397245" y="443850"/>
                  </a:lnTo>
                  <a:lnTo>
                    <a:pt x="434092" y="420350"/>
                  </a:lnTo>
                  <a:lnTo>
                    <a:pt x="465911" y="391645"/>
                  </a:lnTo>
                  <a:lnTo>
                    <a:pt x="491958" y="358408"/>
                  </a:lnTo>
                  <a:lnTo>
                    <a:pt x="511485" y="321314"/>
                  </a:lnTo>
                  <a:lnTo>
                    <a:pt x="523749" y="281037"/>
                  </a:lnTo>
                  <a:lnTo>
                    <a:pt x="528002" y="238251"/>
                  </a:lnTo>
                  <a:lnTo>
                    <a:pt x="523749" y="195428"/>
                  </a:lnTo>
                  <a:lnTo>
                    <a:pt x="511485" y="155122"/>
                  </a:lnTo>
                  <a:lnTo>
                    <a:pt x="491958" y="118006"/>
                  </a:lnTo>
                  <a:lnTo>
                    <a:pt x="465911" y="84753"/>
                  </a:lnTo>
                  <a:lnTo>
                    <a:pt x="434092" y="56037"/>
                  </a:lnTo>
                  <a:lnTo>
                    <a:pt x="397245" y="32530"/>
                  </a:lnTo>
                  <a:lnTo>
                    <a:pt x="356116" y="14906"/>
                  </a:lnTo>
                  <a:lnTo>
                    <a:pt x="311450" y="3838"/>
                  </a:lnTo>
                  <a:lnTo>
                    <a:pt x="263994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0403" y="8306943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4">
                  <a:moveTo>
                    <a:pt x="0" y="238251"/>
                  </a:moveTo>
                  <a:lnTo>
                    <a:pt x="4253" y="195428"/>
                  </a:lnTo>
                  <a:lnTo>
                    <a:pt x="16516" y="155122"/>
                  </a:lnTo>
                  <a:lnTo>
                    <a:pt x="36044" y="118006"/>
                  </a:lnTo>
                  <a:lnTo>
                    <a:pt x="62089" y="84753"/>
                  </a:lnTo>
                  <a:lnTo>
                    <a:pt x="93908" y="56037"/>
                  </a:lnTo>
                  <a:lnTo>
                    <a:pt x="130753" y="32530"/>
                  </a:lnTo>
                  <a:lnTo>
                    <a:pt x="171880" y="14906"/>
                  </a:lnTo>
                  <a:lnTo>
                    <a:pt x="216542" y="3838"/>
                  </a:lnTo>
                  <a:lnTo>
                    <a:pt x="263994" y="0"/>
                  </a:lnTo>
                  <a:lnTo>
                    <a:pt x="311450" y="3838"/>
                  </a:lnTo>
                  <a:lnTo>
                    <a:pt x="356116" y="14906"/>
                  </a:lnTo>
                  <a:lnTo>
                    <a:pt x="397245" y="32530"/>
                  </a:lnTo>
                  <a:lnTo>
                    <a:pt x="434092" y="56037"/>
                  </a:lnTo>
                  <a:lnTo>
                    <a:pt x="465911" y="84753"/>
                  </a:lnTo>
                  <a:lnTo>
                    <a:pt x="491958" y="118006"/>
                  </a:lnTo>
                  <a:lnTo>
                    <a:pt x="511485" y="155122"/>
                  </a:lnTo>
                  <a:lnTo>
                    <a:pt x="523749" y="195428"/>
                  </a:lnTo>
                  <a:lnTo>
                    <a:pt x="528002" y="238251"/>
                  </a:lnTo>
                  <a:lnTo>
                    <a:pt x="523749" y="281037"/>
                  </a:lnTo>
                  <a:lnTo>
                    <a:pt x="511485" y="321314"/>
                  </a:lnTo>
                  <a:lnTo>
                    <a:pt x="491958" y="358408"/>
                  </a:lnTo>
                  <a:lnTo>
                    <a:pt x="465911" y="391645"/>
                  </a:lnTo>
                  <a:lnTo>
                    <a:pt x="434092" y="420350"/>
                  </a:lnTo>
                  <a:lnTo>
                    <a:pt x="397245" y="443850"/>
                  </a:lnTo>
                  <a:lnTo>
                    <a:pt x="356116" y="461471"/>
                  </a:lnTo>
                  <a:lnTo>
                    <a:pt x="311450" y="472538"/>
                  </a:lnTo>
                  <a:lnTo>
                    <a:pt x="263994" y="476376"/>
                  </a:lnTo>
                  <a:lnTo>
                    <a:pt x="216542" y="472538"/>
                  </a:lnTo>
                  <a:lnTo>
                    <a:pt x="171880" y="461471"/>
                  </a:lnTo>
                  <a:lnTo>
                    <a:pt x="130753" y="443850"/>
                  </a:lnTo>
                  <a:lnTo>
                    <a:pt x="93908" y="420350"/>
                  </a:lnTo>
                  <a:lnTo>
                    <a:pt x="62089" y="391645"/>
                  </a:lnTo>
                  <a:lnTo>
                    <a:pt x="36044" y="358408"/>
                  </a:lnTo>
                  <a:lnTo>
                    <a:pt x="16516" y="321314"/>
                  </a:lnTo>
                  <a:lnTo>
                    <a:pt x="4253" y="281037"/>
                  </a:lnTo>
                  <a:lnTo>
                    <a:pt x="0" y="238251"/>
                  </a:lnTo>
                  <a:close/>
                </a:path>
              </a:pathLst>
            </a:custGeom>
            <a:ln w="9525">
              <a:solidFill>
                <a:srgbClr val="00AE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282651" y="8311133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8008937" y="9403588"/>
            <a:ext cx="537845" cy="486409"/>
            <a:chOff x="8008937" y="9403588"/>
            <a:chExt cx="537845" cy="486409"/>
          </a:xfrm>
        </p:grpSpPr>
        <p:sp>
          <p:nvSpPr>
            <p:cNvPr id="29" name="object 29" descr=""/>
            <p:cNvSpPr/>
            <p:nvPr/>
          </p:nvSpPr>
          <p:spPr>
            <a:xfrm>
              <a:off x="8013700" y="9408350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4">
                  <a:moveTo>
                    <a:pt x="264032" y="0"/>
                  </a:moveTo>
                  <a:lnTo>
                    <a:pt x="216579" y="3837"/>
                  </a:lnTo>
                  <a:lnTo>
                    <a:pt x="171913" y="14901"/>
                  </a:lnTo>
                  <a:lnTo>
                    <a:pt x="130781" y="32520"/>
                  </a:lnTo>
                  <a:lnTo>
                    <a:pt x="93930" y="56020"/>
                  </a:lnTo>
                  <a:lnTo>
                    <a:pt x="62105" y="84729"/>
                  </a:lnTo>
                  <a:lnTo>
                    <a:pt x="36053" y="117974"/>
                  </a:lnTo>
                  <a:lnTo>
                    <a:pt x="16521" y="155083"/>
                  </a:lnTo>
                  <a:lnTo>
                    <a:pt x="4254" y="195383"/>
                  </a:lnTo>
                  <a:lnTo>
                    <a:pt x="0" y="238201"/>
                  </a:lnTo>
                  <a:lnTo>
                    <a:pt x="4254" y="281015"/>
                  </a:lnTo>
                  <a:lnTo>
                    <a:pt x="16521" y="321313"/>
                  </a:lnTo>
                  <a:lnTo>
                    <a:pt x="36053" y="358422"/>
                  </a:lnTo>
                  <a:lnTo>
                    <a:pt x="62105" y="391667"/>
                  </a:lnTo>
                  <a:lnTo>
                    <a:pt x="93930" y="420377"/>
                  </a:lnTo>
                  <a:lnTo>
                    <a:pt x="130781" y="443879"/>
                  </a:lnTo>
                  <a:lnTo>
                    <a:pt x="171913" y="461498"/>
                  </a:lnTo>
                  <a:lnTo>
                    <a:pt x="216579" y="472564"/>
                  </a:lnTo>
                  <a:lnTo>
                    <a:pt x="264032" y="476402"/>
                  </a:lnTo>
                  <a:lnTo>
                    <a:pt x="311482" y="472564"/>
                  </a:lnTo>
                  <a:lnTo>
                    <a:pt x="356136" y="461498"/>
                  </a:lnTo>
                  <a:lnTo>
                    <a:pt x="397251" y="443879"/>
                  </a:lnTo>
                  <a:lnTo>
                    <a:pt x="434082" y="420377"/>
                  </a:lnTo>
                  <a:lnTo>
                    <a:pt x="465886" y="391667"/>
                  </a:lnTo>
                  <a:lnTo>
                    <a:pt x="491918" y="358422"/>
                  </a:lnTo>
                  <a:lnTo>
                    <a:pt x="511433" y="321313"/>
                  </a:lnTo>
                  <a:lnTo>
                    <a:pt x="523688" y="281015"/>
                  </a:lnTo>
                  <a:lnTo>
                    <a:pt x="527939" y="238201"/>
                  </a:lnTo>
                  <a:lnTo>
                    <a:pt x="523688" y="195383"/>
                  </a:lnTo>
                  <a:lnTo>
                    <a:pt x="511433" y="155083"/>
                  </a:lnTo>
                  <a:lnTo>
                    <a:pt x="491918" y="117974"/>
                  </a:lnTo>
                  <a:lnTo>
                    <a:pt x="465886" y="84729"/>
                  </a:lnTo>
                  <a:lnTo>
                    <a:pt x="434082" y="56020"/>
                  </a:lnTo>
                  <a:lnTo>
                    <a:pt x="397251" y="32520"/>
                  </a:lnTo>
                  <a:lnTo>
                    <a:pt x="356136" y="14901"/>
                  </a:lnTo>
                  <a:lnTo>
                    <a:pt x="311482" y="3837"/>
                  </a:lnTo>
                  <a:lnTo>
                    <a:pt x="264032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013700" y="9408350"/>
              <a:ext cx="528320" cy="476884"/>
            </a:xfrm>
            <a:custGeom>
              <a:avLst/>
              <a:gdLst/>
              <a:ahLst/>
              <a:cxnLst/>
              <a:rect l="l" t="t" r="r" b="b"/>
              <a:pathLst>
                <a:path w="528320" h="476884">
                  <a:moveTo>
                    <a:pt x="0" y="238201"/>
                  </a:moveTo>
                  <a:lnTo>
                    <a:pt x="4254" y="195383"/>
                  </a:lnTo>
                  <a:lnTo>
                    <a:pt x="16521" y="155083"/>
                  </a:lnTo>
                  <a:lnTo>
                    <a:pt x="36053" y="117974"/>
                  </a:lnTo>
                  <a:lnTo>
                    <a:pt x="62105" y="84729"/>
                  </a:lnTo>
                  <a:lnTo>
                    <a:pt x="93930" y="56020"/>
                  </a:lnTo>
                  <a:lnTo>
                    <a:pt x="130781" y="32520"/>
                  </a:lnTo>
                  <a:lnTo>
                    <a:pt x="171913" y="14901"/>
                  </a:lnTo>
                  <a:lnTo>
                    <a:pt x="216579" y="3837"/>
                  </a:lnTo>
                  <a:lnTo>
                    <a:pt x="264032" y="0"/>
                  </a:lnTo>
                  <a:lnTo>
                    <a:pt x="311482" y="3837"/>
                  </a:lnTo>
                  <a:lnTo>
                    <a:pt x="356136" y="14901"/>
                  </a:lnTo>
                  <a:lnTo>
                    <a:pt x="397251" y="32520"/>
                  </a:lnTo>
                  <a:lnTo>
                    <a:pt x="434082" y="56020"/>
                  </a:lnTo>
                  <a:lnTo>
                    <a:pt x="465886" y="84729"/>
                  </a:lnTo>
                  <a:lnTo>
                    <a:pt x="491918" y="117974"/>
                  </a:lnTo>
                  <a:lnTo>
                    <a:pt x="511433" y="155083"/>
                  </a:lnTo>
                  <a:lnTo>
                    <a:pt x="523688" y="195383"/>
                  </a:lnTo>
                  <a:lnTo>
                    <a:pt x="527939" y="238201"/>
                  </a:lnTo>
                  <a:lnTo>
                    <a:pt x="523688" y="281015"/>
                  </a:lnTo>
                  <a:lnTo>
                    <a:pt x="511433" y="321313"/>
                  </a:lnTo>
                  <a:lnTo>
                    <a:pt x="491918" y="358422"/>
                  </a:lnTo>
                  <a:lnTo>
                    <a:pt x="465886" y="391667"/>
                  </a:lnTo>
                  <a:lnTo>
                    <a:pt x="434082" y="420377"/>
                  </a:lnTo>
                  <a:lnTo>
                    <a:pt x="397251" y="443879"/>
                  </a:lnTo>
                  <a:lnTo>
                    <a:pt x="356136" y="461498"/>
                  </a:lnTo>
                  <a:lnTo>
                    <a:pt x="311482" y="472564"/>
                  </a:lnTo>
                  <a:lnTo>
                    <a:pt x="264032" y="476402"/>
                  </a:lnTo>
                  <a:lnTo>
                    <a:pt x="216579" y="472564"/>
                  </a:lnTo>
                  <a:lnTo>
                    <a:pt x="171913" y="461498"/>
                  </a:lnTo>
                  <a:lnTo>
                    <a:pt x="130781" y="443879"/>
                  </a:lnTo>
                  <a:lnTo>
                    <a:pt x="93930" y="420377"/>
                  </a:lnTo>
                  <a:lnTo>
                    <a:pt x="62105" y="391667"/>
                  </a:lnTo>
                  <a:lnTo>
                    <a:pt x="36053" y="358422"/>
                  </a:lnTo>
                  <a:lnTo>
                    <a:pt x="16521" y="321313"/>
                  </a:lnTo>
                  <a:lnTo>
                    <a:pt x="4254" y="281015"/>
                  </a:lnTo>
                  <a:lnTo>
                    <a:pt x="0" y="238201"/>
                  </a:lnTo>
                  <a:close/>
                </a:path>
              </a:pathLst>
            </a:custGeom>
            <a:ln w="9525">
              <a:solidFill>
                <a:srgbClr val="00AE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8166607" y="9412630"/>
            <a:ext cx="2228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11148" y="2074544"/>
            <a:ext cx="254825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레거시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Gulim"/>
                <a:cs typeface="Gulim"/>
              </a:rPr>
              <a:t>데이터베이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스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메인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Gulim"/>
                <a:cs typeface="Gulim"/>
              </a:rPr>
              <a:t>시스템에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서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CDC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030843" y="2275585"/>
            <a:ext cx="0" cy="7194550"/>
          </a:xfrm>
          <a:custGeom>
            <a:avLst/>
            <a:gdLst/>
            <a:ahLst/>
            <a:cxnLst/>
            <a:rect l="l" t="t" r="r" b="b"/>
            <a:pathLst>
              <a:path w="0" h="7194550">
                <a:moveTo>
                  <a:pt x="0" y="0"/>
                </a:moveTo>
                <a:lnTo>
                  <a:pt x="0" y="7194016"/>
                </a:lnTo>
              </a:path>
            </a:pathLst>
          </a:custGeom>
          <a:ln w="9525">
            <a:solidFill>
              <a:srgbClr val="38CCEC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362322" y="2275585"/>
            <a:ext cx="0" cy="7194550"/>
          </a:xfrm>
          <a:custGeom>
            <a:avLst/>
            <a:gdLst/>
            <a:ahLst/>
            <a:cxnLst/>
            <a:rect l="l" t="t" r="r" b="b"/>
            <a:pathLst>
              <a:path w="0" h="7194550">
                <a:moveTo>
                  <a:pt x="0" y="0"/>
                </a:moveTo>
                <a:lnTo>
                  <a:pt x="0" y="7194016"/>
                </a:lnTo>
              </a:path>
            </a:pathLst>
          </a:custGeom>
          <a:ln w="9525">
            <a:solidFill>
              <a:srgbClr val="38CCEC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36066" y="3412176"/>
            <a:ext cx="3098165" cy="112395"/>
          </a:xfrm>
          <a:custGeom>
            <a:avLst/>
            <a:gdLst/>
            <a:ahLst/>
            <a:cxnLst/>
            <a:rect l="l" t="t" r="r" b="b"/>
            <a:pathLst>
              <a:path w="3098165" h="112395">
                <a:moveTo>
                  <a:pt x="3097784" y="0"/>
                </a:moveTo>
                <a:lnTo>
                  <a:pt x="0" y="0"/>
                </a:lnTo>
                <a:lnTo>
                  <a:pt x="0" y="112200"/>
                </a:lnTo>
                <a:lnTo>
                  <a:pt x="3097784" y="112200"/>
                </a:lnTo>
                <a:lnTo>
                  <a:pt x="3097784" y="0"/>
                </a:lnTo>
                <a:close/>
              </a:path>
            </a:pathLst>
          </a:custGeom>
          <a:solidFill>
            <a:srgbClr val="38CC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3642657" y="2270823"/>
            <a:ext cx="1658620" cy="7204075"/>
            <a:chOff x="13642657" y="2270823"/>
            <a:chExt cx="1658620" cy="7204075"/>
          </a:xfrm>
        </p:grpSpPr>
        <p:sp>
          <p:nvSpPr>
            <p:cNvPr id="9" name="object 9" descr=""/>
            <p:cNvSpPr/>
            <p:nvPr/>
          </p:nvSpPr>
          <p:spPr>
            <a:xfrm>
              <a:off x="13647419" y="2275585"/>
              <a:ext cx="0" cy="7194550"/>
            </a:xfrm>
            <a:custGeom>
              <a:avLst/>
              <a:gdLst/>
              <a:ahLst/>
              <a:cxnLst/>
              <a:rect l="l" t="t" r="r" b="b"/>
              <a:pathLst>
                <a:path w="0" h="7194550">
                  <a:moveTo>
                    <a:pt x="0" y="0"/>
                  </a:moveTo>
                  <a:lnTo>
                    <a:pt x="0" y="7194016"/>
                  </a:lnTo>
                </a:path>
              </a:pathLst>
            </a:custGeom>
            <a:ln w="9525">
              <a:solidFill>
                <a:srgbClr val="38CCEC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47419" y="8278367"/>
              <a:ext cx="1653286" cy="86457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27835" y="8267700"/>
              <a:ext cx="1133043" cy="92876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3867764" y="8509126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90" h="438150">
                  <a:moveTo>
                    <a:pt x="1154683" y="0"/>
                  </a:moveTo>
                  <a:lnTo>
                    <a:pt x="73025" y="0"/>
                  </a:lnTo>
                  <a:lnTo>
                    <a:pt x="44630" y="5730"/>
                  </a:lnTo>
                  <a:lnTo>
                    <a:pt x="21415" y="21367"/>
                  </a:lnTo>
                  <a:lnTo>
                    <a:pt x="5748" y="44577"/>
                  </a:lnTo>
                  <a:lnTo>
                    <a:pt x="0" y="73025"/>
                  </a:lnTo>
                  <a:lnTo>
                    <a:pt x="0" y="364998"/>
                  </a:lnTo>
                  <a:lnTo>
                    <a:pt x="5748" y="393392"/>
                  </a:lnTo>
                  <a:lnTo>
                    <a:pt x="21415" y="416607"/>
                  </a:lnTo>
                  <a:lnTo>
                    <a:pt x="44630" y="432274"/>
                  </a:lnTo>
                  <a:lnTo>
                    <a:pt x="73025" y="438023"/>
                  </a:lnTo>
                  <a:lnTo>
                    <a:pt x="1154683" y="438023"/>
                  </a:lnTo>
                  <a:lnTo>
                    <a:pt x="1183058" y="432274"/>
                  </a:lnTo>
                  <a:lnTo>
                    <a:pt x="1206230" y="416607"/>
                  </a:lnTo>
                  <a:lnTo>
                    <a:pt x="1221853" y="393392"/>
                  </a:lnTo>
                  <a:lnTo>
                    <a:pt x="1227581" y="364998"/>
                  </a:lnTo>
                  <a:lnTo>
                    <a:pt x="1227581" y="73025"/>
                  </a:lnTo>
                  <a:lnTo>
                    <a:pt x="1221853" y="44577"/>
                  </a:lnTo>
                  <a:lnTo>
                    <a:pt x="1206230" y="21367"/>
                  </a:lnTo>
                  <a:lnTo>
                    <a:pt x="1183058" y="5730"/>
                  </a:lnTo>
                  <a:lnTo>
                    <a:pt x="1154683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256403" y="2074544"/>
            <a:ext cx="285305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레거시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MQ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를</a:t>
            </a:r>
            <a:r>
              <a:rPr dirty="0" sz="24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Gulim"/>
                <a:cs typeface="Gulim"/>
              </a:rPr>
              <a:t>이벤트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스트리밍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Gulim"/>
                <a:cs typeface="Gulim"/>
              </a:rPr>
              <a:t>플랫폼으로 </a:t>
            </a:r>
            <a:r>
              <a:rPr dirty="0" sz="2400" spc="-25">
                <a:solidFill>
                  <a:srgbClr val="FFFFFF"/>
                </a:solidFill>
                <a:latin typeface="Gulim"/>
                <a:cs typeface="Gulim"/>
              </a:rPr>
              <a:t>현대화</a:t>
            </a:r>
            <a:endParaRPr sz="2400">
              <a:latin typeface="Gulim"/>
              <a:cs typeface="Gulim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134355" y="3412176"/>
            <a:ext cx="3098165" cy="112395"/>
          </a:xfrm>
          <a:custGeom>
            <a:avLst/>
            <a:gdLst/>
            <a:ahLst/>
            <a:cxnLst/>
            <a:rect l="l" t="t" r="r" b="b"/>
            <a:pathLst>
              <a:path w="3098165" h="112395">
                <a:moveTo>
                  <a:pt x="3097783" y="0"/>
                </a:moveTo>
                <a:lnTo>
                  <a:pt x="0" y="0"/>
                </a:lnTo>
                <a:lnTo>
                  <a:pt x="0" y="112200"/>
                </a:lnTo>
                <a:lnTo>
                  <a:pt x="3097783" y="112200"/>
                </a:lnTo>
                <a:lnTo>
                  <a:pt x="3097783" y="0"/>
                </a:lnTo>
                <a:close/>
              </a:path>
            </a:pathLst>
          </a:custGeom>
          <a:solidFill>
            <a:srgbClr val="38C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374894" y="3693058"/>
            <a:ext cx="2618105" cy="1567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Confluent</a:t>
            </a:r>
            <a:r>
              <a:rPr dirty="0" sz="22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으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로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데이터를</a:t>
            </a:r>
            <a:r>
              <a:rPr dirty="0" sz="2200" spc="-1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전송하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여</a:t>
            </a:r>
            <a:r>
              <a:rPr dirty="0" sz="2200" spc="-15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애플리케이션에서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MQ</a:t>
            </a:r>
            <a:r>
              <a:rPr dirty="0" sz="2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분리</a:t>
            </a:r>
            <a:endParaRPr sz="2200">
              <a:latin typeface="Gulim"/>
              <a:cs typeface="Gulim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984993" y="2074544"/>
            <a:ext cx="27171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스트림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처리를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Gulim"/>
                <a:cs typeface="Gulim"/>
              </a:rPr>
              <a:t>사용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하여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더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적은</a:t>
            </a:r>
            <a:r>
              <a:rPr dirty="0" sz="2400" spc="-1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Gulim"/>
                <a:cs typeface="Gulim"/>
              </a:rPr>
              <a:t>코드로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이벤트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Gulim"/>
                <a:cs typeface="Gulim"/>
              </a:rPr>
              <a:t>강화</a:t>
            </a:r>
            <a:endParaRPr sz="2400">
              <a:latin typeface="Gulim"/>
              <a:cs typeface="Gulim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794113" y="3412176"/>
            <a:ext cx="3098165" cy="112395"/>
          </a:xfrm>
          <a:custGeom>
            <a:avLst/>
            <a:gdLst/>
            <a:ahLst/>
            <a:cxnLst/>
            <a:rect l="l" t="t" r="r" b="b"/>
            <a:pathLst>
              <a:path w="3098165" h="112395">
                <a:moveTo>
                  <a:pt x="3097783" y="0"/>
                </a:moveTo>
                <a:lnTo>
                  <a:pt x="0" y="0"/>
                </a:lnTo>
                <a:lnTo>
                  <a:pt x="0" y="112200"/>
                </a:lnTo>
                <a:lnTo>
                  <a:pt x="3097783" y="112200"/>
                </a:lnTo>
                <a:lnTo>
                  <a:pt x="3097783" y="0"/>
                </a:lnTo>
                <a:close/>
              </a:path>
            </a:pathLst>
          </a:custGeom>
          <a:solidFill>
            <a:srgbClr val="38C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9718040" y="3693312"/>
            <a:ext cx="3252470" cy="156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이벤트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스트림을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Gulim"/>
                <a:cs typeface="Gulim"/>
              </a:rPr>
              <a:t>실시간으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로</a:t>
            </a:r>
            <a:r>
              <a:rPr dirty="0" sz="2200" spc="-18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Join,</a:t>
            </a:r>
            <a:r>
              <a:rPr dirty="0" sz="22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Summarize</a:t>
            </a:r>
            <a:r>
              <a:rPr dirty="0" sz="2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FFFFFF"/>
                </a:solidFill>
                <a:latin typeface="Gulim"/>
                <a:cs typeface="Gulim"/>
              </a:rPr>
              <a:t>및 </a:t>
            </a:r>
            <a:r>
              <a:rPr dirty="0" sz="2200" spc="-10">
                <a:solidFill>
                  <a:srgbClr val="FFFFFF"/>
                </a:solidFill>
                <a:latin typeface="Arial"/>
                <a:cs typeface="Arial"/>
              </a:rPr>
              <a:t>Filtering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하여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필요한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마이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크로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서비스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감소</a:t>
            </a:r>
            <a:endParaRPr sz="2200">
              <a:latin typeface="Gulim"/>
              <a:cs typeface="Guli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654911" y="2074544"/>
            <a:ext cx="25323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Schema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유효성</a:t>
            </a:r>
            <a:r>
              <a:rPr dirty="0" sz="2400" spc="-20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Gulim"/>
                <a:cs typeface="Gulim"/>
              </a:rPr>
              <a:t>검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사와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데이터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Gulim"/>
                <a:cs typeface="Gulim"/>
              </a:rPr>
              <a:t>호환 </a:t>
            </a:r>
            <a:r>
              <a:rPr dirty="0" sz="2400">
                <a:solidFill>
                  <a:srgbClr val="FFFFFF"/>
                </a:solidFill>
                <a:latin typeface="Gulim"/>
                <a:cs typeface="Gulim"/>
              </a:rPr>
              <a:t>성</a:t>
            </a:r>
            <a:r>
              <a:rPr dirty="0" sz="2400" spc="-14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Gulim"/>
                <a:cs typeface="Gulim"/>
              </a:rPr>
              <a:t>보장</a:t>
            </a:r>
            <a:endParaRPr sz="2400">
              <a:latin typeface="Gulim"/>
              <a:cs typeface="Gulim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4371319" y="3412176"/>
            <a:ext cx="3098165" cy="112395"/>
          </a:xfrm>
          <a:custGeom>
            <a:avLst/>
            <a:gdLst/>
            <a:ahLst/>
            <a:cxnLst/>
            <a:rect l="l" t="t" r="r" b="b"/>
            <a:pathLst>
              <a:path w="3098165" h="112395">
                <a:moveTo>
                  <a:pt x="3097784" y="0"/>
                </a:moveTo>
                <a:lnTo>
                  <a:pt x="0" y="0"/>
                </a:lnTo>
                <a:lnTo>
                  <a:pt x="0" y="112200"/>
                </a:lnTo>
                <a:lnTo>
                  <a:pt x="3097784" y="112200"/>
                </a:lnTo>
                <a:lnTo>
                  <a:pt x="3097784" y="0"/>
                </a:lnTo>
                <a:close/>
              </a:path>
            </a:pathLst>
          </a:custGeom>
          <a:solidFill>
            <a:srgbClr val="38C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4394307" y="3693058"/>
            <a:ext cx="3052445" cy="118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4999"/>
              </a:lnSpc>
              <a:spcBef>
                <a:spcPts val="100"/>
              </a:spcBef>
            </a:pP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데이터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호환성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검증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FFFFFF"/>
                </a:solidFill>
                <a:latin typeface="Gulim"/>
                <a:cs typeface="Gulim"/>
              </a:rPr>
              <a:t>이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전</a:t>
            </a:r>
            <a:r>
              <a:rPr dirty="0" sz="2200" spc="-18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버전과의</a:t>
            </a:r>
            <a:r>
              <a:rPr dirty="0" sz="2200" spc="-15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호환성을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50">
                <a:solidFill>
                  <a:srgbClr val="FFFFFF"/>
                </a:solidFill>
                <a:latin typeface="Gulim"/>
                <a:cs typeface="Gulim"/>
              </a:rPr>
              <a:t>유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지하면서</a:t>
            </a:r>
            <a:r>
              <a:rPr dirty="0" sz="2200" spc="-17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Arial"/>
                <a:cs typeface="Arial"/>
              </a:rPr>
              <a:t>Schema</a:t>
            </a:r>
            <a:r>
              <a:rPr dirty="0" sz="22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변경</a:t>
            </a:r>
            <a:endParaRPr sz="2200">
              <a:latin typeface="Gulim"/>
              <a:cs typeface="Guli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59891" y="6057887"/>
            <a:ext cx="1653539" cy="2813050"/>
            <a:chOff x="659891" y="6057887"/>
            <a:chExt cx="1653539" cy="2813050"/>
          </a:xfrm>
        </p:grpSpPr>
        <p:sp>
          <p:nvSpPr>
            <p:cNvPr id="23" name="object 23" descr=""/>
            <p:cNvSpPr/>
            <p:nvPr/>
          </p:nvSpPr>
          <p:spPr>
            <a:xfrm>
              <a:off x="1453261" y="7759445"/>
              <a:ext cx="76200" cy="546100"/>
            </a:xfrm>
            <a:custGeom>
              <a:avLst/>
              <a:gdLst/>
              <a:ahLst/>
              <a:cxnLst/>
              <a:rect l="l" t="t" r="r" b="b"/>
              <a:pathLst>
                <a:path w="76200" h="546100">
                  <a:moveTo>
                    <a:pt x="42798" y="63499"/>
                  </a:moveTo>
                  <a:lnTo>
                    <a:pt x="33273" y="63499"/>
                  </a:lnTo>
                  <a:lnTo>
                    <a:pt x="33273" y="545972"/>
                  </a:lnTo>
                  <a:lnTo>
                    <a:pt x="42798" y="545972"/>
                  </a:lnTo>
                  <a:lnTo>
                    <a:pt x="42798" y="63499"/>
                  </a:lnTo>
                  <a:close/>
                </a:path>
                <a:path w="76200" h="546100">
                  <a:moveTo>
                    <a:pt x="38100" y="0"/>
                  </a:moveTo>
                  <a:lnTo>
                    <a:pt x="0" y="76199"/>
                  </a:lnTo>
                  <a:lnTo>
                    <a:pt x="33273" y="76199"/>
                  </a:lnTo>
                  <a:lnTo>
                    <a:pt x="33273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546100">
                  <a:moveTo>
                    <a:pt x="69850" y="63499"/>
                  </a:moveTo>
                  <a:lnTo>
                    <a:pt x="42798" y="63499"/>
                  </a:lnTo>
                  <a:lnTo>
                    <a:pt x="42798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7381" y="8349780"/>
              <a:ext cx="687832" cy="52104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891" y="6070066"/>
              <a:ext cx="1653286" cy="863117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6057887"/>
              <a:ext cx="1219758" cy="92876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879894" y="6299580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89" h="438150">
                  <a:moveTo>
                    <a:pt x="1154645" y="0"/>
                  </a:moveTo>
                  <a:lnTo>
                    <a:pt x="73012" y="0"/>
                  </a:lnTo>
                  <a:lnTo>
                    <a:pt x="44593" y="5728"/>
                  </a:lnTo>
                  <a:lnTo>
                    <a:pt x="21385" y="21351"/>
                  </a:lnTo>
                  <a:lnTo>
                    <a:pt x="5737" y="44523"/>
                  </a:lnTo>
                  <a:lnTo>
                    <a:pt x="0" y="72898"/>
                  </a:lnTo>
                  <a:lnTo>
                    <a:pt x="0" y="364998"/>
                  </a:lnTo>
                  <a:lnTo>
                    <a:pt x="5737" y="393392"/>
                  </a:lnTo>
                  <a:lnTo>
                    <a:pt x="21385" y="416607"/>
                  </a:lnTo>
                  <a:lnTo>
                    <a:pt x="44593" y="432274"/>
                  </a:lnTo>
                  <a:lnTo>
                    <a:pt x="73012" y="438023"/>
                  </a:lnTo>
                  <a:lnTo>
                    <a:pt x="1154645" y="438023"/>
                  </a:lnTo>
                  <a:lnTo>
                    <a:pt x="1183020" y="432274"/>
                  </a:lnTo>
                  <a:lnTo>
                    <a:pt x="1206192" y="416607"/>
                  </a:lnTo>
                  <a:lnTo>
                    <a:pt x="1221815" y="393392"/>
                  </a:lnTo>
                  <a:lnTo>
                    <a:pt x="1227543" y="364998"/>
                  </a:lnTo>
                  <a:lnTo>
                    <a:pt x="1227543" y="72898"/>
                  </a:lnTo>
                  <a:lnTo>
                    <a:pt x="1221815" y="44523"/>
                  </a:lnTo>
                  <a:lnTo>
                    <a:pt x="1206192" y="21351"/>
                  </a:lnTo>
                  <a:lnTo>
                    <a:pt x="1183020" y="5728"/>
                  </a:lnTo>
                  <a:lnTo>
                    <a:pt x="1154645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9938004" y="5908535"/>
            <a:ext cx="2894965" cy="2012950"/>
            <a:chOff x="9938004" y="5908535"/>
            <a:chExt cx="2894965" cy="2012950"/>
          </a:xfrm>
        </p:grpSpPr>
        <p:sp>
          <p:nvSpPr>
            <p:cNvPr id="29" name="object 29" descr=""/>
            <p:cNvSpPr/>
            <p:nvPr/>
          </p:nvSpPr>
          <p:spPr>
            <a:xfrm>
              <a:off x="10815447" y="703393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800" y="0"/>
                  </a:moveTo>
                  <a:lnTo>
                    <a:pt x="0" y="0"/>
                  </a:lnTo>
                  <a:lnTo>
                    <a:pt x="0" y="124800"/>
                  </a:lnTo>
                  <a:lnTo>
                    <a:pt x="124800" y="124800"/>
                  </a:lnTo>
                  <a:lnTo>
                    <a:pt x="124800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815447" y="6873280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800" y="0"/>
                  </a:moveTo>
                  <a:lnTo>
                    <a:pt x="0" y="0"/>
                  </a:lnTo>
                  <a:lnTo>
                    <a:pt x="0" y="124800"/>
                  </a:lnTo>
                  <a:lnTo>
                    <a:pt x="124800" y="124800"/>
                  </a:lnTo>
                  <a:lnTo>
                    <a:pt x="124800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815447" y="671262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800" y="0"/>
                  </a:moveTo>
                  <a:lnTo>
                    <a:pt x="0" y="0"/>
                  </a:lnTo>
                  <a:lnTo>
                    <a:pt x="0" y="124800"/>
                  </a:lnTo>
                  <a:lnTo>
                    <a:pt x="124800" y="124800"/>
                  </a:lnTo>
                  <a:lnTo>
                    <a:pt x="124800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38004" y="7115492"/>
              <a:ext cx="2894711" cy="80575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0082149" y="7212457"/>
              <a:ext cx="2624455" cy="535305"/>
            </a:xfrm>
            <a:custGeom>
              <a:avLst/>
              <a:gdLst/>
              <a:ahLst/>
              <a:cxnLst/>
              <a:rect l="l" t="t" r="r" b="b"/>
              <a:pathLst>
                <a:path w="2624454" h="535304">
                  <a:moveTo>
                    <a:pt x="2586481" y="0"/>
                  </a:moveTo>
                  <a:lnTo>
                    <a:pt x="37973" y="0"/>
                  </a:lnTo>
                  <a:lnTo>
                    <a:pt x="23199" y="2986"/>
                  </a:lnTo>
                  <a:lnTo>
                    <a:pt x="11128" y="11128"/>
                  </a:lnTo>
                  <a:lnTo>
                    <a:pt x="2986" y="23199"/>
                  </a:lnTo>
                  <a:lnTo>
                    <a:pt x="0" y="37973"/>
                  </a:lnTo>
                  <a:lnTo>
                    <a:pt x="0" y="497205"/>
                  </a:lnTo>
                  <a:lnTo>
                    <a:pt x="2986" y="511978"/>
                  </a:lnTo>
                  <a:lnTo>
                    <a:pt x="11128" y="524049"/>
                  </a:lnTo>
                  <a:lnTo>
                    <a:pt x="23199" y="532191"/>
                  </a:lnTo>
                  <a:lnTo>
                    <a:pt x="37973" y="535178"/>
                  </a:lnTo>
                  <a:lnTo>
                    <a:pt x="2586481" y="535178"/>
                  </a:lnTo>
                  <a:lnTo>
                    <a:pt x="2601235" y="532191"/>
                  </a:lnTo>
                  <a:lnTo>
                    <a:pt x="2613263" y="524049"/>
                  </a:lnTo>
                  <a:lnTo>
                    <a:pt x="2621361" y="511978"/>
                  </a:lnTo>
                  <a:lnTo>
                    <a:pt x="2624328" y="497205"/>
                  </a:lnTo>
                  <a:lnTo>
                    <a:pt x="2624328" y="37973"/>
                  </a:lnTo>
                  <a:lnTo>
                    <a:pt x="2621361" y="23199"/>
                  </a:lnTo>
                  <a:lnTo>
                    <a:pt x="2613263" y="11128"/>
                  </a:lnTo>
                  <a:lnTo>
                    <a:pt x="2601235" y="2986"/>
                  </a:lnTo>
                  <a:lnTo>
                    <a:pt x="2586481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61448" y="5919254"/>
              <a:ext cx="1654809" cy="864577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79380" y="5908535"/>
              <a:ext cx="1259827" cy="928763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0282301" y="6150102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90" h="438150">
                  <a:moveTo>
                    <a:pt x="1154683" y="0"/>
                  </a:moveTo>
                  <a:lnTo>
                    <a:pt x="73025" y="0"/>
                  </a:lnTo>
                  <a:lnTo>
                    <a:pt x="44630" y="5730"/>
                  </a:lnTo>
                  <a:lnTo>
                    <a:pt x="21415" y="21367"/>
                  </a:lnTo>
                  <a:lnTo>
                    <a:pt x="5748" y="44576"/>
                  </a:lnTo>
                  <a:lnTo>
                    <a:pt x="0" y="73025"/>
                  </a:lnTo>
                  <a:lnTo>
                    <a:pt x="0" y="364998"/>
                  </a:lnTo>
                  <a:lnTo>
                    <a:pt x="5748" y="393392"/>
                  </a:lnTo>
                  <a:lnTo>
                    <a:pt x="21415" y="416607"/>
                  </a:lnTo>
                  <a:lnTo>
                    <a:pt x="44630" y="432274"/>
                  </a:lnTo>
                  <a:lnTo>
                    <a:pt x="73025" y="438023"/>
                  </a:lnTo>
                  <a:lnTo>
                    <a:pt x="1154683" y="438023"/>
                  </a:lnTo>
                  <a:lnTo>
                    <a:pt x="1183058" y="432274"/>
                  </a:lnTo>
                  <a:lnTo>
                    <a:pt x="1206230" y="416607"/>
                  </a:lnTo>
                  <a:lnTo>
                    <a:pt x="1221853" y="393392"/>
                  </a:lnTo>
                  <a:lnTo>
                    <a:pt x="1227581" y="364998"/>
                  </a:lnTo>
                  <a:lnTo>
                    <a:pt x="1227581" y="73025"/>
                  </a:lnTo>
                  <a:lnTo>
                    <a:pt x="1221853" y="44576"/>
                  </a:lnTo>
                  <a:lnTo>
                    <a:pt x="1206230" y="21367"/>
                  </a:lnTo>
                  <a:lnTo>
                    <a:pt x="1183058" y="5730"/>
                  </a:lnTo>
                  <a:lnTo>
                    <a:pt x="1154683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830376" y="8917330"/>
            <a:ext cx="13220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Mainframe/DB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76019" y="6319265"/>
            <a:ext cx="634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049779" y="6067031"/>
            <a:ext cx="1654810" cy="929005"/>
            <a:chOff x="2049779" y="6067031"/>
            <a:chExt cx="1654810" cy="929005"/>
          </a:xfrm>
        </p:grpSpPr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49779" y="6077686"/>
              <a:ext cx="1654810" cy="863117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7711" y="6067031"/>
              <a:ext cx="1219758" cy="928763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2271140" y="6307581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89" h="438150">
                  <a:moveTo>
                    <a:pt x="1154557" y="0"/>
                  </a:moveTo>
                  <a:lnTo>
                    <a:pt x="73025" y="0"/>
                  </a:lnTo>
                  <a:lnTo>
                    <a:pt x="44576" y="5748"/>
                  </a:lnTo>
                  <a:lnTo>
                    <a:pt x="21367" y="21415"/>
                  </a:lnTo>
                  <a:lnTo>
                    <a:pt x="5730" y="44630"/>
                  </a:lnTo>
                  <a:lnTo>
                    <a:pt x="0" y="73025"/>
                  </a:lnTo>
                  <a:lnTo>
                    <a:pt x="0" y="364997"/>
                  </a:lnTo>
                  <a:lnTo>
                    <a:pt x="5730" y="393445"/>
                  </a:lnTo>
                  <a:lnTo>
                    <a:pt x="21367" y="416655"/>
                  </a:lnTo>
                  <a:lnTo>
                    <a:pt x="44576" y="432292"/>
                  </a:lnTo>
                  <a:lnTo>
                    <a:pt x="73025" y="438022"/>
                  </a:lnTo>
                  <a:lnTo>
                    <a:pt x="1154557" y="438022"/>
                  </a:lnTo>
                  <a:lnTo>
                    <a:pt x="1183005" y="432292"/>
                  </a:lnTo>
                  <a:lnTo>
                    <a:pt x="1206214" y="416655"/>
                  </a:lnTo>
                  <a:lnTo>
                    <a:pt x="1221851" y="393445"/>
                  </a:lnTo>
                  <a:lnTo>
                    <a:pt x="1227582" y="364997"/>
                  </a:lnTo>
                  <a:lnTo>
                    <a:pt x="1227582" y="73025"/>
                  </a:lnTo>
                  <a:lnTo>
                    <a:pt x="1221851" y="44630"/>
                  </a:lnTo>
                  <a:lnTo>
                    <a:pt x="1206214" y="21415"/>
                  </a:lnTo>
                  <a:lnTo>
                    <a:pt x="1183005" y="5748"/>
                  </a:lnTo>
                  <a:lnTo>
                    <a:pt x="1154557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2567432" y="6327394"/>
            <a:ext cx="634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04087" y="6822693"/>
            <a:ext cx="2894965" cy="1309370"/>
            <a:chOff x="704087" y="6822693"/>
            <a:chExt cx="2894965" cy="1309370"/>
          </a:xfrm>
        </p:grpSpPr>
        <p:sp>
          <p:nvSpPr>
            <p:cNvPr id="45" name="object 45" descr=""/>
            <p:cNvSpPr/>
            <p:nvPr/>
          </p:nvSpPr>
          <p:spPr>
            <a:xfrm>
              <a:off x="1455674" y="6822693"/>
              <a:ext cx="1467485" cy="321945"/>
            </a:xfrm>
            <a:custGeom>
              <a:avLst/>
              <a:gdLst/>
              <a:ahLst/>
              <a:cxnLst/>
              <a:rect l="l" t="t" r="r" b="b"/>
              <a:pathLst>
                <a:path w="1467485" h="321945">
                  <a:moveTo>
                    <a:pt x="76200" y="239903"/>
                  </a:moveTo>
                  <a:lnTo>
                    <a:pt x="42926" y="239903"/>
                  </a:lnTo>
                  <a:lnTo>
                    <a:pt x="42926" y="0"/>
                  </a:lnTo>
                  <a:lnTo>
                    <a:pt x="33401" y="0"/>
                  </a:lnTo>
                  <a:lnTo>
                    <a:pt x="33401" y="239903"/>
                  </a:lnTo>
                  <a:lnTo>
                    <a:pt x="0" y="239903"/>
                  </a:lnTo>
                  <a:lnTo>
                    <a:pt x="38100" y="316103"/>
                  </a:lnTo>
                  <a:lnTo>
                    <a:pt x="69850" y="252603"/>
                  </a:lnTo>
                  <a:lnTo>
                    <a:pt x="76200" y="239903"/>
                  </a:lnTo>
                  <a:close/>
                </a:path>
                <a:path w="1467485" h="321945">
                  <a:moveTo>
                    <a:pt x="1467485" y="245618"/>
                  </a:moveTo>
                  <a:lnTo>
                    <a:pt x="1434084" y="245618"/>
                  </a:lnTo>
                  <a:lnTo>
                    <a:pt x="1434084" y="5715"/>
                  </a:lnTo>
                  <a:lnTo>
                    <a:pt x="1424559" y="5715"/>
                  </a:lnTo>
                  <a:lnTo>
                    <a:pt x="1424559" y="245618"/>
                  </a:lnTo>
                  <a:lnTo>
                    <a:pt x="1391285" y="245618"/>
                  </a:lnTo>
                  <a:lnTo>
                    <a:pt x="1429385" y="321818"/>
                  </a:lnTo>
                  <a:lnTo>
                    <a:pt x="1461135" y="258318"/>
                  </a:lnTo>
                  <a:lnTo>
                    <a:pt x="1467485" y="2456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8404" y="6876033"/>
              <a:ext cx="110616" cy="24650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14167" y="6864095"/>
              <a:ext cx="110489" cy="24663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594230" y="8127110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4" h="0">
                  <a:moveTo>
                    <a:pt x="0" y="0"/>
                  </a:moveTo>
                  <a:lnTo>
                    <a:pt x="575437" y="0"/>
                  </a:lnTo>
                </a:path>
              </a:pathLst>
            </a:custGeom>
            <a:ln w="9525">
              <a:solidFill>
                <a:srgbClr val="FFFFF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4087" y="7082002"/>
              <a:ext cx="2894711" cy="807237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849096" y="7179817"/>
              <a:ext cx="2624455" cy="535305"/>
            </a:xfrm>
            <a:custGeom>
              <a:avLst/>
              <a:gdLst/>
              <a:ahLst/>
              <a:cxnLst/>
              <a:rect l="l" t="t" r="r" b="b"/>
              <a:pathLst>
                <a:path w="2624454" h="535304">
                  <a:moveTo>
                    <a:pt x="2586507" y="0"/>
                  </a:moveTo>
                  <a:lnTo>
                    <a:pt x="37947" y="0"/>
                  </a:lnTo>
                  <a:lnTo>
                    <a:pt x="23177" y="2986"/>
                  </a:lnTo>
                  <a:lnTo>
                    <a:pt x="11115" y="11128"/>
                  </a:lnTo>
                  <a:lnTo>
                    <a:pt x="2982" y="23199"/>
                  </a:lnTo>
                  <a:lnTo>
                    <a:pt x="0" y="37972"/>
                  </a:lnTo>
                  <a:lnTo>
                    <a:pt x="0" y="497204"/>
                  </a:lnTo>
                  <a:lnTo>
                    <a:pt x="2982" y="511978"/>
                  </a:lnTo>
                  <a:lnTo>
                    <a:pt x="11115" y="524049"/>
                  </a:lnTo>
                  <a:lnTo>
                    <a:pt x="23177" y="532191"/>
                  </a:lnTo>
                  <a:lnTo>
                    <a:pt x="37947" y="535177"/>
                  </a:lnTo>
                  <a:lnTo>
                    <a:pt x="2586507" y="535177"/>
                  </a:lnTo>
                  <a:lnTo>
                    <a:pt x="2601261" y="532191"/>
                  </a:lnTo>
                  <a:lnTo>
                    <a:pt x="2613288" y="524049"/>
                  </a:lnTo>
                  <a:lnTo>
                    <a:pt x="2621386" y="511978"/>
                  </a:lnTo>
                  <a:lnTo>
                    <a:pt x="2624353" y="497204"/>
                  </a:lnTo>
                  <a:lnTo>
                    <a:pt x="2624353" y="37972"/>
                  </a:lnTo>
                  <a:lnTo>
                    <a:pt x="2621386" y="23199"/>
                  </a:lnTo>
                  <a:lnTo>
                    <a:pt x="2613288" y="11128"/>
                  </a:lnTo>
                  <a:lnTo>
                    <a:pt x="2601261" y="2986"/>
                  </a:lnTo>
                  <a:lnTo>
                    <a:pt x="2586507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79016" y="7297318"/>
              <a:ext cx="1764411" cy="284962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420725" y="3691534"/>
            <a:ext cx="3529329" cy="195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1270">
              <a:lnSpc>
                <a:spcPct val="114999"/>
              </a:lnSpc>
              <a:spcBef>
                <a:spcPts val="100"/>
              </a:spcBef>
            </a:pPr>
            <a:r>
              <a:rPr dirty="0" sz="2200" spc="-10">
                <a:solidFill>
                  <a:srgbClr val="FFFFFF"/>
                </a:solidFill>
                <a:latin typeface="Arial"/>
                <a:cs typeface="Arial"/>
              </a:rPr>
              <a:t>Confluent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의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커넥터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에코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60">
                <a:solidFill>
                  <a:srgbClr val="FFFFFF"/>
                </a:solidFill>
                <a:latin typeface="Gulim"/>
                <a:cs typeface="Gulim"/>
              </a:rPr>
              <a:t>시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스템을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활용하여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Gulim"/>
                <a:cs typeface="Gulim"/>
              </a:rPr>
              <a:t>레거시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시스템</a:t>
            </a:r>
            <a:r>
              <a:rPr dirty="0" sz="2200" spc="-15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및</a:t>
            </a:r>
            <a:r>
              <a:rPr dirty="0" sz="2200" spc="-17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데이터베이스에서 데이터를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쉽게</a:t>
            </a:r>
            <a:r>
              <a:rPr dirty="0" sz="2200" spc="-16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데이터</a:t>
            </a:r>
            <a:r>
              <a:rPr dirty="0" sz="2200" spc="-16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35">
                <a:solidFill>
                  <a:srgbClr val="FFFFFF"/>
                </a:solidFill>
                <a:latin typeface="Gulim"/>
                <a:cs typeface="Gulim"/>
              </a:rPr>
              <a:t>변경 </a:t>
            </a:r>
            <a:r>
              <a:rPr dirty="0" sz="2200">
                <a:solidFill>
                  <a:srgbClr val="FFFFFF"/>
                </a:solidFill>
                <a:latin typeface="Gulim"/>
                <a:cs typeface="Gulim"/>
              </a:rPr>
              <a:t>을</a:t>
            </a:r>
            <a:r>
              <a:rPr dirty="0" sz="2200" spc="-15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Gulim"/>
                <a:cs typeface="Gulim"/>
              </a:rPr>
              <a:t>캡처</a:t>
            </a:r>
            <a:r>
              <a:rPr dirty="0" sz="2200" spc="-10">
                <a:solidFill>
                  <a:srgbClr val="FFFFFF"/>
                </a:solidFill>
                <a:latin typeface="Arial"/>
                <a:cs typeface="Arial"/>
              </a:rPr>
              <a:t>(CDC)</a:t>
            </a:r>
            <a:endParaRPr sz="220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2320798" y="8019110"/>
            <a:ext cx="11017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CDC</a:t>
            </a:r>
            <a:r>
              <a:rPr dirty="0" sz="12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Connector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4" name="object 5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39283" y="8425535"/>
            <a:ext cx="783602" cy="783602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5178552" y="6057887"/>
            <a:ext cx="2940685" cy="2247900"/>
            <a:chOff x="5178552" y="6057887"/>
            <a:chExt cx="2940685" cy="2247900"/>
          </a:xfrm>
        </p:grpSpPr>
        <p:sp>
          <p:nvSpPr>
            <p:cNvPr id="56" name="object 56" descr=""/>
            <p:cNvSpPr/>
            <p:nvPr/>
          </p:nvSpPr>
          <p:spPr>
            <a:xfrm>
              <a:off x="7443978" y="7832597"/>
              <a:ext cx="76200" cy="473075"/>
            </a:xfrm>
            <a:custGeom>
              <a:avLst/>
              <a:gdLst/>
              <a:ahLst/>
              <a:cxnLst/>
              <a:rect l="l" t="t" r="r" b="b"/>
              <a:pathLst>
                <a:path w="76200" h="473075">
                  <a:moveTo>
                    <a:pt x="0" y="396620"/>
                  </a:moveTo>
                  <a:lnTo>
                    <a:pt x="38100" y="472820"/>
                  </a:lnTo>
                  <a:lnTo>
                    <a:pt x="63500" y="422020"/>
                  </a:lnTo>
                  <a:lnTo>
                    <a:pt x="33274" y="422020"/>
                  </a:lnTo>
                  <a:lnTo>
                    <a:pt x="33274" y="418888"/>
                  </a:lnTo>
                  <a:lnTo>
                    <a:pt x="0" y="396620"/>
                  </a:lnTo>
                  <a:close/>
                </a:path>
                <a:path w="76200" h="473075">
                  <a:moveTo>
                    <a:pt x="33400" y="418888"/>
                  </a:moveTo>
                  <a:lnTo>
                    <a:pt x="33274" y="422020"/>
                  </a:lnTo>
                  <a:lnTo>
                    <a:pt x="38100" y="422020"/>
                  </a:lnTo>
                  <a:lnTo>
                    <a:pt x="33400" y="418888"/>
                  </a:lnTo>
                  <a:close/>
                </a:path>
                <a:path w="76200" h="473075">
                  <a:moveTo>
                    <a:pt x="42799" y="63500"/>
                  </a:moveTo>
                  <a:lnTo>
                    <a:pt x="33274" y="63500"/>
                  </a:lnTo>
                  <a:lnTo>
                    <a:pt x="33400" y="418888"/>
                  </a:lnTo>
                  <a:lnTo>
                    <a:pt x="38100" y="422020"/>
                  </a:lnTo>
                  <a:lnTo>
                    <a:pt x="42799" y="418888"/>
                  </a:lnTo>
                  <a:lnTo>
                    <a:pt x="42799" y="63500"/>
                  </a:lnTo>
                  <a:close/>
                </a:path>
                <a:path w="76200" h="473075">
                  <a:moveTo>
                    <a:pt x="42799" y="418888"/>
                  </a:moveTo>
                  <a:lnTo>
                    <a:pt x="38100" y="422020"/>
                  </a:lnTo>
                  <a:lnTo>
                    <a:pt x="42799" y="422020"/>
                  </a:lnTo>
                  <a:lnTo>
                    <a:pt x="42799" y="418888"/>
                  </a:lnTo>
                  <a:close/>
                </a:path>
                <a:path w="76200" h="473075">
                  <a:moveTo>
                    <a:pt x="76200" y="396620"/>
                  </a:moveTo>
                  <a:lnTo>
                    <a:pt x="42799" y="418888"/>
                  </a:lnTo>
                  <a:lnTo>
                    <a:pt x="42799" y="422020"/>
                  </a:lnTo>
                  <a:lnTo>
                    <a:pt x="63500" y="422020"/>
                  </a:lnTo>
                  <a:lnTo>
                    <a:pt x="76200" y="396620"/>
                  </a:lnTo>
                  <a:close/>
                </a:path>
                <a:path w="76200" h="473075">
                  <a:moveTo>
                    <a:pt x="38100" y="0"/>
                  </a:moveTo>
                  <a:lnTo>
                    <a:pt x="0" y="76200"/>
                  </a:lnTo>
                  <a:lnTo>
                    <a:pt x="33274" y="76200"/>
                  </a:lnTo>
                  <a:lnTo>
                    <a:pt x="3327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73075">
                  <a:moveTo>
                    <a:pt x="69850" y="63500"/>
                  </a:moveTo>
                  <a:lnTo>
                    <a:pt x="42799" y="63500"/>
                  </a:lnTo>
                  <a:lnTo>
                    <a:pt x="42799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24272" y="7082002"/>
              <a:ext cx="2894710" cy="807237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369052" y="7179817"/>
              <a:ext cx="2624455" cy="535305"/>
            </a:xfrm>
            <a:custGeom>
              <a:avLst/>
              <a:gdLst/>
              <a:ahLst/>
              <a:cxnLst/>
              <a:rect l="l" t="t" r="r" b="b"/>
              <a:pathLst>
                <a:path w="2624454" h="535304">
                  <a:moveTo>
                    <a:pt x="2586481" y="0"/>
                  </a:moveTo>
                  <a:lnTo>
                    <a:pt x="37973" y="0"/>
                  </a:lnTo>
                  <a:lnTo>
                    <a:pt x="23199" y="2986"/>
                  </a:lnTo>
                  <a:lnTo>
                    <a:pt x="11128" y="11128"/>
                  </a:lnTo>
                  <a:lnTo>
                    <a:pt x="2986" y="23199"/>
                  </a:lnTo>
                  <a:lnTo>
                    <a:pt x="0" y="37972"/>
                  </a:lnTo>
                  <a:lnTo>
                    <a:pt x="0" y="497204"/>
                  </a:lnTo>
                  <a:lnTo>
                    <a:pt x="2986" y="511978"/>
                  </a:lnTo>
                  <a:lnTo>
                    <a:pt x="11128" y="524049"/>
                  </a:lnTo>
                  <a:lnTo>
                    <a:pt x="23199" y="532191"/>
                  </a:lnTo>
                  <a:lnTo>
                    <a:pt x="37973" y="535177"/>
                  </a:lnTo>
                  <a:lnTo>
                    <a:pt x="2586481" y="535177"/>
                  </a:lnTo>
                  <a:lnTo>
                    <a:pt x="2601255" y="532191"/>
                  </a:lnTo>
                  <a:lnTo>
                    <a:pt x="2613326" y="524049"/>
                  </a:lnTo>
                  <a:lnTo>
                    <a:pt x="2621468" y="511978"/>
                  </a:lnTo>
                  <a:lnTo>
                    <a:pt x="2624454" y="497204"/>
                  </a:lnTo>
                  <a:lnTo>
                    <a:pt x="2624454" y="37972"/>
                  </a:lnTo>
                  <a:lnTo>
                    <a:pt x="2621468" y="23199"/>
                  </a:lnTo>
                  <a:lnTo>
                    <a:pt x="2613326" y="11128"/>
                  </a:lnTo>
                  <a:lnTo>
                    <a:pt x="2601255" y="2986"/>
                  </a:lnTo>
                  <a:lnTo>
                    <a:pt x="2586481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78552" y="6070066"/>
              <a:ext cx="1654809" cy="863117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96484" y="6057887"/>
              <a:ext cx="1219758" cy="928763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5399913" y="6299580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90" h="438150">
                  <a:moveTo>
                    <a:pt x="1154557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364998"/>
                  </a:lnTo>
                  <a:lnTo>
                    <a:pt x="5728" y="393392"/>
                  </a:lnTo>
                  <a:lnTo>
                    <a:pt x="21351" y="416607"/>
                  </a:lnTo>
                  <a:lnTo>
                    <a:pt x="44523" y="432274"/>
                  </a:lnTo>
                  <a:lnTo>
                    <a:pt x="72898" y="438023"/>
                  </a:lnTo>
                  <a:lnTo>
                    <a:pt x="1154557" y="438023"/>
                  </a:lnTo>
                  <a:lnTo>
                    <a:pt x="1182951" y="432274"/>
                  </a:lnTo>
                  <a:lnTo>
                    <a:pt x="1206166" y="416607"/>
                  </a:lnTo>
                  <a:lnTo>
                    <a:pt x="1221833" y="393392"/>
                  </a:lnTo>
                  <a:lnTo>
                    <a:pt x="1227582" y="364998"/>
                  </a:lnTo>
                  <a:lnTo>
                    <a:pt x="1227582" y="72898"/>
                  </a:lnTo>
                  <a:lnTo>
                    <a:pt x="1221833" y="44523"/>
                  </a:lnTo>
                  <a:lnTo>
                    <a:pt x="1206166" y="21351"/>
                  </a:lnTo>
                  <a:lnTo>
                    <a:pt x="1182951" y="5728"/>
                  </a:lnTo>
                  <a:lnTo>
                    <a:pt x="1154557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5712967" y="8777478"/>
            <a:ext cx="23685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DB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7090282" y="8441181"/>
            <a:ext cx="783590" cy="713105"/>
          </a:xfrm>
          <a:custGeom>
            <a:avLst/>
            <a:gdLst/>
            <a:ahLst/>
            <a:cxnLst/>
            <a:rect l="l" t="t" r="r" b="b"/>
            <a:pathLst>
              <a:path w="783590" h="713104">
                <a:moveTo>
                  <a:pt x="0" y="118872"/>
                </a:moveTo>
                <a:lnTo>
                  <a:pt x="9338" y="72598"/>
                </a:lnTo>
                <a:lnTo>
                  <a:pt x="34798" y="34813"/>
                </a:lnTo>
                <a:lnTo>
                  <a:pt x="72544" y="9340"/>
                </a:lnTo>
                <a:lnTo>
                  <a:pt x="118745" y="0"/>
                </a:lnTo>
                <a:lnTo>
                  <a:pt x="664718" y="0"/>
                </a:lnTo>
                <a:lnTo>
                  <a:pt x="710991" y="9340"/>
                </a:lnTo>
                <a:lnTo>
                  <a:pt x="748776" y="34813"/>
                </a:lnTo>
                <a:lnTo>
                  <a:pt x="774249" y="72598"/>
                </a:lnTo>
                <a:lnTo>
                  <a:pt x="783590" y="118872"/>
                </a:lnTo>
                <a:lnTo>
                  <a:pt x="783590" y="594042"/>
                </a:lnTo>
                <a:lnTo>
                  <a:pt x="774249" y="640282"/>
                </a:lnTo>
                <a:lnTo>
                  <a:pt x="748776" y="678043"/>
                </a:lnTo>
                <a:lnTo>
                  <a:pt x="710991" y="703502"/>
                </a:lnTo>
                <a:lnTo>
                  <a:pt x="664718" y="712838"/>
                </a:lnTo>
                <a:lnTo>
                  <a:pt x="118745" y="712838"/>
                </a:lnTo>
                <a:lnTo>
                  <a:pt x="72544" y="703502"/>
                </a:lnTo>
                <a:lnTo>
                  <a:pt x="34798" y="678043"/>
                </a:lnTo>
                <a:lnTo>
                  <a:pt x="9338" y="640282"/>
                </a:lnTo>
                <a:lnTo>
                  <a:pt x="0" y="594042"/>
                </a:lnTo>
                <a:lnTo>
                  <a:pt x="0" y="118872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7227823" y="8601836"/>
            <a:ext cx="517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4620" marR="5080" indent="-12192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Legacy 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MQ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6419977" y="8756395"/>
            <a:ext cx="486409" cy="76200"/>
          </a:xfrm>
          <a:custGeom>
            <a:avLst/>
            <a:gdLst/>
            <a:ahLst/>
            <a:cxnLst/>
            <a:rect l="l" t="t" r="r" b="b"/>
            <a:pathLst>
              <a:path w="486409" h="76200">
                <a:moveTo>
                  <a:pt x="409701" y="0"/>
                </a:moveTo>
                <a:lnTo>
                  <a:pt x="409701" y="76199"/>
                </a:lnTo>
                <a:lnTo>
                  <a:pt x="476503" y="42798"/>
                </a:lnTo>
                <a:lnTo>
                  <a:pt x="422401" y="42798"/>
                </a:lnTo>
                <a:lnTo>
                  <a:pt x="422401" y="33273"/>
                </a:lnTo>
                <a:lnTo>
                  <a:pt x="476250" y="33273"/>
                </a:lnTo>
                <a:lnTo>
                  <a:pt x="409701" y="0"/>
                </a:lnTo>
                <a:close/>
              </a:path>
              <a:path w="486409" h="76200">
                <a:moveTo>
                  <a:pt x="409701" y="33273"/>
                </a:moveTo>
                <a:lnTo>
                  <a:pt x="0" y="33273"/>
                </a:lnTo>
                <a:lnTo>
                  <a:pt x="0" y="42798"/>
                </a:lnTo>
                <a:lnTo>
                  <a:pt x="409701" y="42798"/>
                </a:lnTo>
                <a:lnTo>
                  <a:pt x="409701" y="33273"/>
                </a:lnTo>
                <a:close/>
              </a:path>
              <a:path w="486409" h="76200">
                <a:moveTo>
                  <a:pt x="476250" y="33273"/>
                </a:moveTo>
                <a:lnTo>
                  <a:pt x="422401" y="33273"/>
                </a:lnTo>
                <a:lnTo>
                  <a:pt x="422401" y="42798"/>
                </a:lnTo>
                <a:lnTo>
                  <a:pt x="476503" y="42798"/>
                </a:lnTo>
                <a:lnTo>
                  <a:pt x="485901" y="38099"/>
                </a:lnTo>
                <a:lnTo>
                  <a:pt x="476250" y="33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14229080" y="8529319"/>
            <a:ext cx="5067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service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15361919" y="8651026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4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5709011" y="8651026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4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6017747" y="8504301"/>
            <a:ext cx="452755" cy="447675"/>
          </a:xfrm>
          <a:custGeom>
            <a:avLst/>
            <a:gdLst/>
            <a:ahLst/>
            <a:cxnLst/>
            <a:rect l="l" t="t" r="r" b="b"/>
            <a:pathLst>
              <a:path w="452755" h="447675">
                <a:moveTo>
                  <a:pt x="0" y="74549"/>
                </a:moveTo>
                <a:lnTo>
                  <a:pt x="5861" y="45541"/>
                </a:lnTo>
                <a:lnTo>
                  <a:pt x="21843" y="21843"/>
                </a:lnTo>
                <a:lnTo>
                  <a:pt x="45541" y="5861"/>
                </a:lnTo>
                <a:lnTo>
                  <a:pt x="74548" y="0"/>
                </a:lnTo>
                <a:lnTo>
                  <a:pt x="377825" y="0"/>
                </a:lnTo>
                <a:lnTo>
                  <a:pt x="406906" y="5861"/>
                </a:lnTo>
                <a:lnTo>
                  <a:pt x="430641" y="21844"/>
                </a:lnTo>
                <a:lnTo>
                  <a:pt x="446637" y="45541"/>
                </a:lnTo>
                <a:lnTo>
                  <a:pt x="452500" y="74549"/>
                </a:lnTo>
                <a:lnTo>
                  <a:pt x="452500" y="372999"/>
                </a:lnTo>
                <a:lnTo>
                  <a:pt x="446637" y="402026"/>
                </a:lnTo>
                <a:lnTo>
                  <a:pt x="430641" y="425767"/>
                </a:lnTo>
                <a:lnTo>
                  <a:pt x="406906" y="441793"/>
                </a:lnTo>
                <a:lnTo>
                  <a:pt x="377825" y="447675"/>
                </a:lnTo>
                <a:lnTo>
                  <a:pt x="74548" y="447675"/>
                </a:lnTo>
                <a:lnTo>
                  <a:pt x="45541" y="441793"/>
                </a:lnTo>
                <a:lnTo>
                  <a:pt x="21844" y="425767"/>
                </a:lnTo>
                <a:lnTo>
                  <a:pt x="5861" y="402026"/>
                </a:lnTo>
                <a:lnTo>
                  <a:pt x="0" y="372999"/>
                </a:lnTo>
                <a:lnTo>
                  <a:pt x="0" y="74549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0" name="object 70" descr=""/>
          <p:cNvGrpSpPr/>
          <p:nvPr/>
        </p:nvGrpSpPr>
        <p:grpSpPr>
          <a:xfrm>
            <a:off x="15535402" y="8651026"/>
            <a:ext cx="125095" cy="468630"/>
            <a:chOff x="15535402" y="8651026"/>
            <a:chExt cx="125095" cy="468630"/>
          </a:xfrm>
        </p:grpSpPr>
        <p:sp>
          <p:nvSpPr>
            <p:cNvPr id="71" name="object 71" descr=""/>
            <p:cNvSpPr/>
            <p:nvPr/>
          </p:nvSpPr>
          <p:spPr>
            <a:xfrm>
              <a:off x="15535402" y="8651026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800" y="0"/>
                  </a:moveTo>
                  <a:lnTo>
                    <a:pt x="0" y="0"/>
                  </a:lnTo>
                  <a:lnTo>
                    <a:pt x="0" y="124800"/>
                  </a:lnTo>
                  <a:lnTo>
                    <a:pt x="124800" y="124800"/>
                  </a:lnTo>
                  <a:lnTo>
                    <a:pt x="124800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5597886" y="8808593"/>
              <a:ext cx="0" cy="311150"/>
            </a:xfrm>
            <a:custGeom>
              <a:avLst/>
              <a:gdLst/>
              <a:ahLst/>
              <a:cxnLst/>
              <a:rect l="l" t="t" r="r" b="b"/>
              <a:pathLst>
                <a:path w="0" h="311150">
                  <a:moveTo>
                    <a:pt x="0" y="310807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FFFFF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14442947" y="7120064"/>
            <a:ext cx="2894965" cy="1656080"/>
            <a:chOff x="14442947" y="7120064"/>
            <a:chExt cx="2894965" cy="1656080"/>
          </a:xfrm>
        </p:grpSpPr>
        <p:sp>
          <p:nvSpPr>
            <p:cNvPr id="74" name="object 74" descr=""/>
            <p:cNvSpPr/>
            <p:nvPr/>
          </p:nvSpPr>
          <p:spPr>
            <a:xfrm>
              <a:off x="15188437" y="8651026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800" y="0"/>
                  </a:moveTo>
                  <a:lnTo>
                    <a:pt x="0" y="0"/>
                  </a:lnTo>
                  <a:lnTo>
                    <a:pt x="0" y="124800"/>
                  </a:lnTo>
                  <a:lnTo>
                    <a:pt x="124800" y="124800"/>
                  </a:lnTo>
                  <a:lnTo>
                    <a:pt x="124800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442947" y="7120064"/>
              <a:ext cx="2894711" cy="805751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4588362" y="7217537"/>
              <a:ext cx="2624455" cy="535305"/>
            </a:xfrm>
            <a:custGeom>
              <a:avLst/>
              <a:gdLst/>
              <a:ahLst/>
              <a:cxnLst/>
              <a:rect l="l" t="t" r="r" b="b"/>
              <a:pathLst>
                <a:path w="2624455" h="535304">
                  <a:moveTo>
                    <a:pt x="2586481" y="0"/>
                  </a:moveTo>
                  <a:lnTo>
                    <a:pt x="37973" y="0"/>
                  </a:lnTo>
                  <a:lnTo>
                    <a:pt x="23199" y="2968"/>
                  </a:lnTo>
                  <a:lnTo>
                    <a:pt x="11128" y="11080"/>
                  </a:lnTo>
                  <a:lnTo>
                    <a:pt x="2986" y="23145"/>
                  </a:lnTo>
                  <a:lnTo>
                    <a:pt x="0" y="37973"/>
                  </a:lnTo>
                  <a:lnTo>
                    <a:pt x="0" y="497205"/>
                  </a:lnTo>
                  <a:lnTo>
                    <a:pt x="2986" y="511978"/>
                  </a:lnTo>
                  <a:lnTo>
                    <a:pt x="11128" y="524049"/>
                  </a:lnTo>
                  <a:lnTo>
                    <a:pt x="23199" y="532191"/>
                  </a:lnTo>
                  <a:lnTo>
                    <a:pt x="37973" y="535178"/>
                  </a:lnTo>
                  <a:lnTo>
                    <a:pt x="2586481" y="535178"/>
                  </a:lnTo>
                  <a:lnTo>
                    <a:pt x="2601235" y="532191"/>
                  </a:lnTo>
                  <a:lnTo>
                    <a:pt x="2613263" y="524049"/>
                  </a:lnTo>
                  <a:lnTo>
                    <a:pt x="2621361" y="511978"/>
                  </a:lnTo>
                  <a:lnTo>
                    <a:pt x="2624327" y="497205"/>
                  </a:lnTo>
                  <a:lnTo>
                    <a:pt x="2624327" y="37973"/>
                  </a:lnTo>
                  <a:lnTo>
                    <a:pt x="2621361" y="23145"/>
                  </a:lnTo>
                  <a:lnTo>
                    <a:pt x="2613263" y="11080"/>
                  </a:lnTo>
                  <a:lnTo>
                    <a:pt x="2601235" y="2968"/>
                  </a:lnTo>
                  <a:lnTo>
                    <a:pt x="2586481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15194407" y="8985910"/>
            <a:ext cx="8902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Incompatible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5465679" y="9168790"/>
            <a:ext cx="347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5696203" y="6319265"/>
            <a:ext cx="634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6569964" y="6067031"/>
            <a:ext cx="1654810" cy="929005"/>
            <a:chOff x="6569964" y="6067031"/>
            <a:chExt cx="1654810" cy="929005"/>
          </a:xfrm>
        </p:grpSpPr>
        <p:pic>
          <p:nvPicPr>
            <p:cNvPr id="81" name="object 8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69964" y="6077686"/>
              <a:ext cx="1654810" cy="863117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87896" y="6067031"/>
              <a:ext cx="1219758" cy="928763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6791071" y="6307581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90" h="438150">
                  <a:moveTo>
                    <a:pt x="1154556" y="0"/>
                  </a:moveTo>
                  <a:lnTo>
                    <a:pt x="73025" y="0"/>
                  </a:lnTo>
                  <a:lnTo>
                    <a:pt x="44630" y="5748"/>
                  </a:lnTo>
                  <a:lnTo>
                    <a:pt x="21415" y="21415"/>
                  </a:lnTo>
                  <a:lnTo>
                    <a:pt x="5748" y="44630"/>
                  </a:lnTo>
                  <a:lnTo>
                    <a:pt x="0" y="73025"/>
                  </a:lnTo>
                  <a:lnTo>
                    <a:pt x="0" y="364997"/>
                  </a:lnTo>
                  <a:lnTo>
                    <a:pt x="5748" y="393445"/>
                  </a:lnTo>
                  <a:lnTo>
                    <a:pt x="21415" y="416655"/>
                  </a:lnTo>
                  <a:lnTo>
                    <a:pt x="44630" y="432292"/>
                  </a:lnTo>
                  <a:lnTo>
                    <a:pt x="73025" y="438022"/>
                  </a:lnTo>
                  <a:lnTo>
                    <a:pt x="1154556" y="438022"/>
                  </a:lnTo>
                  <a:lnTo>
                    <a:pt x="1183005" y="432292"/>
                  </a:lnTo>
                  <a:lnTo>
                    <a:pt x="1206214" y="416655"/>
                  </a:lnTo>
                  <a:lnTo>
                    <a:pt x="1221851" y="393445"/>
                  </a:lnTo>
                  <a:lnTo>
                    <a:pt x="1227581" y="364997"/>
                  </a:lnTo>
                  <a:lnTo>
                    <a:pt x="1227581" y="73025"/>
                  </a:lnTo>
                  <a:lnTo>
                    <a:pt x="1221851" y="44630"/>
                  </a:lnTo>
                  <a:lnTo>
                    <a:pt x="1206214" y="21415"/>
                  </a:lnTo>
                  <a:lnTo>
                    <a:pt x="1183004" y="5748"/>
                  </a:lnTo>
                  <a:lnTo>
                    <a:pt x="1154556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 txBox="1"/>
          <p:nvPr/>
        </p:nvSpPr>
        <p:spPr>
          <a:xfrm>
            <a:off x="7087616" y="6327394"/>
            <a:ext cx="634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5814314" y="6822693"/>
            <a:ext cx="1930400" cy="1275080"/>
            <a:chOff x="5814314" y="6822693"/>
            <a:chExt cx="1930400" cy="1275080"/>
          </a:xfrm>
        </p:grpSpPr>
        <p:sp>
          <p:nvSpPr>
            <p:cNvPr id="86" name="object 86" descr=""/>
            <p:cNvSpPr/>
            <p:nvPr/>
          </p:nvSpPr>
          <p:spPr>
            <a:xfrm>
              <a:off x="5975604" y="6822693"/>
              <a:ext cx="1467485" cy="321945"/>
            </a:xfrm>
            <a:custGeom>
              <a:avLst/>
              <a:gdLst/>
              <a:ahLst/>
              <a:cxnLst/>
              <a:rect l="l" t="t" r="r" b="b"/>
              <a:pathLst>
                <a:path w="1467484" h="321945">
                  <a:moveTo>
                    <a:pt x="76200" y="239903"/>
                  </a:moveTo>
                  <a:lnTo>
                    <a:pt x="42926" y="239903"/>
                  </a:lnTo>
                  <a:lnTo>
                    <a:pt x="42926" y="0"/>
                  </a:lnTo>
                  <a:lnTo>
                    <a:pt x="33401" y="0"/>
                  </a:lnTo>
                  <a:lnTo>
                    <a:pt x="33401" y="239903"/>
                  </a:lnTo>
                  <a:lnTo>
                    <a:pt x="0" y="239903"/>
                  </a:lnTo>
                  <a:lnTo>
                    <a:pt x="38100" y="316103"/>
                  </a:lnTo>
                  <a:lnTo>
                    <a:pt x="69850" y="252603"/>
                  </a:lnTo>
                  <a:lnTo>
                    <a:pt x="76200" y="239903"/>
                  </a:lnTo>
                  <a:close/>
                </a:path>
                <a:path w="1467484" h="321945">
                  <a:moveTo>
                    <a:pt x="1467485" y="245618"/>
                  </a:moveTo>
                  <a:lnTo>
                    <a:pt x="1434211" y="245618"/>
                  </a:lnTo>
                  <a:lnTo>
                    <a:pt x="1434211" y="5715"/>
                  </a:lnTo>
                  <a:lnTo>
                    <a:pt x="1424686" y="5715"/>
                  </a:lnTo>
                  <a:lnTo>
                    <a:pt x="1424686" y="245618"/>
                  </a:lnTo>
                  <a:lnTo>
                    <a:pt x="1391285" y="245618"/>
                  </a:lnTo>
                  <a:lnTo>
                    <a:pt x="1429385" y="321818"/>
                  </a:lnTo>
                  <a:lnTo>
                    <a:pt x="1461135" y="258318"/>
                  </a:lnTo>
                  <a:lnTo>
                    <a:pt x="1467485" y="2456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34097" y="6864095"/>
              <a:ext cx="110617" cy="246633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28334" y="6876033"/>
              <a:ext cx="110616" cy="246506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6733159" y="8092693"/>
              <a:ext cx="575310" cy="0"/>
            </a:xfrm>
            <a:custGeom>
              <a:avLst/>
              <a:gdLst/>
              <a:ahLst/>
              <a:cxnLst/>
              <a:rect l="l" t="t" r="r" b="b"/>
              <a:pathLst>
                <a:path w="575309" h="0">
                  <a:moveTo>
                    <a:pt x="0" y="0"/>
                  </a:moveTo>
                  <a:lnTo>
                    <a:pt x="575310" y="0"/>
                  </a:lnTo>
                </a:path>
              </a:pathLst>
            </a:custGeom>
            <a:ln w="9525">
              <a:solidFill>
                <a:srgbClr val="FFFFFF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14314" y="7307097"/>
              <a:ext cx="1764411" cy="284962"/>
            </a:xfrm>
            <a:prstGeom prst="rect">
              <a:avLst/>
            </a:prstGeom>
          </p:spPr>
        </p:pic>
      </p:grpSp>
      <p:sp>
        <p:nvSpPr>
          <p:cNvPr id="91" name="object 91" descr=""/>
          <p:cNvSpPr txBox="1"/>
          <p:nvPr/>
        </p:nvSpPr>
        <p:spPr>
          <a:xfrm>
            <a:off x="5531865" y="7985252"/>
            <a:ext cx="1019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MQ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 Connector</a:t>
            </a:r>
            <a:endParaRPr sz="1200">
              <a:latin typeface="Arial"/>
              <a:cs typeface="Arial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6522700" y="8618346"/>
            <a:ext cx="1211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  <a:tabLst>
                <a:tab pos="568325" algn="l"/>
              </a:tabLst>
            </a:pPr>
            <a:r>
              <a:rPr dirty="0" u="dash" sz="1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200">
                <a:solidFill>
                  <a:srgbClr val="FFFFFF"/>
                </a:solidFill>
                <a:latin typeface="Arial"/>
                <a:cs typeface="Arial"/>
              </a:rPr>
              <a:t> Schema</a:t>
            </a:r>
            <a:endParaRPr sz="12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Registry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3" name="object 9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423650" y="8464295"/>
            <a:ext cx="529793" cy="400811"/>
          </a:xfrm>
          <a:prstGeom prst="rect">
            <a:avLst/>
          </a:prstGeom>
        </p:spPr>
      </p:pic>
      <p:sp>
        <p:nvSpPr>
          <p:cNvPr id="94" name="object 94" descr=""/>
          <p:cNvSpPr/>
          <p:nvPr/>
        </p:nvSpPr>
        <p:spPr>
          <a:xfrm>
            <a:off x="10441813" y="8081685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C58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10439907" y="792103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C5832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6" name="object 96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246736" y="8464295"/>
            <a:ext cx="529793" cy="400811"/>
          </a:xfrm>
          <a:prstGeom prst="rect">
            <a:avLst/>
          </a:prstGeom>
        </p:spPr>
      </p:pic>
      <p:grpSp>
        <p:nvGrpSpPr>
          <p:cNvPr id="97" name="object 97" descr=""/>
          <p:cNvGrpSpPr/>
          <p:nvPr/>
        </p:nvGrpSpPr>
        <p:grpSpPr>
          <a:xfrm>
            <a:off x="9707880" y="8205216"/>
            <a:ext cx="1653539" cy="929005"/>
            <a:chOff x="9707880" y="8205216"/>
            <a:chExt cx="1653539" cy="929005"/>
          </a:xfrm>
        </p:grpSpPr>
        <p:sp>
          <p:nvSpPr>
            <p:cNvPr id="98" name="object 98" descr=""/>
            <p:cNvSpPr/>
            <p:nvPr/>
          </p:nvSpPr>
          <p:spPr>
            <a:xfrm>
              <a:off x="10441813" y="8242340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800" y="0"/>
                  </a:moveTo>
                  <a:lnTo>
                    <a:pt x="0" y="0"/>
                  </a:lnTo>
                  <a:lnTo>
                    <a:pt x="0" y="124800"/>
                  </a:lnTo>
                  <a:lnTo>
                    <a:pt x="124800" y="124800"/>
                  </a:lnTo>
                  <a:lnTo>
                    <a:pt x="124800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07880" y="8215884"/>
              <a:ext cx="1653285" cy="863117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924288" y="8205216"/>
              <a:ext cx="1259827" cy="928763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9927971" y="8446008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90" h="438150">
                  <a:moveTo>
                    <a:pt x="1154556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364998"/>
                  </a:lnTo>
                  <a:lnTo>
                    <a:pt x="5728" y="393372"/>
                  </a:lnTo>
                  <a:lnTo>
                    <a:pt x="21351" y="416544"/>
                  </a:lnTo>
                  <a:lnTo>
                    <a:pt x="44523" y="432167"/>
                  </a:lnTo>
                  <a:lnTo>
                    <a:pt x="72898" y="437896"/>
                  </a:lnTo>
                  <a:lnTo>
                    <a:pt x="1154556" y="437896"/>
                  </a:lnTo>
                  <a:lnTo>
                    <a:pt x="1182951" y="432167"/>
                  </a:lnTo>
                  <a:lnTo>
                    <a:pt x="1206166" y="416544"/>
                  </a:lnTo>
                  <a:lnTo>
                    <a:pt x="1221833" y="393372"/>
                  </a:lnTo>
                  <a:lnTo>
                    <a:pt x="1227581" y="364998"/>
                  </a:lnTo>
                  <a:lnTo>
                    <a:pt x="1227581" y="72898"/>
                  </a:lnTo>
                  <a:lnTo>
                    <a:pt x="1221833" y="44523"/>
                  </a:lnTo>
                  <a:lnTo>
                    <a:pt x="1206166" y="21351"/>
                  </a:lnTo>
                  <a:lnTo>
                    <a:pt x="1182951" y="5728"/>
                  </a:lnTo>
                  <a:lnTo>
                    <a:pt x="1154556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 descr=""/>
          <p:cNvSpPr txBox="1"/>
          <p:nvPr/>
        </p:nvSpPr>
        <p:spPr>
          <a:xfrm>
            <a:off x="10224643" y="8465946"/>
            <a:ext cx="634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3" name="object 103" descr=""/>
          <p:cNvSpPr/>
          <p:nvPr/>
        </p:nvSpPr>
        <p:spPr>
          <a:xfrm>
            <a:off x="11617325" y="824234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11617325" y="8081685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11615419" y="792103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12433807" y="824234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2433807" y="8081685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12432030" y="792103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 txBox="1"/>
          <p:nvPr/>
        </p:nvSpPr>
        <p:spPr>
          <a:xfrm>
            <a:off x="10579100" y="6169914"/>
            <a:ext cx="634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271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0" name="object 110" descr=""/>
          <p:cNvSpPr/>
          <p:nvPr/>
        </p:nvSpPr>
        <p:spPr>
          <a:xfrm>
            <a:off x="16167608" y="824234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4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 descr=""/>
          <p:cNvSpPr/>
          <p:nvPr/>
        </p:nvSpPr>
        <p:spPr>
          <a:xfrm>
            <a:off x="16167608" y="8081685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4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 descr=""/>
          <p:cNvSpPr/>
          <p:nvPr/>
        </p:nvSpPr>
        <p:spPr>
          <a:xfrm>
            <a:off x="16165703" y="792103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4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 txBox="1"/>
          <p:nvPr/>
        </p:nvSpPr>
        <p:spPr>
          <a:xfrm>
            <a:off x="16370300" y="7944992"/>
            <a:ext cx="1501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  <a:tabLst>
                <a:tab pos="568325" algn="l"/>
                <a:tab pos="699770" algn="l"/>
              </a:tabLst>
            </a:pPr>
            <a:r>
              <a:rPr dirty="0" u="dash" sz="12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200">
                <a:solidFill>
                  <a:srgbClr val="FFFFFF"/>
                </a:solidFill>
                <a:latin typeface="Arial"/>
                <a:cs typeface="Arial"/>
              </a:rPr>
              <a:t>	Validated</a:t>
            </a:r>
            <a:r>
              <a:rPr dirty="0" u="none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none" sz="1200" spc="-5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endParaRPr sz="1200">
              <a:latin typeface="Arial"/>
              <a:cs typeface="Arial"/>
            </a:endParaRPr>
          </a:p>
          <a:p>
            <a:pPr algn="r" marR="5715">
              <a:lnSpc>
                <a:spcPct val="100000"/>
              </a:lnSpc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Compatible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4" name="object 114" descr=""/>
          <p:cNvSpPr/>
          <p:nvPr/>
        </p:nvSpPr>
        <p:spPr>
          <a:xfrm>
            <a:off x="12433807" y="6870700"/>
            <a:ext cx="0" cy="285750"/>
          </a:xfrm>
          <a:custGeom>
            <a:avLst/>
            <a:gdLst/>
            <a:ahLst/>
            <a:cxnLst/>
            <a:rect l="l" t="t" r="r" b="b"/>
            <a:pathLst>
              <a:path w="0" h="285750">
                <a:moveTo>
                  <a:pt x="0" y="0"/>
                </a:moveTo>
                <a:lnTo>
                  <a:pt x="0" y="285623"/>
                </a:lnTo>
              </a:path>
            </a:pathLst>
          </a:custGeom>
          <a:ln w="9525">
            <a:solidFill>
              <a:srgbClr val="FFFFFF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 txBox="1"/>
          <p:nvPr/>
        </p:nvSpPr>
        <p:spPr>
          <a:xfrm>
            <a:off x="12044553" y="6450329"/>
            <a:ext cx="779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7955" marR="5080" indent="-13589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KStreams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/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ksqlDB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6" name="object 116" descr=""/>
          <p:cNvGrpSpPr/>
          <p:nvPr/>
        </p:nvGrpSpPr>
        <p:grpSpPr>
          <a:xfrm>
            <a:off x="14633447" y="5908535"/>
            <a:ext cx="1654810" cy="929005"/>
            <a:chOff x="14633447" y="5908535"/>
            <a:chExt cx="1654810" cy="929005"/>
          </a:xfrm>
        </p:grpSpPr>
        <p:pic>
          <p:nvPicPr>
            <p:cNvPr id="117" name="object 11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633447" y="5919254"/>
              <a:ext cx="1654809" cy="864577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851379" y="5908535"/>
              <a:ext cx="1259827" cy="928763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14854300" y="6150102"/>
              <a:ext cx="1228090" cy="438150"/>
            </a:xfrm>
            <a:custGeom>
              <a:avLst/>
              <a:gdLst/>
              <a:ahLst/>
              <a:cxnLst/>
              <a:rect l="l" t="t" r="r" b="b"/>
              <a:pathLst>
                <a:path w="1228090" h="438150">
                  <a:moveTo>
                    <a:pt x="1154683" y="0"/>
                  </a:moveTo>
                  <a:lnTo>
                    <a:pt x="73025" y="0"/>
                  </a:lnTo>
                  <a:lnTo>
                    <a:pt x="44630" y="5730"/>
                  </a:lnTo>
                  <a:lnTo>
                    <a:pt x="21415" y="21367"/>
                  </a:lnTo>
                  <a:lnTo>
                    <a:pt x="5748" y="44576"/>
                  </a:lnTo>
                  <a:lnTo>
                    <a:pt x="0" y="73025"/>
                  </a:lnTo>
                  <a:lnTo>
                    <a:pt x="0" y="364998"/>
                  </a:lnTo>
                  <a:lnTo>
                    <a:pt x="5748" y="393392"/>
                  </a:lnTo>
                  <a:lnTo>
                    <a:pt x="21415" y="416607"/>
                  </a:lnTo>
                  <a:lnTo>
                    <a:pt x="44630" y="432274"/>
                  </a:lnTo>
                  <a:lnTo>
                    <a:pt x="73025" y="438023"/>
                  </a:lnTo>
                  <a:lnTo>
                    <a:pt x="1154683" y="438023"/>
                  </a:lnTo>
                  <a:lnTo>
                    <a:pt x="1183058" y="432274"/>
                  </a:lnTo>
                  <a:lnTo>
                    <a:pt x="1206230" y="416607"/>
                  </a:lnTo>
                  <a:lnTo>
                    <a:pt x="1221853" y="393392"/>
                  </a:lnTo>
                  <a:lnTo>
                    <a:pt x="1227581" y="364998"/>
                  </a:lnTo>
                  <a:lnTo>
                    <a:pt x="1227581" y="73025"/>
                  </a:lnTo>
                  <a:lnTo>
                    <a:pt x="1221853" y="44576"/>
                  </a:lnTo>
                  <a:lnTo>
                    <a:pt x="1206230" y="21367"/>
                  </a:lnTo>
                  <a:lnTo>
                    <a:pt x="1183058" y="5730"/>
                  </a:lnTo>
                  <a:lnTo>
                    <a:pt x="1154683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" name="object 120" descr=""/>
          <p:cNvGrpSpPr/>
          <p:nvPr/>
        </p:nvGrpSpPr>
        <p:grpSpPr>
          <a:xfrm>
            <a:off x="10149331" y="7316002"/>
            <a:ext cx="2513965" cy="325755"/>
            <a:chOff x="10149331" y="7316002"/>
            <a:chExt cx="2513965" cy="325755"/>
          </a:xfrm>
        </p:grpSpPr>
        <p:pic>
          <p:nvPicPr>
            <p:cNvPr id="121" name="object 12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014580" y="7351915"/>
              <a:ext cx="252983" cy="252971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337414" y="7316002"/>
              <a:ext cx="325500" cy="325587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49331" y="7334148"/>
              <a:ext cx="1764410" cy="284962"/>
            </a:xfrm>
            <a:prstGeom prst="rect">
              <a:avLst/>
            </a:prstGeom>
          </p:spPr>
        </p:pic>
      </p:grpSp>
      <p:sp>
        <p:nvSpPr>
          <p:cNvPr id="124" name="object 124" descr=""/>
          <p:cNvSpPr txBox="1"/>
          <p:nvPr/>
        </p:nvSpPr>
        <p:spPr>
          <a:xfrm>
            <a:off x="15151354" y="6169914"/>
            <a:ext cx="634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334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Micro-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5" name="object 125" descr=""/>
          <p:cNvSpPr/>
          <p:nvPr/>
        </p:nvSpPr>
        <p:spPr>
          <a:xfrm>
            <a:off x="15403703" y="6701830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4" h="125095">
                <a:moveTo>
                  <a:pt x="124800" y="0"/>
                </a:moveTo>
                <a:lnTo>
                  <a:pt x="0" y="0"/>
                </a:lnTo>
                <a:lnTo>
                  <a:pt x="0" y="124800"/>
                </a:lnTo>
                <a:lnTo>
                  <a:pt x="124800" y="124800"/>
                </a:lnTo>
                <a:lnTo>
                  <a:pt x="124800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6" name="object 126" descr=""/>
          <p:cNvGrpSpPr/>
          <p:nvPr/>
        </p:nvGrpSpPr>
        <p:grpSpPr>
          <a:xfrm>
            <a:off x="15003271" y="6862485"/>
            <a:ext cx="1764664" cy="779780"/>
            <a:chOff x="15003271" y="6862485"/>
            <a:chExt cx="1764664" cy="779780"/>
          </a:xfrm>
        </p:grpSpPr>
        <p:sp>
          <p:nvSpPr>
            <p:cNvPr id="127" name="object 127" descr=""/>
            <p:cNvSpPr/>
            <p:nvPr/>
          </p:nvSpPr>
          <p:spPr>
            <a:xfrm>
              <a:off x="15405608" y="6862495"/>
              <a:ext cx="125095" cy="285750"/>
            </a:xfrm>
            <a:custGeom>
              <a:avLst/>
              <a:gdLst/>
              <a:ahLst/>
              <a:cxnLst/>
              <a:rect l="l" t="t" r="r" b="b"/>
              <a:pathLst>
                <a:path w="125094" h="285750">
                  <a:moveTo>
                    <a:pt x="124790" y="160655"/>
                  </a:moveTo>
                  <a:lnTo>
                    <a:pt x="0" y="160655"/>
                  </a:lnTo>
                  <a:lnTo>
                    <a:pt x="0" y="285445"/>
                  </a:lnTo>
                  <a:lnTo>
                    <a:pt x="124790" y="285445"/>
                  </a:lnTo>
                  <a:lnTo>
                    <a:pt x="124790" y="160655"/>
                  </a:lnTo>
                  <a:close/>
                </a:path>
                <a:path w="125094" h="285750">
                  <a:moveTo>
                    <a:pt x="124790" y="0"/>
                  </a:moveTo>
                  <a:lnTo>
                    <a:pt x="0" y="0"/>
                  </a:lnTo>
                  <a:lnTo>
                    <a:pt x="0" y="124790"/>
                  </a:lnTo>
                  <a:lnTo>
                    <a:pt x="124790" y="124790"/>
                  </a:lnTo>
                  <a:lnTo>
                    <a:pt x="124790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03271" y="7357008"/>
              <a:ext cx="1764411" cy="284962"/>
            </a:xfrm>
            <a:prstGeom prst="rect">
              <a:avLst/>
            </a:prstGeom>
          </p:spPr>
        </p:pic>
      </p:grpSp>
      <p:sp>
        <p:nvSpPr>
          <p:cNvPr id="129" name="object 1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896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10"/>
              </a:spcBef>
            </a:pPr>
            <a:r>
              <a:rPr dirty="0" sz="5050" spc="-254" i="1">
                <a:solidFill>
                  <a:srgbClr val="FFFFFF"/>
                </a:solidFill>
                <a:latin typeface="Malgun Gothic"/>
                <a:cs typeface="Malgun Gothic"/>
              </a:rPr>
              <a:t>이벤트</a:t>
            </a:r>
            <a:r>
              <a:rPr dirty="0" sz="5050" spc="-8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5050" spc="-254" i="1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dirty="0" sz="5050" spc="-90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5050" spc="-254" i="1">
                <a:solidFill>
                  <a:srgbClr val="FFFFFF"/>
                </a:solidFill>
                <a:latin typeface="Malgun Gothic"/>
                <a:cs typeface="Malgun Gothic"/>
              </a:rPr>
              <a:t>마이크로서비스로</a:t>
            </a:r>
            <a:r>
              <a:rPr dirty="0" sz="5050" spc="-70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5050" spc="-254" i="1">
                <a:solidFill>
                  <a:srgbClr val="FFFFFF"/>
                </a:solidFill>
                <a:latin typeface="Malgun Gothic"/>
                <a:cs typeface="Malgun Gothic"/>
              </a:rPr>
              <a:t>진화하는</a:t>
            </a:r>
            <a:r>
              <a:rPr dirty="0" sz="5050" spc="-70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5050" spc="-280" i="1">
                <a:solidFill>
                  <a:srgbClr val="FFFFFF"/>
                </a:solidFill>
                <a:latin typeface="Malgun Gothic"/>
                <a:cs typeface="Malgun Gothic"/>
              </a:rPr>
              <a:t>방법</a:t>
            </a:r>
            <a:endParaRPr sz="50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8949" rIns="0" bIns="0" rtlCol="0" vert="horz">
            <a:spAutoFit/>
          </a:bodyPr>
          <a:lstStyle/>
          <a:p>
            <a:pPr marL="641985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173360"/>
                </a:solidFill>
              </a:rPr>
              <a:t>Data</a:t>
            </a:r>
            <a:r>
              <a:rPr dirty="0" sz="4800" spc="-12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platform</a:t>
            </a:r>
            <a:r>
              <a:rPr dirty="0" sz="4800" spc="-12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that</a:t>
            </a:r>
            <a:r>
              <a:rPr dirty="0" sz="4800" spc="-120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powers</a:t>
            </a:r>
            <a:r>
              <a:rPr dirty="0" sz="4800" spc="-125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innovation</a:t>
            </a:r>
            <a:r>
              <a:rPr dirty="0" sz="4800" spc="-120">
                <a:solidFill>
                  <a:srgbClr val="173360"/>
                </a:solidFill>
              </a:rPr>
              <a:t> </a:t>
            </a:r>
            <a:r>
              <a:rPr dirty="0" sz="4800">
                <a:solidFill>
                  <a:srgbClr val="173360"/>
                </a:solidFill>
              </a:rPr>
              <a:t>across</a:t>
            </a:r>
            <a:r>
              <a:rPr dirty="0" sz="4800" spc="-125">
                <a:solidFill>
                  <a:srgbClr val="173360"/>
                </a:solidFill>
              </a:rPr>
              <a:t> </a:t>
            </a:r>
            <a:r>
              <a:rPr dirty="0" sz="4800" spc="-20">
                <a:solidFill>
                  <a:srgbClr val="173360"/>
                </a:solidFill>
              </a:rPr>
              <a:t>LOBs</a:t>
            </a:r>
            <a:endParaRPr sz="48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4291" y="5040219"/>
            <a:ext cx="904506" cy="104467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02629" y="2421763"/>
            <a:ext cx="5880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74A1"/>
                </a:solidFill>
                <a:latin typeface="Malgun Gothic"/>
                <a:cs typeface="Malgun Gothic"/>
              </a:rPr>
              <a:t>Event</a:t>
            </a:r>
            <a:r>
              <a:rPr dirty="0" sz="2400" spc="-85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0074A1"/>
                </a:solidFill>
                <a:latin typeface="Malgun Gothic"/>
                <a:cs typeface="Malgun Gothic"/>
              </a:rPr>
              <a:t>driven</a:t>
            </a:r>
            <a:r>
              <a:rPr dirty="0" sz="2400" spc="-75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0074A1"/>
                </a:solidFill>
                <a:latin typeface="Malgun Gothic"/>
                <a:cs typeface="Malgun Gothic"/>
              </a:rPr>
              <a:t>microservices</a:t>
            </a:r>
            <a:r>
              <a:rPr dirty="0" sz="2400" spc="-55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0074A1"/>
                </a:solidFill>
                <a:latin typeface="Malgun Gothic"/>
                <a:cs typeface="Malgun Gothic"/>
              </a:rPr>
              <a:t>&amp;</a:t>
            </a:r>
            <a:r>
              <a:rPr dirty="0" sz="2400" spc="-80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400" spc="-10" b="1">
                <a:solidFill>
                  <a:srgbClr val="0074A1"/>
                </a:solidFill>
                <a:latin typeface="Malgun Gothic"/>
                <a:cs typeface="Malgun Gothic"/>
              </a:rPr>
              <a:t>workflows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688588" y="5966840"/>
            <a:ext cx="2489835" cy="114300"/>
          </a:xfrm>
          <a:custGeom>
            <a:avLst/>
            <a:gdLst/>
            <a:ahLst/>
            <a:cxnLst/>
            <a:rect l="l" t="t" r="r" b="b"/>
            <a:pathLst>
              <a:path w="2489835" h="114300">
                <a:moveTo>
                  <a:pt x="2375408" y="0"/>
                </a:moveTo>
                <a:lnTo>
                  <a:pt x="2375408" y="114300"/>
                </a:lnTo>
                <a:lnTo>
                  <a:pt x="2451608" y="76200"/>
                </a:lnTo>
                <a:lnTo>
                  <a:pt x="2394458" y="76200"/>
                </a:lnTo>
                <a:lnTo>
                  <a:pt x="2394458" y="38100"/>
                </a:lnTo>
                <a:lnTo>
                  <a:pt x="2451608" y="38100"/>
                </a:lnTo>
                <a:lnTo>
                  <a:pt x="2375408" y="0"/>
                </a:lnTo>
                <a:close/>
              </a:path>
              <a:path w="2489835" h="114300">
                <a:moveTo>
                  <a:pt x="237540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375408" y="76200"/>
                </a:lnTo>
                <a:lnTo>
                  <a:pt x="2375408" y="38100"/>
                </a:lnTo>
                <a:close/>
              </a:path>
              <a:path w="2489835" h="114300">
                <a:moveTo>
                  <a:pt x="2451608" y="38100"/>
                </a:moveTo>
                <a:lnTo>
                  <a:pt x="2394458" y="38100"/>
                </a:lnTo>
                <a:lnTo>
                  <a:pt x="2394458" y="76200"/>
                </a:lnTo>
                <a:lnTo>
                  <a:pt x="2451608" y="76200"/>
                </a:lnTo>
                <a:lnTo>
                  <a:pt x="2489708" y="57150"/>
                </a:lnTo>
                <a:lnTo>
                  <a:pt x="2451608" y="3810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6337410" y="5187438"/>
            <a:ext cx="4832985" cy="1772920"/>
            <a:chOff x="6337410" y="5187438"/>
            <a:chExt cx="4832985" cy="17729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7410" y="5187438"/>
              <a:ext cx="4832503" cy="177255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59466" y="5793104"/>
              <a:ext cx="626237" cy="626237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11334368" y="6027420"/>
            <a:ext cx="2614295" cy="114300"/>
          </a:xfrm>
          <a:custGeom>
            <a:avLst/>
            <a:gdLst/>
            <a:ahLst/>
            <a:cxnLst/>
            <a:rect l="l" t="t" r="r" b="b"/>
            <a:pathLst>
              <a:path w="2614294" h="114300">
                <a:moveTo>
                  <a:pt x="2576938" y="37972"/>
                </a:moveTo>
                <a:lnTo>
                  <a:pt x="2518663" y="37972"/>
                </a:lnTo>
                <a:lnTo>
                  <a:pt x="2519044" y="76072"/>
                </a:lnTo>
                <a:lnTo>
                  <a:pt x="2499952" y="76238"/>
                </a:lnTo>
                <a:lnTo>
                  <a:pt x="2500248" y="114300"/>
                </a:lnTo>
                <a:lnTo>
                  <a:pt x="2614040" y="56133"/>
                </a:lnTo>
                <a:lnTo>
                  <a:pt x="2576938" y="37972"/>
                </a:lnTo>
                <a:close/>
              </a:path>
              <a:path w="2614294" h="114300">
                <a:moveTo>
                  <a:pt x="2499656" y="38137"/>
                </a:moveTo>
                <a:lnTo>
                  <a:pt x="0" y="59816"/>
                </a:lnTo>
                <a:lnTo>
                  <a:pt x="380" y="97916"/>
                </a:lnTo>
                <a:lnTo>
                  <a:pt x="2499952" y="76238"/>
                </a:lnTo>
                <a:lnTo>
                  <a:pt x="2499656" y="38137"/>
                </a:lnTo>
                <a:close/>
              </a:path>
              <a:path w="2614294" h="114300">
                <a:moveTo>
                  <a:pt x="2518663" y="37972"/>
                </a:moveTo>
                <a:lnTo>
                  <a:pt x="2499656" y="38137"/>
                </a:lnTo>
                <a:lnTo>
                  <a:pt x="2499796" y="56133"/>
                </a:lnTo>
                <a:lnTo>
                  <a:pt x="2499825" y="59816"/>
                </a:lnTo>
                <a:lnTo>
                  <a:pt x="2499951" y="76072"/>
                </a:lnTo>
                <a:lnTo>
                  <a:pt x="2499952" y="76238"/>
                </a:lnTo>
                <a:lnTo>
                  <a:pt x="2519044" y="76072"/>
                </a:lnTo>
                <a:lnTo>
                  <a:pt x="2518665" y="38137"/>
                </a:lnTo>
                <a:lnTo>
                  <a:pt x="2518663" y="37972"/>
                </a:lnTo>
                <a:close/>
              </a:path>
              <a:path w="2614294" h="114300">
                <a:moveTo>
                  <a:pt x="2499359" y="0"/>
                </a:moveTo>
                <a:lnTo>
                  <a:pt x="2499655" y="37972"/>
                </a:lnTo>
                <a:lnTo>
                  <a:pt x="2499656" y="38137"/>
                </a:lnTo>
                <a:lnTo>
                  <a:pt x="2576938" y="37972"/>
                </a:lnTo>
                <a:lnTo>
                  <a:pt x="249935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5047" y="6328741"/>
            <a:ext cx="904506" cy="87760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5047" y="7354901"/>
            <a:ext cx="904506" cy="87760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35047" y="3855404"/>
            <a:ext cx="904506" cy="87761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0760" y="3762412"/>
            <a:ext cx="5401749" cy="108036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5008" y="7205116"/>
            <a:ext cx="5401749" cy="108032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6016497" y="8446134"/>
            <a:ext cx="70421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BEBEBE"/>
                </a:solidFill>
                <a:latin typeface="Malgun Gothic"/>
                <a:cs typeface="Malgun Gothic"/>
              </a:rPr>
              <a:t>IoT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82155" y="8446134"/>
            <a:ext cx="8540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Logistics</a:t>
            </a:r>
            <a:endParaRPr sz="1600">
              <a:latin typeface="Malgun Gothic"/>
              <a:cs typeface="Malgun Gothic"/>
            </a:endParaRPr>
          </a:p>
          <a:p>
            <a:pPr marL="86995">
              <a:lnSpc>
                <a:spcPct val="100000"/>
              </a:lnSpc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220836" y="8400415"/>
            <a:ext cx="858519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Property </a:t>
            </a:r>
            <a:r>
              <a:rPr dirty="0" sz="1600" spc="-25" b="1">
                <a:solidFill>
                  <a:srgbClr val="BEBEBE"/>
                </a:solidFill>
                <a:latin typeface="Malgun Gothic"/>
                <a:cs typeface="Malgun Gothic"/>
              </a:rPr>
              <a:t>Mgt </a:t>
            </a: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312656" y="8446134"/>
            <a:ext cx="21526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4740" algn="l"/>
              </a:tabLst>
            </a:pPr>
            <a:r>
              <a:rPr dirty="0" sz="1600" b="1">
                <a:solidFill>
                  <a:srgbClr val="BEBEBE"/>
                </a:solidFill>
                <a:latin typeface="Malgun Gothic"/>
                <a:cs typeface="Malgun Gothic"/>
              </a:rPr>
              <a:t>Cash</a:t>
            </a:r>
            <a:r>
              <a:rPr dirty="0" sz="1600" spc="-25" b="1">
                <a:solidFill>
                  <a:srgbClr val="BEBEBE"/>
                </a:solidFill>
                <a:latin typeface="Malgun Gothic"/>
                <a:cs typeface="Malgun Gothic"/>
              </a:rPr>
              <a:t> Mgt</a:t>
            </a:r>
            <a:r>
              <a:rPr dirty="0" sz="1600" b="1">
                <a:solidFill>
                  <a:srgbClr val="BEBEBE"/>
                </a:solidFill>
                <a:latin typeface="Malgun Gothic"/>
                <a:cs typeface="Malgun Gothic"/>
              </a:rPr>
              <a:t>	Credit</a:t>
            </a:r>
            <a:r>
              <a:rPr dirty="0" sz="1600" spc="-30" b="1">
                <a:solidFill>
                  <a:srgbClr val="BEBEBE"/>
                </a:solidFill>
                <a:latin typeface="Malgun Gothic"/>
                <a:cs typeface="Malgun Gothic"/>
              </a:rPr>
              <a:t> </a:t>
            </a:r>
            <a:r>
              <a:rPr dirty="0" sz="1600" spc="-20" b="1">
                <a:solidFill>
                  <a:srgbClr val="BEBEBE"/>
                </a:solidFill>
                <a:latin typeface="Malgun Gothic"/>
                <a:cs typeface="Malgun Gothic"/>
              </a:rPr>
              <a:t>Risk</a:t>
            </a:r>
            <a:endParaRPr sz="1600">
              <a:latin typeface="Malgun Gothic"/>
              <a:cs typeface="Malgun Gothic"/>
            </a:endParaRPr>
          </a:p>
          <a:p>
            <a:pPr marL="137160">
              <a:lnSpc>
                <a:spcPct val="100000"/>
              </a:lnSpc>
              <a:tabLst>
                <a:tab pos="1277620" algn="l"/>
              </a:tabLst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Service</a:t>
            </a:r>
            <a:r>
              <a:rPr dirty="0" sz="1600" b="1">
                <a:solidFill>
                  <a:srgbClr val="BEBEBE"/>
                </a:solidFill>
                <a:latin typeface="Malgun Gothic"/>
                <a:cs typeface="Malgun Gothic"/>
              </a:rPr>
              <a:t>	</a:t>
            </a: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92114" y="3055747"/>
            <a:ext cx="7270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Betting Service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116826" y="3055747"/>
            <a:ext cx="86804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Payment Service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348218" y="3055747"/>
            <a:ext cx="70866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 marR="5080" indent="-190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Charity Service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344914" y="3055747"/>
            <a:ext cx="10166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970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Digital Marketing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468102" y="3055747"/>
            <a:ext cx="12350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4325" marR="5080" indent="-30226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BEBEBE"/>
                </a:solidFill>
                <a:latin typeface="Malgun Gothic"/>
                <a:cs typeface="Malgun Gothic"/>
              </a:rPr>
              <a:t>Membership Service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297905" y="5226204"/>
            <a:ext cx="795514" cy="653662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00454" y="4155211"/>
            <a:ext cx="851382" cy="851382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256340" y="6135547"/>
            <a:ext cx="832250" cy="738326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4423897" y="6310121"/>
            <a:ext cx="48005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74A1"/>
                </a:solidFill>
                <a:latin typeface="Malgun Gothic"/>
                <a:cs typeface="Malgun Gothic"/>
              </a:rPr>
              <a:t>Kiosk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259560" y="7108596"/>
            <a:ext cx="894588" cy="894562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14457426" y="7182993"/>
            <a:ext cx="502284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074A1"/>
                </a:solidFill>
                <a:latin typeface="Malgun Gothic"/>
                <a:cs typeface="Malgun Gothic"/>
              </a:rPr>
              <a:t>Retail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4149305" y="3005245"/>
            <a:ext cx="954405" cy="970280"/>
          </a:xfrm>
          <a:custGeom>
            <a:avLst/>
            <a:gdLst/>
            <a:ahLst/>
            <a:cxnLst/>
            <a:rect l="l" t="t" r="r" b="b"/>
            <a:pathLst>
              <a:path w="954405" h="970279">
                <a:moveTo>
                  <a:pt x="488669" y="0"/>
                </a:moveTo>
                <a:lnTo>
                  <a:pt x="444859" y="1687"/>
                </a:lnTo>
                <a:lnTo>
                  <a:pt x="401409" y="7294"/>
                </a:lnTo>
                <a:lnTo>
                  <a:pt x="358604" y="16783"/>
                </a:lnTo>
                <a:lnTo>
                  <a:pt x="316729" y="30118"/>
                </a:lnTo>
                <a:lnTo>
                  <a:pt x="276069" y="47261"/>
                </a:lnTo>
                <a:lnTo>
                  <a:pt x="236910" y="68176"/>
                </a:lnTo>
                <a:lnTo>
                  <a:pt x="199537" y="92824"/>
                </a:lnTo>
                <a:lnTo>
                  <a:pt x="164234" y="121170"/>
                </a:lnTo>
                <a:lnTo>
                  <a:pt x="131288" y="153175"/>
                </a:lnTo>
                <a:lnTo>
                  <a:pt x="100984" y="188804"/>
                </a:lnTo>
                <a:lnTo>
                  <a:pt x="74217" y="227145"/>
                </a:lnTo>
                <a:lnTo>
                  <a:pt x="51624" y="267123"/>
                </a:lnTo>
                <a:lnTo>
                  <a:pt x="33169" y="308452"/>
                </a:lnTo>
                <a:lnTo>
                  <a:pt x="18816" y="350847"/>
                </a:lnTo>
                <a:lnTo>
                  <a:pt x="8527" y="394023"/>
                </a:lnTo>
                <a:lnTo>
                  <a:pt x="2267" y="437694"/>
                </a:lnTo>
                <a:lnTo>
                  <a:pt x="0" y="481575"/>
                </a:lnTo>
                <a:lnTo>
                  <a:pt x="1687" y="525381"/>
                </a:lnTo>
                <a:lnTo>
                  <a:pt x="7294" y="568825"/>
                </a:lnTo>
                <a:lnTo>
                  <a:pt x="16784" y="611624"/>
                </a:lnTo>
                <a:lnTo>
                  <a:pt x="30120" y="653490"/>
                </a:lnTo>
                <a:lnTo>
                  <a:pt x="47266" y="694140"/>
                </a:lnTo>
                <a:lnTo>
                  <a:pt x="68185" y="733287"/>
                </a:lnTo>
                <a:lnTo>
                  <a:pt x="92842" y="770646"/>
                </a:lnTo>
                <a:lnTo>
                  <a:pt x="121198" y="805932"/>
                </a:lnTo>
                <a:lnTo>
                  <a:pt x="153219" y="838859"/>
                </a:lnTo>
                <a:lnTo>
                  <a:pt x="188868" y="869143"/>
                </a:lnTo>
                <a:lnTo>
                  <a:pt x="227209" y="895931"/>
                </a:lnTo>
                <a:lnTo>
                  <a:pt x="267187" y="918542"/>
                </a:lnTo>
                <a:lnTo>
                  <a:pt x="308516" y="937013"/>
                </a:lnTo>
                <a:lnTo>
                  <a:pt x="350911" y="951381"/>
                </a:lnTo>
                <a:lnTo>
                  <a:pt x="394087" y="961681"/>
                </a:lnTo>
                <a:lnTo>
                  <a:pt x="437758" y="967952"/>
                </a:lnTo>
                <a:lnTo>
                  <a:pt x="481639" y="970228"/>
                </a:lnTo>
                <a:lnTo>
                  <a:pt x="525445" y="968547"/>
                </a:lnTo>
                <a:lnTo>
                  <a:pt x="568889" y="962946"/>
                </a:lnTo>
                <a:lnTo>
                  <a:pt x="611687" y="953460"/>
                </a:lnTo>
                <a:lnTo>
                  <a:pt x="653554" y="940128"/>
                </a:lnTo>
                <a:lnTo>
                  <a:pt x="694203" y="922984"/>
                </a:lnTo>
                <a:lnTo>
                  <a:pt x="733350" y="902066"/>
                </a:lnTo>
                <a:lnTo>
                  <a:pt x="770710" y="877411"/>
                </a:lnTo>
                <a:lnTo>
                  <a:pt x="805996" y="849055"/>
                </a:lnTo>
                <a:lnTo>
                  <a:pt x="838923" y="817034"/>
                </a:lnTo>
                <a:lnTo>
                  <a:pt x="869207" y="781386"/>
                </a:lnTo>
                <a:lnTo>
                  <a:pt x="822598" y="745445"/>
                </a:lnTo>
                <a:lnTo>
                  <a:pt x="792165" y="780798"/>
                </a:lnTo>
                <a:lnTo>
                  <a:pt x="758246" y="812416"/>
                </a:lnTo>
                <a:lnTo>
                  <a:pt x="721188" y="840076"/>
                </a:lnTo>
                <a:lnTo>
                  <a:pt x="681336" y="863555"/>
                </a:lnTo>
                <a:lnTo>
                  <a:pt x="639036" y="882631"/>
                </a:lnTo>
                <a:lnTo>
                  <a:pt x="594633" y="897083"/>
                </a:lnTo>
                <a:lnTo>
                  <a:pt x="549115" y="906593"/>
                </a:lnTo>
                <a:lnTo>
                  <a:pt x="503755" y="911065"/>
                </a:lnTo>
                <a:lnTo>
                  <a:pt x="458873" y="910684"/>
                </a:lnTo>
                <a:lnTo>
                  <a:pt x="414784" y="905634"/>
                </a:lnTo>
                <a:lnTo>
                  <a:pt x="371809" y="896100"/>
                </a:lnTo>
                <a:lnTo>
                  <a:pt x="330263" y="882265"/>
                </a:lnTo>
                <a:lnTo>
                  <a:pt x="290466" y="864316"/>
                </a:lnTo>
                <a:lnTo>
                  <a:pt x="252735" y="842435"/>
                </a:lnTo>
                <a:lnTo>
                  <a:pt x="217388" y="816808"/>
                </a:lnTo>
                <a:lnTo>
                  <a:pt x="184742" y="787618"/>
                </a:lnTo>
                <a:lnTo>
                  <a:pt x="155117" y="755051"/>
                </a:lnTo>
                <a:lnTo>
                  <a:pt x="128829" y="719291"/>
                </a:lnTo>
                <a:lnTo>
                  <a:pt x="106197" y="680522"/>
                </a:lnTo>
                <a:lnTo>
                  <a:pt x="87538" y="638929"/>
                </a:lnTo>
                <a:lnTo>
                  <a:pt x="73171" y="594696"/>
                </a:lnTo>
                <a:lnTo>
                  <a:pt x="63661" y="549154"/>
                </a:lnTo>
                <a:lnTo>
                  <a:pt x="59188" y="503774"/>
                </a:lnTo>
                <a:lnTo>
                  <a:pt x="59569" y="458874"/>
                </a:lnTo>
                <a:lnTo>
                  <a:pt x="64619" y="414771"/>
                </a:lnTo>
                <a:lnTo>
                  <a:pt x="74154" y="371783"/>
                </a:lnTo>
                <a:lnTo>
                  <a:pt x="87988" y="330227"/>
                </a:lnTo>
                <a:lnTo>
                  <a:pt x="105938" y="290421"/>
                </a:lnTo>
                <a:lnTo>
                  <a:pt x="127818" y="252684"/>
                </a:lnTo>
                <a:lnTo>
                  <a:pt x="153446" y="217332"/>
                </a:lnTo>
                <a:lnTo>
                  <a:pt x="182635" y="184683"/>
                </a:lnTo>
                <a:lnTo>
                  <a:pt x="215202" y="155056"/>
                </a:lnTo>
                <a:lnTo>
                  <a:pt x="250962" y="128766"/>
                </a:lnTo>
                <a:lnTo>
                  <a:pt x="289731" y="106133"/>
                </a:lnTo>
                <a:lnTo>
                  <a:pt x="331325" y="87474"/>
                </a:lnTo>
                <a:lnTo>
                  <a:pt x="375558" y="73107"/>
                </a:lnTo>
                <a:lnTo>
                  <a:pt x="421099" y="63597"/>
                </a:lnTo>
                <a:lnTo>
                  <a:pt x="466479" y="59124"/>
                </a:lnTo>
                <a:lnTo>
                  <a:pt x="511380" y="59506"/>
                </a:lnTo>
                <a:lnTo>
                  <a:pt x="555483" y="64555"/>
                </a:lnTo>
                <a:lnTo>
                  <a:pt x="598471" y="74090"/>
                </a:lnTo>
                <a:lnTo>
                  <a:pt x="640026" y="87924"/>
                </a:lnTo>
                <a:lnTo>
                  <a:pt x="679832" y="105874"/>
                </a:lnTo>
                <a:lnTo>
                  <a:pt x="717569" y="127755"/>
                </a:lnTo>
                <a:lnTo>
                  <a:pt x="752921" y="153382"/>
                </a:lnTo>
                <a:lnTo>
                  <a:pt x="785570" y="182571"/>
                </a:lnTo>
                <a:lnTo>
                  <a:pt x="815198" y="215138"/>
                </a:lnTo>
                <a:lnTo>
                  <a:pt x="841487" y="250899"/>
                </a:lnTo>
                <a:lnTo>
                  <a:pt x="864120" y="289668"/>
                </a:lnTo>
                <a:lnTo>
                  <a:pt x="882779" y="331261"/>
                </a:lnTo>
                <a:lnTo>
                  <a:pt x="897147" y="375494"/>
                </a:lnTo>
                <a:lnTo>
                  <a:pt x="953916" y="360381"/>
                </a:lnTo>
                <a:lnTo>
                  <a:pt x="937480" y="309932"/>
                </a:lnTo>
                <a:lnTo>
                  <a:pt x="915778" y="261848"/>
                </a:lnTo>
                <a:lnTo>
                  <a:pt x="889066" y="216522"/>
                </a:lnTo>
                <a:lnTo>
                  <a:pt x="857603" y="174349"/>
                </a:lnTo>
                <a:lnTo>
                  <a:pt x="821645" y="135726"/>
                </a:lnTo>
                <a:lnTo>
                  <a:pt x="781450" y="101047"/>
                </a:lnTo>
                <a:lnTo>
                  <a:pt x="743108" y="74260"/>
                </a:lnTo>
                <a:lnTo>
                  <a:pt x="703130" y="51652"/>
                </a:lnTo>
                <a:lnTo>
                  <a:pt x="661801" y="33186"/>
                </a:lnTo>
                <a:lnTo>
                  <a:pt x="619404" y="18825"/>
                </a:lnTo>
                <a:lnTo>
                  <a:pt x="576227" y="8531"/>
                </a:lnTo>
                <a:lnTo>
                  <a:pt x="532553" y="2269"/>
                </a:lnTo>
                <a:lnTo>
                  <a:pt x="48866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4437867" y="3383660"/>
            <a:ext cx="3943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0074A1"/>
                </a:solidFill>
                <a:latin typeface="Malgun Gothic"/>
                <a:cs typeface="Malgun Gothic"/>
              </a:rPr>
              <a:t>Apps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445741" y="8500364"/>
            <a:ext cx="530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6364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0074A1"/>
                </a:solidFill>
                <a:latin typeface="Malgun Gothic"/>
                <a:cs typeface="Malgun Gothic"/>
              </a:rPr>
              <a:t>Eco </a:t>
            </a:r>
            <a:r>
              <a:rPr dirty="0" sz="1200" spc="-10" b="1">
                <a:solidFill>
                  <a:srgbClr val="0074A1"/>
                </a:solidFill>
                <a:latin typeface="Malgun Gothic"/>
                <a:cs typeface="Malgun Gothic"/>
              </a:rPr>
              <a:t>system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14326951" y="8972565"/>
            <a:ext cx="787400" cy="234950"/>
            <a:chOff x="14326951" y="8972565"/>
            <a:chExt cx="787400" cy="234950"/>
          </a:xfrm>
        </p:grpSpPr>
        <p:sp>
          <p:nvSpPr>
            <p:cNvPr id="34" name="object 34" descr=""/>
            <p:cNvSpPr/>
            <p:nvPr/>
          </p:nvSpPr>
          <p:spPr>
            <a:xfrm>
              <a:off x="14380607" y="8972565"/>
              <a:ext cx="733425" cy="234950"/>
            </a:xfrm>
            <a:custGeom>
              <a:avLst/>
              <a:gdLst/>
              <a:ahLst/>
              <a:cxnLst/>
              <a:rect l="l" t="t" r="r" b="b"/>
              <a:pathLst>
                <a:path w="733425" h="234950">
                  <a:moveTo>
                    <a:pt x="708802" y="0"/>
                  </a:moveTo>
                  <a:lnTo>
                    <a:pt x="700897" y="2676"/>
                  </a:lnTo>
                  <a:lnTo>
                    <a:pt x="694420" y="8366"/>
                  </a:lnTo>
                  <a:lnTo>
                    <a:pt x="664379" y="43905"/>
                  </a:lnTo>
                  <a:lnTo>
                    <a:pt x="630990" y="76253"/>
                  </a:lnTo>
                  <a:lnTo>
                    <a:pt x="594518" y="105147"/>
                  </a:lnTo>
                  <a:lnTo>
                    <a:pt x="555226" y="130322"/>
                  </a:lnTo>
                  <a:lnTo>
                    <a:pt x="513380" y="151512"/>
                  </a:lnTo>
                  <a:lnTo>
                    <a:pt x="469244" y="168454"/>
                  </a:lnTo>
                  <a:lnTo>
                    <a:pt x="423082" y="180883"/>
                  </a:lnTo>
                  <a:lnTo>
                    <a:pt x="375159" y="188535"/>
                  </a:lnTo>
                  <a:lnTo>
                    <a:pt x="325739" y="191144"/>
                  </a:lnTo>
                  <a:lnTo>
                    <a:pt x="271503" y="188006"/>
                  </a:lnTo>
                  <a:lnTo>
                    <a:pt x="219134" y="178826"/>
                  </a:lnTo>
                  <a:lnTo>
                    <a:pt x="168973" y="163955"/>
                  </a:lnTo>
                  <a:lnTo>
                    <a:pt x="121363" y="143742"/>
                  </a:lnTo>
                  <a:lnTo>
                    <a:pt x="76645" y="118538"/>
                  </a:lnTo>
                  <a:lnTo>
                    <a:pt x="35163" y="88693"/>
                  </a:lnTo>
                  <a:lnTo>
                    <a:pt x="27543" y="84718"/>
                  </a:lnTo>
                  <a:lnTo>
                    <a:pt x="0" y="107986"/>
                  </a:lnTo>
                  <a:lnTo>
                    <a:pt x="2450" y="115955"/>
                  </a:lnTo>
                  <a:lnTo>
                    <a:pt x="46627" y="150879"/>
                  </a:lnTo>
                  <a:lnTo>
                    <a:pt x="87930" y="175469"/>
                  </a:lnTo>
                  <a:lnTo>
                    <a:pt x="131649" y="196130"/>
                  </a:lnTo>
                  <a:lnTo>
                    <a:pt x="177535" y="212622"/>
                  </a:lnTo>
                  <a:lnTo>
                    <a:pt x="225343" y="224701"/>
                  </a:lnTo>
                  <a:lnTo>
                    <a:pt x="274827" y="232126"/>
                  </a:lnTo>
                  <a:lnTo>
                    <a:pt x="325739" y="234654"/>
                  </a:lnTo>
                  <a:lnTo>
                    <a:pt x="374460" y="232337"/>
                  </a:lnTo>
                  <a:lnTo>
                    <a:pt x="421879" y="225527"/>
                  </a:lnTo>
                  <a:lnTo>
                    <a:pt x="467783" y="214436"/>
                  </a:lnTo>
                  <a:lnTo>
                    <a:pt x="511959" y="199277"/>
                  </a:lnTo>
                  <a:lnTo>
                    <a:pt x="554196" y="180262"/>
                  </a:lnTo>
                  <a:lnTo>
                    <a:pt x="594280" y="157603"/>
                  </a:lnTo>
                  <a:lnTo>
                    <a:pt x="631998" y="131514"/>
                  </a:lnTo>
                  <a:lnTo>
                    <a:pt x="667139" y="102205"/>
                  </a:lnTo>
                  <a:lnTo>
                    <a:pt x="699489" y="69890"/>
                  </a:lnTo>
                  <a:lnTo>
                    <a:pt x="728837" y="34782"/>
                  </a:lnTo>
                  <a:lnTo>
                    <a:pt x="733202" y="18684"/>
                  </a:lnTo>
                  <a:lnTo>
                    <a:pt x="730569" y="10779"/>
                  </a:lnTo>
                  <a:lnTo>
                    <a:pt x="724900" y="4302"/>
                  </a:lnTo>
                  <a:lnTo>
                    <a:pt x="717137" y="490"/>
                  </a:lnTo>
                  <a:lnTo>
                    <a:pt x="708802" y="0"/>
                  </a:lnTo>
                  <a:close/>
                </a:path>
              </a:pathLst>
            </a:custGeom>
            <a:solidFill>
              <a:srgbClr val="0074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326951" y="9000489"/>
              <a:ext cx="137076" cy="136986"/>
            </a:xfrm>
            <a:prstGeom prst="rect">
              <a:avLst/>
            </a:prstGeom>
          </p:spPr>
        </p:pic>
      </p:grpSp>
      <p:grpSp>
        <p:nvGrpSpPr>
          <p:cNvPr id="36" name="object 36" descr=""/>
          <p:cNvGrpSpPr/>
          <p:nvPr/>
        </p:nvGrpSpPr>
        <p:grpSpPr>
          <a:xfrm>
            <a:off x="14198981" y="8183626"/>
            <a:ext cx="425450" cy="713740"/>
            <a:chOff x="14198981" y="8183626"/>
            <a:chExt cx="425450" cy="713740"/>
          </a:xfrm>
        </p:grpSpPr>
        <p:sp>
          <p:nvSpPr>
            <p:cNvPr id="37" name="object 37" descr=""/>
            <p:cNvSpPr/>
            <p:nvPr/>
          </p:nvSpPr>
          <p:spPr>
            <a:xfrm>
              <a:off x="14198981" y="8225498"/>
              <a:ext cx="347980" cy="671830"/>
            </a:xfrm>
            <a:custGeom>
              <a:avLst/>
              <a:gdLst/>
              <a:ahLst/>
              <a:cxnLst/>
              <a:rect l="l" t="t" r="r" b="b"/>
              <a:pathLst>
                <a:path w="347980" h="671829">
                  <a:moveTo>
                    <a:pt x="326124" y="0"/>
                  </a:moveTo>
                  <a:lnTo>
                    <a:pt x="275668" y="20815"/>
                  </a:lnTo>
                  <a:lnTo>
                    <a:pt x="235862" y="43678"/>
                  </a:lnTo>
                  <a:lnTo>
                    <a:pt x="198419" y="69941"/>
                  </a:lnTo>
                  <a:lnTo>
                    <a:pt x="163547" y="99393"/>
                  </a:lnTo>
                  <a:lnTo>
                    <a:pt x="131457" y="131825"/>
                  </a:lnTo>
                  <a:lnTo>
                    <a:pt x="102358" y="167026"/>
                  </a:lnTo>
                  <a:lnTo>
                    <a:pt x="76458" y="204788"/>
                  </a:lnTo>
                  <a:lnTo>
                    <a:pt x="53969" y="244899"/>
                  </a:lnTo>
                  <a:lnTo>
                    <a:pt x="35098" y="287151"/>
                  </a:lnTo>
                  <a:lnTo>
                    <a:pt x="20057" y="331334"/>
                  </a:lnTo>
                  <a:lnTo>
                    <a:pt x="9054" y="377237"/>
                  </a:lnTo>
                  <a:lnTo>
                    <a:pt x="2298" y="424651"/>
                  </a:lnTo>
                  <a:lnTo>
                    <a:pt x="0" y="473366"/>
                  </a:lnTo>
                  <a:lnTo>
                    <a:pt x="2250" y="521481"/>
                  </a:lnTo>
                  <a:lnTo>
                    <a:pt x="8858" y="568346"/>
                  </a:lnTo>
                  <a:lnTo>
                    <a:pt x="19609" y="613759"/>
                  </a:lnTo>
                  <a:lnTo>
                    <a:pt x="34290" y="657516"/>
                  </a:lnTo>
                  <a:lnTo>
                    <a:pt x="53863" y="671411"/>
                  </a:lnTo>
                  <a:lnTo>
                    <a:pt x="62357" y="669962"/>
                  </a:lnTo>
                  <a:lnTo>
                    <a:pt x="61329" y="601793"/>
                  </a:lnTo>
                  <a:lnTo>
                    <a:pt x="51498" y="560282"/>
                  </a:lnTo>
                  <a:lnTo>
                    <a:pt x="45477" y="517413"/>
                  </a:lnTo>
                  <a:lnTo>
                    <a:pt x="43434" y="473366"/>
                  </a:lnTo>
                  <a:lnTo>
                    <a:pt x="45896" y="425160"/>
                  </a:lnTo>
                  <a:lnTo>
                    <a:pt x="53121" y="378368"/>
                  </a:lnTo>
                  <a:lnTo>
                    <a:pt x="64867" y="333234"/>
                  </a:lnTo>
                  <a:lnTo>
                    <a:pt x="80889" y="290002"/>
                  </a:lnTo>
                  <a:lnTo>
                    <a:pt x="100945" y="248916"/>
                  </a:lnTo>
                  <a:lnTo>
                    <a:pt x="124793" y="210222"/>
                  </a:lnTo>
                  <a:lnTo>
                    <a:pt x="152188" y="174163"/>
                  </a:lnTo>
                  <a:lnTo>
                    <a:pt x="182889" y="140984"/>
                  </a:lnTo>
                  <a:lnTo>
                    <a:pt x="216652" y="110928"/>
                  </a:lnTo>
                  <a:lnTo>
                    <a:pt x="253233" y="84241"/>
                  </a:lnTo>
                  <a:lnTo>
                    <a:pt x="292391" y="61166"/>
                  </a:lnTo>
                  <a:lnTo>
                    <a:pt x="333882" y="41947"/>
                  </a:lnTo>
                  <a:lnTo>
                    <a:pt x="341108" y="37218"/>
                  </a:lnTo>
                  <a:lnTo>
                    <a:pt x="345773" y="30311"/>
                  </a:lnTo>
                  <a:lnTo>
                    <a:pt x="347509" y="22141"/>
                  </a:lnTo>
                  <a:lnTo>
                    <a:pt x="345948" y="13626"/>
                  </a:lnTo>
                  <a:lnTo>
                    <a:pt x="341165" y="6401"/>
                  </a:lnTo>
                  <a:lnTo>
                    <a:pt x="334264" y="1736"/>
                  </a:lnTo>
                  <a:lnTo>
                    <a:pt x="326124" y="0"/>
                  </a:lnTo>
                  <a:close/>
                </a:path>
              </a:pathLst>
            </a:custGeom>
            <a:solidFill>
              <a:srgbClr val="0074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486680" y="8183626"/>
              <a:ext cx="137527" cy="136763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14752701" y="8195309"/>
            <a:ext cx="504190" cy="666115"/>
            <a:chOff x="14752701" y="8195309"/>
            <a:chExt cx="504190" cy="666115"/>
          </a:xfrm>
        </p:grpSpPr>
        <p:sp>
          <p:nvSpPr>
            <p:cNvPr id="40" name="object 40" descr=""/>
            <p:cNvSpPr/>
            <p:nvPr/>
          </p:nvSpPr>
          <p:spPr>
            <a:xfrm>
              <a:off x="14752701" y="8195309"/>
              <a:ext cx="461009" cy="588010"/>
            </a:xfrm>
            <a:custGeom>
              <a:avLst/>
              <a:gdLst/>
              <a:ahLst/>
              <a:cxnLst/>
              <a:rect l="l" t="t" r="r" b="b"/>
              <a:pathLst>
                <a:path w="461009" h="588009">
                  <a:moveTo>
                    <a:pt x="24510" y="0"/>
                  </a:moveTo>
                  <a:lnTo>
                    <a:pt x="15930" y="521"/>
                  </a:lnTo>
                  <a:lnTo>
                    <a:pt x="8445" y="4175"/>
                  </a:lnTo>
                  <a:lnTo>
                    <a:pt x="2865" y="10376"/>
                  </a:lnTo>
                  <a:lnTo>
                    <a:pt x="0" y="18542"/>
                  </a:lnTo>
                  <a:lnTo>
                    <a:pt x="521" y="27176"/>
                  </a:lnTo>
                  <a:lnTo>
                    <a:pt x="4175" y="34655"/>
                  </a:lnTo>
                  <a:lnTo>
                    <a:pt x="10376" y="40205"/>
                  </a:lnTo>
                  <a:lnTo>
                    <a:pt x="18541" y="43053"/>
                  </a:lnTo>
                  <a:lnTo>
                    <a:pt x="66008" y="52296"/>
                  </a:lnTo>
                  <a:lnTo>
                    <a:pt x="111618" y="66242"/>
                  </a:lnTo>
                  <a:lnTo>
                    <a:pt x="155106" y="84625"/>
                  </a:lnTo>
                  <a:lnTo>
                    <a:pt x="196207" y="107178"/>
                  </a:lnTo>
                  <a:lnTo>
                    <a:pt x="234656" y="133635"/>
                  </a:lnTo>
                  <a:lnTo>
                    <a:pt x="270185" y="163731"/>
                  </a:lnTo>
                  <a:lnTo>
                    <a:pt x="302529" y="197199"/>
                  </a:lnTo>
                  <a:lnTo>
                    <a:pt x="331424" y="233773"/>
                  </a:lnTo>
                  <a:lnTo>
                    <a:pt x="356602" y="273188"/>
                  </a:lnTo>
                  <a:lnTo>
                    <a:pt x="377798" y="315177"/>
                  </a:lnTo>
                  <a:lnTo>
                    <a:pt x="394746" y="359474"/>
                  </a:lnTo>
                  <a:lnTo>
                    <a:pt x="407181" y="405813"/>
                  </a:lnTo>
                  <a:lnTo>
                    <a:pt x="414837" y="453929"/>
                  </a:lnTo>
                  <a:lnTo>
                    <a:pt x="417448" y="503555"/>
                  </a:lnTo>
                  <a:lnTo>
                    <a:pt x="417210" y="518650"/>
                  </a:lnTo>
                  <a:lnTo>
                    <a:pt x="416496" y="533638"/>
                  </a:lnTo>
                  <a:lnTo>
                    <a:pt x="415305" y="548507"/>
                  </a:lnTo>
                  <a:lnTo>
                    <a:pt x="413638" y="563245"/>
                  </a:lnTo>
                  <a:lnTo>
                    <a:pt x="414254" y="571877"/>
                  </a:lnTo>
                  <a:lnTo>
                    <a:pt x="417988" y="579342"/>
                  </a:lnTo>
                  <a:lnTo>
                    <a:pt x="424247" y="584854"/>
                  </a:lnTo>
                  <a:lnTo>
                    <a:pt x="432434" y="587629"/>
                  </a:lnTo>
                  <a:lnTo>
                    <a:pt x="441047" y="586995"/>
                  </a:lnTo>
                  <a:lnTo>
                    <a:pt x="458525" y="552686"/>
                  </a:lnTo>
                  <a:lnTo>
                    <a:pt x="460882" y="503555"/>
                  </a:lnTo>
                  <a:lnTo>
                    <a:pt x="458691" y="455983"/>
                  </a:lnTo>
                  <a:lnTo>
                    <a:pt x="452248" y="409648"/>
                  </a:lnTo>
                  <a:lnTo>
                    <a:pt x="441747" y="364745"/>
                  </a:lnTo>
                  <a:lnTo>
                    <a:pt x="427382" y="321468"/>
                  </a:lnTo>
                  <a:lnTo>
                    <a:pt x="409349" y="280013"/>
                  </a:lnTo>
                  <a:lnTo>
                    <a:pt x="387842" y="240575"/>
                  </a:lnTo>
                  <a:lnTo>
                    <a:pt x="363056" y="203349"/>
                  </a:lnTo>
                  <a:lnTo>
                    <a:pt x="335184" y="168529"/>
                  </a:lnTo>
                  <a:lnTo>
                    <a:pt x="304423" y="136310"/>
                  </a:lnTo>
                  <a:lnTo>
                    <a:pt x="270965" y="106888"/>
                  </a:lnTo>
                  <a:lnTo>
                    <a:pt x="235007" y="80457"/>
                  </a:lnTo>
                  <a:lnTo>
                    <a:pt x="196742" y="57213"/>
                  </a:lnTo>
                  <a:lnTo>
                    <a:pt x="156366" y="37350"/>
                  </a:lnTo>
                  <a:lnTo>
                    <a:pt x="114072" y="21064"/>
                  </a:lnTo>
                  <a:lnTo>
                    <a:pt x="70055" y="8548"/>
                  </a:lnTo>
                  <a:lnTo>
                    <a:pt x="24510" y="0"/>
                  </a:lnTo>
                  <a:close/>
                </a:path>
              </a:pathLst>
            </a:custGeom>
            <a:solidFill>
              <a:srgbClr val="0074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18919" y="8724518"/>
              <a:ext cx="137908" cy="136397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5388355" y="4159376"/>
            <a:ext cx="68897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9380" marR="5080" indent="-106680">
              <a:lnSpc>
                <a:spcPct val="100000"/>
              </a:lnSpc>
              <a:spcBef>
                <a:spcPts val="105"/>
              </a:spcBef>
            </a:pPr>
            <a:r>
              <a:rPr dirty="0" sz="2000" spc="285">
                <a:solidFill>
                  <a:srgbClr val="0074A1"/>
                </a:solidFill>
                <a:latin typeface="Calibri"/>
                <a:cs typeface="Calibri"/>
              </a:rPr>
              <a:t>REST </a:t>
            </a:r>
            <a:r>
              <a:rPr dirty="0" sz="2000" spc="245">
                <a:solidFill>
                  <a:srgbClr val="0074A1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388355" y="7393940"/>
            <a:ext cx="68897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380" marR="5080" indent="-106680">
              <a:lnSpc>
                <a:spcPct val="100000"/>
              </a:lnSpc>
              <a:spcBef>
                <a:spcPts val="100"/>
              </a:spcBef>
            </a:pPr>
            <a:r>
              <a:rPr dirty="0" sz="2000" spc="285">
                <a:solidFill>
                  <a:srgbClr val="0074A1"/>
                </a:solidFill>
                <a:latin typeface="Calibri"/>
                <a:cs typeface="Calibri"/>
              </a:rPr>
              <a:t>REST </a:t>
            </a:r>
            <a:r>
              <a:rPr dirty="0" sz="2000" spc="245">
                <a:solidFill>
                  <a:srgbClr val="0074A1"/>
                </a:solidFill>
                <a:latin typeface="Calibri"/>
                <a:cs typeface="Calibri"/>
              </a:rPr>
              <a:t>API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8223884" y="9607604"/>
            <a:ext cx="8230870" cy="3632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b="1" i="1">
                <a:solidFill>
                  <a:srgbClr val="F79F83"/>
                </a:solidFill>
                <a:latin typeface="Malgun Gothic"/>
                <a:cs typeface="Malgun Gothic"/>
              </a:rPr>
              <a:t>**</a:t>
            </a:r>
            <a:r>
              <a:rPr dirty="0" sz="2200" spc="-135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spc="-50" b="1" i="1">
                <a:solidFill>
                  <a:srgbClr val="F79F83"/>
                </a:solidFill>
                <a:latin typeface="Malgun Gothic"/>
                <a:cs typeface="Malgun Gothic"/>
              </a:rPr>
              <a:t>Data</a:t>
            </a:r>
            <a:r>
              <a:rPr dirty="0" sz="2200" spc="-125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spc="-20" b="1" i="1">
                <a:solidFill>
                  <a:srgbClr val="F79F83"/>
                </a:solidFill>
                <a:latin typeface="Malgun Gothic"/>
                <a:cs typeface="Malgun Gothic"/>
              </a:rPr>
              <a:t>and</a:t>
            </a:r>
            <a:r>
              <a:rPr dirty="0" sz="2200" spc="-130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spc="-50" b="1" i="1">
                <a:solidFill>
                  <a:srgbClr val="F79F83"/>
                </a:solidFill>
                <a:latin typeface="Malgun Gothic"/>
                <a:cs typeface="Malgun Gothic"/>
              </a:rPr>
              <a:t>service</a:t>
            </a:r>
            <a:r>
              <a:rPr dirty="0" sz="2200" spc="-140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spc="-55" b="1" i="1">
                <a:solidFill>
                  <a:srgbClr val="F79F83"/>
                </a:solidFill>
                <a:latin typeface="Malgun Gothic"/>
                <a:cs typeface="Malgun Gothic"/>
              </a:rPr>
              <a:t>decoupling</a:t>
            </a:r>
            <a:r>
              <a:rPr dirty="0" sz="2200" spc="-135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b="1" i="1">
                <a:solidFill>
                  <a:srgbClr val="F79F83"/>
                </a:solidFill>
                <a:latin typeface="Malgun Gothic"/>
                <a:cs typeface="Malgun Gothic"/>
              </a:rPr>
              <a:t>is</a:t>
            </a:r>
            <a:r>
              <a:rPr dirty="0" sz="2200" spc="-125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spc="-20" b="1" i="1">
                <a:solidFill>
                  <a:srgbClr val="F79F83"/>
                </a:solidFill>
                <a:latin typeface="Malgun Gothic"/>
                <a:cs typeface="Malgun Gothic"/>
              </a:rPr>
              <a:t>key</a:t>
            </a:r>
            <a:r>
              <a:rPr dirty="0" sz="2200" spc="-140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b="1" i="1">
                <a:solidFill>
                  <a:srgbClr val="F79F83"/>
                </a:solidFill>
                <a:latin typeface="Malgun Gothic"/>
                <a:cs typeface="Malgun Gothic"/>
              </a:rPr>
              <a:t>to</a:t>
            </a:r>
            <a:r>
              <a:rPr dirty="0" sz="2200" spc="-135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spc="-50" b="1" i="1">
                <a:solidFill>
                  <a:srgbClr val="F79F83"/>
                </a:solidFill>
                <a:latin typeface="Malgun Gothic"/>
                <a:cs typeface="Malgun Gothic"/>
              </a:rPr>
              <a:t>innovation</a:t>
            </a:r>
            <a:r>
              <a:rPr dirty="0" sz="2200" spc="-120" b="1" i="1">
                <a:solidFill>
                  <a:srgbClr val="F79F83"/>
                </a:solidFill>
                <a:latin typeface="Malgun Gothic"/>
                <a:cs typeface="Malgun Gothic"/>
              </a:rPr>
              <a:t> </a:t>
            </a:r>
            <a:r>
              <a:rPr dirty="0" sz="2200" spc="-25" b="1" i="1">
                <a:solidFill>
                  <a:srgbClr val="F79F83"/>
                </a:solidFill>
                <a:latin typeface="Malgun Gothic"/>
                <a:cs typeface="Malgun Gothic"/>
              </a:rPr>
              <a:t>acceleration</a:t>
            </a:r>
            <a:endParaRPr sz="2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27470" y="4573266"/>
            <a:ext cx="5248275" cy="9899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300" spc="-140" i="1">
                <a:solidFill>
                  <a:srgbClr val="173360"/>
                </a:solidFill>
                <a:latin typeface="Malgun Gothic"/>
                <a:cs typeface="Malgun Gothic"/>
              </a:rPr>
              <a:t>Streaming</a:t>
            </a:r>
            <a:r>
              <a:rPr dirty="0" sz="6300" spc="-38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125" i="1">
                <a:solidFill>
                  <a:srgbClr val="173360"/>
                </a:solidFill>
                <a:latin typeface="Malgun Gothic"/>
                <a:cs typeface="Malgun Gothic"/>
              </a:rPr>
              <a:t>ETL</a:t>
            </a:r>
            <a:endParaRPr sz="63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134837" y="9418519"/>
            <a:ext cx="165735" cy="19367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51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30665" cy="10287000"/>
          </a:xfrm>
          <a:custGeom>
            <a:avLst/>
            <a:gdLst/>
            <a:ahLst/>
            <a:cxnLst/>
            <a:rect l="l" t="t" r="r" b="b"/>
            <a:pathLst>
              <a:path w="9130665" h="10287000">
                <a:moveTo>
                  <a:pt x="9130157" y="0"/>
                </a:moveTo>
                <a:lnTo>
                  <a:pt x="0" y="0"/>
                </a:lnTo>
                <a:lnTo>
                  <a:pt x="0" y="10287000"/>
                </a:lnTo>
                <a:lnTo>
                  <a:pt x="9130157" y="10287000"/>
                </a:lnTo>
                <a:lnTo>
                  <a:pt x="9130157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815689" y="674496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161"/>
                </a:moveTo>
                <a:lnTo>
                  <a:pt x="438200" y="271348"/>
                </a:lnTo>
                <a:lnTo>
                  <a:pt x="427545" y="270751"/>
                </a:lnTo>
                <a:lnTo>
                  <a:pt x="418299" y="270383"/>
                </a:lnTo>
                <a:lnTo>
                  <a:pt x="418719" y="270383"/>
                </a:lnTo>
                <a:lnTo>
                  <a:pt x="406527" y="270002"/>
                </a:lnTo>
                <a:lnTo>
                  <a:pt x="362712" y="269621"/>
                </a:lnTo>
                <a:lnTo>
                  <a:pt x="306844" y="268376"/>
                </a:lnTo>
                <a:lnTo>
                  <a:pt x="288163" y="268224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24"/>
                </a:lnTo>
                <a:lnTo>
                  <a:pt x="287782" y="212318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7982"/>
                </a:lnTo>
                <a:lnTo>
                  <a:pt x="286613" y="162306"/>
                </a:lnTo>
                <a:lnTo>
                  <a:pt x="286512" y="157480"/>
                </a:lnTo>
                <a:lnTo>
                  <a:pt x="286423" y="153174"/>
                </a:lnTo>
                <a:lnTo>
                  <a:pt x="286385" y="151130"/>
                </a:lnTo>
                <a:lnTo>
                  <a:pt x="286042" y="143129"/>
                </a:lnTo>
                <a:lnTo>
                  <a:pt x="285927" y="140449"/>
                </a:lnTo>
                <a:lnTo>
                  <a:pt x="285381" y="129781"/>
                </a:lnTo>
                <a:lnTo>
                  <a:pt x="284759" y="119189"/>
                </a:lnTo>
                <a:lnTo>
                  <a:pt x="284099" y="108712"/>
                </a:lnTo>
                <a:lnTo>
                  <a:pt x="272542" y="108712"/>
                </a:lnTo>
                <a:lnTo>
                  <a:pt x="271703" y="118618"/>
                </a:lnTo>
                <a:lnTo>
                  <a:pt x="271665" y="119189"/>
                </a:lnTo>
                <a:lnTo>
                  <a:pt x="271145" y="128333"/>
                </a:lnTo>
                <a:lnTo>
                  <a:pt x="271056" y="129781"/>
                </a:lnTo>
                <a:lnTo>
                  <a:pt x="268859" y="193675"/>
                </a:lnTo>
                <a:lnTo>
                  <a:pt x="268478" y="228473"/>
                </a:lnTo>
                <a:lnTo>
                  <a:pt x="265010" y="220624"/>
                </a:lnTo>
                <a:lnTo>
                  <a:pt x="260934" y="211455"/>
                </a:lnTo>
                <a:lnTo>
                  <a:pt x="257886" y="204419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562" y="147764"/>
                </a:lnTo>
                <a:lnTo>
                  <a:pt x="223481" y="128333"/>
                </a:lnTo>
                <a:lnTo>
                  <a:pt x="218821" y="118618"/>
                </a:lnTo>
                <a:lnTo>
                  <a:pt x="207772" y="123063"/>
                </a:lnTo>
                <a:lnTo>
                  <a:pt x="211162" y="133096"/>
                </a:lnTo>
                <a:lnTo>
                  <a:pt x="214693" y="143129"/>
                </a:lnTo>
                <a:lnTo>
                  <a:pt x="218300" y="153174"/>
                </a:lnTo>
                <a:lnTo>
                  <a:pt x="221996" y="163195"/>
                </a:lnTo>
                <a:lnTo>
                  <a:pt x="237236" y="202946"/>
                </a:lnTo>
                <a:lnTo>
                  <a:pt x="240906" y="212318"/>
                </a:lnTo>
                <a:lnTo>
                  <a:pt x="246913" y="227774"/>
                </a:lnTo>
                <a:lnTo>
                  <a:pt x="250190" y="236093"/>
                </a:lnTo>
                <a:lnTo>
                  <a:pt x="243801" y="229857"/>
                </a:lnTo>
                <a:lnTo>
                  <a:pt x="231038" y="217703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051" y="162306"/>
                </a:lnTo>
                <a:lnTo>
                  <a:pt x="182245" y="194056"/>
                </a:lnTo>
                <a:lnTo>
                  <a:pt x="211328" y="224917"/>
                </a:lnTo>
                <a:lnTo>
                  <a:pt x="217398" y="231178"/>
                </a:lnTo>
                <a:lnTo>
                  <a:pt x="229755" y="243624"/>
                </a:lnTo>
                <a:lnTo>
                  <a:pt x="235839" y="249936"/>
                </a:lnTo>
                <a:lnTo>
                  <a:pt x="133337" y="211061"/>
                </a:lnTo>
                <a:lnTo>
                  <a:pt x="123317" y="207518"/>
                </a:lnTo>
                <a:lnTo>
                  <a:pt x="118833" y="218655"/>
                </a:lnTo>
                <a:lnTo>
                  <a:pt x="119024" y="218655"/>
                </a:lnTo>
                <a:lnTo>
                  <a:pt x="157226" y="236982"/>
                </a:lnTo>
                <a:lnTo>
                  <a:pt x="196596" y="254381"/>
                </a:lnTo>
                <a:lnTo>
                  <a:pt x="204381" y="258013"/>
                </a:lnTo>
                <a:lnTo>
                  <a:pt x="212318" y="261493"/>
                </a:lnTo>
                <a:lnTo>
                  <a:pt x="220433" y="264883"/>
                </a:lnTo>
                <a:lnTo>
                  <a:pt x="228727" y="268224"/>
                </a:lnTo>
                <a:lnTo>
                  <a:pt x="219671" y="268376"/>
                </a:lnTo>
                <a:lnTo>
                  <a:pt x="202158" y="268986"/>
                </a:lnTo>
                <a:lnTo>
                  <a:pt x="188671" y="269189"/>
                </a:lnTo>
                <a:lnTo>
                  <a:pt x="189814" y="269189"/>
                </a:lnTo>
                <a:lnTo>
                  <a:pt x="151003" y="270002"/>
                </a:lnTo>
                <a:lnTo>
                  <a:pt x="140525" y="270383"/>
                </a:lnTo>
                <a:lnTo>
                  <a:pt x="129933" y="270891"/>
                </a:lnTo>
                <a:lnTo>
                  <a:pt x="108585" y="272161"/>
                </a:lnTo>
                <a:lnTo>
                  <a:pt x="108585" y="283845"/>
                </a:lnTo>
                <a:lnTo>
                  <a:pt x="119265" y="284670"/>
                </a:lnTo>
                <a:lnTo>
                  <a:pt x="129933" y="285267"/>
                </a:lnTo>
                <a:lnTo>
                  <a:pt x="193421" y="287401"/>
                </a:lnTo>
                <a:lnTo>
                  <a:pt x="268478" y="288290"/>
                </a:lnTo>
                <a:lnTo>
                  <a:pt x="268516" y="301752"/>
                </a:lnTo>
                <a:lnTo>
                  <a:pt x="268998" y="344233"/>
                </a:lnTo>
                <a:lnTo>
                  <a:pt x="269176" y="353568"/>
                </a:lnTo>
                <a:lnTo>
                  <a:pt x="269189" y="354469"/>
                </a:lnTo>
                <a:lnTo>
                  <a:pt x="269316" y="360680"/>
                </a:lnTo>
                <a:lnTo>
                  <a:pt x="269367" y="363347"/>
                </a:lnTo>
                <a:lnTo>
                  <a:pt x="270675" y="403098"/>
                </a:lnTo>
                <a:lnTo>
                  <a:pt x="271056" y="416293"/>
                </a:lnTo>
                <a:lnTo>
                  <a:pt x="271462" y="426974"/>
                </a:lnTo>
                <a:lnTo>
                  <a:pt x="272034" y="437515"/>
                </a:lnTo>
                <a:lnTo>
                  <a:pt x="272923" y="448183"/>
                </a:lnTo>
                <a:lnTo>
                  <a:pt x="284099" y="448183"/>
                </a:lnTo>
                <a:lnTo>
                  <a:pt x="286258" y="408698"/>
                </a:lnTo>
                <a:lnTo>
                  <a:pt x="287274" y="363347"/>
                </a:lnTo>
                <a:lnTo>
                  <a:pt x="287782" y="354469"/>
                </a:lnTo>
                <a:lnTo>
                  <a:pt x="287972" y="347726"/>
                </a:lnTo>
                <a:lnTo>
                  <a:pt x="288099" y="335915"/>
                </a:lnTo>
                <a:lnTo>
                  <a:pt x="288163" y="327533"/>
                </a:lnTo>
                <a:lnTo>
                  <a:pt x="291579" y="335915"/>
                </a:lnTo>
                <a:lnTo>
                  <a:pt x="295160" y="344233"/>
                </a:lnTo>
                <a:lnTo>
                  <a:pt x="302387" y="360680"/>
                </a:lnTo>
                <a:lnTo>
                  <a:pt x="319786" y="399034"/>
                </a:lnTo>
                <a:lnTo>
                  <a:pt x="324383" y="408698"/>
                </a:lnTo>
                <a:lnTo>
                  <a:pt x="328828" y="418274"/>
                </a:lnTo>
                <a:lnTo>
                  <a:pt x="333311" y="427863"/>
                </a:lnTo>
                <a:lnTo>
                  <a:pt x="338074" y="437515"/>
                </a:lnTo>
                <a:lnTo>
                  <a:pt x="348361" y="433451"/>
                </a:lnTo>
                <a:lnTo>
                  <a:pt x="344881" y="423430"/>
                </a:lnTo>
                <a:lnTo>
                  <a:pt x="337604" y="40335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2750" y="336867"/>
                </a:lnTo>
                <a:lnTo>
                  <a:pt x="309499" y="328422"/>
                </a:lnTo>
                <a:lnTo>
                  <a:pt x="309181" y="327533"/>
                </a:lnTo>
                <a:lnTo>
                  <a:pt x="306451" y="320040"/>
                </a:lnTo>
                <a:lnTo>
                  <a:pt x="312889" y="326402"/>
                </a:lnTo>
                <a:lnTo>
                  <a:pt x="364109" y="374523"/>
                </a:lnTo>
                <a:lnTo>
                  <a:pt x="395732" y="403098"/>
                </a:lnTo>
                <a:lnTo>
                  <a:pt x="403352" y="395097"/>
                </a:lnTo>
                <a:lnTo>
                  <a:pt x="375285" y="363347"/>
                </a:lnTo>
                <a:lnTo>
                  <a:pt x="346202" y="332105"/>
                </a:lnTo>
                <a:lnTo>
                  <a:pt x="327050" y="312356"/>
                </a:lnTo>
                <a:lnTo>
                  <a:pt x="320675" y="305689"/>
                </a:lnTo>
                <a:lnTo>
                  <a:pt x="337439" y="312356"/>
                </a:lnTo>
                <a:lnTo>
                  <a:pt x="345821" y="315595"/>
                </a:lnTo>
                <a:lnTo>
                  <a:pt x="393954" y="333375"/>
                </a:lnTo>
                <a:lnTo>
                  <a:pt x="404025" y="336867"/>
                </a:lnTo>
                <a:lnTo>
                  <a:pt x="424129" y="344233"/>
                </a:lnTo>
                <a:lnTo>
                  <a:pt x="434213" y="347726"/>
                </a:lnTo>
                <a:lnTo>
                  <a:pt x="438150" y="337439"/>
                </a:lnTo>
                <a:lnTo>
                  <a:pt x="399796" y="319151"/>
                </a:lnTo>
                <a:lnTo>
                  <a:pt x="369722" y="305689"/>
                </a:lnTo>
                <a:lnTo>
                  <a:pt x="328295" y="287401"/>
                </a:lnTo>
                <a:lnTo>
                  <a:pt x="337096" y="287274"/>
                </a:lnTo>
                <a:lnTo>
                  <a:pt x="355003" y="286651"/>
                </a:lnTo>
                <a:lnTo>
                  <a:pt x="403580" y="285686"/>
                </a:lnTo>
                <a:lnTo>
                  <a:pt x="405079" y="285686"/>
                </a:lnTo>
                <a:lnTo>
                  <a:pt x="415099" y="285267"/>
                </a:lnTo>
                <a:lnTo>
                  <a:pt x="415417" y="285267"/>
                </a:lnTo>
                <a:lnTo>
                  <a:pt x="448945" y="283464"/>
                </a:lnTo>
                <a:lnTo>
                  <a:pt x="448945" y="272161"/>
                </a:lnTo>
                <a:close/>
              </a:path>
              <a:path w="557530" h="557530">
                <a:moveTo>
                  <a:pt x="557530" y="278257"/>
                </a:moveTo>
                <a:lnTo>
                  <a:pt x="553910" y="233629"/>
                </a:lnTo>
                <a:lnTo>
                  <a:pt x="543394" y="190766"/>
                </a:lnTo>
                <a:lnTo>
                  <a:pt x="531114" y="161632"/>
                </a:lnTo>
                <a:lnTo>
                  <a:pt x="531114" y="278257"/>
                </a:lnTo>
                <a:lnTo>
                  <a:pt x="527024" y="323507"/>
                </a:lnTo>
                <a:lnTo>
                  <a:pt x="515213" y="366268"/>
                </a:lnTo>
                <a:lnTo>
                  <a:pt x="496557" y="405434"/>
                </a:lnTo>
                <a:lnTo>
                  <a:pt x="471614" y="440677"/>
                </a:lnTo>
                <a:lnTo>
                  <a:pt x="441172" y="471119"/>
                </a:lnTo>
                <a:lnTo>
                  <a:pt x="405930" y="496062"/>
                </a:lnTo>
                <a:lnTo>
                  <a:pt x="366636" y="514769"/>
                </a:lnTo>
                <a:lnTo>
                  <a:pt x="324002" y="526529"/>
                </a:lnTo>
                <a:lnTo>
                  <a:pt x="278765" y="530606"/>
                </a:lnTo>
                <a:lnTo>
                  <a:pt x="233514" y="526529"/>
                </a:lnTo>
                <a:lnTo>
                  <a:pt x="190881" y="514769"/>
                </a:lnTo>
                <a:lnTo>
                  <a:pt x="151587" y="496062"/>
                </a:lnTo>
                <a:lnTo>
                  <a:pt x="116344" y="471119"/>
                </a:lnTo>
                <a:lnTo>
                  <a:pt x="85902" y="440677"/>
                </a:lnTo>
                <a:lnTo>
                  <a:pt x="60960" y="405434"/>
                </a:lnTo>
                <a:lnTo>
                  <a:pt x="42303" y="366268"/>
                </a:lnTo>
                <a:lnTo>
                  <a:pt x="30594" y="323875"/>
                </a:lnTo>
                <a:lnTo>
                  <a:pt x="26454" y="278765"/>
                </a:lnTo>
                <a:lnTo>
                  <a:pt x="26416" y="278257"/>
                </a:lnTo>
                <a:lnTo>
                  <a:pt x="30429" y="233629"/>
                </a:lnTo>
                <a:lnTo>
                  <a:pt x="30492" y="232918"/>
                </a:lnTo>
                <a:lnTo>
                  <a:pt x="42100" y="190766"/>
                </a:lnTo>
                <a:lnTo>
                  <a:pt x="60960" y="150914"/>
                </a:lnTo>
                <a:lnTo>
                  <a:pt x="85902" y="115697"/>
                </a:lnTo>
                <a:lnTo>
                  <a:pt x="116344" y="85280"/>
                </a:lnTo>
                <a:lnTo>
                  <a:pt x="151587" y="60375"/>
                </a:lnTo>
                <a:lnTo>
                  <a:pt x="190881" y="41706"/>
                </a:lnTo>
                <a:lnTo>
                  <a:pt x="233514" y="29984"/>
                </a:lnTo>
                <a:lnTo>
                  <a:pt x="278765" y="25908"/>
                </a:lnTo>
                <a:lnTo>
                  <a:pt x="324002" y="29984"/>
                </a:lnTo>
                <a:lnTo>
                  <a:pt x="366636" y="41706"/>
                </a:lnTo>
                <a:lnTo>
                  <a:pt x="405930" y="60375"/>
                </a:lnTo>
                <a:lnTo>
                  <a:pt x="441172" y="85280"/>
                </a:lnTo>
                <a:lnTo>
                  <a:pt x="471614" y="115697"/>
                </a:lnTo>
                <a:lnTo>
                  <a:pt x="496468" y="150787"/>
                </a:lnTo>
                <a:lnTo>
                  <a:pt x="515289" y="190309"/>
                </a:lnTo>
                <a:lnTo>
                  <a:pt x="527024" y="232918"/>
                </a:lnTo>
                <a:lnTo>
                  <a:pt x="531114" y="278257"/>
                </a:lnTo>
                <a:lnTo>
                  <a:pt x="531114" y="161632"/>
                </a:lnTo>
                <a:lnTo>
                  <a:pt x="503656" y="113931"/>
                </a:lnTo>
                <a:lnTo>
                  <a:pt x="475767" y="81508"/>
                </a:lnTo>
                <a:lnTo>
                  <a:pt x="443268" y="53695"/>
                </a:lnTo>
                <a:lnTo>
                  <a:pt x="406920" y="31178"/>
                </a:lnTo>
                <a:lnTo>
                  <a:pt x="366890" y="14249"/>
                </a:lnTo>
                <a:lnTo>
                  <a:pt x="323964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822" y="232918"/>
                </a:lnTo>
                <a:lnTo>
                  <a:pt x="3771" y="233133"/>
                </a:lnTo>
                <a:lnTo>
                  <a:pt x="3644" y="233629"/>
                </a:lnTo>
                <a:lnTo>
                  <a:pt x="38" y="278257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875"/>
                </a:lnTo>
                <a:lnTo>
                  <a:pt x="14135" y="366268"/>
                </a:lnTo>
                <a:lnTo>
                  <a:pt x="31165" y="406590"/>
                </a:lnTo>
                <a:lnTo>
                  <a:pt x="53860" y="443052"/>
                </a:lnTo>
                <a:lnTo>
                  <a:pt x="81749" y="475475"/>
                </a:lnTo>
                <a:lnTo>
                  <a:pt x="114249" y="503301"/>
                </a:lnTo>
                <a:lnTo>
                  <a:pt x="150774" y="525945"/>
                </a:lnTo>
                <a:lnTo>
                  <a:pt x="190754" y="542823"/>
                </a:lnTo>
                <a:lnTo>
                  <a:pt x="233616" y="553377"/>
                </a:lnTo>
                <a:lnTo>
                  <a:pt x="278765" y="557022"/>
                </a:lnTo>
                <a:lnTo>
                  <a:pt x="323773" y="553377"/>
                </a:lnTo>
                <a:lnTo>
                  <a:pt x="366598" y="542823"/>
                </a:lnTo>
                <a:lnTo>
                  <a:pt x="406539" y="525945"/>
                </a:lnTo>
                <a:lnTo>
                  <a:pt x="443268" y="503161"/>
                </a:lnTo>
                <a:lnTo>
                  <a:pt x="475767" y="475272"/>
                </a:lnTo>
                <a:lnTo>
                  <a:pt x="503656" y="442772"/>
                </a:lnTo>
                <a:lnTo>
                  <a:pt x="526351" y="406247"/>
                </a:lnTo>
                <a:lnTo>
                  <a:pt x="543280" y="366268"/>
                </a:lnTo>
                <a:lnTo>
                  <a:pt x="553758" y="323875"/>
                </a:lnTo>
                <a:lnTo>
                  <a:pt x="557479" y="278765"/>
                </a:lnTo>
                <a:lnTo>
                  <a:pt x="557530" y="278257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9702900" y="2648762"/>
            <a:ext cx="4268470" cy="1829435"/>
            <a:chOff x="9702900" y="2648762"/>
            <a:chExt cx="4268470" cy="18294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2900" y="2648762"/>
              <a:ext cx="4268395" cy="182910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0" y="2695955"/>
              <a:ext cx="3099561" cy="168744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084054" y="2766948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388" y="0"/>
                  </a:lnTo>
                  <a:lnTo>
                    <a:pt x="34450" y="4435"/>
                  </a:lnTo>
                  <a:lnTo>
                    <a:pt x="16525" y="16525"/>
                  </a:lnTo>
                  <a:lnTo>
                    <a:pt x="4435" y="34450"/>
                  </a:lnTo>
                  <a:lnTo>
                    <a:pt x="0" y="56387"/>
                  </a:lnTo>
                  <a:lnTo>
                    <a:pt x="0" y="1073785"/>
                  </a:lnTo>
                  <a:lnTo>
                    <a:pt x="4435" y="1095722"/>
                  </a:lnTo>
                  <a:lnTo>
                    <a:pt x="16525" y="1113647"/>
                  </a:lnTo>
                  <a:lnTo>
                    <a:pt x="34450" y="1125737"/>
                  </a:lnTo>
                  <a:lnTo>
                    <a:pt x="56388" y="1130173"/>
                  </a:lnTo>
                  <a:lnTo>
                    <a:pt x="3373882" y="1130173"/>
                  </a:lnTo>
                  <a:lnTo>
                    <a:pt x="3395819" y="1125737"/>
                  </a:lnTo>
                  <a:lnTo>
                    <a:pt x="3413744" y="1113647"/>
                  </a:lnTo>
                  <a:lnTo>
                    <a:pt x="3425834" y="1095722"/>
                  </a:lnTo>
                  <a:lnTo>
                    <a:pt x="3430269" y="1073785"/>
                  </a:lnTo>
                  <a:lnTo>
                    <a:pt x="3430269" y="56387"/>
                  </a:lnTo>
                  <a:lnTo>
                    <a:pt x="3425834" y="34450"/>
                  </a:lnTo>
                  <a:lnTo>
                    <a:pt x="3413744" y="16525"/>
                  </a:lnTo>
                  <a:lnTo>
                    <a:pt x="3395819" y="443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967084" y="3170047"/>
            <a:ext cx="16656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29">
                <a:solidFill>
                  <a:srgbClr val="173360"/>
                </a:solidFill>
                <a:latin typeface="Calibri"/>
                <a:cs typeface="Calibri"/>
              </a:rPr>
              <a:t>Ride</a:t>
            </a:r>
            <a:r>
              <a:rPr dirty="0" sz="20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29">
                <a:solidFill>
                  <a:srgbClr val="173360"/>
                </a:solidFill>
                <a:latin typeface="Calibri"/>
                <a:cs typeface="Calibri"/>
              </a:rPr>
              <a:t>Sharing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9544811" y="3709415"/>
            <a:ext cx="4584700" cy="2286635"/>
            <a:chOff x="9544811" y="3709415"/>
            <a:chExt cx="4584700" cy="2286635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4811" y="3709415"/>
              <a:ext cx="4584573" cy="228638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61447" y="4061459"/>
              <a:ext cx="3547617" cy="168744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0084053" y="4133087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388" y="0"/>
                  </a:lnTo>
                  <a:lnTo>
                    <a:pt x="34450" y="4415"/>
                  </a:lnTo>
                  <a:lnTo>
                    <a:pt x="16525" y="16462"/>
                  </a:lnTo>
                  <a:lnTo>
                    <a:pt x="4435" y="34343"/>
                  </a:lnTo>
                  <a:lnTo>
                    <a:pt x="0" y="56261"/>
                  </a:lnTo>
                  <a:lnTo>
                    <a:pt x="0" y="1073785"/>
                  </a:lnTo>
                  <a:lnTo>
                    <a:pt x="4435" y="1095702"/>
                  </a:lnTo>
                  <a:lnTo>
                    <a:pt x="16525" y="1113583"/>
                  </a:lnTo>
                  <a:lnTo>
                    <a:pt x="34450" y="1125630"/>
                  </a:lnTo>
                  <a:lnTo>
                    <a:pt x="56388" y="1130046"/>
                  </a:lnTo>
                  <a:lnTo>
                    <a:pt x="3373882" y="1130046"/>
                  </a:lnTo>
                  <a:lnTo>
                    <a:pt x="3395819" y="1125630"/>
                  </a:lnTo>
                  <a:lnTo>
                    <a:pt x="3413744" y="1113583"/>
                  </a:lnTo>
                  <a:lnTo>
                    <a:pt x="3425834" y="1095702"/>
                  </a:lnTo>
                  <a:lnTo>
                    <a:pt x="3430269" y="1073785"/>
                  </a:lnTo>
                  <a:lnTo>
                    <a:pt x="3430269" y="56261"/>
                  </a:lnTo>
                  <a:lnTo>
                    <a:pt x="3425834" y="34343"/>
                  </a:lnTo>
                  <a:lnTo>
                    <a:pt x="3413744" y="16462"/>
                  </a:lnTo>
                  <a:lnTo>
                    <a:pt x="3395819" y="441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0741279" y="4536185"/>
            <a:ext cx="21158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45">
                <a:solidFill>
                  <a:srgbClr val="173360"/>
                </a:solidFill>
                <a:latin typeface="Calibri"/>
                <a:cs typeface="Calibri"/>
              </a:rPr>
              <a:t>Fraud</a:t>
            </a:r>
            <a:r>
              <a:rPr dirty="0" sz="2000" spc="5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04">
                <a:solidFill>
                  <a:srgbClr val="173360"/>
                </a:solidFill>
                <a:latin typeface="Calibri"/>
                <a:cs typeface="Calibri"/>
              </a:rPr>
              <a:t>Detection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544811" y="5076444"/>
            <a:ext cx="4584700" cy="2285365"/>
            <a:chOff x="9544811" y="5076444"/>
            <a:chExt cx="4584700" cy="228536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44811" y="5076444"/>
              <a:ext cx="4584573" cy="228498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34599" y="5426964"/>
              <a:ext cx="3400932" cy="168744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0084053" y="5499227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388" y="0"/>
                  </a:lnTo>
                  <a:lnTo>
                    <a:pt x="34450" y="4415"/>
                  </a:lnTo>
                  <a:lnTo>
                    <a:pt x="16525" y="16462"/>
                  </a:lnTo>
                  <a:lnTo>
                    <a:pt x="4435" y="34343"/>
                  </a:lnTo>
                  <a:lnTo>
                    <a:pt x="0" y="56261"/>
                  </a:lnTo>
                  <a:lnTo>
                    <a:pt x="0" y="1073785"/>
                  </a:lnTo>
                  <a:lnTo>
                    <a:pt x="4435" y="1095702"/>
                  </a:lnTo>
                  <a:lnTo>
                    <a:pt x="16525" y="1113583"/>
                  </a:lnTo>
                  <a:lnTo>
                    <a:pt x="34450" y="1125630"/>
                  </a:lnTo>
                  <a:lnTo>
                    <a:pt x="56388" y="1130046"/>
                  </a:lnTo>
                  <a:lnTo>
                    <a:pt x="3373882" y="1130046"/>
                  </a:lnTo>
                  <a:lnTo>
                    <a:pt x="3395819" y="1125630"/>
                  </a:lnTo>
                  <a:lnTo>
                    <a:pt x="3413744" y="1113583"/>
                  </a:lnTo>
                  <a:lnTo>
                    <a:pt x="3425834" y="1095702"/>
                  </a:lnTo>
                  <a:lnTo>
                    <a:pt x="3430269" y="1073785"/>
                  </a:lnTo>
                  <a:lnTo>
                    <a:pt x="3430269" y="56261"/>
                  </a:lnTo>
                  <a:lnTo>
                    <a:pt x="3425834" y="34343"/>
                  </a:lnTo>
                  <a:lnTo>
                    <a:pt x="3413744" y="16462"/>
                  </a:lnTo>
                  <a:lnTo>
                    <a:pt x="3395819" y="441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0814431" y="5902578"/>
            <a:ext cx="19704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210">
                <a:solidFill>
                  <a:srgbClr val="173360"/>
                </a:solidFill>
                <a:latin typeface="Calibri"/>
                <a:cs typeface="Calibri"/>
              </a:rPr>
              <a:t>Online</a:t>
            </a:r>
            <a:r>
              <a:rPr dirty="0" sz="20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90">
                <a:solidFill>
                  <a:srgbClr val="173360"/>
                </a:solidFill>
                <a:latin typeface="Calibri"/>
                <a:cs typeface="Calibri"/>
              </a:rPr>
              <a:t>Gaming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9544811" y="6441947"/>
            <a:ext cx="4584700" cy="2286635"/>
            <a:chOff x="9544811" y="6441947"/>
            <a:chExt cx="4584700" cy="2286635"/>
          </a:xfrm>
        </p:grpSpPr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44811" y="6441947"/>
              <a:ext cx="4584573" cy="228638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88523" y="6641591"/>
              <a:ext cx="3158998" cy="199288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0084053" y="6865365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388" y="0"/>
                  </a:lnTo>
                  <a:lnTo>
                    <a:pt x="34450" y="4415"/>
                  </a:lnTo>
                  <a:lnTo>
                    <a:pt x="16525" y="16462"/>
                  </a:lnTo>
                  <a:lnTo>
                    <a:pt x="4435" y="34343"/>
                  </a:lnTo>
                  <a:lnTo>
                    <a:pt x="0" y="56261"/>
                  </a:lnTo>
                  <a:lnTo>
                    <a:pt x="0" y="1073785"/>
                  </a:lnTo>
                  <a:lnTo>
                    <a:pt x="4435" y="1095702"/>
                  </a:lnTo>
                  <a:lnTo>
                    <a:pt x="16525" y="1113583"/>
                  </a:lnTo>
                  <a:lnTo>
                    <a:pt x="34450" y="1125630"/>
                  </a:lnTo>
                  <a:lnTo>
                    <a:pt x="56388" y="1130046"/>
                  </a:lnTo>
                  <a:lnTo>
                    <a:pt x="3373882" y="1130046"/>
                  </a:lnTo>
                  <a:lnTo>
                    <a:pt x="3395819" y="1125630"/>
                  </a:lnTo>
                  <a:lnTo>
                    <a:pt x="3413744" y="1113583"/>
                  </a:lnTo>
                  <a:lnTo>
                    <a:pt x="3425834" y="1095702"/>
                  </a:lnTo>
                  <a:lnTo>
                    <a:pt x="3430269" y="1073785"/>
                  </a:lnTo>
                  <a:lnTo>
                    <a:pt x="3430269" y="56261"/>
                  </a:lnTo>
                  <a:lnTo>
                    <a:pt x="3425834" y="34343"/>
                  </a:lnTo>
                  <a:lnTo>
                    <a:pt x="3413744" y="16462"/>
                  </a:lnTo>
                  <a:lnTo>
                    <a:pt x="3395819" y="441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968608" y="7116571"/>
            <a:ext cx="166433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280" marR="5080" indent="-68580">
              <a:lnSpc>
                <a:spcPct val="100000"/>
              </a:lnSpc>
              <a:spcBef>
                <a:spcPts val="100"/>
              </a:spcBef>
            </a:pPr>
            <a:r>
              <a:rPr dirty="0" sz="2000" spc="195">
                <a:solidFill>
                  <a:srgbClr val="173360"/>
                </a:solidFill>
                <a:latin typeface="Calibri"/>
                <a:cs typeface="Calibri"/>
              </a:rPr>
              <a:t>Personalized </a:t>
            </a:r>
            <a:r>
              <a:rPr dirty="0" sz="2000" spc="220">
                <a:solidFill>
                  <a:srgbClr val="173360"/>
                </a:solidFill>
                <a:latin typeface="Calibri"/>
                <a:cs typeface="Calibri"/>
              </a:rPr>
              <a:t>Promotions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9544811" y="7808924"/>
            <a:ext cx="4584700" cy="2285365"/>
            <a:chOff x="9544811" y="7808924"/>
            <a:chExt cx="4584700" cy="2285365"/>
          </a:xfrm>
        </p:grpSpPr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44811" y="7808924"/>
              <a:ext cx="4584573" cy="228498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64495" y="8007133"/>
              <a:ext cx="3612388" cy="199288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0084053" y="8231377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388" y="0"/>
                  </a:lnTo>
                  <a:lnTo>
                    <a:pt x="34450" y="4435"/>
                  </a:lnTo>
                  <a:lnTo>
                    <a:pt x="16525" y="16525"/>
                  </a:lnTo>
                  <a:lnTo>
                    <a:pt x="4435" y="34450"/>
                  </a:lnTo>
                  <a:lnTo>
                    <a:pt x="0" y="56388"/>
                  </a:lnTo>
                  <a:lnTo>
                    <a:pt x="0" y="1073848"/>
                  </a:lnTo>
                  <a:lnTo>
                    <a:pt x="4435" y="1095761"/>
                  </a:lnTo>
                  <a:lnTo>
                    <a:pt x="16525" y="1113656"/>
                  </a:lnTo>
                  <a:lnTo>
                    <a:pt x="34450" y="1125722"/>
                  </a:lnTo>
                  <a:lnTo>
                    <a:pt x="56388" y="1130147"/>
                  </a:lnTo>
                  <a:lnTo>
                    <a:pt x="3373882" y="1130147"/>
                  </a:lnTo>
                  <a:lnTo>
                    <a:pt x="3395819" y="1125722"/>
                  </a:lnTo>
                  <a:lnTo>
                    <a:pt x="3413744" y="1113656"/>
                  </a:lnTo>
                  <a:lnTo>
                    <a:pt x="3425834" y="1095761"/>
                  </a:lnTo>
                  <a:lnTo>
                    <a:pt x="3430269" y="1073848"/>
                  </a:lnTo>
                  <a:lnTo>
                    <a:pt x="3430269" y="56388"/>
                  </a:lnTo>
                  <a:lnTo>
                    <a:pt x="3425834" y="34450"/>
                  </a:lnTo>
                  <a:lnTo>
                    <a:pt x="3413744" y="16525"/>
                  </a:lnTo>
                  <a:lnTo>
                    <a:pt x="3395819" y="443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0744327" y="8482710"/>
            <a:ext cx="211137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8440" marR="5080" indent="-205740">
              <a:lnSpc>
                <a:spcPct val="100000"/>
              </a:lnSpc>
              <a:spcBef>
                <a:spcPts val="100"/>
              </a:spcBef>
            </a:pPr>
            <a:r>
              <a:rPr dirty="0" sz="2000" spc="235">
                <a:solidFill>
                  <a:srgbClr val="173360"/>
                </a:solidFill>
                <a:latin typeface="Calibri"/>
                <a:cs typeface="Calibri"/>
              </a:rPr>
              <a:t>Cyber</a:t>
            </a:r>
            <a:r>
              <a:rPr dirty="0" sz="20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195">
                <a:solidFill>
                  <a:srgbClr val="173360"/>
                </a:solidFill>
                <a:latin typeface="Calibri"/>
                <a:cs typeface="Calibri"/>
              </a:rPr>
              <a:t>Security</a:t>
            </a:r>
            <a:r>
              <a:rPr dirty="0" sz="20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173360"/>
                </a:solidFill>
                <a:latin typeface="Calibri"/>
                <a:cs typeface="Calibri"/>
              </a:rPr>
              <a:t>&amp; </a:t>
            </a:r>
            <a:r>
              <a:rPr dirty="0" sz="2000" spc="170">
                <a:solidFill>
                  <a:srgbClr val="173360"/>
                </a:solidFill>
                <a:latin typeface="Calibri"/>
                <a:cs typeface="Calibri"/>
              </a:rPr>
              <a:t>Observability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3856208" y="2342388"/>
            <a:ext cx="4432300" cy="2285365"/>
            <a:chOff x="13856208" y="2342388"/>
            <a:chExt cx="4432300" cy="2285365"/>
          </a:xfrm>
        </p:grpSpPr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856208" y="2342388"/>
              <a:ext cx="4431792" cy="2284983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782800" y="2540508"/>
              <a:ext cx="2727579" cy="199288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4395196" y="2764917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261" y="0"/>
                  </a:lnTo>
                  <a:lnTo>
                    <a:pt x="34343" y="4435"/>
                  </a:lnTo>
                  <a:lnTo>
                    <a:pt x="16462" y="16525"/>
                  </a:lnTo>
                  <a:lnTo>
                    <a:pt x="4415" y="34450"/>
                  </a:lnTo>
                  <a:lnTo>
                    <a:pt x="0" y="56387"/>
                  </a:lnTo>
                  <a:lnTo>
                    <a:pt x="0" y="1073784"/>
                  </a:lnTo>
                  <a:lnTo>
                    <a:pt x="4415" y="1095722"/>
                  </a:lnTo>
                  <a:lnTo>
                    <a:pt x="16462" y="1113647"/>
                  </a:lnTo>
                  <a:lnTo>
                    <a:pt x="34343" y="1125737"/>
                  </a:lnTo>
                  <a:lnTo>
                    <a:pt x="56261" y="1130172"/>
                  </a:lnTo>
                  <a:lnTo>
                    <a:pt x="3373882" y="1130172"/>
                  </a:lnTo>
                  <a:lnTo>
                    <a:pt x="3395799" y="1125737"/>
                  </a:lnTo>
                  <a:lnTo>
                    <a:pt x="3413680" y="1113647"/>
                  </a:lnTo>
                  <a:lnTo>
                    <a:pt x="3425727" y="1095722"/>
                  </a:lnTo>
                  <a:lnTo>
                    <a:pt x="3430142" y="1073784"/>
                  </a:lnTo>
                  <a:lnTo>
                    <a:pt x="3430142" y="56387"/>
                  </a:lnTo>
                  <a:lnTo>
                    <a:pt x="3425727" y="34450"/>
                  </a:lnTo>
                  <a:lnTo>
                    <a:pt x="3413680" y="16525"/>
                  </a:lnTo>
                  <a:lnTo>
                    <a:pt x="3395799" y="443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5462885" y="3015487"/>
            <a:ext cx="129603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100"/>
              </a:spcBef>
            </a:pPr>
            <a:r>
              <a:rPr dirty="0" sz="2000" spc="155">
                <a:solidFill>
                  <a:srgbClr val="173360"/>
                </a:solidFill>
                <a:latin typeface="Calibri"/>
                <a:cs typeface="Calibri"/>
              </a:rPr>
              <a:t>IoT</a:t>
            </a:r>
            <a:r>
              <a:rPr dirty="0" sz="2000" spc="1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000" spc="2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300">
                <a:solidFill>
                  <a:srgbClr val="173360"/>
                </a:solidFill>
                <a:latin typeface="Calibri"/>
                <a:cs typeface="Calibri"/>
              </a:rPr>
              <a:t>Edge </a:t>
            </a:r>
            <a:r>
              <a:rPr dirty="0" sz="2000" spc="180">
                <a:solidFill>
                  <a:srgbClr val="173360"/>
                </a:solidFill>
                <a:latin typeface="Calibri"/>
                <a:cs typeface="Calibri"/>
              </a:rPr>
              <a:t>Analytics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3856208" y="3709415"/>
            <a:ext cx="4432300" cy="2286635"/>
            <a:chOff x="13856208" y="3709415"/>
            <a:chExt cx="4432300" cy="2286635"/>
          </a:xfrm>
        </p:grpSpPr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856208" y="3709415"/>
              <a:ext cx="4431792" cy="228638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546580" y="3909059"/>
              <a:ext cx="3200654" cy="1992883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4395196" y="4133087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261" y="0"/>
                  </a:lnTo>
                  <a:lnTo>
                    <a:pt x="34343" y="4415"/>
                  </a:lnTo>
                  <a:lnTo>
                    <a:pt x="16462" y="16462"/>
                  </a:lnTo>
                  <a:lnTo>
                    <a:pt x="4415" y="34343"/>
                  </a:lnTo>
                  <a:lnTo>
                    <a:pt x="0" y="56261"/>
                  </a:lnTo>
                  <a:lnTo>
                    <a:pt x="0" y="1073785"/>
                  </a:lnTo>
                  <a:lnTo>
                    <a:pt x="4415" y="1095702"/>
                  </a:lnTo>
                  <a:lnTo>
                    <a:pt x="16462" y="1113583"/>
                  </a:lnTo>
                  <a:lnTo>
                    <a:pt x="34343" y="1125630"/>
                  </a:lnTo>
                  <a:lnTo>
                    <a:pt x="56261" y="1130046"/>
                  </a:lnTo>
                  <a:lnTo>
                    <a:pt x="3373882" y="1130046"/>
                  </a:lnTo>
                  <a:lnTo>
                    <a:pt x="3395799" y="1125630"/>
                  </a:lnTo>
                  <a:lnTo>
                    <a:pt x="3413680" y="1113583"/>
                  </a:lnTo>
                  <a:lnTo>
                    <a:pt x="3425727" y="1095702"/>
                  </a:lnTo>
                  <a:lnTo>
                    <a:pt x="3430142" y="1073785"/>
                  </a:lnTo>
                  <a:lnTo>
                    <a:pt x="3430142" y="56261"/>
                  </a:lnTo>
                  <a:lnTo>
                    <a:pt x="3425727" y="34343"/>
                  </a:lnTo>
                  <a:lnTo>
                    <a:pt x="3413680" y="16462"/>
                  </a:lnTo>
                  <a:lnTo>
                    <a:pt x="3395799" y="441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5226411" y="4383785"/>
            <a:ext cx="1769110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63525">
              <a:lnSpc>
                <a:spcPct val="100000"/>
              </a:lnSpc>
              <a:spcBef>
                <a:spcPts val="105"/>
              </a:spcBef>
            </a:pPr>
            <a:r>
              <a:rPr dirty="0" sz="2000" spc="180">
                <a:solidFill>
                  <a:srgbClr val="173360"/>
                </a:solidFill>
                <a:latin typeface="Calibri"/>
                <a:cs typeface="Calibri"/>
              </a:rPr>
              <a:t>Inventory </a:t>
            </a:r>
            <a:r>
              <a:rPr dirty="0" sz="2000" spc="265">
                <a:solidFill>
                  <a:srgbClr val="173360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3856208" y="5076444"/>
            <a:ext cx="4432300" cy="2285365"/>
            <a:chOff x="13856208" y="5076444"/>
            <a:chExt cx="4432300" cy="2285365"/>
          </a:xfrm>
        </p:grpSpPr>
        <p:pic>
          <p:nvPicPr>
            <p:cNvPr id="40" name="object 4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56208" y="5076444"/>
              <a:ext cx="4431792" cy="2284983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624304" y="5274564"/>
              <a:ext cx="3044952" cy="1992883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4395196" y="5499227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261" y="0"/>
                  </a:lnTo>
                  <a:lnTo>
                    <a:pt x="34343" y="4415"/>
                  </a:lnTo>
                  <a:lnTo>
                    <a:pt x="16462" y="16462"/>
                  </a:lnTo>
                  <a:lnTo>
                    <a:pt x="4415" y="34343"/>
                  </a:lnTo>
                  <a:lnTo>
                    <a:pt x="0" y="56261"/>
                  </a:lnTo>
                  <a:lnTo>
                    <a:pt x="0" y="1073785"/>
                  </a:lnTo>
                  <a:lnTo>
                    <a:pt x="4415" y="1095702"/>
                  </a:lnTo>
                  <a:lnTo>
                    <a:pt x="16462" y="1113583"/>
                  </a:lnTo>
                  <a:lnTo>
                    <a:pt x="34343" y="1125630"/>
                  </a:lnTo>
                  <a:lnTo>
                    <a:pt x="56261" y="1130046"/>
                  </a:lnTo>
                  <a:lnTo>
                    <a:pt x="3373882" y="1130046"/>
                  </a:lnTo>
                  <a:lnTo>
                    <a:pt x="3395799" y="1125630"/>
                  </a:lnTo>
                  <a:lnTo>
                    <a:pt x="3413680" y="1113583"/>
                  </a:lnTo>
                  <a:lnTo>
                    <a:pt x="3425727" y="1095702"/>
                  </a:lnTo>
                  <a:lnTo>
                    <a:pt x="3430142" y="1073785"/>
                  </a:lnTo>
                  <a:lnTo>
                    <a:pt x="3430142" y="56261"/>
                  </a:lnTo>
                  <a:lnTo>
                    <a:pt x="3425727" y="34343"/>
                  </a:lnTo>
                  <a:lnTo>
                    <a:pt x="3413680" y="16462"/>
                  </a:lnTo>
                  <a:lnTo>
                    <a:pt x="3395799" y="441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15304388" y="5750178"/>
            <a:ext cx="161226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93040">
              <a:lnSpc>
                <a:spcPct val="100000"/>
              </a:lnSpc>
              <a:spcBef>
                <a:spcPts val="105"/>
              </a:spcBef>
            </a:pPr>
            <a:r>
              <a:rPr dirty="0" sz="2000" spc="185">
                <a:solidFill>
                  <a:srgbClr val="173360"/>
                </a:solidFill>
                <a:latin typeface="Calibri"/>
                <a:cs typeface="Calibri"/>
              </a:rPr>
              <a:t>Proactive </a:t>
            </a:r>
            <a:r>
              <a:rPr dirty="0" sz="2000" spc="204">
                <a:solidFill>
                  <a:srgbClr val="173360"/>
                </a:solidFill>
                <a:latin typeface="Calibri"/>
                <a:cs typeface="Calibri"/>
              </a:rPr>
              <a:t>Patient</a:t>
            </a:r>
            <a:r>
              <a:rPr dirty="0" sz="2000" spc="6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000" spc="200">
                <a:solidFill>
                  <a:srgbClr val="173360"/>
                </a:solidFill>
                <a:latin typeface="Calibri"/>
                <a:cs typeface="Calibri"/>
              </a:rPr>
              <a:t>Care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13856208" y="6441947"/>
            <a:ext cx="4432300" cy="2286635"/>
            <a:chOff x="13856208" y="6441947"/>
            <a:chExt cx="4432300" cy="2286635"/>
          </a:xfrm>
        </p:grpSpPr>
        <p:pic>
          <p:nvPicPr>
            <p:cNvPr id="45" name="object 4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856208" y="6441947"/>
              <a:ext cx="4431792" cy="228638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577060" y="6641591"/>
              <a:ext cx="3141217" cy="199288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4395196" y="6865365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261" y="0"/>
                  </a:lnTo>
                  <a:lnTo>
                    <a:pt x="34343" y="4415"/>
                  </a:lnTo>
                  <a:lnTo>
                    <a:pt x="16462" y="16462"/>
                  </a:lnTo>
                  <a:lnTo>
                    <a:pt x="4415" y="34343"/>
                  </a:lnTo>
                  <a:lnTo>
                    <a:pt x="0" y="56261"/>
                  </a:lnTo>
                  <a:lnTo>
                    <a:pt x="0" y="1073785"/>
                  </a:lnTo>
                  <a:lnTo>
                    <a:pt x="4415" y="1095702"/>
                  </a:lnTo>
                  <a:lnTo>
                    <a:pt x="16462" y="1113583"/>
                  </a:lnTo>
                  <a:lnTo>
                    <a:pt x="34343" y="1125630"/>
                  </a:lnTo>
                  <a:lnTo>
                    <a:pt x="56261" y="1130046"/>
                  </a:lnTo>
                  <a:lnTo>
                    <a:pt x="3373882" y="1130046"/>
                  </a:lnTo>
                  <a:lnTo>
                    <a:pt x="3395799" y="1125630"/>
                  </a:lnTo>
                  <a:lnTo>
                    <a:pt x="3413680" y="1113583"/>
                  </a:lnTo>
                  <a:lnTo>
                    <a:pt x="3425727" y="1095702"/>
                  </a:lnTo>
                  <a:lnTo>
                    <a:pt x="3430142" y="1073785"/>
                  </a:lnTo>
                  <a:lnTo>
                    <a:pt x="3430142" y="56261"/>
                  </a:lnTo>
                  <a:lnTo>
                    <a:pt x="3425727" y="34343"/>
                  </a:lnTo>
                  <a:lnTo>
                    <a:pt x="3413680" y="16462"/>
                  </a:lnTo>
                  <a:lnTo>
                    <a:pt x="3395799" y="441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5257144" y="7116571"/>
            <a:ext cx="170878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8120">
              <a:lnSpc>
                <a:spcPct val="100000"/>
              </a:lnSpc>
              <a:spcBef>
                <a:spcPts val="100"/>
              </a:spcBef>
            </a:pPr>
            <a:r>
              <a:rPr dirty="0" sz="2000" spc="180">
                <a:solidFill>
                  <a:srgbClr val="173360"/>
                </a:solidFill>
                <a:latin typeface="Calibri"/>
                <a:cs typeface="Calibri"/>
              </a:rPr>
              <a:t>Predictive </a:t>
            </a:r>
            <a:r>
              <a:rPr dirty="0" sz="2000" spc="210">
                <a:solidFill>
                  <a:srgbClr val="173360"/>
                </a:solidFill>
                <a:latin typeface="Calibri"/>
                <a:cs typeface="Calibri"/>
              </a:rPr>
              <a:t>Maintenance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13856208" y="7808924"/>
            <a:ext cx="4432300" cy="2285365"/>
            <a:chOff x="13856208" y="7808924"/>
            <a:chExt cx="4432300" cy="2285365"/>
          </a:xfrm>
        </p:grpSpPr>
        <p:pic>
          <p:nvPicPr>
            <p:cNvPr id="50" name="object 5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856208" y="7808924"/>
              <a:ext cx="4431792" cy="2284984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546580" y="8007133"/>
              <a:ext cx="3200654" cy="1992883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14395196" y="8231377"/>
              <a:ext cx="3430270" cy="1130300"/>
            </a:xfrm>
            <a:custGeom>
              <a:avLst/>
              <a:gdLst/>
              <a:ahLst/>
              <a:cxnLst/>
              <a:rect l="l" t="t" r="r" b="b"/>
              <a:pathLst>
                <a:path w="3430269" h="1130300">
                  <a:moveTo>
                    <a:pt x="3373882" y="0"/>
                  </a:moveTo>
                  <a:lnTo>
                    <a:pt x="56261" y="0"/>
                  </a:lnTo>
                  <a:lnTo>
                    <a:pt x="34343" y="4435"/>
                  </a:lnTo>
                  <a:lnTo>
                    <a:pt x="16462" y="16525"/>
                  </a:lnTo>
                  <a:lnTo>
                    <a:pt x="4415" y="34450"/>
                  </a:lnTo>
                  <a:lnTo>
                    <a:pt x="0" y="56388"/>
                  </a:lnTo>
                  <a:lnTo>
                    <a:pt x="0" y="1073848"/>
                  </a:lnTo>
                  <a:lnTo>
                    <a:pt x="4415" y="1095761"/>
                  </a:lnTo>
                  <a:lnTo>
                    <a:pt x="16462" y="1113656"/>
                  </a:lnTo>
                  <a:lnTo>
                    <a:pt x="34343" y="1125722"/>
                  </a:lnTo>
                  <a:lnTo>
                    <a:pt x="56261" y="1130147"/>
                  </a:lnTo>
                  <a:lnTo>
                    <a:pt x="3373882" y="1130147"/>
                  </a:lnTo>
                  <a:lnTo>
                    <a:pt x="3395799" y="1125722"/>
                  </a:lnTo>
                  <a:lnTo>
                    <a:pt x="3413680" y="1113656"/>
                  </a:lnTo>
                  <a:lnTo>
                    <a:pt x="3425727" y="1095761"/>
                  </a:lnTo>
                  <a:lnTo>
                    <a:pt x="3430142" y="1073848"/>
                  </a:lnTo>
                  <a:lnTo>
                    <a:pt x="3430142" y="56388"/>
                  </a:lnTo>
                  <a:lnTo>
                    <a:pt x="3425727" y="34450"/>
                  </a:lnTo>
                  <a:lnTo>
                    <a:pt x="3413680" y="16525"/>
                  </a:lnTo>
                  <a:lnTo>
                    <a:pt x="3395799" y="4435"/>
                  </a:lnTo>
                  <a:lnTo>
                    <a:pt x="33738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15226411" y="8482710"/>
            <a:ext cx="176911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3545">
              <a:lnSpc>
                <a:spcPct val="100000"/>
              </a:lnSpc>
              <a:spcBef>
                <a:spcPts val="100"/>
              </a:spcBef>
            </a:pPr>
            <a:r>
              <a:rPr dirty="0" sz="2000" spc="185">
                <a:solidFill>
                  <a:srgbClr val="173360"/>
                </a:solidFill>
                <a:latin typeface="Calibri"/>
                <a:cs typeface="Calibri"/>
              </a:rPr>
              <a:t>Capital </a:t>
            </a:r>
            <a:r>
              <a:rPr dirty="0" sz="2000" spc="265">
                <a:solidFill>
                  <a:srgbClr val="173360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9580753" y="1367027"/>
            <a:ext cx="8244840" cy="1095375"/>
          </a:xfrm>
          <a:custGeom>
            <a:avLst/>
            <a:gdLst/>
            <a:ahLst/>
            <a:cxnLst/>
            <a:rect l="l" t="t" r="r" b="b"/>
            <a:pathLst>
              <a:path w="8244840" h="1095375">
                <a:moveTo>
                  <a:pt x="8189976" y="0"/>
                </a:moveTo>
                <a:lnTo>
                  <a:pt x="54482" y="0"/>
                </a:lnTo>
                <a:lnTo>
                  <a:pt x="33272" y="4280"/>
                </a:lnTo>
                <a:lnTo>
                  <a:pt x="15954" y="15954"/>
                </a:lnTo>
                <a:lnTo>
                  <a:pt x="4280" y="33272"/>
                </a:lnTo>
                <a:lnTo>
                  <a:pt x="0" y="54482"/>
                </a:lnTo>
                <a:lnTo>
                  <a:pt x="0" y="1040383"/>
                </a:lnTo>
                <a:lnTo>
                  <a:pt x="4280" y="1061614"/>
                </a:lnTo>
                <a:lnTo>
                  <a:pt x="15954" y="1078976"/>
                </a:lnTo>
                <a:lnTo>
                  <a:pt x="33272" y="1090693"/>
                </a:lnTo>
                <a:lnTo>
                  <a:pt x="54482" y="1094994"/>
                </a:lnTo>
                <a:lnTo>
                  <a:pt x="8189976" y="1094994"/>
                </a:lnTo>
                <a:lnTo>
                  <a:pt x="8211206" y="1090693"/>
                </a:lnTo>
                <a:lnTo>
                  <a:pt x="8228568" y="1078976"/>
                </a:lnTo>
                <a:lnTo>
                  <a:pt x="8240285" y="1061614"/>
                </a:lnTo>
                <a:lnTo>
                  <a:pt x="8244585" y="1040383"/>
                </a:lnTo>
                <a:lnTo>
                  <a:pt x="8244585" y="54482"/>
                </a:lnTo>
                <a:lnTo>
                  <a:pt x="8240285" y="33272"/>
                </a:lnTo>
                <a:lnTo>
                  <a:pt x="8228568" y="15954"/>
                </a:lnTo>
                <a:lnTo>
                  <a:pt x="8211206" y="4280"/>
                </a:lnTo>
                <a:lnTo>
                  <a:pt x="818997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12023852" y="1489074"/>
            <a:ext cx="3358515" cy="818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4335">
              <a:lnSpc>
                <a:spcPct val="100000"/>
              </a:lnSpc>
              <a:spcBef>
                <a:spcPts val="100"/>
              </a:spcBef>
            </a:pPr>
            <a:r>
              <a:rPr dirty="0" sz="2600" spc="350">
                <a:solidFill>
                  <a:srgbClr val="FFFFFF"/>
                </a:solidFill>
                <a:latin typeface="Calibri"/>
                <a:cs typeface="Calibri"/>
              </a:rPr>
              <a:t>Apps</a:t>
            </a:r>
            <a:r>
              <a:rPr dirty="0" sz="26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275">
                <a:solidFill>
                  <a:srgbClr val="FFFFFF"/>
                </a:solidFill>
                <a:latin typeface="Calibri"/>
                <a:cs typeface="Calibri"/>
              </a:rPr>
              <a:t>Driven</a:t>
            </a:r>
            <a:r>
              <a:rPr dirty="0" sz="260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37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dirty="0" sz="2600" spc="33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dirty="0" sz="26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235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901395" y="6029071"/>
            <a:ext cx="689483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solidFill>
                  <a:srgbClr val="FFFFFF"/>
                </a:solidFill>
                <a:latin typeface="Malgun Gothic"/>
                <a:cs typeface="Malgun Gothic"/>
              </a:rPr>
              <a:t>많은</a:t>
            </a:r>
            <a:r>
              <a:rPr dirty="0" sz="2800" spc="-229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Malgun Gothic"/>
                <a:cs typeface="Malgun Gothic"/>
              </a:rPr>
              <a:t>디지털</a:t>
            </a:r>
            <a:r>
              <a:rPr dirty="0" sz="2800" spc="-2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Malgun Gothic"/>
                <a:cs typeface="Malgun Gothic"/>
              </a:rPr>
              <a:t>경험에는</a:t>
            </a:r>
            <a:r>
              <a:rPr dirty="0" sz="2800" spc="-23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Malgun Gothic"/>
                <a:cs typeface="Malgun Gothic"/>
              </a:rPr>
              <a:t>데이터</a:t>
            </a:r>
            <a:r>
              <a:rPr dirty="0" sz="2800" spc="-2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Malgun Gothic"/>
                <a:cs typeface="Malgun Gothic"/>
              </a:rPr>
              <a:t>스트림에</a:t>
            </a:r>
            <a:r>
              <a:rPr dirty="0" sz="2800" spc="-2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Malgun Gothic"/>
                <a:cs typeface="Malgun Gothic"/>
              </a:rPr>
              <a:t>대한 </a:t>
            </a:r>
            <a:r>
              <a:rPr dirty="0" sz="2800" spc="-35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dirty="0" sz="2800" spc="-2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280">
                <a:solidFill>
                  <a:srgbClr val="FFFFFF"/>
                </a:solidFill>
                <a:latin typeface="Malgun Gothic"/>
                <a:cs typeface="Malgun Gothic"/>
              </a:rPr>
              <a:t>처리</a:t>
            </a:r>
            <a:r>
              <a:rPr dirty="0" sz="2800" spc="28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2800" spc="280" b="1" i="1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dirty="0" sz="2800" spc="24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275" b="1" i="1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dirty="0" sz="2800" spc="275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dirty="0" sz="2800" spc="275">
                <a:solidFill>
                  <a:srgbClr val="FFFFFF"/>
                </a:solidFill>
                <a:latin typeface="Malgun Gothic"/>
                <a:cs typeface="Malgun Gothic"/>
              </a:rPr>
              <a:t>가 </a:t>
            </a:r>
            <a:r>
              <a:rPr dirty="0" sz="2800" spc="-10">
                <a:solidFill>
                  <a:srgbClr val="FFFFFF"/>
                </a:solidFill>
                <a:latin typeface="Malgun Gothic"/>
                <a:cs typeface="Malgun Gothic"/>
              </a:rPr>
              <a:t>필수적입니다</a:t>
            </a:r>
            <a:r>
              <a:rPr dirty="0" sz="280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901395" y="2286076"/>
            <a:ext cx="5216525" cy="1904364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35"/>
              </a:spcBef>
            </a:pPr>
            <a:r>
              <a:rPr dirty="0">
                <a:solidFill>
                  <a:srgbClr val="FFFFFF"/>
                </a:solidFill>
              </a:rPr>
              <a:t>디지털</a:t>
            </a:r>
            <a:r>
              <a:rPr dirty="0" spc="-3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퍼스트의 </a:t>
            </a:r>
            <a:r>
              <a:rPr dirty="0">
                <a:solidFill>
                  <a:srgbClr val="FFFFFF"/>
                </a:solidFill>
              </a:rPr>
              <a:t>세계관에서</a:t>
            </a:r>
            <a:r>
              <a:rPr dirty="0" spc="-310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펼쳐지는 </a:t>
            </a:r>
            <a:r>
              <a:rPr dirty="0">
                <a:solidFill>
                  <a:srgbClr val="FFFFFF"/>
                </a:solidFill>
              </a:rPr>
              <a:t>스트림</a:t>
            </a:r>
            <a:r>
              <a:rPr dirty="0" spc="-31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처리의</a:t>
            </a:r>
            <a:r>
              <a:rPr dirty="0" spc="-31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요구</a:t>
            </a:r>
          </a:p>
        </p:txBody>
      </p:sp>
      <p:grpSp>
        <p:nvGrpSpPr>
          <p:cNvPr id="58" name="object 58" descr=""/>
          <p:cNvGrpSpPr/>
          <p:nvPr/>
        </p:nvGrpSpPr>
        <p:grpSpPr>
          <a:xfrm>
            <a:off x="9575990" y="2868104"/>
            <a:ext cx="5213985" cy="6390640"/>
            <a:chOff x="9575990" y="2868104"/>
            <a:chExt cx="5213985" cy="6390640"/>
          </a:xfrm>
        </p:grpSpPr>
        <p:sp>
          <p:nvSpPr>
            <p:cNvPr id="59" name="object 59" descr=""/>
            <p:cNvSpPr/>
            <p:nvPr/>
          </p:nvSpPr>
          <p:spPr>
            <a:xfrm>
              <a:off x="9580753" y="287477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60"/>
                  </a:lnTo>
                  <a:lnTo>
                    <a:pt x="365029" y="9289"/>
                  </a:lnTo>
                  <a:lnTo>
                    <a:pt x="321206" y="20557"/>
                  </a:lnTo>
                  <a:lnTo>
                    <a:pt x="279195" y="35933"/>
                  </a:lnTo>
                  <a:lnTo>
                    <a:pt x="239227" y="55187"/>
                  </a:lnTo>
                  <a:lnTo>
                    <a:pt x="201531" y="78090"/>
                  </a:lnTo>
                  <a:lnTo>
                    <a:pt x="166337" y="104411"/>
                  </a:lnTo>
                  <a:lnTo>
                    <a:pt x="133873" y="133921"/>
                  </a:lnTo>
                  <a:lnTo>
                    <a:pt x="104370" y="166390"/>
                  </a:lnTo>
                  <a:lnTo>
                    <a:pt x="78056" y="201587"/>
                  </a:lnTo>
                  <a:lnTo>
                    <a:pt x="55161" y="239283"/>
                  </a:lnTo>
                  <a:lnTo>
                    <a:pt x="35915" y="279249"/>
                  </a:lnTo>
                  <a:lnTo>
                    <a:pt x="20546" y="321253"/>
                  </a:lnTo>
                  <a:lnTo>
                    <a:pt x="9284" y="365066"/>
                  </a:lnTo>
                  <a:lnTo>
                    <a:pt x="2359" y="410458"/>
                  </a:lnTo>
                  <a:lnTo>
                    <a:pt x="0" y="457200"/>
                  </a:lnTo>
                  <a:lnTo>
                    <a:pt x="2359" y="503962"/>
                  </a:lnTo>
                  <a:lnTo>
                    <a:pt x="9284" y="549370"/>
                  </a:lnTo>
                  <a:lnTo>
                    <a:pt x="20546" y="593193"/>
                  </a:lnTo>
                  <a:lnTo>
                    <a:pt x="35915" y="635204"/>
                  </a:lnTo>
                  <a:lnTo>
                    <a:pt x="55161" y="675172"/>
                  </a:lnTo>
                  <a:lnTo>
                    <a:pt x="78056" y="712868"/>
                  </a:lnTo>
                  <a:lnTo>
                    <a:pt x="104370" y="748062"/>
                  </a:lnTo>
                  <a:lnTo>
                    <a:pt x="133873" y="780526"/>
                  </a:lnTo>
                  <a:lnTo>
                    <a:pt x="166337" y="810029"/>
                  </a:lnTo>
                  <a:lnTo>
                    <a:pt x="201531" y="836343"/>
                  </a:lnTo>
                  <a:lnTo>
                    <a:pt x="239227" y="859238"/>
                  </a:lnTo>
                  <a:lnTo>
                    <a:pt x="279195" y="878484"/>
                  </a:lnTo>
                  <a:lnTo>
                    <a:pt x="321206" y="893853"/>
                  </a:lnTo>
                  <a:lnTo>
                    <a:pt x="365029" y="905115"/>
                  </a:lnTo>
                  <a:lnTo>
                    <a:pt x="410437" y="912040"/>
                  </a:lnTo>
                  <a:lnTo>
                    <a:pt x="457200" y="914400"/>
                  </a:lnTo>
                  <a:lnTo>
                    <a:pt x="503941" y="912040"/>
                  </a:lnTo>
                  <a:lnTo>
                    <a:pt x="549333" y="905115"/>
                  </a:lnTo>
                  <a:lnTo>
                    <a:pt x="593146" y="893853"/>
                  </a:lnTo>
                  <a:lnTo>
                    <a:pt x="635150" y="878484"/>
                  </a:lnTo>
                  <a:lnTo>
                    <a:pt x="675116" y="859238"/>
                  </a:lnTo>
                  <a:lnTo>
                    <a:pt x="712812" y="836343"/>
                  </a:lnTo>
                  <a:lnTo>
                    <a:pt x="748009" y="810029"/>
                  </a:lnTo>
                  <a:lnTo>
                    <a:pt x="780478" y="780526"/>
                  </a:lnTo>
                  <a:lnTo>
                    <a:pt x="809988" y="748062"/>
                  </a:lnTo>
                  <a:lnTo>
                    <a:pt x="836309" y="712868"/>
                  </a:lnTo>
                  <a:lnTo>
                    <a:pt x="859212" y="675172"/>
                  </a:lnTo>
                  <a:lnTo>
                    <a:pt x="878466" y="635204"/>
                  </a:lnTo>
                  <a:lnTo>
                    <a:pt x="893842" y="593193"/>
                  </a:lnTo>
                  <a:lnTo>
                    <a:pt x="905110" y="549370"/>
                  </a:lnTo>
                  <a:lnTo>
                    <a:pt x="912039" y="503962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9580753" y="287477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6" y="321253"/>
                  </a:lnTo>
                  <a:lnTo>
                    <a:pt x="35915" y="279249"/>
                  </a:lnTo>
                  <a:lnTo>
                    <a:pt x="55161" y="239283"/>
                  </a:lnTo>
                  <a:lnTo>
                    <a:pt x="78056" y="201587"/>
                  </a:lnTo>
                  <a:lnTo>
                    <a:pt x="104370" y="166390"/>
                  </a:lnTo>
                  <a:lnTo>
                    <a:pt x="133873" y="133921"/>
                  </a:lnTo>
                  <a:lnTo>
                    <a:pt x="166337" y="104411"/>
                  </a:lnTo>
                  <a:lnTo>
                    <a:pt x="201531" y="78090"/>
                  </a:lnTo>
                  <a:lnTo>
                    <a:pt x="239227" y="55187"/>
                  </a:lnTo>
                  <a:lnTo>
                    <a:pt x="279195" y="35933"/>
                  </a:lnTo>
                  <a:lnTo>
                    <a:pt x="321206" y="20557"/>
                  </a:lnTo>
                  <a:lnTo>
                    <a:pt x="365029" y="9289"/>
                  </a:lnTo>
                  <a:lnTo>
                    <a:pt x="410437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62"/>
                  </a:lnTo>
                  <a:lnTo>
                    <a:pt x="905110" y="549370"/>
                  </a:lnTo>
                  <a:lnTo>
                    <a:pt x="893842" y="593193"/>
                  </a:lnTo>
                  <a:lnTo>
                    <a:pt x="878466" y="635204"/>
                  </a:lnTo>
                  <a:lnTo>
                    <a:pt x="859212" y="675172"/>
                  </a:lnTo>
                  <a:lnTo>
                    <a:pt x="836309" y="712868"/>
                  </a:lnTo>
                  <a:lnTo>
                    <a:pt x="809988" y="748062"/>
                  </a:lnTo>
                  <a:lnTo>
                    <a:pt x="780478" y="780526"/>
                  </a:lnTo>
                  <a:lnTo>
                    <a:pt x="748009" y="810029"/>
                  </a:lnTo>
                  <a:lnTo>
                    <a:pt x="712812" y="836343"/>
                  </a:lnTo>
                  <a:lnTo>
                    <a:pt x="675116" y="859238"/>
                  </a:lnTo>
                  <a:lnTo>
                    <a:pt x="635150" y="878484"/>
                  </a:lnTo>
                  <a:lnTo>
                    <a:pt x="593146" y="893853"/>
                  </a:lnTo>
                  <a:lnTo>
                    <a:pt x="549333" y="905115"/>
                  </a:lnTo>
                  <a:lnTo>
                    <a:pt x="503941" y="912040"/>
                  </a:lnTo>
                  <a:lnTo>
                    <a:pt x="457200" y="914400"/>
                  </a:lnTo>
                  <a:lnTo>
                    <a:pt x="410437" y="912040"/>
                  </a:lnTo>
                  <a:lnTo>
                    <a:pt x="365029" y="905115"/>
                  </a:lnTo>
                  <a:lnTo>
                    <a:pt x="321206" y="893853"/>
                  </a:lnTo>
                  <a:lnTo>
                    <a:pt x="279195" y="878484"/>
                  </a:lnTo>
                  <a:lnTo>
                    <a:pt x="239227" y="859238"/>
                  </a:lnTo>
                  <a:lnTo>
                    <a:pt x="201531" y="836343"/>
                  </a:lnTo>
                  <a:lnTo>
                    <a:pt x="166337" y="810029"/>
                  </a:lnTo>
                  <a:lnTo>
                    <a:pt x="133873" y="780526"/>
                  </a:lnTo>
                  <a:lnTo>
                    <a:pt x="104370" y="748062"/>
                  </a:lnTo>
                  <a:lnTo>
                    <a:pt x="78056" y="712868"/>
                  </a:lnTo>
                  <a:lnTo>
                    <a:pt x="55161" y="675172"/>
                  </a:lnTo>
                  <a:lnTo>
                    <a:pt x="35915" y="635204"/>
                  </a:lnTo>
                  <a:lnTo>
                    <a:pt x="20546" y="593193"/>
                  </a:lnTo>
                  <a:lnTo>
                    <a:pt x="9284" y="549370"/>
                  </a:lnTo>
                  <a:lnTo>
                    <a:pt x="2359" y="503962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667621" y="3204892"/>
              <a:ext cx="741045" cy="292735"/>
            </a:xfrm>
            <a:custGeom>
              <a:avLst/>
              <a:gdLst/>
              <a:ahLst/>
              <a:cxnLst/>
              <a:rect l="l" t="t" r="r" b="b"/>
              <a:pathLst>
                <a:path w="741045" h="292735">
                  <a:moveTo>
                    <a:pt x="740536" y="172418"/>
                  </a:moveTo>
                  <a:lnTo>
                    <a:pt x="701214" y="140614"/>
                  </a:lnTo>
                  <a:lnTo>
                    <a:pt x="660456" y="111970"/>
                  </a:lnTo>
                  <a:lnTo>
                    <a:pt x="618406" y="86516"/>
                  </a:lnTo>
                  <a:lnTo>
                    <a:pt x="575207" y="64278"/>
                  </a:lnTo>
                  <a:lnTo>
                    <a:pt x="531001" y="45287"/>
                  </a:lnTo>
                  <a:lnTo>
                    <a:pt x="485931" y="29569"/>
                  </a:lnTo>
                  <a:lnTo>
                    <a:pt x="440141" y="17153"/>
                  </a:lnTo>
                  <a:lnTo>
                    <a:pt x="393773" y="8067"/>
                  </a:lnTo>
                  <a:lnTo>
                    <a:pt x="346970" y="2340"/>
                  </a:lnTo>
                  <a:lnTo>
                    <a:pt x="299875" y="0"/>
                  </a:lnTo>
                  <a:lnTo>
                    <a:pt x="252631" y="1074"/>
                  </a:lnTo>
                  <a:lnTo>
                    <a:pt x="205381" y="5591"/>
                  </a:lnTo>
                  <a:lnTo>
                    <a:pt x="158268" y="13580"/>
                  </a:lnTo>
                  <a:lnTo>
                    <a:pt x="111434" y="25068"/>
                  </a:lnTo>
                  <a:lnTo>
                    <a:pt x="65024" y="40084"/>
                  </a:lnTo>
                </a:path>
                <a:path w="741045" h="292735">
                  <a:moveTo>
                    <a:pt x="78358" y="260810"/>
                  </a:moveTo>
                  <a:lnTo>
                    <a:pt x="46735" y="260810"/>
                  </a:lnTo>
                </a:path>
                <a:path w="741045" h="292735">
                  <a:moveTo>
                    <a:pt x="555498" y="260810"/>
                  </a:moveTo>
                  <a:lnTo>
                    <a:pt x="180212" y="260810"/>
                  </a:lnTo>
                </a:path>
                <a:path w="741045" h="292735">
                  <a:moveTo>
                    <a:pt x="695832" y="260810"/>
                  </a:moveTo>
                  <a:lnTo>
                    <a:pt x="657351" y="260810"/>
                  </a:lnTo>
                </a:path>
                <a:path w="741045" h="292735">
                  <a:moveTo>
                    <a:pt x="740536" y="172418"/>
                  </a:moveTo>
                  <a:lnTo>
                    <a:pt x="695832" y="260810"/>
                  </a:lnTo>
                </a:path>
                <a:path w="741045" h="292735">
                  <a:moveTo>
                    <a:pt x="579501" y="65992"/>
                  </a:moveTo>
                  <a:lnTo>
                    <a:pt x="501014" y="187277"/>
                  </a:lnTo>
                </a:path>
                <a:path w="741045" h="292735">
                  <a:moveTo>
                    <a:pt x="65277" y="40084"/>
                  </a:moveTo>
                  <a:lnTo>
                    <a:pt x="0" y="168735"/>
                  </a:lnTo>
                </a:path>
                <a:path w="741045" h="292735">
                  <a:moveTo>
                    <a:pt x="0" y="168735"/>
                  </a:moveTo>
                  <a:lnTo>
                    <a:pt x="46735" y="260810"/>
                  </a:lnTo>
                </a:path>
                <a:path w="741045" h="292735">
                  <a:moveTo>
                    <a:pt x="546100" y="223980"/>
                  </a:moveTo>
                  <a:lnTo>
                    <a:pt x="550844" y="250736"/>
                  </a:lnTo>
                  <a:lnTo>
                    <a:pt x="563768" y="272574"/>
                  </a:lnTo>
                  <a:lnTo>
                    <a:pt x="582908" y="287292"/>
                  </a:lnTo>
                  <a:lnTo>
                    <a:pt x="606298" y="292687"/>
                  </a:lnTo>
                  <a:lnTo>
                    <a:pt x="629814" y="287292"/>
                  </a:lnTo>
                  <a:lnTo>
                    <a:pt x="648985" y="272574"/>
                  </a:lnTo>
                  <a:lnTo>
                    <a:pt x="661894" y="250736"/>
                  </a:lnTo>
                  <a:lnTo>
                    <a:pt x="666623" y="223980"/>
                  </a:lnTo>
                  <a:lnTo>
                    <a:pt x="661894" y="197225"/>
                  </a:lnTo>
                  <a:lnTo>
                    <a:pt x="648985" y="175387"/>
                  </a:lnTo>
                  <a:lnTo>
                    <a:pt x="629814" y="160669"/>
                  </a:lnTo>
                  <a:lnTo>
                    <a:pt x="606298" y="155273"/>
                  </a:lnTo>
                  <a:lnTo>
                    <a:pt x="582908" y="160669"/>
                  </a:lnTo>
                  <a:lnTo>
                    <a:pt x="563768" y="175387"/>
                  </a:lnTo>
                  <a:lnTo>
                    <a:pt x="550844" y="197225"/>
                  </a:lnTo>
                  <a:lnTo>
                    <a:pt x="546100" y="223980"/>
                  </a:lnTo>
                  <a:close/>
                </a:path>
                <a:path w="741045" h="292735">
                  <a:moveTo>
                    <a:pt x="69087" y="224107"/>
                  </a:moveTo>
                  <a:lnTo>
                    <a:pt x="79216" y="262192"/>
                  </a:lnTo>
                  <a:lnTo>
                    <a:pt x="123610" y="292461"/>
                  </a:lnTo>
                  <a:lnTo>
                    <a:pt x="141065" y="291386"/>
                  </a:lnTo>
                  <a:lnTo>
                    <a:pt x="157519" y="284643"/>
                  </a:lnTo>
                  <a:lnTo>
                    <a:pt x="171830" y="272494"/>
                  </a:lnTo>
                  <a:lnTo>
                    <a:pt x="188813" y="236036"/>
                  </a:lnTo>
                  <a:lnTo>
                    <a:pt x="185007" y="197803"/>
                  </a:lnTo>
                  <a:lnTo>
                    <a:pt x="164008" y="167642"/>
                  </a:lnTo>
                  <a:lnTo>
                    <a:pt x="129412" y="155400"/>
                  </a:lnTo>
                  <a:lnTo>
                    <a:pt x="105878" y="160725"/>
                  </a:lnTo>
                  <a:lnTo>
                    <a:pt x="86677" y="175419"/>
                  </a:lnTo>
                  <a:lnTo>
                    <a:pt x="73763" y="197281"/>
                  </a:lnTo>
                  <a:lnTo>
                    <a:pt x="69087" y="224107"/>
                  </a:lnTo>
                  <a:close/>
                </a:path>
                <a:path w="741045" h="292735">
                  <a:moveTo>
                    <a:pt x="501014" y="187277"/>
                  </a:moveTo>
                  <a:lnTo>
                    <a:pt x="361569" y="187277"/>
                  </a:lnTo>
                </a:path>
                <a:path w="741045" h="292735">
                  <a:moveTo>
                    <a:pt x="361569" y="187277"/>
                  </a:moveTo>
                  <a:lnTo>
                    <a:pt x="109854" y="25479"/>
                  </a:lnTo>
                </a:path>
                <a:path w="741045" h="292735">
                  <a:moveTo>
                    <a:pt x="23495" y="122507"/>
                  </a:moveTo>
                  <a:lnTo>
                    <a:pt x="72262" y="87455"/>
                  </a:lnTo>
                </a:path>
                <a:path w="741045" h="292735">
                  <a:moveTo>
                    <a:pt x="490981" y="146637"/>
                  </a:moveTo>
                  <a:lnTo>
                    <a:pt x="559053" y="97615"/>
                  </a:lnTo>
                </a:path>
                <a:path w="741045" h="292735">
                  <a:moveTo>
                    <a:pt x="490981" y="146637"/>
                  </a:moveTo>
                  <a:lnTo>
                    <a:pt x="72262" y="87455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580753" y="424091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60"/>
                  </a:lnTo>
                  <a:lnTo>
                    <a:pt x="365029" y="9289"/>
                  </a:lnTo>
                  <a:lnTo>
                    <a:pt x="321206" y="20557"/>
                  </a:lnTo>
                  <a:lnTo>
                    <a:pt x="279195" y="35933"/>
                  </a:lnTo>
                  <a:lnTo>
                    <a:pt x="239227" y="55187"/>
                  </a:lnTo>
                  <a:lnTo>
                    <a:pt x="201531" y="78090"/>
                  </a:lnTo>
                  <a:lnTo>
                    <a:pt x="166337" y="104411"/>
                  </a:lnTo>
                  <a:lnTo>
                    <a:pt x="133873" y="133921"/>
                  </a:lnTo>
                  <a:lnTo>
                    <a:pt x="104370" y="166390"/>
                  </a:lnTo>
                  <a:lnTo>
                    <a:pt x="78056" y="201587"/>
                  </a:lnTo>
                  <a:lnTo>
                    <a:pt x="55161" y="239283"/>
                  </a:lnTo>
                  <a:lnTo>
                    <a:pt x="35915" y="279249"/>
                  </a:lnTo>
                  <a:lnTo>
                    <a:pt x="20546" y="321253"/>
                  </a:lnTo>
                  <a:lnTo>
                    <a:pt x="9284" y="365066"/>
                  </a:lnTo>
                  <a:lnTo>
                    <a:pt x="2359" y="410458"/>
                  </a:lnTo>
                  <a:lnTo>
                    <a:pt x="0" y="457200"/>
                  </a:lnTo>
                  <a:lnTo>
                    <a:pt x="2359" y="503941"/>
                  </a:lnTo>
                  <a:lnTo>
                    <a:pt x="9284" y="549333"/>
                  </a:lnTo>
                  <a:lnTo>
                    <a:pt x="20546" y="593146"/>
                  </a:lnTo>
                  <a:lnTo>
                    <a:pt x="35915" y="635150"/>
                  </a:lnTo>
                  <a:lnTo>
                    <a:pt x="55161" y="675116"/>
                  </a:lnTo>
                  <a:lnTo>
                    <a:pt x="78056" y="712812"/>
                  </a:lnTo>
                  <a:lnTo>
                    <a:pt x="104370" y="748009"/>
                  </a:lnTo>
                  <a:lnTo>
                    <a:pt x="133873" y="780478"/>
                  </a:lnTo>
                  <a:lnTo>
                    <a:pt x="166337" y="809988"/>
                  </a:lnTo>
                  <a:lnTo>
                    <a:pt x="201531" y="836309"/>
                  </a:lnTo>
                  <a:lnTo>
                    <a:pt x="239227" y="859212"/>
                  </a:lnTo>
                  <a:lnTo>
                    <a:pt x="279195" y="878466"/>
                  </a:lnTo>
                  <a:lnTo>
                    <a:pt x="321206" y="893842"/>
                  </a:lnTo>
                  <a:lnTo>
                    <a:pt x="365029" y="905110"/>
                  </a:lnTo>
                  <a:lnTo>
                    <a:pt x="410437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580753" y="424091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6" y="321253"/>
                  </a:lnTo>
                  <a:lnTo>
                    <a:pt x="35915" y="279249"/>
                  </a:lnTo>
                  <a:lnTo>
                    <a:pt x="55161" y="239283"/>
                  </a:lnTo>
                  <a:lnTo>
                    <a:pt x="78056" y="201587"/>
                  </a:lnTo>
                  <a:lnTo>
                    <a:pt x="104370" y="166390"/>
                  </a:lnTo>
                  <a:lnTo>
                    <a:pt x="133873" y="133921"/>
                  </a:lnTo>
                  <a:lnTo>
                    <a:pt x="166337" y="104411"/>
                  </a:lnTo>
                  <a:lnTo>
                    <a:pt x="201531" y="78090"/>
                  </a:lnTo>
                  <a:lnTo>
                    <a:pt x="239227" y="55187"/>
                  </a:lnTo>
                  <a:lnTo>
                    <a:pt x="279195" y="35933"/>
                  </a:lnTo>
                  <a:lnTo>
                    <a:pt x="321206" y="20557"/>
                  </a:lnTo>
                  <a:lnTo>
                    <a:pt x="365029" y="9289"/>
                  </a:lnTo>
                  <a:lnTo>
                    <a:pt x="410437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37" y="912039"/>
                  </a:lnTo>
                  <a:lnTo>
                    <a:pt x="365029" y="905110"/>
                  </a:lnTo>
                  <a:lnTo>
                    <a:pt x="321206" y="893842"/>
                  </a:lnTo>
                  <a:lnTo>
                    <a:pt x="279195" y="878466"/>
                  </a:lnTo>
                  <a:lnTo>
                    <a:pt x="239227" y="859212"/>
                  </a:lnTo>
                  <a:lnTo>
                    <a:pt x="201531" y="836309"/>
                  </a:lnTo>
                  <a:lnTo>
                    <a:pt x="166337" y="809988"/>
                  </a:lnTo>
                  <a:lnTo>
                    <a:pt x="133873" y="780478"/>
                  </a:lnTo>
                  <a:lnTo>
                    <a:pt x="104370" y="748009"/>
                  </a:lnTo>
                  <a:lnTo>
                    <a:pt x="78056" y="712812"/>
                  </a:lnTo>
                  <a:lnTo>
                    <a:pt x="55161" y="675116"/>
                  </a:lnTo>
                  <a:lnTo>
                    <a:pt x="35915" y="635150"/>
                  </a:lnTo>
                  <a:lnTo>
                    <a:pt x="20546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685909" y="4381296"/>
              <a:ext cx="704087" cy="633679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9580753" y="560705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60"/>
                  </a:lnTo>
                  <a:lnTo>
                    <a:pt x="365029" y="9289"/>
                  </a:lnTo>
                  <a:lnTo>
                    <a:pt x="321206" y="20557"/>
                  </a:lnTo>
                  <a:lnTo>
                    <a:pt x="279195" y="35933"/>
                  </a:lnTo>
                  <a:lnTo>
                    <a:pt x="239227" y="55187"/>
                  </a:lnTo>
                  <a:lnTo>
                    <a:pt x="201531" y="78090"/>
                  </a:lnTo>
                  <a:lnTo>
                    <a:pt x="166337" y="104411"/>
                  </a:lnTo>
                  <a:lnTo>
                    <a:pt x="133873" y="133921"/>
                  </a:lnTo>
                  <a:lnTo>
                    <a:pt x="104370" y="166390"/>
                  </a:lnTo>
                  <a:lnTo>
                    <a:pt x="78056" y="201587"/>
                  </a:lnTo>
                  <a:lnTo>
                    <a:pt x="55161" y="239283"/>
                  </a:lnTo>
                  <a:lnTo>
                    <a:pt x="35915" y="279249"/>
                  </a:lnTo>
                  <a:lnTo>
                    <a:pt x="20546" y="321253"/>
                  </a:lnTo>
                  <a:lnTo>
                    <a:pt x="9284" y="365066"/>
                  </a:lnTo>
                  <a:lnTo>
                    <a:pt x="2359" y="410458"/>
                  </a:lnTo>
                  <a:lnTo>
                    <a:pt x="0" y="457200"/>
                  </a:lnTo>
                  <a:lnTo>
                    <a:pt x="2359" y="503941"/>
                  </a:lnTo>
                  <a:lnTo>
                    <a:pt x="9284" y="549333"/>
                  </a:lnTo>
                  <a:lnTo>
                    <a:pt x="20546" y="593146"/>
                  </a:lnTo>
                  <a:lnTo>
                    <a:pt x="35915" y="635150"/>
                  </a:lnTo>
                  <a:lnTo>
                    <a:pt x="55161" y="675116"/>
                  </a:lnTo>
                  <a:lnTo>
                    <a:pt x="78056" y="712812"/>
                  </a:lnTo>
                  <a:lnTo>
                    <a:pt x="104370" y="748009"/>
                  </a:lnTo>
                  <a:lnTo>
                    <a:pt x="133873" y="780478"/>
                  </a:lnTo>
                  <a:lnTo>
                    <a:pt x="166337" y="809988"/>
                  </a:lnTo>
                  <a:lnTo>
                    <a:pt x="201531" y="836309"/>
                  </a:lnTo>
                  <a:lnTo>
                    <a:pt x="239227" y="859212"/>
                  </a:lnTo>
                  <a:lnTo>
                    <a:pt x="279195" y="878466"/>
                  </a:lnTo>
                  <a:lnTo>
                    <a:pt x="321206" y="893842"/>
                  </a:lnTo>
                  <a:lnTo>
                    <a:pt x="365029" y="905110"/>
                  </a:lnTo>
                  <a:lnTo>
                    <a:pt x="410437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9580753" y="560705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6" y="321253"/>
                  </a:lnTo>
                  <a:lnTo>
                    <a:pt x="35915" y="279249"/>
                  </a:lnTo>
                  <a:lnTo>
                    <a:pt x="55161" y="239283"/>
                  </a:lnTo>
                  <a:lnTo>
                    <a:pt x="78056" y="201587"/>
                  </a:lnTo>
                  <a:lnTo>
                    <a:pt x="104370" y="166390"/>
                  </a:lnTo>
                  <a:lnTo>
                    <a:pt x="133873" y="133921"/>
                  </a:lnTo>
                  <a:lnTo>
                    <a:pt x="166337" y="104411"/>
                  </a:lnTo>
                  <a:lnTo>
                    <a:pt x="201531" y="78090"/>
                  </a:lnTo>
                  <a:lnTo>
                    <a:pt x="239227" y="55187"/>
                  </a:lnTo>
                  <a:lnTo>
                    <a:pt x="279195" y="35933"/>
                  </a:lnTo>
                  <a:lnTo>
                    <a:pt x="321206" y="20557"/>
                  </a:lnTo>
                  <a:lnTo>
                    <a:pt x="365029" y="9289"/>
                  </a:lnTo>
                  <a:lnTo>
                    <a:pt x="410437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37" y="912039"/>
                  </a:lnTo>
                  <a:lnTo>
                    <a:pt x="365029" y="905110"/>
                  </a:lnTo>
                  <a:lnTo>
                    <a:pt x="321206" y="893842"/>
                  </a:lnTo>
                  <a:lnTo>
                    <a:pt x="279195" y="878466"/>
                  </a:lnTo>
                  <a:lnTo>
                    <a:pt x="239227" y="859212"/>
                  </a:lnTo>
                  <a:lnTo>
                    <a:pt x="201531" y="836309"/>
                  </a:lnTo>
                  <a:lnTo>
                    <a:pt x="166337" y="809988"/>
                  </a:lnTo>
                  <a:lnTo>
                    <a:pt x="133873" y="780478"/>
                  </a:lnTo>
                  <a:lnTo>
                    <a:pt x="104370" y="748009"/>
                  </a:lnTo>
                  <a:lnTo>
                    <a:pt x="78056" y="712812"/>
                  </a:lnTo>
                  <a:lnTo>
                    <a:pt x="55161" y="675116"/>
                  </a:lnTo>
                  <a:lnTo>
                    <a:pt x="35915" y="635150"/>
                  </a:lnTo>
                  <a:lnTo>
                    <a:pt x="20546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681178" y="5900674"/>
              <a:ext cx="713740" cy="320675"/>
            </a:xfrm>
            <a:custGeom>
              <a:avLst/>
              <a:gdLst/>
              <a:ahLst/>
              <a:cxnLst/>
              <a:rect l="l" t="t" r="r" b="b"/>
              <a:pathLst>
                <a:path w="713740" h="320675">
                  <a:moveTo>
                    <a:pt x="544480" y="0"/>
                  </a:moveTo>
                  <a:lnTo>
                    <a:pt x="169068" y="0"/>
                  </a:lnTo>
                  <a:lnTo>
                    <a:pt x="126668" y="5127"/>
                  </a:lnTo>
                  <a:lnTo>
                    <a:pt x="87518" y="19875"/>
                  </a:lnTo>
                  <a:lnTo>
                    <a:pt x="53393" y="43291"/>
                  </a:lnTo>
                  <a:lnTo>
                    <a:pt x="26066" y="74422"/>
                  </a:lnTo>
                  <a:lnTo>
                    <a:pt x="7901" y="111089"/>
                  </a:lnTo>
                  <a:lnTo>
                    <a:pt x="0" y="150304"/>
                  </a:lnTo>
                  <a:lnTo>
                    <a:pt x="2528" y="190186"/>
                  </a:lnTo>
                  <a:lnTo>
                    <a:pt x="15652" y="228853"/>
                  </a:lnTo>
                  <a:lnTo>
                    <a:pt x="38480" y="263106"/>
                  </a:lnTo>
                  <a:lnTo>
                    <a:pt x="69119" y="290464"/>
                  </a:lnTo>
                  <a:lnTo>
                    <a:pt x="105949" y="309846"/>
                  </a:lnTo>
                  <a:lnTo>
                    <a:pt x="147351" y="320166"/>
                  </a:lnTo>
                  <a:lnTo>
                    <a:pt x="190067" y="320212"/>
                  </a:lnTo>
                  <a:lnTo>
                    <a:pt x="230854" y="310340"/>
                  </a:lnTo>
                  <a:lnTo>
                    <a:pt x="267831" y="291252"/>
                  </a:lnTo>
                  <a:lnTo>
                    <a:pt x="299116" y="263651"/>
                  </a:lnTo>
                  <a:lnTo>
                    <a:pt x="326135" y="246864"/>
                  </a:lnTo>
                  <a:lnTo>
                    <a:pt x="356774" y="241268"/>
                  </a:lnTo>
                  <a:lnTo>
                    <a:pt x="387413" y="246864"/>
                  </a:lnTo>
                  <a:lnTo>
                    <a:pt x="414432" y="263651"/>
                  </a:lnTo>
                  <a:lnTo>
                    <a:pt x="445648" y="291248"/>
                  </a:lnTo>
                  <a:lnTo>
                    <a:pt x="482615" y="310308"/>
                  </a:lnTo>
                  <a:lnTo>
                    <a:pt x="523464" y="320105"/>
                  </a:lnTo>
                  <a:lnTo>
                    <a:pt x="566324" y="319913"/>
                  </a:lnTo>
                  <a:lnTo>
                    <a:pt x="607635" y="309719"/>
                  </a:lnTo>
                  <a:lnTo>
                    <a:pt x="644398" y="290369"/>
                  </a:lnTo>
                  <a:lnTo>
                    <a:pt x="675016" y="262995"/>
                  </a:lnTo>
                  <a:lnTo>
                    <a:pt x="697896" y="228726"/>
                  </a:lnTo>
                  <a:lnTo>
                    <a:pt x="710985" y="190132"/>
                  </a:lnTo>
                  <a:lnTo>
                    <a:pt x="713549" y="150288"/>
                  </a:lnTo>
                  <a:lnTo>
                    <a:pt x="705683" y="111087"/>
                  </a:lnTo>
                  <a:lnTo>
                    <a:pt x="687482" y="74422"/>
                  </a:lnTo>
                  <a:lnTo>
                    <a:pt x="660155" y="43291"/>
                  </a:lnTo>
                  <a:lnTo>
                    <a:pt x="626030" y="19875"/>
                  </a:lnTo>
                  <a:lnTo>
                    <a:pt x="586880" y="5127"/>
                  </a:lnTo>
                  <a:lnTo>
                    <a:pt x="544480" y="0"/>
                  </a:lnTo>
                  <a:close/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759505" y="5972365"/>
              <a:ext cx="186562" cy="177926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133590" y="5972365"/>
              <a:ext cx="186112" cy="178181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9580753" y="697318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60"/>
                  </a:lnTo>
                  <a:lnTo>
                    <a:pt x="365029" y="9289"/>
                  </a:lnTo>
                  <a:lnTo>
                    <a:pt x="321206" y="20557"/>
                  </a:lnTo>
                  <a:lnTo>
                    <a:pt x="279195" y="35933"/>
                  </a:lnTo>
                  <a:lnTo>
                    <a:pt x="239227" y="55187"/>
                  </a:lnTo>
                  <a:lnTo>
                    <a:pt x="201531" y="78090"/>
                  </a:lnTo>
                  <a:lnTo>
                    <a:pt x="166337" y="104411"/>
                  </a:lnTo>
                  <a:lnTo>
                    <a:pt x="133873" y="133921"/>
                  </a:lnTo>
                  <a:lnTo>
                    <a:pt x="104370" y="166390"/>
                  </a:lnTo>
                  <a:lnTo>
                    <a:pt x="78056" y="201587"/>
                  </a:lnTo>
                  <a:lnTo>
                    <a:pt x="55161" y="239283"/>
                  </a:lnTo>
                  <a:lnTo>
                    <a:pt x="35915" y="279249"/>
                  </a:lnTo>
                  <a:lnTo>
                    <a:pt x="20546" y="321253"/>
                  </a:lnTo>
                  <a:lnTo>
                    <a:pt x="9284" y="365066"/>
                  </a:lnTo>
                  <a:lnTo>
                    <a:pt x="2359" y="410458"/>
                  </a:lnTo>
                  <a:lnTo>
                    <a:pt x="0" y="457200"/>
                  </a:lnTo>
                  <a:lnTo>
                    <a:pt x="2359" y="503941"/>
                  </a:lnTo>
                  <a:lnTo>
                    <a:pt x="9284" y="549333"/>
                  </a:lnTo>
                  <a:lnTo>
                    <a:pt x="20546" y="593146"/>
                  </a:lnTo>
                  <a:lnTo>
                    <a:pt x="35915" y="635150"/>
                  </a:lnTo>
                  <a:lnTo>
                    <a:pt x="55161" y="675116"/>
                  </a:lnTo>
                  <a:lnTo>
                    <a:pt x="78056" y="712812"/>
                  </a:lnTo>
                  <a:lnTo>
                    <a:pt x="104370" y="748009"/>
                  </a:lnTo>
                  <a:lnTo>
                    <a:pt x="133873" y="780478"/>
                  </a:lnTo>
                  <a:lnTo>
                    <a:pt x="166337" y="809988"/>
                  </a:lnTo>
                  <a:lnTo>
                    <a:pt x="201531" y="836309"/>
                  </a:lnTo>
                  <a:lnTo>
                    <a:pt x="239227" y="859212"/>
                  </a:lnTo>
                  <a:lnTo>
                    <a:pt x="279195" y="878466"/>
                  </a:lnTo>
                  <a:lnTo>
                    <a:pt x="321206" y="893842"/>
                  </a:lnTo>
                  <a:lnTo>
                    <a:pt x="365029" y="905110"/>
                  </a:lnTo>
                  <a:lnTo>
                    <a:pt x="410437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580753" y="697318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6" y="321253"/>
                  </a:lnTo>
                  <a:lnTo>
                    <a:pt x="35915" y="279249"/>
                  </a:lnTo>
                  <a:lnTo>
                    <a:pt x="55161" y="239283"/>
                  </a:lnTo>
                  <a:lnTo>
                    <a:pt x="78056" y="201587"/>
                  </a:lnTo>
                  <a:lnTo>
                    <a:pt x="104370" y="166390"/>
                  </a:lnTo>
                  <a:lnTo>
                    <a:pt x="133873" y="133921"/>
                  </a:lnTo>
                  <a:lnTo>
                    <a:pt x="166337" y="104411"/>
                  </a:lnTo>
                  <a:lnTo>
                    <a:pt x="201531" y="78090"/>
                  </a:lnTo>
                  <a:lnTo>
                    <a:pt x="239227" y="55187"/>
                  </a:lnTo>
                  <a:lnTo>
                    <a:pt x="279195" y="35933"/>
                  </a:lnTo>
                  <a:lnTo>
                    <a:pt x="321206" y="20557"/>
                  </a:lnTo>
                  <a:lnTo>
                    <a:pt x="365029" y="9289"/>
                  </a:lnTo>
                  <a:lnTo>
                    <a:pt x="410437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37" y="912039"/>
                  </a:lnTo>
                  <a:lnTo>
                    <a:pt x="365029" y="905110"/>
                  </a:lnTo>
                  <a:lnTo>
                    <a:pt x="321206" y="893842"/>
                  </a:lnTo>
                  <a:lnTo>
                    <a:pt x="279195" y="878466"/>
                  </a:lnTo>
                  <a:lnTo>
                    <a:pt x="239227" y="859212"/>
                  </a:lnTo>
                  <a:lnTo>
                    <a:pt x="201531" y="836309"/>
                  </a:lnTo>
                  <a:lnTo>
                    <a:pt x="166337" y="809988"/>
                  </a:lnTo>
                  <a:lnTo>
                    <a:pt x="133873" y="780478"/>
                  </a:lnTo>
                  <a:lnTo>
                    <a:pt x="104370" y="748009"/>
                  </a:lnTo>
                  <a:lnTo>
                    <a:pt x="78056" y="712812"/>
                  </a:lnTo>
                  <a:lnTo>
                    <a:pt x="55161" y="675116"/>
                  </a:lnTo>
                  <a:lnTo>
                    <a:pt x="35915" y="635150"/>
                  </a:lnTo>
                  <a:lnTo>
                    <a:pt x="20546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717913" y="7110349"/>
              <a:ext cx="640079" cy="640080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9580753" y="8339327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37" y="2359"/>
                  </a:lnTo>
                  <a:lnTo>
                    <a:pt x="365029" y="9284"/>
                  </a:lnTo>
                  <a:lnTo>
                    <a:pt x="321206" y="20546"/>
                  </a:lnTo>
                  <a:lnTo>
                    <a:pt x="279195" y="35915"/>
                  </a:lnTo>
                  <a:lnTo>
                    <a:pt x="239227" y="55161"/>
                  </a:lnTo>
                  <a:lnTo>
                    <a:pt x="201531" y="78056"/>
                  </a:lnTo>
                  <a:lnTo>
                    <a:pt x="166337" y="104370"/>
                  </a:lnTo>
                  <a:lnTo>
                    <a:pt x="133873" y="133873"/>
                  </a:lnTo>
                  <a:lnTo>
                    <a:pt x="104370" y="166337"/>
                  </a:lnTo>
                  <a:lnTo>
                    <a:pt x="78056" y="201531"/>
                  </a:lnTo>
                  <a:lnTo>
                    <a:pt x="55161" y="239227"/>
                  </a:lnTo>
                  <a:lnTo>
                    <a:pt x="35915" y="279195"/>
                  </a:lnTo>
                  <a:lnTo>
                    <a:pt x="20546" y="321206"/>
                  </a:lnTo>
                  <a:lnTo>
                    <a:pt x="9284" y="365029"/>
                  </a:lnTo>
                  <a:lnTo>
                    <a:pt x="2359" y="410437"/>
                  </a:lnTo>
                  <a:lnTo>
                    <a:pt x="0" y="457200"/>
                  </a:lnTo>
                  <a:lnTo>
                    <a:pt x="2359" y="503936"/>
                  </a:lnTo>
                  <a:lnTo>
                    <a:pt x="9284" y="549324"/>
                  </a:lnTo>
                  <a:lnTo>
                    <a:pt x="20546" y="593132"/>
                  </a:lnTo>
                  <a:lnTo>
                    <a:pt x="35915" y="635132"/>
                  </a:lnTo>
                  <a:lnTo>
                    <a:pt x="55161" y="675092"/>
                  </a:lnTo>
                  <a:lnTo>
                    <a:pt x="78056" y="712785"/>
                  </a:lnTo>
                  <a:lnTo>
                    <a:pt x="104370" y="747978"/>
                  </a:lnTo>
                  <a:lnTo>
                    <a:pt x="133873" y="780443"/>
                  </a:lnTo>
                  <a:lnTo>
                    <a:pt x="166337" y="809950"/>
                  </a:lnTo>
                  <a:lnTo>
                    <a:pt x="201531" y="836268"/>
                  </a:lnTo>
                  <a:lnTo>
                    <a:pt x="239227" y="859168"/>
                  </a:lnTo>
                  <a:lnTo>
                    <a:pt x="279195" y="878420"/>
                  </a:lnTo>
                  <a:lnTo>
                    <a:pt x="321206" y="893794"/>
                  </a:lnTo>
                  <a:lnTo>
                    <a:pt x="365029" y="905060"/>
                  </a:lnTo>
                  <a:lnTo>
                    <a:pt x="410437" y="911988"/>
                  </a:lnTo>
                  <a:lnTo>
                    <a:pt x="457200" y="914349"/>
                  </a:lnTo>
                  <a:lnTo>
                    <a:pt x="503941" y="911988"/>
                  </a:lnTo>
                  <a:lnTo>
                    <a:pt x="549333" y="905060"/>
                  </a:lnTo>
                  <a:lnTo>
                    <a:pt x="593146" y="893794"/>
                  </a:lnTo>
                  <a:lnTo>
                    <a:pt x="635150" y="878420"/>
                  </a:lnTo>
                  <a:lnTo>
                    <a:pt x="675116" y="859168"/>
                  </a:lnTo>
                  <a:lnTo>
                    <a:pt x="712812" y="836268"/>
                  </a:lnTo>
                  <a:lnTo>
                    <a:pt x="748009" y="809950"/>
                  </a:lnTo>
                  <a:lnTo>
                    <a:pt x="780478" y="780443"/>
                  </a:lnTo>
                  <a:lnTo>
                    <a:pt x="809988" y="747978"/>
                  </a:lnTo>
                  <a:lnTo>
                    <a:pt x="836309" y="712785"/>
                  </a:lnTo>
                  <a:lnTo>
                    <a:pt x="859212" y="675092"/>
                  </a:lnTo>
                  <a:lnTo>
                    <a:pt x="878466" y="635132"/>
                  </a:lnTo>
                  <a:lnTo>
                    <a:pt x="893842" y="593132"/>
                  </a:lnTo>
                  <a:lnTo>
                    <a:pt x="905110" y="549324"/>
                  </a:lnTo>
                  <a:lnTo>
                    <a:pt x="912039" y="503936"/>
                  </a:lnTo>
                  <a:lnTo>
                    <a:pt x="914400" y="457200"/>
                  </a:lnTo>
                  <a:lnTo>
                    <a:pt x="912039" y="410437"/>
                  </a:lnTo>
                  <a:lnTo>
                    <a:pt x="905110" y="365029"/>
                  </a:lnTo>
                  <a:lnTo>
                    <a:pt x="893842" y="321206"/>
                  </a:lnTo>
                  <a:lnTo>
                    <a:pt x="878466" y="279195"/>
                  </a:lnTo>
                  <a:lnTo>
                    <a:pt x="859212" y="239227"/>
                  </a:lnTo>
                  <a:lnTo>
                    <a:pt x="836309" y="201531"/>
                  </a:lnTo>
                  <a:lnTo>
                    <a:pt x="809988" y="166337"/>
                  </a:lnTo>
                  <a:lnTo>
                    <a:pt x="780478" y="133873"/>
                  </a:lnTo>
                  <a:lnTo>
                    <a:pt x="748009" y="104370"/>
                  </a:lnTo>
                  <a:lnTo>
                    <a:pt x="712812" y="78056"/>
                  </a:lnTo>
                  <a:lnTo>
                    <a:pt x="675116" y="55161"/>
                  </a:lnTo>
                  <a:lnTo>
                    <a:pt x="635150" y="35915"/>
                  </a:lnTo>
                  <a:lnTo>
                    <a:pt x="593146" y="20546"/>
                  </a:lnTo>
                  <a:lnTo>
                    <a:pt x="549333" y="9284"/>
                  </a:lnTo>
                  <a:lnTo>
                    <a:pt x="503941" y="235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580753" y="8339327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6" y="321206"/>
                  </a:lnTo>
                  <a:lnTo>
                    <a:pt x="35915" y="279195"/>
                  </a:lnTo>
                  <a:lnTo>
                    <a:pt x="55161" y="239227"/>
                  </a:lnTo>
                  <a:lnTo>
                    <a:pt x="78056" y="201531"/>
                  </a:lnTo>
                  <a:lnTo>
                    <a:pt x="104370" y="166337"/>
                  </a:lnTo>
                  <a:lnTo>
                    <a:pt x="133873" y="133873"/>
                  </a:lnTo>
                  <a:lnTo>
                    <a:pt x="166337" y="104370"/>
                  </a:lnTo>
                  <a:lnTo>
                    <a:pt x="201531" y="78056"/>
                  </a:lnTo>
                  <a:lnTo>
                    <a:pt x="239227" y="55161"/>
                  </a:lnTo>
                  <a:lnTo>
                    <a:pt x="279195" y="35915"/>
                  </a:lnTo>
                  <a:lnTo>
                    <a:pt x="321206" y="20546"/>
                  </a:lnTo>
                  <a:lnTo>
                    <a:pt x="365029" y="9284"/>
                  </a:lnTo>
                  <a:lnTo>
                    <a:pt x="410437" y="2359"/>
                  </a:lnTo>
                  <a:lnTo>
                    <a:pt x="457200" y="0"/>
                  </a:lnTo>
                  <a:lnTo>
                    <a:pt x="503941" y="2359"/>
                  </a:lnTo>
                  <a:lnTo>
                    <a:pt x="549333" y="9284"/>
                  </a:lnTo>
                  <a:lnTo>
                    <a:pt x="593146" y="20546"/>
                  </a:lnTo>
                  <a:lnTo>
                    <a:pt x="635150" y="35915"/>
                  </a:lnTo>
                  <a:lnTo>
                    <a:pt x="675116" y="55161"/>
                  </a:lnTo>
                  <a:lnTo>
                    <a:pt x="712812" y="78056"/>
                  </a:lnTo>
                  <a:lnTo>
                    <a:pt x="748009" y="104370"/>
                  </a:lnTo>
                  <a:lnTo>
                    <a:pt x="780478" y="133873"/>
                  </a:lnTo>
                  <a:lnTo>
                    <a:pt x="809988" y="166337"/>
                  </a:lnTo>
                  <a:lnTo>
                    <a:pt x="836309" y="201531"/>
                  </a:lnTo>
                  <a:lnTo>
                    <a:pt x="859212" y="239227"/>
                  </a:lnTo>
                  <a:lnTo>
                    <a:pt x="878466" y="279195"/>
                  </a:lnTo>
                  <a:lnTo>
                    <a:pt x="893842" y="321206"/>
                  </a:lnTo>
                  <a:lnTo>
                    <a:pt x="905110" y="365029"/>
                  </a:lnTo>
                  <a:lnTo>
                    <a:pt x="912039" y="410437"/>
                  </a:lnTo>
                  <a:lnTo>
                    <a:pt x="914400" y="457200"/>
                  </a:lnTo>
                  <a:lnTo>
                    <a:pt x="912039" y="503936"/>
                  </a:lnTo>
                  <a:lnTo>
                    <a:pt x="905110" y="549324"/>
                  </a:lnTo>
                  <a:lnTo>
                    <a:pt x="893842" y="593132"/>
                  </a:lnTo>
                  <a:lnTo>
                    <a:pt x="878466" y="635132"/>
                  </a:lnTo>
                  <a:lnTo>
                    <a:pt x="859212" y="675092"/>
                  </a:lnTo>
                  <a:lnTo>
                    <a:pt x="836309" y="712785"/>
                  </a:lnTo>
                  <a:lnTo>
                    <a:pt x="809988" y="747978"/>
                  </a:lnTo>
                  <a:lnTo>
                    <a:pt x="780478" y="780443"/>
                  </a:lnTo>
                  <a:lnTo>
                    <a:pt x="748009" y="809950"/>
                  </a:lnTo>
                  <a:lnTo>
                    <a:pt x="712812" y="836268"/>
                  </a:lnTo>
                  <a:lnTo>
                    <a:pt x="675116" y="859168"/>
                  </a:lnTo>
                  <a:lnTo>
                    <a:pt x="635150" y="878420"/>
                  </a:lnTo>
                  <a:lnTo>
                    <a:pt x="593146" y="893794"/>
                  </a:lnTo>
                  <a:lnTo>
                    <a:pt x="549333" y="905060"/>
                  </a:lnTo>
                  <a:lnTo>
                    <a:pt x="503941" y="911988"/>
                  </a:lnTo>
                  <a:lnTo>
                    <a:pt x="457200" y="914349"/>
                  </a:lnTo>
                  <a:lnTo>
                    <a:pt x="410437" y="911988"/>
                  </a:lnTo>
                  <a:lnTo>
                    <a:pt x="365029" y="905060"/>
                  </a:lnTo>
                  <a:lnTo>
                    <a:pt x="321206" y="893794"/>
                  </a:lnTo>
                  <a:lnTo>
                    <a:pt x="279195" y="878420"/>
                  </a:lnTo>
                  <a:lnTo>
                    <a:pt x="239227" y="859168"/>
                  </a:lnTo>
                  <a:lnTo>
                    <a:pt x="201531" y="836268"/>
                  </a:lnTo>
                  <a:lnTo>
                    <a:pt x="166337" y="809950"/>
                  </a:lnTo>
                  <a:lnTo>
                    <a:pt x="133873" y="780443"/>
                  </a:lnTo>
                  <a:lnTo>
                    <a:pt x="104370" y="747978"/>
                  </a:lnTo>
                  <a:lnTo>
                    <a:pt x="78056" y="712785"/>
                  </a:lnTo>
                  <a:lnTo>
                    <a:pt x="55161" y="675092"/>
                  </a:lnTo>
                  <a:lnTo>
                    <a:pt x="35915" y="635132"/>
                  </a:lnTo>
                  <a:lnTo>
                    <a:pt x="20546" y="593132"/>
                  </a:lnTo>
                  <a:lnTo>
                    <a:pt x="9284" y="549324"/>
                  </a:lnTo>
                  <a:lnTo>
                    <a:pt x="2359" y="503936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717913" y="8476437"/>
              <a:ext cx="640079" cy="640079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865542" y="8334565"/>
              <a:ext cx="923925" cy="923874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13870305" y="560705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62" y="912039"/>
                  </a:lnTo>
                  <a:lnTo>
                    <a:pt x="549370" y="905110"/>
                  </a:lnTo>
                  <a:lnTo>
                    <a:pt x="593193" y="893842"/>
                  </a:lnTo>
                  <a:lnTo>
                    <a:pt x="635204" y="878466"/>
                  </a:lnTo>
                  <a:lnTo>
                    <a:pt x="675172" y="859212"/>
                  </a:lnTo>
                  <a:lnTo>
                    <a:pt x="712868" y="836309"/>
                  </a:lnTo>
                  <a:lnTo>
                    <a:pt x="748062" y="809988"/>
                  </a:lnTo>
                  <a:lnTo>
                    <a:pt x="780526" y="780478"/>
                  </a:lnTo>
                  <a:lnTo>
                    <a:pt x="810029" y="748009"/>
                  </a:lnTo>
                  <a:lnTo>
                    <a:pt x="836343" y="712812"/>
                  </a:lnTo>
                  <a:lnTo>
                    <a:pt x="859238" y="675116"/>
                  </a:lnTo>
                  <a:lnTo>
                    <a:pt x="878484" y="635150"/>
                  </a:lnTo>
                  <a:lnTo>
                    <a:pt x="893853" y="593146"/>
                  </a:lnTo>
                  <a:lnTo>
                    <a:pt x="905115" y="549333"/>
                  </a:lnTo>
                  <a:lnTo>
                    <a:pt x="912040" y="503941"/>
                  </a:lnTo>
                  <a:lnTo>
                    <a:pt x="914400" y="457200"/>
                  </a:lnTo>
                  <a:lnTo>
                    <a:pt x="912040" y="410458"/>
                  </a:lnTo>
                  <a:lnTo>
                    <a:pt x="905115" y="365066"/>
                  </a:lnTo>
                  <a:lnTo>
                    <a:pt x="893853" y="321253"/>
                  </a:lnTo>
                  <a:lnTo>
                    <a:pt x="878484" y="279249"/>
                  </a:lnTo>
                  <a:lnTo>
                    <a:pt x="859238" y="239283"/>
                  </a:lnTo>
                  <a:lnTo>
                    <a:pt x="836343" y="201587"/>
                  </a:lnTo>
                  <a:lnTo>
                    <a:pt x="810029" y="166390"/>
                  </a:lnTo>
                  <a:lnTo>
                    <a:pt x="780526" y="133921"/>
                  </a:lnTo>
                  <a:lnTo>
                    <a:pt x="748062" y="104411"/>
                  </a:lnTo>
                  <a:lnTo>
                    <a:pt x="712868" y="78090"/>
                  </a:lnTo>
                  <a:lnTo>
                    <a:pt x="675172" y="55187"/>
                  </a:lnTo>
                  <a:lnTo>
                    <a:pt x="635204" y="35933"/>
                  </a:lnTo>
                  <a:lnTo>
                    <a:pt x="593193" y="20557"/>
                  </a:lnTo>
                  <a:lnTo>
                    <a:pt x="549370" y="9289"/>
                  </a:lnTo>
                  <a:lnTo>
                    <a:pt x="503962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3870305" y="560705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62" y="2360"/>
                  </a:lnTo>
                  <a:lnTo>
                    <a:pt x="549370" y="9289"/>
                  </a:lnTo>
                  <a:lnTo>
                    <a:pt x="593193" y="20557"/>
                  </a:lnTo>
                  <a:lnTo>
                    <a:pt x="635204" y="35933"/>
                  </a:lnTo>
                  <a:lnTo>
                    <a:pt x="675172" y="55187"/>
                  </a:lnTo>
                  <a:lnTo>
                    <a:pt x="712868" y="78090"/>
                  </a:lnTo>
                  <a:lnTo>
                    <a:pt x="748062" y="104411"/>
                  </a:lnTo>
                  <a:lnTo>
                    <a:pt x="780526" y="133921"/>
                  </a:lnTo>
                  <a:lnTo>
                    <a:pt x="810029" y="166390"/>
                  </a:lnTo>
                  <a:lnTo>
                    <a:pt x="836343" y="201587"/>
                  </a:lnTo>
                  <a:lnTo>
                    <a:pt x="859238" y="239283"/>
                  </a:lnTo>
                  <a:lnTo>
                    <a:pt x="878484" y="279249"/>
                  </a:lnTo>
                  <a:lnTo>
                    <a:pt x="893853" y="321253"/>
                  </a:lnTo>
                  <a:lnTo>
                    <a:pt x="905115" y="365066"/>
                  </a:lnTo>
                  <a:lnTo>
                    <a:pt x="912040" y="410458"/>
                  </a:lnTo>
                  <a:lnTo>
                    <a:pt x="914400" y="457200"/>
                  </a:lnTo>
                  <a:lnTo>
                    <a:pt x="912040" y="503941"/>
                  </a:lnTo>
                  <a:lnTo>
                    <a:pt x="905115" y="549333"/>
                  </a:lnTo>
                  <a:lnTo>
                    <a:pt x="893853" y="593146"/>
                  </a:lnTo>
                  <a:lnTo>
                    <a:pt x="878484" y="635150"/>
                  </a:lnTo>
                  <a:lnTo>
                    <a:pt x="859238" y="675116"/>
                  </a:lnTo>
                  <a:lnTo>
                    <a:pt x="836343" y="712812"/>
                  </a:lnTo>
                  <a:lnTo>
                    <a:pt x="810029" y="748009"/>
                  </a:lnTo>
                  <a:lnTo>
                    <a:pt x="780526" y="780478"/>
                  </a:lnTo>
                  <a:lnTo>
                    <a:pt x="748062" y="809988"/>
                  </a:lnTo>
                  <a:lnTo>
                    <a:pt x="712868" y="836309"/>
                  </a:lnTo>
                  <a:lnTo>
                    <a:pt x="675172" y="859212"/>
                  </a:lnTo>
                  <a:lnTo>
                    <a:pt x="635204" y="878466"/>
                  </a:lnTo>
                  <a:lnTo>
                    <a:pt x="593193" y="893842"/>
                  </a:lnTo>
                  <a:lnTo>
                    <a:pt x="549370" y="905110"/>
                  </a:lnTo>
                  <a:lnTo>
                    <a:pt x="503962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007465" y="5744210"/>
              <a:ext cx="640080" cy="640079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3870305" y="424091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62" y="912039"/>
                  </a:lnTo>
                  <a:lnTo>
                    <a:pt x="549370" y="905110"/>
                  </a:lnTo>
                  <a:lnTo>
                    <a:pt x="593193" y="893842"/>
                  </a:lnTo>
                  <a:lnTo>
                    <a:pt x="635204" y="878466"/>
                  </a:lnTo>
                  <a:lnTo>
                    <a:pt x="675172" y="859212"/>
                  </a:lnTo>
                  <a:lnTo>
                    <a:pt x="712868" y="836309"/>
                  </a:lnTo>
                  <a:lnTo>
                    <a:pt x="748062" y="809988"/>
                  </a:lnTo>
                  <a:lnTo>
                    <a:pt x="780526" y="780478"/>
                  </a:lnTo>
                  <a:lnTo>
                    <a:pt x="810029" y="748009"/>
                  </a:lnTo>
                  <a:lnTo>
                    <a:pt x="836343" y="712812"/>
                  </a:lnTo>
                  <a:lnTo>
                    <a:pt x="859238" y="675116"/>
                  </a:lnTo>
                  <a:lnTo>
                    <a:pt x="878484" y="635150"/>
                  </a:lnTo>
                  <a:lnTo>
                    <a:pt x="893853" y="593146"/>
                  </a:lnTo>
                  <a:lnTo>
                    <a:pt x="905115" y="549333"/>
                  </a:lnTo>
                  <a:lnTo>
                    <a:pt x="912040" y="503941"/>
                  </a:lnTo>
                  <a:lnTo>
                    <a:pt x="914400" y="457200"/>
                  </a:lnTo>
                  <a:lnTo>
                    <a:pt x="912040" y="410458"/>
                  </a:lnTo>
                  <a:lnTo>
                    <a:pt x="905115" y="365066"/>
                  </a:lnTo>
                  <a:lnTo>
                    <a:pt x="893853" y="321253"/>
                  </a:lnTo>
                  <a:lnTo>
                    <a:pt x="878484" y="279249"/>
                  </a:lnTo>
                  <a:lnTo>
                    <a:pt x="859238" y="239283"/>
                  </a:lnTo>
                  <a:lnTo>
                    <a:pt x="836343" y="201587"/>
                  </a:lnTo>
                  <a:lnTo>
                    <a:pt x="810029" y="166390"/>
                  </a:lnTo>
                  <a:lnTo>
                    <a:pt x="780526" y="133921"/>
                  </a:lnTo>
                  <a:lnTo>
                    <a:pt x="748062" y="104411"/>
                  </a:lnTo>
                  <a:lnTo>
                    <a:pt x="712868" y="78090"/>
                  </a:lnTo>
                  <a:lnTo>
                    <a:pt x="675172" y="55187"/>
                  </a:lnTo>
                  <a:lnTo>
                    <a:pt x="635204" y="35933"/>
                  </a:lnTo>
                  <a:lnTo>
                    <a:pt x="593193" y="20557"/>
                  </a:lnTo>
                  <a:lnTo>
                    <a:pt x="549370" y="9289"/>
                  </a:lnTo>
                  <a:lnTo>
                    <a:pt x="503962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3870305" y="424091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62" y="2360"/>
                  </a:lnTo>
                  <a:lnTo>
                    <a:pt x="549370" y="9289"/>
                  </a:lnTo>
                  <a:lnTo>
                    <a:pt x="593193" y="20557"/>
                  </a:lnTo>
                  <a:lnTo>
                    <a:pt x="635204" y="35933"/>
                  </a:lnTo>
                  <a:lnTo>
                    <a:pt x="675172" y="55187"/>
                  </a:lnTo>
                  <a:lnTo>
                    <a:pt x="712868" y="78090"/>
                  </a:lnTo>
                  <a:lnTo>
                    <a:pt x="748062" y="104411"/>
                  </a:lnTo>
                  <a:lnTo>
                    <a:pt x="780526" y="133921"/>
                  </a:lnTo>
                  <a:lnTo>
                    <a:pt x="810029" y="166390"/>
                  </a:lnTo>
                  <a:lnTo>
                    <a:pt x="836343" y="201587"/>
                  </a:lnTo>
                  <a:lnTo>
                    <a:pt x="859238" y="239283"/>
                  </a:lnTo>
                  <a:lnTo>
                    <a:pt x="878484" y="279249"/>
                  </a:lnTo>
                  <a:lnTo>
                    <a:pt x="893853" y="321253"/>
                  </a:lnTo>
                  <a:lnTo>
                    <a:pt x="905115" y="365066"/>
                  </a:lnTo>
                  <a:lnTo>
                    <a:pt x="912040" y="410458"/>
                  </a:lnTo>
                  <a:lnTo>
                    <a:pt x="914400" y="457200"/>
                  </a:lnTo>
                  <a:lnTo>
                    <a:pt x="912040" y="503941"/>
                  </a:lnTo>
                  <a:lnTo>
                    <a:pt x="905115" y="549333"/>
                  </a:lnTo>
                  <a:lnTo>
                    <a:pt x="893853" y="593146"/>
                  </a:lnTo>
                  <a:lnTo>
                    <a:pt x="878484" y="635150"/>
                  </a:lnTo>
                  <a:lnTo>
                    <a:pt x="859238" y="675116"/>
                  </a:lnTo>
                  <a:lnTo>
                    <a:pt x="836343" y="712812"/>
                  </a:lnTo>
                  <a:lnTo>
                    <a:pt x="810029" y="748009"/>
                  </a:lnTo>
                  <a:lnTo>
                    <a:pt x="780526" y="780478"/>
                  </a:lnTo>
                  <a:lnTo>
                    <a:pt x="748062" y="809988"/>
                  </a:lnTo>
                  <a:lnTo>
                    <a:pt x="712868" y="836309"/>
                  </a:lnTo>
                  <a:lnTo>
                    <a:pt x="675172" y="859212"/>
                  </a:lnTo>
                  <a:lnTo>
                    <a:pt x="635204" y="878466"/>
                  </a:lnTo>
                  <a:lnTo>
                    <a:pt x="593193" y="893842"/>
                  </a:lnTo>
                  <a:lnTo>
                    <a:pt x="549370" y="905110"/>
                  </a:lnTo>
                  <a:lnTo>
                    <a:pt x="503962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007465" y="4378071"/>
              <a:ext cx="640080" cy="640079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13870305" y="2872867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59"/>
                  </a:lnTo>
                  <a:lnTo>
                    <a:pt x="365066" y="9284"/>
                  </a:lnTo>
                  <a:lnTo>
                    <a:pt x="321253" y="20546"/>
                  </a:lnTo>
                  <a:lnTo>
                    <a:pt x="279249" y="35915"/>
                  </a:lnTo>
                  <a:lnTo>
                    <a:pt x="239283" y="55161"/>
                  </a:lnTo>
                  <a:lnTo>
                    <a:pt x="201587" y="78056"/>
                  </a:lnTo>
                  <a:lnTo>
                    <a:pt x="166390" y="104370"/>
                  </a:lnTo>
                  <a:lnTo>
                    <a:pt x="133921" y="133873"/>
                  </a:lnTo>
                  <a:lnTo>
                    <a:pt x="104411" y="166337"/>
                  </a:lnTo>
                  <a:lnTo>
                    <a:pt x="78090" y="201531"/>
                  </a:lnTo>
                  <a:lnTo>
                    <a:pt x="55187" y="239227"/>
                  </a:lnTo>
                  <a:lnTo>
                    <a:pt x="35933" y="279195"/>
                  </a:lnTo>
                  <a:lnTo>
                    <a:pt x="20557" y="321206"/>
                  </a:lnTo>
                  <a:lnTo>
                    <a:pt x="9289" y="365029"/>
                  </a:lnTo>
                  <a:lnTo>
                    <a:pt x="2360" y="410437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399"/>
                  </a:lnTo>
                  <a:lnTo>
                    <a:pt x="503962" y="912039"/>
                  </a:lnTo>
                  <a:lnTo>
                    <a:pt x="549370" y="905110"/>
                  </a:lnTo>
                  <a:lnTo>
                    <a:pt x="593193" y="893842"/>
                  </a:lnTo>
                  <a:lnTo>
                    <a:pt x="635204" y="878466"/>
                  </a:lnTo>
                  <a:lnTo>
                    <a:pt x="675172" y="859212"/>
                  </a:lnTo>
                  <a:lnTo>
                    <a:pt x="712868" y="836309"/>
                  </a:lnTo>
                  <a:lnTo>
                    <a:pt x="748062" y="809988"/>
                  </a:lnTo>
                  <a:lnTo>
                    <a:pt x="780526" y="780478"/>
                  </a:lnTo>
                  <a:lnTo>
                    <a:pt x="810029" y="748009"/>
                  </a:lnTo>
                  <a:lnTo>
                    <a:pt x="836343" y="712812"/>
                  </a:lnTo>
                  <a:lnTo>
                    <a:pt x="859238" y="675116"/>
                  </a:lnTo>
                  <a:lnTo>
                    <a:pt x="878484" y="635150"/>
                  </a:lnTo>
                  <a:lnTo>
                    <a:pt x="893853" y="593146"/>
                  </a:lnTo>
                  <a:lnTo>
                    <a:pt x="905115" y="549333"/>
                  </a:lnTo>
                  <a:lnTo>
                    <a:pt x="912040" y="503941"/>
                  </a:lnTo>
                  <a:lnTo>
                    <a:pt x="914400" y="457200"/>
                  </a:lnTo>
                  <a:lnTo>
                    <a:pt x="912040" y="410437"/>
                  </a:lnTo>
                  <a:lnTo>
                    <a:pt x="905115" y="365029"/>
                  </a:lnTo>
                  <a:lnTo>
                    <a:pt x="893853" y="321206"/>
                  </a:lnTo>
                  <a:lnTo>
                    <a:pt x="878484" y="279195"/>
                  </a:lnTo>
                  <a:lnTo>
                    <a:pt x="859238" y="239227"/>
                  </a:lnTo>
                  <a:lnTo>
                    <a:pt x="836343" y="201531"/>
                  </a:lnTo>
                  <a:lnTo>
                    <a:pt x="810029" y="166337"/>
                  </a:lnTo>
                  <a:lnTo>
                    <a:pt x="780526" y="133873"/>
                  </a:lnTo>
                  <a:lnTo>
                    <a:pt x="748062" y="104370"/>
                  </a:lnTo>
                  <a:lnTo>
                    <a:pt x="712868" y="78056"/>
                  </a:lnTo>
                  <a:lnTo>
                    <a:pt x="675172" y="55161"/>
                  </a:lnTo>
                  <a:lnTo>
                    <a:pt x="635204" y="35915"/>
                  </a:lnTo>
                  <a:lnTo>
                    <a:pt x="593193" y="20546"/>
                  </a:lnTo>
                  <a:lnTo>
                    <a:pt x="549370" y="9284"/>
                  </a:lnTo>
                  <a:lnTo>
                    <a:pt x="503962" y="2359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3870305" y="2872867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37"/>
                  </a:lnTo>
                  <a:lnTo>
                    <a:pt x="9289" y="365029"/>
                  </a:lnTo>
                  <a:lnTo>
                    <a:pt x="20557" y="321206"/>
                  </a:lnTo>
                  <a:lnTo>
                    <a:pt x="35933" y="279195"/>
                  </a:lnTo>
                  <a:lnTo>
                    <a:pt x="55187" y="239227"/>
                  </a:lnTo>
                  <a:lnTo>
                    <a:pt x="78090" y="201531"/>
                  </a:lnTo>
                  <a:lnTo>
                    <a:pt x="104411" y="166337"/>
                  </a:lnTo>
                  <a:lnTo>
                    <a:pt x="133921" y="133873"/>
                  </a:lnTo>
                  <a:lnTo>
                    <a:pt x="166390" y="104370"/>
                  </a:lnTo>
                  <a:lnTo>
                    <a:pt x="201587" y="78056"/>
                  </a:lnTo>
                  <a:lnTo>
                    <a:pt x="239283" y="55161"/>
                  </a:lnTo>
                  <a:lnTo>
                    <a:pt x="279249" y="35915"/>
                  </a:lnTo>
                  <a:lnTo>
                    <a:pt x="321253" y="20546"/>
                  </a:lnTo>
                  <a:lnTo>
                    <a:pt x="365066" y="9284"/>
                  </a:lnTo>
                  <a:lnTo>
                    <a:pt x="410458" y="2359"/>
                  </a:lnTo>
                  <a:lnTo>
                    <a:pt x="457200" y="0"/>
                  </a:lnTo>
                  <a:lnTo>
                    <a:pt x="503962" y="2359"/>
                  </a:lnTo>
                  <a:lnTo>
                    <a:pt x="549370" y="9284"/>
                  </a:lnTo>
                  <a:lnTo>
                    <a:pt x="593193" y="20546"/>
                  </a:lnTo>
                  <a:lnTo>
                    <a:pt x="635204" y="35915"/>
                  </a:lnTo>
                  <a:lnTo>
                    <a:pt x="675172" y="55161"/>
                  </a:lnTo>
                  <a:lnTo>
                    <a:pt x="712868" y="78056"/>
                  </a:lnTo>
                  <a:lnTo>
                    <a:pt x="748062" y="104370"/>
                  </a:lnTo>
                  <a:lnTo>
                    <a:pt x="780526" y="133873"/>
                  </a:lnTo>
                  <a:lnTo>
                    <a:pt x="810029" y="166337"/>
                  </a:lnTo>
                  <a:lnTo>
                    <a:pt x="836343" y="201531"/>
                  </a:lnTo>
                  <a:lnTo>
                    <a:pt x="859238" y="239227"/>
                  </a:lnTo>
                  <a:lnTo>
                    <a:pt x="878484" y="279195"/>
                  </a:lnTo>
                  <a:lnTo>
                    <a:pt x="893853" y="321206"/>
                  </a:lnTo>
                  <a:lnTo>
                    <a:pt x="905115" y="365029"/>
                  </a:lnTo>
                  <a:lnTo>
                    <a:pt x="912040" y="410437"/>
                  </a:lnTo>
                  <a:lnTo>
                    <a:pt x="914400" y="457200"/>
                  </a:lnTo>
                  <a:lnTo>
                    <a:pt x="912040" y="503941"/>
                  </a:lnTo>
                  <a:lnTo>
                    <a:pt x="905115" y="549333"/>
                  </a:lnTo>
                  <a:lnTo>
                    <a:pt x="893853" y="593146"/>
                  </a:lnTo>
                  <a:lnTo>
                    <a:pt x="878484" y="635150"/>
                  </a:lnTo>
                  <a:lnTo>
                    <a:pt x="859238" y="675116"/>
                  </a:lnTo>
                  <a:lnTo>
                    <a:pt x="836343" y="712812"/>
                  </a:lnTo>
                  <a:lnTo>
                    <a:pt x="810029" y="748009"/>
                  </a:lnTo>
                  <a:lnTo>
                    <a:pt x="780526" y="780478"/>
                  </a:lnTo>
                  <a:lnTo>
                    <a:pt x="748062" y="809988"/>
                  </a:lnTo>
                  <a:lnTo>
                    <a:pt x="712868" y="836309"/>
                  </a:lnTo>
                  <a:lnTo>
                    <a:pt x="675172" y="859212"/>
                  </a:lnTo>
                  <a:lnTo>
                    <a:pt x="635204" y="878466"/>
                  </a:lnTo>
                  <a:lnTo>
                    <a:pt x="593193" y="893842"/>
                  </a:lnTo>
                  <a:lnTo>
                    <a:pt x="549370" y="905110"/>
                  </a:lnTo>
                  <a:lnTo>
                    <a:pt x="503962" y="912039"/>
                  </a:lnTo>
                  <a:lnTo>
                    <a:pt x="457200" y="914399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52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007465" y="3010027"/>
              <a:ext cx="640080" cy="640079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3870305" y="697318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62" y="912039"/>
                  </a:lnTo>
                  <a:lnTo>
                    <a:pt x="549370" y="905110"/>
                  </a:lnTo>
                  <a:lnTo>
                    <a:pt x="593193" y="893842"/>
                  </a:lnTo>
                  <a:lnTo>
                    <a:pt x="635204" y="878466"/>
                  </a:lnTo>
                  <a:lnTo>
                    <a:pt x="675172" y="859212"/>
                  </a:lnTo>
                  <a:lnTo>
                    <a:pt x="712868" y="836309"/>
                  </a:lnTo>
                  <a:lnTo>
                    <a:pt x="748062" y="809988"/>
                  </a:lnTo>
                  <a:lnTo>
                    <a:pt x="780526" y="780478"/>
                  </a:lnTo>
                  <a:lnTo>
                    <a:pt x="810029" y="748009"/>
                  </a:lnTo>
                  <a:lnTo>
                    <a:pt x="836343" y="712812"/>
                  </a:lnTo>
                  <a:lnTo>
                    <a:pt x="859238" y="675116"/>
                  </a:lnTo>
                  <a:lnTo>
                    <a:pt x="878484" y="635150"/>
                  </a:lnTo>
                  <a:lnTo>
                    <a:pt x="893853" y="593146"/>
                  </a:lnTo>
                  <a:lnTo>
                    <a:pt x="905115" y="549333"/>
                  </a:lnTo>
                  <a:lnTo>
                    <a:pt x="912040" y="503941"/>
                  </a:lnTo>
                  <a:lnTo>
                    <a:pt x="914400" y="457200"/>
                  </a:lnTo>
                  <a:lnTo>
                    <a:pt x="912040" y="410458"/>
                  </a:lnTo>
                  <a:lnTo>
                    <a:pt x="905115" y="365066"/>
                  </a:lnTo>
                  <a:lnTo>
                    <a:pt x="893853" y="321253"/>
                  </a:lnTo>
                  <a:lnTo>
                    <a:pt x="878484" y="279249"/>
                  </a:lnTo>
                  <a:lnTo>
                    <a:pt x="859238" y="239283"/>
                  </a:lnTo>
                  <a:lnTo>
                    <a:pt x="836343" y="201587"/>
                  </a:lnTo>
                  <a:lnTo>
                    <a:pt x="810029" y="166390"/>
                  </a:lnTo>
                  <a:lnTo>
                    <a:pt x="780526" y="133921"/>
                  </a:lnTo>
                  <a:lnTo>
                    <a:pt x="748062" y="104411"/>
                  </a:lnTo>
                  <a:lnTo>
                    <a:pt x="712868" y="78090"/>
                  </a:lnTo>
                  <a:lnTo>
                    <a:pt x="675172" y="55187"/>
                  </a:lnTo>
                  <a:lnTo>
                    <a:pt x="635204" y="35933"/>
                  </a:lnTo>
                  <a:lnTo>
                    <a:pt x="593193" y="20557"/>
                  </a:lnTo>
                  <a:lnTo>
                    <a:pt x="549370" y="9289"/>
                  </a:lnTo>
                  <a:lnTo>
                    <a:pt x="503962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3870305" y="6973188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62" y="2360"/>
                  </a:lnTo>
                  <a:lnTo>
                    <a:pt x="549370" y="9289"/>
                  </a:lnTo>
                  <a:lnTo>
                    <a:pt x="593193" y="20557"/>
                  </a:lnTo>
                  <a:lnTo>
                    <a:pt x="635204" y="35933"/>
                  </a:lnTo>
                  <a:lnTo>
                    <a:pt x="675172" y="55187"/>
                  </a:lnTo>
                  <a:lnTo>
                    <a:pt x="712868" y="78090"/>
                  </a:lnTo>
                  <a:lnTo>
                    <a:pt x="748062" y="104411"/>
                  </a:lnTo>
                  <a:lnTo>
                    <a:pt x="780526" y="133921"/>
                  </a:lnTo>
                  <a:lnTo>
                    <a:pt x="810029" y="166390"/>
                  </a:lnTo>
                  <a:lnTo>
                    <a:pt x="836343" y="201587"/>
                  </a:lnTo>
                  <a:lnTo>
                    <a:pt x="859238" y="239283"/>
                  </a:lnTo>
                  <a:lnTo>
                    <a:pt x="878484" y="279249"/>
                  </a:lnTo>
                  <a:lnTo>
                    <a:pt x="893853" y="321253"/>
                  </a:lnTo>
                  <a:lnTo>
                    <a:pt x="905115" y="365066"/>
                  </a:lnTo>
                  <a:lnTo>
                    <a:pt x="912040" y="410458"/>
                  </a:lnTo>
                  <a:lnTo>
                    <a:pt x="914400" y="457200"/>
                  </a:lnTo>
                  <a:lnTo>
                    <a:pt x="912040" y="503941"/>
                  </a:lnTo>
                  <a:lnTo>
                    <a:pt x="905115" y="549333"/>
                  </a:lnTo>
                  <a:lnTo>
                    <a:pt x="893853" y="593146"/>
                  </a:lnTo>
                  <a:lnTo>
                    <a:pt x="878484" y="635150"/>
                  </a:lnTo>
                  <a:lnTo>
                    <a:pt x="859238" y="675116"/>
                  </a:lnTo>
                  <a:lnTo>
                    <a:pt x="836343" y="712812"/>
                  </a:lnTo>
                  <a:lnTo>
                    <a:pt x="810029" y="748009"/>
                  </a:lnTo>
                  <a:lnTo>
                    <a:pt x="780526" y="780478"/>
                  </a:lnTo>
                  <a:lnTo>
                    <a:pt x="748062" y="809988"/>
                  </a:lnTo>
                  <a:lnTo>
                    <a:pt x="712868" y="836309"/>
                  </a:lnTo>
                  <a:lnTo>
                    <a:pt x="675172" y="859212"/>
                  </a:lnTo>
                  <a:lnTo>
                    <a:pt x="635204" y="878466"/>
                  </a:lnTo>
                  <a:lnTo>
                    <a:pt x="593193" y="893842"/>
                  </a:lnTo>
                  <a:lnTo>
                    <a:pt x="549370" y="905110"/>
                  </a:lnTo>
                  <a:lnTo>
                    <a:pt x="503962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007465" y="7110349"/>
              <a:ext cx="640080" cy="640080"/>
            </a:xfrm>
            <a:prstGeom prst="rect">
              <a:avLst/>
            </a:prstGeom>
          </p:spPr>
        </p:pic>
      </p:grpSp>
      <p:sp>
        <p:nvSpPr>
          <p:cNvPr id="89" name="object 89" descr=""/>
          <p:cNvSpPr txBox="1"/>
          <p:nvPr/>
        </p:nvSpPr>
        <p:spPr>
          <a:xfrm>
            <a:off x="17187417" y="9460874"/>
            <a:ext cx="232410" cy="17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00" spc="70">
                <a:solidFill>
                  <a:srgbClr val="173360"/>
                </a:solidFill>
                <a:latin typeface="Calibri"/>
                <a:cs typeface="Calibri"/>
              </a:rPr>
              <a:t>54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배치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700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pc="24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33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pc="254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690">
                <a:solidFill>
                  <a:srgbClr val="173360"/>
                </a:solidFill>
                <a:latin typeface="Calibri"/>
                <a:cs typeface="Calibri"/>
              </a:rPr>
              <a:t>DWH</a:t>
            </a:r>
            <a:r>
              <a:rPr dirty="0" spc="690">
                <a:solidFill>
                  <a:srgbClr val="173360"/>
                </a:solidFill>
              </a:rPr>
              <a:t>에</a:t>
            </a:r>
            <a:r>
              <a:rPr dirty="0" spc="-3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대한</a:t>
            </a:r>
            <a:r>
              <a:rPr dirty="0" spc="-30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주입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접근법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9868" y="2662427"/>
            <a:ext cx="16744950" cy="6130290"/>
            <a:chOff x="889868" y="2662427"/>
            <a:chExt cx="16744950" cy="61302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868" y="2985061"/>
              <a:ext cx="5810290" cy="564608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267078" y="3084702"/>
              <a:ext cx="4980305" cy="4978400"/>
            </a:xfrm>
            <a:custGeom>
              <a:avLst/>
              <a:gdLst/>
              <a:ahLst/>
              <a:cxnLst/>
              <a:rect l="l" t="t" r="r" b="b"/>
              <a:pathLst>
                <a:path w="4980305" h="4978400">
                  <a:moveTo>
                    <a:pt x="4912995" y="0"/>
                  </a:moveTo>
                  <a:lnTo>
                    <a:pt x="67309" y="0"/>
                  </a:lnTo>
                  <a:lnTo>
                    <a:pt x="41094" y="5282"/>
                  </a:lnTo>
                  <a:lnTo>
                    <a:pt x="19700" y="19684"/>
                  </a:lnTo>
                  <a:lnTo>
                    <a:pt x="5284" y="41040"/>
                  </a:lnTo>
                  <a:lnTo>
                    <a:pt x="0" y="67182"/>
                  </a:lnTo>
                  <a:lnTo>
                    <a:pt x="0" y="4910582"/>
                  </a:lnTo>
                  <a:lnTo>
                    <a:pt x="5284" y="4936797"/>
                  </a:lnTo>
                  <a:lnTo>
                    <a:pt x="19700" y="4958191"/>
                  </a:lnTo>
                  <a:lnTo>
                    <a:pt x="41094" y="4972607"/>
                  </a:lnTo>
                  <a:lnTo>
                    <a:pt x="67309" y="4977892"/>
                  </a:lnTo>
                  <a:lnTo>
                    <a:pt x="4912995" y="4977892"/>
                  </a:lnTo>
                  <a:lnTo>
                    <a:pt x="4939210" y="4972607"/>
                  </a:lnTo>
                  <a:lnTo>
                    <a:pt x="4960604" y="4958191"/>
                  </a:lnTo>
                  <a:lnTo>
                    <a:pt x="4975020" y="4936797"/>
                  </a:lnTo>
                  <a:lnTo>
                    <a:pt x="4980305" y="4910582"/>
                  </a:lnTo>
                  <a:lnTo>
                    <a:pt x="4980305" y="67182"/>
                  </a:lnTo>
                  <a:lnTo>
                    <a:pt x="4975020" y="41040"/>
                  </a:lnTo>
                  <a:lnTo>
                    <a:pt x="4960604" y="19685"/>
                  </a:lnTo>
                  <a:lnTo>
                    <a:pt x="4939210" y="5282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5811" y="2662427"/>
              <a:ext cx="6131560" cy="6130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653910" y="3084702"/>
              <a:ext cx="4980305" cy="4978400"/>
            </a:xfrm>
            <a:custGeom>
              <a:avLst/>
              <a:gdLst/>
              <a:ahLst/>
              <a:cxnLst/>
              <a:rect l="l" t="t" r="r" b="b"/>
              <a:pathLst>
                <a:path w="4980305" h="4978400">
                  <a:moveTo>
                    <a:pt x="4912995" y="0"/>
                  </a:moveTo>
                  <a:lnTo>
                    <a:pt x="67183" y="0"/>
                  </a:lnTo>
                  <a:lnTo>
                    <a:pt x="41040" y="5282"/>
                  </a:lnTo>
                  <a:lnTo>
                    <a:pt x="19685" y="19684"/>
                  </a:lnTo>
                  <a:lnTo>
                    <a:pt x="5282" y="41040"/>
                  </a:lnTo>
                  <a:lnTo>
                    <a:pt x="0" y="67182"/>
                  </a:lnTo>
                  <a:lnTo>
                    <a:pt x="0" y="4910582"/>
                  </a:lnTo>
                  <a:lnTo>
                    <a:pt x="5282" y="4936797"/>
                  </a:lnTo>
                  <a:lnTo>
                    <a:pt x="19684" y="4958191"/>
                  </a:lnTo>
                  <a:lnTo>
                    <a:pt x="41040" y="4972607"/>
                  </a:lnTo>
                  <a:lnTo>
                    <a:pt x="67183" y="4977892"/>
                  </a:lnTo>
                  <a:lnTo>
                    <a:pt x="4912995" y="4977892"/>
                  </a:lnTo>
                  <a:lnTo>
                    <a:pt x="4939137" y="4972607"/>
                  </a:lnTo>
                  <a:lnTo>
                    <a:pt x="4960493" y="4958191"/>
                  </a:lnTo>
                  <a:lnTo>
                    <a:pt x="4974895" y="4936797"/>
                  </a:lnTo>
                  <a:lnTo>
                    <a:pt x="4980178" y="4910582"/>
                  </a:lnTo>
                  <a:lnTo>
                    <a:pt x="4980178" y="67182"/>
                  </a:lnTo>
                  <a:lnTo>
                    <a:pt x="4974895" y="41040"/>
                  </a:lnTo>
                  <a:lnTo>
                    <a:pt x="4960493" y="19685"/>
                  </a:lnTo>
                  <a:lnTo>
                    <a:pt x="4939137" y="5282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01628" y="2662427"/>
              <a:ext cx="6133083" cy="613003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040616" y="3084702"/>
              <a:ext cx="4980305" cy="4978400"/>
            </a:xfrm>
            <a:custGeom>
              <a:avLst/>
              <a:gdLst/>
              <a:ahLst/>
              <a:cxnLst/>
              <a:rect l="l" t="t" r="r" b="b"/>
              <a:pathLst>
                <a:path w="4980305" h="4978400">
                  <a:moveTo>
                    <a:pt x="4912995" y="0"/>
                  </a:moveTo>
                  <a:lnTo>
                    <a:pt x="67309" y="0"/>
                  </a:lnTo>
                  <a:lnTo>
                    <a:pt x="41094" y="5282"/>
                  </a:lnTo>
                  <a:lnTo>
                    <a:pt x="19700" y="19684"/>
                  </a:lnTo>
                  <a:lnTo>
                    <a:pt x="5284" y="41040"/>
                  </a:lnTo>
                  <a:lnTo>
                    <a:pt x="0" y="67182"/>
                  </a:lnTo>
                  <a:lnTo>
                    <a:pt x="0" y="4910582"/>
                  </a:lnTo>
                  <a:lnTo>
                    <a:pt x="5284" y="4936797"/>
                  </a:lnTo>
                  <a:lnTo>
                    <a:pt x="19700" y="4958191"/>
                  </a:lnTo>
                  <a:lnTo>
                    <a:pt x="41094" y="4972607"/>
                  </a:lnTo>
                  <a:lnTo>
                    <a:pt x="67309" y="4977892"/>
                  </a:lnTo>
                  <a:lnTo>
                    <a:pt x="4912995" y="4977892"/>
                  </a:lnTo>
                  <a:lnTo>
                    <a:pt x="4939210" y="4972607"/>
                  </a:lnTo>
                  <a:lnTo>
                    <a:pt x="4960604" y="4958191"/>
                  </a:lnTo>
                  <a:lnTo>
                    <a:pt x="4975020" y="4936797"/>
                  </a:lnTo>
                  <a:lnTo>
                    <a:pt x="4980305" y="4910582"/>
                  </a:lnTo>
                  <a:lnTo>
                    <a:pt x="4980305" y="67182"/>
                  </a:lnTo>
                  <a:lnTo>
                    <a:pt x="4975020" y="41040"/>
                  </a:lnTo>
                  <a:lnTo>
                    <a:pt x="4960604" y="19685"/>
                  </a:lnTo>
                  <a:lnTo>
                    <a:pt x="4939210" y="5282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957577" y="5474417"/>
            <a:ext cx="3616960" cy="1557020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05"/>
              </a:spcBef>
            </a:pPr>
            <a:r>
              <a:rPr dirty="0" sz="3200" spc="375" b="1">
                <a:solidFill>
                  <a:srgbClr val="173360"/>
                </a:solidFill>
                <a:latin typeface="Calibri"/>
                <a:cs typeface="Calibri"/>
              </a:rPr>
              <a:t>Extract</a:t>
            </a:r>
            <a:endParaRPr sz="32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1055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많은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소스에서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해당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추출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90256" y="5474417"/>
            <a:ext cx="3536950" cy="1922780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505"/>
              </a:spcBef>
            </a:pPr>
            <a:r>
              <a:rPr dirty="0" sz="3200" spc="370" b="1">
                <a:solidFill>
                  <a:srgbClr val="173360"/>
                </a:solidFill>
                <a:latin typeface="Calibri"/>
                <a:cs typeface="Calibri"/>
              </a:rPr>
              <a:t>Transform</a:t>
            </a:r>
            <a:endParaRPr sz="3200">
              <a:latin typeface="Calibri"/>
              <a:cs typeface="Calibri"/>
            </a:endParaRPr>
          </a:p>
          <a:p>
            <a:pPr algn="ctr" marL="12700" marR="5080">
              <a:lnSpc>
                <a:spcPct val="100000"/>
              </a:lnSpc>
              <a:spcBef>
                <a:spcPts val="1055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분석에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0">
                <a:solidFill>
                  <a:srgbClr val="173360"/>
                </a:solidFill>
                <a:latin typeface="Malgun Gothic"/>
                <a:cs typeface="Malgun Gothic"/>
              </a:rPr>
              <a:t>사용되는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형태로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가공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17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24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통합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데이터 모델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473178" y="5474417"/>
            <a:ext cx="4149725" cy="1191260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05"/>
              </a:spcBef>
            </a:pPr>
            <a:r>
              <a:rPr dirty="0" sz="3200" spc="440" b="1">
                <a:solidFill>
                  <a:srgbClr val="173360"/>
                </a:solidFill>
                <a:latin typeface="Calibri"/>
                <a:cs typeface="Calibri"/>
              </a:rPr>
              <a:t>Load</a:t>
            </a:r>
            <a:endParaRPr sz="3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변환된</a:t>
            </a:r>
            <a:r>
              <a:rPr dirty="0" sz="240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365">
                <a:solidFill>
                  <a:srgbClr val="173360"/>
                </a:solidFill>
                <a:latin typeface="Calibri"/>
                <a:cs typeface="Calibri"/>
              </a:rPr>
              <a:t>DWH</a:t>
            </a:r>
            <a:r>
              <a:rPr dirty="0" sz="2400" spc="365">
                <a:solidFill>
                  <a:srgbClr val="173360"/>
                </a:solidFill>
                <a:latin typeface="Malgun Gothic"/>
                <a:cs typeface="Malgun Gothic"/>
              </a:rPr>
              <a:t>에</a:t>
            </a:r>
            <a:r>
              <a:rPr dirty="0" sz="2400" spc="-2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173360"/>
                </a:solidFill>
                <a:latin typeface="Malgun Gothic"/>
                <a:cs typeface="Malgun Gothic"/>
              </a:rPr>
              <a:t>주입</a:t>
            </a:r>
            <a:endParaRPr sz="2400">
              <a:latin typeface="Malgun Gothic"/>
              <a:cs typeface="Malgun Gothic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164839" y="3829824"/>
            <a:ext cx="11958320" cy="1299210"/>
            <a:chOff x="3164839" y="3829824"/>
            <a:chExt cx="11958320" cy="1299210"/>
          </a:xfrm>
        </p:grpSpPr>
        <p:sp>
          <p:nvSpPr>
            <p:cNvPr id="14" name="object 14" descr=""/>
            <p:cNvSpPr/>
            <p:nvPr/>
          </p:nvSpPr>
          <p:spPr>
            <a:xfrm>
              <a:off x="3164840" y="3885818"/>
              <a:ext cx="1184910" cy="1187450"/>
            </a:xfrm>
            <a:custGeom>
              <a:avLst/>
              <a:gdLst/>
              <a:ahLst/>
              <a:cxnLst/>
              <a:rect l="l" t="t" r="r" b="b"/>
              <a:pathLst>
                <a:path w="1184910" h="1187450">
                  <a:moveTo>
                    <a:pt x="865339" y="276390"/>
                  </a:moveTo>
                  <a:lnTo>
                    <a:pt x="661670" y="55372"/>
                  </a:lnTo>
                  <a:lnTo>
                    <a:pt x="628548" y="32016"/>
                  </a:lnTo>
                  <a:lnTo>
                    <a:pt x="591121" y="24231"/>
                  </a:lnTo>
                  <a:lnTo>
                    <a:pt x="553681" y="32016"/>
                  </a:lnTo>
                  <a:lnTo>
                    <a:pt x="520573" y="55372"/>
                  </a:lnTo>
                  <a:lnTo>
                    <a:pt x="328549" y="245237"/>
                  </a:lnTo>
                  <a:lnTo>
                    <a:pt x="319468" y="260146"/>
                  </a:lnTo>
                  <a:lnTo>
                    <a:pt x="316445" y="276390"/>
                  </a:lnTo>
                  <a:lnTo>
                    <a:pt x="319468" y="292671"/>
                  </a:lnTo>
                  <a:lnTo>
                    <a:pt x="328549" y="307721"/>
                  </a:lnTo>
                  <a:lnTo>
                    <a:pt x="343763" y="316865"/>
                  </a:lnTo>
                  <a:lnTo>
                    <a:pt x="360337" y="319913"/>
                  </a:lnTo>
                  <a:lnTo>
                    <a:pt x="376034" y="316865"/>
                  </a:lnTo>
                  <a:lnTo>
                    <a:pt x="388620" y="307721"/>
                  </a:lnTo>
                  <a:lnTo>
                    <a:pt x="548259" y="148196"/>
                  </a:lnTo>
                  <a:lnTo>
                    <a:pt x="548259" y="564642"/>
                  </a:lnTo>
                  <a:lnTo>
                    <a:pt x="551891" y="580783"/>
                  </a:lnTo>
                  <a:lnTo>
                    <a:pt x="561619" y="593979"/>
                  </a:lnTo>
                  <a:lnTo>
                    <a:pt x="575691" y="602907"/>
                  </a:lnTo>
                  <a:lnTo>
                    <a:pt x="592328" y="606171"/>
                  </a:lnTo>
                  <a:lnTo>
                    <a:pt x="608990" y="602907"/>
                  </a:lnTo>
                  <a:lnTo>
                    <a:pt x="623011" y="593979"/>
                  </a:lnTo>
                  <a:lnTo>
                    <a:pt x="632663" y="580783"/>
                  </a:lnTo>
                  <a:lnTo>
                    <a:pt x="636270" y="564642"/>
                  </a:lnTo>
                  <a:lnTo>
                    <a:pt x="636270" y="150812"/>
                  </a:lnTo>
                  <a:lnTo>
                    <a:pt x="791210" y="307721"/>
                  </a:lnTo>
                  <a:lnTo>
                    <a:pt x="806221" y="316865"/>
                  </a:lnTo>
                  <a:lnTo>
                    <a:pt x="822274" y="319913"/>
                  </a:lnTo>
                  <a:lnTo>
                    <a:pt x="837869" y="316865"/>
                  </a:lnTo>
                  <a:lnTo>
                    <a:pt x="851535" y="307721"/>
                  </a:lnTo>
                  <a:lnTo>
                    <a:pt x="861885" y="292671"/>
                  </a:lnTo>
                  <a:lnTo>
                    <a:pt x="865339" y="276390"/>
                  </a:lnTo>
                  <a:close/>
                </a:path>
                <a:path w="1184910" h="1187450">
                  <a:moveTo>
                    <a:pt x="1184656" y="101727"/>
                  </a:moveTo>
                  <a:lnTo>
                    <a:pt x="1176540" y="62420"/>
                  </a:lnTo>
                  <a:lnTo>
                    <a:pt x="1154518" y="30060"/>
                  </a:lnTo>
                  <a:lnTo>
                    <a:pt x="1122070" y="8102"/>
                  </a:lnTo>
                  <a:lnTo>
                    <a:pt x="1082675" y="0"/>
                  </a:lnTo>
                  <a:lnTo>
                    <a:pt x="950976" y="0"/>
                  </a:lnTo>
                  <a:lnTo>
                    <a:pt x="934300" y="3606"/>
                  </a:lnTo>
                  <a:lnTo>
                    <a:pt x="920280" y="13258"/>
                  </a:lnTo>
                  <a:lnTo>
                    <a:pt x="910628" y="27279"/>
                  </a:lnTo>
                  <a:lnTo>
                    <a:pt x="907034" y="43942"/>
                  </a:lnTo>
                  <a:lnTo>
                    <a:pt x="910628" y="60185"/>
                  </a:lnTo>
                  <a:lnTo>
                    <a:pt x="920280" y="73380"/>
                  </a:lnTo>
                  <a:lnTo>
                    <a:pt x="934300" y="82232"/>
                  </a:lnTo>
                  <a:lnTo>
                    <a:pt x="950976" y="85471"/>
                  </a:lnTo>
                  <a:lnTo>
                    <a:pt x="1092200" y="85471"/>
                  </a:lnTo>
                  <a:lnTo>
                    <a:pt x="1098931" y="92456"/>
                  </a:lnTo>
                  <a:lnTo>
                    <a:pt x="1098931" y="1094232"/>
                  </a:lnTo>
                  <a:lnTo>
                    <a:pt x="1092200" y="1099058"/>
                  </a:lnTo>
                  <a:lnTo>
                    <a:pt x="92583" y="1099058"/>
                  </a:lnTo>
                  <a:lnTo>
                    <a:pt x="85598" y="1094232"/>
                  </a:lnTo>
                  <a:lnTo>
                    <a:pt x="85598" y="92456"/>
                  </a:lnTo>
                  <a:lnTo>
                    <a:pt x="92583" y="88011"/>
                  </a:lnTo>
                  <a:lnTo>
                    <a:pt x="99568" y="88011"/>
                  </a:lnTo>
                  <a:lnTo>
                    <a:pt x="99568" y="85471"/>
                  </a:lnTo>
                  <a:lnTo>
                    <a:pt x="233680" y="85471"/>
                  </a:lnTo>
                  <a:lnTo>
                    <a:pt x="274104" y="60185"/>
                  </a:lnTo>
                  <a:lnTo>
                    <a:pt x="264375" y="13258"/>
                  </a:lnTo>
                  <a:lnTo>
                    <a:pt x="233680" y="0"/>
                  </a:lnTo>
                  <a:lnTo>
                    <a:pt x="99568" y="0"/>
                  </a:lnTo>
                  <a:lnTo>
                    <a:pt x="61506" y="8102"/>
                  </a:lnTo>
                  <a:lnTo>
                    <a:pt x="29781" y="30060"/>
                  </a:lnTo>
                  <a:lnTo>
                    <a:pt x="8051" y="62420"/>
                  </a:lnTo>
                  <a:lnTo>
                    <a:pt x="0" y="101727"/>
                  </a:lnTo>
                  <a:lnTo>
                    <a:pt x="0" y="1085088"/>
                  </a:lnTo>
                  <a:lnTo>
                    <a:pt x="8051" y="1124419"/>
                  </a:lnTo>
                  <a:lnTo>
                    <a:pt x="29781" y="1156830"/>
                  </a:lnTo>
                  <a:lnTo>
                    <a:pt x="61506" y="1178839"/>
                  </a:lnTo>
                  <a:lnTo>
                    <a:pt x="99568" y="1186942"/>
                  </a:lnTo>
                  <a:lnTo>
                    <a:pt x="1082675" y="1186942"/>
                  </a:lnTo>
                  <a:lnTo>
                    <a:pt x="1122070" y="1178839"/>
                  </a:lnTo>
                  <a:lnTo>
                    <a:pt x="1154518" y="1156830"/>
                  </a:lnTo>
                  <a:lnTo>
                    <a:pt x="1176540" y="1124419"/>
                  </a:lnTo>
                  <a:lnTo>
                    <a:pt x="1184656" y="1085088"/>
                  </a:lnTo>
                  <a:lnTo>
                    <a:pt x="1184656" y="10172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1343" y="4623904"/>
              <a:ext cx="231432" cy="23143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500935" y="3843908"/>
              <a:ext cx="1287780" cy="1270635"/>
            </a:xfrm>
            <a:custGeom>
              <a:avLst/>
              <a:gdLst/>
              <a:ahLst/>
              <a:cxnLst/>
              <a:rect l="l" t="t" r="r" b="b"/>
              <a:pathLst>
                <a:path w="1287779" h="1270635">
                  <a:moveTo>
                    <a:pt x="867968" y="306997"/>
                  </a:moveTo>
                  <a:lnTo>
                    <a:pt x="854138" y="272542"/>
                  </a:lnTo>
                  <a:lnTo>
                    <a:pt x="827862" y="223050"/>
                  </a:lnTo>
                  <a:lnTo>
                    <a:pt x="827773" y="222885"/>
                  </a:lnTo>
                  <a:lnTo>
                    <a:pt x="811339" y="191897"/>
                  </a:lnTo>
                  <a:lnTo>
                    <a:pt x="784898" y="161950"/>
                  </a:lnTo>
                  <a:lnTo>
                    <a:pt x="778941" y="158750"/>
                  </a:lnTo>
                  <a:lnTo>
                    <a:pt x="778065" y="158292"/>
                  </a:lnTo>
                  <a:lnTo>
                    <a:pt x="778065" y="585597"/>
                  </a:lnTo>
                  <a:lnTo>
                    <a:pt x="778065" y="594995"/>
                  </a:lnTo>
                  <a:lnTo>
                    <a:pt x="775779" y="599821"/>
                  </a:lnTo>
                  <a:lnTo>
                    <a:pt x="730821" y="680212"/>
                  </a:lnTo>
                  <a:lnTo>
                    <a:pt x="725995" y="685038"/>
                  </a:lnTo>
                  <a:lnTo>
                    <a:pt x="718883" y="689864"/>
                  </a:lnTo>
                  <a:lnTo>
                    <a:pt x="711771" y="685038"/>
                  </a:lnTo>
                  <a:lnTo>
                    <a:pt x="688022" y="677926"/>
                  </a:lnTo>
                  <a:lnTo>
                    <a:pt x="659726" y="668743"/>
                  </a:lnTo>
                  <a:lnTo>
                    <a:pt x="632079" y="668197"/>
                  </a:lnTo>
                  <a:lnTo>
                    <a:pt x="605751" y="674306"/>
                  </a:lnTo>
                  <a:lnTo>
                    <a:pt x="581469" y="685038"/>
                  </a:lnTo>
                  <a:lnTo>
                    <a:pt x="576097" y="690016"/>
                  </a:lnTo>
                  <a:lnTo>
                    <a:pt x="570509" y="694270"/>
                  </a:lnTo>
                  <a:lnTo>
                    <a:pt x="564502" y="698068"/>
                  </a:lnTo>
                  <a:lnTo>
                    <a:pt x="557847" y="701675"/>
                  </a:lnTo>
                  <a:lnTo>
                    <a:pt x="535457" y="715746"/>
                  </a:lnTo>
                  <a:lnTo>
                    <a:pt x="516255" y="735533"/>
                  </a:lnTo>
                  <a:lnTo>
                    <a:pt x="502373" y="759688"/>
                  </a:lnTo>
                  <a:lnTo>
                    <a:pt x="495998" y="786892"/>
                  </a:lnTo>
                  <a:lnTo>
                    <a:pt x="493712" y="813054"/>
                  </a:lnTo>
                  <a:lnTo>
                    <a:pt x="493712" y="820166"/>
                  </a:lnTo>
                  <a:lnTo>
                    <a:pt x="486600" y="824992"/>
                  </a:lnTo>
                  <a:lnTo>
                    <a:pt x="379920" y="824992"/>
                  </a:lnTo>
                  <a:lnTo>
                    <a:pt x="375221" y="822706"/>
                  </a:lnTo>
                  <a:lnTo>
                    <a:pt x="375221" y="813054"/>
                  </a:lnTo>
                  <a:lnTo>
                    <a:pt x="370395" y="786892"/>
                  </a:lnTo>
                  <a:lnTo>
                    <a:pt x="365937" y="770382"/>
                  </a:lnTo>
                  <a:lnTo>
                    <a:pt x="363054" y="759688"/>
                  </a:lnTo>
                  <a:lnTo>
                    <a:pt x="349326" y="735533"/>
                  </a:lnTo>
                  <a:lnTo>
                    <a:pt x="330758" y="715746"/>
                  </a:lnTo>
                  <a:lnTo>
                    <a:pt x="308927" y="701675"/>
                  </a:lnTo>
                  <a:lnTo>
                    <a:pt x="303530" y="697103"/>
                  </a:lnTo>
                  <a:lnTo>
                    <a:pt x="297903" y="693407"/>
                  </a:lnTo>
                  <a:lnTo>
                    <a:pt x="292125" y="689864"/>
                  </a:lnTo>
                  <a:lnTo>
                    <a:pt x="291846" y="689698"/>
                  </a:lnTo>
                  <a:lnTo>
                    <a:pt x="285178" y="685038"/>
                  </a:lnTo>
                  <a:lnTo>
                    <a:pt x="261429" y="674306"/>
                  </a:lnTo>
                  <a:lnTo>
                    <a:pt x="234403" y="668197"/>
                  </a:lnTo>
                  <a:lnTo>
                    <a:pt x="206095" y="668743"/>
                  </a:lnTo>
                  <a:lnTo>
                    <a:pt x="178498" y="677926"/>
                  </a:lnTo>
                  <a:lnTo>
                    <a:pt x="154749" y="685038"/>
                  </a:lnTo>
                  <a:lnTo>
                    <a:pt x="149923" y="689864"/>
                  </a:lnTo>
                  <a:lnTo>
                    <a:pt x="140525" y="685038"/>
                  </a:lnTo>
                  <a:lnTo>
                    <a:pt x="138112" y="680212"/>
                  </a:lnTo>
                  <a:lnTo>
                    <a:pt x="93027" y="599821"/>
                  </a:lnTo>
                  <a:lnTo>
                    <a:pt x="88328" y="590169"/>
                  </a:lnTo>
                  <a:lnTo>
                    <a:pt x="90741" y="585597"/>
                  </a:lnTo>
                  <a:lnTo>
                    <a:pt x="95567" y="578358"/>
                  </a:lnTo>
                  <a:lnTo>
                    <a:pt x="116776" y="564134"/>
                  </a:lnTo>
                  <a:lnTo>
                    <a:pt x="138125" y="544322"/>
                  </a:lnTo>
                  <a:lnTo>
                    <a:pt x="152603" y="521195"/>
                  </a:lnTo>
                  <a:lnTo>
                    <a:pt x="160439" y="495858"/>
                  </a:lnTo>
                  <a:lnTo>
                    <a:pt x="161734" y="471678"/>
                  </a:lnTo>
                  <a:lnTo>
                    <a:pt x="161861" y="440817"/>
                  </a:lnTo>
                  <a:lnTo>
                    <a:pt x="159473" y="415378"/>
                  </a:lnTo>
                  <a:lnTo>
                    <a:pt x="137795" y="366242"/>
                  </a:lnTo>
                  <a:lnTo>
                    <a:pt x="95567" y="329565"/>
                  </a:lnTo>
                  <a:lnTo>
                    <a:pt x="90741" y="327152"/>
                  </a:lnTo>
                  <a:lnTo>
                    <a:pt x="90741" y="317754"/>
                  </a:lnTo>
                  <a:lnTo>
                    <a:pt x="93027" y="312928"/>
                  </a:lnTo>
                  <a:lnTo>
                    <a:pt x="138112" y="232283"/>
                  </a:lnTo>
                  <a:lnTo>
                    <a:pt x="140525" y="227711"/>
                  </a:lnTo>
                  <a:lnTo>
                    <a:pt x="149923" y="222885"/>
                  </a:lnTo>
                  <a:lnTo>
                    <a:pt x="154749" y="227711"/>
                  </a:lnTo>
                  <a:lnTo>
                    <a:pt x="178498" y="234569"/>
                  </a:lnTo>
                  <a:lnTo>
                    <a:pt x="208127" y="243916"/>
                  </a:lnTo>
                  <a:lnTo>
                    <a:pt x="236220" y="244525"/>
                  </a:lnTo>
                  <a:lnTo>
                    <a:pt x="262115" y="238455"/>
                  </a:lnTo>
                  <a:lnTo>
                    <a:pt x="285178" y="227711"/>
                  </a:lnTo>
                  <a:lnTo>
                    <a:pt x="291604" y="222885"/>
                  </a:lnTo>
                  <a:lnTo>
                    <a:pt x="297903" y="218401"/>
                  </a:lnTo>
                  <a:lnTo>
                    <a:pt x="303530" y="214591"/>
                  </a:lnTo>
                  <a:lnTo>
                    <a:pt x="308927" y="211074"/>
                  </a:lnTo>
                  <a:lnTo>
                    <a:pt x="332193" y="197015"/>
                  </a:lnTo>
                  <a:lnTo>
                    <a:pt x="351231" y="177203"/>
                  </a:lnTo>
                  <a:lnTo>
                    <a:pt x="361315" y="158750"/>
                  </a:lnTo>
                  <a:lnTo>
                    <a:pt x="364477" y="152971"/>
                  </a:lnTo>
                  <a:lnTo>
                    <a:pt x="370395" y="125603"/>
                  </a:lnTo>
                  <a:lnTo>
                    <a:pt x="375221" y="99568"/>
                  </a:lnTo>
                  <a:lnTo>
                    <a:pt x="375221" y="94869"/>
                  </a:lnTo>
                  <a:lnTo>
                    <a:pt x="379920" y="87757"/>
                  </a:lnTo>
                  <a:lnTo>
                    <a:pt x="486600" y="87757"/>
                  </a:lnTo>
                  <a:lnTo>
                    <a:pt x="493712" y="90043"/>
                  </a:lnTo>
                  <a:lnTo>
                    <a:pt x="493712" y="99568"/>
                  </a:lnTo>
                  <a:lnTo>
                    <a:pt x="495998" y="125603"/>
                  </a:lnTo>
                  <a:lnTo>
                    <a:pt x="518922" y="177203"/>
                  </a:lnTo>
                  <a:lnTo>
                    <a:pt x="564502" y="215607"/>
                  </a:lnTo>
                  <a:lnTo>
                    <a:pt x="570509" y="219303"/>
                  </a:lnTo>
                  <a:lnTo>
                    <a:pt x="576097" y="223050"/>
                  </a:lnTo>
                  <a:lnTo>
                    <a:pt x="581469" y="227711"/>
                  </a:lnTo>
                  <a:lnTo>
                    <a:pt x="606082" y="238455"/>
                  </a:lnTo>
                  <a:lnTo>
                    <a:pt x="632929" y="244525"/>
                  </a:lnTo>
                  <a:lnTo>
                    <a:pt x="660692" y="243916"/>
                  </a:lnTo>
                  <a:lnTo>
                    <a:pt x="688022" y="234569"/>
                  </a:lnTo>
                  <a:lnTo>
                    <a:pt x="711771" y="227711"/>
                  </a:lnTo>
                  <a:lnTo>
                    <a:pt x="718883" y="222885"/>
                  </a:lnTo>
                  <a:lnTo>
                    <a:pt x="725995" y="227711"/>
                  </a:lnTo>
                  <a:lnTo>
                    <a:pt x="730821" y="232283"/>
                  </a:lnTo>
                  <a:lnTo>
                    <a:pt x="775779" y="312928"/>
                  </a:lnTo>
                  <a:lnTo>
                    <a:pt x="778052" y="319239"/>
                  </a:lnTo>
                  <a:lnTo>
                    <a:pt x="777836" y="324472"/>
                  </a:lnTo>
                  <a:lnTo>
                    <a:pt x="775385" y="329311"/>
                  </a:lnTo>
                  <a:lnTo>
                    <a:pt x="770953" y="334391"/>
                  </a:lnTo>
                  <a:lnTo>
                    <a:pt x="749744" y="348361"/>
                  </a:lnTo>
                  <a:lnTo>
                    <a:pt x="729373" y="368211"/>
                  </a:lnTo>
                  <a:lnTo>
                    <a:pt x="715022" y="391388"/>
                  </a:lnTo>
                  <a:lnTo>
                    <a:pt x="707351" y="416801"/>
                  </a:lnTo>
                  <a:lnTo>
                    <a:pt x="707250" y="426720"/>
                  </a:lnTo>
                  <a:lnTo>
                    <a:pt x="707174" y="433959"/>
                  </a:lnTo>
                  <a:lnTo>
                    <a:pt x="709269" y="495858"/>
                  </a:lnTo>
                  <a:lnTo>
                    <a:pt x="730046" y="546493"/>
                  </a:lnTo>
                  <a:lnTo>
                    <a:pt x="770953" y="583184"/>
                  </a:lnTo>
                  <a:lnTo>
                    <a:pt x="778065" y="585597"/>
                  </a:lnTo>
                  <a:lnTo>
                    <a:pt x="778065" y="158292"/>
                  </a:lnTo>
                  <a:lnTo>
                    <a:pt x="750912" y="143725"/>
                  </a:lnTo>
                  <a:lnTo>
                    <a:pt x="713359" y="138379"/>
                  </a:lnTo>
                  <a:lnTo>
                    <a:pt x="676211" y="147066"/>
                  </a:lnTo>
                  <a:lnTo>
                    <a:pt x="652462" y="156464"/>
                  </a:lnTo>
                  <a:lnTo>
                    <a:pt x="650176" y="158750"/>
                  </a:lnTo>
                  <a:lnTo>
                    <a:pt x="640778" y="158750"/>
                  </a:lnTo>
                  <a:lnTo>
                    <a:pt x="633666" y="154178"/>
                  </a:lnTo>
                  <a:lnTo>
                    <a:pt x="625030" y="149199"/>
                  </a:lnTo>
                  <a:lnTo>
                    <a:pt x="608876" y="140055"/>
                  </a:lnTo>
                  <a:lnTo>
                    <a:pt x="600392" y="135001"/>
                  </a:lnTo>
                  <a:lnTo>
                    <a:pt x="588454" y="130429"/>
                  </a:lnTo>
                  <a:lnTo>
                    <a:pt x="586168" y="123317"/>
                  </a:lnTo>
                  <a:lnTo>
                    <a:pt x="586168" y="118491"/>
                  </a:lnTo>
                  <a:lnTo>
                    <a:pt x="581469" y="90043"/>
                  </a:lnTo>
                  <a:lnTo>
                    <a:pt x="580771" y="87757"/>
                  </a:lnTo>
                  <a:lnTo>
                    <a:pt x="570826" y="54978"/>
                  </a:lnTo>
                  <a:lnTo>
                    <a:pt x="548233" y="26352"/>
                  </a:lnTo>
                  <a:lnTo>
                    <a:pt x="516763" y="7073"/>
                  </a:lnTo>
                  <a:lnTo>
                    <a:pt x="479488" y="0"/>
                  </a:lnTo>
                  <a:lnTo>
                    <a:pt x="389318" y="0"/>
                  </a:lnTo>
                  <a:lnTo>
                    <a:pt x="320382" y="25501"/>
                  </a:lnTo>
                  <a:lnTo>
                    <a:pt x="285178" y="90043"/>
                  </a:lnTo>
                  <a:lnTo>
                    <a:pt x="282638" y="118491"/>
                  </a:lnTo>
                  <a:lnTo>
                    <a:pt x="280352" y="123317"/>
                  </a:lnTo>
                  <a:lnTo>
                    <a:pt x="275780" y="130429"/>
                  </a:lnTo>
                  <a:lnTo>
                    <a:pt x="268541" y="135001"/>
                  </a:lnTo>
                  <a:lnTo>
                    <a:pt x="259638" y="140055"/>
                  </a:lnTo>
                  <a:lnTo>
                    <a:pt x="251002" y="144640"/>
                  </a:lnTo>
                  <a:lnTo>
                    <a:pt x="242849" y="149199"/>
                  </a:lnTo>
                  <a:lnTo>
                    <a:pt x="235394" y="154178"/>
                  </a:lnTo>
                  <a:lnTo>
                    <a:pt x="225996" y="158750"/>
                  </a:lnTo>
                  <a:lnTo>
                    <a:pt x="216344" y="158750"/>
                  </a:lnTo>
                  <a:lnTo>
                    <a:pt x="213931" y="156464"/>
                  </a:lnTo>
                  <a:lnTo>
                    <a:pt x="190309" y="147066"/>
                  </a:lnTo>
                  <a:lnTo>
                    <a:pt x="152209" y="138379"/>
                  </a:lnTo>
                  <a:lnTo>
                    <a:pt x="114973" y="143725"/>
                  </a:lnTo>
                  <a:lnTo>
                    <a:pt x="82194" y="161950"/>
                  </a:lnTo>
                  <a:lnTo>
                    <a:pt x="57467" y="191897"/>
                  </a:lnTo>
                  <a:lnTo>
                    <a:pt x="12509" y="272542"/>
                  </a:lnTo>
                  <a:lnTo>
                    <a:pt x="1333" y="309041"/>
                  </a:lnTo>
                  <a:lnTo>
                    <a:pt x="2921" y="343687"/>
                  </a:lnTo>
                  <a:lnTo>
                    <a:pt x="3009" y="345490"/>
                  </a:lnTo>
                  <a:lnTo>
                    <a:pt x="17106" y="379260"/>
                  </a:lnTo>
                  <a:lnTo>
                    <a:pt x="43243" y="407670"/>
                  </a:lnTo>
                  <a:lnTo>
                    <a:pt x="64706" y="421894"/>
                  </a:lnTo>
                  <a:lnTo>
                    <a:pt x="66992" y="426720"/>
                  </a:lnTo>
                  <a:lnTo>
                    <a:pt x="69532" y="433959"/>
                  </a:lnTo>
                  <a:lnTo>
                    <a:pt x="69532" y="486029"/>
                  </a:lnTo>
                  <a:lnTo>
                    <a:pt x="71716" y="497230"/>
                  </a:lnTo>
                  <a:lnTo>
                    <a:pt x="71818" y="497713"/>
                  </a:lnTo>
                  <a:lnTo>
                    <a:pt x="66992" y="502539"/>
                  </a:lnTo>
                  <a:lnTo>
                    <a:pt x="64706" y="504952"/>
                  </a:lnTo>
                  <a:lnTo>
                    <a:pt x="43243" y="521462"/>
                  </a:lnTo>
                  <a:lnTo>
                    <a:pt x="15811" y="549275"/>
                  </a:lnTo>
                  <a:lnTo>
                    <a:pt x="1244" y="583755"/>
                  </a:lnTo>
                  <a:lnTo>
                    <a:pt x="38" y="619887"/>
                  </a:lnTo>
                  <a:lnTo>
                    <a:pt x="0" y="620903"/>
                  </a:lnTo>
                  <a:lnTo>
                    <a:pt x="57467" y="737235"/>
                  </a:lnTo>
                  <a:lnTo>
                    <a:pt x="82537" y="766927"/>
                  </a:lnTo>
                  <a:lnTo>
                    <a:pt x="153225" y="789927"/>
                  </a:lnTo>
                  <a:lnTo>
                    <a:pt x="190309" y="782320"/>
                  </a:lnTo>
                  <a:lnTo>
                    <a:pt x="213931" y="772922"/>
                  </a:lnTo>
                  <a:lnTo>
                    <a:pt x="216344" y="770382"/>
                  </a:lnTo>
                  <a:lnTo>
                    <a:pt x="225996" y="770382"/>
                  </a:lnTo>
                  <a:lnTo>
                    <a:pt x="235394" y="775208"/>
                  </a:lnTo>
                  <a:lnTo>
                    <a:pt x="243865" y="780148"/>
                  </a:lnTo>
                  <a:lnTo>
                    <a:pt x="259981" y="789127"/>
                  </a:lnTo>
                  <a:lnTo>
                    <a:pt x="268541" y="794131"/>
                  </a:lnTo>
                  <a:lnTo>
                    <a:pt x="280352" y="798957"/>
                  </a:lnTo>
                  <a:lnTo>
                    <a:pt x="282638" y="806069"/>
                  </a:lnTo>
                  <a:lnTo>
                    <a:pt x="282638" y="810641"/>
                  </a:lnTo>
                  <a:lnTo>
                    <a:pt x="285178" y="836676"/>
                  </a:lnTo>
                  <a:lnTo>
                    <a:pt x="297116" y="873239"/>
                  </a:lnTo>
                  <a:lnTo>
                    <a:pt x="320382" y="902665"/>
                  </a:lnTo>
                  <a:lnTo>
                    <a:pt x="352069" y="922261"/>
                  </a:lnTo>
                  <a:lnTo>
                    <a:pt x="389318" y="929386"/>
                  </a:lnTo>
                  <a:lnTo>
                    <a:pt x="479488" y="929386"/>
                  </a:lnTo>
                  <a:lnTo>
                    <a:pt x="548233" y="903516"/>
                  </a:lnTo>
                  <a:lnTo>
                    <a:pt x="581469" y="836676"/>
                  </a:lnTo>
                  <a:lnTo>
                    <a:pt x="583577" y="824992"/>
                  </a:lnTo>
                  <a:lnTo>
                    <a:pt x="586168" y="810641"/>
                  </a:lnTo>
                  <a:lnTo>
                    <a:pt x="588454" y="806069"/>
                  </a:lnTo>
                  <a:lnTo>
                    <a:pt x="590994" y="798957"/>
                  </a:lnTo>
                  <a:lnTo>
                    <a:pt x="600392" y="794131"/>
                  </a:lnTo>
                  <a:lnTo>
                    <a:pt x="609231" y="789127"/>
                  </a:lnTo>
                  <a:lnTo>
                    <a:pt x="617855" y="784644"/>
                  </a:lnTo>
                  <a:lnTo>
                    <a:pt x="626110" y="780148"/>
                  </a:lnTo>
                  <a:lnTo>
                    <a:pt x="633666" y="775208"/>
                  </a:lnTo>
                  <a:lnTo>
                    <a:pt x="640778" y="770382"/>
                  </a:lnTo>
                  <a:lnTo>
                    <a:pt x="650176" y="770382"/>
                  </a:lnTo>
                  <a:lnTo>
                    <a:pt x="652462" y="772922"/>
                  </a:lnTo>
                  <a:lnTo>
                    <a:pt x="676211" y="782320"/>
                  </a:lnTo>
                  <a:lnTo>
                    <a:pt x="715289" y="789927"/>
                  </a:lnTo>
                  <a:lnTo>
                    <a:pt x="752627" y="784644"/>
                  </a:lnTo>
                  <a:lnTo>
                    <a:pt x="779119" y="770382"/>
                  </a:lnTo>
                  <a:lnTo>
                    <a:pt x="785545" y="766927"/>
                  </a:lnTo>
                  <a:lnTo>
                    <a:pt x="811339" y="737235"/>
                  </a:lnTo>
                  <a:lnTo>
                    <a:pt x="836434" y="690016"/>
                  </a:lnTo>
                  <a:lnTo>
                    <a:pt x="836510" y="689864"/>
                  </a:lnTo>
                  <a:lnTo>
                    <a:pt x="854138" y="656717"/>
                  </a:lnTo>
                  <a:lnTo>
                    <a:pt x="865263" y="619887"/>
                  </a:lnTo>
                  <a:lnTo>
                    <a:pt x="863904" y="585597"/>
                  </a:lnTo>
                  <a:lnTo>
                    <a:pt x="863803" y="582853"/>
                  </a:lnTo>
                  <a:lnTo>
                    <a:pt x="850366" y="548944"/>
                  </a:lnTo>
                  <a:lnTo>
                    <a:pt x="825563" y="521462"/>
                  </a:lnTo>
                  <a:lnTo>
                    <a:pt x="804354" y="504952"/>
                  </a:lnTo>
                  <a:lnTo>
                    <a:pt x="801814" y="502539"/>
                  </a:lnTo>
                  <a:lnTo>
                    <a:pt x="797242" y="493141"/>
                  </a:lnTo>
                  <a:lnTo>
                    <a:pt x="797242" y="443357"/>
                  </a:lnTo>
                  <a:lnTo>
                    <a:pt x="794702" y="431419"/>
                  </a:lnTo>
                  <a:lnTo>
                    <a:pt x="801814" y="426720"/>
                  </a:lnTo>
                  <a:lnTo>
                    <a:pt x="804354" y="421894"/>
                  </a:lnTo>
                  <a:lnTo>
                    <a:pt x="825563" y="407670"/>
                  </a:lnTo>
                  <a:lnTo>
                    <a:pt x="853084" y="378574"/>
                  </a:lnTo>
                  <a:lnTo>
                    <a:pt x="867422" y="343687"/>
                  </a:lnTo>
                  <a:lnTo>
                    <a:pt x="867562" y="334391"/>
                  </a:lnTo>
                  <a:lnTo>
                    <a:pt x="867664" y="327152"/>
                  </a:lnTo>
                  <a:lnTo>
                    <a:pt x="867791" y="319239"/>
                  </a:lnTo>
                  <a:lnTo>
                    <a:pt x="867879" y="312928"/>
                  </a:lnTo>
                  <a:lnTo>
                    <a:pt x="867968" y="306997"/>
                  </a:lnTo>
                  <a:close/>
                </a:path>
                <a:path w="1287779" h="1270635">
                  <a:moveTo>
                    <a:pt x="1287564" y="879487"/>
                  </a:moveTo>
                  <a:lnTo>
                    <a:pt x="1280160" y="858139"/>
                  </a:lnTo>
                  <a:lnTo>
                    <a:pt x="1276032" y="846201"/>
                  </a:lnTo>
                  <a:lnTo>
                    <a:pt x="1256982" y="817880"/>
                  </a:lnTo>
                  <a:lnTo>
                    <a:pt x="1234770" y="791235"/>
                  </a:lnTo>
                  <a:lnTo>
                    <a:pt x="1209459" y="777494"/>
                  </a:lnTo>
                  <a:lnTo>
                    <a:pt x="1205687" y="775449"/>
                  </a:lnTo>
                  <a:lnTo>
                    <a:pt x="1204912" y="775347"/>
                  </a:lnTo>
                  <a:lnTo>
                    <a:pt x="1204912" y="891286"/>
                  </a:lnTo>
                  <a:lnTo>
                    <a:pt x="1204912" y="893699"/>
                  </a:lnTo>
                  <a:lnTo>
                    <a:pt x="1185214" y="911682"/>
                  </a:lnTo>
                  <a:lnTo>
                    <a:pt x="1171994" y="932548"/>
                  </a:lnTo>
                  <a:lnTo>
                    <a:pt x="1164564" y="954735"/>
                  </a:lnTo>
                  <a:lnTo>
                    <a:pt x="1162240" y="976630"/>
                  </a:lnTo>
                  <a:lnTo>
                    <a:pt x="1162240" y="983742"/>
                  </a:lnTo>
                  <a:lnTo>
                    <a:pt x="1164564" y="1005776"/>
                  </a:lnTo>
                  <a:lnTo>
                    <a:pt x="1171994" y="1027976"/>
                  </a:lnTo>
                  <a:lnTo>
                    <a:pt x="1185214" y="1048791"/>
                  </a:lnTo>
                  <a:lnTo>
                    <a:pt x="1204912" y="1066673"/>
                  </a:lnTo>
                  <a:lnTo>
                    <a:pt x="1204912" y="1068959"/>
                  </a:lnTo>
                  <a:lnTo>
                    <a:pt x="1185989" y="1097534"/>
                  </a:lnTo>
                  <a:lnTo>
                    <a:pt x="1183449" y="1102233"/>
                  </a:lnTo>
                  <a:lnTo>
                    <a:pt x="1178877" y="1102233"/>
                  </a:lnTo>
                  <a:lnTo>
                    <a:pt x="1153693" y="1096391"/>
                  </a:lnTo>
                  <a:lnTo>
                    <a:pt x="1128979" y="1096073"/>
                  </a:lnTo>
                  <a:lnTo>
                    <a:pt x="1106093" y="1100632"/>
                  </a:lnTo>
                  <a:lnTo>
                    <a:pt x="1086421" y="1109345"/>
                  </a:lnTo>
                  <a:lnTo>
                    <a:pt x="1081595" y="1109345"/>
                  </a:lnTo>
                  <a:lnTo>
                    <a:pt x="1081595" y="1114171"/>
                  </a:lnTo>
                  <a:lnTo>
                    <a:pt x="1079309" y="1114171"/>
                  </a:lnTo>
                  <a:lnTo>
                    <a:pt x="1060500" y="1125626"/>
                  </a:lnTo>
                  <a:lnTo>
                    <a:pt x="1044333" y="1141984"/>
                  </a:lnTo>
                  <a:lnTo>
                    <a:pt x="1032560" y="1162824"/>
                  </a:lnTo>
                  <a:lnTo>
                    <a:pt x="1026985" y="1187704"/>
                  </a:lnTo>
                  <a:lnTo>
                    <a:pt x="1026985" y="1189990"/>
                  </a:lnTo>
                  <a:lnTo>
                    <a:pt x="979741" y="1189990"/>
                  </a:lnTo>
                  <a:lnTo>
                    <a:pt x="979741" y="1187704"/>
                  </a:lnTo>
                  <a:lnTo>
                    <a:pt x="977023" y="1175766"/>
                  </a:lnTo>
                  <a:lnTo>
                    <a:pt x="974153" y="1163167"/>
                  </a:lnTo>
                  <a:lnTo>
                    <a:pt x="962190" y="1142898"/>
                  </a:lnTo>
                  <a:lnTo>
                    <a:pt x="945349" y="1126655"/>
                  </a:lnTo>
                  <a:lnTo>
                    <a:pt x="925131" y="1114171"/>
                  </a:lnTo>
                  <a:lnTo>
                    <a:pt x="922845" y="1114171"/>
                  </a:lnTo>
                  <a:lnTo>
                    <a:pt x="922845" y="1109345"/>
                  </a:lnTo>
                  <a:lnTo>
                    <a:pt x="920559" y="1109345"/>
                  </a:lnTo>
                  <a:lnTo>
                    <a:pt x="905548" y="1102233"/>
                  </a:lnTo>
                  <a:lnTo>
                    <a:pt x="900722" y="1099959"/>
                  </a:lnTo>
                  <a:lnTo>
                    <a:pt x="878090" y="1094346"/>
                  </a:lnTo>
                  <a:lnTo>
                    <a:pt x="853020" y="1094346"/>
                  </a:lnTo>
                  <a:lnTo>
                    <a:pt x="827849" y="1102233"/>
                  </a:lnTo>
                  <a:lnTo>
                    <a:pt x="823277" y="1102233"/>
                  </a:lnTo>
                  <a:lnTo>
                    <a:pt x="818451" y="1097534"/>
                  </a:lnTo>
                  <a:lnTo>
                    <a:pt x="801814" y="1068959"/>
                  </a:lnTo>
                  <a:lnTo>
                    <a:pt x="801814" y="1066673"/>
                  </a:lnTo>
                  <a:lnTo>
                    <a:pt x="820178" y="1048791"/>
                  </a:lnTo>
                  <a:lnTo>
                    <a:pt x="832713" y="1027976"/>
                  </a:lnTo>
                  <a:lnTo>
                    <a:pt x="839901" y="1005776"/>
                  </a:lnTo>
                  <a:lnTo>
                    <a:pt x="842200" y="983742"/>
                  </a:lnTo>
                  <a:lnTo>
                    <a:pt x="842200" y="976630"/>
                  </a:lnTo>
                  <a:lnTo>
                    <a:pt x="839901" y="954735"/>
                  </a:lnTo>
                  <a:lnTo>
                    <a:pt x="832713" y="932548"/>
                  </a:lnTo>
                  <a:lnTo>
                    <a:pt x="820178" y="911682"/>
                  </a:lnTo>
                  <a:lnTo>
                    <a:pt x="801814" y="893699"/>
                  </a:lnTo>
                  <a:lnTo>
                    <a:pt x="801814" y="891286"/>
                  </a:lnTo>
                  <a:lnTo>
                    <a:pt x="818451" y="860425"/>
                  </a:lnTo>
                  <a:lnTo>
                    <a:pt x="820991" y="858139"/>
                  </a:lnTo>
                  <a:lnTo>
                    <a:pt x="827849" y="858139"/>
                  </a:lnTo>
                  <a:lnTo>
                    <a:pt x="853389" y="864069"/>
                  </a:lnTo>
                  <a:lnTo>
                    <a:pt x="877773" y="864069"/>
                  </a:lnTo>
                  <a:lnTo>
                    <a:pt x="900722" y="858837"/>
                  </a:lnTo>
                  <a:lnTo>
                    <a:pt x="902093" y="858139"/>
                  </a:lnTo>
                  <a:lnTo>
                    <a:pt x="920559" y="848741"/>
                  </a:lnTo>
                  <a:lnTo>
                    <a:pt x="922845" y="848741"/>
                  </a:lnTo>
                  <a:lnTo>
                    <a:pt x="922845" y="846201"/>
                  </a:lnTo>
                  <a:lnTo>
                    <a:pt x="925131" y="846201"/>
                  </a:lnTo>
                  <a:lnTo>
                    <a:pt x="945007" y="833793"/>
                  </a:lnTo>
                  <a:lnTo>
                    <a:pt x="961618" y="817245"/>
                  </a:lnTo>
                  <a:lnTo>
                    <a:pt x="974153" y="796277"/>
                  </a:lnTo>
                  <a:lnTo>
                    <a:pt x="979855" y="777494"/>
                  </a:lnTo>
                  <a:lnTo>
                    <a:pt x="981900" y="770788"/>
                  </a:lnTo>
                  <a:lnTo>
                    <a:pt x="982027" y="770382"/>
                  </a:lnTo>
                  <a:lnTo>
                    <a:pt x="1026985" y="770382"/>
                  </a:lnTo>
                  <a:lnTo>
                    <a:pt x="1026985" y="772922"/>
                  </a:lnTo>
                  <a:lnTo>
                    <a:pt x="1032560" y="797344"/>
                  </a:lnTo>
                  <a:lnTo>
                    <a:pt x="1044333" y="817562"/>
                  </a:lnTo>
                  <a:lnTo>
                    <a:pt x="1060500" y="833793"/>
                  </a:lnTo>
                  <a:lnTo>
                    <a:pt x="1079309" y="846201"/>
                  </a:lnTo>
                  <a:lnTo>
                    <a:pt x="1081595" y="846201"/>
                  </a:lnTo>
                  <a:lnTo>
                    <a:pt x="1081595" y="848741"/>
                  </a:lnTo>
                  <a:lnTo>
                    <a:pt x="1086421" y="848741"/>
                  </a:lnTo>
                  <a:lnTo>
                    <a:pt x="1106093" y="859193"/>
                  </a:lnTo>
                  <a:lnTo>
                    <a:pt x="1129106" y="865047"/>
                  </a:lnTo>
                  <a:lnTo>
                    <a:pt x="1153693" y="865047"/>
                  </a:lnTo>
                  <a:lnTo>
                    <a:pt x="1178877" y="858139"/>
                  </a:lnTo>
                  <a:lnTo>
                    <a:pt x="1183449" y="858139"/>
                  </a:lnTo>
                  <a:lnTo>
                    <a:pt x="1185989" y="860425"/>
                  </a:lnTo>
                  <a:lnTo>
                    <a:pt x="1204912" y="891286"/>
                  </a:lnTo>
                  <a:lnTo>
                    <a:pt x="1204912" y="775347"/>
                  </a:lnTo>
                  <a:lnTo>
                    <a:pt x="1172629" y="770788"/>
                  </a:lnTo>
                  <a:lnTo>
                    <a:pt x="1138491" y="777494"/>
                  </a:lnTo>
                  <a:lnTo>
                    <a:pt x="1133665" y="777494"/>
                  </a:lnTo>
                  <a:lnTo>
                    <a:pt x="1126807" y="775208"/>
                  </a:lnTo>
                  <a:lnTo>
                    <a:pt x="1124267" y="772922"/>
                  </a:lnTo>
                  <a:lnTo>
                    <a:pt x="1121981" y="772922"/>
                  </a:lnTo>
                  <a:lnTo>
                    <a:pt x="1119568" y="770382"/>
                  </a:lnTo>
                  <a:lnTo>
                    <a:pt x="1114742" y="770382"/>
                  </a:lnTo>
                  <a:lnTo>
                    <a:pt x="1112456" y="765683"/>
                  </a:lnTo>
                  <a:lnTo>
                    <a:pt x="1112456" y="763270"/>
                  </a:lnTo>
                  <a:lnTo>
                    <a:pt x="1104315" y="731723"/>
                  </a:lnTo>
                  <a:lnTo>
                    <a:pt x="1085151" y="706158"/>
                  </a:lnTo>
                  <a:lnTo>
                    <a:pt x="1057122" y="689013"/>
                  </a:lnTo>
                  <a:lnTo>
                    <a:pt x="1022413" y="682752"/>
                  </a:lnTo>
                  <a:lnTo>
                    <a:pt x="982027" y="682752"/>
                  </a:lnTo>
                  <a:lnTo>
                    <a:pt x="950023" y="688695"/>
                  </a:lnTo>
                  <a:lnTo>
                    <a:pt x="923099" y="705294"/>
                  </a:lnTo>
                  <a:lnTo>
                    <a:pt x="903693" y="730758"/>
                  </a:lnTo>
                  <a:lnTo>
                    <a:pt x="894270" y="763270"/>
                  </a:lnTo>
                  <a:lnTo>
                    <a:pt x="889571" y="765683"/>
                  </a:lnTo>
                  <a:lnTo>
                    <a:pt x="887285" y="765683"/>
                  </a:lnTo>
                  <a:lnTo>
                    <a:pt x="880173" y="770382"/>
                  </a:lnTo>
                  <a:lnTo>
                    <a:pt x="877633" y="772922"/>
                  </a:lnTo>
                  <a:lnTo>
                    <a:pt x="875347" y="772922"/>
                  </a:lnTo>
                  <a:lnTo>
                    <a:pt x="873061" y="775208"/>
                  </a:lnTo>
                  <a:lnTo>
                    <a:pt x="865949" y="777494"/>
                  </a:lnTo>
                  <a:lnTo>
                    <a:pt x="861123" y="777494"/>
                  </a:lnTo>
                  <a:lnTo>
                    <a:pt x="826973" y="770788"/>
                  </a:lnTo>
                  <a:lnTo>
                    <a:pt x="793915" y="775449"/>
                  </a:lnTo>
                  <a:lnTo>
                    <a:pt x="764832" y="791235"/>
                  </a:lnTo>
                  <a:lnTo>
                    <a:pt x="742632" y="817880"/>
                  </a:lnTo>
                  <a:lnTo>
                    <a:pt x="723709" y="846201"/>
                  </a:lnTo>
                  <a:lnTo>
                    <a:pt x="712406" y="879487"/>
                  </a:lnTo>
                  <a:lnTo>
                    <a:pt x="713536" y="911682"/>
                  </a:lnTo>
                  <a:lnTo>
                    <a:pt x="713574" y="912939"/>
                  </a:lnTo>
                  <a:lnTo>
                    <a:pt x="726313" y="943254"/>
                  </a:lnTo>
                  <a:lnTo>
                    <a:pt x="749744" y="967105"/>
                  </a:lnTo>
                  <a:lnTo>
                    <a:pt x="749744" y="986028"/>
                  </a:lnTo>
                  <a:lnTo>
                    <a:pt x="725347" y="1010361"/>
                  </a:lnTo>
                  <a:lnTo>
                    <a:pt x="712724" y="1041260"/>
                  </a:lnTo>
                  <a:lnTo>
                    <a:pt x="712241" y="1066673"/>
                  </a:lnTo>
                  <a:lnTo>
                    <a:pt x="712203" y="1068959"/>
                  </a:lnTo>
                  <a:lnTo>
                    <a:pt x="712089" y="1074813"/>
                  </a:lnTo>
                  <a:lnTo>
                    <a:pt x="742632" y="1137920"/>
                  </a:lnTo>
                  <a:lnTo>
                    <a:pt x="794016" y="1178179"/>
                  </a:lnTo>
                  <a:lnTo>
                    <a:pt x="794283" y="1178179"/>
                  </a:lnTo>
                  <a:lnTo>
                    <a:pt x="826973" y="1182484"/>
                  </a:lnTo>
                  <a:lnTo>
                    <a:pt x="861123" y="1175766"/>
                  </a:lnTo>
                  <a:lnTo>
                    <a:pt x="865949" y="1175766"/>
                  </a:lnTo>
                  <a:lnTo>
                    <a:pt x="873061" y="1178179"/>
                  </a:lnTo>
                  <a:lnTo>
                    <a:pt x="875347" y="1180592"/>
                  </a:lnTo>
                  <a:lnTo>
                    <a:pt x="877633" y="1180592"/>
                  </a:lnTo>
                  <a:lnTo>
                    <a:pt x="880173" y="1185164"/>
                  </a:lnTo>
                  <a:lnTo>
                    <a:pt x="884745" y="1185164"/>
                  </a:lnTo>
                  <a:lnTo>
                    <a:pt x="887285" y="1187704"/>
                  </a:lnTo>
                  <a:lnTo>
                    <a:pt x="887285" y="1189990"/>
                  </a:lnTo>
                  <a:lnTo>
                    <a:pt x="897991" y="1221562"/>
                  </a:lnTo>
                  <a:lnTo>
                    <a:pt x="918311" y="1247178"/>
                  </a:lnTo>
                  <a:lnTo>
                    <a:pt x="946238" y="1264361"/>
                  </a:lnTo>
                  <a:lnTo>
                    <a:pt x="979741" y="1270635"/>
                  </a:lnTo>
                  <a:lnTo>
                    <a:pt x="1020000" y="1270635"/>
                  </a:lnTo>
                  <a:lnTo>
                    <a:pt x="1053426" y="1264716"/>
                  </a:lnTo>
                  <a:lnTo>
                    <a:pt x="1081316" y="1248130"/>
                  </a:lnTo>
                  <a:lnTo>
                    <a:pt x="1101661" y="1222629"/>
                  </a:lnTo>
                  <a:lnTo>
                    <a:pt x="1112456" y="1189990"/>
                  </a:lnTo>
                  <a:lnTo>
                    <a:pt x="1112456" y="1187704"/>
                  </a:lnTo>
                  <a:lnTo>
                    <a:pt x="1114742" y="1187704"/>
                  </a:lnTo>
                  <a:lnTo>
                    <a:pt x="1114742" y="1185164"/>
                  </a:lnTo>
                  <a:lnTo>
                    <a:pt x="1119568" y="1185164"/>
                  </a:lnTo>
                  <a:lnTo>
                    <a:pt x="1121981" y="1180592"/>
                  </a:lnTo>
                  <a:lnTo>
                    <a:pt x="1124267" y="1180592"/>
                  </a:lnTo>
                  <a:lnTo>
                    <a:pt x="1126807" y="1178179"/>
                  </a:lnTo>
                  <a:lnTo>
                    <a:pt x="1133665" y="1175766"/>
                  </a:lnTo>
                  <a:lnTo>
                    <a:pt x="1138491" y="1175766"/>
                  </a:lnTo>
                  <a:lnTo>
                    <a:pt x="1172629" y="1182484"/>
                  </a:lnTo>
                  <a:lnTo>
                    <a:pt x="1205318" y="1178179"/>
                  </a:lnTo>
                  <a:lnTo>
                    <a:pt x="1205585" y="1178179"/>
                  </a:lnTo>
                  <a:lnTo>
                    <a:pt x="1210271" y="1175766"/>
                  </a:lnTo>
                  <a:lnTo>
                    <a:pt x="1256982" y="1137920"/>
                  </a:lnTo>
                  <a:lnTo>
                    <a:pt x="1277708" y="1102233"/>
                  </a:lnTo>
                  <a:lnTo>
                    <a:pt x="1287246" y="1074813"/>
                  </a:lnTo>
                  <a:lnTo>
                    <a:pt x="1286040" y="1041260"/>
                  </a:lnTo>
                  <a:lnTo>
                    <a:pt x="1273289" y="1010361"/>
                  </a:lnTo>
                  <a:lnTo>
                    <a:pt x="1249870" y="986028"/>
                  </a:lnTo>
                  <a:lnTo>
                    <a:pt x="1249870" y="967105"/>
                  </a:lnTo>
                  <a:lnTo>
                    <a:pt x="1274254" y="943254"/>
                  </a:lnTo>
                  <a:lnTo>
                    <a:pt x="1286903" y="912939"/>
                  </a:lnTo>
                  <a:lnTo>
                    <a:pt x="1287564" y="87948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16720" y="4182859"/>
              <a:ext cx="237121" cy="23712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02155" y="3829824"/>
              <a:ext cx="114473" cy="80034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938504" y="3917188"/>
              <a:ext cx="1184910" cy="1211580"/>
            </a:xfrm>
            <a:custGeom>
              <a:avLst/>
              <a:gdLst/>
              <a:ahLst/>
              <a:cxnLst/>
              <a:rect l="l" t="t" r="r" b="b"/>
              <a:pathLst>
                <a:path w="1184909" h="1211579">
                  <a:moveTo>
                    <a:pt x="592201" y="0"/>
                  </a:moveTo>
                  <a:lnTo>
                    <a:pt x="478881" y="2540"/>
                  </a:lnTo>
                  <a:lnTo>
                    <a:pt x="373538" y="10160"/>
                  </a:lnTo>
                  <a:lnTo>
                    <a:pt x="324446" y="15240"/>
                  </a:lnTo>
                  <a:lnTo>
                    <a:pt x="278054" y="21590"/>
                  </a:lnTo>
                  <a:lnTo>
                    <a:pt x="234597" y="29210"/>
                  </a:lnTo>
                  <a:lnTo>
                    <a:pt x="194309" y="36830"/>
                  </a:lnTo>
                  <a:lnTo>
                    <a:pt x="156251" y="46990"/>
                  </a:lnTo>
                  <a:lnTo>
                    <a:pt x="91422" y="69850"/>
                  </a:lnTo>
                  <a:lnTo>
                    <a:pt x="32164" y="106680"/>
                  </a:lnTo>
                  <a:lnTo>
                    <a:pt x="6270" y="140970"/>
                  </a:lnTo>
                  <a:lnTo>
                    <a:pt x="0" y="171450"/>
                  </a:lnTo>
                  <a:lnTo>
                    <a:pt x="0" y="1052830"/>
                  </a:lnTo>
                  <a:lnTo>
                    <a:pt x="14412" y="1097280"/>
                  </a:lnTo>
                  <a:lnTo>
                    <a:pt x="43942" y="1123950"/>
                  </a:lnTo>
                  <a:lnTo>
                    <a:pt x="68580" y="1136650"/>
                  </a:lnTo>
                  <a:lnTo>
                    <a:pt x="95011" y="1148080"/>
                  </a:lnTo>
                  <a:lnTo>
                    <a:pt x="125730" y="1159510"/>
                  </a:lnTo>
                  <a:lnTo>
                    <a:pt x="159877" y="1168400"/>
                  </a:lnTo>
                  <a:lnTo>
                    <a:pt x="196596" y="1178560"/>
                  </a:lnTo>
                  <a:lnTo>
                    <a:pt x="238378" y="1184910"/>
                  </a:lnTo>
                  <a:lnTo>
                    <a:pt x="282876" y="1192530"/>
                  </a:lnTo>
                  <a:lnTo>
                    <a:pt x="378968" y="1202690"/>
                  </a:lnTo>
                  <a:lnTo>
                    <a:pt x="482774" y="1210310"/>
                  </a:lnTo>
                  <a:lnTo>
                    <a:pt x="536916" y="1211580"/>
                  </a:lnTo>
                  <a:lnTo>
                    <a:pt x="647543" y="1211580"/>
                  </a:lnTo>
                  <a:lnTo>
                    <a:pt x="701877" y="1210310"/>
                  </a:lnTo>
                  <a:lnTo>
                    <a:pt x="754824" y="1207770"/>
                  </a:lnTo>
                  <a:lnTo>
                    <a:pt x="806005" y="1203960"/>
                  </a:lnTo>
                  <a:lnTo>
                    <a:pt x="855043" y="1198880"/>
                  </a:lnTo>
                  <a:lnTo>
                    <a:pt x="945179" y="1186180"/>
                  </a:lnTo>
                  <a:lnTo>
                    <a:pt x="985519" y="1178560"/>
                  </a:lnTo>
                  <a:lnTo>
                    <a:pt x="1023292" y="1169670"/>
                  </a:lnTo>
                  <a:lnTo>
                    <a:pt x="1088407" y="1149350"/>
                  </a:lnTo>
                  <a:lnTo>
                    <a:pt x="1128133" y="1130300"/>
                  </a:lnTo>
                  <a:lnTo>
                    <a:pt x="590042" y="1130300"/>
                  </a:lnTo>
                  <a:lnTo>
                    <a:pt x="528879" y="1129030"/>
                  </a:lnTo>
                  <a:lnTo>
                    <a:pt x="469394" y="1126490"/>
                  </a:lnTo>
                  <a:lnTo>
                    <a:pt x="412097" y="1122680"/>
                  </a:lnTo>
                  <a:lnTo>
                    <a:pt x="306111" y="1109980"/>
                  </a:lnTo>
                  <a:lnTo>
                    <a:pt x="258445" y="1103630"/>
                  </a:lnTo>
                  <a:lnTo>
                    <a:pt x="215011" y="1096010"/>
                  </a:lnTo>
                  <a:lnTo>
                    <a:pt x="150606" y="1078230"/>
                  </a:lnTo>
                  <a:lnTo>
                    <a:pt x="105155" y="1061720"/>
                  </a:lnTo>
                  <a:lnTo>
                    <a:pt x="86740" y="1045210"/>
                  </a:lnTo>
                  <a:lnTo>
                    <a:pt x="86740" y="878840"/>
                  </a:lnTo>
                  <a:lnTo>
                    <a:pt x="1184528" y="878840"/>
                  </a:lnTo>
                  <a:lnTo>
                    <a:pt x="1184528" y="867410"/>
                  </a:lnTo>
                  <a:lnTo>
                    <a:pt x="594486" y="867410"/>
                  </a:lnTo>
                  <a:lnTo>
                    <a:pt x="532804" y="866140"/>
                  </a:lnTo>
                  <a:lnTo>
                    <a:pt x="473350" y="863600"/>
                  </a:lnTo>
                  <a:lnTo>
                    <a:pt x="416408" y="859790"/>
                  </a:lnTo>
                  <a:lnTo>
                    <a:pt x="311201" y="847090"/>
                  </a:lnTo>
                  <a:lnTo>
                    <a:pt x="263503" y="840740"/>
                  </a:lnTo>
                  <a:lnTo>
                    <a:pt x="219455" y="833120"/>
                  </a:lnTo>
                  <a:lnTo>
                    <a:pt x="156273" y="815340"/>
                  </a:lnTo>
                  <a:lnTo>
                    <a:pt x="112140" y="798830"/>
                  </a:lnTo>
                  <a:lnTo>
                    <a:pt x="100689" y="792480"/>
                  </a:lnTo>
                  <a:lnTo>
                    <a:pt x="93392" y="788670"/>
                  </a:lnTo>
                  <a:lnTo>
                    <a:pt x="89120" y="784860"/>
                  </a:lnTo>
                  <a:lnTo>
                    <a:pt x="86740" y="782320"/>
                  </a:lnTo>
                  <a:lnTo>
                    <a:pt x="86740" y="585470"/>
                  </a:lnTo>
                  <a:lnTo>
                    <a:pt x="1184528" y="585470"/>
                  </a:lnTo>
                  <a:lnTo>
                    <a:pt x="1184528" y="571500"/>
                  </a:lnTo>
                  <a:lnTo>
                    <a:pt x="528879" y="571500"/>
                  </a:lnTo>
                  <a:lnTo>
                    <a:pt x="469394" y="568960"/>
                  </a:lnTo>
                  <a:lnTo>
                    <a:pt x="357499" y="558800"/>
                  </a:lnTo>
                  <a:lnTo>
                    <a:pt x="306111" y="552450"/>
                  </a:lnTo>
                  <a:lnTo>
                    <a:pt x="258445" y="544830"/>
                  </a:lnTo>
                  <a:lnTo>
                    <a:pt x="215011" y="537210"/>
                  </a:lnTo>
                  <a:lnTo>
                    <a:pt x="149796" y="520700"/>
                  </a:lnTo>
                  <a:lnTo>
                    <a:pt x="105155" y="502920"/>
                  </a:lnTo>
                  <a:lnTo>
                    <a:pt x="86740" y="487680"/>
                  </a:lnTo>
                  <a:lnTo>
                    <a:pt x="86740" y="290830"/>
                  </a:lnTo>
                  <a:lnTo>
                    <a:pt x="1184528" y="290830"/>
                  </a:lnTo>
                  <a:lnTo>
                    <a:pt x="1184528" y="274320"/>
                  </a:lnTo>
                  <a:lnTo>
                    <a:pt x="590042" y="274320"/>
                  </a:lnTo>
                  <a:lnTo>
                    <a:pt x="528879" y="273050"/>
                  </a:lnTo>
                  <a:lnTo>
                    <a:pt x="469394" y="270510"/>
                  </a:lnTo>
                  <a:lnTo>
                    <a:pt x="412097" y="266700"/>
                  </a:lnTo>
                  <a:lnTo>
                    <a:pt x="357499" y="261620"/>
                  </a:lnTo>
                  <a:lnTo>
                    <a:pt x="306111" y="255270"/>
                  </a:lnTo>
                  <a:lnTo>
                    <a:pt x="258445" y="247650"/>
                  </a:lnTo>
                  <a:lnTo>
                    <a:pt x="215011" y="240030"/>
                  </a:lnTo>
                  <a:lnTo>
                    <a:pt x="149796" y="223520"/>
                  </a:lnTo>
                  <a:lnTo>
                    <a:pt x="105155" y="205740"/>
                  </a:lnTo>
                  <a:lnTo>
                    <a:pt x="89153" y="194310"/>
                  </a:lnTo>
                  <a:lnTo>
                    <a:pt x="86740" y="191770"/>
                  </a:lnTo>
                  <a:lnTo>
                    <a:pt x="86740" y="173990"/>
                  </a:lnTo>
                  <a:lnTo>
                    <a:pt x="89153" y="171450"/>
                  </a:lnTo>
                  <a:lnTo>
                    <a:pt x="93599" y="165100"/>
                  </a:lnTo>
                  <a:lnTo>
                    <a:pt x="105155" y="160020"/>
                  </a:lnTo>
                  <a:lnTo>
                    <a:pt x="124569" y="148590"/>
                  </a:lnTo>
                  <a:lnTo>
                    <a:pt x="148637" y="139700"/>
                  </a:lnTo>
                  <a:lnTo>
                    <a:pt x="177825" y="129540"/>
                  </a:lnTo>
                  <a:lnTo>
                    <a:pt x="212598" y="121920"/>
                  </a:lnTo>
                  <a:lnTo>
                    <a:pt x="255212" y="111760"/>
                  </a:lnTo>
                  <a:lnTo>
                    <a:pt x="302399" y="104140"/>
                  </a:lnTo>
                  <a:lnTo>
                    <a:pt x="408561" y="91440"/>
                  </a:lnTo>
                  <a:lnTo>
                    <a:pt x="466572" y="87630"/>
                  </a:lnTo>
                  <a:lnTo>
                    <a:pt x="527226" y="85090"/>
                  </a:lnTo>
                  <a:lnTo>
                    <a:pt x="1122092" y="85090"/>
                  </a:lnTo>
                  <a:lnTo>
                    <a:pt x="1118234" y="82550"/>
                  </a:lnTo>
                  <a:lnTo>
                    <a:pt x="1060735" y="55880"/>
                  </a:lnTo>
                  <a:lnTo>
                    <a:pt x="987805" y="36830"/>
                  </a:lnTo>
                  <a:lnTo>
                    <a:pt x="948215" y="29210"/>
                  </a:lnTo>
                  <a:lnTo>
                    <a:pt x="905115" y="21590"/>
                  </a:lnTo>
                  <a:lnTo>
                    <a:pt x="858850" y="15240"/>
                  </a:lnTo>
                  <a:lnTo>
                    <a:pt x="809767" y="10160"/>
                  </a:lnTo>
                  <a:lnTo>
                    <a:pt x="704538" y="2540"/>
                  </a:lnTo>
                  <a:lnTo>
                    <a:pt x="592201" y="0"/>
                  </a:lnTo>
                  <a:close/>
                </a:path>
                <a:path w="1184909" h="1211579">
                  <a:moveTo>
                    <a:pt x="1184528" y="878840"/>
                  </a:moveTo>
                  <a:lnTo>
                    <a:pt x="1097534" y="878840"/>
                  </a:lnTo>
                  <a:lnTo>
                    <a:pt x="1097534" y="1045210"/>
                  </a:lnTo>
                  <a:lnTo>
                    <a:pt x="1094944" y="1049020"/>
                  </a:lnTo>
                  <a:lnTo>
                    <a:pt x="1052689" y="1069340"/>
                  </a:lnTo>
                  <a:lnTo>
                    <a:pt x="997860" y="1087120"/>
                  </a:lnTo>
                  <a:lnTo>
                    <a:pt x="919345" y="1103630"/>
                  </a:lnTo>
                  <a:lnTo>
                    <a:pt x="871993" y="1109980"/>
                  </a:lnTo>
                  <a:lnTo>
                    <a:pt x="766930" y="1122680"/>
                  </a:lnTo>
                  <a:lnTo>
                    <a:pt x="710100" y="1126490"/>
                  </a:lnTo>
                  <a:lnTo>
                    <a:pt x="650990" y="1129030"/>
                  </a:lnTo>
                  <a:lnTo>
                    <a:pt x="590042" y="1130300"/>
                  </a:lnTo>
                  <a:lnTo>
                    <a:pt x="1128133" y="1130300"/>
                  </a:lnTo>
                  <a:lnTo>
                    <a:pt x="1161542" y="1107440"/>
                  </a:lnTo>
                  <a:lnTo>
                    <a:pt x="1182562" y="1068070"/>
                  </a:lnTo>
                  <a:lnTo>
                    <a:pt x="1184528" y="1052830"/>
                  </a:lnTo>
                  <a:lnTo>
                    <a:pt x="1184528" y="878840"/>
                  </a:lnTo>
                  <a:close/>
                </a:path>
                <a:path w="1184909" h="1211579">
                  <a:moveTo>
                    <a:pt x="1097534" y="878840"/>
                  </a:moveTo>
                  <a:lnTo>
                    <a:pt x="86740" y="878840"/>
                  </a:lnTo>
                  <a:lnTo>
                    <a:pt x="109745" y="887730"/>
                  </a:lnTo>
                  <a:lnTo>
                    <a:pt x="165947" y="905510"/>
                  </a:lnTo>
                  <a:lnTo>
                    <a:pt x="238378" y="919480"/>
                  </a:lnTo>
                  <a:lnTo>
                    <a:pt x="329826" y="932180"/>
                  </a:lnTo>
                  <a:lnTo>
                    <a:pt x="378968" y="937260"/>
                  </a:lnTo>
                  <a:lnTo>
                    <a:pt x="482774" y="944880"/>
                  </a:lnTo>
                  <a:lnTo>
                    <a:pt x="592201" y="947420"/>
                  </a:lnTo>
                  <a:lnTo>
                    <a:pt x="701877" y="944880"/>
                  </a:lnTo>
                  <a:lnTo>
                    <a:pt x="754824" y="942340"/>
                  </a:lnTo>
                  <a:lnTo>
                    <a:pt x="806005" y="938530"/>
                  </a:lnTo>
                  <a:lnTo>
                    <a:pt x="855043" y="933450"/>
                  </a:lnTo>
                  <a:lnTo>
                    <a:pt x="945179" y="920750"/>
                  </a:lnTo>
                  <a:lnTo>
                    <a:pt x="985519" y="913130"/>
                  </a:lnTo>
                  <a:lnTo>
                    <a:pt x="1016898" y="904240"/>
                  </a:lnTo>
                  <a:lnTo>
                    <a:pt x="1045860" y="896620"/>
                  </a:lnTo>
                  <a:lnTo>
                    <a:pt x="1072655" y="887730"/>
                  </a:lnTo>
                  <a:lnTo>
                    <a:pt x="1097534" y="878840"/>
                  </a:lnTo>
                  <a:close/>
                </a:path>
                <a:path w="1184909" h="1211579">
                  <a:moveTo>
                    <a:pt x="1184528" y="585470"/>
                  </a:moveTo>
                  <a:lnTo>
                    <a:pt x="1097534" y="585470"/>
                  </a:lnTo>
                  <a:lnTo>
                    <a:pt x="1097534" y="782320"/>
                  </a:lnTo>
                  <a:lnTo>
                    <a:pt x="1095017" y="786130"/>
                  </a:lnTo>
                  <a:lnTo>
                    <a:pt x="1090739" y="789940"/>
                  </a:lnTo>
                  <a:lnTo>
                    <a:pt x="1084746" y="793750"/>
                  </a:lnTo>
                  <a:lnTo>
                    <a:pt x="1077086" y="798830"/>
                  </a:lnTo>
                  <a:lnTo>
                    <a:pt x="1032732" y="815340"/>
                  </a:lnTo>
                  <a:lnTo>
                    <a:pt x="969517" y="833120"/>
                  </a:lnTo>
                  <a:lnTo>
                    <a:pt x="925237" y="840740"/>
                  </a:lnTo>
                  <a:lnTo>
                    <a:pt x="876995" y="847090"/>
                  </a:lnTo>
                  <a:lnTo>
                    <a:pt x="770698" y="859790"/>
                  </a:lnTo>
                  <a:lnTo>
                    <a:pt x="713679" y="863600"/>
                  </a:lnTo>
                  <a:lnTo>
                    <a:pt x="654769" y="866140"/>
                  </a:lnTo>
                  <a:lnTo>
                    <a:pt x="594486" y="867410"/>
                  </a:lnTo>
                  <a:lnTo>
                    <a:pt x="1184528" y="867410"/>
                  </a:lnTo>
                  <a:lnTo>
                    <a:pt x="1184528" y="585470"/>
                  </a:lnTo>
                  <a:close/>
                </a:path>
                <a:path w="1184909" h="1211579">
                  <a:moveTo>
                    <a:pt x="1097534" y="585470"/>
                  </a:moveTo>
                  <a:lnTo>
                    <a:pt x="86740" y="585470"/>
                  </a:lnTo>
                  <a:lnTo>
                    <a:pt x="110710" y="595630"/>
                  </a:lnTo>
                  <a:lnTo>
                    <a:pt x="137429" y="603250"/>
                  </a:lnTo>
                  <a:lnTo>
                    <a:pt x="166268" y="612140"/>
                  </a:lnTo>
                  <a:lnTo>
                    <a:pt x="237029" y="627380"/>
                  </a:lnTo>
                  <a:lnTo>
                    <a:pt x="280894" y="635000"/>
                  </a:lnTo>
                  <a:lnTo>
                    <a:pt x="327761" y="641350"/>
                  </a:lnTo>
                  <a:lnTo>
                    <a:pt x="428798" y="648970"/>
                  </a:lnTo>
                  <a:lnTo>
                    <a:pt x="536723" y="654050"/>
                  </a:lnTo>
                  <a:lnTo>
                    <a:pt x="647449" y="654050"/>
                  </a:lnTo>
                  <a:lnTo>
                    <a:pt x="754221" y="648970"/>
                  </a:lnTo>
                  <a:lnTo>
                    <a:pt x="805148" y="645160"/>
                  </a:lnTo>
                  <a:lnTo>
                    <a:pt x="854039" y="640080"/>
                  </a:lnTo>
                  <a:lnTo>
                    <a:pt x="944522" y="627380"/>
                  </a:lnTo>
                  <a:lnTo>
                    <a:pt x="985519" y="619760"/>
                  </a:lnTo>
                  <a:lnTo>
                    <a:pt x="1046718" y="604520"/>
                  </a:lnTo>
                  <a:lnTo>
                    <a:pt x="1073620" y="595630"/>
                  </a:lnTo>
                  <a:lnTo>
                    <a:pt x="1097534" y="585470"/>
                  </a:lnTo>
                  <a:close/>
                </a:path>
                <a:path w="1184909" h="1211579">
                  <a:moveTo>
                    <a:pt x="1184528" y="290830"/>
                  </a:moveTo>
                  <a:lnTo>
                    <a:pt x="1093088" y="290830"/>
                  </a:lnTo>
                  <a:lnTo>
                    <a:pt x="1093088" y="487680"/>
                  </a:lnTo>
                  <a:lnTo>
                    <a:pt x="1089479" y="490220"/>
                  </a:lnTo>
                  <a:lnTo>
                    <a:pt x="1085262" y="494030"/>
                  </a:lnTo>
                  <a:lnTo>
                    <a:pt x="1079783" y="499110"/>
                  </a:lnTo>
                  <a:lnTo>
                    <a:pt x="1072388" y="502920"/>
                  </a:lnTo>
                  <a:lnTo>
                    <a:pt x="1027858" y="520700"/>
                  </a:lnTo>
                  <a:lnTo>
                    <a:pt x="962659" y="537210"/>
                  </a:lnTo>
                  <a:lnTo>
                    <a:pt x="919345" y="544830"/>
                  </a:lnTo>
                  <a:lnTo>
                    <a:pt x="871993" y="552450"/>
                  </a:lnTo>
                  <a:lnTo>
                    <a:pt x="821041" y="558800"/>
                  </a:lnTo>
                  <a:lnTo>
                    <a:pt x="710100" y="568960"/>
                  </a:lnTo>
                  <a:lnTo>
                    <a:pt x="650990" y="571500"/>
                  </a:lnTo>
                  <a:lnTo>
                    <a:pt x="1184528" y="571500"/>
                  </a:lnTo>
                  <a:lnTo>
                    <a:pt x="1184528" y="290830"/>
                  </a:lnTo>
                  <a:close/>
                </a:path>
                <a:path w="1184909" h="1211579">
                  <a:moveTo>
                    <a:pt x="1093088" y="290830"/>
                  </a:moveTo>
                  <a:lnTo>
                    <a:pt x="86740" y="290830"/>
                  </a:lnTo>
                  <a:lnTo>
                    <a:pt x="110640" y="299720"/>
                  </a:lnTo>
                  <a:lnTo>
                    <a:pt x="136874" y="307340"/>
                  </a:lnTo>
                  <a:lnTo>
                    <a:pt x="192151" y="325120"/>
                  </a:lnTo>
                  <a:lnTo>
                    <a:pt x="233137" y="332740"/>
                  </a:lnTo>
                  <a:lnTo>
                    <a:pt x="323558" y="345440"/>
                  </a:lnTo>
                  <a:lnTo>
                    <a:pt x="372411" y="349250"/>
                  </a:lnTo>
                  <a:lnTo>
                    <a:pt x="423307" y="354330"/>
                  </a:lnTo>
                  <a:lnTo>
                    <a:pt x="475954" y="356870"/>
                  </a:lnTo>
                  <a:lnTo>
                    <a:pt x="585342" y="359410"/>
                  </a:lnTo>
                  <a:lnTo>
                    <a:pt x="695432" y="356870"/>
                  </a:lnTo>
                  <a:lnTo>
                    <a:pt x="748751" y="354330"/>
                  </a:lnTo>
                  <a:lnTo>
                    <a:pt x="800353" y="350520"/>
                  </a:lnTo>
                  <a:lnTo>
                    <a:pt x="896703" y="340360"/>
                  </a:lnTo>
                  <a:lnTo>
                    <a:pt x="940599" y="332740"/>
                  </a:lnTo>
                  <a:lnTo>
                    <a:pt x="981075" y="325120"/>
                  </a:lnTo>
                  <a:lnTo>
                    <a:pt x="1041320" y="309880"/>
                  </a:lnTo>
                  <a:lnTo>
                    <a:pt x="1068175" y="300990"/>
                  </a:lnTo>
                  <a:lnTo>
                    <a:pt x="1093088" y="290830"/>
                  </a:lnTo>
                  <a:close/>
                </a:path>
                <a:path w="1184909" h="1211579">
                  <a:moveTo>
                    <a:pt x="1122092" y="85090"/>
                  </a:moveTo>
                  <a:lnTo>
                    <a:pt x="652643" y="85090"/>
                  </a:lnTo>
                  <a:lnTo>
                    <a:pt x="712950" y="87630"/>
                  </a:lnTo>
                  <a:lnTo>
                    <a:pt x="770596" y="91440"/>
                  </a:lnTo>
                  <a:lnTo>
                    <a:pt x="876436" y="104140"/>
                  </a:lnTo>
                  <a:lnTo>
                    <a:pt x="923897" y="111760"/>
                  </a:lnTo>
                  <a:lnTo>
                    <a:pt x="967232" y="121920"/>
                  </a:lnTo>
                  <a:lnTo>
                    <a:pt x="1028430" y="142240"/>
                  </a:lnTo>
                  <a:lnTo>
                    <a:pt x="1083817" y="165100"/>
                  </a:lnTo>
                  <a:lnTo>
                    <a:pt x="1088390" y="171450"/>
                  </a:lnTo>
                  <a:lnTo>
                    <a:pt x="1093088" y="173990"/>
                  </a:lnTo>
                  <a:lnTo>
                    <a:pt x="1093088" y="191770"/>
                  </a:lnTo>
                  <a:lnTo>
                    <a:pt x="1088390" y="194310"/>
                  </a:lnTo>
                  <a:lnTo>
                    <a:pt x="1083817" y="199390"/>
                  </a:lnTo>
                  <a:lnTo>
                    <a:pt x="1027858" y="223520"/>
                  </a:lnTo>
                  <a:lnTo>
                    <a:pt x="962659" y="240030"/>
                  </a:lnTo>
                  <a:lnTo>
                    <a:pt x="919345" y="247650"/>
                  </a:lnTo>
                  <a:lnTo>
                    <a:pt x="871993" y="255270"/>
                  </a:lnTo>
                  <a:lnTo>
                    <a:pt x="821041" y="261620"/>
                  </a:lnTo>
                  <a:lnTo>
                    <a:pt x="766930" y="266700"/>
                  </a:lnTo>
                  <a:lnTo>
                    <a:pt x="710100" y="270510"/>
                  </a:lnTo>
                  <a:lnTo>
                    <a:pt x="650990" y="273050"/>
                  </a:lnTo>
                  <a:lnTo>
                    <a:pt x="590042" y="274320"/>
                  </a:lnTo>
                  <a:lnTo>
                    <a:pt x="1184528" y="274320"/>
                  </a:lnTo>
                  <a:lnTo>
                    <a:pt x="1184528" y="196850"/>
                  </a:lnTo>
                  <a:lnTo>
                    <a:pt x="1182242" y="196850"/>
                  </a:lnTo>
                  <a:lnTo>
                    <a:pt x="1182242" y="171450"/>
                  </a:lnTo>
                  <a:lnTo>
                    <a:pt x="1167723" y="128270"/>
                  </a:lnTo>
                  <a:lnTo>
                    <a:pt x="1140523" y="97790"/>
                  </a:lnTo>
                  <a:lnTo>
                    <a:pt x="1129807" y="90170"/>
                  </a:lnTo>
                  <a:lnTo>
                    <a:pt x="1122092" y="8509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267078" y="2640253"/>
            <a:ext cx="15754350" cy="536575"/>
          </a:xfrm>
          <a:prstGeom prst="rect">
            <a:avLst/>
          </a:prstGeom>
          <a:solidFill>
            <a:srgbClr val="F4CCCC"/>
          </a:solidFill>
        </p:spPr>
        <p:txBody>
          <a:bodyPr wrap="square" lIns="0" tIns="7683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605"/>
              </a:spcBef>
            </a:pPr>
            <a:r>
              <a:rPr dirty="0" sz="2200" spc="65" b="1" i="1">
                <a:solidFill>
                  <a:srgbClr val="173360"/>
                </a:solidFill>
                <a:latin typeface="Calibri"/>
                <a:cs typeface="Calibri"/>
              </a:rPr>
              <a:t>1970</a:t>
            </a:r>
            <a:r>
              <a:rPr dirty="0" sz="2300" spc="65" b="1" i="1">
                <a:solidFill>
                  <a:srgbClr val="173360"/>
                </a:solidFill>
                <a:latin typeface="Malgun Gothic"/>
                <a:cs typeface="Malgun Gothic"/>
              </a:rPr>
              <a:t>년대</a:t>
            </a:r>
            <a:r>
              <a:rPr dirty="0" sz="2300" spc="-150" b="1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300" spc="-25" b="1" i="1">
                <a:solidFill>
                  <a:srgbClr val="173360"/>
                </a:solidFill>
                <a:latin typeface="Malgun Gothic"/>
                <a:cs typeface="Malgun Gothic"/>
              </a:rPr>
              <a:t>등장</a:t>
            </a:r>
            <a:endParaRPr sz="2300">
              <a:latin typeface="Malgun Gothic"/>
              <a:cs typeface="Malgun Gothic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187417" y="9460874"/>
            <a:ext cx="232410" cy="17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00" spc="70">
                <a:solidFill>
                  <a:srgbClr val="173360"/>
                </a:solidFill>
                <a:latin typeface="Calibri"/>
                <a:cs typeface="Calibri"/>
              </a:rPr>
              <a:t>54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905872" y="4134230"/>
            <a:ext cx="4033520" cy="3266440"/>
          </a:xfrm>
          <a:custGeom>
            <a:avLst/>
            <a:gdLst/>
            <a:ahLst/>
            <a:cxnLst/>
            <a:rect l="l" t="t" r="r" b="b"/>
            <a:pathLst>
              <a:path w="4033519" h="3266440">
                <a:moveTo>
                  <a:pt x="3964940" y="0"/>
                </a:moveTo>
                <a:lnTo>
                  <a:pt x="68579" y="0"/>
                </a:lnTo>
                <a:lnTo>
                  <a:pt x="41898" y="5393"/>
                </a:lnTo>
                <a:lnTo>
                  <a:pt x="20097" y="20097"/>
                </a:lnTo>
                <a:lnTo>
                  <a:pt x="5393" y="41898"/>
                </a:lnTo>
                <a:lnTo>
                  <a:pt x="0" y="68580"/>
                </a:lnTo>
                <a:lnTo>
                  <a:pt x="0" y="3197479"/>
                </a:lnTo>
                <a:lnTo>
                  <a:pt x="5393" y="3224214"/>
                </a:lnTo>
                <a:lnTo>
                  <a:pt x="20097" y="3246008"/>
                </a:lnTo>
                <a:lnTo>
                  <a:pt x="41898" y="3260683"/>
                </a:lnTo>
                <a:lnTo>
                  <a:pt x="68579" y="3266059"/>
                </a:lnTo>
                <a:lnTo>
                  <a:pt x="3964940" y="3266059"/>
                </a:lnTo>
                <a:lnTo>
                  <a:pt x="3991621" y="3260683"/>
                </a:lnTo>
                <a:lnTo>
                  <a:pt x="4013422" y="3246008"/>
                </a:lnTo>
                <a:lnTo>
                  <a:pt x="4028126" y="3224214"/>
                </a:lnTo>
                <a:lnTo>
                  <a:pt x="4033519" y="3197479"/>
                </a:lnTo>
                <a:lnTo>
                  <a:pt x="4033519" y="68580"/>
                </a:lnTo>
                <a:lnTo>
                  <a:pt x="4028126" y="41898"/>
                </a:lnTo>
                <a:lnTo>
                  <a:pt x="4013422" y="20097"/>
                </a:lnTo>
                <a:lnTo>
                  <a:pt x="3991621" y="5393"/>
                </a:lnTo>
                <a:lnTo>
                  <a:pt x="396494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386835" y="3850894"/>
            <a:ext cx="1016000" cy="76200"/>
          </a:xfrm>
          <a:custGeom>
            <a:avLst/>
            <a:gdLst/>
            <a:ahLst/>
            <a:cxnLst/>
            <a:rect l="l" t="t" r="r" b="b"/>
            <a:pathLst>
              <a:path w="1016000" h="76200">
                <a:moveTo>
                  <a:pt x="939291" y="0"/>
                </a:moveTo>
                <a:lnTo>
                  <a:pt x="939291" y="76200"/>
                </a:lnTo>
                <a:lnTo>
                  <a:pt x="996441" y="47625"/>
                </a:lnTo>
                <a:lnTo>
                  <a:pt x="951991" y="47625"/>
                </a:lnTo>
                <a:lnTo>
                  <a:pt x="951991" y="28575"/>
                </a:lnTo>
                <a:lnTo>
                  <a:pt x="996441" y="28575"/>
                </a:lnTo>
                <a:lnTo>
                  <a:pt x="939291" y="0"/>
                </a:lnTo>
                <a:close/>
              </a:path>
              <a:path w="1016000" h="76200">
                <a:moveTo>
                  <a:pt x="939291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39291" y="47625"/>
                </a:lnTo>
                <a:lnTo>
                  <a:pt x="939291" y="28575"/>
                </a:lnTo>
                <a:close/>
              </a:path>
              <a:path w="1016000" h="76200">
                <a:moveTo>
                  <a:pt x="996441" y="28575"/>
                </a:moveTo>
                <a:lnTo>
                  <a:pt x="951991" y="28575"/>
                </a:lnTo>
                <a:lnTo>
                  <a:pt x="951991" y="47625"/>
                </a:lnTo>
                <a:lnTo>
                  <a:pt x="996441" y="47625"/>
                </a:lnTo>
                <a:lnTo>
                  <a:pt x="1015491" y="38100"/>
                </a:lnTo>
                <a:lnTo>
                  <a:pt x="996441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386835" y="5099177"/>
            <a:ext cx="1016000" cy="76200"/>
          </a:xfrm>
          <a:custGeom>
            <a:avLst/>
            <a:gdLst/>
            <a:ahLst/>
            <a:cxnLst/>
            <a:rect l="l" t="t" r="r" b="b"/>
            <a:pathLst>
              <a:path w="1016000" h="76200">
                <a:moveTo>
                  <a:pt x="939291" y="0"/>
                </a:moveTo>
                <a:lnTo>
                  <a:pt x="939291" y="76200"/>
                </a:lnTo>
                <a:lnTo>
                  <a:pt x="996441" y="47625"/>
                </a:lnTo>
                <a:lnTo>
                  <a:pt x="951991" y="47625"/>
                </a:lnTo>
                <a:lnTo>
                  <a:pt x="951991" y="28575"/>
                </a:lnTo>
                <a:lnTo>
                  <a:pt x="996441" y="28575"/>
                </a:lnTo>
                <a:lnTo>
                  <a:pt x="939291" y="0"/>
                </a:lnTo>
                <a:close/>
              </a:path>
              <a:path w="1016000" h="76200">
                <a:moveTo>
                  <a:pt x="939291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39291" y="47625"/>
                </a:lnTo>
                <a:lnTo>
                  <a:pt x="939291" y="28575"/>
                </a:lnTo>
                <a:close/>
              </a:path>
              <a:path w="1016000" h="76200">
                <a:moveTo>
                  <a:pt x="996441" y="28575"/>
                </a:moveTo>
                <a:lnTo>
                  <a:pt x="951991" y="28575"/>
                </a:lnTo>
                <a:lnTo>
                  <a:pt x="951991" y="47625"/>
                </a:lnTo>
                <a:lnTo>
                  <a:pt x="996441" y="47625"/>
                </a:lnTo>
                <a:lnTo>
                  <a:pt x="1015491" y="38100"/>
                </a:lnTo>
                <a:lnTo>
                  <a:pt x="996441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372484" y="6347459"/>
            <a:ext cx="1029969" cy="76200"/>
          </a:xfrm>
          <a:custGeom>
            <a:avLst/>
            <a:gdLst/>
            <a:ahLst/>
            <a:cxnLst/>
            <a:rect l="l" t="t" r="r" b="b"/>
            <a:pathLst>
              <a:path w="1029970" h="76200">
                <a:moveTo>
                  <a:pt x="953769" y="0"/>
                </a:moveTo>
                <a:lnTo>
                  <a:pt x="953769" y="76200"/>
                </a:lnTo>
                <a:lnTo>
                  <a:pt x="1010919" y="47625"/>
                </a:lnTo>
                <a:lnTo>
                  <a:pt x="966469" y="47625"/>
                </a:lnTo>
                <a:lnTo>
                  <a:pt x="966469" y="28575"/>
                </a:lnTo>
                <a:lnTo>
                  <a:pt x="1010919" y="28575"/>
                </a:lnTo>
                <a:lnTo>
                  <a:pt x="953769" y="0"/>
                </a:lnTo>
                <a:close/>
              </a:path>
              <a:path w="1029970" h="76200">
                <a:moveTo>
                  <a:pt x="953769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53769" y="47625"/>
                </a:lnTo>
                <a:lnTo>
                  <a:pt x="953769" y="28575"/>
                </a:lnTo>
                <a:close/>
              </a:path>
              <a:path w="1029970" h="76200">
                <a:moveTo>
                  <a:pt x="1010919" y="28575"/>
                </a:moveTo>
                <a:lnTo>
                  <a:pt x="966469" y="28575"/>
                </a:lnTo>
                <a:lnTo>
                  <a:pt x="966469" y="47625"/>
                </a:lnTo>
                <a:lnTo>
                  <a:pt x="1010919" y="47625"/>
                </a:lnTo>
                <a:lnTo>
                  <a:pt x="1029969" y="38100"/>
                </a:lnTo>
                <a:lnTo>
                  <a:pt x="1010919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372484" y="7595743"/>
            <a:ext cx="1029969" cy="76200"/>
          </a:xfrm>
          <a:custGeom>
            <a:avLst/>
            <a:gdLst/>
            <a:ahLst/>
            <a:cxnLst/>
            <a:rect l="l" t="t" r="r" b="b"/>
            <a:pathLst>
              <a:path w="1029970" h="76200">
                <a:moveTo>
                  <a:pt x="953769" y="0"/>
                </a:moveTo>
                <a:lnTo>
                  <a:pt x="953769" y="76199"/>
                </a:lnTo>
                <a:lnTo>
                  <a:pt x="1010919" y="47624"/>
                </a:lnTo>
                <a:lnTo>
                  <a:pt x="966469" y="47624"/>
                </a:lnTo>
                <a:lnTo>
                  <a:pt x="966469" y="28574"/>
                </a:lnTo>
                <a:lnTo>
                  <a:pt x="1010919" y="28574"/>
                </a:lnTo>
                <a:lnTo>
                  <a:pt x="953769" y="0"/>
                </a:lnTo>
                <a:close/>
              </a:path>
              <a:path w="1029970" h="76200">
                <a:moveTo>
                  <a:pt x="953769" y="28574"/>
                </a:moveTo>
                <a:lnTo>
                  <a:pt x="0" y="28574"/>
                </a:lnTo>
                <a:lnTo>
                  <a:pt x="0" y="47624"/>
                </a:lnTo>
                <a:lnTo>
                  <a:pt x="953769" y="47624"/>
                </a:lnTo>
                <a:lnTo>
                  <a:pt x="953769" y="28574"/>
                </a:lnTo>
                <a:close/>
              </a:path>
              <a:path w="1029970" h="76200">
                <a:moveTo>
                  <a:pt x="1010919" y="28574"/>
                </a:moveTo>
                <a:lnTo>
                  <a:pt x="966469" y="28574"/>
                </a:lnTo>
                <a:lnTo>
                  <a:pt x="966469" y="47624"/>
                </a:lnTo>
                <a:lnTo>
                  <a:pt x="1010919" y="47624"/>
                </a:lnTo>
                <a:lnTo>
                  <a:pt x="1029969" y="38099"/>
                </a:lnTo>
                <a:lnTo>
                  <a:pt x="1010919" y="28574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555997" y="3461384"/>
            <a:ext cx="3460750" cy="4600575"/>
            <a:chOff x="4555997" y="3461384"/>
            <a:chExt cx="3460750" cy="4600575"/>
          </a:xfrm>
        </p:grpSpPr>
        <p:sp>
          <p:nvSpPr>
            <p:cNvPr id="8" name="object 8" descr=""/>
            <p:cNvSpPr/>
            <p:nvPr/>
          </p:nvSpPr>
          <p:spPr>
            <a:xfrm>
              <a:off x="4565522" y="3470909"/>
              <a:ext cx="2633980" cy="4581525"/>
            </a:xfrm>
            <a:custGeom>
              <a:avLst/>
              <a:gdLst/>
              <a:ahLst/>
              <a:cxnLst/>
              <a:rect l="l" t="t" r="r" b="b"/>
              <a:pathLst>
                <a:path w="2633979" h="4581525">
                  <a:moveTo>
                    <a:pt x="1755521" y="4581271"/>
                  </a:moveTo>
                  <a:lnTo>
                    <a:pt x="2633624" y="4581271"/>
                  </a:lnTo>
                  <a:lnTo>
                    <a:pt x="2633624" y="0"/>
                  </a:lnTo>
                  <a:lnTo>
                    <a:pt x="1755521" y="0"/>
                  </a:lnTo>
                  <a:lnTo>
                    <a:pt x="1755521" y="4581271"/>
                  </a:lnTo>
                  <a:close/>
                </a:path>
                <a:path w="2633979" h="4581525">
                  <a:moveTo>
                    <a:pt x="0" y="4581271"/>
                  </a:moveTo>
                  <a:lnTo>
                    <a:pt x="1755648" y="4581271"/>
                  </a:lnTo>
                  <a:lnTo>
                    <a:pt x="1755648" y="0"/>
                  </a:lnTo>
                  <a:lnTo>
                    <a:pt x="0" y="0"/>
                  </a:lnTo>
                  <a:lnTo>
                    <a:pt x="0" y="4581271"/>
                  </a:lnTo>
                  <a:close/>
                </a:path>
              </a:pathLst>
            </a:custGeom>
            <a:ln w="1905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71009" y="3714368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450" y="0"/>
                  </a:lnTo>
                  <a:lnTo>
                    <a:pt x="27051" y="3454"/>
                  </a:lnTo>
                  <a:lnTo>
                    <a:pt x="12928" y="12890"/>
                  </a:lnTo>
                  <a:lnTo>
                    <a:pt x="3454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5" h="578485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715" y="420814"/>
                  </a:lnTo>
                  <a:lnTo>
                    <a:pt x="193814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12"/>
                  </a:lnTo>
                  <a:lnTo>
                    <a:pt x="416204" y="193446"/>
                  </a:lnTo>
                  <a:lnTo>
                    <a:pt x="420928" y="186296"/>
                  </a:lnTo>
                  <a:lnTo>
                    <a:pt x="422656" y="177927"/>
                  </a:lnTo>
                  <a:close/>
                </a:path>
                <a:path w="578485" h="578485">
                  <a:moveTo>
                    <a:pt x="578358" y="333629"/>
                  </a:moveTo>
                  <a:lnTo>
                    <a:pt x="576630" y="324916"/>
                  </a:lnTo>
                  <a:lnTo>
                    <a:pt x="571906" y="317855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58"/>
                  </a:lnTo>
                  <a:lnTo>
                    <a:pt x="324358" y="324294"/>
                  </a:lnTo>
                  <a:lnTo>
                    <a:pt x="314858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66" y="576516"/>
                  </a:lnTo>
                  <a:lnTo>
                    <a:pt x="349465" y="571588"/>
                  </a:lnTo>
                  <a:lnTo>
                    <a:pt x="354228" y="564489"/>
                  </a:lnTo>
                  <a:lnTo>
                    <a:pt x="355981" y="556133"/>
                  </a:lnTo>
                  <a:lnTo>
                    <a:pt x="355981" y="355854"/>
                  </a:lnTo>
                  <a:lnTo>
                    <a:pt x="556133" y="355854"/>
                  </a:lnTo>
                  <a:lnTo>
                    <a:pt x="564845" y="354012"/>
                  </a:lnTo>
                  <a:lnTo>
                    <a:pt x="571906" y="349084"/>
                  </a:lnTo>
                  <a:lnTo>
                    <a:pt x="576630" y="341985"/>
                  </a:lnTo>
                  <a:lnTo>
                    <a:pt x="578358" y="33362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332" y="4147692"/>
              <a:ext cx="133476" cy="13347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543169" y="3714368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266827" y="22225"/>
                  </a:moveTo>
                  <a:lnTo>
                    <a:pt x="265112" y="13512"/>
                  </a:lnTo>
                  <a:lnTo>
                    <a:pt x="260426" y="6451"/>
                  </a:lnTo>
                  <a:lnTo>
                    <a:pt x="253377" y="1727"/>
                  </a:lnTo>
                  <a:lnTo>
                    <a:pt x="244602" y="0"/>
                  </a:lnTo>
                  <a:lnTo>
                    <a:pt x="44450" y="0"/>
                  </a:lnTo>
                  <a:lnTo>
                    <a:pt x="27000" y="3454"/>
                  </a:lnTo>
                  <a:lnTo>
                    <a:pt x="12890" y="12890"/>
                  </a:lnTo>
                  <a:lnTo>
                    <a:pt x="3441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602" y="44450"/>
                  </a:lnTo>
                  <a:lnTo>
                    <a:pt x="253377" y="42608"/>
                  </a:lnTo>
                  <a:lnTo>
                    <a:pt x="260426" y="37680"/>
                  </a:lnTo>
                  <a:lnTo>
                    <a:pt x="265112" y="30581"/>
                  </a:lnTo>
                  <a:lnTo>
                    <a:pt x="266827" y="22225"/>
                  </a:lnTo>
                  <a:close/>
                </a:path>
                <a:path w="578485" h="578485">
                  <a:moveTo>
                    <a:pt x="422656" y="177927"/>
                  </a:moveTo>
                  <a:lnTo>
                    <a:pt x="420903" y="169214"/>
                  </a:lnTo>
                  <a:lnTo>
                    <a:pt x="416140" y="162153"/>
                  </a:lnTo>
                  <a:lnTo>
                    <a:pt x="409041" y="157429"/>
                  </a:lnTo>
                  <a:lnTo>
                    <a:pt x="400304" y="155702"/>
                  </a:lnTo>
                  <a:lnTo>
                    <a:pt x="200152" y="155702"/>
                  </a:lnTo>
                  <a:lnTo>
                    <a:pt x="182702" y="159156"/>
                  </a:lnTo>
                  <a:lnTo>
                    <a:pt x="168592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639" y="420814"/>
                  </a:lnTo>
                  <a:lnTo>
                    <a:pt x="193700" y="415886"/>
                  </a:lnTo>
                  <a:lnTo>
                    <a:pt x="198424" y="408787"/>
                  </a:lnTo>
                  <a:lnTo>
                    <a:pt x="200152" y="400431"/>
                  </a:lnTo>
                  <a:lnTo>
                    <a:pt x="200152" y="200279"/>
                  </a:lnTo>
                  <a:lnTo>
                    <a:pt x="400304" y="200279"/>
                  </a:lnTo>
                  <a:lnTo>
                    <a:pt x="409041" y="198412"/>
                  </a:lnTo>
                  <a:lnTo>
                    <a:pt x="416140" y="193446"/>
                  </a:lnTo>
                  <a:lnTo>
                    <a:pt x="420903" y="186296"/>
                  </a:lnTo>
                  <a:lnTo>
                    <a:pt x="422656" y="177927"/>
                  </a:lnTo>
                  <a:close/>
                </a:path>
                <a:path w="578485" h="578485">
                  <a:moveTo>
                    <a:pt x="578358" y="333629"/>
                  </a:moveTo>
                  <a:lnTo>
                    <a:pt x="576630" y="324916"/>
                  </a:lnTo>
                  <a:lnTo>
                    <a:pt x="571893" y="317855"/>
                  </a:lnTo>
                  <a:lnTo>
                    <a:pt x="564794" y="313131"/>
                  </a:lnTo>
                  <a:lnTo>
                    <a:pt x="556006" y="311404"/>
                  </a:lnTo>
                  <a:lnTo>
                    <a:pt x="355854" y="311404"/>
                  </a:lnTo>
                  <a:lnTo>
                    <a:pt x="338404" y="314858"/>
                  </a:lnTo>
                  <a:lnTo>
                    <a:pt x="324294" y="324294"/>
                  </a:lnTo>
                  <a:lnTo>
                    <a:pt x="314845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41" y="576516"/>
                  </a:lnTo>
                  <a:lnTo>
                    <a:pt x="349402" y="571588"/>
                  </a:lnTo>
                  <a:lnTo>
                    <a:pt x="354126" y="564489"/>
                  </a:lnTo>
                  <a:lnTo>
                    <a:pt x="355854" y="556133"/>
                  </a:lnTo>
                  <a:lnTo>
                    <a:pt x="355854" y="355854"/>
                  </a:lnTo>
                  <a:lnTo>
                    <a:pt x="556006" y="355854"/>
                  </a:lnTo>
                  <a:lnTo>
                    <a:pt x="564794" y="354012"/>
                  </a:lnTo>
                  <a:lnTo>
                    <a:pt x="571893" y="349084"/>
                  </a:lnTo>
                  <a:lnTo>
                    <a:pt x="576630" y="341985"/>
                  </a:lnTo>
                  <a:lnTo>
                    <a:pt x="578358" y="33362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6492" y="4147692"/>
              <a:ext cx="133476" cy="13347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467221" y="3714368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4" h="578485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577" y="0"/>
                  </a:lnTo>
                  <a:lnTo>
                    <a:pt x="27101" y="3454"/>
                  </a:lnTo>
                  <a:lnTo>
                    <a:pt x="12954" y="12890"/>
                  </a:lnTo>
                  <a:lnTo>
                    <a:pt x="3454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39" y="253085"/>
                  </a:lnTo>
                  <a:lnTo>
                    <a:pt x="6489" y="260184"/>
                  </a:lnTo>
                  <a:lnTo>
                    <a:pt x="13550" y="265112"/>
                  </a:lnTo>
                  <a:lnTo>
                    <a:pt x="22225" y="266954"/>
                  </a:lnTo>
                  <a:lnTo>
                    <a:pt x="30962" y="265112"/>
                  </a:lnTo>
                  <a:lnTo>
                    <a:pt x="38061" y="260184"/>
                  </a:lnTo>
                  <a:lnTo>
                    <a:pt x="42824" y="253085"/>
                  </a:lnTo>
                  <a:lnTo>
                    <a:pt x="44577" y="244729"/>
                  </a:lnTo>
                  <a:lnTo>
                    <a:pt x="44577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4" h="578485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53" y="415886"/>
                  </a:lnTo>
                  <a:lnTo>
                    <a:pt x="169252" y="420814"/>
                  </a:lnTo>
                  <a:lnTo>
                    <a:pt x="178054" y="422656"/>
                  </a:lnTo>
                  <a:lnTo>
                    <a:pt x="186766" y="420814"/>
                  </a:lnTo>
                  <a:lnTo>
                    <a:pt x="193827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12"/>
                  </a:lnTo>
                  <a:lnTo>
                    <a:pt x="416204" y="193446"/>
                  </a:lnTo>
                  <a:lnTo>
                    <a:pt x="420928" y="186296"/>
                  </a:lnTo>
                  <a:lnTo>
                    <a:pt x="422656" y="177927"/>
                  </a:lnTo>
                  <a:close/>
                </a:path>
                <a:path w="578484" h="578485">
                  <a:moveTo>
                    <a:pt x="578358" y="333629"/>
                  </a:moveTo>
                  <a:lnTo>
                    <a:pt x="576630" y="324916"/>
                  </a:lnTo>
                  <a:lnTo>
                    <a:pt x="571906" y="317855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58"/>
                  </a:lnTo>
                  <a:lnTo>
                    <a:pt x="324358" y="324294"/>
                  </a:lnTo>
                  <a:lnTo>
                    <a:pt x="314858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43" y="564489"/>
                  </a:lnTo>
                  <a:lnTo>
                    <a:pt x="317893" y="571588"/>
                  </a:lnTo>
                  <a:lnTo>
                    <a:pt x="324954" y="576516"/>
                  </a:lnTo>
                  <a:lnTo>
                    <a:pt x="333629" y="578358"/>
                  </a:lnTo>
                  <a:lnTo>
                    <a:pt x="342417" y="576516"/>
                  </a:lnTo>
                  <a:lnTo>
                    <a:pt x="349516" y="571588"/>
                  </a:lnTo>
                  <a:lnTo>
                    <a:pt x="354253" y="564489"/>
                  </a:lnTo>
                  <a:lnTo>
                    <a:pt x="355981" y="556133"/>
                  </a:lnTo>
                  <a:lnTo>
                    <a:pt x="355981" y="355854"/>
                  </a:lnTo>
                  <a:lnTo>
                    <a:pt x="556133" y="355854"/>
                  </a:lnTo>
                  <a:lnTo>
                    <a:pt x="564845" y="354012"/>
                  </a:lnTo>
                  <a:lnTo>
                    <a:pt x="571906" y="349084"/>
                  </a:lnTo>
                  <a:lnTo>
                    <a:pt x="576630" y="341985"/>
                  </a:lnTo>
                  <a:lnTo>
                    <a:pt x="578358" y="33362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0544" y="4147692"/>
              <a:ext cx="133476" cy="13347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771009" y="4886324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450" y="0"/>
                  </a:lnTo>
                  <a:lnTo>
                    <a:pt x="27051" y="3454"/>
                  </a:lnTo>
                  <a:lnTo>
                    <a:pt x="12928" y="12890"/>
                  </a:lnTo>
                  <a:lnTo>
                    <a:pt x="3454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5" h="578485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715" y="420814"/>
                  </a:lnTo>
                  <a:lnTo>
                    <a:pt x="193814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12"/>
                  </a:lnTo>
                  <a:lnTo>
                    <a:pt x="416204" y="193446"/>
                  </a:lnTo>
                  <a:lnTo>
                    <a:pt x="420928" y="186296"/>
                  </a:lnTo>
                  <a:lnTo>
                    <a:pt x="422656" y="177927"/>
                  </a:lnTo>
                  <a:close/>
                </a:path>
                <a:path w="578485" h="578485">
                  <a:moveTo>
                    <a:pt x="578358" y="333756"/>
                  </a:moveTo>
                  <a:lnTo>
                    <a:pt x="576630" y="324967"/>
                  </a:lnTo>
                  <a:lnTo>
                    <a:pt x="571906" y="317868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58"/>
                  </a:lnTo>
                  <a:lnTo>
                    <a:pt x="324358" y="324294"/>
                  </a:lnTo>
                  <a:lnTo>
                    <a:pt x="314858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66" y="576516"/>
                  </a:lnTo>
                  <a:lnTo>
                    <a:pt x="349465" y="571588"/>
                  </a:lnTo>
                  <a:lnTo>
                    <a:pt x="354228" y="564489"/>
                  </a:lnTo>
                  <a:lnTo>
                    <a:pt x="355981" y="556133"/>
                  </a:lnTo>
                  <a:lnTo>
                    <a:pt x="355981" y="355854"/>
                  </a:lnTo>
                  <a:lnTo>
                    <a:pt x="556133" y="355854"/>
                  </a:lnTo>
                  <a:lnTo>
                    <a:pt x="564845" y="354012"/>
                  </a:lnTo>
                  <a:lnTo>
                    <a:pt x="571906" y="349097"/>
                  </a:lnTo>
                  <a:lnTo>
                    <a:pt x="576630" y="342036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332" y="5319648"/>
              <a:ext cx="133476" cy="13347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543169" y="4886324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5">
                  <a:moveTo>
                    <a:pt x="266827" y="22225"/>
                  </a:moveTo>
                  <a:lnTo>
                    <a:pt x="265112" y="13512"/>
                  </a:lnTo>
                  <a:lnTo>
                    <a:pt x="260426" y="6451"/>
                  </a:lnTo>
                  <a:lnTo>
                    <a:pt x="253377" y="1727"/>
                  </a:lnTo>
                  <a:lnTo>
                    <a:pt x="244602" y="0"/>
                  </a:lnTo>
                  <a:lnTo>
                    <a:pt x="44450" y="0"/>
                  </a:lnTo>
                  <a:lnTo>
                    <a:pt x="27000" y="3454"/>
                  </a:lnTo>
                  <a:lnTo>
                    <a:pt x="12890" y="12890"/>
                  </a:lnTo>
                  <a:lnTo>
                    <a:pt x="3441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602" y="44450"/>
                  </a:lnTo>
                  <a:lnTo>
                    <a:pt x="253377" y="42608"/>
                  </a:lnTo>
                  <a:lnTo>
                    <a:pt x="260426" y="37680"/>
                  </a:lnTo>
                  <a:lnTo>
                    <a:pt x="265112" y="30581"/>
                  </a:lnTo>
                  <a:lnTo>
                    <a:pt x="266827" y="22225"/>
                  </a:lnTo>
                  <a:close/>
                </a:path>
                <a:path w="578485" h="578485">
                  <a:moveTo>
                    <a:pt x="422656" y="177927"/>
                  </a:moveTo>
                  <a:lnTo>
                    <a:pt x="420903" y="169214"/>
                  </a:lnTo>
                  <a:lnTo>
                    <a:pt x="416140" y="162153"/>
                  </a:lnTo>
                  <a:lnTo>
                    <a:pt x="409041" y="157429"/>
                  </a:lnTo>
                  <a:lnTo>
                    <a:pt x="400304" y="155702"/>
                  </a:lnTo>
                  <a:lnTo>
                    <a:pt x="200152" y="155702"/>
                  </a:lnTo>
                  <a:lnTo>
                    <a:pt x="182702" y="159156"/>
                  </a:lnTo>
                  <a:lnTo>
                    <a:pt x="168592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639" y="420814"/>
                  </a:lnTo>
                  <a:lnTo>
                    <a:pt x="193700" y="415886"/>
                  </a:lnTo>
                  <a:lnTo>
                    <a:pt x="198424" y="408787"/>
                  </a:lnTo>
                  <a:lnTo>
                    <a:pt x="200152" y="400431"/>
                  </a:lnTo>
                  <a:lnTo>
                    <a:pt x="200152" y="200279"/>
                  </a:lnTo>
                  <a:lnTo>
                    <a:pt x="400304" y="200279"/>
                  </a:lnTo>
                  <a:lnTo>
                    <a:pt x="409041" y="198412"/>
                  </a:lnTo>
                  <a:lnTo>
                    <a:pt x="416140" y="193446"/>
                  </a:lnTo>
                  <a:lnTo>
                    <a:pt x="420903" y="186296"/>
                  </a:lnTo>
                  <a:lnTo>
                    <a:pt x="422656" y="177927"/>
                  </a:lnTo>
                  <a:close/>
                </a:path>
                <a:path w="578485" h="578485">
                  <a:moveTo>
                    <a:pt x="578358" y="333756"/>
                  </a:moveTo>
                  <a:lnTo>
                    <a:pt x="576630" y="324967"/>
                  </a:lnTo>
                  <a:lnTo>
                    <a:pt x="571893" y="317868"/>
                  </a:lnTo>
                  <a:lnTo>
                    <a:pt x="564794" y="313131"/>
                  </a:lnTo>
                  <a:lnTo>
                    <a:pt x="556006" y="311404"/>
                  </a:lnTo>
                  <a:lnTo>
                    <a:pt x="355854" y="311404"/>
                  </a:lnTo>
                  <a:lnTo>
                    <a:pt x="338404" y="314858"/>
                  </a:lnTo>
                  <a:lnTo>
                    <a:pt x="324294" y="324294"/>
                  </a:lnTo>
                  <a:lnTo>
                    <a:pt x="314845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41" y="576516"/>
                  </a:lnTo>
                  <a:lnTo>
                    <a:pt x="349402" y="571588"/>
                  </a:lnTo>
                  <a:lnTo>
                    <a:pt x="354126" y="564489"/>
                  </a:lnTo>
                  <a:lnTo>
                    <a:pt x="355854" y="556133"/>
                  </a:lnTo>
                  <a:lnTo>
                    <a:pt x="355854" y="355854"/>
                  </a:lnTo>
                  <a:lnTo>
                    <a:pt x="556006" y="355854"/>
                  </a:lnTo>
                  <a:lnTo>
                    <a:pt x="564794" y="354012"/>
                  </a:lnTo>
                  <a:lnTo>
                    <a:pt x="571893" y="349097"/>
                  </a:lnTo>
                  <a:lnTo>
                    <a:pt x="576630" y="342036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6492" y="5319648"/>
              <a:ext cx="133476" cy="13347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467221" y="4886324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4" h="578485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577" y="0"/>
                  </a:lnTo>
                  <a:lnTo>
                    <a:pt x="27101" y="3454"/>
                  </a:lnTo>
                  <a:lnTo>
                    <a:pt x="12954" y="12890"/>
                  </a:lnTo>
                  <a:lnTo>
                    <a:pt x="3454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39" y="253085"/>
                  </a:lnTo>
                  <a:lnTo>
                    <a:pt x="6489" y="260184"/>
                  </a:lnTo>
                  <a:lnTo>
                    <a:pt x="13550" y="265112"/>
                  </a:lnTo>
                  <a:lnTo>
                    <a:pt x="22225" y="266954"/>
                  </a:lnTo>
                  <a:lnTo>
                    <a:pt x="30962" y="265112"/>
                  </a:lnTo>
                  <a:lnTo>
                    <a:pt x="38061" y="260184"/>
                  </a:lnTo>
                  <a:lnTo>
                    <a:pt x="42824" y="253085"/>
                  </a:lnTo>
                  <a:lnTo>
                    <a:pt x="44577" y="244729"/>
                  </a:lnTo>
                  <a:lnTo>
                    <a:pt x="44577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4" h="578485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53" y="415886"/>
                  </a:lnTo>
                  <a:lnTo>
                    <a:pt x="169252" y="420814"/>
                  </a:lnTo>
                  <a:lnTo>
                    <a:pt x="178054" y="422656"/>
                  </a:lnTo>
                  <a:lnTo>
                    <a:pt x="186766" y="420814"/>
                  </a:lnTo>
                  <a:lnTo>
                    <a:pt x="193827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12"/>
                  </a:lnTo>
                  <a:lnTo>
                    <a:pt x="416204" y="193446"/>
                  </a:lnTo>
                  <a:lnTo>
                    <a:pt x="420928" y="186296"/>
                  </a:lnTo>
                  <a:lnTo>
                    <a:pt x="422656" y="177927"/>
                  </a:lnTo>
                  <a:close/>
                </a:path>
                <a:path w="578484" h="578485">
                  <a:moveTo>
                    <a:pt x="578358" y="333756"/>
                  </a:moveTo>
                  <a:lnTo>
                    <a:pt x="576630" y="324967"/>
                  </a:lnTo>
                  <a:lnTo>
                    <a:pt x="571906" y="317868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58"/>
                  </a:lnTo>
                  <a:lnTo>
                    <a:pt x="324358" y="324294"/>
                  </a:lnTo>
                  <a:lnTo>
                    <a:pt x="314858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43" y="564489"/>
                  </a:lnTo>
                  <a:lnTo>
                    <a:pt x="317893" y="571588"/>
                  </a:lnTo>
                  <a:lnTo>
                    <a:pt x="324954" y="576516"/>
                  </a:lnTo>
                  <a:lnTo>
                    <a:pt x="333629" y="578358"/>
                  </a:lnTo>
                  <a:lnTo>
                    <a:pt x="342417" y="576516"/>
                  </a:lnTo>
                  <a:lnTo>
                    <a:pt x="349516" y="571588"/>
                  </a:lnTo>
                  <a:lnTo>
                    <a:pt x="354253" y="564489"/>
                  </a:lnTo>
                  <a:lnTo>
                    <a:pt x="355981" y="556133"/>
                  </a:lnTo>
                  <a:lnTo>
                    <a:pt x="355981" y="355854"/>
                  </a:lnTo>
                  <a:lnTo>
                    <a:pt x="556133" y="355854"/>
                  </a:lnTo>
                  <a:lnTo>
                    <a:pt x="564845" y="354012"/>
                  </a:lnTo>
                  <a:lnTo>
                    <a:pt x="571906" y="349097"/>
                  </a:lnTo>
                  <a:lnTo>
                    <a:pt x="576630" y="342036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0544" y="5319648"/>
              <a:ext cx="133476" cy="13347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4771009" y="6058280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4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450" y="0"/>
                  </a:lnTo>
                  <a:lnTo>
                    <a:pt x="27051" y="3454"/>
                  </a:lnTo>
                  <a:lnTo>
                    <a:pt x="12928" y="12890"/>
                  </a:lnTo>
                  <a:lnTo>
                    <a:pt x="3454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5" h="578484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715" y="420814"/>
                  </a:lnTo>
                  <a:lnTo>
                    <a:pt x="193814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37"/>
                  </a:lnTo>
                  <a:lnTo>
                    <a:pt x="416204" y="193484"/>
                  </a:lnTo>
                  <a:lnTo>
                    <a:pt x="420928" y="186359"/>
                  </a:lnTo>
                  <a:lnTo>
                    <a:pt x="422656" y="177927"/>
                  </a:lnTo>
                  <a:close/>
                </a:path>
                <a:path w="578485" h="578484">
                  <a:moveTo>
                    <a:pt x="578358" y="333756"/>
                  </a:moveTo>
                  <a:lnTo>
                    <a:pt x="576630" y="324967"/>
                  </a:lnTo>
                  <a:lnTo>
                    <a:pt x="571906" y="317868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58"/>
                  </a:lnTo>
                  <a:lnTo>
                    <a:pt x="324358" y="324294"/>
                  </a:lnTo>
                  <a:lnTo>
                    <a:pt x="314858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66" y="576516"/>
                  </a:lnTo>
                  <a:lnTo>
                    <a:pt x="349465" y="571588"/>
                  </a:lnTo>
                  <a:lnTo>
                    <a:pt x="354228" y="564489"/>
                  </a:lnTo>
                  <a:lnTo>
                    <a:pt x="355981" y="556133"/>
                  </a:lnTo>
                  <a:lnTo>
                    <a:pt x="355981" y="355854"/>
                  </a:lnTo>
                  <a:lnTo>
                    <a:pt x="556133" y="355854"/>
                  </a:lnTo>
                  <a:lnTo>
                    <a:pt x="564845" y="354012"/>
                  </a:lnTo>
                  <a:lnTo>
                    <a:pt x="571906" y="349097"/>
                  </a:lnTo>
                  <a:lnTo>
                    <a:pt x="576630" y="342036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332" y="6491604"/>
              <a:ext cx="133476" cy="133476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543169" y="6058280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4">
                  <a:moveTo>
                    <a:pt x="266827" y="22225"/>
                  </a:moveTo>
                  <a:lnTo>
                    <a:pt x="265112" y="13512"/>
                  </a:lnTo>
                  <a:lnTo>
                    <a:pt x="260426" y="6451"/>
                  </a:lnTo>
                  <a:lnTo>
                    <a:pt x="253377" y="1727"/>
                  </a:lnTo>
                  <a:lnTo>
                    <a:pt x="244602" y="0"/>
                  </a:lnTo>
                  <a:lnTo>
                    <a:pt x="44450" y="0"/>
                  </a:lnTo>
                  <a:lnTo>
                    <a:pt x="27000" y="3454"/>
                  </a:lnTo>
                  <a:lnTo>
                    <a:pt x="12890" y="12890"/>
                  </a:lnTo>
                  <a:lnTo>
                    <a:pt x="3441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602" y="44450"/>
                  </a:lnTo>
                  <a:lnTo>
                    <a:pt x="253377" y="42608"/>
                  </a:lnTo>
                  <a:lnTo>
                    <a:pt x="260426" y="37680"/>
                  </a:lnTo>
                  <a:lnTo>
                    <a:pt x="265112" y="30581"/>
                  </a:lnTo>
                  <a:lnTo>
                    <a:pt x="266827" y="22225"/>
                  </a:lnTo>
                  <a:close/>
                </a:path>
                <a:path w="578485" h="578484">
                  <a:moveTo>
                    <a:pt x="422656" y="177927"/>
                  </a:moveTo>
                  <a:lnTo>
                    <a:pt x="420903" y="169214"/>
                  </a:lnTo>
                  <a:lnTo>
                    <a:pt x="416140" y="162153"/>
                  </a:lnTo>
                  <a:lnTo>
                    <a:pt x="409041" y="157429"/>
                  </a:lnTo>
                  <a:lnTo>
                    <a:pt x="400304" y="155702"/>
                  </a:lnTo>
                  <a:lnTo>
                    <a:pt x="200152" y="155702"/>
                  </a:lnTo>
                  <a:lnTo>
                    <a:pt x="182702" y="159156"/>
                  </a:lnTo>
                  <a:lnTo>
                    <a:pt x="168592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639" y="420814"/>
                  </a:lnTo>
                  <a:lnTo>
                    <a:pt x="193700" y="415886"/>
                  </a:lnTo>
                  <a:lnTo>
                    <a:pt x="198424" y="408787"/>
                  </a:lnTo>
                  <a:lnTo>
                    <a:pt x="200152" y="400431"/>
                  </a:lnTo>
                  <a:lnTo>
                    <a:pt x="200152" y="200279"/>
                  </a:lnTo>
                  <a:lnTo>
                    <a:pt x="400304" y="200279"/>
                  </a:lnTo>
                  <a:lnTo>
                    <a:pt x="409041" y="198437"/>
                  </a:lnTo>
                  <a:lnTo>
                    <a:pt x="416140" y="193484"/>
                  </a:lnTo>
                  <a:lnTo>
                    <a:pt x="420903" y="186359"/>
                  </a:lnTo>
                  <a:lnTo>
                    <a:pt x="422656" y="177927"/>
                  </a:lnTo>
                  <a:close/>
                </a:path>
                <a:path w="578485" h="578484">
                  <a:moveTo>
                    <a:pt x="578358" y="333756"/>
                  </a:moveTo>
                  <a:lnTo>
                    <a:pt x="576630" y="324967"/>
                  </a:lnTo>
                  <a:lnTo>
                    <a:pt x="571893" y="317868"/>
                  </a:lnTo>
                  <a:lnTo>
                    <a:pt x="564794" y="313131"/>
                  </a:lnTo>
                  <a:lnTo>
                    <a:pt x="556006" y="311404"/>
                  </a:lnTo>
                  <a:lnTo>
                    <a:pt x="355854" y="311404"/>
                  </a:lnTo>
                  <a:lnTo>
                    <a:pt x="338404" y="314858"/>
                  </a:lnTo>
                  <a:lnTo>
                    <a:pt x="324294" y="324294"/>
                  </a:lnTo>
                  <a:lnTo>
                    <a:pt x="314845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41" y="576516"/>
                  </a:lnTo>
                  <a:lnTo>
                    <a:pt x="349402" y="571588"/>
                  </a:lnTo>
                  <a:lnTo>
                    <a:pt x="354126" y="564489"/>
                  </a:lnTo>
                  <a:lnTo>
                    <a:pt x="355854" y="556133"/>
                  </a:lnTo>
                  <a:lnTo>
                    <a:pt x="355854" y="355854"/>
                  </a:lnTo>
                  <a:lnTo>
                    <a:pt x="556006" y="355854"/>
                  </a:lnTo>
                  <a:lnTo>
                    <a:pt x="564794" y="354012"/>
                  </a:lnTo>
                  <a:lnTo>
                    <a:pt x="571893" y="349097"/>
                  </a:lnTo>
                  <a:lnTo>
                    <a:pt x="576630" y="342036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6492" y="6491604"/>
              <a:ext cx="133476" cy="133476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6467221" y="6058280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4" h="578484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577" y="0"/>
                  </a:lnTo>
                  <a:lnTo>
                    <a:pt x="27101" y="3454"/>
                  </a:lnTo>
                  <a:lnTo>
                    <a:pt x="12954" y="12890"/>
                  </a:lnTo>
                  <a:lnTo>
                    <a:pt x="3454" y="27012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39" y="253085"/>
                  </a:lnTo>
                  <a:lnTo>
                    <a:pt x="6489" y="260184"/>
                  </a:lnTo>
                  <a:lnTo>
                    <a:pt x="13550" y="265112"/>
                  </a:lnTo>
                  <a:lnTo>
                    <a:pt x="22225" y="266954"/>
                  </a:lnTo>
                  <a:lnTo>
                    <a:pt x="30962" y="265112"/>
                  </a:lnTo>
                  <a:lnTo>
                    <a:pt x="38061" y="260184"/>
                  </a:lnTo>
                  <a:lnTo>
                    <a:pt x="42824" y="253085"/>
                  </a:lnTo>
                  <a:lnTo>
                    <a:pt x="44577" y="244729"/>
                  </a:lnTo>
                  <a:lnTo>
                    <a:pt x="44577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4" h="578484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53" y="415886"/>
                  </a:lnTo>
                  <a:lnTo>
                    <a:pt x="169252" y="420814"/>
                  </a:lnTo>
                  <a:lnTo>
                    <a:pt x="178054" y="422656"/>
                  </a:lnTo>
                  <a:lnTo>
                    <a:pt x="186766" y="420814"/>
                  </a:lnTo>
                  <a:lnTo>
                    <a:pt x="193827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37"/>
                  </a:lnTo>
                  <a:lnTo>
                    <a:pt x="416204" y="193484"/>
                  </a:lnTo>
                  <a:lnTo>
                    <a:pt x="420928" y="186359"/>
                  </a:lnTo>
                  <a:lnTo>
                    <a:pt x="422656" y="177927"/>
                  </a:lnTo>
                  <a:close/>
                </a:path>
                <a:path w="578484" h="578484">
                  <a:moveTo>
                    <a:pt x="578358" y="333756"/>
                  </a:moveTo>
                  <a:lnTo>
                    <a:pt x="576630" y="324967"/>
                  </a:lnTo>
                  <a:lnTo>
                    <a:pt x="571906" y="317868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58"/>
                  </a:lnTo>
                  <a:lnTo>
                    <a:pt x="324358" y="324294"/>
                  </a:lnTo>
                  <a:lnTo>
                    <a:pt x="314858" y="338416"/>
                  </a:lnTo>
                  <a:lnTo>
                    <a:pt x="311404" y="355854"/>
                  </a:lnTo>
                  <a:lnTo>
                    <a:pt x="311404" y="556133"/>
                  </a:lnTo>
                  <a:lnTo>
                    <a:pt x="313143" y="564489"/>
                  </a:lnTo>
                  <a:lnTo>
                    <a:pt x="317893" y="571588"/>
                  </a:lnTo>
                  <a:lnTo>
                    <a:pt x="324954" y="576516"/>
                  </a:lnTo>
                  <a:lnTo>
                    <a:pt x="333629" y="578358"/>
                  </a:lnTo>
                  <a:lnTo>
                    <a:pt x="342417" y="576516"/>
                  </a:lnTo>
                  <a:lnTo>
                    <a:pt x="349516" y="571588"/>
                  </a:lnTo>
                  <a:lnTo>
                    <a:pt x="354253" y="564489"/>
                  </a:lnTo>
                  <a:lnTo>
                    <a:pt x="355981" y="556133"/>
                  </a:lnTo>
                  <a:lnTo>
                    <a:pt x="355981" y="355854"/>
                  </a:lnTo>
                  <a:lnTo>
                    <a:pt x="556133" y="355854"/>
                  </a:lnTo>
                  <a:lnTo>
                    <a:pt x="564845" y="354012"/>
                  </a:lnTo>
                  <a:lnTo>
                    <a:pt x="571906" y="349097"/>
                  </a:lnTo>
                  <a:lnTo>
                    <a:pt x="576630" y="342036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0544" y="6491604"/>
              <a:ext cx="133476" cy="13347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771009" y="7230236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4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450" y="0"/>
                  </a:lnTo>
                  <a:lnTo>
                    <a:pt x="27051" y="3467"/>
                  </a:lnTo>
                  <a:lnTo>
                    <a:pt x="12928" y="12941"/>
                  </a:lnTo>
                  <a:lnTo>
                    <a:pt x="3454" y="27063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5" h="578484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715" y="420814"/>
                  </a:lnTo>
                  <a:lnTo>
                    <a:pt x="193814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37"/>
                  </a:lnTo>
                  <a:lnTo>
                    <a:pt x="416204" y="193497"/>
                  </a:lnTo>
                  <a:lnTo>
                    <a:pt x="420928" y="186359"/>
                  </a:lnTo>
                  <a:lnTo>
                    <a:pt x="422656" y="177927"/>
                  </a:lnTo>
                  <a:close/>
                </a:path>
                <a:path w="578485" h="578484">
                  <a:moveTo>
                    <a:pt x="578358" y="333756"/>
                  </a:moveTo>
                  <a:lnTo>
                    <a:pt x="576630" y="324967"/>
                  </a:lnTo>
                  <a:lnTo>
                    <a:pt x="571906" y="317868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71"/>
                  </a:lnTo>
                  <a:lnTo>
                    <a:pt x="324358" y="324358"/>
                  </a:lnTo>
                  <a:lnTo>
                    <a:pt x="314858" y="338518"/>
                  </a:lnTo>
                  <a:lnTo>
                    <a:pt x="311404" y="355981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66" y="576516"/>
                  </a:lnTo>
                  <a:lnTo>
                    <a:pt x="349465" y="571588"/>
                  </a:lnTo>
                  <a:lnTo>
                    <a:pt x="354228" y="564489"/>
                  </a:lnTo>
                  <a:lnTo>
                    <a:pt x="355981" y="556133"/>
                  </a:lnTo>
                  <a:lnTo>
                    <a:pt x="355981" y="355981"/>
                  </a:lnTo>
                  <a:lnTo>
                    <a:pt x="556133" y="355981"/>
                  </a:lnTo>
                  <a:lnTo>
                    <a:pt x="564845" y="354126"/>
                  </a:lnTo>
                  <a:lnTo>
                    <a:pt x="571906" y="349161"/>
                  </a:lnTo>
                  <a:lnTo>
                    <a:pt x="576630" y="342061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04332" y="7663560"/>
              <a:ext cx="133476" cy="13347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543169" y="7230236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5" h="578484">
                  <a:moveTo>
                    <a:pt x="266827" y="22225"/>
                  </a:moveTo>
                  <a:lnTo>
                    <a:pt x="265112" y="13512"/>
                  </a:lnTo>
                  <a:lnTo>
                    <a:pt x="260426" y="6451"/>
                  </a:lnTo>
                  <a:lnTo>
                    <a:pt x="253377" y="1727"/>
                  </a:lnTo>
                  <a:lnTo>
                    <a:pt x="244602" y="0"/>
                  </a:lnTo>
                  <a:lnTo>
                    <a:pt x="44450" y="0"/>
                  </a:lnTo>
                  <a:lnTo>
                    <a:pt x="27000" y="3467"/>
                  </a:lnTo>
                  <a:lnTo>
                    <a:pt x="12890" y="12941"/>
                  </a:lnTo>
                  <a:lnTo>
                    <a:pt x="3441" y="27063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14" y="253085"/>
                  </a:lnTo>
                  <a:lnTo>
                    <a:pt x="6438" y="260184"/>
                  </a:lnTo>
                  <a:lnTo>
                    <a:pt x="13500" y="265112"/>
                  </a:lnTo>
                  <a:lnTo>
                    <a:pt x="22225" y="266954"/>
                  </a:lnTo>
                  <a:lnTo>
                    <a:pt x="30937" y="265112"/>
                  </a:lnTo>
                  <a:lnTo>
                    <a:pt x="37998" y="260184"/>
                  </a:lnTo>
                  <a:lnTo>
                    <a:pt x="42722" y="253085"/>
                  </a:lnTo>
                  <a:lnTo>
                    <a:pt x="44450" y="244729"/>
                  </a:lnTo>
                  <a:lnTo>
                    <a:pt x="44450" y="44450"/>
                  </a:lnTo>
                  <a:lnTo>
                    <a:pt x="244602" y="44450"/>
                  </a:lnTo>
                  <a:lnTo>
                    <a:pt x="253377" y="42608"/>
                  </a:lnTo>
                  <a:lnTo>
                    <a:pt x="260426" y="37680"/>
                  </a:lnTo>
                  <a:lnTo>
                    <a:pt x="265112" y="30581"/>
                  </a:lnTo>
                  <a:lnTo>
                    <a:pt x="266827" y="22225"/>
                  </a:lnTo>
                  <a:close/>
                </a:path>
                <a:path w="578485" h="578484">
                  <a:moveTo>
                    <a:pt x="422656" y="177927"/>
                  </a:moveTo>
                  <a:lnTo>
                    <a:pt x="420903" y="169214"/>
                  </a:lnTo>
                  <a:lnTo>
                    <a:pt x="416140" y="162153"/>
                  </a:lnTo>
                  <a:lnTo>
                    <a:pt x="409041" y="157429"/>
                  </a:lnTo>
                  <a:lnTo>
                    <a:pt x="400304" y="155702"/>
                  </a:lnTo>
                  <a:lnTo>
                    <a:pt x="200152" y="155702"/>
                  </a:lnTo>
                  <a:lnTo>
                    <a:pt x="182702" y="159156"/>
                  </a:lnTo>
                  <a:lnTo>
                    <a:pt x="168592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40" y="415886"/>
                  </a:lnTo>
                  <a:lnTo>
                    <a:pt x="169202" y="420814"/>
                  </a:lnTo>
                  <a:lnTo>
                    <a:pt x="177927" y="422656"/>
                  </a:lnTo>
                  <a:lnTo>
                    <a:pt x="186639" y="420814"/>
                  </a:lnTo>
                  <a:lnTo>
                    <a:pt x="193700" y="415886"/>
                  </a:lnTo>
                  <a:lnTo>
                    <a:pt x="198424" y="408787"/>
                  </a:lnTo>
                  <a:lnTo>
                    <a:pt x="200152" y="400431"/>
                  </a:lnTo>
                  <a:lnTo>
                    <a:pt x="200152" y="200279"/>
                  </a:lnTo>
                  <a:lnTo>
                    <a:pt x="400304" y="200279"/>
                  </a:lnTo>
                  <a:lnTo>
                    <a:pt x="409041" y="198437"/>
                  </a:lnTo>
                  <a:lnTo>
                    <a:pt x="416140" y="193497"/>
                  </a:lnTo>
                  <a:lnTo>
                    <a:pt x="420903" y="186359"/>
                  </a:lnTo>
                  <a:lnTo>
                    <a:pt x="422656" y="177927"/>
                  </a:lnTo>
                  <a:close/>
                </a:path>
                <a:path w="578485" h="578484">
                  <a:moveTo>
                    <a:pt x="578358" y="333756"/>
                  </a:moveTo>
                  <a:lnTo>
                    <a:pt x="576630" y="324967"/>
                  </a:lnTo>
                  <a:lnTo>
                    <a:pt x="571893" y="317868"/>
                  </a:lnTo>
                  <a:lnTo>
                    <a:pt x="564794" y="313131"/>
                  </a:lnTo>
                  <a:lnTo>
                    <a:pt x="556006" y="311404"/>
                  </a:lnTo>
                  <a:lnTo>
                    <a:pt x="355854" y="311404"/>
                  </a:lnTo>
                  <a:lnTo>
                    <a:pt x="338404" y="314871"/>
                  </a:lnTo>
                  <a:lnTo>
                    <a:pt x="324294" y="324358"/>
                  </a:lnTo>
                  <a:lnTo>
                    <a:pt x="314845" y="338518"/>
                  </a:lnTo>
                  <a:lnTo>
                    <a:pt x="311404" y="355981"/>
                  </a:lnTo>
                  <a:lnTo>
                    <a:pt x="311404" y="556133"/>
                  </a:lnTo>
                  <a:lnTo>
                    <a:pt x="313118" y="564489"/>
                  </a:lnTo>
                  <a:lnTo>
                    <a:pt x="317842" y="571588"/>
                  </a:lnTo>
                  <a:lnTo>
                    <a:pt x="324904" y="576516"/>
                  </a:lnTo>
                  <a:lnTo>
                    <a:pt x="333629" y="578358"/>
                  </a:lnTo>
                  <a:lnTo>
                    <a:pt x="342341" y="576516"/>
                  </a:lnTo>
                  <a:lnTo>
                    <a:pt x="349402" y="571588"/>
                  </a:lnTo>
                  <a:lnTo>
                    <a:pt x="354126" y="564489"/>
                  </a:lnTo>
                  <a:lnTo>
                    <a:pt x="355854" y="556133"/>
                  </a:lnTo>
                  <a:lnTo>
                    <a:pt x="355854" y="355981"/>
                  </a:lnTo>
                  <a:lnTo>
                    <a:pt x="556006" y="355981"/>
                  </a:lnTo>
                  <a:lnTo>
                    <a:pt x="564794" y="354126"/>
                  </a:lnTo>
                  <a:lnTo>
                    <a:pt x="571893" y="349161"/>
                  </a:lnTo>
                  <a:lnTo>
                    <a:pt x="576630" y="342061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6492" y="7663560"/>
              <a:ext cx="133476" cy="13347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467221" y="7230236"/>
              <a:ext cx="578485" cy="578485"/>
            </a:xfrm>
            <a:custGeom>
              <a:avLst/>
              <a:gdLst/>
              <a:ahLst/>
              <a:cxnLst/>
              <a:rect l="l" t="t" r="r" b="b"/>
              <a:pathLst>
                <a:path w="578484" h="578484">
                  <a:moveTo>
                    <a:pt x="266954" y="22225"/>
                  </a:moveTo>
                  <a:lnTo>
                    <a:pt x="265226" y="13512"/>
                  </a:lnTo>
                  <a:lnTo>
                    <a:pt x="260502" y="6451"/>
                  </a:lnTo>
                  <a:lnTo>
                    <a:pt x="253441" y="1727"/>
                  </a:lnTo>
                  <a:lnTo>
                    <a:pt x="244729" y="0"/>
                  </a:lnTo>
                  <a:lnTo>
                    <a:pt x="44577" y="0"/>
                  </a:lnTo>
                  <a:lnTo>
                    <a:pt x="27101" y="3467"/>
                  </a:lnTo>
                  <a:lnTo>
                    <a:pt x="12954" y="12941"/>
                  </a:lnTo>
                  <a:lnTo>
                    <a:pt x="3454" y="27063"/>
                  </a:lnTo>
                  <a:lnTo>
                    <a:pt x="0" y="44450"/>
                  </a:lnTo>
                  <a:lnTo>
                    <a:pt x="0" y="244729"/>
                  </a:lnTo>
                  <a:lnTo>
                    <a:pt x="1739" y="253085"/>
                  </a:lnTo>
                  <a:lnTo>
                    <a:pt x="6489" y="260184"/>
                  </a:lnTo>
                  <a:lnTo>
                    <a:pt x="13550" y="265112"/>
                  </a:lnTo>
                  <a:lnTo>
                    <a:pt x="22225" y="266954"/>
                  </a:lnTo>
                  <a:lnTo>
                    <a:pt x="30962" y="265112"/>
                  </a:lnTo>
                  <a:lnTo>
                    <a:pt x="38061" y="260184"/>
                  </a:lnTo>
                  <a:lnTo>
                    <a:pt x="42824" y="253085"/>
                  </a:lnTo>
                  <a:lnTo>
                    <a:pt x="44577" y="244729"/>
                  </a:lnTo>
                  <a:lnTo>
                    <a:pt x="44577" y="44450"/>
                  </a:lnTo>
                  <a:lnTo>
                    <a:pt x="244729" y="44450"/>
                  </a:lnTo>
                  <a:lnTo>
                    <a:pt x="253441" y="42608"/>
                  </a:lnTo>
                  <a:lnTo>
                    <a:pt x="260502" y="37680"/>
                  </a:lnTo>
                  <a:lnTo>
                    <a:pt x="265226" y="30581"/>
                  </a:lnTo>
                  <a:lnTo>
                    <a:pt x="266954" y="22225"/>
                  </a:lnTo>
                  <a:close/>
                </a:path>
                <a:path w="578484" h="578484">
                  <a:moveTo>
                    <a:pt x="422656" y="177927"/>
                  </a:moveTo>
                  <a:lnTo>
                    <a:pt x="420928" y="169214"/>
                  </a:lnTo>
                  <a:lnTo>
                    <a:pt x="416204" y="162153"/>
                  </a:lnTo>
                  <a:lnTo>
                    <a:pt x="409143" y="157429"/>
                  </a:lnTo>
                  <a:lnTo>
                    <a:pt x="400431" y="155702"/>
                  </a:lnTo>
                  <a:lnTo>
                    <a:pt x="200279" y="155702"/>
                  </a:lnTo>
                  <a:lnTo>
                    <a:pt x="182753" y="159156"/>
                  </a:lnTo>
                  <a:lnTo>
                    <a:pt x="168605" y="168617"/>
                  </a:lnTo>
                  <a:lnTo>
                    <a:pt x="159143" y="182765"/>
                  </a:lnTo>
                  <a:lnTo>
                    <a:pt x="155702" y="200279"/>
                  </a:lnTo>
                  <a:lnTo>
                    <a:pt x="155702" y="400431"/>
                  </a:lnTo>
                  <a:lnTo>
                    <a:pt x="157416" y="408787"/>
                  </a:lnTo>
                  <a:lnTo>
                    <a:pt x="162153" y="415886"/>
                  </a:lnTo>
                  <a:lnTo>
                    <a:pt x="169252" y="420814"/>
                  </a:lnTo>
                  <a:lnTo>
                    <a:pt x="178054" y="422656"/>
                  </a:lnTo>
                  <a:lnTo>
                    <a:pt x="186766" y="420814"/>
                  </a:lnTo>
                  <a:lnTo>
                    <a:pt x="193827" y="415886"/>
                  </a:lnTo>
                  <a:lnTo>
                    <a:pt x="198551" y="408787"/>
                  </a:lnTo>
                  <a:lnTo>
                    <a:pt x="200279" y="400431"/>
                  </a:lnTo>
                  <a:lnTo>
                    <a:pt x="200279" y="200279"/>
                  </a:lnTo>
                  <a:lnTo>
                    <a:pt x="400431" y="200279"/>
                  </a:lnTo>
                  <a:lnTo>
                    <a:pt x="409143" y="198437"/>
                  </a:lnTo>
                  <a:lnTo>
                    <a:pt x="416204" y="193497"/>
                  </a:lnTo>
                  <a:lnTo>
                    <a:pt x="420928" y="186359"/>
                  </a:lnTo>
                  <a:lnTo>
                    <a:pt x="422656" y="177927"/>
                  </a:lnTo>
                  <a:close/>
                </a:path>
                <a:path w="578484" h="578484">
                  <a:moveTo>
                    <a:pt x="578358" y="333756"/>
                  </a:moveTo>
                  <a:lnTo>
                    <a:pt x="576630" y="324967"/>
                  </a:lnTo>
                  <a:lnTo>
                    <a:pt x="571906" y="317868"/>
                  </a:lnTo>
                  <a:lnTo>
                    <a:pt x="564845" y="313131"/>
                  </a:lnTo>
                  <a:lnTo>
                    <a:pt x="556133" y="311404"/>
                  </a:lnTo>
                  <a:lnTo>
                    <a:pt x="355981" y="311404"/>
                  </a:lnTo>
                  <a:lnTo>
                    <a:pt x="338505" y="314871"/>
                  </a:lnTo>
                  <a:lnTo>
                    <a:pt x="324358" y="324358"/>
                  </a:lnTo>
                  <a:lnTo>
                    <a:pt x="314858" y="338518"/>
                  </a:lnTo>
                  <a:lnTo>
                    <a:pt x="311404" y="355981"/>
                  </a:lnTo>
                  <a:lnTo>
                    <a:pt x="311404" y="556133"/>
                  </a:lnTo>
                  <a:lnTo>
                    <a:pt x="313143" y="564489"/>
                  </a:lnTo>
                  <a:lnTo>
                    <a:pt x="317893" y="571588"/>
                  </a:lnTo>
                  <a:lnTo>
                    <a:pt x="324954" y="576516"/>
                  </a:lnTo>
                  <a:lnTo>
                    <a:pt x="333629" y="578358"/>
                  </a:lnTo>
                  <a:lnTo>
                    <a:pt x="342417" y="576516"/>
                  </a:lnTo>
                  <a:lnTo>
                    <a:pt x="349516" y="571588"/>
                  </a:lnTo>
                  <a:lnTo>
                    <a:pt x="354253" y="564489"/>
                  </a:lnTo>
                  <a:lnTo>
                    <a:pt x="355981" y="556133"/>
                  </a:lnTo>
                  <a:lnTo>
                    <a:pt x="355981" y="355981"/>
                  </a:lnTo>
                  <a:lnTo>
                    <a:pt x="556133" y="355981"/>
                  </a:lnTo>
                  <a:lnTo>
                    <a:pt x="564845" y="354126"/>
                  </a:lnTo>
                  <a:lnTo>
                    <a:pt x="571906" y="349161"/>
                  </a:lnTo>
                  <a:lnTo>
                    <a:pt x="576630" y="342061"/>
                  </a:lnTo>
                  <a:lnTo>
                    <a:pt x="578358" y="33375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0544" y="7663560"/>
              <a:ext cx="133476" cy="13347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7202678" y="4760086"/>
              <a:ext cx="814069" cy="2003425"/>
            </a:xfrm>
            <a:custGeom>
              <a:avLst/>
              <a:gdLst/>
              <a:ahLst/>
              <a:cxnLst/>
              <a:rect l="l" t="t" r="r" b="b"/>
              <a:pathLst>
                <a:path w="814070" h="2003425">
                  <a:moveTo>
                    <a:pt x="813689" y="1964817"/>
                  </a:moveTo>
                  <a:lnTo>
                    <a:pt x="794639" y="1955292"/>
                  </a:lnTo>
                  <a:lnTo>
                    <a:pt x="737489" y="1926717"/>
                  </a:lnTo>
                  <a:lnTo>
                    <a:pt x="737489" y="1955292"/>
                  </a:lnTo>
                  <a:lnTo>
                    <a:pt x="0" y="1955292"/>
                  </a:lnTo>
                  <a:lnTo>
                    <a:pt x="0" y="1974342"/>
                  </a:lnTo>
                  <a:lnTo>
                    <a:pt x="737489" y="1974342"/>
                  </a:lnTo>
                  <a:lnTo>
                    <a:pt x="737489" y="2002917"/>
                  </a:lnTo>
                  <a:lnTo>
                    <a:pt x="794639" y="1974342"/>
                  </a:lnTo>
                  <a:lnTo>
                    <a:pt x="813689" y="1964817"/>
                  </a:lnTo>
                  <a:close/>
                </a:path>
                <a:path w="814070" h="2003425">
                  <a:moveTo>
                    <a:pt x="813689" y="38100"/>
                  </a:moveTo>
                  <a:lnTo>
                    <a:pt x="794639" y="28575"/>
                  </a:lnTo>
                  <a:lnTo>
                    <a:pt x="737489" y="0"/>
                  </a:lnTo>
                  <a:lnTo>
                    <a:pt x="737489" y="28575"/>
                  </a:lnTo>
                  <a:lnTo>
                    <a:pt x="0" y="28575"/>
                  </a:lnTo>
                  <a:lnTo>
                    <a:pt x="0" y="47625"/>
                  </a:lnTo>
                  <a:lnTo>
                    <a:pt x="737489" y="47625"/>
                  </a:lnTo>
                  <a:lnTo>
                    <a:pt x="737489" y="76200"/>
                  </a:lnTo>
                  <a:lnTo>
                    <a:pt x="794639" y="47625"/>
                  </a:lnTo>
                  <a:lnTo>
                    <a:pt x="813689" y="3810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배치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 spc="525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pc="525">
                <a:solidFill>
                  <a:srgbClr val="173360"/>
                </a:solidFill>
              </a:rPr>
              <a:t>에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의한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과제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  <a:latin typeface="Calibri"/>
                <a:cs typeface="Calibri"/>
              </a:rPr>
              <a:t>–</a:t>
            </a:r>
            <a:r>
              <a:rPr dirty="0" spc="254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360"/>
                </a:solidFill>
              </a:rPr>
              <a:t>급증하는</a:t>
            </a:r>
            <a:r>
              <a:rPr dirty="0" spc="-3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0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유형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및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-50">
                <a:solidFill>
                  <a:srgbClr val="173360"/>
                </a:solidFill>
              </a:rPr>
              <a:t>양</a:t>
            </a:r>
          </a:p>
        </p:txBody>
      </p:sp>
      <p:sp>
        <p:nvSpPr>
          <p:cNvPr id="35" name="object 35" descr=""/>
          <p:cNvSpPr/>
          <p:nvPr/>
        </p:nvSpPr>
        <p:spPr>
          <a:xfrm>
            <a:off x="778548" y="3470783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9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9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193698" y="3591814"/>
            <a:ext cx="1781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RDBMS/NoSQL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778548" y="4719065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9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9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122070" y="4840351"/>
            <a:ext cx="19246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185" b="1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175">
                <a:solidFill>
                  <a:srgbClr val="FFFFFF"/>
                </a:solidFill>
                <a:latin typeface="Calibri"/>
                <a:cs typeface="Calibri"/>
              </a:rPr>
              <a:t>CSV/JSON/XML…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778548" y="7215631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9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9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942238" y="7337297"/>
            <a:ext cx="22834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04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29" b="1">
                <a:solidFill>
                  <a:srgbClr val="FFFFFF"/>
                </a:solidFill>
                <a:latin typeface="Calibri"/>
                <a:cs typeface="Calibri"/>
              </a:rPr>
              <a:t>Events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Webhook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778548" y="5967348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9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9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000150" y="6088760"/>
            <a:ext cx="21653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60" b="1">
                <a:solidFill>
                  <a:srgbClr val="FFFFFF"/>
                </a:solidFill>
                <a:latin typeface="Calibri"/>
                <a:cs typeface="Calibri"/>
              </a:rPr>
              <a:t>SaaS</a:t>
            </a:r>
            <a:r>
              <a:rPr dirty="0" sz="18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 b="1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800" spc="265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FFFFFF"/>
                </a:solidFill>
                <a:latin typeface="Calibri"/>
                <a:cs typeface="Calibri"/>
              </a:rPr>
              <a:t>APIs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032375" y="8212582"/>
            <a:ext cx="1699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 b="1" i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110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45" b="1" i="1">
                <a:solidFill>
                  <a:srgbClr val="173360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8122656" y="4409566"/>
            <a:ext cx="797560" cy="787400"/>
            <a:chOff x="8122656" y="4409566"/>
            <a:chExt cx="797560" cy="787400"/>
          </a:xfrm>
        </p:grpSpPr>
        <p:sp>
          <p:nvSpPr>
            <p:cNvPr id="45" name="object 45" descr=""/>
            <p:cNvSpPr/>
            <p:nvPr/>
          </p:nvSpPr>
          <p:spPr>
            <a:xfrm>
              <a:off x="8122653" y="4409566"/>
              <a:ext cx="797560" cy="787400"/>
            </a:xfrm>
            <a:custGeom>
              <a:avLst/>
              <a:gdLst/>
              <a:ahLst/>
              <a:cxnLst/>
              <a:rect l="l" t="t" r="r" b="b"/>
              <a:pathLst>
                <a:path w="797559" h="787400">
                  <a:moveTo>
                    <a:pt x="537654" y="190119"/>
                  </a:moveTo>
                  <a:lnTo>
                    <a:pt x="529094" y="168783"/>
                  </a:lnTo>
                  <a:lnTo>
                    <a:pt x="512673" y="137922"/>
                  </a:lnTo>
                  <a:lnTo>
                    <a:pt x="502551" y="118872"/>
                  </a:lnTo>
                  <a:lnTo>
                    <a:pt x="486168" y="100279"/>
                  </a:lnTo>
                  <a:lnTo>
                    <a:pt x="483501" y="98856"/>
                  </a:lnTo>
                  <a:lnTo>
                    <a:pt x="483501" y="199644"/>
                  </a:lnTo>
                  <a:lnTo>
                    <a:pt x="481977" y="202692"/>
                  </a:lnTo>
                  <a:lnTo>
                    <a:pt x="477532" y="207010"/>
                  </a:lnTo>
                  <a:lnTo>
                    <a:pt x="464451" y="215773"/>
                  </a:lnTo>
                  <a:lnTo>
                    <a:pt x="451802" y="228079"/>
                  </a:lnTo>
                  <a:lnTo>
                    <a:pt x="442899" y="242417"/>
                  </a:lnTo>
                  <a:lnTo>
                    <a:pt x="438175" y="258140"/>
                  </a:lnTo>
                  <a:lnTo>
                    <a:pt x="438150" y="261366"/>
                  </a:lnTo>
                  <a:lnTo>
                    <a:pt x="438035" y="292100"/>
                  </a:lnTo>
                  <a:lnTo>
                    <a:pt x="439381" y="307073"/>
                  </a:lnTo>
                  <a:lnTo>
                    <a:pt x="439458" y="307924"/>
                  </a:lnTo>
                  <a:lnTo>
                    <a:pt x="464451" y="350901"/>
                  </a:lnTo>
                  <a:lnTo>
                    <a:pt x="481977" y="362585"/>
                  </a:lnTo>
                  <a:lnTo>
                    <a:pt x="481977" y="368554"/>
                  </a:lnTo>
                  <a:lnTo>
                    <a:pt x="480580" y="371475"/>
                  </a:lnTo>
                  <a:lnTo>
                    <a:pt x="452640" y="421259"/>
                  </a:lnTo>
                  <a:lnTo>
                    <a:pt x="449719" y="424307"/>
                  </a:lnTo>
                  <a:lnTo>
                    <a:pt x="445274" y="427355"/>
                  </a:lnTo>
                  <a:lnTo>
                    <a:pt x="440829" y="424307"/>
                  </a:lnTo>
                  <a:lnTo>
                    <a:pt x="426097" y="419862"/>
                  </a:lnTo>
                  <a:lnTo>
                    <a:pt x="408609" y="414185"/>
                  </a:lnTo>
                  <a:lnTo>
                    <a:pt x="391515" y="413854"/>
                  </a:lnTo>
                  <a:lnTo>
                    <a:pt x="375221" y="417639"/>
                  </a:lnTo>
                  <a:lnTo>
                    <a:pt x="360184" y="424307"/>
                  </a:lnTo>
                  <a:lnTo>
                    <a:pt x="355739" y="428752"/>
                  </a:lnTo>
                  <a:lnTo>
                    <a:pt x="351294" y="431546"/>
                  </a:lnTo>
                  <a:lnTo>
                    <a:pt x="319760" y="455536"/>
                  </a:lnTo>
                  <a:lnTo>
                    <a:pt x="305943" y="502158"/>
                  </a:lnTo>
                  <a:lnTo>
                    <a:pt x="305828" y="508000"/>
                  </a:lnTo>
                  <a:lnTo>
                    <a:pt x="301383" y="510921"/>
                  </a:lnTo>
                  <a:lnTo>
                    <a:pt x="235343" y="510921"/>
                  </a:lnTo>
                  <a:lnTo>
                    <a:pt x="232422" y="509524"/>
                  </a:lnTo>
                  <a:lnTo>
                    <a:pt x="232422" y="503555"/>
                  </a:lnTo>
                  <a:lnTo>
                    <a:pt x="229501" y="487426"/>
                  </a:lnTo>
                  <a:lnTo>
                    <a:pt x="226707" y="477139"/>
                  </a:lnTo>
                  <a:lnTo>
                    <a:pt x="224917" y="470509"/>
                  </a:lnTo>
                  <a:lnTo>
                    <a:pt x="216382" y="455536"/>
                  </a:lnTo>
                  <a:lnTo>
                    <a:pt x="204851" y="443306"/>
                  </a:lnTo>
                  <a:lnTo>
                    <a:pt x="191274" y="434594"/>
                  </a:lnTo>
                  <a:lnTo>
                    <a:pt x="186956" y="430149"/>
                  </a:lnTo>
                  <a:lnTo>
                    <a:pt x="182511" y="428752"/>
                  </a:lnTo>
                  <a:lnTo>
                    <a:pt x="180670" y="427355"/>
                  </a:lnTo>
                  <a:lnTo>
                    <a:pt x="176669" y="424307"/>
                  </a:lnTo>
                  <a:lnTo>
                    <a:pt x="161912" y="417639"/>
                  </a:lnTo>
                  <a:lnTo>
                    <a:pt x="145148" y="413854"/>
                  </a:lnTo>
                  <a:lnTo>
                    <a:pt x="127609" y="414185"/>
                  </a:lnTo>
                  <a:lnTo>
                    <a:pt x="110502" y="419862"/>
                  </a:lnTo>
                  <a:lnTo>
                    <a:pt x="95897" y="424307"/>
                  </a:lnTo>
                  <a:lnTo>
                    <a:pt x="92849" y="427355"/>
                  </a:lnTo>
                  <a:lnTo>
                    <a:pt x="87007" y="424307"/>
                  </a:lnTo>
                  <a:lnTo>
                    <a:pt x="85610" y="421259"/>
                  </a:lnTo>
                  <a:lnTo>
                    <a:pt x="57543" y="371475"/>
                  </a:lnTo>
                  <a:lnTo>
                    <a:pt x="54749" y="365506"/>
                  </a:lnTo>
                  <a:lnTo>
                    <a:pt x="56146" y="362585"/>
                  </a:lnTo>
                  <a:lnTo>
                    <a:pt x="59194" y="358267"/>
                  </a:lnTo>
                  <a:lnTo>
                    <a:pt x="72275" y="349377"/>
                  </a:lnTo>
                  <a:lnTo>
                    <a:pt x="85534" y="337096"/>
                  </a:lnTo>
                  <a:lnTo>
                    <a:pt x="94526" y="322757"/>
                  </a:lnTo>
                  <a:lnTo>
                    <a:pt x="99377" y="307073"/>
                  </a:lnTo>
                  <a:lnTo>
                    <a:pt x="100139" y="292100"/>
                  </a:lnTo>
                  <a:lnTo>
                    <a:pt x="100215" y="273050"/>
                  </a:lnTo>
                  <a:lnTo>
                    <a:pt x="98818" y="258140"/>
                  </a:lnTo>
                  <a:lnTo>
                    <a:pt x="98742" y="257263"/>
                  </a:lnTo>
                  <a:lnTo>
                    <a:pt x="72275" y="214376"/>
                  </a:lnTo>
                  <a:lnTo>
                    <a:pt x="56146" y="202692"/>
                  </a:lnTo>
                  <a:lnTo>
                    <a:pt x="56146" y="196723"/>
                  </a:lnTo>
                  <a:lnTo>
                    <a:pt x="57543" y="193802"/>
                  </a:lnTo>
                  <a:lnTo>
                    <a:pt x="85610" y="143891"/>
                  </a:lnTo>
                  <a:lnTo>
                    <a:pt x="87007" y="140970"/>
                  </a:lnTo>
                  <a:lnTo>
                    <a:pt x="92849" y="137922"/>
                  </a:lnTo>
                  <a:lnTo>
                    <a:pt x="95897" y="140970"/>
                  </a:lnTo>
                  <a:lnTo>
                    <a:pt x="110502" y="145288"/>
                  </a:lnTo>
                  <a:lnTo>
                    <a:pt x="128892" y="151053"/>
                  </a:lnTo>
                  <a:lnTo>
                    <a:pt x="146291" y="151422"/>
                  </a:lnTo>
                  <a:lnTo>
                    <a:pt x="162344" y="147650"/>
                  </a:lnTo>
                  <a:lnTo>
                    <a:pt x="176669" y="140970"/>
                  </a:lnTo>
                  <a:lnTo>
                    <a:pt x="180670" y="137922"/>
                  </a:lnTo>
                  <a:lnTo>
                    <a:pt x="182511" y="136525"/>
                  </a:lnTo>
                  <a:lnTo>
                    <a:pt x="186956" y="133604"/>
                  </a:lnTo>
                  <a:lnTo>
                    <a:pt x="191274" y="130683"/>
                  </a:lnTo>
                  <a:lnTo>
                    <a:pt x="205701" y="121983"/>
                  </a:lnTo>
                  <a:lnTo>
                    <a:pt x="217525" y="109728"/>
                  </a:lnTo>
                  <a:lnTo>
                    <a:pt x="223799" y="98298"/>
                  </a:lnTo>
                  <a:lnTo>
                    <a:pt x="225767" y="94716"/>
                  </a:lnTo>
                  <a:lnTo>
                    <a:pt x="229501" y="77724"/>
                  </a:lnTo>
                  <a:lnTo>
                    <a:pt x="232422" y="61595"/>
                  </a:lnTo>
                  <a:lnTo>
                    <a:pt x="232422" y="58801"/>
                  </a:lnTo>
                  <a:lnTo>
                    <a:pt x="235343" y="54356"/>
                  </a:lnTo>
                  <a:lnTo>
                    <a:pt x="301383" y="54356"/>
                  </a:lnTo>
                  <a:lnTo>
                    <a:pt x="305828" y="55753"/>
                  </a:lnTo>
                  <a:lnTo>
                    <a:pt x="305828" y="61595"/>
                  </a:lnTo>
                  <a:lnTo>
                    <a:pt x="307098" y="76327"/>
                  </a:lnTo>
                  <a:lnTo>
                    <a:pt x="332651" y="121983"/>
                  </a:lnTo>
                  <a:lnTo>
                    <a:pt x="345452" y="130683"/>
                  </a:lnTo>
                  <a:lnTo>
                    <a:pt x="351294" y="135001"/>
                  </a:lnTo>
                  <a:lnTo>
                    <a:pt x="355739" y="136525"/>
                  </a:lnTo>
                  <a:lnTo>
                    <a:pt x="360184" y="140970"/>
                  </a:lnTo>
                  <a:lnTo>
                    <a:pt x="375424" y="147650"/>
                  </a:lnTo>
                  <a:lnTo>
                    <a:pt x="392036" y="151422"/>
                  </a:lnTo>
                  <a:lnTo>
                    <a:pt x="409206" y="151053"/>
                  </a:lnTo>
                  <a:lnTo>
                    <a:pt x="426097" y="145288"/>
                  </a:lnTo>
                  <a:lnTo>
                    <a:pt x="440829" y="140970"/>
                  </a:lnTo>
                  <a:lnTo>
                    <a:pt x="445274" y="137922"/>
                  </a:lnTo>
                  <a:lnTo>
                    <a:pt x="449719" y="140970"/>
                  </a:lnTo>
                  <a:lnTo>
                    <a:pt x="452640" y="143891"/>
                  </a:lnTo>
                  <a:lnTo>
                    <a:pt x="480580" y="193802"/>
                  </a:lnTo>
                  <a:lnTo>
                    <a:pt x="483501" y="199644"/>
                  </a:lnTo>
                  <a:lnTo>
                    <a:pt x="483501" y="98856"/>
                  </a:lnTo>
                  <a:lnTo>
                    <a:pt x="482485" y="98298"/>
                  </a:lnTo>
                  <a:lnTo>
                    <a:pt x="465124" y="88963"/>
                  </a:lnTo>
                  <a:lnTo>
                    <a:pt x="441871" y="85661"/>
                  </a:lnTo>
                  <a:lnTo>
                    <a:pt x="418858" y="91059"/>
                  </a:lnTo>
                  <a:lnTo>
                    <a:pt x="404126" y="96901"/>
                  </a:lnTo>
                  <a:lnTo>
                    <a:pt x="402729" y="98298"/>
                  </a:lnTo>
                  <a:lnTo>
                    <a:pt x="396887" y="98298"/>
                  </a:lnTo>
                  <a:lnTo>
                    <a:pt x="392442" y="95504"/>
                  </a:lnTo>
                  <a:lnTo>
                    <a:pt x="385076" y="91059"/>
                  </a:lnTo>
                  <a:lnTo>
                    <a:pt x="379234" y="88011"/>
                  </a:lnTo>
                  <a:lnTo>
                    <a:pt x="371868" y="83566"/>
                  </a:lnTo>
                  <a:lnTo>
                    <a:pt x="364502" y="80772"/>
                  </a:lnTo>
                  <a:lnTo>
                    <a:pt x="363105" y="76327"/>
                  </a:lnTo>
                  <a:lnTo>
                    <a:pt x="363105" y="73279"/>
                  </a:lnTo>
                  <a:lnTo>
                    <a:pt x="360184" y="55753"/>
                  </a:lnTo>
                  <a:lnTo>
                    <a:pt x="359752" y="54356"/>
                  </a:lnTo>
                  <a:lnTo>
                    <a:pt x="353568" y="34023"/>
                  </a:lnTo>
                  <a:lnTo>
                    <a:pt x="339559" y="16306"/>
                  </a:lnTo>
                  <a:lnTo>
                    <a:pt x="320052" y="4381"/>
                  </a:lnTo>
                  <a:lnTo>
                    <a:pt x="296938" y="0"/>
                  </a:lnTo>
                  <a:lnTo>
                    <a:pt x="241185" y="0"/>
                  </a:lnTo>
                  <a:lnTo>
                    <a:pt x="198488" y="15786"/>
                  </a:lnTo>
                  <a:lnTo>
                    <a:pt x="176669" y="55753"/>
                  </a:lnTo>
                  <a:lnTo>
                    <a:pt x="175018" y="73279"/>
                  </a:lnTo>
                  <a:lnTo>
                    <a:pt x="173621" y="76327"/>
                  </a:lnTo>
                  <a:lnTo>
                    <a:pt x="170827" y="80772"/>
                  </a:lnTo>
                  <a:lnTo>
                    <a:pt x="166382" y="83566"/>
                  </a:lnTo>
                  <a:lnTo>
                    <a:pt x="158889" y="88011"/>
                  </a:lnTo>
                  <a:lnTo>
                    <a:pt x="151650" y="91059"/>
                  </a:lnTo>
                  <a:lnTo>
                    <a:pt x="145808" y="95504"/>
                  </a:lnTo>
                  <a:lnTo>
                    <a:pt x="139966" y="98298"/>
                  </a:lnTo>
                  <a:lnTo>
                    <a:pt x="133997" y="98298"/>
                  </a:lnTo>
                  <a:lnTo>
                    <a:pt x="132473" y="96901"/>
                  </a:lnTo>
                  <a:lnTo>
                    <a:pt x="117868" y="91059"/>
                  </a:lnTo>
                  <a:lnTo>
                    <a:pt x="94246" y="85661"/>
                  </a:lnTo>
                  <a:lnTo>
                    <a:pt x="71196" y="88963"/>
                  </a:lnTo>
                  <a:lnTo>
                    <a:pt x="50888" y="100279"/>
                  </a:lnTo>
                  <a:lnTo>
                    <a:pt x="35572" y="118872"/>
                  </a:lnTo>
                  <a:lnTo>
                    <a:pt x="7759" y="168783"/>
                  </a:lnTo>
                  <a:lnTo>
                    <a:pt x="800" y="191401"/>
                  </a:lnTo>
                  <a:lnTo>
                    <a:pt x="1790" y="212826"/>
                  </a:lnTo>
                  <a:lnTo>
                    <a:pt x="1854" y="213969"/>
                  </a:lnTo>
                  <a:lnTo>
                    <a:pt x="10617" y="234873"/>
                  </a:lnTo>
                  <a:lnTo>
                    <a:pt x="26809" y="252476"/>
                  </a:lnTo>
                  <a:lnTo>
                    <a:pt x="40017" y="261366"/>
                  </a:lnTo>
                  <a:lnTo>
                    <a:pt x="41414" y="264287"/>
                  </a:lnTo>
                  <a:lnTo>
                    <a:pt x="43065" y="268732"/>
                  </a:lnTo>
                  <a:lnTo>
                    <a:pt x="43065" y="300990"/>
                  </a:lnTo>
                  <a:lnTo>
                    <a:pt x="44399" y="307924"/>
                  </a:lnTo>
                  <a:lnTo>
                    <a:pt x="44462" y="308229"/>
                  </a:lnTo>
                  <a:lnTo>
                    <a:pt x="40017" y="312674"/>
                  </a:lnTo>
                  <a:lnTo>
                    <a:pt x="26809" y="322961"/>
                  </a:lnTo>
                  <a:lnTo>
                    <a:pt x="9766" y="340207"/>
                  </a:lnTo>
                  <a:lnTo>
                    <a:pt x="749" y="361543"/>
                  </a:lnTo>
                  <a:lnTo>
                    <a:pt x="12" y="383959"/>
                  </a:lnTo>
                  <a:lnTo>
                    <a:pt x="0" y="384543"/>
                  </a:lnTo>
                  <a:lnTo>
                    <a:pt x="7759" y="406781"/>
                  </a:lnTo>
                  <a:lnTo>
                    <a:pt x="35572" y="456565"/>
                  </a:lnTo>
                  <a:lnTo>
                    <a:pt x="51104" y="475005"/>
                  </a:lnTo>
                  <a:lnTo>
                    <a:pt x="71755" y="485965"/>
                  </a:lnTo>
                  <a:lnTo>
                    <a:pt x="94894" y="489216"/>
                  </a:lnTo>
                  <a:lnTo>
                    <a:pt x="117868" y="484505"/>
                  </a:lnTo>
                  <a:lnTo>
                    <a:pt x="132473" y="478663"/>
                  </a:lnTo>
                  <a:lnTo>
                    <a:pt x="133997" y="477139"/>
                  </a:lnTo>
                  <a:lnTo>
                    <a:pt x="139966" y="477139"/>
                  </a:lnTo>
                  <a:lnTo>
                    <a:pt x="145808" y="480060"/>
                  </a:lnTo>
                  <a:lnTo>
                    <a:pt x="153047" y="484505"/>
                  </a:lnTo>
                  <a:lnTo>
                    <a:pt x="158889" y="487426"/>
                  </a:lnTo>
                  <a:lnTo>
                    <a:pt x="166382" y="491871"/>
                  </a:lnTo>
                  <a:lnTo>
                    <a:pt x="173621" y="494792"/>
                  </a:lnTo>
                  <a:lnTo>
                    <a:pt x="175018" y="499237"/>
                  </a:lnTo>
                  <a:lnTo>
                    <a:pt x="175018" y="502158"/>
                  </a:lnTo>
                  <a:lnTo>
                    <a:pt x="176669" y="518287"/>
                  </a:lnTo>
                  <a:lnTo>
                    <a:pt x="184086" y="540905"/>
                  </a:lnTo>
                  <a:lnTo>
                    <a:pt x="198488" y="559079"/>
                  </a:lnTo>
                  <a:lnTo>
                    <a:pt x="218109" y="571169"/>
                  </a:lnTo>
                  <a:lnTo>
                    <a:pt x="241185" y="575564"/>
                  </a:lnTo>
                  <a:lnTo>
                    <a:pt x="296938" y="575564"/>
                  </a:lnTo>
                  <a:lnTo>
                    <a:pt x="339559" y="559600"/>
                  </a:lnTo>
                  <a:lnTo>
                    <a:pt x="360184" y="518287"/>
                  </a:lnTo>
                  <a:lnTo>
                    <a:pt x="361518" y="510921"/>
                  </a:lnTo>
                  <a:lnTo>
                    <a:pt x="363105" y="502158"/>
                  </a:lnTo>
                  <a:lnTo>
                    <a:pt x="364502" y="499237"/>
                  </a:lnTo>
                  <a:lnTo>
                    <a:pt x="366026" y="494792"/>
                  </a:lnTo>
                  <a:lnTo>
                    <a:pt x="371868" y="491871"/>
                  </a:lnTo>
                  <a:lnTo>
                    <a:pt x="379234" y="487426"/>
                  </a:lnTo>
                  <a:lnTo>
                    <a:pt x="386600" y="484505"/>
                  </a:lnTo>
                  <a:lnTo>
                    <a:pt x="392442" y="480060"/>
                  </a:lnTo>
                  <a:lnTo>
                    <a:pt x="396887" y="477139"/>
                  </a:lnTo>
                  <a:lnTo>
                    <a:pt x="402729" y="477139"/>
                  </a:lnTo>
                  <a:lnTo>
                    <a:pt x="404126" y="478663"/>
                  </a:lnTo>
                  <a:lnTo>
                    <a:pt x="418858" y="484505"/>
                  </a:lnTo>
                  <a:lnTo>
                    <a:pt x="443052" y="489216"/>
                  </a:lnTo>
                  <a:lnTo>
                    <a:pt x="466178" y="485965"/>
                  </a:lnTo>
                  <a:lnTo>
                    <a:pt x="482587" y="477139"/>
                  </a:lnTo>
                  <a:lnTo>
                    <a:pt x="486562" y="475005"/>
                  </a:lnTo>
                  <a:lnTo>
                    <a:pt x="502551" y="456565"/>
                  </a:lnTo>
                  <a:lnTo>
                    <a:pt x="518121" y="427355"/>
                  </a:lnTo>
                  <a:lnTo>
                    <a:pt x="529094" y="406781"/>
                  </a:lnTo>
                  <a:lnTo>
                    <a:pt x="535940" y="383959"/>
                  </a:lnTo>
                  <a:lnTo>
                    <a:pt x="535432" y="371475"/>
                  </a:lnTo>
                  <a:lnTo>
                    <a:pt x="535317" y="368554"/>
                  </a:lnTo>
                  <a:lnTo>
                    <a:pt x="535190" y="365506"/>
                  </a:lnTo>
                  <a:lnTo>
                    <a:pt x="535076" y="362585"/>
                  </a:lnTo>
                  <a:lnTo>
                    <a:pt x="535012" y="361022"/>
                  </a:lnTo>
                  <a:lnTo>
                    <a:pt x="526757" y="340207"/>
                  </a:lnTo>
                  <a:lnTo>
                    <a:pt x="526681" y="340017"/>
                  </a:lnTo>
                  <a:lnTo>
                    <a:pt x="511314" y="322961"/>
                  </a:lnTo>
                  <a:lnTo>
                    <a:pt x="498233" y="312674"/>
                  </a:lnTo>
                  <a:lnTo>
                    <a:pt x="496709" y="311277"/>
                  </a:lnTo>
                  <a:lnTo>
                    <a:pt x="493788" y="305435"/>
                  </a:lnTo>
                  <a:lnTo>
                    <a:pt x="493788" y="274574"/>
                  </a:lnTo>
                  <a:lnTo>
                    <a:pt x="492264" y="267208"/>
                  </a:lnTo>
                  <a:lnTo>
                    <a:pt x="496709" y="264287"/>
                  </a:lnTo>
                  <a:lnTo>
                    <a:pt x="498233" y="261366"/>
                  </a:lnTo>
                  <a:lnTo>
                    <a:pt x="511314" y="252476"/>
                  </a:lnTo>
                  <a:lnTo>
                    <a:pt x="528396" y="234442"/>
                  </a:lnTo>
                  <a:lnTo>
                    <a:pt x="537298" y="212826"/>
                  </a:lnTo>
                  <a:lnTo>
                    <a:pt x="537387" y="207010"/>
                  </a:lnTo>
                  <a:lnTo>
                    <a:pt x="537502" y="199644"/>
                  </a:lnTo>
                  <a:lnTo>
                    <a:pt x="537591" y="193802"/>
                  </a:lnTo>
                  <a:lnTo>
                    <a:pt x="537654" y="190119"/>
                  </a:lnTo>
                  <a:close/>
                </a:path>
                <a:path w="797559" h="787400">
                  <a:moveTo>
                    <a:pt x="797471" y="544766"/>
                  </a:moveTo>
                  <a:lnTo>
                    <a:pt x="792873" y="531495"/>
                  </a:lnTo>
                  <a:lnTo>
                    <a:pt x="790333" y="524129"/>
                  </a:lnTo>
                  <a:lnTo>
                    <a:pt x="778522" y="506476"/>
                  </a:lnTo>
                  <a:lnTo>
                    <a:pt x="764819" y="490004"/>
                  </a:lnTo>
                  <a:lnTo>
                    <a:pt x="749261" y="481584"/>
                  </a:lnTo>
                  <a:lnTo>
                    <a:pt x="746836" y="480275"/>
                  </a:lnTo>
                  <a:lnTo>
                    <a:pt x="746264" y="480199"/>
                  </a:lnTo>
                  <a:lnTo>
                    <a:pt x="746264" y="552069"/>
                  </a:lnTo>
                  <a:lnTo>
                    <a:pt x="746264" y="553466"/>
                  </a:lnTo>
                  <a:lnTo>
                    <a:pt x="734098" y="564654"/>
                  </a:lnTo>
                  <a:lnTo>
                    <a:pt x="725906" y="577570"/>
                  </a:lnTo>
                  <a:lnTo>
                    <a:pt x="721296" y="591299"/>
                  </a:lnTo>
                  <a:lnTo>
                    <a:pt x="719848" y="604901"/>
                  </a:lnTo>
                  <a:lnTo>
                    <a:pt x="719848" y="609346"/>
                  </a:lnTo>
                  <a:lnTo>
                    <a:pt x="721296" y="622973"/>
                  </a:lnTo>
                  <a:lnTo>
                    <a:pt x="725906" y="636714"/>
                  </a:lnTo>
                  <a:lnTo>
                    <a:pt x="734098" y="649605"/>
                  </a:lnTo>
                  <a:lnTo>
                    <a:pt x="746264" y="660654"/>
                  </a:lnTo>
                  <a:lnTo>
                    <a:pt x="746264" y="662051"/>
                  </a:lnTo>
                  <a:lnTo>
                    <a:pt x="734580" y="679831"/>
                  </a:lnTo>
                  <a:lnTo>
                    <a:pt x="733056" y="682625"/>
                  </a:lnTo>
                  <a:lnTo>
                    <a:pt x="730135" y="682625"/>
                  </a:lnTo>
                  <a:lnTo>
                    <a:pt x="714552" y="679056"/>
                  </a:lnTo>
                  <a:lnTo>
                    <a:pt x="699274" y="678903"/>
                  </a:lnTo>
                  <a:lnTo>
                    <a:pt x="685126" y="681723"/>
                  </a:lnTo>
                  <a:lnTo>
                    <a:pt x="672985" y="687070"/>
                  </a:lnTo>
                  <a:lnTo>
                    <a:pt x="669937" y="687070"/>
                  </a:lnTo>
                  <a:lnTo>
                    <a:pt x="669937" y="690118"/>
                  </a:lnTo>
                  <a:lnTo>
                    <a:pt x="668540" y="690118"/>
                  </a:lnTo>
                  <a:lnTo>
                    <a:pt x="656882" y="697179"/>
                  </a:lnTo>
                  <a:lnTo>
                    <a:pt x="646861" y="707288"/>
                  </a:lnTo>
                  <a:lnTo>
                    <a:pt x="639584" y="720178"/>
                  </a:lnTo>
                  <a:lnTo>
                    <a:pt x="636155" y="735584"/>
                  </a:lnTo>
                  <a:lnTo>
                    <a:pt x="636155" y="736981"/>
                  </a:lnTo>
                  <a:lnTo>
                    <a:pt x="606818" y="736981"/>
                  </a:lnTo>
                  <a:lnTo>
                    <a:pt x="606818" y="735584"/>
                  </a:lnTo>
                  <a:lnTo>
                    <a:pt x="605142" y="728218"/>
                  </a:lnTo>
                  <a:lnTo>
                    <a:pt x="603377" y="720407"/>
                  </a:lnTo>
                  <a:lnTo>
                    <a:pt x="595972" y="707859"/>
                  </a:lnTo>
                  <a:lnTo>
                    <a:pt x="585546" y="697814"/>
                  </a:lnTo>
                  <a:lnTo>
                    <a:pt x="573036" y="690118"/>
                  </a:lnTo>
                  <a:lnTo>
                    <a:pt x="571639" y="690118"/>
                  </a:lnTo>
                  <a:lnTo>
                    <a:pt x="571639" y="687070"/>
                  </a:lnTo>
                  <a:lnTo>
                    <a:pt x="570115" y="687070"/>
                  </a:lnTo>
                  <a:lnTo>
                    <a:pt x="560705" y="682625"/>
                  </a:lnTo>
                  <a:lnTo>
                    <a:pt x="557872" y="681291"/>
                  </a:lnTo>
                  <a:lnTo>
                    <a:pt x="543712" y="677773"/>
                  </a:lnTo>
                  <a:lnTo>
                    <a:pt x="528358" y="677773"/>
                  </a:lnTo>
                  <a:lnTo>
                    <a:pt x="512838" y="682625"/>
                  </a:lnTo>
                  <a:lnTo>
                    <a:pt x="509917" y="682625"/>
                  </a:lnTo>
                  <a:lnTo>
                    <a:pt x="506869" y="679831"/>
                  </a:lnTo>
                  <a:lnTo>
                    <a:pt x="496709" y="662051"/>
                  </a:lnTo>
                  <a:lnTo>
                    <a:pt x="496709" y="660654"/>
                  </a:lnTo>
                  <a:lnTo>
                    <a:pt x="508038" y="649605"/>
                  </a:lnTo>
                  <a:lnTo>
                    <a:pt x="515772" y="636714"/>
                  </a:lnTo>
                  <a:lnTo>
                    <a:pt x="520192" y="622973"/>
                  </a:lnTo>
                  <a:lnTo>
                    <a:pt x="521601" y="609346"/>
                  </a:lnTo>
                  <a:lnTo>
                    <a:pt x="521601" y="604901"/>
                  </a:lnTo>
                  <a:lnTo>
                    <a:pt x="520192" y="591299"/>
                  </a:lnTo>
                  <a:lnTo>
                    <a:pt x="515772" y="577570"/>
                  </a:lnTo>
                  <a:lnTo>
                    <a:pt x="508038" y="564654"/>
                  </a:lnTo>
                  <a:lnTo>
                    <a:pt x="496709" y="553466"/>
                  </a:lnTo>
                  <a:lnTo>
                    <a:pt x="496709" y="552069"/>
                  </a:lnTo>
                  <a:lnTo>
                    <a:pt x="506869" y="532892"/>
                  </a:lnTo>
                  <a:lnTo>
                    <a:pt x="508520" y="531495"/>
                  </a:lnTo>
                  <a:lnTo>
                    <a:pt x="512838" y="531495"/>
                  </a:lnTo>
                  <a:lnTo>
                    <a:pt x="528624" y="535152"/>
                  </a:lnTo>
                  <a:lnTo>
                    <a:pt x="543661" y="535152"/>
                  </a:lnTo>
                  <a:lnTo>
                    <a:pt x="557872" y="531926"/>
                  </a:lnTo>
                  <a:lnTo>
                    <a:pt x="558711" y="531495"/>
                  </a:lnTo>
                  <a:lnTo>
                    <a:pt x="570115" y="525653"/>
                  </a:lnTo>
                  <a:lnTo>
                    <a:pt x="571639" y="525653"/>
                  </a:lnTo>
                  <a:lnTo>
                    <a:pt x="571639" y="524129"/>
                  </a:lnTo>
                  <a:lnTo>
                    <a:pt x="573036" y="524129"/>
                  </a:lnTo>
                  <a:lnTo>
                    <a:pt x="585330" y="516420"/>
                  </a:lnTo>
                  <a:lnTo>
                    <a:pt x="595617" y="506158"/>
                  </a:lnTo>
                  <a:lnTo>
                    <a:pt x="603377" y="493166"/>
                  </a:lnTo>
                  <a:lnTo>
                    <a:pt x="606869" y="481584"/>
                  </a:lnTo>
                  <a:lnTo>
                    <a:pt x="608126" y="477431"/>
                  </a:lnTo>
                  <a:lnTo>
                    <a:pt x="608215" y="477139"/>
                  </a:lnTo>
                  <a:lnTo>
                    <a:pt x="636155" y="477139"/>
                  </a:lnTo>
                  <a:lnTo>
                    <a:pt x="636155" y="478663"/>
                  </a:lnTo>
                  <a:lnTo>
                    <a:pt x="639584" y="493814"/>
                  </a:lnTo>
                  <a:lnTo>
                    <a:pt x="646760" y="506158"/>
                  </a:lnTo>
                  <a:lnTo>
                    <a:pt x="646988" y="506476"/>
                  </a:lnTo>
                  <a:lnTo>
                    <a:pt x="656882" y="516420"/>
                  </a:lnTo>
                  <a:lnTo>
                    <a:pt x="668540" y="524129"/>
                  </a:lnTo>
                  <a:lnTo>
                    <a:pt x="669937" y="524129"/>
                  </a:lnTo>
                  <a:lnTo>
                    <a:pt x="669937" y="525653"/>
                  </a:lnTo>
                  <a:lnTo>
                    <a:pt x="672985" y="525653"/>
                  </a:lnTo>
                  <a:lnTo>
                    <a:pt x="685126" y="532168"/>
                  </a:lnTo>
                  <a:lnTo>
                    <a:pt x="699325" y="535787"/>
                  </a:lnTo>
                  <a:lnTo>
                    <a:pt x="714552" y="535787"/>
                  </a:lnTo>
                  <a:lnTo>
                    <a:pt x="730135" y="531495"/>
                  </a:lnTo>
                  <a:lnTo>
                    <a:pt x="733056" y="531495"/>
                  </a:lnTo>
                  <a:lnTo>
                    <a:pt x="734580" y="532892"/>
                  </a:lnTo>
                  <a:lnTo>
                    <a:pt x="746264" y="552069"/>
                  </a:lnTo>
                  <a:lnTo>
                    <a:pt x="746264" y="480199"/>
                  </a:lnTo>
                  <a:lnTo>
                    <a:pt x="726363" y="477431"/>
                  </a:lnTo>
                  <a:lnTo>
                    <a:pt x="705243" y="481584"/>
                  </a:lnTo>
                  <a:lnTo>
                    <a:pt x="702195" y="481584"/>
                  </a:lnTo>
                  <a:lnTo>
                    <a:pt x="697877" y="480060"/>
                  </a:lnTo>
                  <a:lnTo>
                    <a:pt x="696353" y="478663"/>
                  </a:lnTo>
                  <a:lnTo>
                    <a:pt x="694956" y="478663"/>
                  </a:lnTo>
                  <a:lnTo>
                    <a:pt x="693432" y="477139"/>
                  </a:lnTo>
                  <a:lnTo>
                    <a:pt x="690511" y="477139"/>
                  </a:lnTo>
                  <a:lnTo>
                    <a:pt x="689114" y="474218"/>
                  </a:lnTo>
                  <a:lnTo>
                    <a:pt x="689114" y="472694"/>
                  </a:lnTo>
                  <a:lnTo>
                    <a:pt x="684022" y="453186"/>
                  </a:lnTo>
                  <a:lnTo>
                    <a:pt x="672122" y="437375"/>
                  </a:lnTo>
                  <a:lnTo>
                    <a:pt x="654748" y="426783"/>
                  </a:lnTo>
                  <a:lnTo>
                    <a:pt x="633234" y="422910"/>
                  </a:lnTo>
                  <a:lnTo>
                    <a:pt x="608215" y="422910"/>
                  </a:lnTo>
                  <a:lnTo>
                    <a:pt x="588416" y="426593"/>
                  </a:lnTo>
                  <a:lnTo>
                    <a:pt x="571741" y="436854"/>
                  </a:lnTo>
                  <a:lnTo>
                    <a:pt x="559727" y="452602"/>
                  </a:lnTo>
                  <a:lnTo>
                    <a:pt x="553859" y="472694"/>
                  </a:lnTo>
                  <a:lnTo>
                    <a:pt x="551065" y="474218"/>
                  </a:lnTo>
                  <a:lnTo>
                    <a:pt x="549541" y="474218"/>
                  </a:lnTo>
                  <a:lnTo>
                    <a:pt x="545223" y="477139"/>
                  </a:lnTo>
                  <a:lnTo>
                    <a:pt x="543572" y="478663"/>
                  </a:lnTo>
                  <a:lnTo>
                    <a:pt x="542175" y="478663"/>
                  </a:lnTo>
                  <a:lnTo>
                    <a:pt x="540778" y="480060"/>
                  </a:lnTo>
                  <a:lnTo>
                    <a:pt x="536333" y="481584"/>
                  </a:lnTo>
                  <a:lnTo>
                    <a:pt x="533285" y="481584"/>
                  </a:lnTo>
                  <a:lnTo>
                    <a:pt x="512152" y="477431"/>
                  </a:lnTo>
                  <a:lnTo>
                    <a:pt x="491693" y="480275"/>
                  </a:lnTo>
                  <a:lnTo>
                    <a:pt x="473697" y="490004"/>
                  </a:lnTo>
                  <a:lnTo>
                    <a:pt x="460006" y="506476"/>
                  </a:lnTo>
                  <a:lnTo>
                    <a:pt x="448322" y="524129"/>
                  </a:lnTo>
                  <a:lnTo>
                    <a:pt x="441299" y="544766"/>
                  </a:lnTo>
                  <a:lnTo>
                    <a:pt x="441972" y="564654"/>
                  </a:lnTo>
                  <a:lnTo>
                    <a:pt x="441998" y="565505"/>
                  </a:lnTo>
                  <a:lnTo>
                    <a:pt x="449884" y="584288"/>
                  </a:lnTo>
                  <a:lnTo>
                    <a:pt x="464451" y="599059"/>
                  </a:lnTo>
                  <a:lnTo>
                    <a:pt x="464451" y="610743"/>
                  </a:lnTo>
                  <a:lnTo>
                    <a:pt x="449300" y="625792"/>
                  </a:lnTo>
                  <a:lnTo>
                    <a:pt x="441477" y="644931"/>
                  </a:lnTo>
                  <a:lnTo>
                    <a:pt x="441198" y="660654"/>
                  </a:lnTo>
                  <a:lnTo>
                    <a:pt x="441109" y="665708"/>
                  </a:lnTo>
                  <a:lnTo>
                    <a:pt x="448322" y="685673"/>
                  </a:lnTo>
                  <a:lnTo>
                    <a:pt x="460006" y="704723"/>
                  </a:lnTo>
                  <a:lnTo>
                    <a:pt x="473697" y="720407"/>
                  </a:lnTo>
                  <a:lnTo>
                    <a:pt x="491744" y="729742"/>
                  </a:lnTo>
                  <a:lnTo>
                    <a:pt x="491921" y="729742"/>
                  </a:lnTo>
                  <a:lnTo>
                    <a:pt x="512152" y="732409"/>
                  </a:lnTo>
                  <a:lnTo>
                    <a:pt x="533285" y="728218"/>
                  </a:lnTo>
                  <a:lnTo>
                    <a:pt x="536333" y="728218"/>
                  </a:lnTo>
                  <a:lnTo>
                    <a:pt x="540778" y="729742"/>
                  </a:lnTo>
                  <a:lnTo>
                    <a:pt x="542175" y="731139"/>
                  </a:lnTo>
                  <a:lnTo>
                    <a:pt x="543572" y="731139"/>
                  </a:lnTo>
                  <a:lnTo>
                    <a:pt x="545223" y="734060"/>
                  </a:lnTo>
                  <a:lnTo>
                    <a:pt x="548017" y="734060"/>
                  </a:lnTo>
                  <a:lnTo>
                    <a:pt x="549541" y="735584"/>
                  </a:lnTo>
                  <a:lnTo>
                    <a:pt x="549541" y="736981"/>
                  </a:lnTo>
                  <a:lnTo>
                    <a:pt x="556183" y="756589"/>
                  </a:lnTo>
                  <a:lnTo>
                    <a:pt x="568794" y="772477"/>
                  </a:lnTo>
                  <a:lnTo>
                    <a:pt x="586092" y="783132"/>
                  </a:lnTo>
                  <a:lnTo>
                    <a:pt x="606818" y="787019"/>
                  </a:lnTo>
                  <a:lnTo>
                    <a:pt x="631837" y="787019"/>
                  </a:lnTo>
                  <a:lnTo>
                    <a:pt x="652475" y="783348"/>
                  </a:lnTo>
                  <a:lnTo>
                    <a:pt x="669759" y="773061"/>
                  </a:lnTo>
                  <a:lnTo>
                    <a:pt x="682396" y="757237"/>
                  </a:lnTo>
                  <a:lnTo>
                    <a:pt x="689114" y="736981"/>
                  </a:lnTo>
                  <a:lnTo>
                    <a:pt x="689114" y="735584"/>
                  </a:lnTo>
                  <a:lnTo>
                    <a:pt x="690511" y="735584"/>
                  </a:lnTo>
                  <a:lnTo>
                    <a:pt x="690511" y="734060"/>
                  </a:lnTo>
                  <a:lnTo>
                    <a:pt x="693432" y="734060"/>
                  </a:lnTo>
                  <a:lnTo>
                    <a:pt x="694956" y="731139"/>
                  </a:lnTo>
                  <a:lnTo>
                    <a:pt x="696353" y="731139"/>
                  </a:lnTo>
                  <a:lnTo>
                    <a:pt x="697877" y="729742"/>
                  </a:lnTo>
                  <a:lnTo>
                    <a:pt x="702195" y="728218"/>
                  </a:lnTo>
                  <a:lnTo>
                    <a:pt x="705243" y="728218"/>
                  </a:lnTo>
                  <a:lnTo>
                    <a:pt x="726363" y="732409"/>
                  </a:lnTo>
                  <a:lnTo>
                    <a:pt x="746594" y="729742"/>
                  </a:lnTo>
                  <a:lnTo>
                    <a:pt x="746772" y="729742"/>
                  </a:lnTo>
                  <a:lnTo>
                    <a:pt x="749706" y="728218"/>
                  </a:lnTo>
                  <a:lnTo>
                    <a:pt x="764819" y="720407"/>
                  </a:lnTo>
                  <a:lnTo>
                    <a:pt x="778522" y="704723"/>
                  </a:lnTo>
                  <a:lnTo>
                    <a:pt x="790333" y="685673"/>
                  </a:lnTo>
                  <a:lnTo>
                    <a:pt x="791387" y="682625"/>
                  </a:lnTo>
                  <a:lnTo>
                    <a:pt x="797267" y="665708"/>
                  </a:lnTo>
                  <a:lnTo>
                    <a:pt x="796531" y="644931"/>
                  </a:lnTo>
                  <a:lnTo>
                    <a:pt x="788631" y="625792"/>
                  </a:lnTo>
                  <a:lnTo>
                    <a:pt x="774077" y="610743"/>
                  </a:lnTo>
                  <a:lnTo>
                    <a:pt x="774077" y="599059"/>
                  </a:lnTo>
                  <a:lnTo>
                    <a:pt x="789216" y="584288"/>
                  </a:lnTo>
                  <a:lnTo>
                    <a:pt x="797064" y="565505"/>
                  </a:lnTo>
                  <a:lnTo>
                    <a:pt x="797471" y="54476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8246" y="4619434"/>
              <a:ext cx="146875" cy="146875"/>
            </a:xfrm>
            <a:prstGeom prst="rect">
              <a:avLst/>
            </a:prstGeom>
          </p:spPr>
        </p:pic>
      </p:grpSp>
      <p:grpSp>
        <p:nvGrpSpPr>
          <p:cNvPr id="47" name="object 47" descr=""/>
          <p:cNvGrpSpPr/>
          <p:nvPr/>
        </p:nvGrpSpPr>
        <p:grpSpPr>
          <a:xfrm>
            <a:off x="8120133" y="6337934"/>
            <a:ext cx="797560" cy="787400"/>
            <a:chOff x="8120133" y="6337934"/>
            <a:chExt cx="797560" cy="787400"/>
          </a:xfrm>
        </p:grpSpPr>
        <p:sp>
          <p:nvSpPr>
            <p:cNvPr id="48" name="object 48" descr=""/>
            <p:cNvSpPr/>
            <p:nvPr/>
          </p:nvSpPr>
          <p:spPr>
            <a:xfrm>
              <a:off x="8120126" y="6337934"/>
              <a:ext cx="797560" cy="787400"/>
            </a:xfrm>
            <a:custGeom>
              <a:avLst/>
              <a:gdLst/>
              <a:ahLst/>
              <a:cxnLst/>
              <a:rect l="l" t="t" r="r" b="b"/>
              <a:pathLst>
                <a:path w="797559" h="787400">
                  <a:moveTo>
                    <a:pt x="537641" y="190246"/>
                  </a:moveTo>
                  <a:lnTo>
                    <a:pt x="529082" y="168910"/>
                  </a:lnTo>
                  <a:lnTo>
                    <a:pt x="512660" y="138049"/>
                  </a:lnTo>
                  <a:lnTo>
                    <a:pt x="502539" y="118999"/>
                  </a:lnTo>
                  <a:lnTo>
                    <a:pt x="486206" y="100406"/>
                  </a:lnTo>
                  <a:lnTo>
                    <a:pt x="483489" y="98945"/>
                  </a:lnTo>
                  <a:lnTo>
                    <a:pt x="483489" y="199771"/>
                  </a:lnTo>
                  <a:lnTo>
                    <a:pt x="481965" y="202692"/>
                  </a:lnTo>
                  <a:lnTo>
                    <a:pt x="477520" y="207137"/>
                  </a:lnTo>
                  <a:lnTo>
                    <a:pt x="464439" y="215900"/>
                  </a:lnTo>
                  <a:lnTo>
                    <a:pt x="451789" y="228206"/>
                  </a:lnTo>
                  <a:lnTo>
                    <a:pt x="442887" y="242544"/>
                  </a:lnTo>
                  <a:lnTo>
                    <a:pt x="438162" y="258267"/>
                  </a:lnTo>
                  <a:lnTo>
                    <a:pt x="438137" y="261366"/>
                  </a:lnTo>
                  <a:lnTo>
                    <a:pt x="438023" y="292227"/>
                  </a:lnTo>
                  <a:lnTo>
                    <a:pt x="439369" y="307200"/>
                  </a:lnTo>
                  <a:lnTo>
                    <a:pt x="464439" y="351028"/>
                  </a:lnTo>
                  <a:lnTo>
                    <a:pt x="481965" y="362712"/>
                  </a:lnTo>
                  <a:lnTo>
                    <a:pt x="481965" y="368554"/>
                  </a:lnTo>
                  <a:lnTo>
                    <a:pt x="480568" y="371602"/>
                  </a:lnTo>
                  <a:lnTo>
                    <a:pt x="452755" y="421386"/>
                  </a:lnTo>
                  <a:lnTo>
                    <a:pt x="449707" y="424434"/>
                  </a:lnTo>
                  <a:lnTo>
                    <a:pt x="445262" y="427355"/>
                  </a:lnTo>
                  <a:lnTo>
                    <a:pt x="440817" y="424434"/>
                  </a:lnTo>
                  <a:lnTo>
                    <a:pt x="426212" y="419989"/>
                  </a:lnTo>
                  <a:lnTo>
                    <a:pt x="408647" y="414312"/>
                  </a:lnTo>
                  <a:lnTo>
                    <a:pt x="391515" y="413981"/>
                  </a:lnTo>
                  <a:lnTo>
                    <a:pt x="375221" y="417766"/>
                  </a:lnTo>
                  <a:lnTo>
                    <a:pt x="360172" y="424434"/>
                  </a:lnTo>
                  <a:lnTo>
                    <a:pt x="355854" y="428879"/>
                  </a:lnTo>
                  <a:lnTo>
                    <a:pt x="351409" y="431673"/>
                  </a:lnTo>
                  <a:lnTo>
                    <a:pt x="319811" y="455612"/>
                  </a:lnTo>
                  <a:lnTo>
                    <a:pt x="305816" y="503682"/>
                  </a:lnTo>
                  <a:lnTo>
                    <a:pt x="305816" y="508000"/>
                  </a:lnTo>
                  <a:lnTo>
                    <a:pt x="301371" y="511048"/>
                  </a:lnTo>
                  <a:lnTo>
                    <a:pt x="235331" y="511048"/>
                  </a:lnTo>
                  <a:lnTo>
                    <a:pt x="232410" y="509651"/>
                  </a:lnTo>
                  <a:lnTo>
                    <a:pt x="232410" y="503682"/>
                  </a:lnTo>
                  <a:lnTo>
                    <a:pt x="229489" y="487553"/>
                  </a:lnTo>
                  <a:lnTo>
                    <a:pt x="204889" y="443369"/>
                  </a:lnTo>
                  <a:lnTo>
                    <a:pt x="191389" y="434721"/>
                  </a:lnTo>
                  <a:lnTo>
                    <a:pt x="186944" y="430276"/>
                  </a:lnTo>
                  <a:lnTo>
                    <a:pt x="182499" y="428879"/>
                  </a:lnTo>
                  <a:lnTo>
                    <a:pt x="180492" y="427355"/>
                  </a:lnTo>
                  <a:lnTo>
                    <a:pt x="176657" y="424434"/>
                  </a:lnTo>
                  <a:lnTo>
                    <a:pt x="161975" y="417766"/>
                  </a:lnTo>
                  <a:lnTo>
                    <a:pt x="145249" y="413981"/>
                  </a:lnTo>
                  <a:lnTo>
                    <a:pt x="127711" y="414312"/>
                  </a:lnTo>
                  <a:lnTo>
                    <a:pt x="110617" y="419989"/>
                  </a:lnTo>
                  <a:lnTo>
                    <a:pt x="95885" y="424434"/>
                  </a:lnTo>
                  <a:lnTo>
                    <a:pt x="92837" y="427355"/>
                  </a:lnTo>
                  <a:lnTo>
                    <a:pt x="86995" y="424434"/>
                  </a:lnTo>
                  <a:lnTo>
                    <a:pt x="85598" y="421386"/>
                  </a:lnTo>
                  <a:lnTo>
                    <a:pt x="57658" y="371602"/>
                  </a:lnTo>
                  <a:lnTo>
                    <a:pt x="54737" y="365633"/>
                  </a:lnTo>
                  <a:lnTo>
                    <a:pt x="56134" y="362712"/>
                  </a:lnTo>
                  <a:lnTo>
                    <a:pt x="59182" y="358267"/>
                  </a:lnTo>
                  <a:lnTo>
                    <a:pt x="72390" y="349504"/>
                  </a:lnTo>
                  <a:lnTo>
                    <a:pt x="85572" y="337223"/>
                  </a:lnTo>
                  <a:lnTo>
                    <a:pt x="94538" y="322884"/>
                  </a:lnTo>
                  <a:lnTo>
                    <a:pt x="99428" y="307200"/>
                  </a:lnTo>
                  <a:lnTo>
                    <a:pt x="100241" y="292227"/>
                  </a:lnTo>
                  <a:lnTo>
                    <a:pt x="100330" y="273050"/>
                  </a:lnTo>
                  <a:lnTo>
                    <a:pt x="98920" y="258267"/>
                  </a:lnTo>
                  <a:lnTo>
                    <a:pt x="72390" y="214503"/>
                  </a:lnTo>
                  <a:lnTo>
                    <a:pt x="56134" y="202692"/>
                  </a:lnTo>
                  <a:lnTo>
                    <a:pt x="56134" y="196850"/>
                  </a:lnTo>
                  <a:lnTo>
                    <a:pt x="57658" y="193929"/>
                  </a:lnTo>
                  <a:lnTo>
                    <a:pt x="85598" y="143891"/>
                  </a:lnTo>
                  <a:lnTo>
                    <a:pt x="86995" y="141097"/>
                  </a:lnTo>
                  <a:lnTo>
                    <a:pt x="92837" y="138049"/>
                  </a:lnTo>
                  <a:lnTo>
                    <a:pt x="95885" y="141097"/>
                  </a:lnTo>
                  <a:lnTo>
                    <a:pt x="110617" y="145415"/>
                  </a:lnTo>
                  <a:lnTo>
                    <a:pt x="128943" y="151180"/>
                  </a:lnTo>
                  <a:lnTo>
                    <a:pt x="146342" y="151549"/>
                  </a:lnTo>
                  <a:lnTo>
                    <a:pt x="162382" y="147777"/>
                  </a:lnTo>
                  <a:lnTo>
                    <a:pt x="176657" y="141097"/>
                  </a:lnTo>
                  <a:lnTo>
                    <a:pt x="180657" y="138049"/>
                  </a:lnTo>
                  <a:lnTo>
                    <a:pt x="182499" y="136652"/>
                  </a:lnTo>
                  <a:lnTo>
                    <a:pt x="186944" y="133604"/>
                  </a:lnTo>
                  <a:lnTo>
                    <a:pt x="191389" y="130810"/>
                  </a:lnTo>
                  <a:lnTo>
                    <a:pt x="205816" y="122097"/>
                  </a:lnTo>
                  <a:lnTo>
                    <a:pt x="217627" y="109816"/>
                  </a:lnTo>
                  <a:lnTo>
                    <a:pt x="223850" y="98425"/>
                  </a:lnTo>
                  <a:lnTo>
                    <a:pt x="225831" y="94792"/>
                  </a:lnTo>
                  <a:lnTo>
                    <a:pt x="229489" y="77851"/>
                  </a:lnTo>
                  <a:lnTo>
                    <a:pt x="232410" y="61722"/>
                  </a:lnTo>
                  <a:lnTo>
                    <a:pt x="232410" y="58801"/>
                  </a:lnTo>
                  <a:lnTo>
                    <a:pt x="235331" y="54483"/>
                  </a:lnTo>
                  <a:lnTo>
                    <a:pt x="301371" y="54483"/>
                  </a:lnTo>
                  <a:lnTo>
                    <a:pt x="305816" y="55880"/>
                  </a:lnTo>
                  <a:lnTo>
                    <a:pt x="305816" y="61722"/>
                  </a:lnTo>
                  <a:lnTo>
                    <a:pt x="307086" y="76454"/>
                  </a:lnTo>
                  <a:lnTo>
                    <a:pt x="332689" y="122097"/>
                  </a:lnTo>
                  <a:lnTo>
                    <a:pt x="345567" y="130810"/>
                  </a:lnTo>
                  <a:lnTo>
                    <a:pt x="351409" y="135128"/>
                  </a:lnTo>
                  <a:lnTo>
                    <a:pt x="355854" y="136652"/>
                  </a:lnTo>
                  <a:lnTo>
                    <a:pt x="360172" y="141097"/>
                  </a:lnTo>
                  <a:lnTo>
                    <a:pt x="375437" y="147777"/>
                  </a:lnTo>
                  <a:lnTo>
                    <a:pt x="392087" y="151549"/>
                  </a:lnTo>
                  <a:lnTo>
                    <a:pt x="409295" y="151180"/>
                  </a:lnTo>
                  <a:lnTo>
                    <a:pt x="426212" y="145415"/>
                  </a:lnTo>
                  <a:lnTo>
                    <a:pt x="440817" y="141097"/>
                  </a:lnTo>
                  <a:lnTo>
                    <a:pt x="445262" y="138049"/>
                  </a:lnTo>
                  <a:lnTo>
                    <a:pt x="449707" y="141097"/>
                  </a:lnTo>
                  <a:lnTo>
                    <a:pt x="452755" y="143891"/>
                  </a:lnTo>
                  <a:lnTo>
                    <a:pt x="480568" y="193929"/>
                  </a:lnTo>
                  <a:lnTo>
                    <a:pt x="483489" y="199771"/>
                  </a:lnTo>
                  <a:lnTo>
                    <a:pt x="483489" y="98945"/>
                  </a:lnTo>
                  <a:lnTo>
                    <a:pt x="482536" y="98425"/>
                  </a:lnTo>
                  <a:lnTo>
                    <a:pt x="465162" y="89077"/>
                  </a:lnTo>
                  <a:lnTo>
                    <a:pt x="441883" y="85737"/>
                  </a:lnTo>
                  <a:lnTo>
                    <a:pt x="418846" y="91059"/>
                  </a:lnTo>
                  <a:lnTo>
                    <a:pt x="404241" y="97028"/>
                  </a:lnTo>
                  <a:lnTo>
                    <a:pt x="402717" y="98425"/>
                  </a:lnTo>
                  <a:lnTo>
                    <a:pt x="396875" y="98425"/>
                  </a:lnTo>
                  <a:lnTo>
                    <a:pt x="392430" y="95504"/>
                  </a:lnTo>
                  <a:lnTo>
                    <a:pt x="385064" y="91059"/>
                  </a:lnTo>
                  <a:lnTo>
                    <a:pt x="379222" y="88138"/>
                  </a:lnTo>
                  <a:lnTo>
                    <a:pt x="371983" y="83693"/>
                  </a:lnTo>
                  <a:lnTo>
                    <a:pt x="364490" y="80899"/>
                  </a:lnTo>
                  <a:lnTo>
                    <a:pt x="363093" y="76454"/>
                  </a:lnTo>
                  <a:lnTo>
                    <a:pt x="363093" y="73406"/>
                  </a:lnTo>
                  <a:lnTo>
                    <a:pt x="360172" y="55880"/>
                  </a:lnTo>
                  <a:lnTo>
                    <a:pt x="359740" y="54483"/>
                  </a:lnTo>
                  <a:lnTo>
                    <a:pt x="353631" y="34137"/>
                  </a:lnTo>
                  <a:lnTo>
                    <a:pt x="339661" y="16370"/>
                  </a:lnTo>
                  <a:lnTo>
                    <a:pt x="320167" y="4394"/>
                  </a:lnTo>
                  <a:lnTo>
                    <a:pt x="297053" y="0"/>
                  </a:lnTo>
                  <a:lnTo>
                    <a:pt x="241173" y="0"/>
                  </a:lnTo>
                  <a:lnTo>
                    <a:pt x="198475" y="15849"/>
                  </a:lnTo>
                  <a:lnTo>
                    <a:pt x="176657" y="55880"/>
                  </a:lnTo>
                  <a:lnTo>
                    <a:pt x="175133" y="73406"/>
                  </a:lnTo>
                  <a:lnTo>
                    <a:pt x="173609" y="76454"/>
                  </a:lnTo>
                  <a:lnTo>
                    <a:pt x="170815" y="80899"/>
                  </a:lnTo>
                  <a:lnTo>
                    <a:pt x="166370" y="83693"/>
                  </a:lnTo>
                  <a:lnTo>
                    <a:pt x="159004" y="88138"/>
                  </a:lnTo>
                  <a:lnTo>
                    <a:pt x="151638" y="91059"/>
                  </a:lnTo>
                  <a:lnTo>
                    <a:pt x="145796" y="95504"/>
                  </a:lnTo>
                  <a:lnTo>
                    <a:pt x="139954" y="98425"/>
                  </a:lnTo>
                  <a:lnTo>
                    <a:pt x="133985" y="98425"/>
                  </a:lnTo>
                  <a:lnTo>
                    <a:pt x="132588" y="97028"/>
                  </a:lnTo>
                  <a:lnTo>
                    <a:pt x="117856" y="91059"/>
                  </a:lnTo>
                  <a:lnTo>
                    <a:pt x="94259" y="85737"/>
                  </a:lnTo>
                  <a:lnTo>
                    <a:pt x="71247" y="89077"/>
                  </a:lnTo>
                  <a:lnTo>
                    <a:pt x="50990" y="100406"/>
                  </a:lnTo>
                  <a:lnTo>
                    <a:pt x="35687" y="118999"/>
                  </a:lnTo>
                  <a:lnTo>
                    <a:pt x="7747" y="168910"/>
                  </a:lnTo>
                  <a:lnTo>
                    <a:pt x="838" y="191528"/>
                  </a:lnTo>
                  <a:lnTo>
                    <a:pt x="1828" y="212953"/>
                  </a:lnTo>
                  <a:lnTo>
                    <a:pt x="1879" y="214096"/>
                  </a:lnTo>
                  <a:lnTo>
                    <a:pt x="10617" y="235000"/>
                  </a:lnTo>
                  <a:lnTo>
                    <a:pt x="26797" y="252603"/>
                  </a:lnTo>
                  <a:lnTo>
                    <a:pt x="40005" y="261366"/>
                  </a:lnTo>
                  <a:lnTo>
                    <a:pt x="41529" y="264414"/>
                  </a:lnTo>
                  <a:lnTo>
                    <a:pt x="43053" y="268859"/>
                  </a:lnTo>
                  <a:lnTo>
                    <a:pt x="43053" y="301117"/>
                  </a:lnTo>
                  <a:lnTo>
                    <a:pt x="44373" y="308025"/>
                  </a:lnTo>
                  <a:lnTo>
                    <a:pt x="44450" y="308356"/>
                  </a:lnTo>
                  <a:lnTo>
                    <a:pt x="41529" y="311404"/>
                  </a:lnTo>
                  <a:lnTo>
                    <a:pt x="40005" y="312801"/>
                  </a:lnTo>
                  <a:lnTo>
                    <a:pt x="26797" y="323088"/>
                  </a:lnTo>
                  <a:lnTo>
                    <a:pt x="9817" y="340283"/>
                  </a:lnTo>
                  <a:lnTo>
                    <a:pt x="787" y="361619"/>
                  </a:lnTo>
                  <a:lnTo>
                    <a:pt x="25" y="384060"/>
                  </a:lnTo>
                  <a:lnTo>
                    <a:pt x="0" y="384657"/>
                  </a:lnTo>
                  <a:lnTo>
                    <a:pt x="35687" y="456692"/>
                  </a:lnTo>
                  <a:lnTo>
                    <a:pt x="71856" y="486054"/>
                  </a:lnTo>
                  <a:lnTo>
                    <a:pt x="94957" y="489331"/>
                  </a:lnTo>
                  <a:lnTo>
                    <a:pt x="117856" y="484632"/>
                  </a:lnTo>
                  <a:lnTo>
                    <a:pt x="132588" y="478790"/>
                  </a:lnTo>
                  <a:lnTo>
                    <a:pt x="133985" y="477266"/>
                  </a:lnTo>
                  <a:lnTo>
                    <a:pt x="139954" y="477266"/>
                  </a:lnTo>
                  <a:lnTo>
                    <a:pt x="145796" y="480187"/>
                  </a:lnTo>
                  <a:lnTo>
                    <a:pt x="153162" y="484632"/>
                  </a:lnTo>
                  <a:lnTo>
                    <a:pt x="159004" y="487553"/>
                  </a:lnTo>
                  <a:lnTo>
                    <a:pt x="166370" y="491871"/>
                  </a:lnTo>
                  <a:lnTo>
                    <a:pt x="173609" y="494919"/>
                  </a:lnTo>
                  <a:lnTo>
                    <a:pt x="175133" y="499364"/>
                  </a:lnTo>
                  <a:lnTo>
                    <a:pt x="175133" y="502158"/>
                  </a:lnTo>
                  <a:lnTo>
                    <a:pt x="176657" y="518287"/>
                  </a:lnTo>
                  <a:lnTo>
                    <a:pt x="184073" y="540931"/>
                  </a:lnTo>
                  <a:lnTo>
                    <a:pt x="198475" y="559142"/>
                  </a:lnTo>
                  <a:lnTo>
                    <a:pt x="218097" y="571284"/>
                  </a:lnTo>
                  <a:lnTo>
                    <a:pt x="241173" y="575691"/>
                  </a:lnTo>
                  <a:lnTo>
                    <a:pt x="297053" y="575691"/>
                  </a:lnTo>
                  <a:lnTo>
                    <a:pt x="339661" y="559714"/>
                  </a:lnTo>
                  <a:lnTo>
                    <a:pt x="360172" y="518287"/>
                  </a:lnTo>
                  <a:lnTo>
                    <a:pt x="361480" y="511048"/>
                  </a:lnTo>
                  <a:lnTo>
                    <a:pt x="363093" y="502158"/>
                  </a:lnTo>
                  <a:lnTo>
                    <a:pt x="364490" y="499364"/>
                  </a:lnTo>
                  <a:lnTo>
                    <a:pt x="366014" y="494919"/>
                  </a:lnTo>
                  <a:lnTo>
                    <a:pt x="371983" y="491871"/>
                  </a:lnTo>
                  <a:lnTo>
                    <a:pt x="379222" y="487553"/>
                  </a:lnTo>
                  <a:lnTo>
                    <a:pt x="386588" y="484632"/>
                  </a:lnTo>
                  <a:lnTo>
                    <a:pt x="392430" y="480187"/>
                  </a:lnTo>
                  <a:lnTo>
                    <a:pt x="396875" y="477266"/>
                  </a:lnTo>
                  <a:lnTo>
                    <a:pt x="402717" y="477266"/>
                  </a:lnTo>
                  <a:lnTo>
                    <a:pt x="404241" y="478790"/>
                  </a:lnTo>
                  <a:lnTo>
                    <a:pt x="418846" y="484632"/>
                  </a:lnTo>
                  <a:lnTo>
                    <a:pt x="443064" y="489331"/>
                  </a:lnTo>
                  <a:lnTo>
                    <a:pt x="466217" y="486054"/>
                  </a:lnTo>
                  <a:lnTo>
                    <a:pt x="482523" y="477266"/>
                  </a:lnTo>
                  <a:lnTo>
                    <a:pt x="486600" y="475081"/>
                  </a:lnTo>
                  <a:lnTo>
                    <a:pt x="502539" y="456692"/>
                  </a:lnTo>
                  <a:lnTo>
                    <a:pt x="518172" y="427355"/>
                  </a:lnTo>
                  <a:lnTo>
                    <a:pt x="529082" y="406908"/>
                  </a:lnTo>
                  <a:lnTo>
                    <a:pt x="535978" y="384060"/>
                  </a:lnTo>
                  <a:lnTo>
                    <a:pt x="535482" y="371602"/>
                  </a:lnTo>
                  <a:lnTo>
                    <a:pt x="535355" y="368554"/>
                  </a:lnTo>
                  <a:lnTo>
                    <a:pt x="535241" y="365633"/>
                  </a:lnTo>
                  <a:lnTo>
                    <a:pt x="535127" y="362712"/>
                  </a:lnTo>
                  <a:lnTo>
                    <a:pt x="535063" y="361099"/>
                  </a:lnTo>
                  <a:lnTo>
                    <a:pt x="526808" y="340283"/>
                  </a:lnTo>
                  <a:lnTo>
                    <a:pt x="526732" y="340080"/>
                  </a:lnTo>
                  <a:lnTo>
                    <a:pt x="511429" y="323088"/>
                  </a:lnTo>
                  <a:lnTo>
                    <a:pt x="498221" y="312801"/>
                  </a:lnTo>
                  <a:lnTo>
                    <a:pt x="496697" y="311404"/>
                  </a:lnTo>
                  <a:lnTo>
                    <a:pt x="493776" y="305562"/>
                  </a:lnTo>
                  <a:lnTo>
                    <a:pt x="493776" y="274701"/>
                  </a:lnTo>
                  <a:lnTo>
                    <a:pt x="492252" y="267208"/>
                  </a:lnTo>
                  <a:lnTo>
                    <a:pt x="496697" y="264414"/>
                  </a:lnTo>
                  <a:lnTo>
                    <a:pt x="498221" y="261366"/>
                  </a:lnTo>
                  <a:lnTo>
                    <a:pt x="511429" y="252603"/>
                  </a:lnTo>
                  <a:lnTo>
                    <a:pt x="528434" y="234569"/>
                  </a:lnTo>
                  <a:lnTo>
                    <a:pt x="537298" y="212953"/>
                  </a:lnTo>
                  <a:lnTo>
                    <a:pt x="537387" y="207137"/>
                  </a:lnTo>
                  <a:lnTo>
                    <a:pt x="537502" y="199771"/>
                  </a:lnTo>
                  <a:lnTo>
                    <a:pt x="537616" y="191528"/>
                  </a:lnTo>
                  <a:lnTo>
                    <a:pt x="537641" y="190246"/>
                  </a:lnTo>
                  <a:close/>
                </a:path>
                <a:path w="797559" h="787400">
                  <a:moveTo>
                    <a:pt x="797560" y="544779"/>
                  </a:moveTo>
                  <a:lnTo>
                    <a:pt x="793026" y="531622"/>
                  </a:lnTo>
                  <a:lnTo>
                    <a:pt x="790448" y="524129"/>
                  </a:lnTo>
                  <a:lnTo>
                    <a:pt x="778637" y="506603"/>
                  </a:lnTo>
                  <a:lnTo>
                    <a:pt x="764857" y="490131"/>
                  </a:lnTo>
                  <a:lnTo>
                    <a:pt x="749058" y="481584"/>
                  </a:lnTo>
                  <a:lnTo>
                    <a:pt x="746836" y="480390"/>
                  </a:lnTo>
                  <a:lnTo>
                    <a:pt x="746379" y="480326"/>
                  </a:lnTo>
                  <a:lnTo>
                    <a:pt x="746379" y="552196"/>
                  </a:lnTo>
                  <a:lnTo>
                    <a:pt x="746379" y="553593"/>
                  </a:lnTo>
                  <a:lnTo>
                    <a:pt x="734148" y="564730"/>
                  </a:lnTo>
                  <a:lnTo>
                    <a:pt x="725970" y="577646"/>
                  </a:lnTo>
                  <a:lnTo>
                    <a:pt x="721385" y="591413"/>
                  </a:lnTo>
                  <a:lnTo>
                    <a:pt x="719963" y="605028"/>
                  </a:lnTo>
                  <a:lnTo>
                    <a:pt x="719963" y="609346"/>
                  </a:lnTo>
                  <a:lnTo>
                    <a:pt x="721385" y="623049"/>
                  </a:lnTo>
                  <a:lnTo>
                    <a:pt x="725970" y="636828"/>
                  </a:lnTo>
                  <a:lnTo>
                    <a:pt x="734148" y="649732"/>
                  </a:lnTo>
                  <a:lnTo>
                    <a:pt x="746379" y="660781"/>
                  </a:lnTo>
                  <a:lnTo>
                    <a:pt x="746379" y="662178"/>
                  </a:lnTo>
                  <a:lnTo>
                    <a:pt x="734568" y="679958"/>
                  </a:lnTo>
                  <a:lnTo>
                    <a:pt x="733044" y="682752"/>
                  </a:lnTo>
                  <a:lnTo>
                    <a:pt x="730250" y="682752"/>
                  </a:lnTo>
                  <a:lnTo>
                    <a:pt x="714667" y="679170"/>
                  </a:lnTo>
                  <a:lnTo>
                    <a:pt x="699363" y="678980"/>
                  </a:lnTo>
                  <a:lnTo>
                    <a:pt x="685190" y="681799"/>
                  </a:lnTo>
                  <a:lnTo>
                    <a:pt x="672973" y="687209"/>
                  </a:lnTo>
                  <a:lnTo>
                    <a:pt x="669925" y="687209"/>
                  </a:lnTo>
                  <a:lnTo>
                    <a:pt x="669925" y="690118"/>
                  </a:lnTo>
                  <a:lnTo>
                    <a:pt x="668528" y="690118"/>
                  </a:lnTo>
                  <a:lnTo>
                    <a:pt x="656869" y="697242"/>
                  </a:lnTo>
                  <a:lnTo>
                    <a:pt x="646849" y="707402"/>
                  </a:lnTo>
                  <a:lnTo>
                    <a:pt x="639572" y="720305"/>
                  </a:lnTo>
                  <a:lnTo>
                    <a:pt x="636143" y="735711"/>
                  </a:lnTo>
                  <a:lnTo>
                    <a:pt x="636143" y="737108"/>
                  </a:lnTo>
                  <a:lnTo>
                    <a:pt x="606806" y="737108"/>
                  </a:lnTo>
                  <a:lnTo>
                    <a:pt x="606806" y="735711"/>
                  </a:lnTo>
                  <a:lnTo>
                    <a:pt x="605129" y="728345"/>
                  </a:lnTo>
                  <a:lnTo>
                    <a:pt x="603364" y="720534"/>
                  </a:lnTo>
                  <a:lnTo>
                    <a:pt x="595960" y="707974"/>
                  </a:lnTo>
                  <a:lnTo>
                    <a:pt x="585533" y="697890"/>
                  </a:lnTo>
                  <a:lnTo>
                    <a:pt x="573024" y="690118"/>
                  </a:lnTo>
                  <a:lnTo>
                    <a:pt x="571627" y="690118"/>
                  </a:lnTo>
                  <a:lnTo>
                    <a:pt x="571627" y="687209"/>
                  </a:lnTo>
                  <a:lnTo>
                    <a:pt x="570230" y="687209"/>
                  </a:lnTo>
                  <a:lnTo>
                    <a:pt x="560870" y="682752"/>
                  </a:lnTo>
                  <a:lnTo>
                    <a:pt x="557936" y="681367"/>
                  </a:lnTo>
                  <a:lnTo>
                    <a:pt x="543890" y="677875"/>
                  </a:lnTo>
                  <a:lnTo>
                    <a:pt x="528396" y="677875"/>
                  </a:lnTo>
                  <a:lnTo>
                    <a:pt x="512826" y="682752"/>
                  </a:lnTo>
                  <a:lnTo>
                    <a:pt x="509905" y="682752"/>
                  </a:lnTo>
                  <a:lnTo>
                    <a:pt x="506984" y="679958"/>
                  </a:lnTo>
                  <a:lnTo>
                    <a:pt x="496697" y="662178"/>
                  </a:lnTo>
                  <a:lnTo>
                    <a:pt x="496697" y="660781"/>
                  </a:lnTo>
                  <a:lnTo>
                    <a:pt x="508050" y="649732"/>
                  </a:lnTo>
                  <a:lnTo>
                    <a:pt x="515823" y="636828"/>
                  </a:lnTo>
                  <a:lnTo>
                    <a:pt x="520280" y="623049"/>
                  </a:lnTo>
                  <a:lnTo>
                    <a:pt x="521716" y="609346"/>
                  </a:lnTo>
                  <a:lnTo>
                    <a:pt x="521716" y="605028"/>
                  </a:lnTo>
                  <a:lnTo>
                    <a:pt x="520280" y="591413"/>
                  </a:lnTo>
                  <a:lnTo>
                    <a:pt x="515823" y="577646"/>
                  </a:lnTo>
                  <a:lnTo>
                    <a:pt x="508050" y="564730"/>
                  </a:lnTo>
                  <a:lnTo>
                    <a:pt x="496697" y="553593"/>
                  </a:lnTo>
                  <a:lnTo>
                    <a:pt x="496697" y="552196"/>
                  </a:lnTo>
                  <a:lnTo>
                    <a:pt x="506984" y="533019"/>
                  </a:lnTo>
                  <a:lnTo>
                    <a:pt x="508508" y="531622"/>
                  </a:lnTo>
                  <a:lnTo>
                    <a:pt x="512826" y="531622"/>
                  </a:lnTo>
                  <a:lnTo>
                    <a:pt x="528675" y="535279"/>
                  </a:lnTo>
                  <a:lnTo>
                    <a:pt x="543712" y="535279"/>
                  </a:lnTo>
                  <a:lnTo>
                    <a:pt x="557936" y="532053"/>
                  </a:lnTo>
                  <a:lnTo>
                    <a:pt x="558774" y="531622"/>
                  </a:lnTo>
                  <a:lnTo>
                    <a:pt x="570230" y="525780"/>
                  </a:lnTo>
                  <a:lnTo>
                    <a:pt x="571627" y="525780"/>
                  </a:lnTo>
                  <a:lnTo>
                    <a:pt x="571627" y="524129"/>
                  </a:lnTo>
                  <a:lnTo>
                    <a:pt x="573024" y="524129"/>
                  </a:lnTo>
                  <a:lnTo>
                    <a:pt x="585317" y="516496"/>
                  </a:lnTo>
                  <a:lnTo>
                    <a:pt x="595630" y="506272"/>
                  </a:lnTo>
                  <a:lnTo>
                    <a:pt x="603415" y="493293"/>
                  </a:lnTo>
                  <a:lnTo>
                    <a:pt x="606996" y="481584"/>
                  </a:lnTo>
                  <a:lnTo>
                    <a:pt x="608253" y="477494"/>
                  </a:lnTo>
                  <a:lnTo>
                    <a:pt x="608330" y="477266"/>
                  </a:lnTo>
                  <a:lnTo>
                    <a:pt x="636143" y="477266"/>
                  </a:lnTo>
                  <a:lnTo>
                    <a:pt x="636143" y="478790"/>
                  </a:lnTo>
                  <a:lnTo>
                    <a:pt x="639572" y="493941"/>
                  </a:lnTo>
                  <a:lnTo>
                    <a:pt x="646747" y="506272"/>
                  </a:lnTo>
                  <a:lnTo>
                    <a:pt x="646849" y="506463"/>
                  </a:lnTo>
                  <a:lnTo>
                    <a:pt x="656869" y="516496"/>
                  </a:lnTo>
                  <a:lnTo>
                    <a:pt x="668528" y="524129"/>
                  </a:lnTo>
                  <a:lnTo>
                    <a:pt x="669925" y="524129"/>
                  </a:lnTo>
                  <a:lnTo>
                    <a:pt x="669925" y="525780"/>
                  </a:lnTo>
                  <a:lnTo>
                    <a:pt x="672973" y="525780"/>
                  </a:lnTo>
                  <a:lnTo>
                    <a:pt x="685190" y="532269"/>
                  </a:lnTo>
                  <a:lnTo>
                    <a:pt x="699401" y="535863"/>
                  </a:lnTo>
                  <a:lnTo>
                    <a:pt x="714667" y="535863"/>
                  </a:lnTo>
                  <a:lnTo>
                    <a:pt x="730250" y="531622"/>
                  </a:lnTo>
                  <a:lnTo>
                    <a:pt x="733044" y="531622"/>
                  </a:lnTo>
                  <a:lnTo>
                    <a:pt x="734568" y="533019"/>
                  </a:lnTo>
                  <a:lnTo>
                    <a:pt x="746379" y="552196"/>
                  </a:lnTo>
                  <a:lnTo>
                    <a:pt x="746379" y="480326"/>
                  </a:lnTo>
                  <a:lnTo>
                    <a:pt x="726351" y="477494"/>
                  </a:lnTo>
                  <a:lnTo>
                    <a:pt x="705231" y="481584"/>
                  </a:lnTo>
                  <a:lnTo>
                    <a:pt x="702183" y="481584"/>
                  </a:lnTo>
                  <a:lnTo>
                    <a:pt x="697992" y="480187"/>
                  </a:lnTo>
                  <a:lnTo>
                    <a:pt x="696341" y="478790"/>
                  </a:lnTo>
                  <a:lnTo>
                    <a:pt x="694944" y="478790"/>
                  </a:lnTo>
                  <a:lnTo>
                    <a:pt x="693547" y="477266"/>
                  </a:lnTo>
                  <a:lnTo>
                    <a:pt x="690499" y="477266"/>
                  </a:lnTo>
                  <a:lnTo>
                    <a:pt x="689102" y="474345"/>
                  </a:lnTo>
                  <a:lnTo>
                    <a:pt x="689102" y="472821"/>
                  </a:lnTo>
                  <a:lnTo>
                    <a:pt x="684060" y="453301"/>
                  </a:lnTo>
                  <a:lnTo>
                    <a:pt x="672160" y="437438"/>
                  </a:lnTo>
                  <a:lnTo>
                    <a:pt x="654748" y="426808"/>
                  </a:lnTo>
                  <a:lnTo>
                    <a:pt x="633222" y="422910"/>
                  </a:lnTo>
                  <a:lnTo>
                    <a:pt x="608330" y="422910"/>
                  </a:lnTo>
                  <a:lnTo>
                    <a:pt x="588505" y="426593"/>
                  </a:lnTo>
                  <a:lnTo>
                    <a:pt x="571817" y="436867"/>
                  </a:lnTo>
                  <a:lnTo>
                    <a:pt x="559777" y="452653"/>
                  </a:lnTo>
                  <a:lnTo>
                    <a:pt x="553974" y="472821"/>
                  </a:lnTo>
                  <a:lnTo>
                    <a:pt x="551053" y="474345"/>
                  </a:lnTo>
                  <a:lnTo>
                    <a:pt x="549656" y="474345"/>
                  </a:lnTo>
                  <a:lnTo>
                    <a:pt x="545211" y="477266"/>
                  </a:lnTo>
                  <a:lnTo>
                    <a:pt x="543687" y="478790"/>
                  </a:lnTo>
                  <a:lnTo>
                    <a:pt x="542163" y="478790"/>
                  </a:lnTo>
                  <a:lnTo>
                    <a:pt x="540766" y="480187"/>
                  </a:lnTo>
                  <a:lnTo>
                    <a:pt x="536321" y="481584"/>
                  </a:lnTo>
                  <a:lnTo>
                    <a:pt x="533400" y="481584"/>
                  </a:lnTo>
                  <a:lnTo>
                    <a:pt x="512267" y="477494"/>
                  </a:lnTo>
                  <a:lnTo>
                    <a:pt x="491782" y="480390"/>
                  </a:lnTo>
                  <a:lnTo>
                    <a:pt x="460108" y="506463"/>
                  </a:lnTo>
                  <a:lnTo>
                    <a:pt x="441286" y="544779"/>
                  </a:lnTo>
                  <a:lnTo>
                    <a:pt x="441960" y="564730"/>
                  </a:lnTo>
                  <a:lnTo>
                    <a:pt x="441985" y="565505"/>
                  </a:lnTo>
                  <a:lnTo>
                    <a:pt x="449872" y="584288"/>
                  </a:lnTo>
                  <a:lnTo>
                    <a:pt x="464439" y="599059"/>
                  </a:lnTo>
                  <a:lnTo>
                    <a:pt x="464439" y="610870"/>
                  </a:lnTo>
                  <a:lnTo>
                    <a:pt x="449287" y="625919"/>
                  </a:lnTo>
                  <a:lnTo>
                    <a:pt x="441464" y="645058"/>
                  </a:lnTo>
                  <a:lnTo>
                    <a:pt x="441185" y="660781"/>
                  </a:lnTo>
                  <a:lnTo>
                    <a:pt x="441096" y="665835"/>
                  </a:lnTo>
                  <a:lnTo>
                    <a:pt x="448310" y="685800"/>
                  </a:lnTo>
                  <a:lnTo>
                    <a:pt x="459994" y="704850"/>
                  </a:lnTo>
                  <a:lnTo>
                    <a:pt x="473760" y="720534"/>
                  </a:lnTo>
                  <a:lnTo>
                    <a:pt x="491845" y="729869"/>
                  </a:lnTo>
                  <a:lnTo>
                    <a:pt x="492023" y="729869"/>
                  </a:lnTo>
                  <a:lnTo>
                    <a:pt x="512267" y="732536"/>
                  </a:lnTo>
                  <a:lnTo>
                    <a:pt x="533400" y="728345"/>
                  </a:lnTo>
                  <a:lnTo>
                    <a:pt x="536321" y="728345"/>
                  </a:lnTo>
                  <a:lnTo>
                    <a:pt x="540766" y="729869"/>
                  </a:lnTo>
                  <a:lnTo>
                    <a:pt x="542163" y="731266"/>
                  </a:lnTo>
                  <a:lnTo>
                    <a:pt x="543687" y="731266"/>
                  </a:lnTo>
                  <a:lnTo>
                    <a:pt x="545211" y="734187"/>
                  </a:lnTo>
                  <a:lnTo>
                    <a:pt x="548005" y="734187"/>
                  </a:lnTo>
                  <a:lnTo>
                    <a:pt x="549656" y="735711"/>
                  </a:lnTo>
                  <a:lnTo>
                    <a:pt x="549656" y="737108"/>
                  </a:lnTo>
                  <a:lnTo>
                    <a:pt x="556272" y="756666"/>
                  </a:lnTo>
                  <a:lnTo>
                    <a:pt x="568845" y="772566"/>
                  </a:lnTo>
                  <a:lnTo>
                    <a:pt x="586105" y="783247"/>
                  </a:lnTo>
                  <a:lnTo>
                    <a:pt x="606806" y="787146"/>
                  </a:lnTo>
                  <a:lnTo>
                    <a:pt x="631825" y="787146"/>
                  </a:lnTo>
                  <a:lnTo>
                    <a:pt x="652526" y="783475"/>
                  </a:lnTo>
                  <a:lnTo>
                    <a:pt x="669798" y="773176"/>
                  </a:lnTo>
                  <a:lnTo>
                    <a:pt x="682396" y="757364"/>
                  </a:lnTo>
                  <a:lnTo>
                    <a:pt x="689102" y="737108"/>
                  </a:lnTo>
                  <a:lnTo>
                    <a:pt x="689102" y="735711"/>
                  </a:lnTo>
                  <a:lnTo>
                    <a:pt x="690499" y="735711"/>
                  </a:lnTo>
                  <a:lnTo>
                    <a:pt x="690499" y="734187"/>
                  </a:lnTo>
                  <a:lnTo>
                    <a:pt x="693547" y="734187"/>
                  </a:lnTo>
                  <a:lnTo>
                    <a:pt x="694944" y="731266"/>
                  </a:lnTo>
                  <a:lnTo>
                    <a:pt x="696341" y="731266"/>
                  </a:lnTo>
                  <a:lnTo>
                    <a:pt x="697992" y="729869"/>
                  </a:lnTo>
                  <a:lnTo>
                    <a:pt x="702183" y="728345"/>
                  </a:lnTo>
                  <a:lnTo>
                    <a:pt x="705231" y="728345"/>
                  </a:lnTo>
                  <a:lnTo>
                    <a:pt x="726351" y="732536"/>
                  </a:lnTo>
                  <a:lnTo>
                    <a:pt x="746594" y="729869"/>
                  </a:lnTo>
                  <a:lnTo>
                    <a:pt x="746772" y="729869"/>
                  </a:lnTo>
                  <a:lnTo>
                    <a:pt x="749719" y="728345"/>
                  </a:lnTo>
                  <a:lnTo>
                    <a:pt x="764857" y="720534"/>
                  </a:lnTo>
                  <a:lnTo>
                    <a:pt x="778637" y="704850"/>
                  </a:lnTo>
                  <a:lnTo>
                    <a:pt x="790448" y="685800"/>
                  </a:lnTo>
                  <a:lnTo>
                    <a:pt x="791502" y="682752"/>
                  </a:lnTo>
                  <a:lnTo>
                    <a:pt x="797369" y="665835"/>
                  </a:lnTo>
                  <a:lnTo>
                    <a:pt x="796607" y="645058"/>
                  </a:lnTo>
                  <a:lnTo>
                    <a:pt x="788695" y="625919"/>
                  </a:lnTo>
                  <a:lnTo>
                    <a:pt x="774192" y="610870"/>
                  </a:lnTo>
                  <a:lnTo>
                    <a:pt x="774192" y="599059"/>
                  </a:lnTo>
                  <a:lnTo>
                    <a:pt x="789279" y="584288"/>
                  </a:lnTo>
                  <a:lnTo>
                    <a:pt x="797128" y="565505"/>
                  </a:lnTo>
                  <a:lnTo>
                    <a:pt x="797560" y="54477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15832" y="6547929"/>
              <a:ext cx="146875" cy="146875"/>
            </a:xfrm>
            <a:prstGeom prst="rect">
              <a:avLst/>
            </a:prstGeom>
          </p:spPr>
        </p:pic>
      </p:grpSp>
      <p:sp>
        <p:nvSpPr>
          <p:cNvPr id="50" name="object 50" descr=""/>
          <p:cNvSpPr/>
          <p:nvPr/>
        </p:nvSpPr>
        <p:spPr>
          <a:xfrm>
            <a:off x="8982329" y="4760086"/>
            <a:ext cx="814069" cy="76200"/>
          </a:xfrm>
          <a:custGeom>
            <a:avLst/>
            <a:gdLst/>
            <a:ahLst/>
            <a:cxnLst/>
            <a:rect l="l" t="t" r="r" b="b"/>
            <a:pathLst>
              <a:path w="814070" h="76200">
                <a:moveTo>
                  <a:pt x="737362" y="0"/>
                </a:moveTo>
                <a:lnTo>
                  <a:pt x="737362" y="76200"/>
                </a:lnTo>
                <a:lnTo>
                  <a:pt x="794512" y="47625"/>
                </a:lnTo>
                <a:lnTo>
                  <a:pt x="750062" y="47625"/>
                </a:lnTo>
                <a:lnTo>
                  <a:pt x="750062" y="28575"/>
                </a:lnTo>
                <a:lnTo>
                  <a:pt x="794512" y="28575"/>
                </a:lnTo>
                <a:lnTo>
                  <a:pt x="737362" y="0"/>
                </a:lnTo>
                <a:close/>
              </a:path>
              <a:path w="814070" h="76200">
                <a:moveTo>
                  <a:pt x="737362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37362" y="47625"/>
                </a:lnTo>
                <a:lnTo>
                  <a:pt x="737362" y="28575"/>
                </a:lnTo>
                <a:close/>
              </a:path>
              <a:path w="814070" h="76200">
                <a:moveTo>
                  <a:pt x="794512" y="28575"/>
                </a:moveTo>
                <a:lnTo>
                  <a:pt x="750062" y="28575"/>
                </a:lnTo>
                <a:lnTo>
                  <a:pt x="750062" y="47625"/>
                </a:lnTo>
                <a:lnTo>
                  <a:pt x="794512" y="47625"/>
                </a:lnTo>
                <a:lnTo>
                  <a:pt x="813562" y="38100"/>
                </a:lnTo>
                <a:lnTo>
                  <a:pt x="794512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8982329" y="6686804"/>
            <a:ext cx="814069" cy="76200"/>
          </a:xfrm>
          <a:custGeom>
            <a:avLst/>
            <a:gdLst/>
            <a:ahLst/>
            <a:cxnLst/>
            <a:rect l="l" t="t" r="r" b="b"/>
            <a:pathLst>
              <a:path w="814070" h="76200">
                <a:moveTo>
                  <a:pt x="737362" y="0"/>
                </a:moveTo>
                <a:lnTo>
                  <a:pt x="737362" y="76200"/>
                </a:lnTo>
                <a:lnTo>
                  <a:pt x="794512" y="47625"/>
                </a:lnTo>
                <a:lnTo>
                  <a:pt x="750062" y="47625"/>
                </a:lnTo>
                <a:lnTo>
                  <a:pt x="750062" y="28575"/>
                </a:lnTo>
                <a:lnTo>
                  <a:pt x="794512" y="28575"/>
                </a:lnTo>
                <a:lnTo>
                  <a:pt x="737362" y="0"/>
                </a:lnTo>
                <a:close/>
              </a:path>
              <a:path w="814070" h="76200">
                <a:moveTo>
                  <a:pt x="737362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737362" y="47625"/>
                </a:lnTo>
                <a:lnTo>
                  <a:pt x="737362" y="28575"/>
                </a:lnTo>
                <a:close/>
              </a:path>
              <a:path w="814070" h="76200">
                <a:moveTo>
                  <a:pt x="794512" y="28575"/>
                </a:moveTo>
                <a:lnTo>
                  <a:pt x="750062" y="28575"/>
                </a:lnTo>
                <a:lnTo>
                  <a:pt x="750062" y="47625"/>
                </a:lnTo>
                <a:lnTo>
                  <a:pt x="794512" y="47625"/>
                </a:lnTo>
                <a:lnTo>
                  <a:pt x="813562" y="38100"/>
                </a:lnTo>
                <a:lnTo>
                  <a:pt x="794512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8029193" y="5465826"/>
            <a:ext cx="9747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0025" marR="5080" indent="-187960">
              <a:lnSpc>
                <a:spcPct val="100000"/>
              </a:lnSpc>
              <a:spcBef>
                <a:spcPts val="100"/>
              </a:spcBef>
            </a:pPr>
            <a:r>
              <a:rPr dirty="0" sz="1800" spc="235" b="1" i="1">
                <a:solidFill>
                  <a:srgbClr val="173360"/>
                </a:solidFill>
                <a:latin typeface="Calibri"/>
                <a:cs typeface="Calibri"/>
              </a:rPr>
              <a:t>Staging</a:t>
            </a:r>
            <a:r>
              <a:rPr dirty="0" sz="1800" spc="235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15" b="1" i="1">
                <a:solidFill>
                  <a:srgbClr val="173360"/>
                </a:solidFill>
                <a:latin typeface="Calibri"/>
                <a:cs typeface="Calibri"/>
              </a:rPr>
              <a:t>Area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7369809" y="2304668"/>
            <a:ext cx="237426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데이터가</a:t>
            </a:r>
            <a:r>
              <a:rPr dirty="0" sz="1600" spc="-12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실시간으로 </a:t>
            </a:r>
            <a:r>
              <a:rPr dirty="0" sz="1600" spc="-20" b="1">
                <a:solidFill>
                  <a:srgbClr val="D7365D"/>
                </a:solidFill>
                <a:latin typeface="Malgun Gothic"/>
                <a:cs typeface="Malgun Gothic"/>
              </a:rPr>
              <a:t>추출되더라도</a:t>
            </a:r>
            <a:r>
              <a:rPr dirty="0" sz="1600" spc="-95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처리가</a:t>
            </a:r>
            <a:r>
              <a:rPr dirty="0" sz="1600" spc="-9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모두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갖춰질</a:t>
            </a:r>
            <a:r>
              <a:rPr dirty="0" sz="1600" spc="-13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때까지</a:t>
            </a:r>
            <a:r>
              <a:rPr dirty="0" sz="1600" spc="-114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체류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6722491" y="2710307"/>
            <a:ext cx="548005" cy="636905"/>
          </a:xfrm>
          <a:custGeom>
            <a:avLst/>
            <a:gdLst/>
            <a:ahLst/>
            <a:cxnLst/>
            <a:rect l="l" t="t" r="r" b="b"/>
            <a:pathLst>
              <a:path w="548004" h="636904">
                <a:moveTo>
                  <a:pt x="28575" y="560324"/>
                </a:moveTo>
                <a:lnTo>
                  <a:pt x="0" y="560324"/>
                </a:lnTo>
                <a:lnTo>
                  <a:pt x="38100" y="636524"/>
                </a:lnTo>
                <a:lnTo>
                  <a:pt x="69850" y="573024"/>
                </a:lnTo>
                <a:lnTo>
                  <a:pt x="28575" y="573024"/>
                </a:lnTo>
                <a:lnTo>
                  <a:pt x="28575" y="560324"/>
                </a:lnTo>
                <a:close/>
              </a:path>
              <a:path w="548004" h="636904">
                <a:moveTo>
                  <a:pt x="548004" y="0"/>
                </a:moveTo>
                <a:lnTo>
                  <a:pt x="32765" y="0"/>
                </a:lnTo>
                <a:lnTo>
                  <a:pt x="28575" y="4318"/>
                </a:lnTo>
                <a:lnTo>
                  <a:pt x="28575" y="573024"/>
                </a:lnTo>
                <a:lnTo>
                  <a:pt x="47625" y="573024"/>
                </a:lnTo>
                <a:lnTo>
                  <a:pt x="47625" y="19050"/>
                </a:lnTo>
                <a:lnTo>
                  <a:pt x="38100" y="19050"/>
                </a:lnTo>
                <a:lnTo>
                  <a:pt x="47625" y="9525"/>
                </a:lnTo>
                <a:lnTo>
                  <a:pt x="548004" y="9525"/>
                </a:lnTo>
                <a:lnTo>
                  <a:pt x="548004" y="0"/>
                </a:lnTo>
                <a:close/>
              </a:path>
              <a:path w="548004" h="636904">
                <a:moveTo>
                  <a:pt x="76200" y="560324"/>
                </a:moveTo>
                <a:lnTo>
                  <a:pt x="47625" y="560324"/>
                </a:lnTo>
                <a:lnTo>
                  <a:pt x="47625" y="573024"/>
                </a:lnTo>
                <a:lnTo>
                  <a:pt x="69850" y="573024"/>
                </a:lnTo>
                <a:lnTo>
                  <a:pt x="76200" y="560324"/>
                </a:lnTo>
                <a:close/>
              </a:path>
              <a:path w="548004" h="636904">
                <a:moveTo>
                  <a:pt x="47625" y="9525"/>
                </a:moveTo>
                <a:lnTo>
                  <a:pt x="38100" y="19050"/>
                </a:lnTo>
                <a:lnTo>
                  <a:pt x="47625" y="19050"/>
                </a:lnTo>
                <a:lnTo>
                  <a:pt x="47625" y="9525"/>
                </a:lnTo>
                <a:close/>
              </a:path>
              <a:path w="548004" h="636904">
                <a:moveTo>
                  <a:pt x="548004" y="9525"/>
                </a:moveTo>
                <a:lnTo>
                  <a:pt x="47625" y="9525"/>
                </a:lnTo>
                <a:lnTo>
                  <a:pt x="47625" y="19050"/>
                </a:lnTo>
                <a:lnTo>
                  <a:pt x="548004" y="19050"/>
                </a:lnTo>
                <a:lnTo>
                  <a:pt x="548004" y="9525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3934947" y="4760086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0"/>
                </a:moveTo>
                <a:lnTo>
                  <a:pt x="609600" y="76200"/>
                </a:lnTo>
                <a:lnTo>
                  <a:pt x="666750" y="47625"/>
                </a:lnTo>
                <a:lnTo>
                  <a:pt x="622300" y="47625"/>
                </a:lnTo>
                <a:lnTo>
                  <a:pt x="622300" y="28575"/>
                </a:lnTo>
                <a:lnTo>
                  <a:pt x="666750" y="28575"/>
                </a:lnTo>
                <a:lnTo>
                  <a:pt x="609600" y="0"/>
                </a:lnTo>
                <a:close/>
              </a:path>
              <a:path w="685800" h="76200">
                <a:moveTo>
                  <a:pt x="6096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09600" y="47625"/>
                </a:lnTo>
                <a:lnTo>
                  <a:pt x="609600" y="28575"/>
                </a:lnTo>
                <a:close/>
              </a:path>
              <a:path w="685800" h="76200">
                <a:moveTo>
                  <a:pt x="666750" y="28575"/>
                </a:moveTo>
                <a:lnTo>
                  <a:pt x="622300" y="28575"/>
                </a:lnTo>
                <a:lnTo>
                  <a:pt x="622300" y="47625"/>
                </a:lnTo>
                <a:lnTo>
                  <a:pt x="666750" y="47625"/>
                </a:lnTo>
                <a:lnTo>
                  <a:pt x="685800" y="38100"/>
                </a:lnTo>
                <a:lnTo>
                  <a:pt x="666750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3934947" y="6686804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0"/>
                </a:moveTo>
                <a:lnTo>
                  <a:pt x="609600" y="76200"/>
                </a:lnTo>
                <a:lnTo>
                  <a:pt x="666750" y="47625"/>
                </a:lnTo>
                <a:lnTo>
                  <a:pt x="622300" y="47625"/>
                </a:lnTo>
                <a:lnTo>
                  <a:pt x="622300" y="28575"/>
                </a:lnTo>
                <a:lnTo>
                  <a:pt x="666750" y="28575"/>
                </a:lnTo>
                <a:lnTo>
                  <a:pt x="609600" y="0"/>
                </a:lnTo>
                <a:close/>
              </a:path>
              <a:path w="685800" h="76200">
                <a:moveTo>
                  <a:pt x="6096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09600" y="47625"/>
                </a:lnTo>
                <a:lnTo>
                  <a:pt x="609600" y="28575"/>
                </a:lnTo>
                <a:close/>
              </a:path>
              <a:path w="685800" h="76200">
                <a:moveTo>
                  <a:pt x="666750" y="28575"/>
                </a:moveTo>
                <a:lnTo>
                  <a:pt x="622300" y="28575"/>
                </a:lnTo>
                <a:lnTo>
                  <a:pt x="622300" y="47625"/>
                </a:lnTo>
                <a:lnTo>
                  <a:pt x="666750" y="47625"/>
                </a:lnTo>
                <a:lnTo>
                  <a:pt x="685800" y="38100"/>
                </a:lnTo>
                <a:lnTo>
                  <a:pt x="666750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15520415" y="4564888"/>
            <a:ext cx="1016000" cy="476884"/>
            <a:chOff x="15520415" y="4564888"/>
            <a:chExt cx="1016000" cy="476884"/>
          </a:xfrm>
        </p:grpSpPr>
        <p:sp>
          <p:nvSpPr>
            <p:cNvPr id="58" name="object 58" descr=""/>
            <p:cNvSpPr/>
            <p:nvPr/>
          </p:nvSpPr>
          <p:spPr>
            <a:xfrm>
              <a:off x="15520415" y="4760087"/>
              <a:ext cx="1016000" cy="76200"/>
            </a:xfrm>
            <a:custGeom>
              <a:avLst/>
              <a:gdLst/>
              <a:ahLst/>
              <a:cxnLst/>
              <a:rect l="l" t="t" r="r" b="b"/>
              <a:pathLst>
                <a:path w="1016000" h="76200">
                  <a:moveTo>
                    <a:pt x="939292" y="0"/>
                  </a:moveTo>
                  <a:lnTo>
                    <a:pt x="939292" y="76200"/>
                  </a:lnTo>
                  <a:lnTo>
                    <a:pt x="996442" y="47625"/>
                  </a:lnTo>
                  <a:lnTo>
                    <a:pt x="951992" y="47625"/>
                  </a:lnTo>
                  <a:lnTo>
                    <a:pt x="951992" y="28575"/>
                  </a:lnTo>
                  <a:lnTo>
                    <a:pt x="996442" y="28575"/>
                  </a:lnTo>
                  <a:lnTo>
                    <a:pt x="939292" y="0"/>
                  </a:lnTo>
                  <a:close/>
                </a:path>
                <a:path w="1016000" h="76200">
                  <a:moveTo>
                    <a:pt x="939292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939292" y="47625"/>
                  </a:lnTo>
                  <a:lnTo>
                    <a:pt x="939292" y="28575"/>
                  </a:lnTo>
                  <a:close/>
                </a:path>
                <a:path w="1016000" h="76200">
                  <a:moveTo>
                    <a:pt x="996442" y="28575"/>
                  </a:moveTo>
                  <a:lnTo>
                    <a:pt x="951992" y="28575"/>
                  </a:lnTo>
                  <a:lnTo>
                    <a:pt x="951992" y="47625"/>
                  </a:lnTo>
                  <a:lnTo>
                    <a:pt x="996442" y="47625"/>
                  </a:lnTo>
                  <a:lnTo>
                    <a:pt x="1015492" y="38100"/>
                  </a:lnTo>
                  <a:lnTo>
                    <a:pt x="996442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5755492" y="4564888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125" y="0"/>
                  </a:moveTo>
                  <a:lnTo>
                    <a:pt x="190153" y="4835"/>
                  </a:lnTo>
                  <a:lnTo>
                    <a:pt x="145464" y="18704"/>
                  </a:lnTo>
                  <a:lnTo>
                    <a:pt x="105016" y="40652"/>
                  </a:lnTo>
                  <a:lnTo>
                    <a:pt x="69770" y="69723"/>
                  </a:lnTo>
                  <a:lnTo>
                    <a:pt x="40685" y="104961"/>
                  </a:lnTo>
                  <a:lnTo>
                    <a:pt x="18722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2" y="330858"/>
                  </a:lnTo>
                  <a:lnTo>
                    <a:pt x="40685" y="371329"/>
                  </a:lnTo>
                  <a:lnTo>
                    <a:pt x="69770" y="406590"/>
                  </a:lnTo>
                  <a:lnTo>
                    <a:pt x="105016" y="435684"/>
                  </a:lnTo>
                  <a:lnTo>
                    <a:pt x="145464" y="457652"/>
                  </a:lnTo>
                  <a:lnTo>
                    <a:pt x="190153" y="471536"/>
                  </a:lnTo>
                  <a:lnTo>
                    <a:pt x="238125" y="476376"/>
                  </a:lnTo>
                  <a:lnTo>
                    <a:pt x="286137" y="471536"/>
                  </a:lnTo>
                  <a:lnTo>
                    <a:pt x="330858" y="457652"/>
                  </a:lnTo>
                  <a:lnTo>
                    <a:pt x="371329" y="435684"/>
                  </a:lnTo>
                  <a:lnTo>
                    <a:pt x="406590" y="406590"/>
                  </a:lnTo>
                  <a:lnTo>
                    <a:pt x="435684" y="371329"/>
                  </a:lnTo>
                  <a:lnTo>
                    <a:pt x="457652" y="330858"/>
                  </a:lnTo>
                  <a:lnTo>
                    <a:pt x="471536" y="286137"/>
                  </a:lnTo>
                  <a:lnTo>
                    <a:pt x="476376" y="238125"/>
                  </a:lnTo>
                  <a:lnTo>
                    <a:pt x="471536" y="190117"/>
                  </a:lnTo>
                  <a:lnTo>
                    <a:pt x="457652" y="145411"/>
                  </a:lnTo>
                  <a:lnTo>
                    <a:pt x="435684" y="104961"/>
                  </a:lnTo>
                  <a:lnTo>
                    <a:pt x="406590" y="69723"/>
                  </a:lnTo>
                  <a:lnTo>
                    <a:pt x="371329" y="40652"/>
                  </a:lnTo>
                  <a:lnTo>
                    <a:pt x="330858" y="18704"/>
                  </a:lnTo>
                  <a:lnTo>
                    <a:pt x="286137" y="4835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5846298" y="4655565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30" h="295275">
                  <a:moveTo>
                    <a:pt x="315722" y="137414"/>
                  </a:moveTo>
                  <a:lnTo>
                    <a:pt x="293306" y="137414"/>
                  </a:lnTo>
                  <a:lnTo>
                    <a:pt x="287337" y="100634"/>
                  </a:lnTo>
                  <a:lnTo>
                    <a:pt x="271551" y="70256"/>
                  </a:lnTo>
                  <a:lnTo>
                    <a:pt x="271551" y="137414"/>
                  </a:lnTo>
                  <a:lnTo>
                    <a:pt x="161290" y="137414"/>
                  </a:lnTo>
                  <a:lnTo>
                    <a:pt x="161290" y="76454"/>
                  </a:lnTo>
                  <a:lnTo>
                    <a:pt x="133096" y="76454"/>
                  </a:lnTo>
                  <a:lnTo>
                    <a:pt x="133096" y="137414"/>
                  </a:lnTo>
                  <a:lnTo>
                    <a:pt x="133096" y="165354"/>
                  </a:lnTo>
                  <a:lnTo>
                    <a:pt x="269862" y="165354"/>
                  </a:lnTo>
                  <a:lnTo>
                    <a:pt x="263588" y="196303"/>
                  </a:lnTo>
                  <a:lnTo>
                    <a:pt x="236474" y="236474"/>
                  </a:lnTo>
                  <a:lnTo>
                    <a:pt x="196291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15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291" y="30861"/>
                  </a:lnTo>
                  <a:lnTo>
                    <a:pt x="236474" y="58115"/>
                  </a:lnTo>
                  <a:lnTo>
                    <a:pt x="263588" y="98310"/>
                  </a:lnTo>
                  <a:lnTo>
                    <a:pt x="271551" y="137414"/>
                  </a:lnTo>
                  <a:lnTo>
                    <a:pt x="271551" y="70256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947" y="165354"/>
                  </a:lnTo>
                  <a:lnTo>
                    <a:pt x="315722" y="165354"/>
                  </a:lnTo>
                  <a:lnTo>
                    <a:pt x="315722" y="137414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5846297" y="4655566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298" y="263600"/>
                  </a:lnTo>
                  <a:lnTo>
                    <a:pt x="236474" y="236474"/>
                  </a:lnTo>
                  <a:lnTo>
                    <a:pt x="263600" y="196298"/>
                  </a:lnTo>
                  <a:lnTo>
                    <a:pt x="273557" y="147193"/>
                  </a:lnTo>
                  <a:lnTo>
                    <a:pt x="263600" y="98301"/>
                  </a:lnTo>
                  <a:lnTo>
                    <a:pt x="236473" y="58102"/>
                  </a:lnTo>
                  <a:lnTo>
                    <a:pt x="196298" y="30857"/>
                  </a:lnTo>
                  <a:lnTo>
                    <a:pt x="147192" y="20828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8" y="147193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4" y="147193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2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3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15520415" y="6485509"/>
            <a:ext cx="1016000" cy="476884"/>
            <a:chOff x="15520415" y="6485509"/>
            <a:chExt cx="1016000" cy="476884"/>
          </a:xfrm>
        </p:grpSpPr>
        <p:sp>
          <p:nvSpPr>
            <p:cNvPr id="63" name="object 63" descr=""/>
            <p:cNvSpPr/>
            <p:nvPr/>
          </p:nvSpPr>
          <p:spPr>
            <a:xfrm>
              <a:off x="15520415" y="6686804"/>
              <a:ext cx="1016000" cy="76200"/>
            </a:xfrm>
            <a:custGeom>
              <a:avLst/>
              <a:gdLst/>
              <a:ahLst/>
              <a:cxnLst/>
              <a:rect l="l" t="t" r="r" b="b"/>
              <a:pathLst>
                <a:path w="1016000" h="76200">
                  <a:moveTo>
                    <a:pt x="939292" y="0"/>
                  </a:moveTo>
                  <a:lnTo>
                    <a:pt x="939292" y="76200"/>
                  </a:lnTo>
                  <a:lnTo>
                    <a:pt x="996442" y="47625"/>
                  </a:lnTo>
                  <a:lnTo>
                    <a:pt x="951992" y="47625"/>
                  </a:lnTo>
                  <a:lnTo>
                    <a:pt x="951992" y="28575"/>
                  </a:lnTo>
                  <a:lnTo>
                    <a:pt x="996442" y="28575"/>
                  </a:lnTo>
                  <a:lnTo>
                    <a:pt x="939292" y="0"/>
                  </a:lnTo>
                  <a:close/>
                </a:path>
                <a:path w="1016000" h="76200">
                  <a:moveTo>
                    <a:pt x="939292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939292" y="47625"/>
                  </a:lnTo>
                  <a:lnTo>
                    <a:pt x="939292" y="28575"/>
                  </a:lnTo>
                  <a:close/>
                </a:path>
                <a:path w="1016000" h="76200">
                  <a:moveTo>
                    <a:pt x="996442" y="28575"/>
                  </a:moveTo>
                  <a:lnTo>
                    <a:pt x="951992" y="28575"/>
                  </a:lnTo>
                  <a:lnTo>
                    <a:pt x="951992" y="47625"/>
                  </a:lnTo>
                  <a:lnTo>
                    <a:pt x="996442" y="47625"/>
                  </a:lnTo>
                  <a:lnTo>
                    <a:pt x="1015492" y="38100"/>
                  </a:lnTo>
                  <a:lnTo>
                    <a:pt x="996442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5755492" y="6485509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4">
                  <a:moveTo>
                    <a:pt x="238125" y="0"/>
                  </a:moveTo>
                  <a:lnTo>
                    <a:pt x="190153" y="4835"/>
                  </a:lnTo>
                  <a:lnTo>
                    <a:pt x="145464" y="18704"/>
                  </a:lnTo>
                  <a:lnTo>
                    <a:pt x="105016" y="40652"/>
                  </a:lnTo>
                  <a:lnTo>
                    <a:pt x="69770" y="69723"/>
                  </a:lnTo>
                  <a:lnTo>
                    <a:pt x="40685" y="104961"/>
                  </a:lnTo>
                  <a:lnTo>
                    <a:pt x="18722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2" y="330858"/>
                  </a:lnTo>
                  <a:lnTo>
                    <a:pt x="40685" y="371329"/>
                  </a:lnTo>
                  <a:lnTo>
                    <a:pt x="69770" y="406590"/>
                  </a:lnTo>
                  <a:lnTo>
                    <a:pt x="105016" y="435684"/>
                  </a:lnTo>
                  <a:lnTo>
                    <a:pt x="145464" y="457652"/>
                  </a:lnTo>
                  <a:lnTo>
                    <a:pt x="190153" y="471536"/>
                  </a:lnTo>
                  <a:lnTo>
                    <a:pt x="238125" y="476376"/>
                  </a:lnTo>
                  <a:lnTo>
                    <a:pt x="286137" y="471536"/>
                  </a:lnTo>
                  <a:lnTo>
                    <a:pt x="330858" y="457652"/>
                  </a:lnTo>
                  <a:lnTo>
                    <a:pt x="371329" y="435684"/>
                  </a:lnTo>
                  <a:lnTo>
                    <a:pt x="406590" y="406590"/>
                  </a:lnTo>
                  <a:lnTo>
                    <a:pt x="435684" y="371329"/>
                  </a:lnTo>
                  <a:lnTo>
                    <a:pt x="457652" y="330858"/>
                  </a:lnTo>
                  <a:lnTo>
                    <a:pt x="471536" y="286137"/>
                  </a:lnTo>
                  <a:lnTo>
                    <a:pt x="476376" y="238125"/>
                  </a:lnTo>
                  <a:lnTo>
                    <a:pt x="471536" y="190117"/>
                  </a:lnTo>
                  <a:lnTo>
                    <a:pt x="457652" y="145411"/>
                  </a:lnTo>
                  <a:lnTo>
                    <a:pt x="435684" y="104961"/>
                  </a:lnTo>
                  <a:lnTo>
                    <a:pt x="406590" y="69723"/>
                  </a:lnTo>
                  <a:lnTo>
                    <a:pt x="371329" y="40652"/>
                  </a:lnTo>
                  <a:lnTo>
                    <a:pt x="330858" y="18704"/>
                  </a:lnTo>
                  <a:lnTo>
                    <a:pt x="286137" y="4835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5846298" y="6576186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30" h="295275">
                  <a:moveTo>
                    <a:pt x="315722" y="138303"/>
                  </a:moveTo>
                  <a:lnTo>
                    <a:pt x="293446" y="138303"/>
                  </a:lnTo>
                  <a:lnTo>
                    <a:pt x="287337" y="100634"/>
                  </a:lnTo>
                  <a:lnTo>
                    <a:pt x="271741" y="70624"/>
                  </a:lnTo>
                  <a:lnTo>
                    <a:pt x="271741" y="138303"/>
                  </a:lnTo>
                  <a:lnTo>
                    <a:pt x="161290" y="138303"/>
                  </a:lnTo>
                  <a:lnTo>
                    <a:pt x="161290" y="77343"/>
                  </a:lnTo>
                  <a:lnTo>
                    <a:pt x="133096" y="77343"/>
                  </a:lnTo>
                  <a:lnTo>
                    <a:pt x="133096" y="138303"/>
                  </a:lnTo>
                  <a:lnTo>
                    <a:pt x="133096" y="166243"/>
                  </a:lnTo>
                  <a:lnTo>
                    <a:pt x="269684" y="166243"/>
                  </a:lnTo>
                  <a:lnTo>
                    <a:pt x="263588" y="196303"/>
                  </a:lnTo>
                  <a:lnTo>
                    <a:pt x="236474" y="236474"/>
                  </a:lnTo>
                  <a:lnTo>
                    <a:pt x="196291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291" y="30861"/>
                  </a:lnTo>
                  <a:lnTo>
                    <a:pt x="236474" y="58102"/>
                  </a:lnTo>
                  <a:lnTo>
                    <a:pt x="263588" y="98310"/>
                  </a:lnTo>
                  <a:lnTo>
                    <a:pt x="271741" y="138303"/>
                  </a:lnTo>
                  <a:lnTo>
                    <a:pt x="271741" y="70624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795" y="166243"/>
                  </a:lnTo>
                  <a:lnTo>
                    <a:pt x="315722" y="166243"/>
                  </a:lnTo>
                  <a:lnTo>
                    <a:pt x="315722" y="138303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5846297" y="65761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298" y="263600"/>
                  </a:lnTo>
                  <a:lnTo>
                    <a:pt x="236474" y="236474"/>
                  </a:lnTo>
                  <a:lnTo>
                    <a:pt x="263600" y="196298"/>
                  </a:lnTo>
                  <a:lnTo>
                    <a:pt x="273557" y="147193"/>
                  </a:lnTo>
                  <a:lnTo>
                    <a:pt x="263600" y="98301"/>
                  </a:lnTo>
                  <a:lnTo>
                    <a:pt x="236473" y="58102"/>
                  </a:lnTo>
                  <a:lnTo>
                    <a:pt x="196298" y="30857"/>
                  </a:lnTo>
                  <a:lnTo>
                    <a:pt x="147192" y="20828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8" y="147193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4" y="147193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3"/>
                  </a:lnTo>
                  <a:lnTo>
                    <a:pt x="147192" y="0"/>
                  </a:lnTo>
                  <a:lnTo>
                    <a:pt x="100624" y="7493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3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14394941" y="5461761"/>
            <a:ext cx="14198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6240">
              <a:lnSpc>
                <a:spcPct val="100000"/>
              </a:lnSpc>
              <a:spcBef>
                <a:spcPts val="100"/>
              </a:spcBef>
            </a:pPr>
            <a:r>
              <a:rPr dirty="0" sz="1800" spc="245" b="1" i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245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50" b="1" i="1">
                <a:solidFill>
                  <a:srgbClr val="173360"/>
                </a:solidFill>
                <a:latin typeface="Calibri"/>
                <a:cs typeface="Calibri"/>
              </a:rPr>
              <a:t>Warehouse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14705203" y="4413377"/>
            <a:ext cx="763905" cy="763905"/>
            <a:chOff x="14705203" y="4413377"/>
            <a:chExt cx="763905" cy="763905"/>
          </a:xfrm>
        </p:grpSpPr>
        <p:sp>
          <p:nvSpPr>
            <p:cNvPr id="69" name="object 69" descr=""/>
            <p:cNvSpPr/>
            <p:nvPr/>
          </p:nvSpPr>
          <p:spPr>
            <a:xfrm>
              <a:off x="14705203" y="4413377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6" y="0"/>
                  </a:moveTo>
                  <a:lnTo>
                    <a:pt x="58673" y="0"/>
                  </a:lnTo>
                  <a:lnTo>
                    <a:pt x="35629" y="4544"/>
                  </a:lnTo>
                  <a:lnTo>
                    <a:pt x="17002" y="17018"/>
                  </a:lnTo>
                  <a:lnTo>
                    <a:pt x="4542" y="35683"/>
                  </a:lnTo>
                  <a:lnTo>
                    <a:pt x="0" y="58800"/>
                  </a:lnTo>
                  <a:lnTo>
                    <a:pt x="0" y="704850"/>
                  </a:lnTo>
                  <a:lnTo>
                    <a:pt x="4542" y="727432"/>
                  </a:lnTo>
                  <a:lnTo>
                    <a:pt x="17002" y="746156"/>
                  </a:lnTo>
                  <a:lnTo>
                    <a:pt x="35629" y="758928"/>
                  </a:lnTo>
                  <a:lnTo>
                    <a:pt x="58673" y="763651"/>
                  </a:lnTo>
                  <a:lnTo>
                    <a:pt x="499236" y="763651"/>
                  </a:lnTo>
                  <a:lnTo>
                    <a:pt x="521745" y="758928"/>
                  </a:lnTo>
                  <a:lnTo>
                    <a:pt x="540432" y="746156"/>
                  </a:lnTo>
                  <a:lnTo>
                    <a:pt x="553190" y="727432"/>
                  </a:lnTo>
                  <a:lnTo>
                    <a:pt x="557910" y="704850"/>
                  </a:lnTo>
                  <a:lnTo>
                    <a:pt x="58673" y="704850"/>
                  </a:lnTo>
                  <a:lnTo>
                    <a:pt x="58673" y="58800"/>
                  </a:lnTo>
                  <a:lnTo>
                    <a:pt x="557910" y="58800"/>
                  </a:lnTo>
                  <a:lnTo>
                    <a:pt x="553190" y="35683"/>
                  </a:lnTo>
                  <a:lnTo>
                    <a:pt x="540432" y="17018"/>
                  </a:lnTo>
                  <a:lnTo>
                    <a:pt x="521745" y="4544"/>
                  </a:lnTo>
                  <a:lnTo>
                    <a:pt x="499236" y="0"/>
                  </a:lnTo>
                  <a:close/>
                </a:path>
                <a:path w="558165" h="763904">
                  <a:moveTo>
                    <a:pt x="557910" y="58800"/>
                  </a:moveTo>
                  <a:lnTo>
                    <a:pt x="499236" y="58800"/>
                  </a:lnTo>
                  <a:lnTo>
                    <a:pt x="499236" y="704850"/>
                  </a:lnTo>
                  <a:lnTo>
                    <a:pt x="557910" y="704850"/>
                  </a:lnTo>
                  <a:lnTo>
                    <a:pt x="557910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81352" y="4926711"/>
              <a:ext cx="205613" cy="250316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5204440" y="4795266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4" h="382270">
                  <a:moveTo>
                    <a:pt x="205613" y="0"/>
                  </a:moveTo>
                  <a:lnTo>
                    <a:pt x="58673" y="0"/>
                  </a:lnTo>
                  <a:lnTo>
                    <a:pt x="35629" y="4542"/>
                  </a:lnTo>
                  <a:lnTo>
                    <a:pt x="17002" y="17002"/>
                  </a:lnTo>
                  <a:lnTo>
                    <a:pt x="4542" y="35629"/>
                  </a:lnTo>
                  <a:lnTo>
                    <a:pt x="0" y="58674"/>
                  </a:lnTo>
                  <a:lnTo>
                    <a:pt x="0" y="381762"/>
                  </a:lnTo>
                  <a:lnTo>
                    <a:pt x="205613" y="381762"/>
                  </a:lnTo>
                  <a:lnTo>
                    <a:pt x="228121" y="377039"/>
                  </a:lnTo>
                  <a:lnTo>
                    <a:pt x="246808" y="364267"/>
                  </a:lnTo>
                  <a:lnTo>
                    <a:pt x="259566" y="345543"/>
                  </a:lnTo>
                  <a:lnTo>
                    <a:pt x="264286" y="322961"/>
                  </a:lnTo>
                  <a:lnTo>
                    <a:pt x="58673" y="322961"/>
                  </a:lnTo>
                  <a:lnTo>
                    <a:pt x="58673" y="58674"/>
                  </a:lnTo>
                  <a:lnTo>
                    <a:pt x="264286" y="58674"/>
                  </a:lnTo>
                  <a:lnTo>
                    <a:pt x="259566" y="35629"/>
                  </a:lnTo>
                  <a:lnTo>
                    <a:pt x="246808" y="17002"/>
                  </a:lnTo>
                  <a:lnTo>
                    <a:pt x="228121" y="4542"/>
                  </a:lnTo>
                  <a:lnTo>
                    <a:pt x="205613" y="0"/>
                  </a:lnTo>
                  <a:close/>
                </a:path>
                <a:path w="264794" h="382270">
                  <a:moveTo>
                    <a:pt x="264286" y="58674"/>
                  </a:moveTo>
                  <a:lnTo>
                    <a:pt x="205613" y="58674"/>
                  </a:lnTo>
                  <a:lnTo>
                    <a:pt x="205613" y="322961"/>
                  </a:lnTo>
                  <a:lnTo>
                    <a:pt x="264286" y="322961"/>
                  </a:lnTo>
                  <a:lnTo>
                    <a:pt x="264286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95449" y="4588433"/>
              <a:ext cx="176225" cy="176225"/>
            </a:xfrm>
            <a:prstGeom prst="rect">
              <a:avLst/>
            </a:prstGeom>
          </p:spPr>
        </p:pic>
      </p:grpSp>
      <p:grpSp>
        <p:nvGrpSpPr>
          <p:cNvPr id="73" name="object 73" descr=""/>
          <p:cNvGrpSpPr/>
          <p:nvPr/>
        </p:nvGrpSpPr>
        <p:grpSpPr>
          <a:xfrm>
            <a:off x="14705203" y="6349619"/>
            <a:ext cx="763905" cy="763905"/>
            <a:chOff x="14705203" y="6349619"/>
            <a:chExt cx="763905" cy="763905"/>
          </a:xfrm>
        </p:grpSpPr>
        <p:sp>
          <p:nvSpPr>
            <p:cNvPr id="74" name="object 74" descr=""/>
            <p:cNvSpPr/>
            <p:nvPr/>
          </p:nvSpPr>
          <p:spPr>
            <a:xfrm>
              <a:off x="14705203" y="6349619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6" y="0"/>
                  </a:moveTo>
                  <a:lnTo>
                    <a:pt x="58673" y="0"/>
                  </a:lnTo>
                  <a:lnTo>
                    <a:pt x="35629" y="4562"/>
                  </a:lnTo>
                  <a:lnTo>
                    <a:pt x="17002" y="17065"/>
                  </a:lnTo>
                  <a:lnTo>
                    <a:pt x="4542" y="35736"/>
                  </a:lnTo>
                  <a:lnTo>
                    <a:pt x="0" y="58800"/>
                  </a:lnTo>
                  <a:lnTo>
                    <a:pt x="0" y="704976"/>
                  </a:lnTo>
                  <a:lnTo>
                    <a:pt x="4542" y="727539"/>
                  </a:lnTo>
                  <a:lnTo>
                    <a:pt x="17002" y="746220"/>
                  </a:lnTo>
                  <a:lnTo>
                    <a:pt x="35629" y="758948"/>
                  </a:lnTo>
                  <a:lnTo>
                    <a:pt x="58673" y="763650"/>
                  </a:lnTo>
                  <a:lnTo>
                    <a:pt x="499236" y="763650"/>
                  </a:lnTo>
                  <a:lnTo>
                    <a:pt x="521745" y="758948"/>
                  </a:lnTo>
                  <a:lnTo>
                    <a:pt x="540432" y="746220"/>
                  </a:lnTo>
                  <a:lnTo>
                    <a:pt x="553190" y="727539"/>
                  </a:lnTo>
                  <a:lnTo>
                    <a:pt x="557910" y="704976"/>
                  </a:lnTo>
                  <a:lnTo>
                    <a:pt x="58673" y="704976"/>
                  </a:lnTo>
                  <a:lnTo>
                    <a:pt x="58673" y="58800"/>
                  </a:lnTo>
                  <a:lnTo>
                    <a:pt x="557910" y="58800"/>
                  </a:lnTo>
                  <a:lnTo>
                    <a:pt x="553190" y="35736"/>
                  </a:lnTo>
                  <a:lnTo>
                    <a:pt x="540432" y="17065"/>
                  </a:lnTo>
                  <a:lnTo>
                    <a:pt x="521745" y="4562"/>
                  </a:lnTo>
                  <a:lnTo>
                    <a:pt x="499236" y="0"/>
                  </a:lnTo>
                  <a:close/>
                </a:path>
                <a:path w="558165" h="763904">
                  <a:moveTo>
                    <a:pt x="557910" y="58800"/>
                  </a:moveTo>
                  <a:lnTo>
                    <a:pt x="499236" y="58800"/>
                  </a:lnTo>
                  <a:lnTo>
                    <a:pt x="499236" y="704976"/>
                  </a:lnTo>
                  <a:lnTo>
                    <a:pt x="557910" y="704976"/>
                  </a:lnTo>
                  <a:lnTo>
                    <a:pt x="557910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81352" y="6863080"/>
              <a:ext cx="205613" cy="250190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5204440" y="6731508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4" h="382270">
                  <a:moveTo>
                    <a:pt x="205613" y="0"/>
                  </a:moveTo>
                  <a:lnTo>
                    <a:pt x="58673" y="0"/>
                  </a:lnTo>
                  <a:lnTo>
                    <a:pt x="35629" y="4560"/>
                  </a:lnTo>
                  <a:lnTo>
                    <a:pt x="17002" y="17049"/>
                  </a:lnTo>
                  <a:lnTo>
                    <a:pt x="4542" y="35683"/>
                  </a:lnTo>
                  <a:lnTo>
                    <a:pt x="0" y="58674"/>
                  </a:lnTo>
                  <a:lnTo>
                    <a:pt x="0" y="381762"/>
                  </a:lnTo>
                  <a:lnTo>
                    <a:pt x="205613" y="381762"/>
                  </a:lnTo>
                  <a:lnTo>
                    <a:pt x="228121" y="377059"/>
                  </a:lnTo>
                  <a:lnTo>
                    <a:pt x="246808" y="364331"/>
                  </a:lnTo>
                  <a:lnTo>
                    <a:pt x="259566" y="345650"/>
                  </a:lnTo>
                  <a:lnTo>
                    <a:pt x="264286" y="323088"/>
                  </a:lnTo>
                  <a:lnTo>
                    <a:pt x="58673" y="323088"/>
                  </a:lnTo>
                  <a:lnTo>
                    <a:pt x="58673" y="58674"/>
                  </a:lnTo>
                  <a:lnTo>
                    <a:pt x="264286" y="58674"/>
                  </a:lnTo>
                  <a:lnTo>
                    <a:pt x="259566" y="35683"/>
                  </a:lnTo>
                  <a:lnTo>
                    <a:pt x="246808" y="17049"/>
                  </a:lnTo>
                  <a:lnTo>
                    <a:pt x="228121" y="4560"/>
                  </a:lnTo>
                  <a:lnTo>
                    <a:pt x="205613" y="0"/>
                  </a:lnTo>
                  <a:close/>
                </a:path>
                <a:path w="264794" h="382270">
                  <a:moveTo>
                    <a:pt x="264286" y="58674"/>
                  </a:moveTo>
                  <a:lnTo>
                    <a:pt x="205613" y="58674"/>
                  </a:lnTo>
                  <a:lnTo>
                    <a:pt x="205613" y="323088"/>
                  </a:lnTo>
                  <a:lnTo>
                    <a:pt x="264286" y="323088"/>
                  </a:lnTo>
                  <a:lnTo>
                    <a:pt x="264286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95449" y="6524675"/>
              <a:ext cx="176225" cy="176225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16637127" y="4417695"/>
            <a:ext cx="763905" cy="755015"/>
            <a:chOff x="16637127" y="4417695"/>
            <a:chExt cx="763905" cy="755015"/>
          </a:xfrm>
        </p:grpSpPr>
        <p:sp>
          <p:nvSpPr>
            <p:cNvPr id="79" name="object 79" descr=""/>
            <p:cNvSpPr/>
            <p:nvPr/>
          </p:nvSpPr>
          <p:spPr>
            <a:xfrm>
              <a:off x="16637127" y="4417694"/>
              <a:ext cx="763905" cy="755015"/>
            </a:xfrm>
            <a:custGeom>
              <a:avLst/>
              <a:gdLst/>
              <a:ahLst/>
              <a:cxnLst/>
              <a:rect l="l" t="t" r="r" b="b"/>
              <a:pathLst>
                <a:path w="763905" h="755014">
                  <a:moveTo>
                    <a:pt x="201549" y="423926"/>
                  </a:moveTo>
                  <a:lnTo>
                    <a:pt x="199466" y="413334"/>
                  </a:lnTo>
                  <a:lnTo>
                    <a:pt x="193802" y="404368"/>
                  </a:lnTo>
                  <a:lnTo>
                    <a:pt x="185356" y="398183"/>
                  </a:lnTo>
                  <a:lnTo>
                    <a:pt x="175006" y="395859"/>
                  </a:lnTo>
                  <a:lnTo>
                    <a:pt x="164414" y="398183"/>
                  </a:lnTo>
                  <a:lnTo>
                    <a:pt x="155498" y="404368"/>
                  </a:lnTo>
                  <a:lnTo>
                    <a:pt x="149352" y="413334"/>
                  </a:lnTo>
                  <a:lnTo>
                    <a:pt x="147066" y="423926"/>
                  </a:lnTo>
                  <a:lnTo>
                    <a:pt x="147066" y="571119"/>
                  </a:lnTo>
                  <a:lnTo>
                    <a:pt x="149352" y="581583"/>
                  </a:lnTo>
                  <a:lnTo>
                    <a:pt x="155511" y="590461"/>
                  </a:lnTo>
                  <a:lnTo>
                    <a:pt x="164414" y="596633"/>
                  </a:lnTo>
                  <a:lnTo>
                    <a:pt x="175006" y="598932"/>
                  </a:lnTo>
                  <a:lnTo>
                    <a:pt x="185356" y="596633"/>
                  </a:lnTo>
                  <a:lnTo>
                    <a:pt x="193802" y="590461"/>
                  </a:lnTo>
                  <a:lnTo>
                    <a:pt x="199466" y="581583"/>
                  </a:lnTo>
                  <a:lnTo>
                    <a:pt x="201549" y="571119"/>
                  </a:lnTo>
                  <a:lnTo>
                    <a:pt x="201549" y="423926"/>
                  </a:lnTo>
                  <a:close/>
                </a:path>
                <a:path w="763905" h="755014">
                  <a:moveTo>
                    <a:pt x="348615" y="276733"/>
                  </a:moveTo>
                  <a:lnTo>
                    <a:pt x="346557" y="266153"/>
                  </a:lnTo>
                  <a:lnTo>
                    <a:pt x="340931" y="257238"/>
                  </a:lnTo>
                  <a:lnTo>
                    <a:pt x="332536" y="251091"/>
                  </a:lnTo>
                  <a:lnTo>
                    <a:pt x="322199" y="248793"/>
                  </a:lnTo>
                  <a:lnTo>
                    <a:pt x="311594" y="251091"/>
                  </a:lnTo>
                  <a:lnTo>
                    <a:pt x="302641" y="257238"/>
                  </a:lnTo>
                  <a:lnTo>
                    <a:pt x="296443" y="266153"/>
                  </a:lnTo>
                  <a:lnTo>
                    <a:pt x="294132" y="276733"/>
                  </a:lnTo>
                  <a:lnTo>
                    <a:pt x="294132" y="515112"/>
                  </a:lnTo>
                  <a:lnTo>
                    <a:pt x="296443" y="525640"/>
                  </a:lnTo>
                  <a:lnTo>
                    <a:pt x="302641" y="534568"/>
                  </a:lnTo>
                  <a:lnTo>
                    <a:pt x="311594" y="540740"/>
                  </a:lnTo>
                  <a:lnTo>
                    <a:pt x="322199" y="543052"/>
                  </a:lnTo>
                  <a:lnTo>
                    <a:pt x="332536" y="540740"/>
                  </a:lnTo>
                  <a:lnTo>
                    <a:pt x="340931" y="534568"/>
                  </a:lnTo>
                  <a:lnTo>
                    <a:pt x="346557" y="525640"/>
                  </a:lnTo>
                  <a:lnTo>
                    <a:pt x="348615" y="515112"/>
                  </a:lnTo>
                  <a:lnTo>
                    <a:pt x="348615" y="276733"/>
                  </a:lnTo>
                  <a:close/>
                </a:path>
                <a:path w="763905" h="755014">
                  <a:moveTo>
                    <a:pt x="495808" y="166370"/>
                  </a:moveTo>
                  <a:lnTo>
                    <a:pt x="493725" y="155790"/>
                  </a:lnTo>
                  <a:lnTo>
                    <a:pt x="488073" y="146875"/>
                  </a:lnTo>
                  <a:lnTo>
                    <a:pt x="479679" y="140728"/>
                  </a:lnTo>
                  <a:lnTo>
                    <a:pt x="469392" y="138430"/>
                  </a:lnTo>
                  <a:lnTo>
                    <a:pt x="458787" y="140728"/>
                  </a:lnTo>
                  <a:lnTo>
                    <a:pt x="449834" y="146875"/>
                  </a:lnTo>
                  <a:lnTo>
                    <a:pt x="443636" y="155790"/>
                  </a:lnTo>
                  <a:lnTo>
                    <a:pt x="441325" y="166370"/>
                  </a:lnTo>
                  <a:lnTo>
                    <a:pt x="441325" y="571119"/>
                  </a:lnTo>
                  <a:lnTo>
                    <a:pt x="443636" y="581583"/>
                  </a:lnTo>
                  <a:lnTo>
                    <a:pt x="449834" y="590461"/>
                  </a:lnTo>
                  <a:lnTo>
                    <a:pt x="458787" y="596633"/>
                  </a:lnTo>
                  <a:lnTo>
                    <a:pt x="469392" y="598932"/>
                  </a:lnTo>
                  <a:lnTo>
                    <a:pt x="479679" y="596633"/>
                  </a:lnTo>
                  <a:lnTo>
                    <a:pt x="488073" y="590461"/>
                  </a:lnTo>
                  <a:lnTo>
                    <a:pt x="493725" y="581583"/>
                  </a:lnTo>
                  <a:lnTo>
                    <a:pt x="495808" y="571119"/>
                  </a:lnTo>
                  <a:lnTo>
                    <a:pt x="495808" y="166370"/>
                  </a:lnTo>
                  <a:close/>
                </a:path>
                <a:path w="763905" h="755014">
                  <a:moveTo>
                    <a:pt x="763651" y="726948"/>
                  </a:moveTo>
                  <a:lnTo>
                    <a:pt x="761326" y="716356"/>
                  </a:lnTo>
                  <a:lnTo>
                    <a:pt x="755142" y="707390"/>
                  </a:lnTo>
                  <a:lnTo>
                    <a:pt x="746175" y="701205"/>
                  </a:lnTo>
                  <a:lnTo>
                    <a:pt x="735584" y="698881"/>
                  </a:lnTo>
                  <a:lnTo>
                    <a:pt x="58801" y="698881"/>
                  </a:lnTo>
                  <a:lnTo>
                    <a:pt x="54483" y="696087"/>
                  </a:lnTo>
                  <a:lnTo>
                    <a:pt x="54483" y="28067"/>
                  </a:lnTo>
                  <a:lnTo>
                    <a:pt x="27940" y="0"/>
                  </a:lnTo>
                  <a:lnTo>
                    <a:pt x="17348" y="2324"/>
                  </a:lnTo>
                  <a:lnTo>
                    <a:pt x="8445" y="8509"/>
                  </a:lnTo>
                  <a:lnTo>
                    <a:pt x="2286" y="17475"/>
                  </a:lnTo>
                  <a:lnTo>
                    <a:pt x="0" y="28067"/>
                  </a:lnTo>
                  <a:lnTo>
                    <a:pt x="0" y="690245"/>
                  </a:lnTo>
                  <a:lnTo>
                    <a:pt x="5130" y="715251"/>
                  </a:lnTo>
                  <a:lnTo>
                    <a:pt x="19088" y="735812"/>
                  </a:lnTo>
                  <a:lnTo>
                    <a:pt x="39700" y="749757"/>
                  </a:lnTo>
                  <a:lnTo>
                    <a:pt x="64770" y="754888"/>
                  </a:lnTo>
                  <a:lnTo>
                    <a:pt x="735584" y="754888"/>
                  </a:lnTo>
                  <a:lnTo>
                    <a:pt x="746175" y="752602"/>
                  </a:lnTo>
                  <a:lnTo>
                    <a:pt x="755142" y="746442"/>
                  </a:lnTo>
                  <a:lnTo>
                    <a:pt x="761326" y="737539"/>
                  </a:lnTo>
                  <a:lnTo>
                    <a:pt x="763651" y="72694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25645" y="4436910"/>
              <a:ext cx="73527" cy="514946"/>
            </a:xfrm>
            <a:prstGeom prst="rect">
              <a:avLst/>
            </a:prstGeom>
          </p:spPr>
        </p:pic>
      </p:grpSp>
      <p:grpSp>
        <p:nvGrpSpPr>
          <p:cNvPr id="81" name="object 81" descr=""/>
          <p:cNvGrpSpPr/>
          <p:nvPr/>
        </p:nvGrpSpPr>
        <p:grpSpPr>
          <a:xfrm>
            <a:off x="16637127" y="6341490"/>
            <a:ext cx="763905" cy="755015"/>
            <a:chOff x="16637127" y="6341490"/>
            <a:chExt cx="763905" cy="755015"/>
          </a:xfrm>
        </p:grpSpPr>
        <p:sp>
          <p:nvSpPr>
            <p:cNvPr id="82" name="object 82" descr=""/>
            <p:cNvSpPr/>
            <p:nvPr/>
          </p:nvSpPr>
          <p:spPr>
            <a:xfrm>
              <a:off x="16637127" y="6341490"/>
              <a:ext cx="763905" cy="755015"/>
            </a:xfrm>
            <a:custGeom>
              <a:avLst/>
              <a:gdLst/>
              <a:ahLst/>
              <a:cxnLst/>
              <a:rect l="l" t="t" r="r" b="b"/>
              <a:pathLst>
                <a:path w="763905" h="755015">
                  <a:moveTo>
                    <a:pt x="201549" y="423799"/>
                  </a:moveTo>
                  <a:lnTo>
                    <a:pt x="199466" y="413207"/>
                  </a:lnTo>
                  <a:lnTo>
                    <a:pt x="193802" y="404241"/>
                  </a:lnTo>
                  <a:lnTo>
                    <a:pt x="185356" y="398056"/>
                  </a:lnTo>
                  <a:lnTo>
                    <a:pt x="175006" y="395732"/>
                  </a:lnTo>
                  <a:lnTo>
                    <a:pt x="164414" y="398056"/>
                  </a:lnTo>
                  <a:lnTo>
                    <a:pt x="155498" y="404241"/>
                  </a:lnTo>
                  <a:lnTo>
                    <a:pt x="149352" y="413207"/>
                  </a:lnTo>
                  <a:lnTo>
                    <a:pt x="147066" y="423799"/>
                  </a:lnTo>
                  <a:lnTo>
                    <a:pt x="147066" y="570992"/>
                  </a:lnTo>
                  <a:lnTo>
                    <a:pt x="149352" y="581520"/>
                  </a:lnTo>
                  <a:lnTo>
                    <a:pt x="155511" y="590448"/>
                  </a:lnTo>
                  <a:lnTo>
                    <a:pt x="164414" y="596620"/>
                  </a:lnTo>
                  <a:lnTo>
                    <a:pt x="175006" y="598932"/>
                  </a:lnTo>
                  <a:lnTo>
                    <a:pt x="185356" y="596620"/>
                  </a:lnTo>
                  <a:lnTo>
                    <a:pt x="193802" y="590448"/>
                  </a:lnTo>
                  <a:lnTo>
                    <a:pt x="199466" y="581520"/>
                  </a:lnTo>
                  <a:lnTo>
                    <a:pt x="201549" y="570992"/>
                  </a:lnTo>
                  <a:lnTo>
                    <a:pt x="201549" y="423799"/>
                  </a:lnTo>
                  <a:close/>
                </a:path>
                <a:path w="763905" h="755015">
                  <a:moveTo>
                    <a:pt x="348615" y="276606"/>
                  </a:moveTo>
                  <a:lnTo>
                    <a:pt x="346557" y="266026"/>
                  </a:lnTo>
                  <a:lnTo>
                    <a:pt x="340931" y="257124"/>
                  </a:lnTo>
                  <a:lnTo>
                    <a:pt x="332536" y="250964"/>
                  </a:lnTo>
                  <a:lnTo>
                    <a:pt x="322199" y="248666"/>
                  </a:lnTo>
                  <a:lnTo>
                    <a:pt x="311594" y="250964"/>
                  </a:lnTo>
                  <a:lnTo>
                    <a:pt x="302641" y="257124"/>
                  </a:lnTo>
                  <a:lnTo>
                    <a:pt x="296443" y="266026"/>
                  </a:lnTo>
                  <a:lnTo>
                    <a:pt x="294132" y="276606"/>
                  </a:lnTo>
                  <a:lnTo>
                    <a:pt x="294132" y="515112"/>
                  </a:lnTo>
                  <a:lnTo>
                    <a:pt x="296443" y="525627"/>
                  </a:lnTo>
                  <a:lnTo>
                    <a:pt x="302641" y="534504"/>
                  </a:lnTo>
                  <a:lnTo>
                    <a:pt x="311594" y="540639"/>
                  </a:lnTo>
                  <a:lnTo>
                    <a:pt x="322199" y="542925"/>
                  </a:lnTo>
                  <a:lnTo>
                    <a:pt x="332536" y="540639"/>
                  </a:lnTo>
                  <a:lnTo>
                    <a:pt x="340931" y="534504"/>
                  </a:lnTo>
                  <a:lnTo>
                    <a:pt x="346557" y="525627"/>
                  </a:lnTo>
                  <a:lnTo>
                    <a:pt x="348615" y="515112"/>
                  </a:lnTo>
                  <a:lnTo>
                    <a:pt x="348615" y="276606"/>
                  </a:lnTo>
                  <a:close/>
                </a:path>
                <a:path w="763905" h="755015">
                  <a:moveTo>
                    <a:pt x="495808" y="166370"/>
                  </a:moveTo>
                  <a:lnTo>
                    <a:pt x="493725" y="155778"/>
                  </a:lnTo>
                  <a:lnTo>
                    <a:pt x="488073" y="146812"/>
                  </a:lnTo>
                  <a:lnTo>
                    <a:pt x="479679" y="140627"/>
                  </a:lnTo>
                  <a:lnTo>
                    <a:pt x="469392" y="138303"/>
                  </a:lnTo>
                  <a:lnTo>
                    <a:pt x="458787" y="140627"/>
                  </a:lnTo>
                  <a:lnTo>
                    <a:pt x="449834" y="146812"/>
                  </a:lnTo>
                  <a:lnTo>
                    <a:pt x="443636" y="155778"/>
                  </a:lnTo>
                  <a:lnTo>
                    <a:pt x="441325" y="166370"/>
                  </a:lnTo>
                  <a:lnTo>
                    <a:pt x="441325" y="570992"/>
                  </a:lnTo>
                  <a:lnTo>
                    <a:pt x="443636" y="581520"/>
                  </a:lnTo>
                  <a:lnTo>
                    <a:pt x="449834" y="590448"/>
                  </a:lnTo>
                  <a:lnTo>
                    <a:pt x="458787" y="596620"/>
                  </a:lnTo>
                  <a:lnTo>
                    <a:pt x="469392" y="598932"/>
                  </a:lnTo>
                  <a:lnTo>
                    <a:pt x="479679" y="596620"/>
                  </a:lnTo>
                  <a:lnTo>
                    <a:pt x="488073" y="590448"/>
                  </a:lnTo>
                  <a:lnTo>
                    <a:pt x="493725" y="581520"/>
                  </a:lnTo>
                  <a:lnTo>
                    <a:pt x="495808" y="570992"/>
                  </a:lnTo>
                  <a:lnTo>
                    <a:pt x="495808" y="166370"/>
                  </a:lnTo>
                  <a:close/>
                </a:path>
                <a:path w="763905" h="755015">
                  <a:moveTo>
                    <a:pt x="763651" y="726948"/>
                  </a:moveTo>
                  <a:lnTo>
                    <a:pt x="761326" y="716356"/>
                  </a:lnTo>
                  <a:lnTo>
                    <a:pt x="755142" y="707390"/>
                  </a:lnTo>
                  <a:lnTo>
                    <a:pt x="746175" y="701205"/>
                  </a:lnTo>
                  <a:lnTo>
                    <a:pt x="735584" y="698881"/>
                  </a:lnTo>
                  <a:lnTo>
                    <a:pt x="58801" y="698881"/>
                  </a:lnTo>
                  <a:lnTo>
                    <a:pt x="54483" y="695960"/>
                  </a:lnTo>
                  <a:lnTo>
                    <a:pt x="54483" y="28067"/>
                  </a:lnTo>
                  <a:lnTo>
                    <a:pt x="27940" y="0"/>
                  </a:lnTo>
                  <a:lnTo>
                    <a:pt x="17348" y="2324"/>
                  </a:lnTo>
                  <a:lnTo>
                    <a:pt x="8445" y="8509"/>
                  </a:lnTo>
                  <a:lnTo>
                    <a:pt x="2286" y="17475"/>
                  </a:lnTo>
                  <a:lnTo>
                    <a:pt x="0" y="28067"/>
                  </a:lnTo>
                  <a:lnTo>
                    <a:pt x="0" y="690130"/>
                  </a:lnTo>
                  <a:lnTo>
                    <a:pt x="5130" y="715124"/>
                  </a:lnTo>
                  <a:lnTo>
                    <a:pt x="19088" y="735685"/>
                  </a:lnTo>
                  <a:lnTo>
                    <a:pt x="39700" y="749630"/>
                  </a:lnTo>
                  <a:lnTo>
                    <a:pt x="64770" y="754761"/>
                  </a:lnTo>
                  <a:lnTo>
                    <a:pt x="735584" y="754761"/>
                  </a:lnTo>
                  <a:lnTo>
                    <a:pt x="746175" y="752487"/>
                  </a:lnTo>
                  <a:lnTo>
                    <a:pt x="755142" y="746379"/>
                  </a:lnTo>
                  <a:lnTo>
                    <a:pt x="761326" y="737514"/>
                  </a:lnTo>
                  <a:lnTo>
                    <a:pt x="763651" y="72694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25645" y="6360578"/>
              <a:ext cx="73527" cy="514946"/>
            </a:xfrm>
            <a:prstGeom prst="rect">
              <a:avLst/>
            </a:prstGeom>
          </p:spPr>
        </p:pic>
      </p:grpSp>
      <p:sp>
        <p:nvSpPr>
          <p:cNvPr id="84" name="object 84" descr=""/>
          <p:cNvSpPr txBox="1"/>
          <p:nvPr/>
        </p:nvSpPr>
        <p:spPr>
          <a:xfrm>
            <a:off x="16447135" y="5594096"/>
            <a:ext cx="1146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0" b="1" i="1">
                <a:solidFill>
                  <a:srgbClr val="173360"/>
                </a:solid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11283442" y="7560944"/>
            <a:ext cx="1279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0" b="1" i="1">
                <a:solidFill>
                  <a:srgbClr val="173360"/>
                </a:solidFill>
                <a:latin typeface="Calibri"/>
                <a:cs typeface="Calibri"/>
              </a:rPr>
              <a:t>Transform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3823061" y="2304668"/>
            <a:ext cx="211264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복잡해지고</a:t>
            </a:r>
            <a:r>
              <a:rPr dirty="0" sz="1600" spc="-125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반복적으로 수행되는</a:t>
            </a:r>
            <a:r>
              <a:rPr dirty="0" sz="1600" spc="-12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데이터</a:t>
            </a:r>
            <a:r>
              <a:rPr dirty="0" sz="1600" spc="-13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처리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87" name="object 87" descr=""/>
          <p:cNvSpPr/>
          <p:nvPr/>
        </p:nvSpPr>
        <p:spPr>
          <a:xfrm>
            <a:off x="14955519" y="3279394"/>
            <a:ext cx="76200" cy="983615"/>
          </a:xfrm>
          <a:custGeom>
            <a:avLst/>
            <a:gdLst/>
            <a:ahLst/>
            <a:cxnLst/>
            <a:rect l="l" t="t" r="r" b="b"/>
            <a:pathLst>
              <a:path w="76200" h="983614">
                <a:moveTo>
                  <a:pt x="28655" y="907033"/>
                </a:moveTo>
                <a:lnTo>
                  <a:pt x="0" y="907033"/>
                </a:lnTo>
                <a:lnTo>
                  <a:pt x="38353" y="983106"/>
                </a:lnTo>
                <a:lnTo>
                  <a:pt x="69839" y="919606"/>
                </a:lnTo>
                <a:lnTo>
                  <a:pt x="28701" y="919606"/>
                </a:lnTo>
                <a:lnTo>
                  <a:pt x="28655" y="907033"/>
                </a:lnTo>
                <a:close/>
              </a:path>
              <a:path w="76200" h="983614">
                <a:moveTo>
                  <a:pt x="44323" y="0"/>
                </a:moveTo>
                <a:lnTo>
                  <a:pt x="25273" y="0"/>
                </a:lnTo>
                <a:lnTo>
                  <a:pt x="28655" y="907033"/>
                </a:lnTo>
                <a:lnTo>
                  <a:pt x="28701" y="919606"/>
                </a:lnTo>
                <a:lnTo>
                  <a:pt x="47752" y="919606"/>
                </a:lnTo>
                <a:lnTo>
                  <a:pt x="44323" y="0"/>
                </a:lnTo>
                <a:close/>
              </a:path>
              <a:path w="76200" h="983614">
                <a:moveTo>
                  <a:pt x="76074" y="907033"/>
                </a:moveTo>
                <a:lnTo>
                  <a:pt x="47705" y="907033"/>
                </a:lnTo>
                <a:lnTo>
                  <a:pt x="47752" y="919606"/>
                </a:lnTo>
                <a:lnTo>
                  <a:pt x="69839" y="919606"/>
                </a:lnTo>
                <a:lnTo>
                  <a:pt x="76074" y="907033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8482838" y="7270242"/>
            <a:ext cx="76200" cy="818515"/>
          </a:xfrm>
          <a:custGeom>
            <a:avLst/>
            <a:gdLst/>
            <a:ahLst/>
            <a:cxnLst/>
            <a:rect l="l" t="t" r="r" b="b"/>
            <a:pathLst>
              <a:path w="76200" h="818515">
                <a:moveTo>
                  <a:pt x="47625" y="63499"/>
                </a:moveTo>
                <a:lnTo>
                  <a:pt x="28575" y="63499"/>
                </a:lnTo>
                <a:lnTo>
                  <a:pt x="28575" y="818387"/>
                </a:lnTo>
                <a:lnTo>
                  <a:pt x="47625" y="818387"/>
                </a:lnTo>
                <a:lnTo>
                  <a:pt x="47625" y="63499"/>
                </a:lnTo>
                <a:close/>
              </a:path>
              <a:path w="76200" h="818515">
                <a:moveTo>
                  <a:pt x="38100" y="0"/>
                </a:moveTo>
                <a:lnTo>
                  <a:pt x="0" y="76199"/>
                </a:lnTo>
                <a:lnTo>
                  <a:pt x="28575" y="76199"/>
                </a:lnTo>
                <a:lnTo>
                  <a:pt x="28575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818515">
                <a:moveTo>
                  <a:pt x="69850" y="63499"/>
                </a:moveTo>
                <a:lnTo>
                  <a:pt x="47625" y="63499"/>
                </a:lnTo>
                <a:lnTo>
                  <a:pt x="47625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0209783" y="6436867"/>
            <a:ext cx="1593215" cy="576580"/>
          </a:xfrm>
          <a:custGeom>
            <a:avLst/>
            <a:gdLst/>
            <a:ahLst/>
            <a:cxnLst/>
            <a:rect l="l" t="t" r="r" b="b"/>
            <a:pathLst>
              <a:path w="1593215" h="576579">
                <a:moveTo>
                  <a:pt x="0" y="50800"/>
                </a:moveTo>
                <a:lnTo>
                  <a:pt x="4010" y="31021"/>
                </a:lnTo>
                <a:lnTo>
                  <a:pt x="14938" y="14874"/>
                </a:lnTo>
                <a:lnTo>
                  <a:pt x="31128" y="3990"/>
                </a:lnTo>
                <a:lnTo>
                  <a:pt x="50926" y="0"/>
                </a:lnTo>
                <a:lnTo>
                  <a:pt x="1542161" y="0"/>
                </a:lnTo>
                <a:lnTo>
                  <a:pt x="1561959" y="3990"/>
                </a:lnTo>
                <a:lnTo>
                  <a:pt x="1578149" y="14874"/>
                </a:lnTo>
                <a:lnTo>
                  <a:pt x="1589077" y="31021"/>
                </a:lnTo>
                <a:lnTo>
                  <a:pt x="1593088" y="50800"/>
                </a:lnTo>
                <a:lnTo>
                  <a:pt x="1593088" y="525399"/>
                </a:lnTo>
                <a:lnTo>
                  <a:pt x="1589077" y="545177"/>
                </a:lnTo>
                <a:lnTo>
                  <a:pt x="1578149" y="561324"/>
                </a:lnTo>
                <a:lnTo>
                  <a:pt x="1561959" y="572208"/>
                </a:lnTo>
                <a:lnTo>
                  <a:pt x="1542161" y="576199"/>
                </a:lnTo>
                <a:lnTo>
                  <a:pt x="50926" y="576199"/>
                </a:lnTo>
                <a:lnTo>
                  <a:pt x="31128" y="572208"/>
                </a:lnTo>
                <a:lnTo>
                  <a:pt x="14938" y="561324"/>
                </a:lnTo>
                <a:lnTo>
                  <a:pt x="4010" y="545177"/>
                </a:lnTo>
                <a:lnTo>
                  <a:pt x="0" y="525399"/>
                </a:lnTo>
                <a:lnTo>
                  <a:pt x="0" y="50800"/>
                </a:lnTo>
                <a:close/>
              </a:path>
            </a:pathLst>
          </a:custGeom>
          <a:ln w="19050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 txBox="1"/>
          <p:nvPr/>
        </p:nvSpPr>
        <p:spPr>
          <a:xfrm>
            <a:off x="10235438" y="6565518"/>
            <a:ext cx="1539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0D68B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1" name="object 91" descr=""/>
          <p:cNvSpPr/>
          <p:nvPr/>
        </p:nvSpPr>
        <p:spPr>
          <a:xfrm>
            <a:off x="12033631" y="6436867"/>
            <a:ext cx="1593215" cy="576580"/>
          </a:xfrm>
          <a:custGeom>
            <a:avLst/>
            <a:gdLst/>
            <a:ahLst/>
            <a:cxnLst/>
            <a:rect l="l" t="t" r="r" b="b"/>
            <a:pathLst>
              <a:path w="1593215" h="576579">
                <a:moveTo>
                  <a:pt x="0" y="50800"/>
                </a:moveTo>
                <a:lnTo>
                  <a:pt x="4010" y="31021"/>
                </a:lnTo>
                <a:lnTo>
                  <a:pt x="14938" y="14874"/>
                </a:lnTo>
                <a:lnTo>
                  <a:pt x="31128" y="3990"/>
                </a:lnTo>
                <a:lnTo>
                  <a:pt x="50926" y="0"/>
                </a:lnTo>
                <a:lnTo>
                  <a:pt x="1542161" y="0"/>
                </a:lnTo>
                <a:lnTo>
                  <a:pt x="1561959" y="3990"/>
                </a:lnTo>
                <a:lnTo>
                  <a:pt x="1578149" y="14874"/>
                </a:lnTo>
                <a:lnTo>
                  <a:pt x="1589077" y="31021"/>
                </a:lnTo>
                <a:lnTo>
                  <a:pt x="1593088" y="50800"/>
                </a:lnTo>
                <a:lnTo>
                  <a:pt x="1593088" y="525399"/>
                </a:lnTo>
                <a:lnTo>
                  <a:pt x="1589077" y="545177"/>
                </a:lnTo>
                <a:lnTo>
                  <a:pt x="1578149" y="561324"/>
                </a:lnTo>
                <a:lnTo>
                  <a:pt x="1561959" y="572208"/>
                </a:lnTo>
                <a:lnTo>
                  <a:pt x="1542161" y="576199"/>
                </a:lnTo>
                <a:lnTo>
                  <a:pt x="50926" y="576199"/>
                </a:lnTo>
                <a:lnTo>
                  <a:pt x="31128" y="572208"/>
                </a:lnTo>
                <a:lnTo>
                  <a:pt x="14938" y="561324"/>
                </a:lnTo>
                <a:lnTo>
                  <a:pt x="4010" y="545177"/>
                </a:lnTo>
                <a:lnTo>
                  <a:pt x="0" y="525399"/>
                </a:lnTo>
                <a:lnTo>
                  <a:pt x="0" y="50800"/>
                </a:lnTo>
                <a:close/>
              </a:path>
            </a:pathLst>
          </a:custGeom>
          <a:ln w="19050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 txBox="1"/>
          <p:nvPr/>
        </p:nvSpPr>
        <p:spPr>
          <a:xfrm>
            <a:off x="12061461" y="6565518"/>
            <a:ext cx="1540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2425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0D68B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10200258" y="4500498"/>
            <a:ext cx="1612265" cy="1856739"/>
            <a:chOff x="10200258" y="4500498"/>
            <a:chExt cx="1612265" cy="1856739"/>
          </a:xfrm>
        </p:grpSpPr>
        <p:sp>
          <p:nvSpPr>
            <p:cNvPr id="94" name="object 94" descr=""/>
            <p:cNvSpPr/>
            <p:nvPr/>
          </p:nvSpPr>
          <p:spPr>
            <a:xfrm>
              <a:off x="10968227" y="5006212"/>
              <a:ext cx="76200" cy="1350645"/>
            </a:xfrm>
            <a:custGeom>
              <a:avLst/>
              <a:gdLst/>
              <a:ahLst/>
              <a:cxnLst/>
              <a:rect l="l" t="t" r="r" b="b"/>
              <a:pathLst>
                <a:path w="76200" h="1350645">
                  <a:moveTo>
                    <a:pt x="28575" y="1274317"/>
                  </a:moveTo>
                  <a:lnTo>
                    <a:pt x="0" y="1274317"/>
                  </a:lnTo>
                  <a:lnTo>
                    <a:pt x="38100" y="1350517"/>
                  </a:lnTo>
                  <a:lnTo>
                    <a:pt x="69850" y="1287017"/>
                  </a:lnTo>
                  <a:lnTo>
                    <a:pt x="28575" y="1287017"/>
                  </a:lnTo>
                  <a:lnTo>
                    <a:pt x="28575" y="1274317"/>
                  </a:lnTo>
                  <a:close/>
                </a:path>
                <a:path w="76200" h="1350645">
                  <a:moveTo>
                    <a:pt x="47625" y="0"/>
                  </a:moveTo>
                  <a:lnTo>
                    <a:pt x="28575" y="0"/>
                  </a:lnTo>
                  <a:lnTo>
                    <a:pt x="28575" y="1287017"/>
                  </a:lnTo>
                  <a:lnTo>
                    <a:pt x="47625" y="1287017"/>
                  </a:lnTo>
                  <a:lnTo>
                    <a:pt x="47625" y="0"/>
                  </a:lnTo>
                  <a:close/>
                </a:path>
                <a:path w="76200" h="1350645">
                  <a:moveTo>
                    <a:pt x="76200" y="1274317"/>
                  </a:moveTo>
                  <a:lnTo>
                    <a:pt x="47625" y="1274317"/>
                  </a:lnTo>
                  <a:lnTo>
                    <a:pt x="47625" y="1287017"/>
                  </a:lnTo>
                  <a:lnTo>
                    <a:pt x="69850" y="1287017"/>
                  </a:lnTo>
                  <a:lnTo>
                    <a:pt x="76200" y="1274317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0209783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1542161" y="0"/>
                  </a:moveTo>
                  <a:lnTo>
                    <a:pt x="50926" y="0"/>
                  </a:lnTo>
                  <a:lnTo>
                    <a:pt x="31128" y="3990"/>
                  </a:lnTo>
                  <a:lnTo>
                    <a:pt x="14938" y="14874"/>
                  </a:lnTo>
                  <a:lnTo>
                    <a:pt x="4010" y="31021"/>
                  </a:lnTo>
                  <a:lnTo>
                    <a:pt x="0" y="50800"/>
                  </a:lnTo>
                  <a:lnTo>
                    <a:pt x="0" y="525399"/>
                  </a:lnTo>
                  <a:lnTo>
                    <a:pt x="4010" y="545197"/>
                  </a:lnTo>
                  <a:lnTo>
                    <a:pt x="14938" y="561387"/>
                  </a:lnTo>
                  <a:lnTo>
                    <a:pt x="31128" y="572315"/>
                  </a:lnTo>
                  <a:lnTo>
                    <a:pt x="50926" y="576326"/>
                  </a:lnTo>
                  <a:lnTo>
                    <a:pt x="1542161" y="576326"/>
                  </a:lnTo>
                  <a:lnTo>
                    <a:pt x="1561959" y="572315"/>
                  </a:lnTo>
                  <a:lnTo>
                    <a:pt x="1578149" y="561387"/>
                  </a:lnTo>
                  <a:lnTo>
                    <a:pt x="1589077" y="545197"/>
                  </a:lnTo>
                  <a:lnTo>
                    <a:pt x="1593088" y="525399"/>
                  </a:lnTo>
                  <a:lnTo>
                    <a:pt x="1593088" y="50800"/>
                  </a:lnTo>
                  <a:lnTo>
                    <a:pt x="1589077" y="31021"/>
                  </a:lnTo>
                  <a:lnTo>
                    <a:pt x="1578149" y="14874"/>
                  </a:lnTo>
                  <a:lnTo>
                    <a:pt x="1561959" y="3990"/>
                  </a:lnTo>
                  <a:lnTo>
                    <a:pt x="154216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0209783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4010" y="31021"/>
                  </a:lnTo>
                  <a:lnTo>
                    <a:pt x="14938" y="14874"/>
                  </a:lnTo>
                  <a:lnTo>
                    <a:pt x="31128" y="3990"/>
                  </a:lnTo>
                  <a:lnTo>
                    <a:pt x="50926" y="0"/>
                  </a:lnTo>
                  <a:lnTo>
                    <a:pt x="1542161" y="0"/>
                  </a:lnTo>
                  <a:lnTo>
                    <a:pt x="1561959" y="3990"/>
                  </a:lnTo>
                  <a:lnTo>
                    <a:pt x="1578149" y="14874"/>
                  </a:lnTo>
                  <a:lnTo>
                    <a:pt x="1589077" y="31021"/>
                  </a:lnTo>
                  <a:lnTo>
                    <a:pt x="1593088" y="50800"/>
                  </a:lnTo>
                  <a:lnTo>
                    <a:pt x="1593088" y="525399"/>
                  </a:lnTo>
                  <a:lnTo>
                    <a:pt x="1589077" y="545197"/>
                  </a:lnTo>
                  <a:lnTo>
                    <a:pt x="1578149" y="561387"/>
                  </a:lnTo>
                  <a:lnTo>
                    <a:pt x="1561959" y="572315"/>
                  </a:lnTo>
                  <a:lnTo>
                    <a:pt x="1542161" y="576326"/>
                  </a:lnTo>
                  <a:lnTo>
                    <a:pt x="50926" y="576326"/>
                  </a:lnTo>
                  <a:lnTo>
                    <a:pt x="31128" y="572315"/>
                  </a:lnTo>
                  <a:lnTo>
                    <a:pt x="14938" y="561387"/>
                  </a:lnTo>
                  <a:lnTo>
                    <a:pt x="4010" y="545197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 descr=""/>
          <p:cNvGrpSpPr/>
          <p:nvPr/>
        </p:nvGrpSpPr>
        <p:grpSpPr>
          <a:xfrm>
            <a:off x="12024106" y="4500498"/>
            <a:ext cx="1612265" cy="1856739"/>
            <a:chOff x="12024106" y="4500498"/>
            <a:chExt cx="1612265" cy="1856739"/>
          </a:xfrm>
        </p:grpSpPr>
        <p:sp>
          <p:nvSpPr>
            <p:cNvPr id="98" name="object 98" descr=""/>
            <p:cNvSpPr/>
            <p:nvPr/>
          </p:nvSpPr>
          <p:spPr>
            <a:xfrm>
              <a:off x="12792075" y="5006212"/>
              <a:ext cx="76200" cy="1350645"/>
            </a:xfrm>
            <a:custGeom>
              <a:avLst/>
              <a:gdLst/>
              <a:ahLst/>
              <a:cxnLst/>
              <a:rect l="l" t="t" r="r" b="b"/>
              <a:pathLst>
                <a:path w="76200" h="1350645">
                  <a:moveTo>
                    <a:pt x="28575" y="1274317"/>
                  </a:moveTo>
                  <a:lnTo>
                    <a:pt x="0" y="1274317"/>
                  </a:lnTo>
                  <a:lnTo>
                    <a:pt x="38100" y="1350517"/>
                  </a:lnTo>
                  <a:lnTo>
                    <a:pt x="69850" y="1287017"/>
                  </a:lnTo>
                  <a:lnTo>
                    <a:pt x="28575" y="1287017"/>
                  </a:lnTo>
                  <a:lnTo>
                    <a:pt x="28575" y="1274317"/>
                  </a:lnTo>
                  <a:close/>
                </a:path>
                <a:path w="76200" h="1350645">
                  <a:moveTo>
                    <a:pt x="47625" y="0"/>
                  </a:moveTo>
                  <a:lnTo>
                    <a:pt x="28575" y="0"/>
                  </a:lnTo>
                  <a:lnTo>
                    <a:pt x="28575" y="1287017"/>
                  </a:lnTo>
                  <a:lnTo>
                    <a:pt x="47625" y="1287017"/>
                  </a:lnTo>
                  <a:lnTo>
                    <a:pt x="47625" y="0"/>
                  </a:lnTo>
                  <a:close/>
                </a:path>
                <a:path w="76200" h="1350645">
                  <a:moveTo>
                    <a:pt x="76200" y="1274317"/>
                  </a:moveTo>
                  <a:lnTo>
                    <a:pt x="47625" y="1274317"/>
                  </a:lnTo>
                  <a:lnTo>
                    <a:pt x="47625" y="1287017"/>
                  </a:lnTo>
                  <a:lnTo>
                    <a:pt x="69850" y="1287017"/>
                  </a:lnTo>
                  <a:lnTo>
                    <a:pt x="76200" y="1274317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2033631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1542161" y="0"/>
                  </a:moveTo>
                  <a:lnTo>
                    <a:pt x="50926" y="0"/>
                  </a:lnTo>
                  <a:lnTo>
                    <a:pt x="31075" y="3990"/>
                  </a:lnTo>
                  <a:lnTo>
                    <a:pt x="14890" y="14874"/>
                  </a:lnTo>
                  <a:lnTo>
                    <a:pt x="3992" y="31021"/>
                  </a:lnTo>
                  <a:lnTo>
                    <a:pt x="0" y="50800"/>
                  </a:lnTo>
                  <a:lnTo>
                    <a:pt x="0" y="525399"/>
                  </a:lnTo>
                  <a:lnTo>
                    <a:pt x="3992" y="545197"/>
                  </a:lnTo>
                  <a:lnTo>
                    <a:pt x="14890" y="561387"/>
                  </a:lnTo>
                  <a:lnTo>
                    <a:pt x="31075" y="572315"/>
                  </a:lnTo>
                  <a:lnTo>
                    <a:pt x="50926" y="576326"/>
                  </a:lnTo>
                  <a:lnTo>
                    <a:pt x="1542161" y="576326"/>
                  </a:lnTo>
                  <a:lnTo>
                    <a:pt x="1561939" y="572315"/>
                  </a:lnTo>
                  <a:lnTo>
                    <a:pt x="1578086" y="561387"/>
                  </a:lnTo>
                  <a:lnTo>
                    <a:pt x="1588970" y="545197"/>
                  </a:lnTo>
                  <a:lnTo>
                    <a:pt x="1592961" y="525399"/>
                  </a:lnTo>
                  <a:lnTo>
                    <a:pt x="1592961" y="50800"/>
                  </a:lnTo>
                  <a:lnTo>
                    <a:pt x="1588970" y="31021"/>
                  </a:lnTo>
                  <a:lnTo>
                    <a:pt x="1578086" y="14874"/>
                  </a:lnTo>
                  <a:lnTo>
                    <a:pt x="1561939" y="3990"/>
                  </a:lnTo>
                  <a:lnTo>
                    <a:pt x="154216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2033631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3992" y="31021"/>
                  </a:lnTo>
                  <a:lnTo>
                    <a:pt x="14890" y="14874"/>
                  </a:lnTo>
                  <a:lnTo>
                    <a:pt x="31075" y="3990"/>
                  </a:lnTo>
                  <a:lnTo>
                    <a:pt x="50926" y="0"/>
                  </a:lnTo>
                  <a:lnTo>
                    <a:pt x="1542161" y="0"/>
                  </a:lnTo>
                  <a:lnTo>
                    <a:pt x="1561939" y="3990"/>
                  </a:lnTo>
                  <a:lnTo>
                    <a:pt x="1578086" y="14874"/>
                  </a:lnTo>
                  <a:lnTo>
                    <a:pt x="1588970" y="31021"/>
                  </a:lnTo>
                  <a:lnTo>
                    <a:pt x="1592961" y="50800"/>
                  </a:lnTo>
                  <a:lnTo>
                    <a:pt x="1592961" y="525399"/>
                  </a:lnTo>
                  <a:lnTo>
                    <a:pt x="1588970" y="545197"/>
                  </a:lnTo>
                  <a:lnTo>
                    <a:pt x="1578086" y="561387"/>
                  </a:lnTo>
                  <a:lnTo>
                    <a:pt x="1561939" y="572315"/>
                  </a:lnTo>
                  <a:lnTo>
                    <a:pt x="1542161" y="576326"/>
                  </a:lnTo>
                  <a:lnTo>
                    <a:pt x="50926" y="576326"/>
                  </a:lnTo>
                  <a:lnTo>
                    <a:pt x="31075" y="572315"/>
                  </a:lnTo>
                  <a:lnTo>
                    <a:pt x="14890" y="561387"/>
                  </a:lnTo>
                  <a:lnTo>
                    <a:pt x="3992" y="545197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 descr=""/>
          <p:cNvSpPr txBox="1"/>
          <p:nvPr/>
        </p:nvSpPr>
        <p:spPr>
          <a:xfrm>
            <a:off x="10364216" y="4638294"/>
            <a:ext cx="1286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0">
                <a:solidFill>
                  <a:srgbClr val="0D68BB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12188190" y="4638294"/>
            <a:ext cx="1286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0">
                <a:solidFill>
                  <a:srgbClr val="0D68BB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3606927" y="3643503"/>
            <a:ext cx="476884" cy="476884"/>
            <a:chOff x="3606927" y="3643503"/>
            <a:chExt cx="476884" cy="476884"/>
          </a:xfrm>
        </p:grpSpPr>
        <p:sp>
          <p:nvSpPr>
            <p:cNvPr id="104" name="object 104" descr=""/>
            <p:cNvSpPr/>
            <p:nvPr/>
          </p:nvSpPr>
          <p:spPr>
            <a:xfrm>
              <a:off x="3606927" y="3643503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5">
                  <a:moveTo>
                    <a:pt x="238251" y="0"/>
                  </a:moveTo>
                  <a:lnTo>
                    <a:pt x="190239" y="4840"/>
                  </a:lnTo>
                  <a:lnTo>
                    <a:pt x="145518" y="18722"/>
                  </a:lnTo>
                  <a:lnTo>
                    <a:pt x="105047" y="40685"/>
                  </a:lnTo>
                  <a:lnTo>
                    <a:pt x="69786" y="69770"/>
                  </a:lnTo>
                  <a:lnTo>
                    <a:pt x="40692" y="105016"/>
                  </a:lnTo>
                  <a:lnTo>
                    <a:pt x="18724" y="145464"/>
                  </a:lnTo>
                  <a:lnTo>
                    <a:pt x="4840" y="190153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5"/>
                  </a:lnTo>
                  <a:lnTo>
                    <a:pt x="471541" y="190153"/>
                  </a:lnTo>
                  <a:lnTo>
                    <a:pt x="457672" y="145464"/>
                  </a:lnTo>
                  <a:lnTo>
                    <a:pt x="435724" y="105016"/>
                  </a:lnTo>
                  <a:lnTo>
                    <a:pt x="406653" y="69770"/>
                  </a:lnTo>
                  <a:lnTo>
                    <a:pt x="371415" y="40685"/>
                  </a:lnTo>
                  <a:lnTo>
                    <a:pt x="330965" y="18722"/>
                  </a:lnTo>
                  <a:lnTo>
                    <a:pt x="286259" y="4840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697732" y="3734307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922"/>
                  </a:moveTo>
                  <a:lnTo>
                    <a:pt x="293408" y="137922"/>
                  </a:lnTo>
                  <a:lnTo>
                    <a:pt x="287337" y="100520"/>
                  </a:lnTo>
                  <a:lnTo>
                    <a:pt x="271691" y="70421"/>
                  </a:lnTo>
                  <a:lnTo>
                    <a:pt x="271691" y="137922"/>
                  </a:lnTo>
                  <a:lnTo>
                    <a:pt x="161290" y="137922"/>
                  </a:lnTo>
                  <a:lnTo>
                    <a:pt x="161290" y="76962"/>
                  </a:lnTo>
                  <a:lnTo>
                    <a:pt x="133223" y="76962"/>
                  </a:lnTo>
                  <a:lnTo>
                    <a:pt x="133223" y="137922"/>
                  </a:lnTo>
                  <a:lnTo>
                    <a:pt x="133223" y="165862"/>
                  </a:lnTo>
                  <a:lnTo>
                    <a:pt x="269748" y="165862"/>
                  </a:lnTo>
                  <a:lnTo>
                    <a:pt x="263613" y="196176"/>
                  </a:lnTo>
                  <a:lnTo>
                    <a:pt x="236512" y="236347"/>
                  </a:lnTo>
                  <a:lnTo>
                    <a:pt x="196342" y="263474"/>
                  </a:lnTo>
                  <a:lnTo>
                    <a:pt x="147193" y="273431"/>
                  </a:lnTo>
                  <a:lnTo>
                    <a:pt x="98298" y="263474"/>
                  </a:lnTo>
                  <a:lnTo>
                    <a:pt x="58102" y="236347"/>
                  </a:lnTo>
                  <a:lnTo>
                    <a:pt x="30848" y="196176"/>
                  </a:lnTo>
                  <a:lnTo>
                    <a:pt x="20828" y="147066"/>
                  </a:lnTo>
                  <a:lnTo>
                    <a:pt x="30848" y="98183"/>
                  </a:lnTo>
                  <a:lnTo>
                    <a:pt x="58102" y="57975"/>
                  </a:lnTo>
                  <a:lnTo>
                    <a:pt x="98298" y="30734"/>
                  </a:lnTo>
                  <a:lnTo>
                    <a:pt x="147193" y="20701"/>
                  </a:lnTo>
                  <a:lnTo>
                    <a:pt x="196342" y="30734"/>
                  </a:lnTo>
                  <a:lnTo>
                    <a:pt x="236512" y="57975"/>
                  </a:lnTo>
                  <a:lnTo>
                    <a:pt x="263613" y="98183"/>
                  </a:lnTo>
                  <a:lnTo>
                    <a:pt x="271691" y="137922"/>
                  </a:lnTo>
                  <a:lnTo>
                    <a:pt x="271691" y="70421"/>
                  </a:lnTo>
                  <a:lnTo>
                    <a:pt x="234340" y="28333"/>
                  </a:lnTo>
                  <a:lnTo>
                    <a:pt x="193802" y="7480"/>
                  </a:lnTo>
                  <a:lnTo>
                    <a:pt x="147193" y="0"/>
                  </a:lnTo>
                  <a:lnTo>
                    <a:pt x="100622" y="7480"/>
                  </a:lnTo>
                  <a:lnTo>
                    <a:pt x="60210" y="28333"/>
                  </a:lnTo>
                  <a:lnTo>
                    <a:pt x="28359" y="60134"/>
                  </a:lnTo>
                  <a:lnTo>
                    <a:pt x="7493" y="100520"/>
                  </a:lnTo>
                  <a:lnTo>
                    <a:pt x="0" y="147066"/>
                  </a:lnTo>
                  <a:lnTo>
                    <a:pt x="7493" y="193687"/>
                  </a:lnTo>
                  <a:lnTo>
                    <a:pt x="28359" y="234226"/>
                  </a:lnTo>
                  <a:lnTo>
                    <a:pt x="60210" y="266230"/>
                  </a:lnTo>
                  <a:lnTo>
                    <a:pt x="100622" y="287223"/>
                  </a:lnTo>
                  <a:lnTo>
                    <a:pt x="147193" y="294767"/>
                  </a:lnTo>
                  <a:lnTo>
                    <a:pt x="193802" y="287223"/>
                  </a:lnTo>
                  <a:lnTo>
                    <a:pt x="220433" y="273431"/>
                  </a:lnTo>
                  <a:lnTo>
                    <a:pt x="234340" y="266230"/>
                  </a:lnTo>
                  <a:lnTo>
                    <a:pt x="266344" y="234226"/>
                  </a:lnTo>
                  <a:lnTo>
                    <a:pt x="287337" y="193687"/>
                  </a:lnTo>
                  <a:lnTo>
                    <a:pt x="291846" y="165862"/>
                  </a:lnTo>
                  <a:lnTo>
                    <a:pt x="315722" y="165862"/>
                  </a:lnTo>
                  <a:lnTo>
                    <a:pt x="315722" y="137922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697732" y="3734308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431"/>
                  </a:moveTo>
                  <a:lnTo>
                    <a:pt x="196351" y="263473"/>
                  </a:lnTo>
                  <a:lnTo>
                    <a:pt x="236521" y="236347"/>
                  </a:lnTo>
                  <a:lnTo>
                    <a:pt x="263618" y="196171"/>
                  </a:lnTo>
                  <a:lnTo>
                    <a:pt x="273557" y="147066"/>
                  </a:lnTo>
                  <a:lnTo>
                    <a:pt x="263618" y="98174"/>
                  </a:lnTo>
                  <a:lnTo>
                    <a:pt x="236521" y="57975"/>
                  </a:lnTo>
                  <a:lnTo>
                    <a:pt x="196351" y="30730"/>
                  </a:lnTo>
                  <a:lnTo>
                    <a:pt x="147192" y="20700"/>
                  </a:lnTo>
                  <a:lnTo>
                    <a:pt x="98301" y="30730"/>
                  </a:lnTo>
                  <a:lnTo>
                    <a:pt x="58102" y="57975"/>
                  </a:lnTo>
                  <a:lnTo>
                    <a:pt x="30857" y="98174"/>
                  </a:lnTo>
                  <a:lnTo>
                    <a:pt x="20827" y="147066"/>
                  </a:lnTo>
                  <a:lnTo>
                    <a:pt x="30857" y="196171"/>
                  </a:lnTo>
                  <a:lnTo>
                    <a:pt x="58102" y="236347"/>
                  </a:lnTo>
                  <a:lnTo>
                    <a:pt x="98301" y="263473"/>
                  </a:lnTo>
                  <a:lnTo>
                    <a:pt x="147192" y="273431"/>
                  </a:lnTo>
                  <a:close/>
                </a:path>
                <a:path w="295275" h="295275">
                  <a:moveTo>
                    <a:pt x="147192" y="294767"/>
                  </a:moveTo>
                  <a:lnTo>
                    <a:pt x="193814" y="287221"/>
                  </a:lnTo>
                  <a:lnTo>
                    <a:pt x="234351" y="266221"/>
                  </a:lnTo>
                  <a:lnTo>
                    <a:pt x="266348" y="234224"/>
                  </a:lnTo>
                  <a:lnTo>
                    <a:pt x="287348" y="193687"/>
                  </a:lnTo>
                  <a:lnTo>
                    <a:pt x="294893" y="147066"/>
                  </a:lnTo>
                  <a:lnTo>
                    <a:pt x="287348" y="100510"/>
                  </a:lnTo>
                  <a:lnTo>
                    <a:pt x="266348" y="60130"/>
                  </a:lnTo>
                  <a:lnTo>
                    <a:pt x="234351" y="28322"/>
                  </a:lnTo>
                  <a:lnTo>
                    <a:pt x="193814" y="7479"/>
                  </a:lnTo>
                  <a:lnTo>
                    <a:pt x="147192" y="0"/>
                  </a:lnTo>
                  <a:lnTo>
                    <a:pt x="100624" y="7479"/>
                  </a:lnTo>
                  <a:lnTo>
                    <a:pt x="60213" y="28322"/>
                  </a:lnTo>
                  <a:lnTo>
                    <a:pt x="28366" y="60130"/>
                  </a:lnTo>
                  <a:lnTo>
                    <a:pt x="7492" y="100510"/>
                  </a:lnTo>
                  <a:lnTo>
                    <a:pt x="0" y="147066"/>
                  </a:lnTo>
                  <a:lnTo>
                    <a:pt x="7492" y="193687"/>
                  </a:lnTo>
                  <a:lnTo>
                    <a:pt x="28366" y="234224"/>
                  </a:lnTo>
                  <a:lnTo>
                    <a:pt x="60213" y="266221"/>
                  </a:lnTo>
                  <a:lnTo>
                    <a:pt x="100624" y="287221"/>
                  </a:lnTo>
                  <a:lnTo>
                    <a:pt x="147192" y="294767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3606927" y="4899152"/>
            <a:ext cx="476884" cy="476884"/>
            <a:chOff x="3606927" y="4899152"/>
            <a:chExt cx="476884" cy="476884"/>
          </a:xfrm>
        </p:grpSpPr>
        <p:sp>
          <p:nvSpPr>
            <p:cNvPr id="108" name="object 108" descr=""/>
            <p:cNvSpPr/>
            <p:nvPr/>
          </p:nvSpPr>
          <p:spPr>
            <a:xfrm>
              <a:off x="3606927" y="4899152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5">
                  <a:moveTo>
                    <a:pt x="238251" y="0"/>
                  </a:moveTo>
                  <a:lnTo>
                    <a:pt x="190239" y="4835"/>
                  </a:lnTo>
                  <a:lnTo>
                    <a:pt x="145518" y="18704"/>
                  </a:lnTo>
                  <a:lnTo>
                    <a:pt x="105047" y="40652"/>
                  </a:lnTo>
                  <a:lnTo>
                    <a:pt x="69786" y="69723"/>
                  </a:lnTo>
                  <a:lnTo>
                    <a:pt x="40692" y="104961"/>
                  </a:lnTo>
                  <a:lnTo>
                    <a:pt x="18724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5"/>
                  </a:lnTo>
                  <a:lnTo>
                    <a:pt x="471541" y="190117"/>
                  </a:lnTo>
                  <a:lnTo>
                    <a:pt x="457672" y="145411"/>
                  </a:lnTo>
                  <a:lnTo>
                    <a:pt x="435724" y="104961"/>
                  </a:lnTo>
                  <a:lnTo>
                    <a:pt x="406653" y="69723"/>
                  </a:lnTo>
                  <a:lnTo>
                    <a:pt x="371415" y="40652"/>
                  </a:lnTo>
                  <a:lnTo>
                    <a:pt x="330965" y="18704"/>
                  </a:lnTo>
                  <a:lnTo>
                    <a:pt x="286259" y="4835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3697732" y="4989829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160"/>
                  </a:moveTo>
                  <a:lnTo>
                    <a:pt x="293255" y="137160"/>
                  </a:lnTo>
                  <a:lnTo>
                    <a:pt x="287337" y="100634"/>
                  </a:lnTo>
                  <a:lnTo>
                    <a:pt x="271513" y="70180"/>
                  </a:lnTo>
                  <a:lnTo>
                    <a:pt x="271513" y="137160"/>
                  </a:lnTo>
                  <a:lnTo>
                    <a:pt x="161290" y="137160"/>
                  </a:lnTo>
                  <a:lnTo>
                    <a:pt x="161290" y="77470"/>
                  </a:lnTo>
                  <a:lnTo>
                    <a:pt x="133223" y="77470"/>
                  </a:lnTo>
                  <a:lnTo>
                    <a:pt x="133223" y="137160"/>
                  </a:lnTo>
                  <a:lnTo>
                    <a:pt x="133223" y="166370"/>
                  </a:lnTo>
                  <a:lnTo>
                    <a:pt x="269671" y="166370"/>
                  </a:lnTo>
                  <a:lnTo>
                    <a:pt x="263613" y="196303"/>
                  </a:lnTo>
                  <a:lnTo>
                    <a:pt x="236512" y="236474"/>
                  </a:lnTo>
                  <a:lnTo>
                    <a:pt x="196342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342" y="30861"/>
                  </a:lnTo>
                  <a:lnTo>
                    <a:pt x="236512" y="58102"/>
                  </a:lnTo>
                  <a:lnTo>
                    <a:pt x="263613" y="98310"/>
                  </a:lnTo>
                  <a:lnTo>
                    <a:pt x="271513" y="137160"/>
                  </a:lnTo>
                  <a:lnTo>
                    <a:pt x="271513" y="70180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782" y="166370"/>
                  </a:lnTo>
                  <a:lnTo>
                    <a:pt x="315722" y="166370"/>
                  </a:lnTo>
                  <a:lnTo>
                    <a:pt x="315722" y="13716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3697732" y="4989830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351" y="263600"/>
                  </a:lnTo>
                  <a:lnTo>
                    <a:pt x="236521" y="236474"/>
                  </a:lnTo>
                  <a:lnTo>
                    <a:pt x="263618" y="196298"/>
                  </a:lnTo>
                  <a:lnTo>
                    <a:pt x="273557" y="147193"/>
                  </a:lnTo>
                  <a:lnTo>
                    <a:pt x="263618" y="98301"/>
                  </a:lnTo>
                  <a:lnTo>
                    <a:pt x="236521" y="58102"/>
                  </a:lnTo>
                  <a:lnTo>
                    <a:pt x="196351" y="30857"/>
                  </a:lnTo>
                  <a:lnTo>
                    <a:pt x="147192" y="20828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7" y="147193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3" y="147193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2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3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3606927" y="6147434"/>
            <a:ext cx="476884" cy="476884"/>
            <a:chOff x="3606927" y="6147434"/>
            <a:chExt cx="476884" cy="476884"/>
          </a:xfrm>
        </p:grpSpPr>
        <p:sp>
          <p:nvSpPr>
            <p:cNvPr id="112" name="object 112" descr=""/>
            <p:cNvSpPr/>
            <p:nvPr/>
          </p:nvSpPr>
          <p:spPr>
            <a:xfrm>
              <a:off x="3606927" y="6147434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4">
                  <a:moveTo>
                    <a:pt x="238251" y="0"/>
                  </a:moveTo>
                  <a:lnTo>
                    <a:pt x="190239" y="4835"/>
                  </a:lnTo>
                  <a:lnTo>
                    <a:pt x="145518" y="18704"/>
                  </a:lnTo>
                  <a:lnTo>
                    <a:pt x="105047" y="40652"/>
                  </a:lnTo>
                  <a:lnTo>
                    <a:pt x="69786" y="69723"/>
                  </a:lnTo>
                  <a:lnTo>
                    <a:pt x="40692" y="104961"/>
                  </a:lnTo>
                  <a:lnTo>
                    <a:pt x="18724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5"/>
                  </a:lnTo>
                  <a:lnTo>
                    <a:pt x="471541" y="190117"/>
                  </a:lnTo>
                  <a:lnTo>
                    <a:pt x="457672" y="145411"/>
                  </a:lnTo>
                  <a:lnTo>
                    <a:pt x="435724" y="104961"/>
                  </a:lnTo>
                  <a:lnTo>
                    <a:pt x="406653" y="69723"/>
                  </a:lnTo>
                  <a:lnTo>
                    <a:pt x="371415" y="40652"/>
                  </a:lnTo>
                  <a:lnTo>
                    <a:pt x="330965" y="18704"/>
                  </a:lnTo>
                  <a:lnTo>
                    <a:pt x="286259" y="4835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697732" y="6238112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287"/>
                  </a:moveTo>
                  <a:lnTo>
                    <a:pt x="293281" y="137287"/>
                  </a:lnTo>
                  <a:lnTo>
                    <a:pt x="287337" y="100634"/>
                  </a:lnTo>
                  <a:lnTo>
                    <a:pt x="271538" y="70231"/>
                  </a:lnTo>
                  <a:lnTo>
                    <a:pt x="271538" y="137287"/>
                  </a:lnTo>
                  <a:lnTo>
                    <a:pt x="161290" y="137287"/>
                  </a:lnTo>
                  <a:lnTo>
                    <a:pt x="161290" y="77597"/>
                  </a:lnTo>
                  <a:lnTo>
                    <a:pt x="133223" y="77597"/>
                  </a:lnTo>
                  <a:lnTo>
                    <a:pt x="133223" y="137287"/>
                  </a:lnTo>
                  <a:lnTo>
                    <a:pt x="133223" y="165227"/>
                  </a:lnTo>
                  <a:lnTo>
                    <a:pt x="269900" y="165227"/>
                  </a:lnTo>
                  <a:lnTo>
                    <a:pt x="263613" y="196303"/>
                  </a:lnTo>
                  <a:lnTo>
                    <a:pt x="236512" y="236474"/>
                  </a:lnTo>
                  <a:lnTo>
                    <a:pt x="196342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342" y="30861"/>
                  </a:lnTo>
                  <a:lnTo>
                    <a:pt x="236512" y="58102"/>
                  </a:lnTo>
                  <a:lnTo>
                    <a:pt x="263613" y="98310"/>
                  </a:lnTo>
                  <a:lnTo>
                    <a:pt x="271538" y="137287"/>
                  </a:lnTo>
                  <a:lnTo>
                    <a:pt x="271538" y="70231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960" y="165227"/>
                  </a:lnTo>
                  <a:lnTo>
                    <a:pt x="315722" y="165227"/>
                  </a:lnTo>
                  <a:lnTo>
                    <a:pt x="315722" y="137287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697732" y="6238112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351" y="263600"/>
                  </a:lnTo>
                  <a:lnTo>
                    <a:pt x="236521" y="236474"/>
                  </a:lnTo>
                  <a:lnTo>
                    <a:pt x="263618" y="196298"/>
                  </a:lnTo>
                  <a:lnTo>
                    <a:pt x="273557" y="147192"/>
                  </a:lnTo>
                  <a:lnTo>
                    <a:pt x="263618" y="98301"/>
                  </a:lnTo>
                  <a:lnTo>
                    <a:pt x="236521" y="58102"/>
                  </a:lnTo>
                  <a:lnTo>
                    <a:pt x="196351" y="30857"/>
                  </a:lnTo>
                  <a:lnTo>
                    <a:pt x="147192" y="20827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7" y="147192"/>
                  </a:lnTo>
                  <a:lnTo>
                    <a:pt x="30857" y="196298"/>
                  </a:lnTo>
                  <a:lnTo>
                    <a:pt x="58102" y="236473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3" y="147192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2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2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3606927" y="7395718"/>
            <a:ext cx="476884" cy="476884"/>
            <a:chOff x="3606927" y="7395718"/>
            <a:chExt cx="476884" cy="476884"/>
          </a:xfrm>
        </p:grpSpPr>
        <p:sp>
          <p:nvSpPr>
            <p:cNvPr id="116" name="object 116" descr=""/>
            <p:cNvSpPr/>
            <p:nvPr/>
          </p:nvSpPr>
          <p:spPr>
            <a:xfrm>
              <a:off x="3606927" y="7395718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4">
                  <a:moveTo>
                    <a:pt x="238251" y="0"/>
                  </a:moveTo>
                  <a:lnTo>
                    <a:pt x="190239" y="4835"/>
                  </a:lnTo>
                  <a:lnTo>
                    <a:pt x="145518" y="18704"/>
                  </a:lnTo>
                  <a:lnTo>
                    <a:pt x="105047" y="40652"/>
                  </a:lnTo>
                  <a:lnTo>
                    <a:pt x="69786" y="69722"/>
                  </a:lnTo>
                  <a:lnTo>
                    <a:pt x="40692" y="104961"/>
                  </a:lnTo>
                  <a:lnTo>
                    <a:pt x="18724" y="145411"/>
                  </a:lnTo>
                  <a:lnTo>
                    <a:pt x="4840" y="190117"/>
                  </a:lnTo>
                  <a:lnTo>
                    <a:pt x="0" y="238124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4"/>
                  </a:lnTo>
                  <a:lnTo>
                    <a:pt x="471541" y="190117"/>
                  </a:lnTo>
                  <a:lnTo>
                    <a:pt x="457672" y="145411"/>
                  </a:lnTo>
                  <a:lnTo>
                    <a:pt x="435724" y="104961"/>
                  </a:lnTo>
                  <a:lnTo>
                    <a:pt x="406653" y="69722"/>
                  </a:lnTo>
                  <a:lnTo>
                    <a:pt x="371415" y="40652"/>
                  </a:lnTo>
                  <a:lnTo>
                    <a:pt x="330965" y="18704"/>
                  </a:lnTo>
                  <a:lnTo>
                    <a:pt x="286259" y="4835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697732" y="7486396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414"/>
                  </a:moveTo>
                  <a:lnTo>
                    <a:pt x="293306" y="137414"/>
                  </a:lnTo>
                  <a:lnTo>
                    <a:pt x="287337" y="100634"/>
                  </a:lnTo>
                  <a:lnTo>
                    <a:pt x="271564" y="70281"/>
                  </a:lnTo>
                  <a:lnTo>
                    <a:pt x="271564" y="137414"/>
                  </a:lnTo>
                  <a:lnTo>
                    <a:pt x="161290" y="137414"/>
                  </a:lnTo>
                  <a:lnTo>
                    <a:pt x="161290" y="76454"/>
                  </a:lnTo>
                  <a:lnTo>
                    <a:pt x="133223" y="76454"/>
                  </a:lnTo>
                  <a:lnTo>
                    <a:pt x="133223" y="137414"/>
                  </a:lnTo>
                  <a:lnTo>
                    <a:pt x="133223" y="165354"/>
                  </a:lnTo>
                  <a:lnTo>
                    <a:pt x="269875" y="165354"/>
                  </a:lnTo>
                  <a:lnTo>
                    <a:pt x="263613" y="196303"/>
                  </a:lnTo>
                  <a:lnTo>
                    <a:pt x="236512" y="236486"/>
                  </a:lnTo>
                  <a:lnTo>
                    <a:pt x="196342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86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342" y="30861"/>
                  </a:lnTo>
                  <a:lnTo>
                    <a:pt x="236512" y="58102"/>
                  </a:lnTo>
                  <a:lnTo>
                    <a:pt x="263613" y="98310"/>
                  </a:lnTo>
                  <a:lnTo>
                    <a:pt x="271564" y="137414"/>
                  </a:lnTo>
                  <a:lnTo>
                    <a:pt x="271564" y="70281"/>
                  </a:lnTo>
                  <a:lnTo>
                    <a:pt x="234340" y="28371"/>
                  </a:lnTo>
                  <a:lnTo>
                    <a:pt x="193802" y="7505"/>
                  </a:lnTo>
                  <a:lnTo>
                    <a:pt x="147193" y="0"/>
                  </a:lnTo>
                  <a:lnTo>
                    <a:pt x="100622" y="7505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947" y="165354"/>
                  </a:lnTo>
                  <a:lnTo>
                    <a:pt x="315722" y="165354"/>
                  </a:lnTo>
                  <a:lnTo>
                    <a:pt x="315722" y="137414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697732" y="7486396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7"/>
                  </a:moveTo>
                  <a:lnTo>
                    <a:pt x="196351" y="263600"/>
                  </a:lnTo>
                  <a:lnTo>
                    <a:pt x="236521" y="236473"/>
                  </a:lnTo>
                  <a:lnTo>
                    <a:pt x="263618" y="196298"/>
                  </a:lnTo>
                  <a:lnTo>
                    <a:pt x="273557" y="147192"/>
                  </a:lnTo>
                  <a:lnTo>
                    <a:pt x="263618" y="98301"/>
                  </a:lnTo>
                  <a:lnTo>
                    <a:pt x="236521" y="58102"/>
                  </a:lnTo>
                  <a:lnTo>
                    <a:pt x="196351" y="30857"/>
                  </a:lnTo>
                  <a:lnTo>
                    <a:pt x="147192" y="20827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7" y="147192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7"/>
                  </a:lnTo>
                  <a:close/>
                </a:path>
                <a:path w="295275" h="295275">
                  <a:moveTo>
                    <a:pt x="147192" y="294893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3" y="147192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3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2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3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" name="object 119" descr=""/>
          <p:cNvGrpSpPr/>
          <p:nvPr/>
        </p:nvGrpSpPr>
        <p:grpSpPr>
          <a:xfrm>
            <a:off x="10766932" y="5443220"/>
            <a:ext cx="476884" cy="476884"/>
            <a:chOff x="10766932" y="5443220"/>
            <a:chExt cx="476884" cy="476884"/>
          </a:xfrm>
        </p:grpSpPr>
        <p:sp>
          <p:nvSpPr>
            <p:cNvPr id="120" name="object 120" descr=""/>
            <p:cNvSpPr/>
            <p:nvPr/>
          </p:nvSpPr>
          <p:spPr>
            <a:xfrm>
              <a:off x="10766932" y="5443220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125" y="0"/>
                  </a:moveTo>
                  <a:lnTo>
                    <a:pt x="190117" y="4840"/>
                  </a:lnTo>
                  <a:lnTo>
                    <a:pt x="145411" y="18724"/>
                  </a:lnTo>
                  <a:lnTo>
                    <a:pt x="104961" y="40692"/>
                  </a:lnTo>
                  <a:lnTo>
                    <a:pt x="69723" y="69786"/>
                  </a:lnTo>
                  <a:lnTo>
                    <a:pt x="40652" y="105047"/>
                  </a:lnTo>
                  <a:lnTo>
                    <a:pt x="18704" y="145518"/>
                  </a:lnTo>
                  <a:lnTo>
                    <a:pt x="4835" y="190239"/>
                  </a:lnTo>
                  <a:lnTo>
                    <a:pt x="0" y="238251"/>
                  </a:lnTo>
                  <a:lnTo>
                    <a:pt x="4835" y="286264"/>
                  </a:lnTo>
                  <a:lnTo>
                    <a:pt x="18704" y="330985"/>
                  </a:lnTo>
                  <a:lnTo>
                    <a:pt x="40652" y="371456"/>
                  </a:lnTo>
                  <a:lnTo>
                    <a:pt x="69723" y="406717"/>
                  </a:lnTo>
                  <a:lnTo>
                    <a:pt x="104961" y="435811"/>
                  </a:lnTo>
                  <a:lnTo>
                    <a:pt x="145411" y="457779"/>
                  </a:lnTo>
                  <a:lnTo>
                    <a:pt x="190117" y="471663"/>
                  </a:lnTo>
                  <a:lnTo>
                    <a:pt x="238125" y="476503"/>
                  </a:lnTo>
                  <a:lnTo>
                    <a:pt x="286137" y="471663"/>
                  </a:lnTo>
                  <a:lnTo>
                    <a:pt x="330858" y="457779"/>
                  </a:lnTo>
                  <a:lnTo>
                    <a:pt x="371329" y="435811"/>
                  </a:lnTo>
                  <a:lnTo>
                    <a:pt x="406590" y="406717"/>
                  </a:lnTo>
                  <a:lnTo>
                    <a:pt x="435684" y="371456"/>
                  </a:lnTo>
                  <a:lnTo>
                    <a:pt x="457652" y="330985"/>
                  </a:lnTo>
                  <a:lnTo>
                    <a:pt x="471536" y="286264"/>
                  </a:lnTo>
                  <a:lnTo>
                    <a:pt x="476376" y="238251"/>
                  </a:lnTo>
                  <a:lnTo>
                    <a:pt x="471536" y="190239"/>
                  </a:lnTo>
                  <a:lnTo>
                    <a:pt x="457652" y="145518"/>
                  </a:lnTo>
                  <a:lnTo>
                    <a:pt x="435684" y="105047"/>
                  </a:lnTo>
                  <a:lnTo>
                    <a:pt x="406590" y="69786"/>
                  </a:lnTo>
                  <a:lnTo>
                    <a:pt x="371329" y="40692"/>
                  </a:lnTo>
                  <a:lnTo>
                    <a:pt x="330858" y="18724"/>
                  </a:lnTo>
                  <a:lnTo>
                    <a:pt x="286137" y="484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0857738" y="5534024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795"/>
                  </a:moveTo>
                  <a:lnTo>
                    <a:pt x="293370" y="137795"/>
                  </a:lnTo>
                  <a:lnTo>
                    <a:pt x="287337" y="100584"/>
                  </a:lnTo>
                  <a:lnTo>
                    <a:pt x="271640" y="70358"/>
                  </a:lnTo>
                  <a:lnTo>
                    <a:pt x="271640" y="137795"/>
                  </a:lnTo>
                  <a:lnTo>
                    <a:pt x="161163" y="137795"/>
                  </a:lnTo>
                  <a:lnTo>
                    <a:pt x="161163" y="76835"/>
                  </a:lnTo>
                  <a:lnTo>
                    <a:pt x="133096" y="76835"/>
                  </a:lnTo>
                  <a:lnTo>
                    <a:pt x="133096" y="137795"/>
                  </a:lnTo>
                  <a:lnTo>
                    <a:pt x="133096" y="165735"/>
                  </a:lnTo>
                  <a:lnTo>
                    <a:pt x="269786" y="165735"/>
                  </a:lnTo>
                  <a:lnTo>
                    <a:pt x="263588" y="196303"/>
                  </a:lnTo>
                  <a:lnTo>
                    <a:pt x="236474" y="236474"/>
                  </a:lnTo>
                  <a:lnTo>
                    <a:pt x="196291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291" y="30861"/>
                  </a:lnTo>
                  <a:lnTo>
                    <a:pt x="236474" y="58102"/>
                  </a:lnTo>
                  <a:lnTo>
                    <a:pt x="263588" y="98310"/>
                  </a:lnTo>
                  <a:lnTo>
                    <a:pt x="271640" y="137795"/>
                  </a:lnTo>
                  <a:lnTo>
                    <a:pt x="271640" y="70358"/>
                  </a:lnTo>
                  <a:lnTo>
                    <a:pt x="234340" y="28333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33"/>
                  </a:lnTo>
                  <a:lnTo>
                    <a:pt x="28359" y="60159"/>
                  </a:lnTo>
                  <a:lnTo>
                    <a:pt x="7493" y="10058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884" y="165735"/>
                  </a:lnTo>
                  <a:lnTo>
                    <a:pt x="315722" y="165735"/>
                  </a:lnTo>
                  <a:lnTo>
                    <a:pt x="315722" y="137795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0857737" y="5534025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298" y="263600"/>
                  </a:lnTo>
                  <a:lnTo>
                    <a:pt x="236473" y="236474"/>
                  </a:lnTo>
                  <a:lnTo>
                    <a:pt x="263600" y="196298"/>
                  </a:lnTo>
                  <a:lnTo>
                    <a:pt x="273557" y="147192"/>
                  </a:lnTo>
                  <a:lnTo>
                    <a:pt x="263600" y="98301"/>
                  </a:lnTo>
                  <a:lnTo>
                    <a:pt x="236473" y="58102"/>
                  </a:lnTo>
                  <a:lnTo>
                    <a:pt x="196298" y="30857"/>
                  </a:lnTo>
                  <a:lnTo>
                    <a:pt x="147192" y="20827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7" y="147192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3" y="147192"/>
                  </a:lnTo>
                  <a:lnTo>
                    <a:pt x="287348" y="100575"/>
                  </a:lnTo>
                  <a:lnTo>
                    <a:pt x="266348" y="60158"/>
                  </a:lnTo>
                  <a:lnTo>
                    <a:pt x="234351" y="28330"/>
                  </a:lnTo>
                  <a:lnTo>
                    <a:pt x="193814" y="7480"/>
                  </a:lnTo>
                  <a:lnTo>
                    <a:pt x="147192" y="0"/>
                  </a:lnTo>
                  <a:lnTo>
                    <a:pt x="100624" y="7480"/>
                  </a:lnTo>
                  <a:lnTo>
                    <a:pt x="60213" y="28330"/>
                  </a:lnTo>
                  <a:lnTo>
                    <a:pt x="28366" y="60158"/>
                  </a:lnTo>
                  <a:lnTo>
                    <a:pt x="7492" y="100575"/>
                  </a:lnTo>
                  <a:lnTo>
                    <a:pt x="0" y="147192"/>
                  </a:lnTo>
                  <a:lnTo>
                    <a:pt x="7493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 descr=""/>
          <p:cNvGrpSpPr/>
          <p:nvPr/>
        </p:nvGrpSpPr>
        <p:grpSpPr>
          <a:xfrm>
            <a:off x="12591922" y="5443220"/>
            <a:ext cx="476884" cy="476884"/>
            <a:chOff x="12591922" y="5443220"/>
            <a:chExt cx="476884" cy="476884"/>
          </a:xfrm>
        </p:grpSpPr>
        <p:sp>
          <p:nvSpPr>
            <p:cNvPr id="124" name="object 124" descr=""/>
            <p:cNvSpPr/>
            <p:nvPr/>
          </p:nvSpPr>
          <p:spPr>
            <a:xfrm>
              <a:off x="12591922" y="5443220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251" y="0"/>
                  </a:moveTo>
                  <a:lnTo>
                    <a:pt x="190239" y="4840"/>
                  </a:lnTo>
                  <a:lnTo>
                    <a:pt x="145518" y="18724"/>
                  </a:lnTo>
                  <a:lnTo>
                    <a:pt x="105047" y="40692"/>
                  </a:lnTo>
                  <a:lnTo>
                    <a:pt x="69786" y="69786"/>
                  </a:lnTo>
                  <a:lnTo>
                    <a:pt x="40692" y="105047"/>
                  </a:lnTo>
                  <a:lnTo>
                    <a:pt x="18724" y="145518"/>
                  </a:lnTo>
                  <a:lnTo>
                    <a:pt x="4840" y="190239"/>
                  </a:lnTo>
                  <a:lnTo>
                    <a:pt x="0" y="238251"/>
                  </a:lnTo>
                  <a:lnTo>
                    <a:pt x="4840" y="286264"/>
                  </a:lnTo>
                  <a:lnTo>
                    <a:pt x="18724" y="330985"/>
                  </a:lnTo>
                  <a:lnTo>
                    <a:pt x="40692" y="371456"/>
                  </a:lnTo>
                  <a:lnTo>
                    <a:pt x="69786" y="406717"/>
                  </a:lnTo>
                  <a:lnTo>
                    <a:pt x="105047" y="435811"/>
                  </a:lnTo>
                  <a:lnTo>
                    <a:pt x="145518" y="457779"/>
                  </a:lnTo>
                  <a:lnTo>
                    <a:pt x="190239" y="471663"/>
                  </a:lnTo>
                  <a:lnTo>
                    <a:pt x="238251" y="476503"/>
                  </a:lnTo>
                  <a:lnTo>
                    <a:pt x="286259" y="471663"/>
                  </a:lnTo>
                  <a:lnTo>
                    <a:pt x="330965" y="457779"/>
                  </a:lnTo>
                  <a:lnTo>
                    <a:pt x="371415" y="435811"/>
                  </a:lnTo>
                  <a:lnTo>
                    <a:pt x="406654" y="406717"/>
                  </a:lnTo>
                  <a:lnTo>
                    <a:pt x="435724" y="371456"/>
                  </a:lnTo>
                  <a:lnTo>
                    <a:pt x="457672" y="330985"/>
                  </a:lnTo>
                  <a:lnTo>
                    <a:pt x="471541" y="286264"/>
                  </a:lnTo>
                  <a:lnTo>
                    <a:pt x="476376" y="238251"/>
                  </a:lnTo>
                  <a:lnTo>
                    <a:pt x="471541" y="190239"/>
                  </a:lnTo>
                  <a:lnTo>
                    <a:pt x="457672" y="145518"/>
                  </a:lnTo>
                  <a:lnTo>
                    <a:pt x="435724" y="105047"/>
                  </a:lnTo>
                  <a:lnTo>
                    <a:pt x="406653" y="69786"/>
                  </a:lnTo>
                  <a:lnTo>
                    <a:pt x="371415" y="40692"/>
                  </a:lnTo>
                  <a:lnTo>
                    <a:pt x="330965" y="18724"/>
                  </a:lnTo>
                  <a:lnTo>
                    <a:pt x="286259" y="4840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682855" y="5534024"/>
              <a:ext cx="315595" cy="295275"/>
            </a:xfrm>
            <a:custGeom>
              <a:avLst/>
              <a:gdLst/>
              <a:ahLst/>
              <a:cxnLst/>
              <a:rect l="l" t="t" r="r" b="b"/>
              <a:pathLst>
                <a:path w="315595" h="295275">
                  <a:moveTo>
                    <a:pt x="315595" y="137795"/>
                  </a:moveTo>
                  <a:lnTo>
                    <a:pt x="293370" y="137795"/>
                  </a:lnTo>
                  <a:lnTo>
                    <a:pt x="287337" y="100584"/>
                  </a:lnTo>
                  <a:lnTo>
                    <a:pt x="271640" y="70383"/>
                  </a:lnTo>
                  <a:lnTo>
                    <a:pt x="271640" y="137795"/>
                  </a:lnTo>
                  <a:lnTo>
                    <a:pt x="161163" y="137795"/>
                  </a:lnTo>
                  <a:lnTo>
                    <a:pt x="161163" y="76835"/>
                  </a:lnTo>
                  <a:lnTo>
                    <a:pt x="133096" y="76835"/>
                  </a:lnTo>
                  <a:lnTo>
                    <a:pt x="133096" y="137795"/>
                  </a:lnTo>
                  <a:lnTo>
                    <a:pt x="133096" y="165735"/>
                  </a:lnTo>
                  <a:lnTo>
                    <a:pt x="269786" y="165735"/>
                  </a:lnTo>
                  <a:lnTo>
                    <a:pt x="263588" y="196303"/>
                  </a:lnTo>
                  <a:lnTo>
                    <a:pt x="236448" y="236474"/>
                  </a:lnTo>
                  <a:lnTo>
                    <a:pt x="196240" y="263601"/>
                  </a:lnTo>
                  <a:lnTo>
                    <a:pt x="147066" y="273558"/>
                  </a:lnTo>
                  <a:lnTo>
                    <a:pt x="98171" y="263601"/>
                  </a:lnTo>
                  <a:lnTo>
                    <a:pt x="57975" y="236474"/>
                  </a:lnTo>
                  <a:lnTo>
                    <a:pt x="30721" y="196303"/>
                  </a:lnTo>
                  <a:lnTo>
                    <a:pt x="20701" y="147193"/>
                  </a:lnTo>
                  <a:lnTo>
                    <a:pt x="30721" y="98310"/>
                  </a:lnTo>
                  <a:lnTo>
                    <a:pt x="57962" y="58102"/>
                  </a:lnTo>
                  <a:lnTo>
                    <a:pt x="98171" y="30861"/>
                  </a:lnTo>
                  <a:lnTo>
                    <a:pt x="147066" y="20828"/>
                  </a:lnTo>
                  <a:lnTo>
                    <a:pt x="196240" y="30861"/>
                  </a:lnTo>
                  <a:lnTo>
                    <a:pt x="236448" y="58102"/>
                  </a:lnTo>
                  <a:lnTo>
                    <a:pt x="263588" y="98310"/>
                  </a:lnTo>
                  <a:lnTo>
                    <a:pt x="271640" y="137795"/>
                  </a:lnTo>
                  <a:lnTo>
                    <a:pt x="271640" y="70383"/>
                  </a:lnTo>
                  <a:lnTo>
                    <a:pt x="234315" y="28333"/>
                  </a:lnTo>
                  <a:lnTo>
                    <a:pt x="193738" y="7493"/>
                  </a:lnTo>
                  <a:lnTo>
                    <a:pt x="147066" y="0"/>
                  </a:lnTo>
                  <a:lnTo>
                    <a:pt x="100507" y="7493"/>
                  </a:lnTo>
                  <a:lnTo>
                    <a:pt x="60121" y="28333"/>
                  </a:lnTo>
                  <a:lnTo>
                    <a:pt x="28321" y="60159"/>
                  </a:lnTo>
                  <a:lnTo>
                    <a:pt x="7467" y="100584"/>
                  </a:lnTo>
                  <a:lnTo>
                    <a:pt x="0" y="147193"/>
                  </a:lnTo>
                  <a:lnTo>
                    <a:pt x="7467" y="193814"/>
                  </a:lnTo>
                  <a:lnTo>
                    <a:pt x="28321" y="234353"/>
                  </a:lnTo>
                  <a:lnTo>
                    <a:pt x="60121" y="266357"/>
                  </a:lnTo>
                  <a:lnTo>
                    <a:pt x="100507" y="287350"/>
                  </a:lnTo>
                  <a:lnTo>
                    <a:pt x="147066" y="294894"/>
                  </a:lnTo>
                  <a:lnTo>
                    <a:pt x="193738" y="287350"/>
                  </a:lnTo>
                  <a:lnTo>
                    <a:pt x="220383" y="273558"/>
                  </a:lnTo>
                  <a:lnTo>
                    <a:pt x="234315" y="266357"/>
                  </a:lnTo>
                  <a:lnTo>
                    <a:pt x="266331" y="234353"/>
                  </a:lnTo>
                  <a:lnTo>
                    <a:pt x="287337" y="193814"/>
                  </a:lnTo>
                  <a:lnTo>
                    <a:pt x="291884" y="165735"/>
                  </a:lnTo>
                  <a:lnTo>
                    <a:pt x="315595" y="165735"/>
                  </a:lnTo>
                  <a:lnTo>
                    <a:pt x="315595" y="137795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2682854" y="5534025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066" y="273558"/>
                  </a:moveTo>
                  <a:lnTo>
                    <a:pt x="196244" y="263600"/>
                  </a:lnTo>
                  <a:lnTo>
                    <a:pt x="236458" y="236474"/>
                  </a:lnTo>
                  <a:lnTo>
                    <a:pt x="263598" y="196298"/>
                  </a:lnTo>
                  <a:lnTo>
                    <a:pt x="273558" y="147192"/>
                  </a:lnTo>
                  <a:lnTo>
                    <a:pt x="263598" y="98301"/>
                  </a:lnTo>
                  <a:lnTo>
                    <a:pt x="236458" y="58102"/>
                  </a:lnTo>
                  <a:lnTo>
                    <a:pt x="196244" y="30857"/>
                  </a:lnTo>
                  <a:lnTo>
                    <a:pt x="147066" y="20827"/>
                  </a:lnTo>
                  <a:lnTo>
                    <a:pt x="98174" y="30857"/>
                  </a:lnTo>
                  <a:lnTo>
                    <a:pt x="57975" y="58102"/>
                  </a:lnTo>
                  <a:lnTo>
                    <a:pt x="30730" y="98301"/>
                  </a:lnTo>
                  <a:lnTo>
                    <a:pt x="20700" y="147192"/>
                  </a:lnTo>
                  <a:lnTo>
                    <a:pt x="30730" y="196298"/>
                  </a:lnTo>
                  <a:lnTo>
                    <a:pt x="57975" y="236474"/>
                  </a:lnTo>
                  <a:lnTo>
                    <a:pt x="98174" y="263600"/>
                  </a:lnTo>
                  <a:lnTo>
                    <a:pt x="147066" y="273558"/>
                  </a:lnTo>
                  <a:close/>
                </a:path>
                <a:path w="295275" h="295275">
                  <a:moveTo>
                    <a:pt x="147066" y="294894"/>
                  </a:moveTo>
                  <a:lnTo>
                    <a:pt x="193749" y="287348"/>
                  </a:lnTo>
                  <a:lnTo>
                    <a:pt x="234324" y="266348"/>
                  </a:lnTo>
                  <a:lnTo>
                    <a:pt x="266340" y="234351"/>
                  </a:lnTo>
                  <a:lnTo>
                    <a:pt x="287347" y="193814"/>
                  </a:lnTo>
                  <a:lnTo>
                    <a:pt x="294894" y="147192"/>
                  </a:lnTo>
                  <a:lnTo>
                    <a:pt x="287347" y="100575"/>
                  </a:lnTo>
                  <a:lnTo>
                    <a:pt x="266340" y="60158"/>
                  </a:lnTo>
                  <a:lnTo>
                    <a:pt x="234324" y="28330"/>
                  </a:lnTo>
                  <a:lnTo>
                    <a:pt x="193749" y="7480"/>
                  </a:lnTo>
                  <a:lnTo>
                    <a:pt x="147066" y="0"/>
                  </a:lnTo>
                  <a:lnTo>
                    <a:pt x="100510" y="7480"/>
                  </a:lnTo>
                  <a:lnTo>
                    <a:pt x="60130" y="28330"/>
                  </a:lnTo>
                  <a:lnTo>
                    <a:pt x="28322" y="60158"/>
                  </a:lnTo>
                  <a:lnTo>
                    <a:pt x="7479" y="100575"/>
                  </a:lnTo>
                  <a:lnTo>
                    <a:pt x="0" y="147192"/>
                  </a:lnTo>
                  <a:lnTo>
                    <a:pt x="7479" y="193814"/>
                  </a:lnTo>
                  <a:lnTo>
                    <a:pt x="28322" y="234351"/>
                  </a:lnTo>
                  <a:lnTo>
                    <a:pt x="60130" y="266348"/>
                  </a:lnTo>
                  <a:lnTo>
                    <a:pt x="100510" y="287348"/>
                  </a:lnTo>
                  <a:lnTo>
                    <a:pt x="147066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 txBox="1"/>
          <p:nvPr/>
        </p:nvSpPr>
        <p:spPr>
          <a:xfrm>
            <a:off x="7328661" y="8197722"/>
            <a:ext cx="210312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비효율적인</a:t>
            </a:r>
            <a:r>
              <a:rPr dirty="0" sz="1600" spc="-125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데이터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전처리</a:t>
            </a:r>
            <a:r>
              <a:rPr dirty="0" sz="1600" spc="-125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프로세스</a:t>
            </a:r>
            <a:r>
              <a:rPr dirty="0" sz="1600" spc="-11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125" b="1">
                <a:solidFill>
                  <a:srgbClr val="D7365D"/>
                </a:solidFill>
                <a:latin typeface="Calibri"/>
                <a:cs typeface="Calibri"/>
              </a:rPr>
              <a:t>-</a:t>
            </a:r>
            <a:r>
              <a:rPr dirty="0" sz="1600" spc="75" b="1">
                <a:solidFill>
                  <a:srgbClr val="D7365D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특히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비정형</a:t>
            </a:r>
            <a:r>
              <a:rPr dirty="0" sz="1600" spc="-13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데이터</a:t>
            </a:r>
            <a:r>
              <a:rPr dirty="0" sz="1600" spc="-114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취급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28" name="object 128" descr=""/>
          <p:cNvSpPr txBox="1"/>
          <p:nvPr/>
        </p:nvSpPr>
        <p:spPr>
          <a:xfrm>
            <a:off x="15648178" y="8197722"/>
            <a:ext cx="1967230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데이터</a:t>
            </a:r>
            <a:r>
              <a:rPr dirty="0" sz="1600" spc="-13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35" b="1">
                <a:solidFill>
                  <a:srgbClr val="D7365D"/>
                </a:solidFill>
                <a:latin typeface="Malgun Gothic"/>
                <a:cs typeface="Malgun Gothic"/>
              </a:rPr>
              <a:t>발생 </a:t>
            </a:r>
            <a:r>
              <a:rPr dirty="0" sz="1600" spc="-20" b="1">
                <a:solidFill>
                  <a:srgbClr val="D7365D"/>
                </a:solidFill>
                <a:latin typeface="Malgun Gothic"/>
                <a:cs typeface="Malgun Gothic"/>
              </a:rPr>
              <a:t>시점으로부터</a:t>
            </a:r>
            <a:r>
              <a:rPr dirty="0" sz="1600" spc="-75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상당히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경과한</a:t>
            </a:r>
            <a:r>
              <a:rPr dirty="0" sz="1600" spc="-130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후에야</a:t>
            </a:r>
            <a:r>
              <a:rPr dirty="0" sz="1600" spc="-114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D7365D"/>
                </a:solidFill>
                <a:latin typeface="Malgun Gothic"/>
                <a:cs typeface="Malgun Gothic"/>
              </a:rPr>
              <a:t>분석에 </a:t>
            </a:r>
            <a:r>
              <a:rPr dirty="0" sz="1600" spc="-10" b="1">
                <a:solidFill>
                  <a:srgbClr val="D7365D"/>
                </a:solidFill>
                <a:latin typeface="Malgun Gothic"/>
                <a:cs typeface="Malgun Gothic"/>
              </a:rPr>
              <a:t>이용</a:t>
            </a:r>
            <a:r>
              <a:rPr dirty="0" sz="1600" spc="-125" b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00" spc="-35" b="1">
                <a:solidFill>
                  <a:srgbClr val="D7365D"/>
                </a:solidFill>
                <a:latin typeface="Malgun Gothic"/>
                <a:cs typeface="Malgun Gothic"/>
              </a:rPr>
              <a:t>가능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29" name="object 129" descr=""/>
          <p:cNvSpPr/>
          <p:nvPr/>
        </p:nvSpPr>
        <p:spPr>
          <a:xfrm>
            <a:off x="17040733" y="7224648"/>
            <a:ext cx="76200" cy="818515"/>
          </a:xfrm>
          <a:custGeom>
            <a:avLst/>
            <a:gdLst/>
            <a:ahLst/>
            <a:cxnLst/>
            <a:rect l="l" t="t" r="r" b="b"/>
            <a:pathLst>
              <a:path w="76200" h="818515">
                <a:moveTo>
                  <a:pt x="47625" y="63500"/>
                </a:moveTo>
                <a:lnTo>
                  <a:pt x="28575" y="63500"/>
                </a:lnTo>
                <a:lnTo>
                  <a:pt x="28575" y="818388"/>
                </a:lnTo>
                <a:lnTo>
                  <a:pt x="47625" y="818388"/>
                </a:lnTo>
                <a:lnTo>
                  <a:pt x="47625" y="63500"/>
                </a:lnTo>
                <a:close/>
              </a:path>
              <a:path w="76200" h="818515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18515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 txBox="1"/>
          <p:nvPr/>
        </p:nvSpPr>
        <p:spPr>
          <a:xfrm>
            <a:off x="17187417" y="9460874"/>
            <a:ext cx="232410" cy="17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00" spc="70">
                <a:solidFill>
                  <a:srgbClr val="173360"/>
                </a:solidFill>
                <a:latin typeface="Calibri"/>
                <a:cs typeface="Calibri"/>
              </a:rPr>
              <a:t>54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407641" y="5481777"/>
            <a:ext cx="3173095" cy="553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6240">
              <a:lnSpc>
                <a:spcPts val="1545"/>
              </a:lnSpc>
            </a:pPr>
            <a:r>
              <a:rPr dirty="0" sz="1800" spc="245" b="1" i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1600"/>
              </a:lnSpc>
              <a:tabLst>
                <a:tab pos="2051685" algn="l"/>
              </a:tabLst>
            </a:pPr>
            <a:r>
              <a:rPr dirty="0" baseline="-33950" sz="2700" spc="375" b="1" i="1">
                <a:solidFill>
                  <a:srgbClr val="173360"/>
                </a:solidFill>
                <a:latin typeface="Calibri"/>
                <a:cs typeface="Calibri"/>
              </a:rPr>
              <a:t>Warehouse</a:t>
            </a:r>
            <a:r>
              <a:rPr dirty="0" baseline="-33950" sz="2700" b="1" i="1">
                <a:solidFill>
                  <a:srgbClr val="173360"/>
                </a:solidFill>
                <a:latin typeface="Calibri"/>
                <a:cs typeface="Calibri"/>
              </a:rPr>
              <a:t>	</a:t>
            </a:r>
            <a:r>
              <a:rPr dirty="0" sz="1800" spc="210" b="1" i="1">
                <a:solidFill>
                  <a:srgbClr val="173360"/>
                </a:solid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905872" y="2297176"/>
            <a:ext cx="8049259" cy="6401435"/>
            <a:chOff x="9905872" y="2297176"/>
            <a:chExt cx="8049259" cy="6401435"/>
          </a:xfrm>
        </p:grpSpPr>
        <p:sp>
          <p:nvSpPr>
            <p:cNvPr id="4" name="object 4" descr=""/>
            <p:cNvSpPr/>
            <p:nvPr/>
          </p:nvSpPr>
          <p:spPr>
            <a:xfrm>
              <a:off x="13843634" y="2297176"/>
              <a:ext cx="4111625" cy="6401435"/>
            </a:xfrm>
            <a:custGeom>
              <a:avLst/>
              <a:gdLst/>
              <a:ahLst/>
              <a:cxnLst/>
              <a:rect l="l" t="t" r="r" b="b"/>
              <a:pathLst>
                <a:path w="4111625" h="6401434">
                  <a:moveTo>
                    <a:pt x="4111498" y="0"/>
                  </a:moveTo>
                  <a:lnTo>
                    <a:pt x="0" y="0"/>
                  </a:lnTo>
                  <a:lnTo>
                    <a:pt x="0" y="6401435"/>
                  </a:lnTo>
                  <a:lnTo>
                    <a:pt x="4111498" y="6401435"/>
                  </a:lnTo>
                  <a:lnTo>
                    <a:pt x="4111498" y="0"/>
                  </a:lnTo>
                  <a:close/>
                </a:path>
              </a:pathLst>
            </a:custGeom>
            <a:solidFill>
              <a:srgbClr val="F4FBFF">
                <a:alpha val="8431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905872" y="4134230"/>
              <a:ext cx="4033520" cy="3266440"/>
            </a:xfrm>
            <a:custGeom>
              <a:avLst/>
              <a:gdLst/>
              <a:ahLst/>
              <a:cxnLst/>
              <a:rect l="l" t="t" r="r" b="b"/>
              <a:pathLst>
                <a:path w="4033519" h="3266440">
                  <a:moveTo>
                    <a:pt x="3964940" y="0"/>
                  </a:moveTo>
                  <a:lnTo>
                    <a:pt x="68579" y="0"/>
                  </a:lnTo>
                  <a:lnTo>
                    <a:pt x="41898" y="5393"/>
                  </a:lnTo>
                  <a:lnTo>
                    <a:pt x="20097" y="20097"/>
                  </a:lnTo>
                  <a:lnTo>
                    <a:pt x="5393" y="41898"/>
                  </a:lnTo>
                  <a:lnTo>
                    <a:pt x="0" y="68580"/>
                  </a:lnTo>
                  <a:lnTo>
                    <a:pt x="0" y="3197479"/>
                  </a:lnTo>
                  <a:lnTo>
                    <a:pt x="5393" y="3224214"/>
                  </a:lnTo>
                  <a:lnTo>
                    <a:pt x="20097" y="3246008"/>
                  </a:lnTo>
                  <a:lnTo>
                    <a:pt x="41898" y="3260683"/>
                  </a:lnTo>
                  <a:lnTo>
                    <a:pt x="68579" y="3266059"/>
                  </a:lnTo>
                  <a:lnTo>
                    <a:pt x="3964940" y="3266059"/>
                  </a:lnTo>
                  <a:lnTo>
                    <a:pt x="3991621" y="3260683"/>
                  </a:lnTo>
                  <a:lnTo>
                    <a:pt x="4013422" y="3246008"/>
                  </a:lnTo>
                  <a:lnTo>
                    <a:pt x="4028126" y="3224214"/>
                  </a:lnTo>
                  <a:lnTo>
                    <a:pt x="4033519" y="3197479"/>
                  </a:lnTo>
                  <a:lnTo>
                    <a:pt x="4033519" y="68580"/>
                  </a:lnTo>
                  <a:lnTo>
                    <a:pt x="4028126" y="41898"/>
                  </a:lnTo>
                  <a:lnTo>
                    <a:pt x="4013422" y="20097"/>
                  </a:lnTo>
                  <a:lnTo>
                    <a:pt x="3991621" y="5393"/>
                  </a:lnTo>
                  <a:lnTo>
                    <a:pt x="3964940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배치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처리의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대부분은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순차적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처리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954938" y="3611829"/>
            <a:ext cx="8035925" cy="4899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5770880">
              <a:lnSpc>
                <a:spcPts val="2100"/>
              </a:lnSpc>
            </a:pPr>
            <a:r>
              <a:rPr dirty="0" sz="1800" spc="225" b="1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endParaRPr sz="1800">
              <a:latin typeface="Calibri"/>
              <a:cs typeface="Calibri"/>
            </a:endParaRPr>
          </a:p>
          <a:p>
            <a:pPr algn="ctr" marR="5768975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RDBMS/NoSQL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Calibri"/>
              <a:cs typeface="Calibri"/>
            </a:endParaRPr>
          </a:p>
          <a:p>
            <a:pPr algn="ctr" marR="5771515">
              <a:lnSpc>
                <a:spcPct val="100000"/>
              </a:lnSpc>
            </a:pPr>
            <a:r>
              <a:rPr dirty="0" sz="1800" spc="185" b="1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  <a:p>
            <a:pPr algn="ctr" marR="5770245">
              <a:lnSpc>
                <a:spcPct val="100000"/>
              </a:lnSpc>
            </a:pPr>
            <a:r>
              <a:rPr dirty="0" sz="1800" spc="175">
                <a:solidFill>
                  <a:srgbClr val="FFFFFF"/>
                </a:solidFill>
                <a:latin typeface="Calibri"/>
                <a:cs typeface="Calibri"/>
              </a:rPr>
              <a:t>CSV/JSON/XML…</a:t>
            </a:r>
            <a:endParaRPr sz="1800">
              <a:latin typeface="Calibri"/>
              <a:cs typeface="Calibri"/>
            </a:endParaRPr>
          </a:p>
          <a:p>
            <a:pPr marL="7273925" indent="-187960">
              <a:lnSpc>
                <a:spcPct val="100000"/>
              </a:lnSpc>
              <a:spcBef>
                <a:spcPts val="605"/>
              </a:spcBef>
            </a:pPr>
            <a:r>
              <a:rPr dirty="0" sz="1800" spc="235" b="1" i="1">
                <a:solidFill>
                  <a:srgbClr val="173360"/>
                </a:solidFill>
                <a:latin typeface="Calibri"/>
                <a:cs typeface="Calibri"/>
              </a:rPr>
              <a:t>Staging</a:t>
            </a:r>
            <a:r>
              <a:rPr dirty="0" sz="1800" spc="235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15" b="1" i="1">
                <a:solidFill>
                  <a:srgbClr val="173360"/>
                </a:solidFill>
                <a:latin typeface="Calibri"/>
                <a:cs typeface="Calibri"/>
              </a:rPr>
              <a:t>Area</a:t>
            </a:r>
            <a:endParaRPr sz="1800">
              <a:latin typeface="Calibri"/>
              <a:cs typeface="Calibri"/>
            </a:endParaRPr>
          </a:p>
          <a:p>
            <a:pPr algn="ctr" marR="5772785">
              <a:lnSpc>
                <a:spcPct val="100000"/>
              </a:lnSpc>
              <a:spcBef>
                <a:spcPts val="585"/>
              </a:spcBef>
            </a:pPr>
            <a:r>
              <a:rPr dirty="0" sz="1800" spc="260" b="1">
                <a:solidFill>
                  <a:srgbClr val="FFFFFF"/>
                </a:solidFill>
                <a:latin typeface="Calibri"/>
                <a:cs typeface="Calibri"/>
              </a:rPr>
              <a:t>SaaS</a:t>
            </a:r>
            <a:r>
              <a:rPr dirty="0" sz="18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 b="1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algn="ctr" marR="5770880">
              <a:lnSpc>
                <a:spcPct val="100000"/>
              </a:lnSpc>
            </a:pPr>
            <a:r>
              <a:rPr dirty="0" sz="1800" spc="265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FFFFFF"/>
                </a:solidFill>
                <a:latin typeface="Calibri"/>
                <a:cs typeface="Calibri"/>
              </a:rPr>
              <a:t>APIs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Calibri"/>
              <a:cs typeface="Calibri"/>
            </a:endParaRPr>
          </a:p>
          <a:p>
            <a:pPr algn="ctr" marR="5770245">
              <a:lnSpc>
                <a:spcPct val="100000"/>
              </a:lnSpc>
            </a:pPr>
            <a:r>
              <a:rPr dirty="0" sz="1800" spc="204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29" b="1">
                <a:solidFill>
                  <a:srgbClr val="FFFFFF"/>
                </a:solidFill>
                <a:latin typeface="Calibri"/>
                <a:cs typeface="Calibri"/>
              </a:rPr>
              <a:t>Events</a:t>
            </a:r>
            <a:endParaRPr sz="1800">
              <a:latin typeface="Calibri"/>
              <a:cs typeface="Calibri"/>
            </a:endParaRPr>
          </a:p>
          <a:p>
            <a:pPr algn="ctr" marR="5770880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Webhook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800">
              <a:latin typeface="Calibri"/>
              <a:cs typeface="Calibri"/>
            </a:endParaRPr>
          </a:p>
          <a:p>
            <a:pPr marL="4090035">
              <a:lnSpc>
                <a:spcPct val="100000"/>
              </a:lnSpc>
            </a:pPr>
            <a:r>
              <a:rPr dirty="0" sz="1800" spc="265" b="1" i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110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45" b="1" i="1">
                <a:solidFill>
                  <a:srgbClr val="173360"/>
                </a:solidFill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283442" y="7560944"/>
            <a:ext cx="1279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0" b="1" i="1">
                <a:solidFill>
                  <a:srgbClr val="173360"/>
                </a:solidFill>
                <a:latin typeface="Calibri"/>
                <a:cs typeface="Calibri"/>
              </a:rPr>
              <a:t>Transform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27075" y="2639580"/>
            <a:ext cx="9909810" cy="6689090"/>
            <a:chOff x="227075" y="2639580"/>
            <a:chExt cx="9909810" cy="6689090"/>
          </a:xfrm>
        </p:grpSpPr>
        <p:sp>
          <p:nvSpPr>
            <p:cNvPr id="10" name="object 10" descr=""/>
            <p:cNvSpPr/>
            <p:nvPr/>
          </p:nvSpPr>
          <p:spPr>
            <a:xfrm>
              <a:off x="513499" y="2926892"/>
              <a:ext cx="9294495" cy="6401435"/>
            </a:xfrm>
            <a:custGeom>
              <a:avLst/>
              <a:gdLst/>
              <a:ahLst/>
              <a:cxnLst/>
              <a:rect l="l" t="t" r="r" b="b"/>
              <a:pathLst>
                <a:path w="9294495" h="6401434">
                  <a:moveTo>
                    <a:pt x="9294241" y="0"/>
                  </a:moveTo>
                  <a:lnTo>
                    <a:pt x="0" y="0"/>
                  </a:lnTo>
                  <a:lnTo>
                    <a:pt x="0" y="6401435"/>
                  </a:lnTo>
                  <a:lnTo>
                    <a:pt x="9294241" y="6401435"/>
                  </a:lnTo>
                  <a:lnTo>
                    <a:pt x="9294241" y="0"/>
                  </a:lnTo>
                  <a:close/>
                </a:path>
              </a:pathLst>
            </a:custGeom>
            <a:solidFill>
              <a:srgbClr val="F4FBFF">
                <a:alpha val="84313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499727" y="3080004"/>
              <a:ext cx="465455" cy="5374640"/>
            </a:xfrm>
            <a:custGeom>
              <a:avLst/>
              <a:gdLst/>
              <a:ahLst/>
              <a:cxnLst/>
              <a:rect l="l" t="t" r="r" b="b"/>
              <a:pathLst>
                <a:path w="465454" h="5374640">
                  <a:moveTo>
                    <a:pt x="0" y="0"/>
                  </a:moveTo>
                  <a:lnTo>
                    <a:pt x="0" y="5374513"/>
                  </a:lnTo>
                  <a:lnTo>
                    <a:pt x="465327" y="4295267"/>
                  </a:lnTo>
                  <a:lnTo>
                    <a:pt x="465327" y="10792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5D6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075" y="2639580"/>
              <a:ext cx="9909302" cy="656209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65936" y="3062859"/>
              <a:ext cx="8755380" cy="5408930"/>
            </a:xfrm>
            <a:custGeom>
              <a:avLst/>
              <a:gdLst/>
              <a:ahLst/>
              <a:cxnLst/>
              <a:rect l="l" t="t" r="r" b="b"/>
              <a:pathLst>
                <a:path w="8755380" h="5408930">
                  <a:moveTo>
                    <a:pt x="8682101" y="0"/>
                  </a:moveTo>
                  <a:lnTo>
                    <a:pt x="73075" y="0"/>
                  </a:lnTo>
                  <a:lnTo>
                    <a:pt x="44630" y="5730"/>
                  </a:lnTo>
                  <a:lnTo>
                    <a:pt x="21402" y="21367"/>
                  </a:lnTo>
                  <a:lnTo>
                    <a:pt x="5742" y="44576"/>
                  </a:lnTo>
                  <a:lnTo>
                    <a:pt x="0" y="73025"/>
                  </a:lnTo>
                  <a:lnTo>
                    <a:pt x="0" y="5335905"/>
                  </a:lnTo>
                  <a:lnTo>
                    <a:pt x="5742" y="5364299"/>
                  </a:lnTo>
                  <a:lnTo>
                    <a:pt x="21402" y="5387514"/>
                  </a:lnTo>
                  <a:lnTo>
                    <a:pt x="44630" y="5403181"/>
                  </a:lnTo>
                  <a:lnTo>
                    <a:pt x="73075" y="5408930"/>
                  </a:lnTo>
                  <a:lnTo>
                    <a:pt x="8682101" y="5408930"/>
                  </a:lnTo>
                  <a:lnTo>
                    <a:pt x="8710568" y="5403181"/>
                  </a:lnTo>
                  <a:lnTo>
                    <a:pt x="8733821" y="5387514"/>
                  </a:lnTo>
                  <a:lnTo>
                    <a:pt x="8749502" y="5364299"/>
                  </a:lnTo>
                  <a:lnTo>
                    <a:pt x="8755253" y="5335905"/>
                  </a:lnTo>
                  <a:lnTo>
                    <a:pt x="8755253" y="73025"/>
                  </a:lnTo>
                  <a:lnTo>
                    <a:pt x="8749502" y="44576"/>
                  </a:lnTo>
                  <a:lnTo>
                    <a:pt x="8733821" y="21367"/>
                  </a:lnTo>
                  <a:lnTo>
                    <a:pt x="8710568" y="5730"/>
                  </a:lnTo>
                  <a:lnTo>
                    <a:pt x="86821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138732" y="7325995"/>
              <a:ext cx="6985634" cy="159385"/>
            </a:xfrm>
            <a:custGeom>
              <a:avLst/>
              <a:gdLst/>
              <a:ahLst/>
              <a:cxnLst/>
              <a:rect l="l" t="t" r="r" b="b"/>
              <a:pathLst>
                <a:path w="6985634" h="159384">
                  <a:moveTo>
                    <a:pt x="4227652" y="0"/>
                  </a:moveTo>
                  <a:lnTo>
                    <a:pt x="4227652" y="159384"/>
                  </a:lnTo>
                  <a:lnTo>
                    <a:pt x="5576392" y="159384"/>
                  </a:lnTo>
                  <a:lnTo>
                    <a:pt x="5576392" y="0"/>
                  </a:lnTo>
                </a:path>
                <a:path w="6985634" h="159384">
                  <a:moveTo>
                    <a:pt x="5636971" y="0"/>
                  </a:moveTo>
                  <a:lnTo>
                    <a:pt x="5636971" y="159384"/>
                  </a:lnTo>
                  <a:lnTo>
                    <a:pt x="6985584" y="159384"/>
                  </a:lnTo>
                  <a:lnTo>
                    <a:pt x="6985584" y="0"/>
                  </a:lnTo>
                </a:path>
                <a:path w="6985634" h="159384">
                  <a:moveTo>
                    <a:pt x="1409268" y="0"/>
                  </a:moveTo>
                  <a:lnTo>
                    <a:pt x="1409268" y="159384"/>
                  </a:lnTo>
                  <a:lnTo>
                    <a:pt x="2757881" y="159384"/>
                  </a:lnTo>
                  <a:lnTo>
                    <a:pt x="2757881" y="0"/>
                  </a:lnTo>
                </a:path>
                <a:path w="6985634" h="159384">
                  <a:moveTo>
                    <a:pt x="2818460" y="0"/>
                  </a:moveTo>
                  <a:lnTo>
                    <a:pt x="2818460" y="159384"/>
                  </a:lnTo>
                  <a:lnTo>
                    <a:pt x="4167200" y="159384"/>
                  </a:lnTo>
                  <a:lnTo>
                    <a:pt x="4167200" y="0"/>
                  </a:lnTo>
                </a:path>
                <a:path w="6985634" h="159384">
                  <a:moveTo>
                    <a:pt x="0" y="0"/>
                  </a:moveTo>
                  <a:lnTo>
                    <a:pt x="0" y="159384"/>
                  </a:lnTo>
                  <a:lnTo>
                    <a:pt x="1348689" y="159384"/>
                  </a:lnTo>
                  <a:lnTo>
                    <a:pt x="1348689" y="0"/>
                  </a:lnTo>
                </a:path>
              </a:pathLst>
            </a:custGeom>
            <a:ln w="2857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17700" y="7119873"/>
            <a:ext cx="7918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>
                <a:solidFill>
                  <a:srgbClr val="173360"/>
                </a:solidFill>
                <a:latin typeface="Calibri"/>
                <a:cs typeface="Calibri"/>
              </a:rPr>
              <a:t>Batch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-105" b="1">
                <a:solidFill>
                  <a:srgbClr val="17336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811017" y="7119873"/>
            <a:ext cx="8324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>
                <a:solidFill>
                  <a:srgbClr val="173360"/>
                </a:solidFill>
                <a:latin typeface="Calibri"/>
                <a:cs typeface="Calibri"/>
              </a:rPr>
              <a:t>Batch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70" b="1">
                <a:solidFill>
                  <a:srgbClr val="173360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222496" y="7119873"/>
            <a:ext cx="8324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>
                <a:solidFill>
                  <a:srgbClr val="173360"/>
                </a:solidFill>
                <a:latin typeface="Calibri"/>
                <a:cs typeface="Calibri"/>
              </a:rPr>
              <a:t>Batch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80" b="1">
                <a:solidFill>
                  <a:srgbClr val="173360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630417" y="7119873"/>
            <a:ext cx="85216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>
                <a:solidFill>
                  <a:srgbClr val="173360"/>
                </a:solidFill>
                <a:latin typeface="Calibri"/>
                <a:cs typeface="Calibri"/>
              </a:rPr>
              <a:t>Batch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9" b="1">
                <a:solidFill>
                  <a:srgbClr val="173360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033386" y="7119873"/>
            <a:ext cx="83311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>
                <a:solidFill>
                  <a:srgbClr val="173360"/>
                </a:solidFill>
                <a:latin typeface="Calibri"/>
                <a:cs typeface="Calibri"/>
              </a:rPr>
              <a:t>Batch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80" b="1">
                <a:solidFill>
                  <a:srgbClr val="173360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68552" y="4252214"/>
            <a:ext cx="10744200" cy="2770505"/>
            <a:chOff x="1068552" y="4252214"/>
            <a:chExt cx="10744200" cy="2770505"/>
          </a:xfrm>
        </p:grpSpPr>
        <p:sp>
          <p:nvSpPr>
            <p:cNvPr id="21" name="object 21" descr=""/>
            <p:cNvSpPr/>
            <p:nvPr/>
          </p:nvSpPr>
          <p:spPr>
            <a:xfrm>
              <a:off x="2276602" y="4252214"/>
              <a:ext cx="476884" cy="412115"/>
            </a:xfrm>
            <a:custGeom>
              <a:avLst/>
              <a:gdLst/>
              <a:ahLst/>
              <a:cxnLst/>
              <a:rect l="l" t="t" r="r" b="b"/>
              <a:pathLst>
                <a:path w="476885" h="412114">
                  <a:moveTo>
                    <a:pt x="476377" y="0"/>
                  </a:moveTo>
                  <a:lnTo>
                    <a:pt x="0" y="0"/>
                  </a:lnTo>
                  <a:lnTo>
                    <a:pt x="238125" y="411988"/>
                  </a:lnTo>
                  <a:lnTo>
                    <a:pt x="476377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14727" y="4561459"/>
              <a:ext cx="0" cy="2018664"/>
            </a:xfrm>
            <a:custGeom>
              <a:avLst/>
              <a:gdLst/>
              <a:ahLst/>
              <a:cxnLst/>
              <a:rect l="l" t="t" r="r" b="b"/>
              <a:pathLst>
                <a:path w="0" h="2018665">
                  <a:moveTo>
                    <a:pt x="0" y="0"/>
                  </a:moveTo>
                  <a:lnTo>
                    <a:pt x="0" y="2018664"/>
                  </a:lnTo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68552" y="5644515"/>
              <a:ext cx="7430770" cy="85725"/>
            </a:xfrm>
            <a:custGeom>
              <a:avLst/>
              <a:gdLst/>
              <a:ahLst/>
              <a:cxnLst/>
              <a:rect l="l" t="t" r="r" b="b"/>
              <a:pathLst>
                <a:path w="7430770" h="85725">
                  <a:moveTo>
                    <a:pt x="7344562" y="0"/>
                  </a:moveTo>
                  <a:lnTo>
                    <a:pt x="7344562" y="85725"/>
                  </a:lnTo>
                  <a:lnTo>
                    <a:pt x="7401797" y="57150"/>
                  </a:lnTo>
                  <a:lnTo>
                    <a:pt x="7366787" y="57150"/>
                  </a:lnTo>
                  <a:lnTo>
                    <a:pt x="7373137" y="50800"/>
                  </a:lnTo>
                  <a:lnTo>
                    <a:pt x="7373137" y="35051"/>
                  </a:lnTo>
                  <a:lnTo>
                    <a:pt x="7366787" y="28575"/>
                  </a:lnTo>
                  <a:lnTo>
                    <a:pt x="7401627" y="28575"/>
                  </a:lnTo>
                  <a:lnTo>
                    <a:pt x="7344562" y="0"/>
                  </a:lnTo>
                  <a:close/>
                </a:path>
                <a:path w="7430770" h="85725">
                  <a:moveTo>
                    <a:pt x="7344562" y="28575"/>
                  </a:moveTo>
                  <a:lnTo>
                    <a:pt x="6388" y="28575"/>
                  </a:lnTo>
                  <a:lnTo>
                    <a:pt x="0" y="35051"/>
                  </a:lnTo>
                  <a:lnTo>
                    <a:pt x="0" y="50800"/>
                  </a:lnTo>
                  <a:lnTo>
                    <a:pt x="6388" y="57150"/>
                  </a:lnTo>
                  <a:lnTo>
                    <a:pt x="7344562" y="57150"/>
                  </a:lnTo>
                  <a:lnTo>
                    <a:pt x="7344562" y="28575"/>
                  </a:lnTo>
                  <a:close/>
                </a:path>
                <a:path w="7430770" h="85725">
                  <a:moveTo>
                    <a:pt x="7401627" y="28575"/>
                  </a:moveTo>
                  <a:lnTo>
                    <a:pt x="7366787" y="28575"/>
                  </a:lnTo>
                  <a:lnTo>
                    <a:pt x="7373137" y="35051"/>
                  </a:lnTo>
                  <a:lnTo>
                    <a:pt x="7373137" y="50800"/>
                  </a:lnTo>
                  <a:lnTo>
                    <a:pt x="7366787" y="57150"/>
                  </a:lnTo>
                  <a:lnTo>
                    <a:pt x="7401797" y="57150"/>
                  </a:lnTo>
                  <a:lnTo>
                    <a:pt x="7430287" y="42925"/>
                  </a:lnTo>
                  <a:lnTo>
                    <a:pt x="7401627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37703" y="4694681"/>
              <a:ext cx="6662420" cy="1985645"/>
            </a:xfrm>
            <a:custGeom>
              <a:avLst/>
              <a:gdLst/>
              <a:ahLst/>
              <a:cxnLst/>
              <a:rect l="l" t="t" r="r" b="b"/>
              <a:pathLst>
                <a:path w="6662420" h="1985645">
                  <a:moveTo>
                    <a:pt x="241846" y="40259"/>
                  </a:moveTo>
                  <a:lnTo>
                    <a:pt x="238671" y="24599"/>
                  </a:lnTo>
                  <a:lnTo>
                    <a:pt x="230035" y="11798"/>
                  </a:lnTo>
                  <a:lnTo>
                    <a:pt x="217195" y="3175"/>
                  </a:lnTo>
                  <a:lnTo>
                    <a:pt x="201460" y="0"/>
                  </a:lnTo>
                  <a:lnTo>
                    <a:pt x="40297" y="0"/>
                  </a:lnTo>
                  <a:lnTo>
                    <a:pt x="24612" y="3175"/>
                  </a:lnTo>
                  <a:lnTo>
                    <a:pt x="11798" y="11798"/>
                  </a:lnTo>
                  <a:lnTo>
                    <a:pt x="3162" y="24599"/>
                  </a:lnTo>
                  <a:lnTo>
                    <a:pt x="0" y="40259"/>
                  </a:lnTo>
                  <a:lnTo>
                    <a:pt x="0" y="1945132"/>
                  </a:lnTo>
                  <a:lnTo>
                    <a:pt x="3162" y="1960803"/>
                  </a:lnTo>
                  <a:lnTo>
                    <a:pt x="11798" y="1973605"/>
                  </a:lnTo>
                  <a:lnTo>
                    <a:pt x="24612" y="1982228"/>
                  </a:lnTo>
                  <a:lnTo>
                    <a:pt x="40297" y="1985391"/>
                  </a:lnTo>
                  <a:lnTo>
                    <a:pt x="201460" y="1985391"/>
                  </a:lnTo>
                  <a:lnTo>
                    <a:pt x="217195" y="1982228"/>
                  </a:lnTo>
                  <a:lnTo>
                    <a:pt x="230035" y="1973605"/>
                  </a:lnTo>
                  <a:lnTo>
                    <a:pt x="238671" y="1960803"/>
                  </a:lnTo>
                  <a:lnTo>
                    <a:pt x="241846" y="1945132"/>
                  </a:lnTo>
                  <a:lnTo>
                    <a:pt x="241846" y="40259"/>
                  </a:lnTo>
                  <a:close/>
                </a:path>
                <a:path w="6662420" h="1985645">
                  <a:moveTo>
                    <a:pt x="706158" y="40259"/>
                  </a:moveTo>
                  <a:lnTo>
                    <a:pt x="702983" y="24599"/>
                  </a:lnTo>
                  <a:lnTo>
                    <a:pt x="694359" y="11798"/>
                  </a:lnTo>
                  <a:lnTo>
                    <a:pt x="681558" y="3175"/>
                  </a:lnTo>
                  <a:lnTo>
                    <a:pt x="665899" y="0"/>
                  </a:lnTo>
                  <a:lnTo>
                    <a:pt x="504736" y="0"/>
                  </a:lnTo>
                  <a:lnTo>
                    <a:pt x="488988" y="3175"/>
                  </a:lnTo>
                  <a:lnTo>
                    <a:pt x="476161" y="11798"/>
                  </a:lnTo>
                  <a:lnTo>
                    <a:pt x="467512" y="24599"/>
                  </a:lnTo>
                  <a:lnTo>
                    <a:pt x="464350" y="40259"/>
                  </a:lnTo>
                  <a:lnTo>
                    <a:pt x="464350" y="1945132"/>
                  </a:lnTo>
                  <a:lnTo>
                    <a:pt x="467512" y="1960803"/>
                  </a:lnTo>
                  <a:lnTo>
                    <a:pt x="476161" y="1973605"/>
                  </a:lnTo>
                  <a:lnTo>
                    <a:pt x="488988" y="1982228"/>
                  </a:lnTo>
                  <a:lnTo>
                    <a:pt x="504736" y="1985391"/>
                  </a:lnTo>
                  <a:lnTo>
                    <a:pt x="665899" y="1985391"/>
                  </a:lnTo>
                  <a:lnTo>
                    <a:pt x="681558" y="1982228"/>
                  </a:lnTo>
                  <a:lnTo>
                    <a:pt x="694359" y="1973605"/>
                  </a:lnTo>
                  <a:lnTo>
                    <a:pt x="702983" y="1960803"/>
                  </a:lnTo>
                  <a:lnTo>
                    <a:pt x="706158" y="1945132"/>
                  </a:lnTo>
                  <a:lnTo>
                    <a:pt x="706158" y="40259"/>
                  </a:lnTo>
                  <a:close/>
                </a:path>
                <a:path w="6662420" h="1985645">
                  <a:moveTo>
                    <a:pt x="1689646" y="40259"/>
                  </a:moveTo>
                  <a:lnTo>
                    <a:pt x="1686471" y="24599"/>
                  </a:lnTo>
                  <a:lnTo>
                    <a:pt x="1677847" y="11798"/>
                  </a:lnTo>
                  <a:lnTo>
                    <a:pt x="1665046" y="3175"/>
                  </a:lnTo>
                  <a:lnTo>
                    <a:pt x="1649387" y="0"/>
                  </a:lnTo>
                  <a:lnTo>
                    <a:pt x="1488224" y="0"/>
                  </a:lnTo>
                  <a:lnTo>
                    <a:pt x="1472476" y="3175"/>
                  </a:lnTo>
                  <a:lnTo>
                    <a:pt x="1459649" y="11798"/>
                  </a:lnTo>
                  <a:lnTo>
                    <a:pt x="1451000" y="24599"/>
                  </a:lnTo>
                  <a:lnTo>
                    <a:pt x="1447838" y="40259"/>
                  </a:lnTo>
                  <a:lnTo>
                    <a:pt x="1447838" y="1945132"/>
                  </a:lnTo>
                  <a:lnTo>
                    <a:pt x="1451000" y="1960803"/>
                  </a:lnTo>
                  <a:lnTo>
                    <a:pt x="1459649" y="1973605"/>
                  </a:lnTo>
                  <a:lnTo>
                    <a:pt x="1472476" y="1982228"/>
                  </a:lnTo>
                  <a:lnTo>
                    <a:pt x="1488224" y="1985391"/>
                  </a:lnTo>
                  <a:lnTo>
                    <a:pt x="1649387" y="1985391"/>
                  </a:lnTo>
                  <a:lnTo>
                    <a:pt x="1665046" y="1982228"/>
                  </a:lnTo>
                  <a:lnTo>
                    <a:pt x="1677847" y="1973605"/>
                  </a:lnTo>
                  <a:lnTo>
                    <a:pt x="1686471" y="1960803"/>
                  </a:lnTo>
                  <a:lnTo>
                    <a:pt x="1689646" y="1945132"/>
                  </a:lnTo>
                  <a:lnTo>
                    <a:pt x="1689646" y="40259"/>
                  </a:lnTo>
                  <a:close/>
                </a:path>
                <a:path w="6662420" h="1985645">
                  <a:moveTo>
                    <a:pt x="1969300" y="40259"/>
                  </a:moveTo>
                  <a:lnTo>
                    <a:pt x="1966125" y="24599"/>
                  </a:lnTo>
                  <a:lnTo>
                    <a:pt x="1957501" y="11798"/>
                  </a:lnTo>
                  <a:lnTo>
                    <a:pt x="1944700" y="3175"/>
                  </a:lnTo>
                  <a:lnTo>
                    <a:pt x="1929041" y="0"/>
                  </a:lnTo>
                  <a:lnTo>
                    <a:pt x="1767751" y="0"/>
                  </a:lnTo>
                  <a:lnTo>
                    <a:pt x="1752079" y="3175"/>
                  </a:lnTo>
                  <a:lnTo>
                    <a:pt x="1739277" y="11798"/>
                  </a:lnTo>
                  <a:lnTo>
                    <a:pt x="1730654" y="24599"/>
                  </a:lnTo>
                  <a:lnTo>
                    <a:pt x="1727492" y="40259"/>
                  </a:lnTo>
                  <a:lnTo>
                    <a:pt x="1727492" y="1945132"/>
                  </a:lnTo>
                  <a:lnTo>
                    <a:pt x="1730654" y="1960803"/>
                  </a:lnTo>
                  <a:lnTo>
                    <a:pt x="1739277" y="1973605"/>
                  </a:lnTo>
                  <a:lnTo>
                    <a:pt x="1752079" y="1982228"/>
                  </a:lnTo>
                  <a:lnTo>
                    <a:pt x="1767751" y="1985391"/>
                  </a:lnTo>
                  <a:lnTo>
                    <a:pt x="1929041" y="1985391"/>
                  </a:lnTo>
                  <a:lnTo>
                    <a:pt x="1944700" y="1982228"/>
                  </a:lnTo>
                  <a:lnTo>
                    <a:pt x="1957501" y="1973605"/>
                  </a:lnTo>
                  <a:lnTo>
                    <a:pt x="1966125" y="1960803"/>
                  </a:lnTo>
                  <a:lnTo>
                    <a:pt x="1969300" y="1945132"/>
                  </a:lnTo>
                  <a:lnTo>
                    <a:pt x="1969300" y="40259"/>
                  </a:lnTo>
                  <a:close/>
                </a:path>
                <a:path w="6662420" h="1985645">
                  <a:moveTo>
                    <a:pt x="2248954" y="40259"/>
                  </a:moveTo>
                  <a:lnTo>
                    <a:pt x="2245779" y="24599"/>
                  </a:lnTo>
                  <a:lnTo>
                    <a:pt x="2237143" y="11798"/>
                  </a:lnTo>
                  <a:lnTo>
                    <a:pt x="2224303" y="3175"/>
                  </a:lnTo>
                  <a:lnTo>
                    <a:pt x="2208568" y="0"/>
                  </a:lnTo>
                  <a:lnTo>
                    <a:pt x="2047405" y="0"/>
                  </a:lnTo>
                  <a:lnTo>
                    <a:pt x="2031733" y="3175"/>
                  </a:lnTo>
                  <a:lnTo>
                    <a:pt x="2018931" y="11798"/>
                  </a:lnTo>
                  <a:lnTo>
                    <a:pt x="2010308" y="24599"/>
                  </a:lnTo>
                  <a:lnTo>
                    <a:pt x="2007146" y="40259"/>
                  </a:lnTo>
                  <a:lnTo>
                    <a:pt x="2007146" y="1945132"/>
                  </a:lnTo>
                  <a:lnTo>
                    <a:pt x="2010308" y="1960803"/>
                  </a:lnTo>
                  <a:lnTo>
                    <a:pt x="2018931" y="1973605"/>
                  </a:lnTo>
                  <a:lnTo>
                    <a:pt x="2031733" y="1982228"/>
                  </a:lnTo>
                  <a:lnTo>
                    <a:pt x="2047405" y="1985391"/>
                  </a:lnTo>
                  <a:lnTo>
                    <a:pt x="2208568" y="1985391"/>
                  </a:lnTo>
                  <a:lnTo>
                    <a:pt x="2224303" y="1982228"/>
                  </a:lnTo>
                  <a:lnTo>
                    <a:pt x="2237143" y="1973605"/>
                  </a:lnTo>
                  <a:lnTo>
                    <a:pt x="2245779" y="1960803"/>
                  </a:lnTo>
                  <a:lnTo>
                    <a:pt x="2248954" y="1945132"/>
                  </a:lnTo>
                  <a:lnTo>
                    <a:pt x="2248954" y="40259"/>
                  </a:lnTo>
                  <a:close/>
                </a:path>
                <a:path w="6662420" h="1985645">
                  <a:moveTo>
                    <a:pt x="2528481" y="40259"/>
                  </a:moveTo>
                  <a:lnTo>
                    <a:pt x="2525306" y="24599"/>
                  </a:lnTo>
                  <a:lnTo>
                    <a:pt x="2516682" y="11798"/>
                  </a:lnTo>
                  <a:lnTo>
                    <a:pt x="2503881" y="3175"/>
                  </a:lnTo>
                  <a:lnTo>
                    <a:pt x="2488222" y="0"/>
                  </a:lnTo>
                  <a:lnTo>
                    <a:pt x="2327059" y="0"/>
                  </a:lnTo>
                  <a:lnTo>
                    <a:pt x="2311311" y="3175"/>
                  </a:lnTo>
                  <a:lnTo>
                    <a:pt x="2298484" y="11798"/>
                  </a:lnTo>
                  <a:lnTo>
                    <a:pt x="2289835" y="24599"/>
                  </a:lnTo>
                  <a:lnTo>
                    <a:pt x="2286673" y="40259"/>
                  </a:lnTo>
                  <a:lnTo>
                    <a:pt x="2286673" y="1945132"/>
                  </a:lnTo>
                  <a:lnTo>
                    <a:pt x="2289835" y="1960803"/>
                  </a:lnTo>
                  <a:lnTo>
                    <a:pt x="2298484" y="1973605"/>
                  </a:lnTo>
                  <a:lnTo>
                    <a:pt x="2311311" y="1982228"/>
                  </a:lnTo>
                  <a:lnTo>
                    <a:pt x="2327059" y="1985391"/>
                  </a:lnTo>
                  <a:lnTo>
                    <a:pt x="2488222" y="1985391"/>
                  </a:lnTo>
                  <a:lnTo>
                    <a:pt x="2503881" y="1982228"/>
                  </a:lnTo>
                  <a:lnTo>
                    <a:pt x="2516682" y="1973605"/>
                  </a:lnTo>
                  <a:lnTo>
                    <a:pt x="2525306" y="1960803"/>
                  </a:lnTo>
                  <a:lnTo>
                    <a:pt x="2528481" y="1945132"/>
                  </a:lnTo>
                  <a:lnTo>
                    <a:pt x="2528481" y="40259"/>
                  </a:lnTo>
                  <a:close/>
                </a:path>
                <a:path w="6662420" h="1985645">
                  <a:moveTo>
                    <a:pt x="3539528" y="40259"/>
                  </a:moveTo>
                  <a:lnTo>
                    <a:pt x="3536353" y="24599"/>
                  </a:lnTo>
                  <a:lnTo>
                    <a:pt x="3527729" y="11798"/>
                  </a:lnTo>
                  <a:lnTo>
                    <a:pt x="3514928" y="3175"/>
                  </a:lnTo>
                  <a:lnTo>
                    <a:pt x="3499269" y="0"/>
                  </a:lnTo>
                  <a:lnTo>
                    <a:pt x="3337979" y="0"/>
                  </a:lnTo>
                  <a:lnTo>
                    <a:pt x="3322307" y="3175"/>
                  </a:lnTo>
                  <a:lnTo>
                    <a:pt x="3309505" y="11798"/>
                  </a:lnTo>
                  <a:lnTo>
                    <a:pt x="3300882" y="24599"/>
                  </a:lnTo>
                  <a:lnTo>
                    <a:pt x="3297720" y="40259"/>
                  </a:lnTo>
                  <a:lnTo>
                    <a:pt x="3297720" y="1945132"/>
                  </a:lnTo>
                  <a:lnTo>
                    <a:pt x="3300882" y="1960803"/>
                  </a:lnTo>
                  <a:lnTo>
                    <a:pt x="3309505" y="1973605"/>
                  </a:lnTo>
                  <a:lnTo>
                    <a:pt x="3322307" y="1982228"/>
                  </a:lnTo>
                  <a:lnTo>
                    <a:pt x="3337979" y="1985391"/>
                  </a:lnTo>
                  <a:lnTo>
                    <a:pt x="3499269" y="1985391"/>
                  </a:lnTo>
                  <a:lnTo>
                    <a:pt x="3514928" y="1982228"/>
                  </a:lnTo>
                  <a:lnTo>
                    <a:pt x="3527729" y="1973605"/>
                  </a:lnTo>
                  <a:lnTo>
                    <a:pt x="3536353" y="1960803"/>
                  </a:lnTo>
                  <a:lnTo>
                    <a:pt x="3539528" y="1945132"/>
                  </a:lnTo>
                  <a:lnTo>
                    <a:pt x="3539528" y="40259"/>
                  </a:lnTo>
                  <a:close/>
                </a:path>
                <a:path w="6662420" h="1985645">
                  <a:moveTo>
                    <a:pt x="4642269" y="40259"/>
                  </a:moveTo>
                  <a:lnTo>
                    <a:pt x="4639094" y="24599"/>
                  </a:lnTo>
                  <a:lnTo>
                    <a:pt x="4630471" y="11798"/>
                  </a:lnTo>
                  <a:lnTo>
                    <a:pt x="4617669" y="3175"/>
                  </a:lnTo>
                  <a:lnTo>
                    <a:pt x="4602010" y="0"/>
                  </a:lnTo>
                  <a:lnTo>
                    <a:pt x="4440847" y="0"/>
                  </a:lnTo>
                  <a:lnTo>
                    <a:pt x="4425099" y="3175"/>
                  </a:lnTo>
                  <a:lnTo>
                    <a:pt x="4412272" y="11798"/>
                  </a:lnTo>
                  <a:lnTo>
                    <a:pt x="4403623" y="24599"/>
                  </a:lnTo>
                  <a:lnTo>
                    <a:pt x="4400461" y="40259"/>
                  </a:lnTo>
                  <a:lnTo>
                    <a:pt x="4400461" y="1945132"/>
                  </a:lnTo>
                  <a:lnTo>
                    <a:pt x="4403623" y="1960803"/>
                  </a:lnTo>
                  <a:lnTo>
                    <a:pt x="4412272" y="1973605"/>
                  </a:lnTo>
                  <a:lnTo>
                    <a:pt x="4425099" y="1982228"/>
                  </a:lnTo>
                  <a:lnTo>
                    <a:pt x="4440847" y="1985391"/>
                  </a:lnTo>
                  <a:lnTo>
                    <a:pt x="4602010" y="1985391"/>
                  </a:lnTo>
                  <a:lnTo>
                    <a:pt x="4617669" y="1982228"/>
                  </a:lnTo>
                  <a:lnTo>
                    <a:pt x="4630471" y="1973605"/>
                  </a:lnTo>
                  <a:lnTo>
                    <a:pt x="4639094" y="1960803"/>
                  </a:lnTo>
                  <a:lnTo>
                    <a:pt x="4642269" y="1945132"/>
                  </a:lnTo>
                  <a:lnTo>
                    <a:pt x="4642269" y="40259"/>
                  </a:lnTo>
                  <a:close/>
                </a:path>
                <a:path w="6662420" h="1985645">
                  <a:moveTo>
                    <a:pt x="5214531" y="40259"/>
                  </a:moveTo>
                  <a:lnTo>
                    <a:pt x="5211356" y="24599"/>
                  </a:lnTo>
                  <a:lnTo>
                    <a:pt x="5202733" y="11798"/>
                  </a:lnTo>
                  <a:lnTo>
                    <a:pt x="5189931" y="3175"/>
                  </a:lnTo>
                  <a:lnTo>
                    <a:pt x="5174272" y="0"/>
                  </a:lnTo>
                  <a:lnTo>
                    <a:pt x="5013109" y="0"/>
                  </a:lnTo>
                  <a:lnTo>
                    <a:pt x="4997437" y="3175"/>
                  </a:lnTo>
                  <a:lnTo>
                    <a:pt x="4984635" y="11798"/>
                  </a:lnTo>
                  <a:lnTo>
                    <a:pt x="4976012" y="24599"/>
                  </a:lnTo>
                  <a:lnTo>
                    <a:pt x="4972850" y="40259"/>
                  </a:lnTo>
                  <a:lnTo>
                    <a:pt x="4972850" y="1945132"/>
                  </a:lnTo>
                  <a:lnTo>
                    <a:pt x="4976012" y="1960803"/>
                  </a:lnTo>
                  <a:lnTo>
                    <a:pt x="4984635" y="1973605"/>
                  </a:lnTo>
                  <a:lnTo>
                    <a:pt x="4997437" y="1982228"/>
                  </a:lnTo>
                  <a:lnTo>
                    <a:pt x="5013109" y="1985391"/>
                  </a:lnTo>
                  <a:lnTo>
                    <a:pt x="5174272" y="1985391"/>
                  </a:lnTo>
                  <a:lnTo>
                    <a:pt x="5189931" y="1982228"/>
                  </a:lnTo>
                  <a:lnTo>
                    <a:pt x="5202733" y="1973605"/>
                  </a:lnTo>
                  <a:lnTo>
                    <a:pt x="5211356" y="1960803"/>
                  </a:lnTo>
                  <a:lnTo>
                    <a:pt x="5214531" y="1945132"/>
                  </a:lnTo>
                  <a:lnTo>
                    <a:pt x="5214531" y="40259"/>
                  </a:lnTo>
                  <a:close/>
                </a:path>
                <a:path w="6662420" h="1985645">
                  <a:moveTo>
                    <a:pt x="6661950" y="40259"/>
                  </a:moveTo>
                  <a:lnTo>
                    <a:pt x="6658775" y="24599"/>
                  </a:lnTo>
                  <a:lnTo>
                    <a:pt x="6650139" y="11798"/>
                  </a:lnTo>
                  <a:lnTo>
                    <a:pt x="6637299" y="3175"/>
                  </a:lnTo>
                  <a:lnTo>
                    <a:pt x="6621564" y="0"/>
                  </a:lnTo>
                  <a:lnTo>
                    <a:pt x="6460401" y="0"/>
                  </a:lnTo>
                  <a:lnTo>
                    <a:pt x="6444729" y="3175"/>
                  </a:lnTo>
                  <a:lnTo>
                    <a:pt x="6431928" y="11798"/>
                  </a:lnTo>
                  <a:lnTo>
                    <a:pt x="6423304" y="24599"/>
                  </a:lnTo>
                  <a:lnTo>
                    <a:pt x="6420142" y="40259"/>
                  </a:lnTo>
                  <a:lnTo>
                    <a:pt x="6420142" y="1945132"/>
                  </a:lnTo>
                  <a:lnTo>
                    <a:pt x="6423304" y="1960803"/>
                  </a:lnTo>
                  <a:lnTo>
                    <a:pt x="6431928" y="1973605"/>
                  </a:lnTo>
                  <a:lnTo>
                    <a:pt x="6444729" y="1982228"/>
                  </a:lnTo>
                  <a:lnTo>
                    <a:pt x="6460401" y="1985391"/>
                  </a:lnTo>
                  <a:lnTo>
                    <a:pt x="6621564" y="1985391"/>
                  </a:lnTo>
                  <a:lnTo>
                    <a:pt x="6637299" y="1982228"/>
                  </a:lnTo>
                  <a:lnTo>
                    <a:pt x="6650139" y="1973605"/>
                  </a:lnTo>
                  <a:lnTo>
                    <a:pt x="6658775" y="1960803"/>
                  </a:lnTo>
                  <a:lnTo>
                    <a:pt x="6661950" y="1945132"/>
                  </a:lnTo>
                  <a:lnTo>
                    <a:pt x="6661950" y="40259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679698" y="4252214"/>
              <a:ext cx="476884" cy="412115"/>
            </a:xfrm>
            <a:custGeom>
              <a:avLst/>
              <a:gdLst/>
              <a:ahLst/>
              <a:cxnLst/>
              <a:rect l="l" t="t" r="r" b="b"/>
              <a:pathLst>
                <a:path w="476885" h="412114">
                  <a:moveTo>
                    <a:pt x="476503" y="0"/>
                  </a:moveTo>
                  <a:lnTo>
                    <a:pt x="0" y="0"/>
                  </a:lnTo>
                  <a:lnTo>
                    <a:pt x="238251" y="411988"/>
                  </a:lnTo>
                  <a:lnTo>
                    <a:pt x="47650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917950" y="4561459"/>
              <a:ext cx="0" cy="2018664"/>
            </a:xfrm>
            <a:custGeom>
              <a:avLst/>
              <a:gdLst/>
              <a:ahLst/>
              <a:cxnLst/>
              <a:rect l="l" t="t" r="r" b="b"/>
              <a:pathLst>
                <a:path w="0" h="2018665">
                  <a:moveTo>
                    <a:pt x="0" y="0"/>
                  </a:moveTo>
                  <a:lnTo>
                    <a:pt x="0" y="2018664"/>
                  </a:lnTo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082921" y="4252214"/>
              <a:ext cx="476884" cy="412115"/>
            </a:xfrm>
            <a:custGeom>
              <a:avLst/>
              <a:gdLst/>
              <a:ahLst/>
              <a:cxnLst/>
              <a:rect l="l" t="t" r="r" b="b"/>
              <a:pathLst>
                <a:path w="476885" h="412114">
                  <a:moveTo>
                    <a:pt x="476376" y="0"/>
                  </a:moveTo>
                  <a:lnTo>
                    <a:pt x="0" y="0"/>
                  </a:lnTo>
                  <a:lnTo>
                    <a:pt x="238251" y="411988"/>
                  </a:lnTo>
                  <a:lnTo>
                    <a:pt x="47637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321172" y="4561459"/>
              <a:ext cx="0" cy="2018664"/>
            </a:xfrm>
            <a:custGeom>
              <a:avLst/>
              <a:gdLst/>
              <a:ahLst/>
              <a:cxnLst/>
              <a:rect l="l" t="t" r="r" b="b"/>
              <a:pathLst>
                <a:path w="0" h="2018665">
                  <a:moveTo>
                    <a:pt x="0" y="0"/>
                  </a:moveTo>
                  <a:lnTo>
                    <a:pt x="0" y="2018664"/>
                  </a:lnTo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486144" y="4252214"/>
              <a:ext cx="476884" cy="412115"/>
            </a:xfrm>
            <a:custGeom>
              <a:avLst/>
              <a:gdLst/>
              <a:ahLst/>
              <a:cxnLst/>
              <a:rect l="l" t="t" r="r" b="b"/>
              <a:pathLst>
                <a:path w="476884" h="412114">
                  <a:moveTo>
                    <a:pt x="476376" y="0"/>
                  </a:moveTo>
                  <a:lnTo>
                    <a:pt x="0" y="0"/>
                  </a:lnTo>
                  <a:lnTo>
                    <a:pt x="238125" y="411988"/>
                  </a:lnTo>
                  <a:lnTo>
                    <a:pt x="47637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724269" y="4561459"/>
              <a:ext cx="0" cy="2018664"/>
            </a:xfrm>
            <a:custGeom>
              <a:avLst/>
              <a:gdLst/>
              <a:ahLst/>
              <a:cxnLst/>
              <a:rect l="l" t="t" r="r" b="b"/>
              <a:pathLst>
                <a:path w="0" h="2018665">
                  <a:moveTo>
                    <a:pt x="0" y="0"/>
                  </a:moveTo>
                  <a:lnTo>
                    <a:pt x="0" y="2018664"/>
                  </a:lnTo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889367" y="4252214"/>
              <a:ext cx="476884" cy="412115"/>
            </a:xfrm>
            <a:custGeom>
              <a:avLst/>
              <a:gdLst/>
              <a:ahLst/>
              <a:cxnLst/>
              <a:rect l="l" t="t" r="r" b="b"/>
              <a:pathLst>
                <a:path w="476884" h="412114">
                  <a:moveTo>
                    <a:pt x="476376" y="0"/>
                  </a:moveTo>
                  <a:lnTo>
                    <a:pt x="0" y="0"/>
                  </a:lnTo>
                  <a:lnTo>
                    <a:pt x="238125" y="411988"/>
                  </a:lnTo>
                  <a:lnTo>
                    <a:pt x="47637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127492" y="4561459"/>
              <a:ext cx="0" cy="2018664"/>
            </a:xfrm>
            <a:custGeom>
              <a:avLst/>
              <a:gdLst/>
              <a:ahLst/>
              <a:cxnLst/>
              <a:rect l="l" t="t" r="r" b="b"/>
              <a:pathLst>
                <a:path w="0" h="2018665">
                  <a:moveTo>
                    <a:pt x="0" y="0"/>
                  </a:moveTo>
                  <a:lnTo>
                    <a:pt x="0" y="2018664"/>
                  </a:lnTo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209783" y="6436868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4010" y="31021"/>
                  </a:lnTo>
                  <a:lnTo>
                    <a:pt x="14938" y="14874"/>
                  </a:lnTo>
                  <a:lnTo>
                    <a:pt x="31128" y="3990"/>
                  </a:lnTo>
                  <a:lnTo>
                    <a:pt x="50926" y="0"/>
                  </a:lnTo>
                  <a:lnTo>
                    <a:pt x="1542161" y="0"/>
                  </a:lnTo>
                  <a:lnTo>
                    <a:pt x="1561959" y="3990"/>
                  </a:lnTo>
                  <a:lnTo>
                    <a:pt x="1578149" y="14874"/>
                  </a:lnTo>
                  <a:lnTo>
                    <a:pt x="1589077" y="31021"/>
                  </a:lnTo>
                  <a:lnTo>
                    <a:pt x="1593088" y="50800"/>
                  </a:lnTo>
                  <a:lnTo>
                    <a:pt x="1593088" y="525399"/>
                  </a:lnTo>
                  <a:lnTo>
                    <a:pt x="1589077" y="545177"/>
                  </a:lnTo>
                  <a:lnTo>
                    <a:pt x="1578149" y="561324"/>
                  </a:lnTo>
                  <a:lnTo>
                    <a:pt x="1561959" y="572208"/>
                  </a:lnTo>
                  <a:lnTo>
                    <a:pt x="1542161" y="576199"/>
                  </a:lnTo>
                  <a:lnTo>
                    <a:pt x="50926" y="576199"/>
                  </a:lnTo>
                  <a:lnTo>
                    <a:pt x="31128" y="572208"/>
                  </a:lnTo>
                  <a:lnTo>
                    <a:pt x="14938" y="561324"/>
                  </a:lnTo>
                  <a:lnTo>
                    <a:pt x="4010" y="545177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8595741" y="5514594"/>
            <a:ext cx="619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5" b="1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090673" y="3891534"/>
            <a:ext cx="8572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0D68BB"/>
                </a:solidFill>
                <a:latin typeface="Calibri"/>
                <a:cs typeface="Calibri"/>
              </a:rPr>
              <a:t>Process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489197" y="3891534"/>
            <a:ext cx="8572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0D68BB"/>
                </a:solidFill>
                <a:latin typeface="Calibri"/>
                <a:cs typeface="Calibri"/>
              </a:rPr>
              <a:t>Process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886071" y="3891534"/>
            <a:ext cx="8572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0D68BB"/>
                </a:solidFill>
                <a:latin typeface="Calibri"/>
                <a:cs typeface="Calibri"/>
              </a:rPr>
              <a:t>Process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295771" y="3891534"/>
            <a:ext cx="8572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0D68BB"/>
                </a:solidFill>
                <a:latin typeface="Calibri"/>
                <a:cs typeface="Calibri"/>
              </a:rPr>
              <a:t>Process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705090" y="3891534"/>
            <a:ext cx="8572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0D68BB"/>
                </a:solidFill>
                <a:latin typeface="Calibri"/>
                <a:cs typeface="Calibri"/>
              </a:rPr>
              <a:t>Process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0239874" y="6565518"/>
            <a:ext cx="1534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885">
              <a:lnSpc>
                <a:spcPct val="100000"/>
              </a:lnSpc>
              <a:spcBef>
                <a:spcPts val="100"/>
              </a:spcBef>
            </a:pPr>
            <a:r>
              <a:rPr dirty="0" sz="1800" spc="180" i="1">
                <a:solidFill>
                  <a:srgbClr val="0D68B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12033631" y="6436867"/>
            <a:ext cx="1593215" cy="576580"/>
          </a:xfrm>
          <a:custGeom>
            <a:avLst/>
            <a:gdLst/>
            <a:ahLst/>
            <a:cxnLst/>
            <a:rect l="l" t="t" r="r" b="b"/>
            <a:pathLst>
              <a:path w="1593215" h="576579">
                <a:moveTo>
                  <a:pt x="0" y="50800"/>
                </a:moveTo>
                <a:lnTo>
                  <a:pt x="4010" y="31021"/>
                </a:lnTo>
                <a:lnTo>
                  <a:pt x="14938" y="14874"/>
                </a:lnTo>
                <a:lnTo>
                  <a:pt x="31128" y="3990"/>
                </a:lnTo>
                <a:lnTo>
                  <a:pt x="50926" y="0"/>
                </a:lnTo>
                <a:lnTo>
                  <a:pt x="1542161" y="0"/>
                </a:lnTo>
                <a:lnTo>
                  <a:pt x="1561959" y="3990"/>
                </a:lnTo>
                <a:lnTo>
                  <a:pt x="1578149" y="14874"/>
                </a:lnTo>
                <a:lnTo>
                  <a:pt x="1589077" y="31021"/>
                </a:lnTo>
                <a:lnTo>
                  <a:pt x="1593088" y="50800"/>
                </a:lnTo>
                <a:lnTo>
                  <a:pt x="1593088" y="525399"/>
                </a:lnTo>
                <a:lnTo>
                  <a:pt x="1589077" y="545177"/>
                </a:lnTo>
                <a:lnTo>
                  <a:pt x="1578149" y="561324"/>
                </a:lnTo>
                <a:lnTo>
                  <a:pt x="1561959" y="572208"/>
                </a:lnTo>
                <a:lnTo>
                  <a:pt x="1542161" y="576199"/>
                </a:lnTo>
                <a:lnTo>
                  <a:pt x="50926" y="576199"/>
                </a:lnTo>
                <a:lnTo>
                  <a:pt x="31128" y="572208"/>
                </a:lnTo>
                <a:lnTo>
                  <a:pt x="14938" y="561324"/>
                </a:lnTo>
                <a:lnTo>
                  <a:pt x="4010" y="545177"/>
                </a:lnTo>
                <a:lnTo>
                  <a:pt x="0" y="525399"/>
                </a:lnTo>
                <a:lnTo>
                  <a:pt x="0" y="50800"/>
                </a:lnTo>
                <a:close/>
              </a:path>
            </a:pathLst>
          </a:custGeom>
          <a:ln w="19050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2061461" y="6565518"/>
            <a:ext cx="1537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2425">
              <a:lnSpc>
                <a:spcPct val="100000"/>
              </a:lnSpc>
              <a:spcBef>
                <a:spcPts val="100"/>
              </a:spcBef>
            </a:pPr>
            <a:r>
              <a:rPr dirty="0" sz="1800" spc="180" i="1">
                <a:solidFill>
                  <a:srgbClr val="0D68B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0200258" y="4500498"/>
            <a:ext cx="2668270" cy="1856739"/>
            <a:chOff x="10200258" y="4500498"/>
            <a:chExt cx="2668270" cy="1856739"/>
          </a:xfrm>
        </p:grpSpPr>
        <p:sp>
          <p:nvSpPr>
            <p:cNvPr id="44" name="object 44" descr=""/>
            <p:cNvSpPr/>
            <p:nvPr/>
          </p:nvSpPr>
          <p:spPr>
            <a:xfrm>
              <a:off x="10968228" y="5006212"/>
              <a:ext cx="1900555" cy="1350645"/>
            </a:xfrm>
            <a:custGeom>
              <a:avLst/>
              <a:gdLst/>
              <a:ahLst/>
              <a:cxnLst/>
              <a:rect l="l" t="t" r="r" b="b"/>
              <a:pathLst>
                <a:path w="1900554" h="1350645">
                  <a:moveTo>
                    <a:pt x="76200" y="1274318"/>
                  </a:moveTo>
                  <a:lnTo>
                    <a:pt x="47625" y="1274318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1274318"/>
                  </a:lnTo>
                  <a:lnTo>
                    <a:pt x="0" y="1274318"/>
                  </a:lnTo>
                  <a:lnTo>
                    <a:pt x="38100" y="1350518"/>
                  </a:lnTo>
                  <a:lnTo>
                    <a:pt x="69850" y="1287018"/>
                  </a:lnTo>
                  <a:lnTo>
                    <a:pt x="76200" y="1274318"/>
                  </a:lnTo>
                  <a:close/>
                </a:path>
                <a:path w="1900554" h="1350645">
                  <a:moveTo>
                    <a:pt x="1900047" y="1274318"/>
                  </a:moveTo>
                  <a:lnTo>
                    <a:pt x="1871472" y="1274318"/>
                  </a:lnTo>
                  <a:lnTo>
                    <a:pt x="1871472" y="0"/>
                  </a:lnTo>
                  <a:lnTo>
                    <a:pt x="1852422" y="0"/>
                  </a:lnTo>
                  <a:lnTo>
                    <a:pt x="1852422" y="1274318"/>
                  </a:lnTo>
                  <a:lnTo>
                    <a:pt x="1823847" y="1274318"/>
                  </a:lnTo>
                  <a:lnTo>
                    <a:pt x="1861947" y="1350518"/>
                  </a:lnTo>
                  <a:lnTo>
                    <a:pt x="1893697" y="1287018"/>
                  </a:lnTo>
                  <a:lnTo>
                    <a:pt x="1900047" y="1274318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209783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1542161" y="0"/>
                  </a:moveTo>
                  <a:lnTo>
                    <a:pt x="50926" y="0"/>
                  </a:lnTo>
                  <a:lnTo>
                    <a:pt x="31128" y="3990"/>
                  </a:lnTo>
                  <a:lnTo>
                    <a:pt x="14938" y="14874"/>
                  </a:lnTo>
                  <a:lnTo>
                    <a:pt x="4010" y="31021"/>
                  </a:lnTo>
                  <a:lnTo>
                    <a:pt x="0" y="50800"/>
                  </a:lnTo>
                  <a:lnTo>
                    <a:pt x="0" y="525399"/>
                  </a:lnTo>
                  <a:lnTo>
                    <a:pt x="4010" y="545197"/>
                  </a:lnTo>
                  <a:lnTo>
                    <a:pt x="14938" y="561387"/>
                  </a:lnTo>
                  <a:lnTo>
                    <a:pt x="31128" y="572315"/>
                  </a:lnTo>
                  <a:lnTo>
                    <a:pt x="50926" y="576326"/>
                  </a:lnTo>
                  <a:lnTo>
                    <a:pt x="1542161" y="576326"/>
                  </a:lnTo>
                  <a:lnTo>
                    <a:pt x="1561959" y="572315"/>
                  </a:lnTo>
                  <a:lnTo>
                    <a:pt x="1578149" y="561387"/>
                  </a:lnTo>
                  <a:lnTo>
                    <a:pt x="1589077" y="545197"/>
                  </a:lnTo>
                  <a:lnTo>
                    <a:pt x="1593088" y="525399"/>
                  </a:lnTo>
                  <a:lnTo>
                    <a:pt x="1593088" y="50800"/>
                  </a:lnTo>
                  <a:lnTo>
                    <a:pt x="1589077" y="31021"/>
                  </a:lnTo>
                  <a:lnTo>
                    <a:pt x="1578149" y="14874"/>
                  </a:lnTo>
                  <a:lnTo>
                    <a:pt x="1561959" y="3990"/>
                  </a:lnTo>
                  <a:lnTo>
                    <a:pt x="154216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209783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4010" y="31021"/>
                  </a:lnTo>
                  <a:lnTo>
                    <a:pt x="14938" y="14874"/>
                  </a:lnTo>
                  <a:lnTo>
                    <a:pt x="31128" y="3990"/>
                  </a:lnTo>
                  <a:lnTo>
                    <a:pt x="50926" y="0"/>
                  </a:lnTo>
                  <a:lnTo>
                    <a:pt x="1542161" y="0"/>
                  </a:lnTo>
                  <a:lnTo>
                    <a:pt x="1561959" y="3990"/>
                  </a:lnTo>
                  <a:lnTo>
                    <a:pt x="1578149" y="14874"/>
                  </a:lnTo>
                  <a:lnTo>
                    <a:pt x="1589077" y="31021"/>
                  </a:lnTo>
                  <a:lnTo>
                    <a:pt x="1593088" y="50800"/>
                  </a:lnTo>
                  <a:lnTo>
                    <a:pt x="1593088" y="525399"/>
                  </a:lnTo>
                  <a:lnTo>
                    <a:pt x="1589077" y="545197"/>
                  </a:lnTo>
                  <a:lnTo>
                    <a:pt x="1578149" y="561387"/>
                  </a:lnTo>
                  <a:lnTo>
                    <a:pt x="1561959" y="572315"/>
                  </a:lnTo>
                  <a:lnTo>
                    <a:pt x="1542161" y="576326"/>
                  </a:lnTo>
                  <a:lnTo>
                    <a:pt x="50926" y="576326"/>
                  </a:lnTo>
                  <a:lnTo>
                    <a:pt x="31128" y="572315"/>
                  </a:lnTo>
                  <a:lnTo>
                    <a:pt x="14938" y="561387"/>
                  </a:lnTo>
                  <a:lnTo>
                    <a:pt x="4010" y="545197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332211" y="4638294"/>
            <a:ext cx="1350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35" b="1" i="1">
                <a:solidFill>
                  <a:srgbClr val="D7365D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12024106" y="4500498"/>
            <a:ext cx="1612265" cy="595630"/>
            <a:chOff x="12024106" y="4500498"/>
            <a:chExt cx="1612265" cy="595630"/>
          </a:xfrm>
        </p:grpSpPr>
        <p:sp>
          <p:nvSpPr>
            <p:cNvPr id="49" name="object 49" descr=""/>
            <p:cNvSpPr/>
            <p:nvPr/>
          </p:nvSpPr>
          <p:spPr>
            <a:xfrm>
              <a:off x="12033631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1542161" y="0"/>
                  </a:moveTo>
                  <a:lnTo>
                    <a:pt x="50926" y="0"/>
                  </a:lnTo>
                  <a:lnTo>
                    <a:pt x="31075" y="3990"/>
                  </a:lnTo>
                  <a:lnTo>
                    <a:pt x="14890" y="14874"/>
                  </a:lnTo>
                  <a:lnTo>
                    <a:pt x="3992" y="31021"/>
                  </a:lnTo>
                  <a:lnTo>
                    <a:pt x="0" y="50800"/>
                  </a:lnTo>
                  <a:lnTo>
                    <a:pt x="0" y="525399"/>
                  </a:lnTo>
                  <a:lnTo>
                    <a:pt x="3992" y="545197"/>
                  </a:lnTo>
                  <a:lnTo>
                    <a:pt x="14890" y="561387"/>
                  </a:lnTo>
                  <a:lnTo>
                    <a:pt x="31075" y="572315"/>
                  </a:lnTo>
                  <a:lnTo>
                    <a:pt x="50926" y="576326"/>
                  </a:lnTo>
                  <a:lnTo>
                    <a:pt x="1542161" y="576326"/>
                  </a:lnTo>
                  <a:lnTo>
                    <a:pt x="1561939" y="572315"/>
                  </a:lnTo>
                  <a:lnTo>
                    <a:pt x="1578086" y="561387"/>
                  </a:lnTo>
                  <a:lnTo>
                    <a:pt x="1588970" y="545197"/>
                  </a:lnTo>
                  <a:lnTo>
                    <a:pt x="1592961" y="525399"/>
                  </a:lnTo>
                  <a:lnTo>
                    <a:pt x="1592961" y="50800"/>
                  </a:lnTo>
                  <a:lnTo>
                    <a:pt x="1588970" y="31021"/>
                  </a:lnTo>
                  <a:lnTo>
                    <a:pt x="1578086" y="14874"/>
                  </a:lnTo>
                  <a:lnTo>
                    <a:pt x="1561939" y="3990"/>
                  </a:lnTo>
                  <a:lnTo>
                    <a:pt x="154216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2033631" y="4510023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3992" y="31021"/>
                  </a:lnTo>
                  <a:lnTo>
                    <a:pt x="14890" y="14874"/>
                  </a:lnTo>
                  <a:lnTo>
                    <a:pt x="31075" y="3990"/>
                  </a:lnTo>
                  <a:lnTo>
                    <a:pt x="50926" y="0"/>
                  </a:lnTo>
                  <a:lnTo>
                    <a:pt x="1542161" y="0"/>
                  </a:lnTo>
                  <a:lnTo>
                    <a:pt x="1561939" y="3990"/>
                  </a:lnTo>
                  <a:lnTo>
                    <a:pt x="1578086" y="14874"/>
                  </a:lnTo>
                  <a:lnTo>
                    <a:pt x="1588970" y="31021"/>
                  </a:lnTo>
                  <a:lnTo>
                    <a:pt x="1592961" y="50800"/>
                  </a:lnTo>
                  <a:lnTo>
                    <a:pt x="1592961" y="525399"/>
                  </a:lnTo>
                  <a:lnTo>
                    <a:pt x="1588970" y="545197"/>
                  </a:lnTo>
                  <a:lnTo>
                    <a:pt x="1578086" y="561387"/>
                  </a:lnTo>
                  <a:lnTo>
                    <a:pt x="1561939" y="572315"/>
                  </a:lnTo>
                  <a:lnTo>
                    <a:pt x="1542161" y="576326"/>
                  </a:lnTo>
                  <a:lnTo>
                    <a:pt x="50926" y="576326"/>
                  </a:lnTo>
                  <a:lnTo>
                    <a:pt x="31075" y="572315"/>
                  </a:lnTo>
                  <a:lnTo>
                    <a:pt x="14890" y="561387"/>
                  </a:lnTo>
                  <a:lnTo>
                    <a:pt x="3992" y="545197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12156185" y="4638294"/>
            <a:ext cx="1350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35" b="1" i="1">
                <a:solidFill>
                  <a:srgbClr val="D7365D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0763377" y="5400421"/>
            <a:ext cx="2308860" cy="476884"/>
            <a:chOff x="10763377" y="5400421"/>
            <a:chExt cx="2308860" cy="476884"/>
          </a:xfrm>
        </p:grpSpPr>
        <p:sp>
          <p:nvSpPr>
            <p:cNvPr id="53" name="object 53" descr=""/>
            <p:cNvSpPr/>
            <p:nvPr/>
          </p:nvSpPr>
          <p:spPr>
            <a:xfrm>
              <a:off x="10763377" y="5400421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125" y="0"/>
                  </a:moveTo>
                  <a:lnTo>
                    <a:pt x="190153" y="4840"/>
                  </a:lnTo>
                  <a:lnTo>
                    <a:pt x="145464" y="18724"/>
                  </a:lnTo>
                  <a:lnTo>
                    <a:pt x="105016" y="40692"/>
                  </a:lnTo>
                  <a:lnTo>
                    <a:pt x="69770" y="69786"/>
                  </a:lnTo>
                  <a:lnTo>
                    <a:pt x="40685" y="105047"/>
                  </a:lnTo>
                  <a:lnTo>
                    <a:pt x="18722" y="145518"/>
                  </a:lnTo>
                  <a:lnTo>
                    <a:pt x="4840" y="190239"/>
                  </a:lnTo>
                  <a:lnTo>
                    <a:pt x="0" y="238251"/>
                  </a:lnTo>
                  <a:lnTo>
                    <a:pt x="4840" y="286223"/>
                  </a:lnTo>
                  <a:lnTo>
                    <a:pt x="18722" y="330912"/>
                  </a:lnTo>
                  <a:lnTo>
                    <a:pt x="40685" y="371360"/>
                  </a:lnTo>
                  <a:lnTo>
                    <a:pt x="69770" y="406606"/>
                  </a:lnTo>
                  <a:lnTo>
                    <a:pt x="105016" y="435691"/>
                  </a:lnTo>
                  <a:lnTo>
                    <a:pt x="145464" y="457654"/>
                  </a:lnTo>
                  <a:lnTo>
                    <a:pt x="190153" y="471536"/>
                  </a:lnTo>
                  <a:lnTo>
                    <a:pt x="238125" y="476376"/>
                  </a:lnTo>
                  <a:lnTo>
                    <a:pt x="286137" y="471536"/>
                  </a:lnTo>
                  <a:lnTo>
                    <a:pt x="330858" y="457654"/>
                  </a:lnTo>
                  <a:lnTo>
                    <a:pt x="371329" y="435691"/>
                  </a:lnTo>
                  <a:lnTo>
                    <a:pt x="406590" y="406606"/>
                  </a:lnTo>
                  <a:lnTo>
                    <a:pt x="435684" y="371360"/>
                  </a:lnTo>
                  <a:lnTo>
                    <a:pt x="457652" y="330912"/>
                  </a:lnTo>
                  <a:lnTo>
                    <a:pt x="471536" y="286223"/>
                  </a:lnTo>
                  <a:lnTo>
                    <a:pt x="476376" y="238251"/>
                  </a:lnTo>
                  <a:lnTo>
                    <a:pt x="471536" y="190239"/>
                  </a:lnTo>
                  <a:lnTo>
                    <a:pt x="457652" y="145518"/>
                  </a:lnTo>
                  <a:lnTo>
                    <a:pt x="435684" y="105047"/>
                  </a:lnTo>
                  <a:lnTo>
                    <a:pt x="406590" y="69786"/>
                  </a:lnTo>
                  <a:lnTo>
                    <a:pt x="371329" y="40692"/>
                  </a:lnTo>
                  <a:lnTo>
                    <a:pt x="330858" y="18724"/>
                  </a:lnTo>
                  <a:lnTo>
                    <a:pt x="286137" y="484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854182" y="5491225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414"/>
                  </a:moveTo>
                  <a:lnTo>
                    <a:pt x="293319" y="137414"/>
                  </a:lnTo>
                  <a:lnTo>
                    <a:pt x="287337" y="100520"/>
                  </a:lnTo>
                  <a:lnTo>
                    <a:pt x="271576" y="70205"/>
                  </a:lnTo>
                  <a:lnTo>
                    <a:pt x="271576" y="137414"/>
                  </a:lnTo>
                  <a:lnTo>
                    <a:pt x="161290" y="137414"/>
                  </a:lnTo>
                  <a:lnTo>
                    <a:pt x="161290" y="76454"/>
                  </a:lnTo>
                  <a:lnTo>
                    <a:pt x="133096" y="76454"/>
                  </a:lnTo>
                  <a:lnTo>
                    <a:pt x="133096" y="137414"/>
                  </a:lnTo>
                  <a:lnTo>
                    <a:pt x="133096" y="165354"/>
                  </a:lnTo>
                  <a:lnTo>
                    <a:pt x="269836" y="165354"/>
                  </a:lnTo>
                  <a:lnTo>
                    <a:pt x="263588" y="196227"/>
                  </a:lnTo>
                  <a:lnTo>
                    <a:pt x="236474" y="236397"/>
                  </a:lnTo>
                  <a:lnTo>
                    <a:pt x="196291" y="263499"/>
                  </a:lnTo>
                  <a:lnTo>
                    <a:pt x="147193" y="273431"/>
                  </a:lnTo>
                  <a:lnTo>
                    <a:pt x="98298" y="263499"/>
                  </a:lnTo>
                  <a:lnTo>
                    <a:pt x="58102" y="236397"/>
                  </a:lnTo>
                  <a:lnTo>
                    <a:pt x="30848" y="196227"/>
                  </a:lnTo>
                  <a:lnTo>
                    <a:pt x="20828" y="147066"/>
                  </a:lnTo>
                  <a:lnTo>
                    <a:pt x="30848" y="98234"/>
                  </a:lnTo>
                  <a:lnTo>
                    <a:pt x="58089" y="58026"/>
                  </a:lnTo>
                  <a:lnTo>
                    <a:pt x="98298" y="30759"/>
                  </a:lnTo>
                  <a:lnTo>
                    <a:pt x="147193" y="20701"/>
                  </a:lnTo>
                  <a:lnTo>
                    <a:pt x="196291" y="30759"/>
                  </a:lnTo>
                  <a:lnTo>
                    <a:pt x="236474" y="58026"/>
                  </a:lnTo>
                  <a:lnTo>
                    <a:pt x="263588" y="98234"/>
                  </a:lnTo>
                  <a:lnTo>
                    <a:pt x="271576" y="137414"/>
                  </a:lnTo>
                  <a:lnTo>
                    <a:pt x="271576" y="70205"/>
                  </a:lnTo>
                  <a:lnTo>
                    <a:pt x="234340" y="28333"/>
                  </a:lnTo>
                  <a:lnTo>
                    <a:pt x="193802" y="7480"/>
                  </a:lnTo>
                  <a:lnTo>
                    <a:pt x="147193" y="0"/>
                  </a:lnTo>
                  <a:lnTo>
                    <a:pt x="100622" y="7480"/>
                  </a:lnTo>
                  <a:lnTo>
                    <a:pt x="60210" y="28333"/>
                  </a:lnTo>
                  <a:lnTo>
                    <a:pt x="28359" y="60134"/>
                  </a:lnTo>
                  <a:lnTo>
                    <a:pt x="7493" y="100520"/>
                  </a:lnTo>
                  <a:lnTo>
                    <a:pt x="0" y="147066"/>
                  </a:lnTo>
                  <a:lnTo>
                    <a:pt x="7493" y="193687"/>
                  </a:lnTo>
                  <a:lnTo>
                    <a:pt x="28359" y="234226"/>
                  </a:lnTo>
                  <a:lnTo>
                    <a:pt x="60210" y="266230"/>
                  </a:lnTo>
                  <a:lnTo>
                    <a:pt x="100622" y="287223"/>
                  </a:lnTo>
                  <a:lnTo>
                    <a:pt x="147193" y="294767"/>
                  </a:lnTo>
                  <a:lnTo>
                    <a:pt x="193802" y="287223"/>
                  </a:lnTo>
                  <a:lnTo>
                    <a:pt x="220433" y="273431"/>
                  </a:lnTo>
                  <a:lnTo>
                    <a:pt x="234340" y="266230"/>
                  </a:lnTo>
                  <a:lnTo>
                    <a:pt x="266344" y="234226"/>
                  </a:lnTo>
                  <a:lnTo>
                    <a:pt x="287337" y="193687"/>
                  </a:lnTo>
                  <a:lnTo>
                    <a:pt x="291922" y="165354"/>
                  </a:lnTo>
                  <a:lnTo>
                    <a:pt x="315722" y="165354"/>
                  </a:lnTo>
                  <a:lnTo>
                    <a:pt x="315722" y="137414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0854182" y="5491226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3" y="273431"/>
                  </a:moveTo>
                  <a:lnTo>
                    <a:pt x="196298" y="263491"/>
                  </a:lnTo>
                  <a:lnTo>
                    <a:pt x="236474" y="236394"/>
                  </a:lnTo>
                  <a:lnTo>
                    <a:pt x="263600" y="196224"/>
                  </a:lnTo>
                  <a:lnTo>
                    <a:pt x="273558" y="147065"/>
                  </a:lnTo>
                  <a:lnTo>
                    <a:pt x="263600" y="98228"/>
                  </a:lnTo>
                  <a:lnTo>
                    <a:pt x="236474" y="58023"/>
                  </a:lnTo>
                  <a:lnTo>
                    <a:pt x="196298" y="30747"/>
                  </a:lnTo>
                  <a:lnTo>
                    <a:pt x="147193" y="20700"/>
                  </a:lnTo>
                  <a:lnTo>
                    <a:pt x="98301" y="30747"/>
                  </a:lnTo>
                  <a:lnTo>
                    <a:pt x="58102" y="58023"/>
                  </a:lnTo>
                  <a:lnTo>
                    <a:pt x="30857" y="98228"/>
                  </a:lnTo>
                  <a:lnTo>
                    <a:pt x="20827" y="147065"/>
                  </a:lnTo>
                  <a:lnTo>
                    <a:pt x="30857" y="196224"/>
                  </a:lnTo>
                  <a:lnTo>
                    <a:pt x="58102" y="236394"/>
                  </a:lnTo>
                  <a:lnTo>
                    <a:pt x="98301" y="263491"/>
                  </a:lnTo>
                  <a:lnTo>
                    <a:pt x="147193" y="273431"/>
                  </a:lnTo>
                  <a:close/>
                </a:path>
                <a:path w="295275" h="295275">
                  <a:moveTo>
                    <a:pt x="147193" y="294766"/>
                  </a:moveTo>
                  <a:lnTo>
                    <a:pt x="193814" y="287221"/>
                  </a:lnTo>
                  <a:lnTo>
                    <a:pt x="234351" y="266221"/>
                  </a:lnTo>
                  <a:lnTo>
                    <a:pt x="266348" y="234224"/>
                  </a:lnTo>
                  <a:lnTo>
                    <a:pt x="287348" y="193687"/>
                  </a:lnTo>
                  <a:lnTo>
                    <a:pt x="294894" y="147065"/>
                  </a:lnTo>
                  <a:lnTo>
                    <a:pt x="287348" y="100510"/>
                  </a:lnTo>
                  <a:lnTo>
                    <a:pt x="266348" y="60130"/>
                  </a:lnTo>
                  <a:lnTo>
                    <a:pt x="234351" y="28322"/>
                  </a:lnTo>
                  <a:lnTo>
                    <a:pt x="193814" y="7479"/>
                  </a:lnTo>
                  <a:lnTo>
                    <a:pt x="147193" y="0"/>
                  </a:lnTo>
                  <a:lnTo>
                    <a:pt x="100624" y="7479"/>
                  </a:lnTo>
                  <a:lnTo>
                    <a:pt x="60213" y="28322"/>
                  </a:lnTo>
                  <a:lnTo>
                    <a:pt x="28366" y="60130"/>
                  </a:lnTo>
                  <a:lnTo>
                    <a:pt x="7493" y="100510"/>
                  </a:lnTo>
                  <a:lnTo>
                    <a:pt x="0" y="147065"/>
                  </a:lnTo>
                  <a:lnTo>
                    <a:pt x="7493" y="193687"/>
                  </a:lnTo>
                  <a:lnTo>
                    <a:pt x="28366" y="234224"/>
                  </a:lnTo>
                  <a:lnTo>
                    <a:pt x="60213" y="266221"/>
                  </a:lnTo>
                  <a:lnTo>
                    <a:pt x="100624" y="287221"/>
                  </a:lnTo>
                  <a:lnTo>
                    <a:pt x="147193" y="294766"/>
                  </a:lnTo>
                  <a:close/>
                </a:path>
              </a:pathLst>
            </a:custGeom>
            <a:ln w="9525">
              <a:solidFill>
                <a:srgbClr val="F4FB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2595352" y="5400421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251" y="0"/>
                  </a:moveTo>
                  <a:lnTo>
                    <a:pt x="190239" y="4840"/>
                  </a:lnTo>
                  <a:lnTo>
                    <a:pt x="145518" y="18724"/>
                  </a:lnTo>
                  <a:lnTo>
                    <a:pt x="105047" y="40692"/>
                  </a:lnTo>
                  <a:lnTo>
                    <a:pt x="69786" y="69786"/>
                  </a:lnTo>
                  <a:lnTo>
                    <a:pt x="40692" y="105047"/>
                  </a:lnTo>
                  <a:lnTo>
                    <a:pt x="18724" y="145518"/>
                  </a:lnTo>
                  <a:lnTo>
                    <a:pt x="4840" y="190239"/>
                  </a:lnTo>
                  <a:lnTo>
                    <a:pt x="0" y="238251"/>
                  </a:lnTo>
                  <a:lnTo>
                    <a:pt x="4840" y="286223"/>
                  </a:lnTo>
                  <a:lnTo>
                    <a:pt x="18724" y="330912"/>
                  </a:lnTo>
                  <a:lnTo>
                    <a:pt x="40692" y="371360"/>
                  </a:lnTo>
                  <a:lnTo>
                    <a:pt x="69786" y="406606"/>
                  </a:lnTo>
                  <a:lnTo>
                    <a:pt x="105047" y="435691"/>
                  </a:lnTo>
                  <a:lnTo>
                    <a:pt x="145518" y="457654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23" y="471536"/>
                  </a:lnTo>
                  <a:lnTo>
                    <a:pt x="330912" y="457654"/>
                  </a:lnTo>
                  <a:lnTo>
                    <a:pt x="371360" y="435691"/>
                  </a:lnTo>
                  <a:lnTo>
                    <a:pt x="406606" y="406606"/>
                  </a:lnTo>
                  <a:lnTo>
                    <a:pt x="435691" y="371360"/>
                  </a:lnTo>
                  <a:lnTo>
                    <a:pt x="457654" y="330912"/>
                  </a:lnTo>
                  <a:lnTo>
                    <a:pt x="471536" y="286223"/>
                  </a:lnTo>
                  <a:lnTo>
                    <a:pt x="476376" y="238251"/>
                  </a:lnTo>
                  <a:lnTo>
                    <a:pt x="471536" y="190239"/>
                  </a:lnTo>
                  <a:lnTo>
                    <a:pt x="457654" y="145518"/>
                  </a:lnTo>
                  <a:lnTo>
                    <a:pt x="435691" y="105047"/>
                  </a:lnTo>
                  <a:lnTo>
                    <a:pt x="406606" y="69786"/>
                  </a:lnTo>
                  <a:lnTo>
                    <a:pt x="371360" y="40692"/>
                  </a:lnTo>
                  <a:lnTo>
                    <a:pt x="330912" y="18724"/>
                  </a:lnTo>
                  <a:lnTo>
                    <a:pt x="286223" y="4840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2686157" y="5491225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414"/>
                  </a:moveTo>
                  <a:lnTo>
                    <a:pt x="293319" y="137414"/>
                  </a:lnTo>
                  <a:lnTo>
                    <a:pt x="287337" y="100520"/>
                  </a:lnTo>
                  <a:lnTo>
                    <a:pt x="271576" y="70205"/>
                  </a:lnTo>
                  <a:lnTo>
                    <a:pt x="271576" y="137414"/>
                  </a:lnTo>
                  <a:lnTo>
                    <a:pt x="161290" y="137414"/>
                  </a:lnTo>
                  <a:lnTo>
                    <a:pt x="161290" y="76454"/>
                  </a:lnTo>
                  <a:lnTo>
                    <a:pt x="133096" y="76454"/>
                  </a:lnTo>
                  <a:lnTo>
                    <a:pt x="133096" y="137414"/>
                  </a:lnTo>
                  <a:lnTo>
                    <a:pt x="133096" y="165354"/>
                  </a:lnTo>
                  <a:lnTo>
                    <a:pt x="269836" y="165354"/>
                  </a:lnTo>
                  <a:lnTo>
                    <a:pt x="263588" y="196227"/>
                  </a:lnTo>
                  <a:lnTo>
                    <a:pt x="236474" y="236397"/>
                  </a:lnTo>
                  <a:lnTo>
                    <a:pt x="196291" y="263499"/>
                  </a:lnTo>
                  <a:lnTo>
                    <a:pt x="147193" y="273431"/>
                  </a:lnTo>
                  <a:lnTo>
                    <a:pt x="98298" y="263499"/>
                  </a:lnTo>
                  <a:lnTo>
                    <a:pt x="58102" y="236397"/>
                  </a:lnTo>
                  <a:lnTo>
                    <a:pt x="30848" y="196227"/>
                  </a:lnTo>
                  <a:lnTo>
                    <a:pt x="20828" y="147066"/>
                  </a:lnTo>
                  <a:lnTo>
                    <a:pt x="30848" y="98234"/>
                  </a:lnTo>
                  <a:lnTo>
                    <a:pt x="58089" y="58026"/>
                  </a:lnTo>
                  <a:lnTo>
                    <a:pt x="98298" y="30759"/>
                  </a:lnTo>
                  <a:lnTo>
                    <a:pt x="147193" y="20701"/>
                  </a:lnTo>
                  <a:lnTo>
                    <a:pt x="196291" y="30759"/>
                  </a:lnTo>
                  <a:lnTo>
                    <a:pt x="236474" y="58026"/>
                  </a:lnTo>
                  <a:lnTo>
                    <a:pt x="263588" y="98234"/>
                  </a:lnTo>
                  <a:lnTo>
                    <a:pt x="271576" y="137414"/>
                  </a:lnTo>
                  <a:lnTo>
                    <a:pt x="271576" y="70205"/>
                  </a:lnTo>
                  <a:lnTo>
                    <a:pt x="234340" y="28333"/>
                  </a:lnTo>
                  <a:lnTo>
                    <a:pt x="193802" y="7480"/>
                  </a:lnTo>
                  <a:lnTo>
                    <a:pt x="147193" y="0"/>
                  </a:lnTo>
                  <a:lnTo>
                    <a:pt x="100622" y="7480"/>
                  </a:lnTo>
                  <a:lnTo>
                    <a:pt x="60210" y="28333"/>
                  </a:lnTo>
                  <a:lnTo>
                    <a:pt x="28359" y="60134"/>
                  </a:lnTo>
                  <a:lnTo>
                    <a:pt x="7493" y="100520"/>
                  </a:lnTo>
                  <a:lnTo>
                    <a:pt x="0" y="147066"/>
                  </a:lnTo>
                  <a:lnTo>
                    <a:pt x="7493" y="193687"/>
                  </a:lnTo>
                  <a:lnTo>
                    <a:pt x="28359" y="234226"/>
                  </a:lnTo>
                  <a:lnTo>
                    <a:pt x="60210" y="266230"/>
                  </a:lnTo>
                  <a:lnTo>
                    <a:pt x="100622" y="287223"/>
                  </a:lnTo>
                  <a:lnTo>
                    <a:pt x="147193" y="294767"/>
                  </a:lnTo>
                  <a:lnTo>
                    <a:pt x="193802" y="287223"/>
                  </a:lnTo>
                  <a:lnTo>
                    <a:pt x="220433" y="273431"/>
                  </a:lnTo>
                  <a:lnTo>
                    <a:pt x="234340" y="266230"/>
                  </a:lnTo>
                  <a:lnTo>
                    <a:pt x="266344" y="234226"/>
                  </a:lnTo>
                  <a:lnTo>
                    <a:pt x="287337" y="193687"/>
                  </a:lnTo>
                  <a:lnTo>
                    <a:pt x="291922" y="165354"/>
                  </a:lnTo>
                  <a:lnTo>
                    <a:pt x="315722" y="165354"/>
                  </a:lnTo>
                  <a:lnTo>
                    <a:pt x="315722" y="137414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2686157" y="5491226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3" y="273431"/>
                  </a:moveTo>
                  <a:lnTo>
                    <a:pt x="196298" y="263491"/>
                  </a:lnTo>
                  <a:lnTo>
                    <a:pt x="236474" y="236394"/>
                  </a:lnTo>
                  <a:lnTo>
                    <a:pt x="263600" y="196224"/>
                  </a:lnTo>
                  <a:lnTo>
                    <a:pt x="273558" y="147065"/>
                  </a:lnTo>
                  <a:lnTo>
                    <a:pt x="263600" y="98228"/>
                  </a:lnTo>
                  <a:lnTo>
                    <a:pt x="236474" y="58023"/>
                  </a:lnTo>
                  <a:lnTo>
                    <a:pt x="196298" y="30747"/>
                  </a:lnTo>
                  <a:lnTo>
                    <a:pt x="147193" y="20700"/>
                  </a:lnTo>
                  <a:lnTo>
                    <a:pt x="98301" y="30747"/>
                  </a:lnTo>
                  <a:lnTo>
                    <a:pt x="58102" y="58023"/>
                  </a:lnTo>
                  <a:lnTo>
                    <a:pt x="30857" y="98228"/>
                  </a:lnTo>
                  <a:lnTo>
                    <a:pt x="20827" y="147065"/>
                  </a:lnTo>
                  <a:lnTo>
                    <a:pt x="30857" y="196224"/>
                  </a:lnTo>
                  <a:lnTo>
                    <a:pt x="58102" y="236394"/>
                  </a:lnTo>
                  <a:lnTo>
                    <a:pt x="98301" y="263491"/>
                  </a:lnTo>
                  <a:lnTo>
                    <a:pt x="147193" y="273431"/>
                  </a:lnTo>
                  <a:close/>
                </a:path>
                <a:path w="295275" h="295275">
                  <a:moveTo>
                    <a:pt x="147193" y="294766"/>
                  </a:moveTo>
                  <a:lnTo>
                    <a:pt x="193814" y="287221"/>
                  </a:lnTo>
                  <a:lnTo>
                    <a:pt x="234351" y="266221"/>
                  </a:lnTo>
                  <a:lnTo>
                    <a:pt x="266348" y="234224"/>
                  </a:lnTo>
                  <a:lnTo>
                    <a:pt x="287348" y="193687"/>
                  </a:lnTo>
                  <a:lnTo>
                    <a:pt x="294894" y="147065"/>
                  </a:lnTo>
                  <a:lnTo>
                    <a:pt x="287348" y="100510"/>
                  </a:lnTo>
                  <a:lnTo>
                    <a:pt x="266348" y="60130"/>
                  </a:lnTo>
                  <a:lnTo>
                    <a:pt x="234351" y="28322"/>
                  </a:lnTo>
                  <a:lnTo>
                    <a:pt x="193814" y="7479"/>
                  </a:lnTo>
                  <a:lnTo>
                    <a:pt x="147193" y="0"/>
                  </a:lnTo>
                  <a:lnTo>
                    <a:pt x="100624" y="7479"/>
                  </a:lnTo>
                  <a:lnTo>
                    <a:pt x="60213" y="28322"/>
                  </a:lnTo>
                  <a:lnTo>
                    <a:pt x="28366" y="60130"/>
                  </a:lnTo>
                  <a:lnTo>
                    <a:pt x="7493" y="100510"/>
                  </a:lnTo>
                  <a:lnTo>
                    <a:pt x="0" y="147065"/>
                  </a:lnTo>
                  <a:lnTo>
                    <a:pt x="7493" y="193687"/>
                  </a:lnTo>
                  <a:lnTo>
                    <a:pt x="28366" y="234224"/>
                  </a:lnTo>
                  <a:lnTo>
                    <a:pt x="60213" y="266221"/>
                  </a:lnTo>
                  <a:lnTo>
                    <a:pt x="100624" y="287221"/>
                  </a:lnTo>
                  <a:lnTo>
                    <a:pt x="147193" y="294766"/>
                  </a:lnTo>
                  <a:close/>
                </a:path>
              </a:pathLst>
            </a:custGeom>
            <a:ln w="9525">
              <a:solidFill>
                <a:srgbClr val="F4F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7187417" y="9460874"/>
            <a:ext cx="232410" cy="17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00" spc="70">
                <a:solidFill>
                  <a:srgbClr val="173360"/>
                </a:solidFill>
                <a:latin typeface="Calibri"/>
                <a:cs typeface="Calibri"/>
              </a:rPr>
              <a:t>54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89868" y="2029967"/>
            <a:ext cx="16744950" cy="6707505"/>
            <a:chOff x="889868" y="2029967"/>
            <a:chExt cx="16744950" cy="67075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868" y="2349354"/>
              <a:ext cx="5810290" cy="622804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67078" y="2453005"/>
              <a:ext cx="4980305" cy="5553710"/>
            </a:xfrm>
            <a:custGeom>
              <a:avLst/>
              <a:gdLst/>
              <a:ahLst/>
              <a:cxnLst/>
              <a:rect l="l" t="t" r="r" b="b"/>
              <a:pathLst>
                <a:path w="4980305" h="5553709">
                  <a:moveTo>
                    <a:pt x="4912995" y="0"/>
                  </a:moveTo>
                  <a:lnTo>
                    <a:pt x="67309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5486400"/>
                  </a:lnTo>
                  <a:lnTo>
                    <a:pt x="5284" y="5512542"/>
                  </a:lnTo>
                  <a:lnTo>
                    <a:pt x="19700" y="5533898"/>
                  </a:lnTo>
                  <a:lnTo>
                    <a:pt x="41094" y="5548300"/>
                  </a:lnTo>
                  <a:lnTo>
                    <a:pt x="67309" y="5553583"/>
                  </a:lnTo>
                  <a:lnTo>
                    <a:pt x="4912995" y="5553583"/>
                  </a:lnTo>
                  <a:lnTo>
                    <a:pt x="4939210" y="5548300"/>
                  </a:lnTo>
                  <a:lnTo>
                    <a:pt x="4960604" y="5533898"/>
                  </a:lnTo>
                  <a:lnTo>
                    <a:pt x="4975020" y="5512542"/>
                  </a:lnTo>
                  <a:lnTo>
                    <a:pt x="4980305" y="5486400"/>
                  </a:lnTo>
                  <a:lnTo>
                    <a:pt x="4980305" y="67310"/>
                  </a:lnTo>
                  <a:lnTo>
                    <a:pt x="4975020" y="41094"/>
                  </a:lnTo>
                  <a:lnTo>
                    <a:pt x="4960604" y="19700"/>
                  </a:lnTo>
                  <a:lnTo>
                    <a:pt x="4939210" y="5284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67523" y="2453005"/>
              <a:ext cx="4980305" cy="189230"/>
            </a:xfrm>
            <a:custGeom>
              <a:avLst/>
              <a:gdLst/>
              <a:ahLst/>
              <a:cxnLst/>
              <a:rect l="l" t="t" r="r" b="b"/>
              <a:pathLst>
                <a:path w="4980305" h="189230">
                  <a:moveTo>
                    <a:pt x="4915344" y="0"/>
                  </a:moveTo>
                  <a:lnTo>
                    <a:pt x="64960" y="0"/>
                  </a:lnTo>
                  <a:lnTo>
                    <a:pt x="39647" y="5103"/>
                  </a:lnTo>
                  <a:lnTo>
                    <a:pt x="19002" y="19018"/>
                  </a:lnTo>
                  <a:lnTo>
                    <a:pt x="5095" y="39647"/>
                  </a:lnTo>
                  <a:lnTo>
                    <a:pt x="0" y="64897"/>
                  </a:lnTo>
                  <a:lnTo>
                    <a:pt x="0" y="188975"/>
                  </a:lnTo>
                  <a:lnTo>
                    <a:pt x="4980241" y="188975"/>
                  </a:lnTo>
                  <a:lnTo>
                    <a:pt x="4980241" y="64897"/>
                  </a:lnTo>
                  <a:lnTo>
                    <a:pt x="4975155" y="39647"/>
                  </a:lnTo>
                  <a:lnTo>
                    <a:pt x="4961270" y="19018"/>
                  </a:lnTo>
                  <a:lnTo>
                    <a:pt x="4940647" y="5103"/>
                  </a:lnTo>
                  <a:lnTo>
                    <a:pt x="4915344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5811" y="2029967"/>
              <a:ext cx="6131559" cy="670712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653910" y="2453005"/>
              <a:ext cx="4980305" cy="5553710"/>
            </a:xfrm>
            <a:custGeom>
              <a:avLst/>
              <a:gdLst/>
              <a:ahLst/>
              <a:cxnLst/>
              <a:rect l="l" t="t" r="r" b="b"/>
              <a:pathLst>
                <a:path w="4980305" h="5553709">
                  <a:moveTo>
                    <a:pt x="4912995" y="0"/>
                  </a:moveTo>
                  <a:lnTo>
                    <a:pt x="67183" y="0"/>
                  </a:lnTo>
                  <a:lnTo>
                    <a:pt x="41040" y="5284"/>
                  </a:lnTo>
                  <a:lnTo>
                    <a:pt x="19685" y="19700"/>
                  </a:lnTo>
                  <a:lnTo>
                    <a:pt x="5282" y="41094"/>
                  </a:lnTo>
                  <a:lnTo>
                    <a:pt x="0" y="67310"/>
                  </a:lnTo>
                  <a:lnTo>
                    <a:pt x="0" y="5486400"/>
                  </a:lnTo>
                  <a:lnTo>
                    <a:pt x="5282" y="5512542"/>
                  </a:lnTo>
                  <a:lnTo>
                    <a:pt x="19684" y="5533898"/>
                  </a:lnTo>
                  <a:lnTo>
                    <a:pt x="41040" y="5548300"/>
                  </a:lnTo>
                  <a:lnTo>
                    <a:pt x="67183" y="5553583"/>
                  </a:lnTo>
                  <a:lnTo>
                    <a:pt x="4912995" y="5553583"/>
                  </a:lnTo>
                  <a:lnTo>
                    <a:pt x="4939137" y="5548300"/>
                  </a:lnTo>
                  <a:lnTo>
                    <a:pt x="4960493" y="5533898"/>
                  </a:lnTo>
                  <a:lnTo>
                    <a:pt x="4974895" y="5512542"/>
                  </a:lnTo>
                  <a:lnTo>
                    <a:pt x="4980178" y="5486400"/>
                  </a:lnTo>
                  <a:lnTo>
                    <a:pt x="4980178" y="67310"/>
                  </a:lnTo>
                  <a:lnTo>
                    <a:pt x="4974895" y="41094"/>
                  </a:lnTo>
                  <a:lnTo>
                    <a:pt x="4960493" y="19700"/>
                  </a:lnTo>
                  <a:lnTo>
                    <a:pt x="4939137" y="5284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54291" y="2453005"/>
              <a:ext cx="4980305" cy="189230"/>
            </a:xfrm>
            <a:custGeom>
              <a:avLst/>
              <a:gdLst/>
              <a:ahLst/>
              <a:cxnLst/>
              <a:rect l="l" t="t" r="r" b="b"/>
              <a:pathLst>
                <a:path w="4980305" h="189230">
                  <a:moveTo>
                    <a:pt x="4915408" y="0"/>
                  </a:moveTo>
                  <a:lnTo>
                    <a:pt x="64897" y="0"/>
                  </a:lnTo>
                  <a:lnTo>
                    <a:pt x="39647" y="5103"/>
                  </a:lnTo>
                  <a:lnTo>
                    <a:pt x="19018" y="19018"/>
                  </a:lnTo>
                  <a:lnTo>
                    <a:pt x="5103" y="39647"/>
                  </a:lnTo>
                  <a:lnTo>
                    <a:pt x="0" y="64897"/>
                  </a:lnTo>
                  <a:lnTo>
                    <a:pt x="0" y="188975"/>
                  </a:lnTo>
                  <a:lnTo>
                    <a:pt x="4980305" y="188975"/>
                  </a:lnTo>
                  <a:lnTo>
                    <a:pt x="4980305" y="64897"/>
                  </a:lnTo>
                  <a:lnTo>
                    <a:pt x="4975201" y="39647"/>
                  </a:lnTo>
                  <a:lnTo>
                    <a:pt x="4961286" y="19018"/>
                  </a:lnTo>
                  <a:lnTo>
                    <a:pt x="4940657" y="5103"/>
                  </a:lnTo>
                  <a:lnTo>
                    <a:pt x="4915408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01628" y="2029967"/>
              <a:ext cx="6133084" cy="670712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040616" y="2453005"/>
              <a:ext cx="4980305" cy="5553710"/>
            </a:xfrm>
            <a:custGeom>
              <a:avLst/>
              <a:gdLst/>
              <a:ahLst/>
              <a:cxnLst/>
              <a:rect l="l" t="t" r="r" b="b"/>
              <a:pathLst>
                <a:path w="4980305" h="5553709">
                  <a:moveTo>
                    <a:pt x="4912995" y="0"/>
                  </a:moveTo>
                  <a:lnTo>
                    <a:pt x="67309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5486400"/>
                  </a:lnTo>
                  <a:lnTo>
                    <a:pt x="5284" y="5512542"/>
                  </a:lnTo>
                  <a:lnTo>
                    <a:pt x="19700" y="5533898"/>
                  </a:lnTo>
                  <a:lnTo>
                    <a:pt x="41094" y="5548300"/>
                  </a:lnTo>
                  <a:lnTo>
                    <a:pt x="67309" y="5553583"/>
                  </a:lnTo>
                  <a:lnTo>
                    <a:pt x="4912995" y="5553583"/>
                  </a:lnTo>
                  <a:lnTo>
                    <a:pt x="4939210" y="5548300"/>
                  </a:lnTo>
                  <a:lnTo>
                    <a:pt x="4960604" y="5533898"/>
                  </a:lnTo>
                  <a:lnTo>
                    <a:pt x="4975020" y="5512542"/>
                  </a:lnTo>
                  <a:lnTo>
                    <a:pt x="4980305" y="5486400"/>
                  </a:lnTo>
                  <a:lnTo>
                    <a:pt x="4980305" y="67310"/>
                  </a:lnTo>
                  <a:lnTo>
                    <a:pt x="4975020" y="41094"/>
                  </a:lnTo>
                  <a:lnTo>
                    <a:pt x="4960604" y="19700"/>
                  </a:lnTo>
                  <a:lnTo>
                    <a:pt x="4939210" y="5284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041123" y="2453005"/>
              <a:ext cx="4980305" cy="189230"/>
            </a:xfrm>
            <a:custGeom>
              <a:avLst/>
              <a:gdLst/>
              <a:ahLst/>
              <a:cxnLst/>
              <a:rect l="l" t="t" r="r" b="b"/>
              <a:pathLst>
                <a:path w="4980305" h="189230">
                  <a:moveTo>
                    <a:pt x="4915408" y="0"/>
                  </a:moveTo>
                  <a:lnTo>
                    <a:pt x="64897" y="0"/>
                  </a:lnTo>
                  <a:lnTo>
                    <a:pt x="39594" y="5103"/>
                  </a:lnTo>
                  <a:lnTo>
                    <a:pt x="18970" y="19018"/>
                  </a:lnTo>
                  <a:lnTo>
                    <a:pt x="5085" y="39647"/>
                  </a:lnTo>
                  <a:lnTo>
                    <a:pt x="0" y="64897"/>
                  </a:lnTo>
                  <a:lnTo>
                    <a:pt x="0" y="188975"/>
                  </a:lnTo>
                  <a:lnTo>
                    <a:pt x="4980305" y="188975"/>
                  </a:lnTo>
                  <a:lnTo>
                    <a:pt x="4980305" y="64897"/>
                  </a:lnTo>
                  <a:lnTo>
                    <a:pt x="4975201" y="39647"/>
                  </a:lnTo>
                  <a:lnTo>
                    <a:pt x="4961286" y="19018"/>
                  </a:lnTo>
                  <a:lnTo>
                    <a:pt x="4940657" y="5103"/>
                  </a:lnTo>
                  <a:lnTo>
                    <a:pt x="4915408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7219421" y="9473574"/>
            <a:ext cx="149225" cy="154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65"/>
              </a:lnSpc>
            </a:pPr>
            <a:r>
              <a:rPr dirty="0" sz="1000" spc="45">
                <a:solidFill>
                  <a:srgbClr val="173360"/>
                </a:solidFill>
                <a:latin typeface="Calibri"/>
                <a:cs typeface="Calibri"/>
              </a:rPr>
              <a:t>56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배치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345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pc="345">
                <a:solidFill>
                  <a:srgbClr val="173360"/>
                </a:solidFill>
              </a:rPr>
              <a:t>에서의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다양한</a:t>
            </a:r>
            <a:r>
              <a:rPr dirty="0" spc="-30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과제와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한계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085213" y="4630673"/>
            <a:ext cx="3275329" cy="2186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360" b="1" i="1">
                <a:solidFill>
                  <a:srgbClr val="173360"/>
                </a:solidFill>
                <a:latin typeface="Calibri"/>
                <a:cs typeface="Calibri"/>
              </a:rPr>
              <a:t>Unscalable</a:t>
            </a:r>
            <a:endParaRPr sz="2800">
              <a:latin typeface="Calibri"/>
              <a:cs typeface="Calibri"/>
            </a:endParaRPr>
          </a:p>
          <a:p>
            <a:pPr algn="ctr" marL="12700" marR="5080">
              <a:lnSpc>
                <a:spcPct val="114999"/>
              </a:lnSpc>
              <a:spcBef>
                <a:spcPts val="2615"/>
              </a:spcBef>
            </a:pP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배치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처리로는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지금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Malgun Gothic"/>
                <a:cs typeface="Malgun Gothic"/>
              </a:rPr>
              <a:t>사용이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요구되는</a:t>
            </a:r>
            <a:r>
              <a:rPr dirty="0" sz="20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다양하고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많은</a:t>
            </a:r>
            <a:r>
              <a:rPr dirty="0" sz="2000" spc="-18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35">
                <a:solidFill>
                  <a:srgbClr val="173360"/>
                </a:solidFill>
                <a:latin typeface="Malgun Gothic"/>
                <a:cs typeface="Malgun Gothic"/>
              </a:rPr>
              <a:t>양의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0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처리하는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Malgun Gothic"/>
                <a:cs typeface="Malgun Gothic"/>
              </a:rPr>
              <a:t>것은 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어렵습니다</a:t>
            </a:r>
            <a:r>
              <a:rPr dirty="0" sz="20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378065" y="4630673"/>
            <a:ext cx="3463925" cy="21863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"/>
              </a:spcBef>
            </a:pPr>
            <a:r>
              <a:rPr dirty="0" sz="2800" spc="365" b="1" i="1">
                <a:solidFill>
                  <a:srgbClr val="173360"/>
                </a:solidFill>
                <a:latin typeface="Calibri"/>
                <a:cs typeface="Calibri"/>
              </a:rPr>
              <a:t>Expensive</a:t>
            </a:r>
            <a:endParaRPr sz="2800">
              <a:latin typeface="Calibri"/>
              <a:cs typeface="Calibri"/>
            </a:endParaRPr>
          </a:p>
          <a:p>
            <a:pPr algn="ctr" marL="12700" marR="5080" indent="1270">
              <a:lnSpc>
                <a:spcPct val="114999"/>
              </a:lnSpc>
              <a:spcBef>
                <a:spcPts val="2615"/>
              </a:spcBef>
            </a:pP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높은</a:t>
            </a:r>
            <a:r>
              <a:rPr dirty="0" sz="2000" spc="-18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260">
                <a:solidFill>
                  <a:srgbClr val="173360"/>
                </a:solidFill>
                <a:latin typeface="Calibri"/>
                <a:cs typeface="Calibri"/>
              </a:rPr>
              <a:t>TCO-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2000" spc="-19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173360"/>
                </a:solidFill>
                <a:latin typeface="Malgun Gothic"/>
                <a:cs typeface="Malgun Gothic"/>
              </a:rPr>
              <a:t>데이터를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단기간에</a:t>
            </a:r>
            <a:r>
              <a:rPr dirty="0" sz="20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집중적으로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173360"/>
                </a:solidFill>
                <a:latin typeface="Malgun Gothic"/>
                <a:cs typeface="Malgun Gothic"/>
              </a:rPr>
              <a:t>처리하기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위해</a:t>
            </a:r>
            <a:r>
              <a:rPr dirty="0" sz="2000" spc="-18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많은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처리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Malgun Gothic"/>
                <a:cs typeface="Malgun Gothic"/>
              </a:rPr>
              <a:t>능력이 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필요합니다</a:t>
            </a:r>
            <a:r>
              <a:rPr dirty="0" sz="20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914121" y="4630673"/>
            <a:ext cx="3166745" cy="2536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2800" spc="350" b="1" i="1">
                <a:solidFill>
                  <a:srgbClr val="173360"/>
                </a:solidFill>
                <a:latin typeface="Calibri"/>
                <a:cs typeface="Calibri"/>
              </a:rPr>
              <a:t>Slow</a:t>
            </a:r>
            <a:endParaRPr sz="2800">
              <a:latin typeface="Calibri"/>
              <a:cs typeface="Calibri"/>
            </a:endParaRPr>
          </a:p>
          <a:p>
            <a:pPr algn="ctr" marL="12700" marR="5080">
              <a:lnSpc>
                <a:spcPct val="114999"/>
              </a:lnSpc>
              <a:spcBef>
                <a:spcPts val="2615"/>
              </a:spcBef>
            </a:pP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활용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포인트로</a:t>
            </a:r>
            <a:r>
              <a:rPr dirty="0" sz="20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볼</a:t>
            </a:r>
            <a:r>
              <a:rPr dirty="0" sz="20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때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데이터는</a:t>
            </a:r>
            <a:r>
              <a:rPr dirty="0" sz="20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215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z="2000" spc="215">
                <a:solidFill>
                  <a:srgbClr val="173360"/>
                </a:solidFill>
                <a:latin typeface="Malgun Gothic"/>
                <a:cs typeface="Malgun Gothic"/>
              </a:rPr>
              <a:t>로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원칙적으로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적시에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도착하지</a:t>
            </a:r>
            <a:r>
              <a:rPr dirty="0" sz="20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않습니다</a:t>
            </a:r>
            <a:r>
              <a:rPr dirty="0" sz="2000" spc="-10">
                <a:solidFill>
                  <a:srgbClr val="173360"/>
                </a:solidFill>
                <a:latin typeface="Calibri"/>
                <a:cs typeface="Calibri"/>
              </a:rPr>
              <a:t>.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결국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20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Malgun Gothic"/>
                <a:cs typeface="Malgun Gothic"/>
              </a:rPr>
              <a:t>이용이 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불가합니다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391153" y="3316985"/>
            <a:ext cx="11623040" cy="849630"/>
            <a:chOff x="3391153" y="3316985"/>
            <a:chExt cx="11623040" cy="849630"/>
          </a:xfrm>
        </p:grpSpPr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3753" y="3568445"/>
              <a:ext cx="346582" cy="34645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69551" y="3515740"/>
              <a:ext cx="138556" cy="6946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45982" y="3880357"/>
              <a:ext cx="138557" cy="6921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8624061" y="3395217"/>
              <a:ext cx="1005205" cy="693420"/>
            </a:xfrm>
            <a:custGeom>
              <a:avLst/>
              <a:gdLst/>
              <a:ahLst/>
              <a:cxnLst/>
              <a:rect l="l" t="t" r="r" b="b"/>
              <a:pathLst>
                <a:path w="1005204" h="693420">
                  <a:moveTo>
                    <a:pt x="935355" y="0"/>
                  </a:moveTo>
                  <a:lnTo>
                    <a:pt x="69215" y="0"/>
                  </a:lnTo>
                  <a:lnTo>
                    <a:pt x="42648" y="5369"/>
                  </a:lnTo>
                  <a:lnTo>
                    <a:pt x="20605" y="20097"/>
                  </a:lnTo>
                  <a:lnTo>
                    <a:pt x="5564" y="42112"/>
                  </a:lnTo>
                  <a:lnTo>
                    <a:pt x="0" y="69341"/>
                  </a:lnTo>
                  <a:lnTo>
                    <a:pt x="0" y="623569"/>
                  </a:lnTo>
                  <a:lnTo>
                    <a:pt x="5564" y="650230"/>
                  </a:lnTo>
                  <a:lnTo>
                    <a:pt x="20605" y="672353"/>
                  </a:lnTo>
                  <a:lnTo>
                    <a:pt x="42648" y="687452"/>
                  </a:lnTo>
                  <a:lnTo>
                    <a:pt x="69215" y="693038"/>
                  </a:lnTo>
                  <a:lnTo>
                    <a:pt x="935355" y="693038"/>
                  </a:lnTo>
                  <a:lnTo>
                    <a:pt x="962584" y="687452"/>
                  </a:lnTo>
                  <a:lnTo>
                    <a:pt x="984599" y="672353"/>
                  </a:lnTo>
                  <a:lnTo>
                    <a:pt x="999327" y="650230"/>
                  </a:lnTo>
                  <a:lnTo>
                    <a:pt x="1004697" y="623569"/>
                  </a:lnTo>
                  <a:lnTo>
                    <a:pt x="69215" y="623569"/>
                  </a:lnTo>
                  <a:lnTo>
                    <a:pt x="69215" y="69341"/>
                  </a:lnTo>
                  <a:lnTo>
                    <a:pt x="1004697" y="69341"/>
                  </a:lnTo>
                  <a:lnTo>
                    <a:pt x="999327" y="42112"/>
                  </a:lnTo>
                  <a:lnTo>
                    <a:pt x="984599" y="20097"/>
                  </a:lnTo>
                  <a:lnTo>
                    <a:pt x="962584" y="5369"/>
                  </a:lnTo>
                  <a:lnTo>
                    <a:pt x="935355" y="0"/>
                  </a:lnTo>
                  <a:close/>
                </a:path>
                <a:path w="1005204" h="693420">
                  <a:moveTo>
                    <a:pt x="1004697" y="69341"/>
                  </a:moveTo>
                  <a:lnTo>
                    <a:pt x="935355" y="69341"/>
                  </a:lnTo>
                  <a:lnTo>
                    <a:pt x="935355" y="623569"/>
                  </a:lnTo>
                  <a:lnTo>
                    <a:pt x="1004697" y="623569"/>
                  </a:lnTo>
                  <a:lnTo>
                    <a:pt x="1004697" y="6934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047850" y="3316985"/>
              <a:ext cx="966469" cy="849630"/>
            </a:xfrm>
            <a:custGeom>
              <a:avLst/>
              <a:gdLst/>
              <a:ahLst/>
              <a:cxnLst/>
              <a:rect l="l" t="t" r="r" b="b"/>
              <a:pathLst>
                <a:path w="966469" h="849629">
                  <a:moveTo>
                    <a:pt x="483107" y="0"/>
                  </a:moveTo>
                  <a:lnTo>
                    <a:pt x="436698" y="2277"/>
                  </a:lnTo>
                  <a:lnTo>
                    <a:pt x="391511" y="8966"/>
                  </a:lnTo>
                  <a:lnTo>
                    <a:pt x="347753" y="19856"/>
                  </a:lnTo>
                  <a:lnTo>
                    <a:pt x="305628" y="34734"/>
                  </a:lnTo>
                  <a:lnTo>
                    <a:pt x="265341" y="53388"/>
                  </a:lnTo>
                  <a:lnTo>
                    <a:pt x="227098" y="75606"/>
                  </a:lnTo>
                  <a:lnTo>
                    <a:pt x="191104" y="101176"/>
                  </a:lnTo>
                  <a:lnTo>
                    <a:pt x="157565" y="129885"/>
                  </a:lnTo>
                  <a:lnTo>
                    <a:pt x="126684" y="161522"/>
                  </a:lnTo>
                  <a:lnTo>
                    <a:pt x="98668" y="195874"/>
                  </a:lnTo>
                  <a:lnTo>
                    <a:pt x="73722" y="232728"/>
                  </a:lnTo>
                  <a:lnTo>
                    <a:pt x="52051" y="271874"/>
                  </a:lnTo>
                  <a:lnTo>
                    <a:pt x="33859" y="313098"/>
                  </a:lnTo>
                  <a:lnTo>
                    <a:pt x="19353" y="356189"/>
                  </a:lnTo>
                  <a:lnTo>
                    <a:pt x="8738" y="400934"/>
                  </a:lnTo>
                  <a:lnTo>
                    <a:pt x="2218" y="447121"/>
                  </a:lnTo>
                  <a:lnTo>
                    <a:pt x="0" y="494538"/>
                  </a:lnTo>
                  <a:lnTo>
                    <a:pt x="2276" y="541742"/>
                  </a:lnTo>
                  <a:lnTo>
                    <a:pt x="9017" y="588279"/>
                  </a:lnTo>
                  <a:lnTo>
                    <a:pt x="20091" y="633841"/>
                  </a:lnTo>
                  <a:lnTo>
                    <a:pt x="35369" y="678116"/>
                  </a:lnTo>
                  <a:lnTo>
                    <a:pt x="54719" y="720796"/>
                  </a:lnTo>
                  <a:lnTo>
                    <a:pt x="78009" y="761571"/>
                  </a:lnTo>
                  <a:lnTo>
                    <a:pt x="105110" y="800131"/>
                  </a:lnTo>
                  <a:lnTo>
                    <a:pt x="135889" y="836168"/>
                  </a:lnTo>
                  <a:lnTo>
                    <a:pt x="161289" y="846074"/>
                  </a:lnTo>
                  <a:lnTo>
                    <a:pt x="168028" y="845454"/>
                  </a:lnTo>
                  <a:lnTo>
                    <a:pt x="197199" y="810704"/>
                  </a:lnTo>
                  <a:lnTo>
                    <a:pt x="155715" y="744454"/>
                  </a:lnTo>
                  <a:lnTo>
                    <a:pt x="126684" y="699826"/>
                  </a:lnTo>
                  <a:lnTo>
                    <a:pt x="103743" y="651938"/>
                  </a:lnTo>
                  <a:lnTo>
                    <a:pt x="87098" y="601373"/>
                  </a:lnTo>
                  <a:lnTo>
                    <a:pt x="76959" y="548712"/>
                  </a:lnTo>
                  <a:lnTo>
                    <a:pt x="73532" y="494538"/>
                  </a:lnTo>
                  <a:lnTo>
                    <a:pt x="76312" y="445508"/>
                  </a:lnTo>
                  <a:lnTo>
                    <a:pt x="84443" y="398125"/>
                  </a:lnTo>
                  <a:lnTo>
                    <a:pt x="97609" y="352707"/>
                  </a:lnTo>
                  <a:lnTo>
                    <a:pt x="115498" y="309572"/>
                  </a:lnTo>
                  <a:lnTo>
                    <a:pt x="137795" y="269038"/>
                  </a:lnTo>
                  <a:lnTo>
                    <a:pt x="164186" y="231421"/>
                  </a:lnTo>
                  <a:lnTo>
                    <a:pt x="194357" y="197040"/>
                  </a:lnTo>
                  <a:lnTo>
                    <a:pt x="227994" y="166213"/>
                  </a:lnTo>
                  <a:lnTo>
                    <a:pt x="264783" y="139256"/>
                  </a:lnTo>
                  <a:lnTo>
                    <a:pt x="304410" y="116488"/>
                  </a:lnTo>
                  <a:lnTo>
                    <a:pt x="346560" y="98227"/>
                  </a:lnTo>
                  <a:lnTo>
                    <a:pt x="390920" y="84790"/>
                  </a:lnTo>
                  <a:lnTo>
                    <a:pt x="437175" y="76495"/>
                  </a:lnTo>
                  <a:lnTo>
                    <a:pt x="485012" y="73660"/>
                  </a:lnTo>
                  <a:lnTo>
                    <a:pt x="532901" y="76495"/>
                  </a:lnTo>
                  <a:lnTo>
                    <a:pt x="579251" y="84790"/>
                  </a:lnTo>
                  <a:lnTo>
                    <a:pt x="623740" y="98227"/>
                  </a:lnTo>
                  <a:lnTo>
                    <a:pt x="666049" y="116488"/>
                  </a:lnTo>
                  <a:lnTo>
                    <a:pt x="705854" y="139256"/>
                  </a:lnTo>
                  <a:lnTo>
                    <a:pt x="742834" y="166213"/>
                  </a:lnTo>
                  <a:lnTo>
                    <a:pt x="776668" y="197040"/>
                  </a:lnTo>
                  <a:lnTo>
                    <a:pt x="807034" y="231421"/>
                  </a:lnTo>
                  <a:lnTo>
                    <a:pt x="833611" y="269038"/>
                  </a:lnTo>
                  <a:lnTo>
                    <a:pt x="856077" y="309572"/>
                  </a:lnTo>
                  <a:lnTo>
                    <a:pt x="874110" y="352707"/>
                  </a:lnTo>
                  <a:lnTo>
                    <a:pt x="887388" y="398125"/>
                  </a:lnTo>
                  <a:lnTo>
                    <a:pt x="895592" y="445508"/>
                  </a:lnTo>
                  <a:lnTo>
                    <a:pt x="898397" y="494538"/>
                  </a:lnTo>
                  <a:lnTo>
                    <a:pt x="895766" y="542461"/>
                  </a:lnTo>
                  <a:lnTo>
                    <a:pt x="887983" y="588956"/>
                  </a:lnTo>
                  <a:lnTo>
                    <a:pt x="875214" y="633760"/>
                  </a:lnTo>
                  <a:lnTo>
                    <a:pt x="857627" y="676612"/>
                  </a:lnTo>
                  <a:lnTo>
                    <a:pt x="835388" y="717248"/>
                  </a:lnTo>
                  <a:lnTo>
                    <a:pt x="808664" y="755408"/>
                  </a:lnTo>
                  <a:lnTo>
                    <a:pt x="777620" y="790829"/>
                  </a:lnTo>
                  <a:lnTo>
                    <a:pt x="770191" y="803026"/>
                  </a:lnTo>
                  <a:lnTo>
                    <a:pt x="767714" y="816117"/>
                  </a:lnTo>
                  <a:lnTo>
                    <a:pt x="770191" y="828851"/>
                  </a:lnTo>
                  <a:lnTo>
                    <a:pt x="777620" y="839978"/>
                  </a:lnTo>
                  <a:lnTo>
                    <a:pt x="782486" y="844607"/>
                  </a:lnTo>
                  <a:lnTo>
                    <a:pt x="788447" y="847486"/>
                  </a:lnTo>
                  <a:lnTo>
                    <a:pt x="795123" y="848961"/>
                  </a:lnTo>
                  <a:lnTo>
                    <a:pt x="802131" y="849376"/>
                  </a:lnTo>
                  <a:lnTo>
                    <a:pt x="807846" y="849376"/>
                  </a:lnTo>
                  <a:lnTo>
                    <a:pt x="819150" y="845566"/>
                  </a:lnTo>
                  <a:lnTo>
                    <a:pt x="824737" y="838073"/>
                  </a:lnTo>
                  <a:lnTo>
                    <a:pt x="857404" y="801947"/>
                  </a:lnTo>
                  <a:lnTo>
                    <a:pt x="885922" y="763119"/>
                  </a:lnTo>
                  <a:lnTo>
                    <a:pt x="910228" y="721897"/>
                  </a:lnTo>
                  <a:lnTo>
                    <a:pt x="930259" y="678592"/>
                  </a:lnTo>
                  <a:lnTo>
                    <a:pt x="945949" y="633513"/>
                  </a:lnTo>
                  <a:lnTo>
                    <a:pt x="957236" y="586970"/>
                  </a:lnTo>
                  <a:lnTo>
                    <a:pt x="964055" y="539271"/>
                  </a:lnTo>
                  <a:lnTo>
                    <a:pt x="966342" y="490728"/>
                  </a:lnTo>
                  <a:lnTo>
                    <a:pt x="964124" y="443944"/>
                  </a:lnTo>
                  <a:lnTo>
                    <a:pt x="957604" y="398316"/>
                  </a:lnTo>
                  <a:lnTo>
                    <a:pt x="946988" y="354061"/>
                  </a:lnTo>
                  <a:lnTo>
                    <a:pt x="932481" y="311394"/>
                  </a:lnTo>
                  <a:lnTo>
                    <a:pt x="914288" y="270534"/>
                  </a:lnTo>
                  <a:lnTo>
                    <a:pt x="892614" y="231696"/>
                  </a:lnTo>
                  <a:lnTo>
                    <a:pt x="867665" y="195098"/>
                  </a:lnTo>
                  <a:lnTo>
                    <a:pt x="839645" y="160957"/>
                  </a:lnTo>
                  <a:lnTo>
                    <a:pt x="808759" y="129488"/>
                  </a:lnTo>
                  <a:lnTo>
                    <a:pt x="775212" y="100910"/>
                  </a:lnTo>
                  <a:lnTo>
                    <a:pt x="739209" y="75439"/>
                  </a:lnTo>
                  <a:lnTo>
                    <a:pt x="700956" y="53291"/>
                  </a:lnTo>
                  <a:lnTo>
                    <a:pt x="660657" y="34685"/>
                  </a:lnTo>
                  <a:lnTo>
                    <a:pt x="618518" y="19835"/>
                  </a:lnTo>
                  <a:lnTo>
                    <a:pt x="574743" y="8960"/>
                  </a:lnTo>
                  <a:lnTo>
                    <a:pt x="529538" y="2276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366747" y="3569969"/>
              <a:ext cx="392652" cy="394462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4281879" y="3560063"/>
              <a:ext cx="272415" cy="270510"/>
            </a:xfrm>
            <a:custGeom>
              <a:avLst/>
              <a:gdLst/>
              <a:ahLst/>
              <a:cxnLst/>
              <a:rect l="l" t="t" r="r" b="b"/>
              <a:pathLst>
                <a:path w="272415" h="270510">
                  <a:moveTo>
                    <a:pt x="35845" y="0"/>
                  </a:moveTo>
                  <a:lnTo>
                    <a:pt x="2833" y="22084"/>
                  </a:lnTo>
                  <a:lnTo>
                    <a:pt x="0" y="35131"/>
                  </a:lnTo>
                  <a:lnTo>
                    <a:pt x="2833" y="47821"/>
                  </a:lnTo>
                  <a:lnTo>
                    <a:pt x="211359" y="259079"/>
                  </a:lnTo>
                  <a:lnTo>
                    <a:pt x="235870" y="270382"/>
                  </a:lnTo>
                  <a:lnTo>
                    <a:pt x="242962" y="269698"/>
                  </a:lnTo>
                  <a:lnTo>
                    <a:pt x="272192" y="235442"/>
                  </a:lnTo>
                  <a:lnTo>
                    <a:pt x="269716" y="222156"/>
                  </a:lnTo>
                  <a:lnTo>
                    <a:pt x="60356" y="9905"/>
                  </a:lnTo>
                  <a:lnTo>
                    <a:pt x="3584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1790" y="3488181"/>
              <a:ext cx="405003" cy="399923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391154" y="3316985"/>
              <a:ext cx="849630" cy="849630"/>
            </a:xfrm>
            <a:custGeom>
              <a:avLst/>
              <a:gdLst/>
              <a:ahLst/>
              <a:cxnLst/>
              <a:rect l="l" t="t" r="r" b="b"/>
              <a:pathLst>
                <a:path w="849629" h="849629">
                  <a:moveTo>
                    <a:pt x="849503" y="65278"/>
                  </a:moveTo>
                  <a:lnTo>
                    <a:pt x="844435" y="39712"/>
                  </a:lnTo>
                  <a:lnTo>
                    <a:pt x="830580" y="18973"/>
                  </a:lnTo>
                  <a:lnTo>
                    <a:pt x="809853" y="5080"/>
                  </a:lnTo>
                  <a:lnTo>
                    <a:pt x="784225" y="0"/>
                  </a:lnTo>
                  <a:lnTo>
                    <a:pt x="784225" y="65278"/>
                  </a:lnTo>
                  <a:lnTo>
                    <a:pt x="784225" y="784225"/>
                  </a:lnTo>
                  <a:lnTo>
                    <a:pt x="457454" y="784225"/>
                  </a:lnTo>
                  <a:lnTo>
                    <a:pt x="457454" y="457466"/>
                  </a:lnTo>
                  <a:lnTo>
                    <a:pt x="452374" y="431812"/>
                  </a:lnTo>
                  <a:lnTo>
                    <a:pt x="438480" y="411035"/>
                  </a:lnTo>
                  <a:lnTo>
                    <a:pt x="417741" y="397129"/>
                  </a:lnTo>
                  <a:lnTo>
                    <a:pt x="392176" y="392049"/>
                  </a:lnTo>
                  <a:lnTo>
                    <a:pt x="392176" y="457466"/>
                  </a:lnTo>
                  <a:lnTo>
                    <a:pt x="392176" y="784225"/>
                  </a:lnTo>
                  <a:lnTo>
                    <a:pt x="65405" y="784225"/>
                  </a:lnTo>
                  <a:lnTo>
                    <a:pt x="65405" y="457466"/>
                  </a:lnTo>
                  <a:lnTo>
                    <a:pt x="392176" y="457466"/>
                  </a:lnTo>
                  <a:lnTo>
                    <a:pt x="392176" y="392049"/>
                  </a:lnTo>
                  <a:lnTo>
                    <a:pt x="65405" y="392049"/>
                  </a:lnTo>
                  <a:lnTo>
                    <a:pt x="65405" y="65278"/>
                  </a:lnTo>
                  <a:lnTo>
                    <a:pt x="784225" y="65278"/>
                  </a:lnTo>
                  <a:lnTo>
                    <a:pt x="784225" y="0"/>
                  </a:lnTo>
                  <a:lnTo>
                    <a:pt x="65405" y="0"/>
                  </a:lnTo>
                  <a:lnTo>
                    <a:pt x="40284" y="5080"/>
                  </a:lnTo>
                  <a:lnTo>
                    <a:pt x="19456" y="18973"/>
                  </a:lnTo>
                  <a:lnTo>
                    <a:pt x="5245" y="39712"/>
                  </a:lnTo>
                  <a:lnTo>
                    <a:pt x="0" y="65278"/>
                  </a:lnTo>
                  <a:lnTo>
                    <a:pt x="0" y="457466"/>
                  </a:lnTo>
                  <a:lnTo>
                    <a:pt x="0" y="784225"/>
                  </a:lnTo>
                  <a:lnTo>
                    <a:pt x="5245" y="809269"/>
                  </a:lnTo>
                  <a:lnTo>
                    <a:pt x="19456" y="830059"/>
                  </a:lnTo>
                  <a:lnTo>
                    <a:pt x="40284" y="844257"/>
                  </a:lnTo>
                  <a:lnTo>
                    <a:pt x="65405" y="849503"/>
                  </a:lnTo>
                  <a:lnTo>
                    <a:pt x="392176" y="849503"/>
                  </a:lnTo>
                  <a:lnTo>
                    <a:pt x="784225" y="849503"/>
                  </a:lnTo>
                  <a:lnTo>
                    <a:pt x="809853" y="844257"/>
                  </a:lnTo>
                  <a:lnTo>
                    <a:pt x="830580" y="830059"/>
                  </a:lnTo>
                  <a:lnTo>
                    <a:pt x="844435" y="809269"/>
                  </a:lnTo>
                  <a:lnTo>
                    <a:pt x="849503" y="784225"/>
                  </a:lnTo>
                  <a:lnTo>
                    <a:pt x="849503" y="6527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-24" y="8908198"/>
            <a:ext cx="18288000" cy="693420"/>
          </a:xfrm>
          <a:custGeom>
            <a:avLst/>
            <a:gdLst/>
            <a:ahLst/>
            <a:cxnLst/>
            <a:rect l="l" t="t" r="r" b="b"/>
            <a:pathLst>
              <a:path w="18288000" h="693420">
                <a:moveTo>
                  <a:pt x="18288000" y="0"/>
                </a:moveTo>
                <a:lnTo>
                  <a:pt x="0" y="0"/>
                </a:lnTo>
                <a:lnTo>
                  <a:pt x="0" y="693000"/>
                </a:lnTo>
                <a:lnTo>
                  <a:pt x="18288000" y="693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4605654" y="9013342"/>
            <a:ext cx="90754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60" b="1" i="1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2800" spc="17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370" b="1" i="1">
                <a:solidFill>
                  <a:srgbClr val="FFFFFF"/>
                </a:solidFill>
                <a:latin typeface="Calibri"/>
                <a:cs typeface="Calibri"/>
              </a:rPr>
              <a:t>outdated</a:t>
            </a:r>
            <a:r>
              <a:rPr dirty="0" sz="28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390" b="1" i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8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390" b="1" i="1">
                <a:solidFill>
                  <a:srgbClr val="FFFFFF"/>
                </a:solidFill>
                <a:latin typeface="Calibri"/>
                <a:cs typeface="Calibri"/>
              </a:rPr>
              <a:t>produces</a:t>
            </a:r>
            <a:r>
              <a:rPr dirty="0" sz="2800" spc="204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370" b="1" i="1">
                <a:solidFill>
                  <a:srgbClr val="FFFFFF"/>
                </a:solidFill>
                <a:latin typeface="Calibri"/>
                <a:cs typeface="Calibri"/>
              </a:rPr>
              <a:t>outdated</a:t>
            </a:r>
            <a:r>
              <a:rPr dirty="0" sz="28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260" b="1" i="1">
                <a:solidFill>
                  <a:srgbClr val="FFFFFF"/>
                </a:solidFill>
                <a:latin typeface="Calibri"/>
                <a:cs typeface="Calibri"/>
              </a:rPr>
              <a:t>results.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674497"/>
            <a:ext cx="18279745" cy="9610090"/>
            <a:chOff x="0" y="674497"/>
            <a:chExt cx="18279745" cy="96100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81655"/>
              <a:ext cx="18279349" cy="920236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681569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161"/>
                  </a:moveTo>
                  <a:lnTo>
                    <a:pt x="438200" y="271348"/>
                  </a:lnTo>
                  <a:lnTo>
                    <a:pt x="427545" y="270751"/>
                  </a:lnTo>
                  <a:lnTo>
                    <a:pt x="418299" y="270383"/>
                  </a:lnTo>
                  <a:lnTo>
                    <a:pt x="418719" y="270383"/>
                  </a:ln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376"/>
                  </a:lnTo>
                  <a:lnTo>
                    <a:pt x="288163" y="268224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24"/>
                  </a:lnTo>
                  <a:lnTo>
                    <a:pt x="287782" y="212318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7982"/>
                  </a:lnTo>
                  <a:lnTo>
                    <a:pt x="286613" y="162306"/>
                  </a:lnTo>
                  <a:lnTo>
                    <a:pt x="286512" y="157480"/>
                  </a:lnTo>
                  <a:lnTo>
                    <a:pt x="286423" y="153174"/>
                  </a:lnTo>
                  <a:lnTo>
                    <a:pt x="286385" y="151130"/>
                  </a:lnTo>
                  <a:lnTo>
                    <a:pt x="286042" y="143129"/>
                  </a:lnTo>
                  <a:lnTo>
                    <a:pt x="285927" y="140449"/>
                  </a:lnTo>
                  <a:lnTo>
                    <a:pt x="285381" y="129781"/>
                  </a:lnTo>
                  <a:lnTo>
                    <a:pt x="284759" y="119189"/>
                  </a:lnTo>
                  <a:lnTo>
                    <a:pt x="284099" y="108712"/>
                  </a:lnTo>
                  <a:lnTo>
                    <a:pt x="272542" y="108712"/>
                  </a:lnTo>
                  <a:lnTo>
                    <a:pt x="271703" y="118618"/>
                  </a:lnTo>
                  <a:lnTo>
                    <a:pt x="271665" y="119189"/>
                  </a:lnTo>
                  <a:lnTo>
                    <a:pt x="271145" y="128333"/>
                  </a:lnTo>
                  <a:lnTo>
                    <a:pt x="271056" y="129781"/>
                  </a:lnTo>
                  <a:lnTo>
                    <a:pt x="268859" y="193675"/>
                  </a:lnTo>
                  <a:lnTo>
                    <a:pt x="268478" y="228473"/>
                  </a:lnTo>
                  <a:lnTo>
                    <a:pt x="265010" y="220624"/>
                  </a:lnTo>
                  <a:lnTo>
                    <a:pt x="260934" y="211455"/>
                  </a:lnTo>
                  <a:lnTo>
                    <a:pt x="257886" y="204419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562" y="147764"/>
                  </a:lnTo>
                  <a:lnTo>
                    <a:pt x="223481" y="128333"/>
                  </a:lnTo>
                  <a:lnTo>
                    <a:pt x="218821" y="118618"/>
                  </a:lnTo>
                  <a:lnTo>
                    <a:pt x="207772" y="123063"/>
                  </a:lnTo>
                  <a:lnTo>
                    <a:pt x="211162" y="133096"/>
                  </a:lnTo>
                  <a:lnTo>
                    <a:pt x="214693" y="143129"/>
                  </a:lnTo>
                  <a:lnTo>
                    <a:pt x="218300" y="153174"/>
                  </a:lnTo>
                  <a:lnTo>
                    <a:pt x="221996" y="163195"/>
                  </a:lnTo>
                  <a:lnTo>
                    <a:pt x="237236" y="202946"/>
                  </a:lnTo>
                  <a:lnTo>
                    <a:pt x="240906" y="212318"/>
                  </a:lnTo>
                  <a:lnTo>
                    <a:pt x="246913" y="227774"/>
                  </a:lnTo>
                  <a:lnTo>
                    <a:pt x="250190" y="236093"/>
                  </a:lnTo>
                  <a:lnTo>
                    <a:pt x="243801" y="229857"/>
                  </a:lnTo>
                  <a:lnTo>
                    <a:pt x="231038" y="217703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051" y="162306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178"/>
                  </a:lnTo>
                  <a:lnTo>
                    <a:pt x="229755" y="243624"/>
                  </a:lnTo>
                  <a:lnTo>
                    <a:pt x="235839" y="249936"/>
                  </a:lnTo>
                  <a:lnTo>
                    <a:pt x="133337" y="211061"/>
                  </a:lnTo>
                  <a:lnTo>
                    <a:pt x="123317" y="207518"/>
                  </a:lnTo>
                  <a:lnTo>
                    <a:pt x="118833" y="218655"/>
                  </a:lnTo>
                  <a:lnTo>
                    <a:pt x="119024" y="218655"/>
                  </a:lnTo>
                  <a:lnTo>
                    <a:pt x="157226" y="236982"/>
                  </a:lnTo>
                  <a:lnTo>
                    <a:pt x="196596" y="254381"/>
                  </a:lnTo>
                  <a:lnTo>
                    <a:pt x="204381" y="258013"/>
                  </a:lnTo>
                  <a:lnTo>
                    <a:pt x="212318" y="261493"/>
                  </a:lnTo>
                  <a:lnTo>
                    <a:pt x="220433" y="264883"/>
                  </a:lnTo>
                  <a:lnTo>
                    <a:pt x="228727" y="268224"/>
                  </a:lnTo>
                  <a:lnTo>
                    <a:pt x="219671" y="268376"/>
                  </a:lnTo>
                  <a:lnTo>
                    <a:pt x="202158" y="268986"/>
                  </a:lnTo>
                  <a:lnTo>
                    <a:pt x="188671" y="269189"/>
                  </a:lnTo>
                  <a:lnTo>
                    <a:pt x="189814" y="269189"/>
                  </a:lnTo>
                  <a:lnTo>
                    <a:pt x="151003" y="270002"/>
                  </a:lnTo>
                  <a:lnTo>
                    <a:pt x="140525" y="270383"/>
                  </a:lnTo>
                  <a:lnTo>
                    <a:pt x="129933" y="270891"/>
                  </a:lnTo>
                  <a:lnTo>
                    <a:pt x="108585" y="272161"/>
                  </a:lnTo>
                  <a:lnTo>
                    <a:pt x="108585" y="283845"/>
                  </a:lnTo>
                  <a:lnTo>
                    <a:pt x="119265" y="284670"/>
                  </a:lnTo>
                  <a:lnTo>
                    <a:pt x="129933" y="285267"/>
                  </a:lnTo>
                  <a:lnTo>
                    <a:pt x="193421" y="287401"/>
                  </a:lnTo>
                  <a:lnTo>
                    <a:pt x="268478" y="288290"/>
                  </a:lnTo>
                  <a:lnTo>
                    <a:pt x="268516" y="301752"/>
                  </a:lnTo>
                  <a:lnTo>
                    <a:pt x="268998" y="344233"/>
                  </a:lnTo>
                  <a:lnTo>
                    <a:pt x="269176" y="353568"/>
                  </a:lnTo>
                  <a:lnTo>
                    <a:pt x="269189" y="354469"/>
                  </a:lnTo>
                  <a:lnTo>
                    <a:pt x="269316" y="360680"/>
                  </a:lnTo>
                  <a:lnTo>
                    <a:pt x="269367" y="363347"/>
                  </a:lnTo>
                  <a:lnTo>
                    <a:pt x="270675" y="403098"/>
                  </a:lnTo>
                  <a:lnTo>
                    <a:pt x="271056" y="416293"/>
                  </a:lnTo>
                  <a:lnTo>
                    <a:pt x="271462" y="426974"/>
                  </a:lnTo>
                  <a:lnTo>
                    <a:pt x="272034" y="437515"/>
                  </a:lnTo>
                  <a:lnTo>
                    <a:pt x="272923" y="448183"/>
                  </a:lnTo>
                  <a:lnTo>
                    <a:pt x="284099" y="448183"/>
                  </a:lnTo>
                  <a:lnTo>
                    <a:pt x="286258" y="408698"/>
                  </a:lnTo>
                  <a:lnTo>
                    <a:pt x="287274" y="363347"/>
                  </a:lnTo>
                  <a:lnTo>
                    <a:pt x="287782" y="354469"/>
                  </a:lnTo>
                  <a:lnTo>
                    <a:pt x="287972" y="347726"/>
                  </a:lnTo>
                  <a:lnTo>
                    <a:pt x="288099" y="335915"/>
                  </a:lnTo>
                  <a:lnTo>
                    <a:pt x="288163" y="327533"/>
                  </a:lnTo>
                  <a:lnTo>
                    <a:pt x="291579" y="335915"/>
                  </a:lnTo>
                  <a:lnTo>
                    <a:pt x="295160" y="344233"/>
                  </a:lnTo>
                  <a:lnTo>
                    <a:pt x="302387" y="360680"/>
                  </a:lnTo>
                  <a:lnTo>
                    <a:pt x="319786" y="399034"/>
                  </a:lnTo>
                  <a:lnTo>
                    <a:pt x="324383" y="408698"/>
                  </a:lnTo>
                  <a:lnTo>
                    <a:pt x="328828" y="418274"/>
                  </a:lnTo>
                  <a:lnTo>
                    <a:pt x="333311" y="427863"/>
                  </a:lnTo>
                  <a:lnTo>
                    <a:pt x="338074" y="437515"/>
                  </a:lnTo>
                  <a:lnTo>
                    <a:pt x="348361" y="433451"/>
                  </a:lnTo>
                  <a:lnTo>
                    <a:pt x="344881" y="423430"/>
                  </a:lnTo>
                  <a:lnTo>
                    <a:pt x="337604" y="40335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2750" y="336867"/>
                  </a:lnTo>
                  <a:lnTo>
                    <a:pt x="309499" y="328422"/>
                  </a:lnTo>
                  <a:lnTo>
                    <a:pt x="309181" y="327533"/>
                  </a:lnTo>
                  <a:lnTo>
                    <a:pt x="306451" y="320040"/>
                  </a:lnTo>
                  <a:lnTo>
                    <a:pt x="312889" y="326402"/>
                  </a:lnTo>
                  <a:lnTo>
                    <a:pt x="364109" y="374523"/>
                  </a:lnTo>
                  <a:lnTo>
                    <a:pt x="395732" y="403098"/>
                  </a:lnTo>
                  <a:lnTo>
                    <a:pt x="403352" y="395097"/>
                  </a:lnTo>
                  <a:lnTo>
                    <a:pt x="375285" y="363347"/>
                  </a:lnTo>
                  <a:lnTo>
                    <a:pt x="346202" y="332105"/>
                  </a:lnTo>
                  <a:lnTo>
                    <a:pt x="327050" y="312356"/>
                  </a:lnTo>
                  <a:lnTo>
                    <a:pt x="320675" y="305689"/>
                  </a:lnTo>
                  <a:lnTo>
                    <a:pt x="337439" y="312356"/>
                  </a:lnTo>
                  <a:lnTo>
                    <a:pt x="345821" y="315595"/>
                  </a:lnTo>
                  <a:lnTo>
                    <a:pt x="393954" y="333375"/>
                  </a:lnTo>
                  <a:lnTo>
                    <a:pt x="404025" y="336867"/>
                  </a:lnTo>
                  <a:lnTo>
                    <a:pt x="424129" y="344233"/>
                  </a:lnTo>
                  <a:lnTo>
                    <a:pt x="434213" y="347726"/>
                  </a:lnTo>
                  <a:lnTo>
                    <a:pt x="438150" y="337439"/>
                  </a:lnTo>
                  <a:lnTo>
                    <a:pt x="399796" y="319151"/>
                  </a:lnTo>
                  <a:lnTo>
                    <a:pt x="369722" y="305689"/>
                  </a:lnTo>
                  <a:lnTo>
                    <a:pt x="328295" y="287401"/>
                  </a:lnTo>
                  <a:lnTo>
                    <a:pt x="337096" y="287274"/>
                  </a:lnTo>
                  <a:lnTo>
                    <a:pt x="355003" y="286651"/>
                  </a:lnTo>
                  <a:lnTo>
                    <a:pt x="403580" y="285686"/>
                  </a:lnTo>
                  <a:lnTo>
                    <a:pt x="405079" y="285686"/>
                  </a:lnTo>
                  <a:lnTo>
                    <a:pt x="415099" y="285267"/>
                  </a:lnTo>
                  <a:lnTo>
                    <a:pt x="415417" y="285267"/>
                  </a:lnTo>
                  <a:lnTo>
                    <a:pt x="448945" y="283464"/>
                  </a:lnTo>
                  <a:lnTo>
                    <a:pt x="448945" y="272161"/>
                  </a:lnTo>
                  <a:close/>
                </a:path>
                <a:path w="557530" h="557530">
                  <a:moveTo>
                    <a:pt x="557530" y="278257"/>
                  </a:moveTo>
                  <a:lnTo>
                    <a:pt x="553910" y="233629"/>
                  </a:lnTo>
                  <a:lnTo>
                    <a:pt x="543394" y="190766"/>
                  </a:lnTo>
                  <a:lnTo>
                    <a:pt x="531114" y="161632"/>
                  </a:lnTo>
                  <a:lnTo>
                    <a:pt x="531114" y="278257"/>
                  </a:lnTo>
                  <a:lnTo>
                    <a:pt x="527024" y="323507"/>
                  </a:lnTo>
                  <a:lnTo>
                    <a:pt x="515213" y="366268"/>
                  </a:lnTo>
                  <a:lnTo>
                    <a:pt x="496557" y="405434"/>
                  </a:lnTo>
                  <a:lnTo>
                    <a:pt x="471614" y="440677"/>
                  </a:lnTo>
                  <a:lnTo>
                    <a:pt x="441172" y="471119"/>
                  </a:lnTo>
                  <a:lnTo>
                    <a:pt x="405930" y="496062"/>
                  </a:lnTo>
                  <a:lnTo>
                    <a:pt x="366636" y="514769"/>
                  </a:lnTo>
                  <a:lnTo>
                    <a:pt x="324002" y="526529"/>
                  </a:lnTo>
                  <a:lnTo>
                    <a:pt x="278765" y="530606"/>
                  </a:lnTo>
                  <a:lnTo>
                    <a:pt x="233514" y="526529"/>
                  </a:lnTo>
                  <a:lnTo>
                    <a:pt x="190881" y="514769"/>
                  </a:lnTo>
                  <a:lnTo>
                    <a:pt x="151587" y="496062"/>
                  </a:lnTo>
                  <a:lnTo>
                    <a:pt x="116344" y="471119"/>
                  </a:lnTo>
                  <a:lnTo>
                    <a:pt x="85902" y="440677"/>
                  </a:lnTo>
                  <a:lnTo>
                    <a:pt x="60960" y="405434"/>
                  </a:lnTo>
                  <a:lnTo>
                    <a:pt x="42303" y="366268"/>
                  </a:lnTo>
                  <a:lnTo>
                    <a:pt x="30594" y="323875"/>
                  </a:lnTo>
                  <a:lnTo>
                    <a:pt x="26454" y="278765"/>
                  </a:lnTo>
                  <a:lnTo>
                    <a:pt x="26416" y="278257"/>
                  </a:lnTo>
                  <a:lnTo>
                    <a:pt x="30429" y="233629"/>
                  </a:lnTo>
                  <a:lnTo>
                    <a:pt x="30492" y="232918"/>
                  </a:lnTo>
                  <a:lnTo>
                    <a:pt x="42100" y="190766"/>
                  </a:lnTo>
                  <a:lnTo>
                    <a:pt x="60960" y="150914"/>
                  </a:lnTo>
                  <a:lnTo>
                    <a:pt x="85902" y="115697"/>
                  </a:lnTo>
                  <a:lnTo>
                    <a:pt x="116344" y="85280"/>
                  </a:lnTo>
                  <a:lnTo>
                    <a:pt x="151587" y="60375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02" y="29984"/>
                  </a:lnTo>
                  <a:lnTo>
                    <a:pt x="366636" y="41706"/>
                  </a:lnTo>
                  <a:lnTo>
                    <a:pt x="405930" y="60375"/>
                  </a:lnTo>
                  <a:lnTo>
                    <a:pt x="441172" y="85280"/>
                  </a:lnTo>
                  <a:lnTo>
                    <a:pt x="471614" y="115697"/>
                  </a:lnTo>
                  <a:lnTo>
                    <a:pt x="496468" y="150787"/>
                  </a:lnTo>
                  <a:lnTo>
                    <a:pt x="515289" y="190309"/>
                  </a:lnTo>
                  <a:lnTo>
                    <a:pt x="527024" y="232918"/>
                  </a:lnTo>
                  <a:lnTo>
                    <a:pt x="531114" y="278257"/>
                  </a:lnTo>
                  <a:lnTo>
                    <a:pt x="531114" y="161632"/>
                  </a:lnTo>
                  <a:lnTo>
                    <a:pt x="503656" y="113931"/>
                  </a:lnTo>
                  <a:lnTo>
                    <a:pt x="475767" y="81508"/>
                  </a:lnTo>
                  <a:lnTo>
                    <a:pt x="443268" y="53695"/>
                  </a:lnTo>
                  <a:lnTo>
                    <a:pt x="406920" y="31178"/>
                  </a:lnTo>
                  <a:lnTo>
                    <a:pt x="366890" y="14249"/>
                  </a:lnTo>
                  <a:lnTo>
                    <a:pt x="323964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822" y="232918"/>
                  </a:lnTo>
                  <a:lnTo>
                    <a:pt x="3771" y="233133"/>
                  </a:lnTo>
                  <a:lnTo>
                    <a:pt x="3644" y="233629"/>
                  </a:lnTo>
                  <a:lnTo>
                    <a:pt x="38" y="278257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875"/>
                  </a:lnTo>
                  <a:lnTo>
                    <a:pt x="14135" y="366268"/>
                  </a:lnTo>
                  <a:lnTo>
                    <a:pt x="31165" y="406590"/>
                  </a:lnTo>
                  <a:lnTo>
                    <a:pt x="53860" y="443052"/>
                  </a:lnTo>
                  <a:lnTo>
                    <a:pt x="81749" y="475475"/>
                  </a:lnTo>
                  <a:lnTo>
                    <a:pt x="114249" y="503301"/>
                  </a:lnTo>
                  <a:lnTo>
                    <a:pt x="150774" y="525945"/>
                  </a:lnTo>
                  <a:lnTo>
                    <a:pt x="190754" y="542823"/>
                  </a:lnTo>
                  <a:lnTo>
                    <a:pt x="233616" y="553377"/>
                  </a:lnTo>
                  <a:lnTo>
                    <a:pt x="278765" y="557022"/>
                  </a:lnTo>
                  <a:lnTo>
                    <a:pt x="323773" y="553377"/>
                  </a:lnTo>
                  <a:lnTo>
                    <a:pt x="366598" y="542823"/>
                  </a:lnTo>
                  <a:lnTo>
                    <a:pt x="406539" y="525945"/>
                  </a:lnTo>
                  <a:lnTo>
                    <a:pt x="443268" y="503161"/>
                  </a:lnTo>
                  <a:lnTo>
                    <a:pt x="475767" y="475272"/>
                  </a:lnTo>
                  <a:lnTo>
                    <a:pt x="503656" y="442772"/>
                  </a:lnTo>
                  <a:lnTo>
                    <a:pt x="526351" y="406247"/>
                  </a:lnTo>
                  <a:lnTo>
                    <a:pt x="543280" y="366268"/>
                  </a:lnTo>
                  <a:lnTo>
                    <a:pt x="553758" y="323875"/>
                  </a:lnTo>
                  <a:lnTo>
                    <a:pt x="557479" y="278765"/>
                  </a:lnTo>
                  <a:lnTo>
                    <a:pt x="557530" y="2782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395" y="4638548"/>
            <a:ext cx="5982335" cy="863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 spc="975" i="1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dirty="0" sz="5500" spc="3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500" spc="695" i="1">
                <a:solidFill>
                  <a:srgbClr val="FFFFFF"/>
                </a:solidFill>
                <a:latin typeface="Calibri"/>
                <a:cs typeface="Calibri"/>
              </a:rPr>
              <a:t>Confluent?</a:t>
            </a:r>
            <a:endParaRPr sz="5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718435" y="2901950"/>
            <a:ext cx="5825490" cy="1758950"/>
          </a:xfrm>
          <a:custGeom>
            <a:avLst/>
            <a:gdLst/>
            <a:ahLst/>
            <a:cxnLst/>
            <a:rect l="l" t="t" r="r" b="b"/>
            <a:pathLst>
              <a:path w="5825490" h="1758950">
                <a:moveTo>
                  <a:pt x="0" y="0"/>
                </a:moveTo>
                <a:lnTo>
                  <a:pt x="611" y="48724"/>
                </a:lnTo>
                <a:lnTo>
                  <a:pt x="2438" y="97458"/>
                </a:lnTo>
                <a:lnTo>
                  <a:pt x="5472" y="146171"/>
                </a:lnTo>
                <a:lnTo>
                  <a:pt x="9700" y="194832"/>
                </a:lnTo>
                <a:lnTo>
                  <a:pt x="15113" y="243411"/>
                </a:lnTo>
                <a:lnTo>
                  <a:pt x="21700" y="291875"/>
                </a:lnTo>
                <a:lnTo>
                  <a:pt x="29452" y="340195"/>
                </a:lnTo>
                <a:lnTo>
                  <a:pt x="38357" y="388339"/>
                </a:lnTo>
                <a:lnTo>
                  <a:pt x="48405" y="436277"/>
                </a:lnTo>
                <a:lnTo>
                  <a:pt x="59586" y="483978"/>
                </a:lnTo>
                <a:lnTo>
                  <a:pt x="71889" y="531410"/>
                </a:lnTo>
                <a:lnTo>
                  <a:pt x="85305" y="578544"/>
                </a:lnTo>
                <a:lnTo>
                  <a:pt x="99821" y="625348"/>
                </a:lnTo>
                <a:lnTo>
                  <a:pt x="115426" y="671493"/>
                </a:lnTo>
                <a:lnTo>
                  <a:pt x="132173" y="717228"/>
                </a:lnTo>
                <a:lnTo>
                  <a:pt x="150072" y="762507"/>
                </a:lnTo>
                <a:lnTo>
                  <a:pt x="169128" y="807287"/>
                </a:lnTo>
                <a:lnTo>
                  <a:pt x="189350" y="851520"/>
                </a:lnTo>
                <a:lnTo>
                  <a:pt x="210745" y="895163"/>
                </a:lnTo>
                <a:lnTo>
                  <a:pt x="233320" y="938170"/>
                </a:lnTo>
                <a:lnTo>
                  <a:pt x="257081" y="980497"/>
                </a:lnTo>
                <a:lnTo>
                  <a:pt x="282038" y="1022097"/>
                </a:lnTo>
                <a:lnTo>
                  <a:pt x="308196" y="1062926"/>
                </a:lnTo>
                <a:lnTo>
                  <a:pt x="335563" y="1102940"/>
                </a:lnTo>
                <a:lnTo>
                  <a:pt x="364146" y="1142092"/>
                </a:lnTo>
                <a:lnTo>
                  <a:pt x="393953" y="1180338"/>
                </a:lnTo>
                <a:lnTo>
                  <a:pt x="427248" y="1220377"/>
                </a:lnTo>
                <a:lnTo>
                  <a:pt x="461893" y="1259252"/>
                </a:lnTo>
                <a:lnTo>
                  <a:pt x="497853" y="1296916"/>
                </a:lnTo>
                <a:lnTo>
                  <a:pt x="535093" y="1333325"/>
                </a:lnTo>
                <a:lnTo>
                  <a:pt x="573576" y="1368437"/>
                </a:lnTo>
                <a:lnTo>
                  <a:pt x="613267" y="1402207"/>
                </a:lnTo>
                <a:lnTo>
                  <a:pt x="654130" y="1434589"/>
                </a:lnTo>
                <a:lnTo>
                  <a:pt x="696129" y="1465542"/>
                </a:lnTo>
                <a:lnTo>
                  <a:pt x="739229" y="1495020"/>
                </a:lnTo>
                <a:lnTo>
                  <a:pt x="783394" y="1522979"/>
                </a:lnTo>
                <a:lnTo>
                  <a:pt x="828588" y="1549375"/>
                </a:lnTo>
                <a:lnTo>
                  <a:pt x="874776" y="1574164"/>
                </a:lnTo>
                <a:lnTo>
                  <a:pt x="921766" y="1597628"/>
                </a:lnTo>
                <a:lnTo>
                  <a:pt x="969395" y="1619381"/>
                </a:lnTo>
                <a:lnTo>
                  <a:pt x="1017666" y="1639427"/>
                </a:lnTo>
                <a:lnTo>
                  <a:pt x="1066583" y="1657768"/>
                </a:lnTo>
                <a:lnTo>
                  <a:pt x="1116149" y="1674409"/>
                </a:lnTo>
                <a:lnTo>
                  <a:pt x="1166367" y="1689353"/>
                </a:lnTo>
                <a:lnTo>
                  <a:pt x="1216624" y="1702646"/>
                </a:lnTo>
                <a:lnTo>
                  <a:pt x="1267601" y="1714457"/>
                </a:lnTo>
                <a:lnTo>
                  <a:pt x="1319149" y="1724787"/>
                </a:lnTo>
                <a:lnTo>
                  <a:pt x="1371120" y="1733634"/>
                </a:lnTo>
                <a:lnTo>
                  <a:pt x="1423366" y="1741000"/>
                </a:lnTo>
                <a:lnTo>
                  <a:pt x="1475739" y="1746885"/>
                </a:lnTo>
                <a:lnTo>
                  <a:pt x="1556385" y="1753235"/>
                </a:lnTo>
                <a:lnTo>
                  <a:pt x="1566130" y="1754776"/>
                </a:lnTo>
                <a:lnTo>
                  <a:pt x="1576149" y="1755568"/>
                </a:lnTo>
                <a:lnTo>
                  <a:pt x="1586192" y="1755860"/>
                </a:lnTo>
                <a:lnTo>
                  <a:pt x="1596009" y="1755902"/>
                </a:lnTo>
                <a:lnTo>
                  <a:pt x="1635632" y="1757172"/>
                </a:lnTo>
                <a:lnTo>
                  <a:pt x="1675606" y="1757906"/>
                </a:lnTo>
                <a:lnTo>
                  <a:pt x="1716532" y="1758283"/>
                </a:lnTo>
                <a:lnTo>
                  <a:pt x="1757934" y="1758422"/>
                </a:lnTo>
                <a:lnTo>
                  <a:pt x="1799336" y="1758441"/>
                </a:lnTo>
                <a:lnTo>
                  <a:pt x="4258437" y="1758441"/>
                </a:lnTo>
                <a:lnTo>
                  <a:pt x="4298061" y="1757172"/>
                </a:lnTo>
                <a:lnTo>
                  <a:pt x="4378706" y="1753235"/>
                </a:lnTo>
                <a:lnTo>
                  <a:pt x="4417647" y="1750377"/>
                </a:lnTo>
                <a:lnTo>
                  <a:pt x="4456684" y="1745614"/>
                </a:lnTo>
                <a:lnTo>
                  <a:pt x="4495784" y="1742182"/>
                </a:lnTo>
                <a:lnTo>
                  <a:pt x="4534503" y="1736344"/>
                </a:lnTo>
                <a:lnTo>
                  <a:pt x="4572984" y="1729077"/>
                </a:lnTo>
                <a:lnTo>
                  <a:pt x="4611370" y="1721358"/>
                </a:lnTo>
                <a:lnTo>
                  <a:pt x="4662317" y="1709592"/>
                </a:lnTo>
                <a:lnTo>
                  <a:pt x="4712753" y="1696108"/>
                </a:lnTo>
                <a:lnTo>
                  <a:pt x="4762611" y="1680860"/>
                </a:lnTo>
                <a:lnTo>
                  <a:pt x="4811823" y="1663803"/>
                </a:lnTo>
                <a:lnTo>
                  <a:pt x="4860322" y="1644890"/>
                </a:lnTo>
                <a:lnTo>
                  <a:pt x="4908042" y="1624076"/>
                </a:lnTo>
                <a:lnTo>
                  <a:pt x="4954291" y="1600966"/>
                </a:lnTo>
                <a:lnTo>
                  <a:pt x="4999693" y="1576319"/>
                </a:lnTo>
                <a:lnTo>
                  <a:pt x="5044249" y="1550098"/>
                </a:lnTo>
                <a:lnTo>
                  <a:pt x="5087958" y="1522269"/>
                </a:lnTo>
                <a:lnTo>
                  <a:pt x="5130821" y="1492795"/>
                </a:lnTo>
                <a:lnTo>
                  <a:pt x="5172837" y="1461642"/>
                </a:lnTo>
                <a:lnTo>
                  <a:pt x="5213948" y="1428881"/>
                </a:lnTo>
                <a:lnTo>
                  <a:pt x="5254248" y="1394619"/>
                </a:lnTo>
                <a:lnTo>
                  <a:pt x="5293772" y="1359074"/>
                </a:lnTo>
                <a:lnTo>
                  <a:pt x="5332555" y="1322460"/>
                </a:lnTo>
                <a:lnTo>
                  <a:pt x="5370633" y="1284992"/>
                </a:lnTo>
                <a:lnTo>
                  <a:pt x="5408041" y="1246886"/>
                </a:lnTo>
                <a:lnTo>
                  <a:pt x="5441805" y="1211416"/>
                </a:lnTo>
                <a:lnTo>
                  <a:pt x="5474829" y="1175996"/>
                </a:lnTo>
                <a:lnTo>
                  <a:pt x="5507388" y="1140614"/>
                </a:lnTo>
                <a:lnTo>
                  <a:pt x="5539758" y="1105262"/>
                </a:lnTo>
                <a:lnTo>
                  <a:pt x="5572215" y="1069928"/>
                </a:lnTo>
                <a:lnTo>
                  <a:pt x="5605033" y="1034605"/>
                </a:lnTo>
                <a:lnTo>
                  <a:pt x="5638490" y="999282"/>
                </a:lnTo>
                <a:lnTo>
                  <a:pt x="5672859" y="963948"/>
                </a:lnTo>
                <a:lnTo>
                  <a:pt x="5708417" y="928596"/>
                </a:lnTo>
                <a:lnTo>
                  <a:pt x="5745440" y="893214"/>
                </a:lnTo>
                <a:lnTo>
                  <a:pt x="5784203" y="857794"/>
                </a:lnTo>
                <a:lnTo>
                  <a:pt x="5824982" y="822325"/>
                </a:lnTo>
              </a:path>
            </a:pathLst>
          </a:custGeom>
          <a:ln w="76200">
            <a:solidFill>
              <a:srgbClr val="6044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575155" y="4674869"/>
            <a:ext cx="43815" cy="120650"/>
          </a:xfrm>
          <a:custGeom>
            <a:avLst/>
            <a:gdLst/>
            <a:ahLst/>
            <a:cxnLst/>
            <a:rect l="l" t="t" r="r" b="b"/>
            <a:pathLst>
              <a:path w="43815" h="120650">
                <a:moveTo>
                  <a:pt x="43434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0650"/>
                </a:lnTo>
                <a:lnTo>
                  <a:pt x="43434" y="120650"/>
                </a:lnTo>
                <a:lnTo>
                  <a:pt x="43434" y="1651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866748" y="4674869"/>
            <a:ext cx="43815" cy="120650"/>
          </a:xfrm>
          <a:custGeom>
            <a:avLst/>
            <a:gdLst/>
            <a:ahLst/>
            <a:cxnLst/>
            <a:rect l="l" t="t" r="r" b="b"/>
            <a:pathLst>
              <a:path w="43815" h="120650">
                <a:moveTo>
                  <a:pt x="43434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0650"/>
                </a:lnTo>
                <a:lnTo>
                  <a:pt x="43434" y="120650"/>
                </a:lnTo>
                <a:lnTo>
                  <a:pt x="43434" y="1651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866748" y="508380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5" h="121920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728572" y="4478019"/>
            <a:ext cx="43815" cy="123189"/>
          </a:xfrm>
          <a:custGeom>
            <a:avLst/>
            <a:gdLst/>
            <a:ahLst/>
            <a:cxnLst/>
            <a:rect l="l" t="t" r="r" b="b"/>
            <a:pathLst>
              <a:path w="43815" h="123189">
                <a:moveTo>
                  <a:pt x="43434" y="0"/>
                </a:moveTo>
                <a:lnTo>
                  <a:pt x="0" y="0"/>
                </a:lnTo>
                <a:lnTo>
                  <a:pt x="0" y="19050"/>
                </a:lnTo>
                <a:lnTo>
                  <a:pt x="22987" y="19050"/>
                </a:lnTo>
                <a:lnTo>
                  <a:pt x="22987" y="123190"/>
                </a:lnTo>
                <a:lnTo>
                  <a:pt x="43434" y="123190"/>
                </a:lnTo>
                <a:lnTo>
                  <a:pt x="43434" y="1905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873098" y="4086859"/>
            <a:ext cx="43815" cy="123189"/>
          </a:xfrm>
          <a:custGeom>
            <a:avLst/>
            <a:gdLst/>
            <a:ahLst/>
            <a:cxnLst/>
            <a:rect l="l" t="t" r="r" b="b"/>
            <a:pathLst>
              <a:path w="43815" h="123189">
                <a:moveTo>
                  <a:pt x="43561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3190"/>
                </a:lnTo>
                <a:lnTo>
                  <a:pt x="43561" y="123190"/>
                </a:lnTo>
                <a:lnTo>
                  <a:pt x="43561" y="17780"/>
                </a:lnTo>
                <a:lnTo>
                  <a:pt x="43561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706854" y="487679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5" h="121920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706854" y="508380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5" h="121920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073886" y="4674869"/>
            <a:ext cx="43815" cy="120650"/>
          </a:xfrm>
          <a:custGeom>
            <a:avLst/>
            <a:gdLst/>
            <a:ahLst/>
            <a:cxnLst/>
            <a:rect l="l" t="t" r="r" b="b"/>
            <a:pathLst>
              <a:path w="43815" h="120650">
                <a:moveTo>
                  <a:pt x="43434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0650"/>
                </a:lnTo>
                <a:lnTo>
                  <a:pt x="43434" y="120650"/>
                </a:lnTo>
                <a:lnTo>
                  <a:pt x="43434" y="1651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4171041" y="4674869"/>
            <a:ext cx="43815" cy="120650"/>
          </a:xfrm>
          <a:custGeom>
            <a:avLst/>
            <a:gdLst/>
            <a:ahLst/>
            <a:cxnLst/>
            <a:rect l="l" t="t" r="r" b="b"/>
            <a:pathLst>
              <a:path w="43815" h="120650">
                <a:moveTo>
                  <a:pt x="43434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0650"/>
                </a:lnTo>
                <a:lnTo>
                  <a:pt x="43434" y="120650"/>
                </a:lnTo>
                <a:lnTo>
                  <a:pt x="43434" y="1651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21738" y="4669154"/>
            <a:ext cx="99695" cy="12649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78660" y="4669154"/>
            <a:ext cx="99822" cy="12649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16836" y="4886452"/>
            <a:ext cx="99821" cy="12674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16836" y="5275326"/>
            <a:ext cx="99821" cy="12776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21738" y="4477258"/>
            <a:ext cx="99695" cy="12661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567408" y="4477258"/>
            <a:ext cx="99822" cy="12661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834742" y="4477258"/>
            <a:ext cx="98425" cy="126618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14699107" y="4280408"/>
            <a:ext cx="234315" cy="127000"/>
            <a:chOff x="14699107" y="4280408"/>
            <a:chExt cx="234315" cy="127000"/>
          </a:xfrm>
        </p:grpSpPr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34743" y="4280408"/>
              <a:ext cx="98425" cy="12661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699107" y="4280408"/>
              <a:ext cx="99821" cy="126618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4421738" y="4872482"/>
            <a:ext cx="225425" cy="127000"/>
            <a:chOff x="14421738" y="4872482"/>
            <a:chExt cx="225425" cy="127000"/>
          </a:xfrm>
        </p:grpSpPr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21738" y="4872482"/>
              <a:ext cx="99695" cy="12661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46960" y="4872482"/>
              <a:ext cx="99821" cy="126618"/>
            </a:xfrm>
            <a:prstGeom prst="rect">
              <a:avLst/>
            </a:prstGeom>
          </p:spPr>
        </p:pic>
      </p:grpSp>
      <p:pic>
        <p:nvPicPr>
          <p:cNvPr id="25" name="object 2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68195" y="4669154"/>
            <a:ext cx="99821" cy="126492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920342" y="4669154"/>
            <a:ext cx="99695" cy="126492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15020163" y="488314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5" h="121920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5035530" y="5287009"/>
            <a:ext cx="45085" cy="123189"/>
          </a:xfrm>
          <a:custGeom>
            <a:avLst/>
            <a:gdLst/>
            <a:ahLst/>
            <a:cxnLst/>
            <a:rect l="l" t="t" r="r" b="b"/>
            <a:pathLst>
              <a:path w="45084" h="123189">
                <a:moveTo>
                  <a:pt x="44704" y="0"/>
                </a:moveTo>
                <a:lnTo>
                  <a:pt x="0" y="0"/>
                </a:lnTo>
                <a:lnTo>
                  <a:pt x="0" y="16510"/>
                </a:lnTo>
                <a:lnTo>
                  <a:pt x="24257" y="16510"/>
                </a:lnTo>
                <a:lnTo>
                  <a:pt x="24257" y="123190"/>
                </a:lnTo>
                <a:lnTo>
                  <a:pt x="44704" y="123190"/>
                </a:lnTo>
                <a:lnTo>
                  <a:pt x="44704" y="16510"/>
                </a:lnTo>
                <a:lnTo>
                  <a:pt x="4470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5035530" y="5499099"/>
            <a:ext cx="45085" cy="121920"/>
          </a:xfrm>
          <a:custGeom>
            <a:avLst/>
            <a:gdLst/>
            <a:ahLst/>
            <a:cxnLst/>
            <a:rect l="l" t="t" r="r" b="b"/>
            <a:pathLst>
              <a:path w="45084" h="121920">
                <a:moveTo>
                  <a:pt x="44704" y="0"/>
                </a:moveTo>
                <a:lnTo>
                  <a:pt x="0" y="0"/>
                </a:lnTo>
                <a:lnTo>
                  <a:pt x="0" y="16510"/>
                </a:lnTo>
                <a:lnTo>
                  <a:pt x="24257" y="16510"/>
                </a:lnTo>
                <a:lnTo>
                  <a:pt x="24257" y="121920"/>
                </a:lnTo>
                <a:lnTo>
                  <a:pt x="44704" y="121920"/>
                </a:lnTo>
                <a:lnTo>
                  <a:pt x="44704" y="16510"/>
                </a:lnTo>
                <a:lnTo>
                  <a:pt x="4470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5035530" y="3868419"/>
            <a:ext cx="45085" cy="120650"/>
          </a:xfrm>
          <a:custGeom>
            <a:avLst/>
            <a:gdLst/>
            <a:ahLst/>
            <a:cxnLst/>
            <a:rect l="l" t="t" r="r" b="b"/>
            <a:pathLst>
              <a:path w="45084" h="120650">
                <a:moveTo>
                  <a:pt x="44704" y="0"/>
                </a:moveTo>
                <a:lnTo>
                  <a:pt x="0" y="0"/>
                </a:lnTo>
                <a:lnTo>
                  <a:pt x="0" y="16510"/>
                </a:lnTo>
                <a:lnTo>
                  <a:pt x="24257" y="16510"/>
                </a:lnTo>
                <a:lnTo>
                  <a:pt x="24257" y="120650"/>
                </a:lnTo>
                <a:lnTo>
                  <a:pt x="44704" y="120650"/>
                </a:lnTo>
                <a:lnTo>
                  <a:pt x="44704" y="16510"/>
                </a:lnTo>
                <a:lnTo>
                  <a:pt x="4470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5035530" y="4283709"/>
            <a:ext cx="45085" cy="123189"/>
          </a:xfrm>
          <a:custGeom>
            <a:avLst/>
            <a:gdLst/>
            <a:ahLst/>
            <a:cxnLst/>
            <a:rect l="l" t="t" r="r" b="b"/>
            <a:pathLst>
              <a:path w="45084" h="123189">
                <a:moveTo>
                  <a:pt x="44704" y="0"/>
                </a:moveTo>
                <a:lnTo>
                  <a:pt x="0" y="0"/>
                </a:lnTo>
                <a:lnTo>
                  <a:pt x="0" y="19050"/>
                </a:lnTo>
                <a:lnTo>
                  <a:pt x="24257" y="19050"/>
                </a:lnTo>
                <a:lnTo>
                  <a:pt x="24257" y="123190"/>
                </a:lnTo>
                <a:lnTo>
                  <a:pt x="44704" y="123190"/>
                </a:lnTo>
                <a:lnTo>
                  <a:pt x="44704" y="19050"/>
                </a:lnTo>
                <a:lnTo>
                  <a:pt x="4470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5035530" y="4497069"/>
            <a:ext cx="45085" cy="121920"/>
          </a:xfrm>
          <a:custGeom>
            <a:avLst/>
            <a:gdLst/>
            <a:ahLst/>
            <a:cxnLst/>
            <a:rect l="l" t="t" r="r" b="b"/>
            <a:pathLst>
              <a:path w="45084" h="121920">
                <a:moveTo>
                  <a:pt x="44704" y="0"/>
                </a:moveTo>
                <a:lnTo>
                  <a:pt x="0" y="0"/>
                </a:lnTo>
                <a:lnTo>
                  <a:pt x="0" y="17780"/>
                </a:lnTo>
                <a:lnTo>
                  <a:pt x="24257" y="17780"/>
                </a:lnTo>
                <a:lnTo>
                  <a:pt x="24257" y="121920"/>
                </a:lnTo>
                <a:lnTo>
                  <a:pt x="44704" y="121920"/>
                </a:lnTo>
                <a:lnTo>
                  <a:pt x="44704" y="17780"/>
                </a:lnTo>
                <a:lnTo>
                  <a:pt x="4470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998445" y="5083428"/>
            <a:ext cx="99694" cy="126619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998445" y="4082160"/>
            <a:ext cx="99694" cy="126618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998445" y="4687061"/>
            <a:ext cx="99694" cy="127762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5030596" y="3621404"/>
            <a:ext cx="3399154" cy="882015"/>
          </a:xfrm>
          <a:custGeom>
            <a:avLst/>
            <a:gdLst/>
            <a:ahLst/>
            <a:cxnLst/>
            <a:rect l="l" t="t" r="r" b="b"/>
            <a:pathLst>
              <a:path w="3399154" h="882014">
                <a:moveTo>
                  <a:pt x="3399028" y="0"/>
                </a:moveTo>
                <a:lnTo>
                  <a:pt x="3357067" y="38675"/>
                </a:lnTo>
                <a:lnTo>
                  <a:pt x="3317108" y="77071"/>
                </a:lnTo>
                <a:lnTo>
                  <a:pt x="3278876" y="115198"/>
                </a:lnTo>
                <a:lnTo>
                  <a:pt x="3242096" y="153068"/>
                </a:lnTo>
                <a:lnTo>
                  <a:pt x="3206493" y="190692"/>
                </a:lnTo>
                <a:lnTo>
                  <a:pt x="3171792" y="228082"/>
                </a:lnTo>
                <a:lnTo>
                  <a:pt x="3137718" y="265250"/>
                </a:lnTo>
                <a:lnTo>
                  <a:pt x="3103996" y="302206"/>
                </a:lnTo>
                <a:lnTo>
                  <a:pt x="3070352" y="338963"/>
                </a:lnTo>
                <a:lnTo>
                  <a:pt x="3032946" y="379196"/>
                </a:lnTo>
                <a:lnTo>
                  <a:pt x="2995441" y="418395"/>
                </a:lnTo>
                <a:lnTo>
                  <a:pt x="2957753" y="456466"/>
                </a:lnTo>
                <a:lnTo>
                  <a:pt x="2919793" y="493315"/>
                </a:lnTo>
                <a:lnTo>
                  <a:pt x="2881476" y="528849"/>
                </a:lnTo>
                <a:lnTo>
                  <a:pt x="2842716" y="562973"/>
                </a:lnTo>
                <a:lnTo>
                  <a:pt x="2803426" y="595594"/>
                </a:lnTo>
                <a:lnTo>
                  <a:pt x="2763520" y="626618"/>
                </a:lnTo>
                <a:lnTo>
                  <a:pt x="2722926" y="655531"/>
                </a:lnTo>
                <a:lnTo>
                  <a:pt x="2681706" y="682710"/>
                </a:lnTo>
                <a:lnTo>
                  <a:pt x="2639828" y="708112"/>
                </a:lnTo>
                <a:lnTo>
                  <a:pt x="2597261" y="731694"/>
                </a:lnTo>
                <a:lnTo>
                  <a:pt x="2553973" y="753413"/>
                </a:lnTo>
                <a:lnTo>
                  <a:pt x="2509934" y="773225"/>
                </a:lnTo>
                <a:lnTo>
                  <a:pt x="2465112" y="791088"/>
                </a:lnTo>
                <a:lnTo>
                  <a:pt x="2419477" y="806958"/>
                </a:lnTo>
                <a:lnTo>
                  <a:pt x="2373014" y="821764"/>
                </a:lnTo>
                <a:lnTo>
                  <a:pt x="2325762" y="834610"/>
                </a:lnTo>
                <a:lnTo>
                  <a:pt x="2277767" y="845572"/>
                </a:lnTo>
                <a:lnTo>
                  <a:pt x="2229072" y="854725"/>
                </a:lnTo>
                <a:lnTo>
                  <a:pt x="2179722" y="862147"/>
                </a:lnTo>
                <a:lnTo>
                  <a:pt x="2129762" y="867912"/>
                </a:lnTo>
                <a:lnTo>
                  <a:pt x="2079236" y="872096"/>
                </a:lnTo>
                <a:lnTo>
                  <a:pt x="2028189" y="874776"/>
                </a:lnTo>
                <a:lnTo>
                  <a:pt x="1976090" y="876996"/>
                </a:lnTo>
                <a:lnTo>
                  <a:pt x="1923924" y="878774"/>
                </a:lnTo>
                <a:lnTo>
                  <a:pt x="1871704" y="880136"/>
                </a:lnTo>
                <a:lnTo>
                  <a:pt x="1819447" y="881107"/>
                </a:lnTo>
                <a:lnTo>
                  <a:pt x="1767165" y="881711"/>
                </a:lnTo>
                <a:lnTo>
                  <a:pt x="1714874" y="881973"/>
                </a:lnTo>
                <a:lnTo>
                  <a:pt x="1662588" y="881919"/>
                </a:lnTo>
                <a:lnTo>
                  <a:pt x="1610322" y="881574"/>
                </a:lnTo>
                <a:lnTo>
                  <a:pt x="1558089" y="880961"/>
                </a:lnTo>
                <a:lnTo>
                  <a:pt x="1505905" y="880107"/>
                </a:lnTo>
                <a:lnTo>
                  <a:pt x="1453783" y="879037"/>
                </a:lnTo>
                <a:lnTo>
                  <a:pt x="1401739" y="877775"/>
                </a:lnTo>
                <a:lnTo>
                  <a:pt x="1349786" y="876346"/>
                </a:lnTo>
                <a:lnTo>
                  <a:pt x="1297939" y="874776"/>
                </a:lnTo>
                <a:lnTo>
                  <a:pt x="1245873" y="872733"/>
                </a:lnTo>
                <a:lnTo>
                  <a:pt x="1194163" y="869414"/>
                </a:lnTo>
                <a:lnTo>
                  <a:pt x="1142806" y="864743"/>
                </a:lnTo>
                <a:lnTo>
                  <a:pt x="1091803" y="858647"/>
                </a:lnTo>
                <a:lnTo>
                  <a:pt x="1041150" y="851050"/>
                </a:lnTo>
                <a:lnTo>
                  <a:pt x="990848" y="841879"/>
                </a:lnTo>
                <a:lnTo>
                  <a:pt x="940893" y="831058"/>
                </a:lnTo>
                <a:lnTo>
                  <a:pt x="891286" y="818515"/>
                </a:lnTo>
                <a:lnTo>
                  <a:pt x="843159" y="805039"/>
                </a:lnTo>
                <a:lnTo>
                  <a:pt x="795666" y="789646"/>
                </a:lnTo>
                <a:lnTo>
                  <a:pt x="748835" y="772455"/>
                </a:lnTo>
                <a:lnTo>
                  <a:pt x="702691" y="753586"/>
                </a:lnTo>
                <a:lnTo>
                  <a:pt x="657261" y="733157"/>
                </a:lnTo>
                <a:lnTo>
                  <a:pt x="612572" y="711287"/>
                </a:lnTo>
                <a:lnTo>
                  <a:pt x="568651" y="688095"/>
                </a:lnTo>
                <a:lnTo>
                  <a:pt x="525526" y="663702"/>
                </a:lnTo>
                <a:lnTo>
                  <a:pt x="493932" y="643770"/>
                </a:lnTo>
                <a:lnTo>
                  <a:pt x="483362" y="636905"/>
                </a:lnTo>
                <a:lnTo>
                  <a:pt x="473596" y="629608"/>
                </a:lnTo>
                <a:lnTo>
                  <a:pt x="463438" y="622823"/>
                </a:lnTo>
                <a:lnTo>
                  <a:pt x="453018" y="616063"/>
                </a:lnTo>
                <a:lnTo>
                  <a:pt x="442467" y="608838"/>
                </a:lnTo>
                <a:lnTo>
                  <a:pt x="423104" y="593806"/>
                </a:lnTo>
                <a:lnTo>
                  <a:pt x="403478" y="579167"/>
                </a:lnTo>
                <a:lnTo>
                  <a:pt x="383853" y="564314"/>
                </a:lnTo>
                <a:lnTo>
                  <a:pt x="326818" y="516102"/>
                </a:lnTo>
                <a:lnTo>
                  <a:pt x="290480" y="481980"/>
                </a:lnTo>
                <a:lnTo>
                  <a:pt x="255333" y="446645"/>
                </a:lnTo>
                <a:lnTo>
                  <a:pt x="221233" y="410464"/>
                </a:lnTo>
                <a:lnTo>
                  <a:pt x="205521" y="391673"/>
                </a:lnTo>
                <a:lnTo>
                  <a:pt x="189547" y="373110"/>
                </a:lnTo>
                <a:lnTo>
                  <a:pt x="174049" y="354046"/>
                </a:lnTo>
                <a:lnTo>
                  <a:pt x="159765" y="333756"/>
                </a:lnTo>
                <a:lnTo>
                  <a:pt x="143914" y="314174"/>
                </a:lnTo>
                <a:lnTo>
                  <a:pt x="114117" y="273534"/>
                </a:lnTo>
                <a:lnTo>
                  <a:pt x="73134" y="210566"/>
                </a:lnTo>
                <a:lnTo>
                  <a:pt x="47418" y="166941"/>
                </a:lnTo>
                <a:lnTo>
                  <a:pt x="22917" y="122364"/>
                </a:lnTo>
                <a:lnTo>
                  <a:pt x="0" y="76835"/>
                </a:lnTo>
              </a:path>
            </a:pathLst>
          </a:custGeom>
          <a:ln w="76199">
            <a:solidFill>
              <a:srgbClr val="AD1B8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2680335" y="4764913"/>
            <a:ext cx="5901690" cy="1835150"/>
            <a:chOff x="2680335" y="4764913"/>
            <a:chExt cx="5901690" cy="1835150"/>
          </a:xfrm>
        </p:grpSpPr>
        <p:sp>
          <p:nvSpPr>
            <p:cNvPr id="38" name="object 38" descr=""/>
            <p:cNvSpPr/>
            <p:nvPr/>
          </p:nvSpPr>
          <p:spPr>
            <a:xfrm>
              <a:off x="5013960" y="4956978"/>
              <a:ext cx="3400425" cy="882015"/>
            </a:xfrm>
            <a:custGeom>
              <a:avLst/>
              <a:gdLst/>
              <a:ahLst/>
              <a:cxnLst/>
              <a:rect l="l" t="t" r="r" b="b"/>
              <a:pathLst>
                <a:path w="3400425" h="882014">
                  <a:moveTo>
                    <a:pt x="3400297" y="881973"/>
                  </a:moveTo>
                  <a:lnTo>
                    <a:pt x="3358293" y="843298"/>
                  </a:lnTo>
                  <a:lnTo>
                    <a:pt x="3318218" y="804902"/>
                  </a:lnTo>
                  <a:lnTo>
                    <a:pt x="3279817" y="766775"/>
                  </a:lnTo>
                  <a:lnTo>
                    <a:pt x="3242836" y="728905"/>
                  </a:lnTo>
                  <a:lnTo>
                    <a:pt x="3207022" y="691281"/>
                  </a:lnTo>
                  <a:lnTo>
                    <a:pt x="3172121" y="653891"/>
                  </a:lnTo>
                  <a:lnTo>
                    <a:pt x="3137878" y="616723"/>
                  </a:lnTo>
                  <a:lnTo>
                    <a:pt x="3104039" y="579767"/>
                  </a:lnTo>
                  <a:lnTo>
                    <a:pt x="3070351" y="543010"/>
                  </a:lnTo>
                  <a:lnTo>
                    <a:pt x="3033315" y="502688"/>
                  </a:lnTo>
                  <a:lnTo>
                    <a:pt x="2995995" y="463346"/>
                  </a:lnTo>
                  <a:lnTo>
                    <a:pt x="2958344" y="425116"/>
                  </a:lnTo>
                  <a:lnTo>
                    <a:pt x="2920317" y="388134"/>
                  </a:lnTo>
                  <a:lnTo>
                    <a:pt x="2881867" y="352533"/>
                  </a:lnTo>
                  <a:lnTo>
                    <a:pt x="2842948" y="318447"/>
                  </a:lnTo>
                  <a:lnTo>
                    <a:pt x="2803514" y="286010"/>
                  </a:lnTo>
                  <a:lnTo>
                    <a:pt x="2763519" y="255355"/>
                  </a:lnTo>
                  <a:lnTo>
                    <a:pt x="2723345" y="226078"/>
                  </a:lnTo>
                  <a:lnTo>
                    <a:pt x="2682440" y="198727"/>
                  </a:lnTo>
                  <a:lnTo>
                    <a:pt x="2640788" y="173303"/>
                  </a:lnTo>
                  <a:lnTo>
                    <a:pt x="2598372" y="149803"/>
                  </a:lnTo>
                  <a:lnTo>
                    <a:pt x="2555176" y="128225"/>
                  </a:lnTo>
                  <a:lnTo>
                    <a:pt x="2511184" y="108569"/>
                  </a:lnTo>
                  <a:lnTo>
                    <a:pt x="2466380" y="90833"/>
                  </a:lnTo>
                  <a:lnTo>
                    <a:pt x="2420746" y="75015"/>
                  </a:lnTo>
                  <a:lnTo>
                    <a:pt x="2373917" y="60209"/>
                  </a:lnTo>
                  <a:lnTo>
                    <a:pt x="2326477" y="47363"/>
                  </a:lnTo>
                  <a:lnTo>
                    <a:pt x="2278412" y="36401"/>
                  </a:lnTo>
                  <a:lnTo>
                    <a:pt x="2229707" y="27248"/>
                  </a:lnTo>
                  <a:lnTo>
                    <a:pt x="2180347" y="19826"/>
                  </a:lnTo>
                  <a:lnTo>
                    <a:pt x="2130317" y="14061"/>
                  </a:lnTo>
                  <a:lnTo>
                    <a:pt x="2079603" y="9877"/>
                  </a:lnTo>
                  <a:lnTo>
                    <a:pt x="2028189" y="7197"/>
                  </a:lnTo>
                  <a:lnTo>
                    <a:pt x="1976343" y="4977"/>
                  </a:lnTo>
                  <a:lnTo>
                    <a:pt x="1924390" y="3199"/>
                  </a:lnTo>
                  <a:lnTo>
                    <a:pt x="1872346" y="1836"/>
                  </a:lnTo>
                  <a:lnTo>
                    <a:pt x="1820224" y="866"/>
                  </a:lnTo>
                  <a:lnTo>
                    <a:pt x="1768040" y="262"/>
                  </a:lnTo>
                  <a:lnTo>
                    <a:pt x="1715807" y="0"/>
                  </a:lnTo>
                  <a:lnTo>
                    <a:pt x="1663541" y="54"/>
                  </a:lnTo>
                  <a:lnTo>
                    <a:pt x="1611255" y="399"/>
                  </a:lnTo>
                  <a:lnTo>
                    <a:pt x="1558964" y="1012"/>
                  </a:lnTo>
                  <a:lnTo>
                    <a:pt x="1506682" y="1866"/>
                  </a:lnTo>
                  <a:lnTo>
                    <a:pt x="1454425" y="2936"/>
                  </a:lnTo>
                  <a:lnTo>
                    <a:pt x="1402205" y="4198"/>
                  </a:lnTo>
                  <a:lnTo>
                    <a:pt x="1350039" y="5627"/>
                  </a:lnTo>
                  <a:lnTo>
                    <a:pt x="1297939" y="7197"/>
                  </a:lnTo>
                  <a:lnTo>
                    <a:pt x="1245876" y="9281"/>
                  </a:lnTo>
                  <a:lnTo>
                    <a:pt x="1194182" y="12631"/>
                  </a:lnTo>
                  <a:lnTo>
                    <a:pt x="1142873" y="17319"/>
                  </a:lnTo>
                  <a:lnTo>
                    <a:pt x="1091961" y="23422"/>
                  </a:lnTo>
                  <a:lnTo>
                    <a:pt x="1041460" y="31012"/>
                  </a:lnTo>
                  <a:lnTo>
                    <a:pt x="991383" y="40166"/>
                  </a:lnTo>
                  <a:lnTo>
                    <a:pt x="941744" y="50956"/>
                  </a:lnTo>
                  <a:lnTo>
                    <a:pt x="892555" y="63458"/>
                  </a:lnTo>
                  <a:lnTo>
                    <a:pt x="844010" y="76934"/>
                  </a:lnTo>
                  <a:lnTo>
                    <a:pt x="796204" y="92327"/>
                  </a:lnTo>
                  <a:lnTo>
                    <a:pt x="749151" y="109518"/>
                  </a:lnTo>
                  <a:lnTo>
                    <a:pt x="702865" y="128387"/>
                  </a:lnTo>
                  <a:lnTo>
                    <a:pt x="657359" y="148816"/>
                  </a:lnTo>
                  <a:lnTo>
                    <a:pt x="612646" y="170686"/>
                  </a:lnTo>
                  <a:lnTo>
                    <a:pt x="568739" y="193877"/>
                  </a:lnTo>
                  <a:lnTo>
                    <a:pt x="525652" y="218271"/>
                  </a:lnTo>
                  <a:lnTo>
                    <a:pt x="495006" y="238202"/>
                  </a:lnTo>
                  <a:lnTo>
                    <a:pt x="484631" y="245068"/>
                  </a:lnTo>
                  <a:lnTo>
                    <a:pt x="474847" y="252367"/>
                  </a:lnTo>
                  <a:lnTo>
                    <a:pt x="464550" y="259165"/>
                  </a:lnTo>
                  <a:lnTo>
                    <a:pt x="453753" y="265964"/>
                  </a:lnTo>
                  <a:lnTo>
                    <a:pt x="442467" y="273262"/>
                  </a:lnTo>
                  <a:lnTo>
                    <a:pt x="423104" y="288221"/>
                  </a:lnTo>
                  <a:lnTo>
                    <a:pt x="403478" y="302822"/>
                  </a:lnTo>
                  <a:lnTo>
                    <a:pt x="383853" y="317661"/>
                  </a:lnTo>
                  <a:lnTo>
                    <a:pt x="326999" y="365869"/>
                  </a:lnTo>
                  <a:lnTo>
                    <a:pt x="291068" y="399977"/>
                  </a:lnTo>
                  <a:lnTo>
                    <a:pt x="256351" y="435275"/>
                  </a:lnTo>
                  <a:lnTo>
                    <a:pt x="222503" y="471382"/>
                  </a:lnTo>
                  <a:lnTo>
                    <a:pt x="206791" y="490244"/>
                  </a:lnTo>
                  <a:lnTo>
                    <a:pt x="190722" y="508832"/>
                  </a:lnTo>
                  <a:lnTo>
                    <a:pt x="174890" y="527872"/>
                  </a:lnTo>
                  <a:lnTo>
                    <a:pt x="159892" y="548090"/>
                  </a:lnTo>
                  <a:lnTo>
                    <a:pt x="144702" y="567728"/>
                  </a:lnTo>
                  <a:lnTo>
                    <a:pt x="115369" y="608384"/>
                  </a:lnTo>
                  <a:lnTo>
                    <a:pt x="73866" y="671409"/>
                  </a:lnTo>
                  <a:lnTo>
                    <a:pt x="48101" y="715048"/>
                  </a:lnTo>
                  <a:lnTo>
                    <a:pt x="23526" y="759662"/>
                  </a:lnTo>
                  <a:lnTo>
                    <a:pt x="0" y="805265"/>
                  </a:lnTo>
                </a:path>
              </a:pathLst>
            </a:custGeom>
            <a:ln w="762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18435" y="4803013"/>
              <a:ext cx="5825490" cy="1758950"/>
            </a:xfrm>
            <a:custGeom>
              <a:avLst/>
              <a:gdLst/>
              <a:ahLst/>
              <a:cxnLst/>
              <a:rect l="l" t="t" r="r" b="b"/>
              <a:pathLst>
                <a:path w="5825490" h="1758950">
                  <a:moveTo>
                    <a:pt x="0" y="1758441"/>
                  </a:moveTo>
                  <a:lnTo>
                    <a:pt x="611" y="1709717"/>
                  </a:lnTo>
                  <a:lnTo>
                    <a:pt x="2438" y="1660983"/>
                  </a:lnTo>
                  <a:lnTo>
                    <a:pt x="5472" y="1612270"/>
                  </a:lnTo>
                  <a:lnTo>
                    <a:pt x="9700" y="1563609"/>
                  </a:lnTo>
                  <a:lnTo>
                    <a:pt x="15113" y="1515030"/>
                  </a:lnTo>
                  <a:lnTo>
                    <a:pt x="21700" y="1466566"/>
                  </a:lnTo>
                  <a:lnTo>
                    <a:pt x="29452" y="1418246"/>
                  </a:lnTo>
                  <a:lnTo>
                    <a:pt x="38357" y="1370102"/>
                  </a:lnTo>
                  <a:lnTo>
                    <a:pt x="48405" y="1322164"/>
                  </a:lnTo>
                  <a:lnTo>
                    <a:pt x="59586" y="1274463"/>
                  </a:lnTo>
                  <a:lnTo>
                    <a:pt x="71889" y="1227031"/>
                  </a:lnTo>
                  <a:lnTo>
                    <a:pt x="85305" y="1179897"/>
                  </a:lnTo>
                  <a:lnTo>
                    <a:pt x="99821" y="1133094"/>
                  </a:lnTo>
                  <a:lnTo>
                    <a:pt x="115426" y="1086946"/>
                  </a:lnTo>
                  <a:lnTo>
                    <a:pt x="132173" y="1041206"/>
                  </a:lnTo>
                  <a:lnTo>
                    <a:pt x="150072" y="995918"/>
                  </a:lnTo>
                  <a:lnTo>
                    <a:pt x="169128" y="951129"/>
                  </a:lnTo>
                  <a:lnTo>
                    <a:pt x="189350" y="906886"/>
                  </a:lnTo>
                  <a:lnTo>
                    <a:pt x="210745" y="863234"/>
                  </a:lnTo>
                  <a:lnTo>
                    <a:pt x="233320" y="820220"/>
                  </a:lnTo>
                  <a:lnTo>
                    <a:pt x="257081" y="777889"/>
                  </a:lnTo>
                  <a:lnTo>
                    <a:pt x="282038" y="736288"/>
                  </a:lnTo>
                  <a:lnTo>
                    <a:pt x="308196" y="695463"/>
                  </a:lnTo>
                  <a:lnTo>
                    <a:pt x="335563" y="655459"/>
                  </a:lnTo>
                  <a:lnTo>
                    <a:pt x="364146" y="616324"/>
                  </a:lnTo>
                  <a:lnTo>
                    <a:pt x="393953" y="578103"/>
                  </a:lnTo>
                  <a:lnTo>
                    <a:pt x="427248" y="538064"/>
                  </a:lnTo>
                  <a:lnTo>
                    <a:pt x="461893" y="499189"/>
                  </a:lnTo>
                  <a:lnTo>
                    <a:pt x="497853" y="461525"/>
                  </a:lnTo>
                  <a:lnTo>
                    <a:pt x="535093" y="425116"/>
                  </a:lnTo>
                  <a:lnTo>
                    <a:pt x="573576" y="390004"/>
                  </a:lnTo>
                  <a:lnTo>
                    <a:pt x="613267" y="356234"/>
                  </a:lnTo>
                  <a:lnTo>
                    <a:pt x="654130" y="323852"/>
                  </a:lnTo>
                  <a:lnTo>
                    <a:pt x="696129" y="292899"/>
                  </a:lnTo>
                  <a:lnTo>
                    <a:pt x="739229" y="263421"/>
                  </a:lnTo>
                  <a:lnTo>
                    <a:pt x="783394" y="235462"/>
                  </a:lnTo>
                  <a:lnTo>
                    <a:pt x="828588" y="209066"/>
                  </a:lnTo>
                  <a:lnTo>
                    <a:pt x="874776" y="184276"/>
                  </a:lnTo>
                  <a:lnTo>
                    <a:pt x="921766" y="160804"/>
                  </a:lnTo>
                  <a:lnTo>
                    <a:pt x="969395" y="139032"/>
                  </a:lnTo>
                  <a:lnTo>
                    <a:pt x="1017666" y="118967"/>
                  </a:lnTo>
                  <a:lnTo>
                    <a:pt x="1066583" y="100616"/>
                  </a:lnTo>
                  <a:lnTo>
                    <a:pt x="1116149" y="83988"/>
                  </a:lnTo>
                  <a:lnTo>
                    <a:pt x="1166367" y="69087"/>
                  </a:lnTo>
                  <a:lnTo>
                    <a:pt x="1216624" y="55742"/>
                  </a:lnTo>
                  <a:lnTo>
                    <a:pt x="1267601" y="43899"/>
                  </a:lnTo>
                  <a:lnTo>
                    <a:pt x="1319149" y="33559"/>
                  </a:lnTo>
                  <a:lnTo>
                    <a:pt x="1371120" y="24722"/>
                  </a:lnTo>
                  <a:lnTo>
                    <a:pt x="1423366" y="17388"/>
                  </a:lnTo>
                  <a:lnTo>
                    <a:pt x="1475739" y="11557"/>
                  </a:lnTo>
                  <a:lnTo>
                    <a:pt x="1556385" y="5207"/>
                  </a:lnTo>
                  <a:lnTo>
                    <a:pt x="1566130" y="3665"/>
                  </a:lnTo>
                  <a:lnTo>
                    <a:pt x="1576149" y="2873"/>
                  </a:lnTo>
                  <a:lnTo>
                    <a:pt x="1586192" y="2581"/>
                  </a:lnTo>
                  <a:lnTo>
                    <a:pt x="1596009" y="2539"/>
                  </a:lnTo>
                  <a:lnTo>
                    <a:pt x="1635632" y="1270"/>
                  </a:lnTo>
                  <a:lnTo>
                    <a:pt x="1675606" y="535"/>
                  </a:lnTo>
                  <a:lnTo>
                    <a:pt x="1716532" y="158"/>
                  </a:lnTo>
                  <a:lnTo>
                    <a:pt x="1757934" y="19"/>
                  </a:lnTo>
                  <a:lnTo>
                    <a:pt x="1799336" y="0"/>
                  </a:lnTo>
                  <a:lnTo>
                    <a:pt x="4258437" y="0"/>
                  </a:lnTo>
                  <a:lnTo>
                    <a:pt x="4298061" y="1270"/>
                  </a:lnTo>
                  <a:lnTo>
                    <a:pt x="4378706" y="5207"/>
                  </a:lnTo>
                  <a:lnTo>
                    <a:pt x="4417647" y="8064"/>
                  </a:lnTo>
                  <a:lnTo>
                    <a:pt x="4456684" y="12826"/>
                  </a:lnTo>
                  <a:lnTo>
                    <a:pt x="4495784" y="16259"/>
                  </a:lnTo>
                  <a:lnTo>
                    <a:pt x="4534503" y="22098"/>
                  </a:lnTo>
                  <a:lnTo>
                    <a:pt x="4572984" y="29364"/>
                  </a:lnTo>
                  <a:lnTo>
                    <a:pt x="4611370" y="37084"/>
                  </a:lnTo>
                  <a:lnTo>
                    <a:pt x="4662317" y="48805"/>
                  </a:lnTo>
                  <a:lnTo>
                    <a:pt x="4712753" y="62272"/>
                  </a:lnTo>
                  <a:lnTo>
                    <a:pt x="4762611" y="77517"/>
                  </a:lnTo>
                  <a:lnTo>
                    <a:pt x="4811823" y="94572"/>
                  </a:lnTo>
                  <a:lnTo>
                    <a:pt x="4860322" y="113469"/>
                  </a:lnTo>
                  <a:lnTo>
                    <a:pt x="4908042" y="134238"/>
                  </a:lnTo>
                  <a:lnTo>
                    <a:pt x="4954291" y="157401"/>
                  </a:lnTo>
                  <a:lnTo>
                    <a:pt x="4999693" y="182085"/>
                  </a:lnTo>
                  <a:lnTo>
                    <a:pt x="5044249" y="208327"/>
                  </a:lnTo>
                  <a:lnTo>
                    <a:pt x="5087958" y="236168"/>
                  </a:lnTo>
                  <a:lnTo>
                    <a:pt x="5130821" y="265645"/>
                  </a:lnTo>
                  <a:lnTo>
                    <a:pt x="5172837" y="296799"/>
                  </a:lnTo>
                  <a:lnTo>
                    <a:pt x="5213948" y="329560"/>
                  </a:lnTo>
                  <a:lnTo>
                    <a:pt x="5254248" y="363822"/>
                  </a:lnTo>
                  <a:lnTo>
                    <a:pt x="5293772" y="399367"/>
                  </a:lnTo>
                  <a:lnTo>
                    <a:pt x="5332555" y="435981"/>
                  </a:lnTo>
                  <a:lnTo>
                    <a:pt x="5370633" y="473449"/>
                  </a:lnTo>
                  <a:lnTo>
                    <a:pt x="5408041" y="511556"/>
                  </a:lnTo>
                  <a:lnTo>
                    <a:pt x="5441805" y="547025"/>
                  </a:lnTo>
                  <a:lnTo>
                    <a:pt x="5474829" y="582445"/>
                  </a:lnTo>
                  <a:lnTo>
                    <a:pt x="5507388" y="617827"/>
                  </a:lnTo>
                  <a:lnTo>
                    <a:pt x="5539758" y="653179"/>
                  </a:lnTo>
                  <a:lnTo>
                    <a:pt x="5572215" y="688513"/>
                  </a:lnTo>
                  <a:lnTo>
                    <a:pt x="5605033" y="723836"/>
                  </a:lnTo>
                  <a:lnTo>
                    <a:pt x="5638490" y="759159"/>
                  </a:lnTo>
                  <a:lnTo>
                    <a:pt x="5672859" y="794493"/>
                  </a:lnTo>
                  <a:lnTo>
                    <a:pt x="5708417" y="829845"/>
                  </a:lnTo>
                  <a:lnTo>
                    <a:pt x="5745440" y="865227"/>
                  </a:lnTo>
                  <a:lnTo>
                    <a:pt x="5784203" y="900647"/>
                  </a:lnTo>
                  <a:lnTo>
                    <a:pt x="5824982" y="936116"/>
                  </a:lnTo>
                </a:path>
              </a:pathLst>
            </a:custGeom>
            <a:ln w="76200">
              <a:solidFill>
                <a:srgbClr val="0D68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/>
          <p:nvPr/>
        </p:nvSpPr>
        <p:spPr>
          <a:xfrm>
            <a:off x="10532871" y="3719957"/>
            <a:ext cx="4171315" cy="937260"/>
          </a:xfrm>
          <a:custGeom>
            <a:avLst/>
            <a:gdLst/>
            <a:ahLst/>
            <a:cxnLst/>
            <a:rect l="l" t="t" r="r" b="b"/>
            <a:pathLst>
              <a:path w="4171315" h="937260">
                <a:moveTo>
                  <a:pt x="4171314" y="359283"/>
                </a:moveTo>
                <a:lnTo>
                  <a:pt x="4137753" y="399323"/>
                </a:lnTo>
                <a:lnTo>
                  <a:pt x="4102934" y="438197"/>
                </a:lnTo>
                <a:lnTo>
                  <a:pt x="4066879" y="475863"/>
                </a:lnTo>
                <a:lnTo>
                  <a:pt x="4029611" y="512275"/>
                </a:lnTo>
                <a:lnTo>
                  <a:pt x="3991152" y="547391"/>
                </a:lnTo>
                <a:lnTo>
                  <a:pt x="3951525" y="581167"/>
                </a:lnTo>
                <a:lnTo>
                  <a:pt x="3910753" y="613560"/>
                </a:lnTo>
                <a:lnTo>
                  <a:pt x="3868857" y="644525"/>
                </a:lnTo>
                <a:lnTo>
                  <a:pt x="3825861" y="674018"/>
                </a:lnTo>
                <a:lnTo>
                  <a:pt x="3781786" y="701997"/>
                </a:lnTo>
                <a:lnTo>
                  <a:pt x="3736656" y="728418"/>
                </a:lnTo>
                <a:lnTo>
                  <a:pt x="3690493" y="753237"/>
                </a:lnTo>
                <a:lnTo>
                  <a:pt x="3643546" y="776647"/>
                </a:lnTo>
                <a:lnTo>
                  <a:pt x="3595929" y="798364"/>
                </a:lnTo>
                <a:lnTo>
                  <a:pt x="3547649" y="818388"/>
                </a:lnTo>
                <a:lnTo>
                  <a:pt x="3498713" y="836718"/>
                </a:lnTo>
                <a:lnTo>
                  <a:pt x="3449128" y="853355"/>
                </a:lnTo>
                <a:lnTo>
                  <a:pt x="3398901" y="868299"/>
                </a:lnTo>
                <a:lnTo>
                  <a:pt x="3348203" y="881591"/>
                </a:lnTo>
                <a:lnTo>
                  <a:pt x="3297103" y="893402"/>
                </a:lnTo>
                <a:lnTo>
                  <a:pt x="3245643" y="903732"/>
                </a:lnTo>
                <a:lnTo>
                  <a:pt x="3193866" y="912579"/>
                </a:lnTo>
                <a:lnTo>
                  <a:pt x="3141814" y="919945"/>
                </a:lnTo>
                <a:lnTo>
                  <a:pt x="3089529" y="925830"/>
                </a:lnTo>
                <a:lnTo>
                  <a:pt x="3009010" y="932180"/>
                </a:lnTo>
                <a:lnTo>
                  <a:pt x="2999192" y="933648"/>
                </a:lnTo>
                <a:lnTo>
                  <a:pt x="2989135" y="934402"/>
                </a:lnTo>
                <a:lnTo>
                  <a:pt x="2979078" y="934680"/>
                </a:lnTo>
                <a:lnTo>
                  <a:pt x="2969260" y="934720"/>
                </a:lnTo>
                <a:lnTo>
                  <a:pt x="2929635" y="935990"/>
                </a:lnTo>
                <a:lnTo>
                  <a:pt x="2889126" y="936724"/>
                </a:lnTo>
                <a:lnTo>
                  <a:pt x="2848260" y="937101"/>
                </a:lnTo>
                <a:lnTo>
                  <a:pt x="2807156" y="937240"/>
                </a:lnTo>
                <a:lnTo>
                  <a:pt x="2765933" y="937260"/>
                </a:lnTo>
                <a:lnTo>
                  <a:pt x="1691767" y="937260"/>
                </a:lnTo>
                <a:lnTo>
                  <a:pt x="1608708" y="937260"/>
                </a:lnTo>
                <a:lnTo>
                  <a:pt x="1566418" y="937260"/>
                </a:lnTo>
                <a:lnTo>
                  <a:pt x="1526794" y="935990"/>
                </a:lnTo>
                <a:lnTo>
                  <a:pt x="1447546" y="932180"/>
                </a:lnTo>
                <a:lnTo>
                  <a:pt x="1407922" y="929322"/>
                </a:lnTo>
                <a:lnTo>
                  <a:pt x="1368298" y="924560"/>
                </a:lnTo>
                <a:lnTo>
                  <a:pt x="1329178" y="921125"/>
                </a:lnTo>
                <a:lnTo>
                  <a:pt x="1290415" y="915273"/>
                </a:lnTo>
                <a:lnTo>
                  <a:pt x="1251890" y="907968"/>
                </a:lnTo>
                <a:lnTo>
                  <a:pt x="1213484" y="900176"/>
                </a:lnTo>
                <a:lnTo>
                  <a:pt x="1162675" y="888463"/>
                </a:lnTo>
                <a:lnTo>
                  <a:pt x="1112487" y="875015"/>
                </a:lnTo>
                <a:lnTo>
                  <a:pt x="1062926" y="859790"/>
                </a:lnTo>
                <a:lnTo>
                  <a:pt x="1014000" y="842743"/>
                </a:lnTo>
                <a:lnTo>
                  <a:pt x="965717" y="823834"/>
                </a:lnTo>
                <a:lnTo>
                  <a:pt x="918082" y="803021"/>
                </a:lnTo>
                <a:lnTo>
                  <a:pt x="871299" y="779817"/>
                </a:lnTo>
                <a:lnTo>
                  <a:pt x="825542" y="754935"/>
                </a:lnTo>
                <a:lnTo>
                  <a:pt x="780780" y="728408"/>
                </a:lnTo>
                <a:lnTo>
                  <a:pt x="736981" y="700273"/>
                </a:lnTo>
                <a:lnTo>
                  <a:pt x="694113" y="670564"/>
                </a:lnTo>
                <a:lnTo>
                  <a:pt x="652145" y="639318"/>
                </a:lnTo>
                <a:lnTo>
                  <a:pt x="610985" y="606650"/>
                </a:lnTo>
                <a:lnTo>
                  <a:pt x="570690" y="572624"/>
                </a:lnTo>
                <a:lnTo>
                  <a:pt x="531256" y="537384"/>
                </a:lnTo>
                <a:lnTo>
                  <a:pt x="492680" y="501076"/>
                </a:lnTo>
                <a:lnTo>
                  <a:pt x="454956" y="463843"/>
                </a:lnTo>
                <a:lnTo>
                  <a:pt x="418083" y="425831"/>
                </a:lnTo>
                <a:lnTo>
                  <a:pt x="384081" y="390358"/>
                </a:lnTo>
                <a:lnTo>
                  <a:pt x="350902" y="354926"/>
                </a:lnTo>
                <a:lnTo>
                  <a:pt x="318254" y="319522"/>
                </a:lnTo>
                <a:lnTo>
                  <a:pt x="285844" y="284131"/>
                </a:lnTo>
                <a:lnTo>
                  <a:pt x="253379" y="248743"/>
                </a:lnTo>
                <a:lnTo>
                  <a:pt x="220567" y="213344"/>
                </a:lnTo>
                <a:lnTo>
                  <a:pt x="187114" y="177920"/>
                </a:lnTo>
                <a:lnTo>
                  <a:pt x="152729" y="142461"/>
                </a:lnTo>
                <a:lnTo>
                  <a:pt x="117117" y="106951"/>
                </a:lnTo>
                <a:lnTo>
                  <a:pt x="79987" y="71380"/>
                </a:lnTo>
                <a:lnTo>
                  <a:pt x="41045" y="35734"/>
                </a:lnTo>
                <a:lnTo>
                  <a:pt x="0" y="0"/>
                </a:lnTo>
              </a:path>
            </a:pathLst>
          </a:custGeom>
          <a:ln w="76200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0549508" y="4803013"/>
            <a:ext cx="4147185" cy="936625"/>
          </a:xfrm>
          <a:custGeom>
            <a:avLst/>
            <a:gdLst/>
            <a:ahLst/>
            <a:cxnLst/>
            <a:rect l="l" t="t" r="r" b="b"/>
            <a:pathLst>
              <a:path w="4147184" h="936625">
                <a:moveTo>
                  <a:pt x="4147058" y="589534"/>
                </a:moveTo>
                <a:lnTo>
                  <a:pt x="4115973" y="552365"/>
                </a:lnTo>
                <a:lnTo>
                  <a:pt x="4083548" y="515836"/>
                </a:lnTo>
                <a:lnTo>
                  <a:pt x="4049849" y="480044"/>
                </a:lnTo>
                <a:lnTo>
                  <a:pt x="4014942" y="445088"/>
                </a:lnTo>
                <a:lnTo>
                  <a:pt x="3978893" y="411066"/>
                </a:lnTo>
                <a:lnTo>
                  <a:pt x="3941768" y="378075"/>
                </a:lnTo>
                <a:lnTo>
                  <a:pt x="3903634" y="346214"/>
                </a:lnTo>
                <a:lnTo>
                  <a:pt x="3864557" y="315582"/>
                </a:lnTo>
                <a:lnTo>
                  <a:pt x="3824604" y="286275"/>
                </a:lnTo>
                <a:lnTo>
                  <a:pt x="3783839" y="258394"/>
                </a:lnTo>
                <a:lnTo>
                  <a:pt x="3742331" y="232034"/>
                </a:lnTo>
                <a:lnTo>
                  <a:pt x="3700144" y="207296"/>
                </a:lnTo>
                <a:lnTo>
                  <a:pt x="3657346" y="184276"/>
                </a:lnTo>
                <a:lnTo>
                  <a:pt x="3610793" y="160804"/>
                </a:lnTo>
                <a:lnTo>
                  <a:pt x="3563309" y="139032"/>
                </a:lnTo>
                <a:lnTo>
                  <a:pt x="3515042" y="118967"/>
                </a:lnTo>
                <a:lnTo>
                  <a:pt x="3466140" y="100616"/>
                </a:lnTo>
                <a:lnTo>
                  <a:pt x="3416751" y="83988"/>
                </a:lnTo>
                <a:lnTo>
                  <a:pt x="3367024" y="69087"/>
                </a:lnTo>
                <a:lnTo>
                  <a:pt x="3316275" y="55742"/>
                </a:lnTo>
                <a:lnTo>
                  <a:pt x="3265118" y="43899"/>
                </a:lnTo>
                <a:lnTo>
                  <a:pt x="3213544" y="33559"/>
                </a:lnTo>
                <a:lnTo>
                  <a:pt x="3161547" y="24722"/>
                </a:lnTo>
                <a:lnTo>
                  <a:pt x="3109119" y="17388"/>
                </a:lnTo>
                <a:lnTo>
                  <a:pt x="3056254" y="11557"/>
                </a:lnTo>
                <a:lnTo>
                  <a:pt x="2977006" y="5207"/>
                </a:lnTo>
                <a:lnTo>
                  <a:pt x="2966991" y="3665"/>
                </a:lnTo>
                <a:lnTo>
                  <a:pt x="2956512" y="2873"/>
                </a:lnTo>
                <a:lnTo>
                  <a:pt x="2946056" y="2581"/>
                </a:lnTo>
                <a:lnTo>
                  <a:pt x="2936112" y="2539"/>
                </a:lnTo>
                <a:lnTo>
                  <a:pt x="2896362" y="1270"/>
                </a:lnTo>
                <a:lnTo>
                  <a:pt x="2856480" y="535"/>
                </a:lnTo>
                <a:lnTo>
                  <a:pt x="2815717" y="158"/>
                </a:lnTo>
                <a:lnTo>
                  <a:pt x="2774668" y="19"/>
                </a:lnTo>
                <a:lnTo>
                  <a:pt x="2733929" y="0"/>
                </a:lnTo>
                <a:lnTo>
                  <a:pt x="1690497" y="0"/>
                </a:lnTo>
                <a:lnTo>
                  <a:pt x="1607312" y="0"/>
                </a:lnTo>
                <a:lnTo>
                  <a:pt x="1566418" y="0"/>
                </a:lnTo>
                <a:lnTo>
                  <a:pt x="1526794" y="1270"/>
                </a:lnTo>
                <a:lnTo>
                  <a:pt x="1446276" y="5207"/>
                </a:lnTo>
                <a:lnTo>
                  <a:pt x="1407239" y="8064"/>
                </a:lnTo>
                <a:lnTo>
                  <a:pt x="1368298" y="12826"/>
                </a:lnTo>
                <a:lnTo>
                  <a:pt x="1329124" y="16259"/>
                </a:lnTo>
                <a:lnTo>
                  <a:pt x="1290367" y="22098"/>
                </a:lnTo>
                <a:lnTo>
                  <a:pt x="1251872" y="29364"/>
                </a:lnTo>
                <a:lnTo>
                  <a:pt x="1213485" y="37084"/>
                </a:lnTo>
                <a:lnTo>
                  <a:pt x="1162537" y="48805"/>
                </a:lnTo>
                <a:lnTo>
                  <a:pt x="1112101" y="62272"/>
                </a:lnTo>
                <a:lnTo>
                  <a:pt x="1062243" y="77517"/>
                </a:lnTo>
                <a:lnTo>
                  <a:pt x="1013031" y="94572"/>
                </a:lnTo>
                <a:lnTo>
                  <a:pt x="964532" y="113469"/>
                </a:lnTo>
                <a:lnTo>
                  <a:pt x="916813" y="134238"/>
                </a:lnTo>
                <a:lnTo>
                  <a:pt x="870564" y="157401"/>
                </a:lnTo>
                <a:lnTo>
                  <a:pt x="825166" y="182085"/>
                </a:lnTo>
                <a:lnTo>
                  <a:pt x="780621" y="208327"/>
                </a:lnTo>
                <a:lnTo>
                  <a:pt x="736933" y="236168"/>
                </a:lnTo>
                <a:lnTo>
                  <a:pt x="694107" y="265645"/>
                </a:lnTo>
                <a:lnTo>
                  <a:pt x="652145" y="296799"/>
                </a:lnTo>
                <a:lnTo>
                  <a:pt x="610979" y="329560"/>
                </a:lnTo>
                <a:lnTo>
                  <a:pt x="570643" y="363822"/>
                </a:lnTo>
                <a:lnTo>
                  <a:pt x="531098" y="399367"/>
                </a:lnTo>
                <a:lnTo>
                  <a:pt x="492303" y="435981"/>
                </a:lnTo>
                <a:lnTo>
                  <a:pt x="454221" y="473449"/>
                </a:lnTo>
                <a:lnTo>
                  <a:pt x="416814" y="511556"/>
                </a:lnTo>
                <a:lnTo>
                  <a:pt x="383049" y="547025"/>
                </a:lnTo>
                <a:lnTo>
                  <a:pt x="350026" y="582445"/>
                </a:lnTo>
                <a:lnTo>
                  <a:pt x="317468" y="617827"/>
                </a:lnTo>
                <a:lnTo>
                  <a:pt x="285100" y="653179"/>
                </a:lnTo>
                <a:lnTo>
                  <a:pt x="252648" y="688513"/>
                </a:lnTo>
                <a:lnTo>
                  <a:pt x="219837" y="723836"/>
                </a:lnTo>
                <a:lnTo>
                  <a:pt x="186390" y="759159"/>
                </a:lnTo>
                <a:lnTo>
                  <a:pt x="152033" y="794493"/>
                </a:lnTo>
                <a:lnTo>
                  <a:pt x="116490" y="829845"/>
                </a:lnTo>
                <a:lnTo>
                  <a:pt x="79487" y="865227"/>
                </a:lnTo>
                <a:lnTo>
                  <a:pt x="40749" y="900647"/>
                </a:lnTo>
                <a:lnTo>
                  <a:pt x="0" y="936116"/>
                </a:lnTo>
              </a:path>
            </a:pathLst>
          </a:custGeom>
          <a:ln w="76200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4558010" y="4066032"/>
            <a:ext cx="175260" cy="147320"/>
          </a:xfrm>
          <a:custGeom>
            <a:avLst/>
            <a:gdLst/>
            <a:ahLst/>
            <a:cxnLst/>
            <a:rect l="l" t="t" r="r" b="b"/>
            <a:pathLst>
              <a:path w="175259" h="147320">
                <a:moveTo>
                  <a:pt x="175132" y="147065"/>
                </a:moveTo>
                <a:lnTo>
                  <a:pt x="147066" y="0"/>
                </a:lnTo>
                <a:lnTo>
                  <a:pt x="0" y="28066"/>
                </a:lnTo>
              </a:path>
            </a:pathLst>
          </a:custGeom>
          <a:ln w="76200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4541118" y="5262626"/>
            <a:ext cx="175260" cy="146050"/>
          </a:xfrm>
          <a:custGeom>
            <a:avLst/>
            <a:gdLst/>
            <a:ahLst/>
            <a:cxnLst/>
            <a:rect l="l" t="t" r="r" b="b"/>
            <a:pathLst>
              <a:path w="175259" h="146050">
                <a:moveTo>
                  <a:pt x="175132" y="0"/>
                </a:moveTo>
                <a:lnTo>
                  <a:pt x="147065" y="145796"/>
                </a:lnTo>
                <a:lnTo>
                  <a:pt x="0" y="117601"/>
                </a:lnTo>
              </a:path>
            </a:pathLst>
          </a:custGeom>
          <a:ln w="76200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3199384" y="4679949"/>
            <a:ext cx="45085" cy="123189"/>
          </a:xfrm>
          <a:custGeom>
            <a:avLst/>
            <a:gdLst/>
            <a:ahLst/>
            <a:cxnLst/>
            <a:rect l="l" t="t" r="r" b="b"/>
            <a:pathLst>
              <a:path w="45085" h="123189">
                <a:moveTo>
                  <a:pt x="44704" y="0"/>
                </a:moveTo>
                <a:lnTo>
                  <a:pt x="0" y="0"/>
                </a:lnTo>
                <a:lnTo>
                  <a:pt x="0" y="17780"/>
                </a:lnTo>
                <a:lnTo>
                  <a:pt x="24257" y="17780"/>
                </a:lnTo>
                <a:lnTo>
                  <a:pt x="24257" y="123190"/>
                </a:lnTo>
                <a:lnTo>
                  <a:pt x="44704" y="123190"/>
                </a:lnTo>
                <a:lnTo>
                  <a:pt x="44704" y="17780"/>
                </a:lnTo>
                <a:lnTo>
                  <a:pt x="4470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907792" y="4679949"/>
            <a:ext cx="43815" cy="123189"/>
          </a:xfrm>
          <a:custGeom>
            <a:avLst/>
            <a:gdLst/>
            <a:ahLst/>
            <a:cxnLst/>
            <a:rect l="l" t="t" r="r" b="b"/>
            <a:pathLst>
              <a:path w="43814" h="123189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3190"/>
                </a:lnTo>
                <a:lnTo>
                  <a:pt x="43434" y="12319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2907792" y="5091429"/>
            <a:ext cx="43815" cy="120650"/>
          </a:xfrm>
          <a:custGeom>
            <a:avLst/>
            <a:gdLst/>
            <a:ahLst/>
            <a:cxnLst/>
            <a:rect l="l" t="t" r="r" b="b"/>
            <a:pathLst>
              <a:path w="43814" h="120650">
                <a:moveTo>
                  <a:pt x="43434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0650"/>
                </a:lnTo>
                <a:lnTo>
                  <a:pt x="43434" y="120650"/>
                </a:lnTo>
                <a:lnTo>
                  <a:pt x="43434" y="1651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3045841" y="4485639"/>
            <a:ext cx="43815" cy="123189"/>
          </a:xfrm>
          <a:custGeom>
            <a:avLst/>
            <a:gdLst/>
            <a:ahLst/>
            <a:cxnLst/>
            <a:rect l="l" t="t" r="r" b="b"/>
            <a:pathLst>
              <a:path w="43814" h="123189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3190"/>
                </a:lnTo>
                <a:lnTo>
                  <a:pt x="43434" y="12319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901315" y="4094479"/>
            <a:ext cx="43815" cy="123189"/>
          </a:xfrm>
          <a:custGeom>
            <a:avLst/>
            <a:gdLst/>
            <a:ahLst/>
            <a:cxnLst/>
            <a:rect l="l" t="t" r="r" b="b"/>
            <a:pathLst>
              <a:path w="43814" h="123189">
                <a:moveTo>
                  <a:pt x="43561" y="0"/>
                </a:moveTo>
                <a:lnTo>
                  <a:pt x="0" y="0"/>
                </a:lnTo>
                <a:lnTo>
                  <a:pt x="0" y="17780"/>
                </a:lnTo>
                <a:lnTo>
                  <a:pt x="23114" y="17780"/>
                </a:lnTo>
                <a:lnTo>
                  <a:pt x="23114" y="123190"/>
                </a:lnTo>
                <a:lnTo>
                  <a:pt x="43561" y="123190"/>
                </a:lnTo>
                <a:lnTo>
                  <a:pt x="43561" y="17780"/>
                </a:lnTo>
                <a:lnTo>
                  <a:pt x="43561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3067558" y="488314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4" h="121920">
                <a:moveTo>
                  <a:pt x="43561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1920"/>
                </a:lnTo>
                <a:lnTo>
                  <a:pt x="43561" y="121920"/>
                </a:lnTo>
                <a:lnTo>
                  <a:pt x="43561" y="16510"/>
                </a:lnTo>
                <a:lnTo>
                  <a:pt x="43561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3067558" y="5091429"/>
            <a:ext cx="43815" cy="120650"/>
          </a:xfrm>
          <a:custGeom>
            <a:avLst/>
            <a:gdLst/>
            <a:ahLst/>
            <a:cxnLst/>
            <a:rect l="l" t="t" r="r" b="b"/>
            <a:pathLst>
              <a:path w="43814" h="120650">
                <a:moveTo>
                  <a:pt x="43561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0650"/>
                </a:lnTo>
                <a:lnTo>
                  <a:pt x="43561" y="120650"/>
                </a:lnTo>
                <a:lnTo>
                  <a:pt x="43561" y="16510"/>
                </a:lnTo>
                <a:lnTo>
                  <a:pt x="43561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3701923" y="4679949"/>
            <a:ext cx="43815" cy="123189"/>
          </a:xfrm>
          <a:custGeom>
            <a:avLst/>
            <a:gdLst/>
            <a:ahLst/>
            <a:cxnLst/>
            <a:rect l="l" t="t" r="r" b="b"/>
            <a:pathLst>
              <a:path w="43814" h="123189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3190"/>
                </a:lnTo>
                <a:lnTo>
                  <a:pt x="43434" y="12319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3603371" y="4679949"/>
            <a:ext cx="45085" cy="123189"/>
          </a:xfrm>
          <a:custGeom>
            <a:avLst/>
            <a:gdLst/>
            <a:ahLst/>
            <a:cxnLst/>
            <a:rect l="l" t="t" r="r" b="b"/>
            <a:pathLst>
              <a:path w="45085" h="123189">
                <a:moveTo>
                  <a:pt x="44831" y="0"/>
                </a:moveTo>
                <a:lnTo>
                  <a:pt x="0" y="0"/>
                </a:lnTo>
                <a:lnTo>
                  <a:pt x="0" y="17780"/>
                </a:lnTo>
                <a:lnTo>
                  <a:pt x="24384" y="17780"/>
                </a:lnTo>
                <a:lnTo>
                  <a:pt x="24384" y="123190"/>
                </a:lnTo>
                <a:lnTo>
                  <a:pt x="44831" y="123190"/>
                </a:lnTo>
                <a:lnTo>
                  <a:pt x="44831" y="17780"/>
                </a:lnTo>
                <a:lnTo>
                  <a:pt x="44831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97809" y="4676521"/>
            <a:ext cx="98425" cy="126491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39491" y="4676521"/>
            <a:ext cx="99821" cy="126491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901314" y="4893817"/>
            <a:ext cx="99822" cy="126619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01314" y="5282565"/>
            <a:ext cx="99822" cy="126619"/>
          </a:xfrm>
          <a:prstGeom prst="rect">
            <a:avLst/>
          </a:prstGeom>
        </p:spPr>
      </p:pic>
      <p:pic>
        <p:nvPicPr>
          <p:cNvPr id="57" name="object 57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297809" y="4483353"/>
            <a:ext cx="98425" cy="126619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150742" y="4483353"/>
            <a:ext cx="99694" cy="126619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884677" y="4483353"/>
            <a:ext cx="99822" cy="126619"/>
          </a:xfrm>
          <a:prstGeom prst="rect">
            <a:avLst/>
          </a:prstGeom>
        </p:spPr>
      </p:pic>
      <p:grpSp>
        <p:nvGrpSpPr>
          <p:cNvPr id="60" name="object 60" descr=""/>
          <p:cNvGrpSpPr/>
          <p:nvPr/>
        </p:nvGrpSpPr>
        <p:grpSpPr>
          <a:xfrm>
            <a:off x="2884677" y="4286503"/>
            <a:ext cx="234315" cy="127000"/>
            <a:chOff x="2884677" y="4286503"/>
            <a:chExt cx="234315" cy="127000"/>
          </a:xfrm>
        </p:grpSpPr>
        <p:pic>
          <p:nvPicPr>
            <p:cNvPr id="61" name="object 6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84677" y="4286503"/>
              <a:ext cx="99822" cy="126492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20313" y="4286503"/>
              <a:ext cx="98425" cy="126492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3172460" y="4878451"/>
            <a:ext cx="224154" cy="127000"/>
            <a:chOff x="3172460" y="4878451"/>
            <a:chExt cx="224154" cy="127000"/>
          </a:xfrm>
        </p:grpSpPr>
        <p:pic>
          <p:nvPicPr>
            <p:cNvPr id="64" name="object 6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97809" y="4878451"/>
              <a:ext cx="98425" cy="126746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72460" y="4878451"/>
              <a:ext cx="98551" cy="126746"/>
            </a:xfrm>
            <a:prstGeom prst="rect">
              <a:avLst/>
            </a:prstGeom>
          </p:spPr>
        </p:pic>
      </p:grpSp>
      <p:pic>
        <p:nvPicPr>
          <p:cNvPr id="66" name="object 6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451225" y="4676521"/>
            <a:ext cx="98551" cy="126491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799078" y="4676521"/>
            <a:ext cx="99822" cy="126491"/>
          </a:xfrm>
          <a:prstGeom prst="rect">
            <a:avLst/>
          </a:prstGeom>
        </p:spPr>
      </p:pic>
      <p:sp>
        <p:nvSpPr>
          <p:cNvPr id="68" name="object 68" descr=""/>
          <p:cNvSpPr/>
          <p:nvPr/>
        </p:nvSpPr>
        <p:spPr>
          <a:xfrm>
            <a:off x="2739009" y="492124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4" h="121920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2739009" y="529335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4" h="121920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2739009" y="550544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4" h="121920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739009" y="3882389"/>
            <a:ext cx="43815" cy="123189"/>
          </a:xfrm>
          <a:custGeom>
            <a:avLst/>
            <a:gdLst/>
            <a:ahLst/>
            <a:cxnLst/>
            <a:rect l="l" t="t" r="r" b="b"/>
            <a:pathLst>
              <a:path w="43814" h="123189">
                <a:moveTo>
                  <a:pt x="43434" y="0"/>
                </a:moveTo>
                <a:lnTo>
                  <a:pt x="0" y="0"/>
                </a:lnTo>
                <a:lnTo>
                  <a:pt x="0" y="17780"/>
                </a:lnTo>
                <a:lnTo>
                  <a:pt x="22987" y="17780"/>
                </a:lnTo>
                <a:lnTo>
                  <a:pt x="22987" y="123190"/>
                </a:lnTo>
                <a:lnTo>
                  <a:pt x="43434" y="123190"/>
                </a:lnTo>
                <a:lnTo>
                  <a:pt x="43434" y="1778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2739009" y="429132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4" h="121920">
                <a:moveTo>
                  <a:pt x="43434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651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2739009" y="4503419"/>
            <a:ext cx="43815" cy="121920"/>
          </a:xfrm>
          <a:custGeom>
            <a:avLst/>
            <a:gdLst/>
            <a:ahLst/>
            <a:cxnLst/>
            <a:rect l="l" t="t" r="r" b="b"/>
            <a:pathLst>
              <a:path w="43814" h="121920">
                <a:moveTo>
                  <a:pt x="43434" y="0"/>
                </a:moveTo>
                <a:lnTo>
                  <a:pt x="0" y="0"/>
                </a:lnTo>
                <a:lnTo>
                  <a:pt x="0" y="16510"/>
                </a:lnTo>
                <a:lnTo>
                  <a:pt x="22987" y="16510"/>
                </a:lnTo>
                <a:lnTo>
                  <a:pt x="22987" y="121920"/>
                </a:lnTo>
                <a:lnTo>
                  <a:pt x="43434" y="121920"/>
                </a:lnTo>
                <a:lnTo>
                  <a:pt x="43434" y="16510"/>
                </a:lnTo>
                <a:lnTo>
                  <a:pt x="43434" y="0"/>
                </a:lnTo>
                <a:close/>
              </a:path>
            </a:pathLst>
          </a:custGeom>
          <a:solidFill>
            <a:srgbClr val="D7EB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4" name="object 74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719832" y="5090795"/>
            <a:ext cx="99694" cy="126618"/>
          </a:xfrm>
          <a:prstGeom prst="rect">
            <a:avLst/>
          </a:prstGeom>
        </p:spPr>
      </p:pic>
      <p:pic>
        <p:nvPicPr>
          <p:cNvPr id="75" name="object 75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719832" y="4088129"/>
            <a:ext cx="99694" cy="126746"/>
          </a:xfrm>
          <a:prstGeom prst="rect">
            <a:avLst/>
          </a:prstGeom>
        </p:spPr>
      </p:pic>
      <p:pic>
        <p:nvPicPr>
          <p:cNvPr id="76" name="object 76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719832" y="4694301"/>
            <a:ext cx="99694" cy="126619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1019047" y="4413582"/>
            <a:ext cx="1125855" cy="65214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290"/>
              </a:spcBef>
            </a:pPr>
            <a:r>
              <a:rPr dirty="0" sz="2100" spc="-60" i="1">
                <a:solidFill>
                  <a:srgbClr val="173360"/>
                </a:solidFill>
                <a:latin typeface="Malgun Gothic"/>
                <a:cs typeface="Malgun Gothic"/>
              </a:rPr>
              <a:t>Real-</a:t>
            </a:r>
            <a:r>
              <a:rPr dirty="0" sz="2100" spc="-55" i="1">
                <a:solidFill>
                  <a:srgbClr val="173360"/>
                </a:solidFill>
                <a:latin typeface="Malgun Gothic"/>
                <a:cs typeface="Malgun Gothic"/>
              </a:rPr>
              <a:t>time </a:t>
            </a:r>
            <a:r>
              <a:rPr dirty="0" sz="2100" spc="-20" i="1">
                <a:solidFill>
                  <a:srgbClr val="173360"/>
                </a:solidFill>
                <a:latin typeface="Malgun Gothic"/>
                <a:cs typeface="Malgun Gothic"/>
              </a:rPr>
              <a:t>Data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2342514" y="2406777"/>
            <a:ext cx="708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6044D6"/>
                </a:solidFill>
                <a:latin typeface="Malgun Gothic"/>
                <a:cs typeface="Malgun Gothic"/>
              </a:rPr>
              <a:t>A </a:t>
            </a:r>
            <a:r>
              <a:rPr dirty="0" sz="1800" spc="-20" b="1">
                <a:solidFill>
                  <a:srgbClr val="6044D6"/>
                </a:solidFill>
                <a:latin typeface="Malgun Gothic"/>
                <a:cs typeface="Malgun Gothic"/>
              </a:rPr>
              <a:t>Sale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4378578" y="3210814"/>
            <a:ext cx="12795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D1B85"/>
                </a:solidFill>
                <a:latin typeface="Malgun Gothic"/>
                <a:cs typeface="Malgun Gothic"/>
              </a:rPr>
              <a:t>A </a:t>
            </a:r>
            <a:r>
              <a:rPr dirty="0" sz="1800" spc="-10" b="1">
                <a:solidFill>
                  <a:srgbClr val="AD1B85"/>
                </a:solidFill>
                <a:latin typeface="Malgun Gothic"/>
                <a:cs typeface="Malgun Gothic"/>
              </a:rPr>
              <a:t>shipment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2255647" y="6784340"/>
            <a:ext cx="881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68BB"/>
                </a:solidFill>
                <a:latin typeface="Malgun Gothic"/>
                <a:cs typeface="Malgun Gothic"/>
              </a:rPr>
              <a:t>A </a:t>
            </a:r>
            <a:r>
              <a:rPr dirty="0" sz="1800" spc="-10" b="1">
                <a:solidFill>
                  <a:srgbClr val="0D68BB"/>
                </a:solidFill>
                <a:latin typeface="Malgun Gothic"/>
                <a:cs typeface="Malgun Gothic"/>
              </a:rPr>
              <a:t>Trade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3736975" y="6064072"/>
            <a:ext cx="25634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8CCEC"/>
                </a:solidFill>
                <a:latin typeface="Malgun Gothic"/>
                <a:cs typeface="Malgun Gothic"/>
              </a:rPr>
              <a:t>A</a:t>
            </a:r>
            <a:r>
              <a:rPr dirty="0" sz="1800" spc="-40" b="1">
                <a:solidFill>
                  <a:srgbClr val="38CCEC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38CCEC"/>
                </a:solidFill>
                <a:latin typeface="Malgun Gothic"/>
                <a:cs typeface="Malgun Gothic"/>
              </a:rPr>
              <a:t>Customer</a:t>
            </a:r>
            <a:r>
              <a:rPr dirty="0" sz="1800" spc="-25" b="1">
                <a:solidFill>
                  <a:srgbClr val="38CCEC"/>
                </a:solidFill>
                <a:latin typeface="Malgun Gothic"/>
                <a:cs typeface="Malgun Gothic"/>
              </a:rPr>
              <a:t> </a:t>
            </a:r>
            <a:r>
              <a:rPr dirty="0" sz="1800" spc="-10" b="1">
                <a:solidFill>
                  <a:srgbClr val="38CCEC"/>
                </a:solidFill>
                <a:latin typeface="Malgun Gothic"/>
                <a:cs typeface="Malgun Gothic"/>
              </a:rPr>
              <a:t>Experience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5831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Confluent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접근방식-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스트림</a:t>
            </a:r>
          </a:p>
        </p:txBody>
      </p:sp>
      <p:grpSp>
        <p:nvGrpSpPr>
          <p:cNvPr id="83" name="object 83" descr=""/>
          <p:cNvGrpSpPr/>
          <p:nvPr/>
        </p:nvGrpSpPr>
        <p:grpSpPr>
          <a:xfrm>
            <a:off x="7245095" y="2674620"/>
            <a:ext cx="4445635" cy="4446905"/>
            <a:chOff x="7245095" y="2674620"/>
            <a:chExt cx="4445635" cy="4446905"/>
          </a:xfrm>
        </p:grpSpPr>
        <p:pic>
          <p:nvPicPr>
            <p:cNvPr id="84" name="object 8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45095" y="2674620"/>
              <a:ext cx="4445508" cy="4446905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7783321" y="3097911"/>
              <a:ext cx="3293110" cy="3293110"/>
            </a:xfrm>
            <a:custGeom>
              <a:avLst/>
              <a:gdLst/>
              <a:ahLst/>
              <a:cxnLst/>
              <a:rect l="l" t="t" r="r" b="b"/>
              <a:pathLst>
                <a:path w="3293109" h="3293110">
                  <a:moveTo>
                    <a:pt x="1646427" y="0"/>
                  </a:moveTo>
                  <a:lnTo>
                    <a:pt x="1597882" y="701"/>
                  </a:lnTo>
                  <a:lnTo>
                    <a:pt x="1549685" y="2794"/>
                  </a:lnTo>
                  <a:lnTo>
                    <a:pt x="1501856" y="6259"/>
                  </a:lnTo>
                  <a:lnTo>
                    <a:pt x="1454415" y="11076"/>
                  </a:lnTo>
                  <a:lnTo>
                    <a:pt x="1407380" y="17226"/>
                  </a:lnTo>
                  <a:lnTo>
                    <a:pt x="1360772" y="24690"/>
                  </a:lnTo>
                  <a:lnTo>
                    <a:pt x="1314608" y="33448"/>
                  </a:lnTo>
                  <a:lnTo>
                    <a:pt x="1268909" y="43482"/>
                  </a:lnTo>
                  <a:lnTo>
                    <a:pt x="1223695" y="54771"/>
                  </a:lnTo>
                  <a:lnTo>
                    <a:pt x="1178983" y="67297"/>
                  </a:lnTo>
                  <a:lnTo>
                    <a:pt x="1134794" y="81040"/>
                  </a:lnTo>
                  <a:lnTo>
                    <a:pt x="1091146" y="95982"/>
                  </a:lnTo>
                  <a:lnTo>
                    <a:pt x="1048060" y="112101"/>
                  </a:lnTo>
                  <a:lnTo>
                    <a:pt x="1005554" y="129381"/>
                  </a:lnTo>
                  <a:lnTo>
                    <a:pt x="963647" y="147800"/>
                  </a:lnTo>
                  <a:lnTo>
                    <a:pt x="922360" y="167340"/>
                  </a:lnTo>
                  <a:lnTo>
                    <a:pt x="881711" y="187982"/>
                  </a:lnTo>
                  <a:lnTo>
                    <a:pt x="841720" y="209706"/>
                  </a:lnTo>
                  <a:lnTo>
                    <a:pt x="802405" y="232493"/>
                  </a:lnTo>
                  <a:lnTo>
                    <a:pt x="763787" y="256323"/>
                  </a:lnTo>
                  <a:lnTo>
                    <a:pt x="725884" y="281177"/>
                  </a:lnTo>
                  <a:lnTo>
                    <a:pt x="688716" y="307037"/>
                  </a:lnTo>
                  <a:lnTo>
                    <a:pt x="652302" y="333882"/>
                  </a:lnTo>
                  <a:lnTo>
                    <a:pt x="616661" y="361694"/>
                  </a:lnTo>
                  <a:lnTo>
                    <a:pt x="581813" y="390453"/>
                  </a:lnTo>
                  <a:lnTo>
                    <a:pt x="547777" y="420139"/>
                  </a:lnTo>
                  <a:lnTo>
                    <a:pt x="514573" y="450734"/>
                  </a:lnTo>
                  <a:lnTo>
                    <a:pt x="482218" y="482218"/>
                  </a:lnTo>
                  <a:lnTo>
                    <a:pt x="450734" y="514573"/>
                  </a:lnTo>
                  <a:lnTo>
                    <a:pt x="420139" y="547777"/>
                  </a:lnTo>
                  <a:lnTo>
                    <a:pt x="390453" y="581813"/>
                  </a:lnTo>
                  <a:lnTo>
                    <a:pt x="361694" y="616661"/>
                  </a:lnTo>
                  <a:lnTo>
                    <a:pt x="333882" y="652302"/>
                  </a:lnTo>
                  <a:lnTo>
                    <a:pt x="307037" y="688716"/>
                  </a:lnTo>
                  <a:lnTo>
                    <a:pt x="281177" y="725884"/>
                  </a:lnTo>
                  <a:lnTo>
                    <a:pt x="256323" y="763787"/>
                  </a:lnTo>
                  <a:lnTo>
                    <a:pt x="232493" y="802405"/>
                  </a:lnTo>
                  <a:lnTo>
                    <a:pt x="209706" y="841720"/>
                  </a:lnTo>
                  <a:lnTo>
                    <a:pt x="187982" y="881711"/>
                  </a:lnTo>
                  <a:lnTo>
                    <a:pt x="167340" y="922360"/>
                  </a:lnTo>
                  <a:lnTo>
                    <a:pt x="147800" y="963647"/>
                  </a:lnTo>
                  <a:lnTo>
                    <a:pt x="129381" y="1005554"/>
                  </a:lnTo>
                  <a:lnTo>
                    <a:pt x="112101" y="1048060"/>
                  </a:lnTo>
                  <a:lnTo>
                    <a:pt x="95982" y="1091146"/>
                  </a:lnTo>
                  <a:lnTo>
                    <a:pt x="81040" y="1134794"/>
                  </a:lnTo>
                  <a:lnTo>
                    <a:pt x="67297" y="1178983"/>
                  </a:lnTo>
                  <a:lnTo>
                    <a:pt x="54771" y="1223695"/>
                  </a:lnTo>
                  <a:lnTo>
                    <a:pt x="43482" y="1268909"/>
                  </a:lnTo>
                  <a:lnTo>
                    <a:pt x="33448" y="1314608"/>
                  </a:lnTo>
                  <a:lnTo>
                    <a:pt x="24690" y="1360772"/>
                  </a:lnTo>
                  <a:lnTo>
                    <a:pt x="17226" y="1407380"/>
                  </a:lnTo>
                  <a:lnTo>
                    <a:pt x="11076" y="1454415"/>
                  </a:lnTo>
                  <a:lnTo>
                    <a:pt x="6259" y="1501856"/>
                  </a:lnTo>
                  <a:lnTo>
                    <a:pt x="2794" y="1549685"/>
                  </a:lnTo>
                  <a:lnTo>
                    <a:pt x="701" y="1597882"/>
                  </a:lnTo>
                  <a:lnTo>
                    <a:pt x="0" y="1646428"/>
                  </a:lnTo>
                  <a:lnTo>
                    <a:pt x="701" y="1694966"/>
                  </a:lnTo>
                  <a:lnTo>
                    <a:pt x="2794" y="1743157"/>
                  </a:lnTo>
                  <a:lnTo>
                    <a:pt x="6259" y="1790979"/>
                  </a:lnTo>
                  <a:lnTo>
                    <a:pt x="11076" y="1838415"/>
                  </a:lnTo>
                  <a:lnTo>
                    <a:pt x="17226" y="1885444"/>
                  </a:lnTo>
                  <a:lnTo>
                    <a:pt x="24690" y="1932047"/>
                  </a:lnTo>
                  <a:lnTo>
                    <a:pt x="33448" y="1978205"/>
                  </a:lnTo>
                  <a:lnTo>
                    <a:pt x="43482" y="2023899"/>
                  </a:lnTo>
                  <a:lnTo>
                    <a:pt x="54771" y="2069109"/>
                  </a:lnTo>
                  <a:lnTo>
                    <a:pt x="67297" y="2113816"/>
                  </a:lnTo>
                  <a:lnTo>
                    <a:pt x="81040" y="2158000"/>
                  </a:lnTo>
                  <a:lnTo>
                    <a:pt x="95982" y="2201643"/>
                  </a:lnTo>
                  <a:lnTo>
                    <a:pt x="112101" y="2244726"/>
                  </a:lnTo>
                  <a:lnTo>
                    <a:pt x="129381" y="2287228"/>
                  </a:lnTo>
                  <a:lnTo>
                    <a:pt x="147800" y="2329130"/>
                  </a:lnTo>
                  <a:lnTo>
                    <a:pt x="167340" y="2370414"/>
                  </a:lnTo>
                  <a:lnTo>
                    <a:pt x="187982" y="2411060"/>
                  </a:lnTo>
                  <a:lnTo>
                    <a:pt x="209706" y="2451048"/>
                  </a:lnTo>
                  <a:lnTo>
                    <a:pt x="232493" y="2490360"/>
                  </a:lnTo>
                  <a:lnTo>
                    <a:pt x="256323" y="2528975"/>
                  </a:lnTo>
                  <a:lnTo>
                    <a:pt x="281178" y="2566875"/>
                  </a:lnTo>
                  <a:lnTo>
                    <a:pt x="307037" y="2604041"/>
                  </a:lnTo>
                  <a:lnTo>
                    <a:pt x="333882" y="2640452"/>
                  </a:lnTo>
                  <a:lnTo>
                    <a:pt x="361694" y="2676091"/>
                  </a:lnTo>
                  <a:lnTo>
                    <a:pt x="390453" y="2710936"/>
                  </a:lnTo>
                  <a:lnTo>
                    <a:pt x="420139" y="2744970"/>
                  </a:lnTo>
                  <a:lnTo>
                    <a:pt x="450734" y="2778173"/>
                  </a:lnTo>
                  <a:lnTo>
                    <a:pt x="482219" y="2810525"/>
                  </a:lnTo>
                  <a:lnTo>
                    <a:pt x="514573" y="2842008"/>
                  </a:lnTo>
                  <a:lnTo>
                    <a:pt x="547777" y="2872601"/>
                  </a:lnTo>
                  <a:lnTo>
                    <a:pt x="581813" y="2902287"/>
                  </a:lnTo>
                  <a:lnTo>
                    <a:pt x="616661" y="2931044"/>
                  </a:lnTo>
                  <a:lnTo>
                    <a:pt x="652302" y="2958854"/>
                  </a:lnTo>
                  <a:lnTo>
                    <a:pt x="688716" y="2985699"/>
                  </a:lnTo>
                  <a:lnTo>
                    <a:pt x="725884" y="3011557"/>
                  </a:lnTo>
                  <a:lnTo>
                    <a:pt x="763787" y="3036411"/>
                  </a:lnTo>
                  <a:lnTo>
                    <a:pt x="802405" y="3060240"/>
                  </a:lnTo>
                  <a:lnTo>
                    <a:pt x="841720" y="3083026"/>
                  </a:lnTo>
                  <a:lnTo>
                    <a:pt x="881711" y="3104750"/>
                  </a:lnTo>
                  <a:lnTo>
                    <a:pt x="922360" y="3125391"/>
                  </a:lnTo>
                  <a:lnTo>
                    <a:pt x="963647" y="3144930"/>
                  </a:lnTo>
                  <a:lnTo>
                    <a:pt x="1005554" y="3163349"/>
                  </a:lnTo>
                  <a:lnTo>
                    <a:pt x="1048060" y="3180628"/>
                  </a:lnTo>
                  <a:lnTo>
                    <a:pt x="1091146" y="3196748"/>
                  </a:lnTo>
                  <a:lnTo>
                    <a:pt x="1134794" y="3211689"/>
                  </a:lnTo>
                  <a:lnTo>
                    <a:pt x="1178983" y="3225432"/>
                  </a:lnTo>
                  <a:lnTo>
                    <a:pt x="1223695" y="3237958"/>
                  </a:lnTo>
                  <a:lnTo>
                    <a:pt x="1268909" y="3249247"/>
                  </a:lnTo>
                  <a:lnTo>
                    <a:pt x="1314608" y="3259280"/>
                  </a:lnTo>
                  <a:lnTo>
                    <a:pt x="1360772" y="3268038"/>
                  </a:lnTo>
                  <a:lnTo>
                    <a:pt x="1407380" y="3275502"/>
                  </a:lnTo>
                  <a:lnTo>
                    <a:pt x="1454415" y="3281652"/>
                  </a:lnTo>
                  <a:lnTo>
                    <a:pt x="1501856" y="3286469"/>
                  </a:lnTo>
                  <a:lnTo>
                    <a:pt x="1549685" y="3289934"/>
                  </a:lnTo>
                  <a:lnTo>
                    <a:pt x="1597882" y="3292027"/>
                  </a:lnTo>
                  <a:lnTo>
                    <a:pt x="1646427" y="3292729"/>
                  </a:lnTo>
                  <a:lnTo>
                    <a:pt x="1694973" y="3292027"/>
                  </a:lnTo>
                  <a:lnTo>
                    <a:pt x="1743170" y="3289934"/>
                  </a:lnTo>
                  <a:lnTo>
                    <a:pt x="1790999" y="3286469"/>
                  </a:lnTo>
                  <a:lnTo>
                    <a:pt x="1838440" y="3281652"/>
                  </a:lnTo>
                  <a:lnTo>
                    <a:pt x="1885475" y="3275502"/>
                  </a:lnTo>
                  <a:lnTo>
                    <a:pt x="1932083" y="3268038"/>
                  </a:lnTo>
                  <a:lnTo>
                    <a:pt x="1978247" y="3259280"/>
                  </a:lnTo>
                  <a:lnTo>
                    <a:pt x="2023946" y="3249247"/>
                  </a:lnTo>
                  <a:lnTo>
                    <a:pt x="2069160" y="3237958"/>
                  </a:lnTo>
                  <a:lnTo>
                    <a:pt x="2113872" y="3225432"/>
                  </a:lnTo>
                  <a:lnTo>
                    <a:pt x="2158061" y="3211689"/>
                  </a:lnTo>
                  <a:lnTo>
                    <a:pt x="2201709" y="3196748"/>
                  </a:lnTo>
                  <a:lnTo>
                    <a:pt x="2244795" y="3180628"/>
                  </a:lnTo>
                  <a:lnTo>
                    <a:pt x="2287301" y="3163349"/>
                  </a:lnTo>
                  <a:lnTo>
                    <a:pt x="2329208" y="3144930"/>
                  </a:lnTo>
                  <a:lnTo>
                    <a:pt x="2370495" y="3125391"/>
                  </a:lnTo>
                  <a:lnTo>
                    <a:pt x="2411144" y="3104750"/>
                  </a:lnTo>
                  <a:lnTo>
                    <a:pt x="2451135" y="3083026"/>
                  </a:lnTo>
                  <a:lnTo>
                    <a:pt x="2490450" y="3060240"/>
                  </a:lnTo>
                  <a:lnTo>
                    <a:pt x="2529068" y="3036411"/>
                  </a:lnTo>
                  <a:lnTo>
                    <a:pt x="2566971" y="3011557"/>
                  </a:lnTo>
                  <a:lnTo>
                    <a:pt x="2604139" y="2985699"/>
                  </a:lnTo>
                  <a:lnTo>
                    <a:pt x="2640553" y="2958854"/>
                  </a:lnTo>
                  <a:lnTo>
                    <a:pt x="2676194" y="2931044"/>
                  </a:lnTo>
                  <a:lnTo>
                    <a:pt x="2711042" y="2902287"/>
                  </a:lnTo>
                  <a:lnTo>
                    <a:pt x="2745078" y="2872601"/>
                  </a:lnTo>
                  <a:lnTo>
                    <a:pt x="2778282" y="2842008"/>
                  </a:lnTo>
                  <a:lnTo>
                    <a:pt x="2810637" y="2810525"/>
                  </a:lnTo>
                  <a:lnTo>
                    <a:pt x="2842121" y="2778173"/>
                  </a:lnTo>
                  <a:lnTo>
                    <a:pt x="2872716" y="2744970"/>
                  </a:lnTo>
                  <a:lnTo>
                    <a:pt x="2902402" y="2710936"/>
                  </a:lnTo>
                  <a:lnTo>
                    <a:pt x="2931161" y="2676091"/>
                  </a:lnTo>
                  <a:lnTo>
                    <a:pt x="2958973" y="2640452"/>
                  </a:lnTo>
                  <a:lnTo>
                    <a:pt x="2985818" y="2604041"/>
                  </a:lnTo>
                  <a:lnTo>
                    <a:pt x="3011678" y="2566875"/>
                  </a:lnTo>
                  <a:lnTo>
                    <a:pt x="3036532" y="2528975"/>
                  </a:lnTo>
                  <a:lnTo>
                    <a:pt x="3060362" y="2490360"/>
                  </a:lnTo>
                  <a:lnTo>
                    <a:pt x="3083149" y="2451048"/>
                  </a:lnTo>
                  <a:lnTo>
                    <a:pt x="3104873" y="2411060"/>
                  </a:lnTo>
                  <a:lnTo>
                    <a:pt x="3125515" y="2370414"/>
                  </a:lnTo>
                  <a:lnTo>
                    <a:pt x="3145055" y="2329130"/>
                  </a:lnTo>
                  <a:lnTo>
                    <a:pt x="3163474" y="2287228"/>
                  </a:lnTo>
                  <a:lnTo>
                    <a:pt x="3180754" y="2244726"/>
                  </a:lnTo>
                  <a:lnTo>
                    <a:pt x="3196873" y="2201643"/>
                  </a:lnTo>
                  <a:lnTo>
                    <a:pt x="3211815" y="2158000"/>
                  </a:lnTo>
                  <a:lnTo>
                    <a:pt x="3225558" y="2113816"/>
                  </a:lnTo>
                  <a:lnTo>
                    <a:pt x="3238084" y="2069109"/>
                  </a:lnTo>
                  <a:lnTo>
                    <a:pt x="3249373" y="2023899"/>
                  </a:lnTo>
                  <a:lnTo>
                    <a:pt x="3259407" y="1978205"/>
                  </a:lnTo>
                  <a:lnTo>
                    <a:pt x="3268165" y="1932047"/>
                  </a:lnTo>
                  <a:lnTo>
                    <a:pt x="3275629" y="1885444"/>
                  </a:lnTo>
                  <a:lnTo>
                    <a:pt x="3281779" y="1838415"/>
                  </a:lnTo>
                  <a:lnTo>
                    <a:pt x="3286596" y="1790979"/>
                  </a:lnTo>
                  <a:lnTo>
                    <a:pt x="3290061" y="1743157"/>
                  </a:lnTo>
                  <a:lnTo>
                    <a:pt x="3292154" y="1694966"/>
                  </a:lnTo>
                  <a:lnTo>
                    <a:pt x="3292855" y="1646428"/>
                  </a:lnTo>
                  <a:lnTo>
                    <a:pt x="3292154" y="1597882"/>
                  </a:lnTo>
                  <a:lnTo>
                    <a:pt x="3290061" y="1549685"/>
                  </a:lnTo>
                  <a:lnTo>
                    <a:pt x="3286596" y="1501856"/>
                  </a:lnTo>
                  <a:lnTo>
                    <a:pt x="3281779" y="1454415"/>
                  </a:lnTo>
                  <a:lnTo>
                    <a:pt x="3275629" y="1407380"/>
                  </a:lnTo>
                  <a:lnTo>
                    <a:pt x="3268165" y="1360772"/>
                  </a:lnTo>
                  <a:lnTo>
                    <a:pt x="3259407" y="1314608"/>
                  </a:lnTo>
                  <a:lnTo>
                    <a:pt x="3249373" y="1268909"/>
                  </a:lnTo>
                  <a:lnTo>
                    <a:pt x="3238084" y="1223695"/>
                  </a:lnTo>
                  <a:lnTo>
                    <a:pt x="3225558" y="1178983"/>
                  </a:lnTo>
                  <a:lnTo>
                    <a:pt x="3211815" y="1134794"/>
                  </a:lnTo>
                  <a:lnTo>
                    <a:pt x="3196873" y="1091146"/>
                  </a:lnTo>
                  <a:lnTo>
                    <a:pt x="3180754" y="1048060"/>
                  </a:lnTo>
                  <a:lnTo>
                    <a:pt x="3163474" y="1005554"/>
                  </a:lnTo>
                  <a:lnTo>
                    <a:pt x="3145055" y="963647"/>
                  </a:lnTo>
                  <a:lnTo>
                    <a:pt x="3125515" y="922360"/>
                  </a:lnTo>
                  <a:lnTo>
                    <a:pt x="3104873" y="881711"/>
                  </a:lnTo>
                  <a:lnTo>
                    <a:pt x="3083149" y="841720"/>
                  </a:lnTo>
                  <a:lnTo>
                    <a:pt x="3060362" y="802405"/>
                  </a:lnTo>
                  <a:lnTo>
                    <a:pt x="3036532" y="763787"/>
                  </a:lnTo>
                  <a:lnTo>
                    <a:pt x="3011677" y="725884"/>
                  </a:lnTo>
                  <a:lnTo>
                    <a:pt x="2985818" y="688716"/>
                  </a:lnTo>
                  <a:lnTo>
                    <a:pt x="2958973" y="652302"/>
                  </a:lnTo>
                  <a:lnTo>
                    <a:pt x="2931161" y="616661"/>
                  </a:lnTo>
                  <a:lnTo>
                    <a:pt x="2902402" y="581813"/>
                  </a:lnTo>
                  <a:lnTo>
                    <a:pt x="2872716" y="547777"/>
                  </a:lnTo>
                  <a:lnTo>
                    <a:pt x="2842121" y="514573"/>
                  </a:lnTo>
                  <a:lnTo>
                    <a:pt x="2810636" y="482218"/>
                  </a:lnTo>
                  <a:lnTo>
                    <a:pt x="2778282" y="450734"/>
                  </a:lnTo>
                  <a:lnTo>
                    <a:pt x="2745078" y="420139"/>
                  </a:lnTo>
                  <a:lnTo>
                    <a:pt x="2711042" y="390453"/>
                  </a:lnTo>
                  <a:lnTo>
                    <a:pt x="2676194" y="361694"/>
                  </a:lnTo>
                  <a:lnTo>
                    <a:pt x="2640553" y="333882"/>
                  </a:lnTo>
                  <a:lnTo>
                    <a:pt x="2604139" y="307037"/>
                  </a:lnTo>
                  <a:lnTo>
                    <a:pt x="2566971" y="281177"/>
                  </a:lnTo>
                  <a:lnTo>
                    <a:pt x="2529068" y="256323"/>
                  </a:lnTo>
                  <a:lnTo>
                    <a:pt x="2490450" y="232493"/>
                  </a:lnTo>
                  <a:lnTo>
                    <a:pt x="2451135" y="209706"/>
                  </a:lnTo>
                  <a:lnTo>
                    <a:pt x="2411144" y="187982"/>
                  </a:lnTo>
                  <a:lnTo>
                    <a:pt x="2370495" y="167340"/>
                  </a:lnTo>
                  <a:lnTo>
                    <a:pt x="2329208" y="147800"/>
                  </a:lnTo>
                  <a:lnTo>
                    <a:pt x="2287301" y="129381"/>
                  </a:lnTo>
                  <a:lnTo>
                    <a:pt x="2244795" y="112101"/>
                  </a:lnTo>
                  <a:lnTo>
                    <a:pt x="2201709" y="95982"/>
                  </a:lnTo>
                  <a:lnTo>
                    <a:pt x="2158061" y="81040"/>
                  </a:lnTo>
                  <a:lnTo>
                    <a:pt x="2113872" y="67297"/>
                  </a:lnTo>
                  <a:lnTo>
                    <a:pt x="2069160" y="54771"/>
                  </a:lnTo>
                  <a:lnTo>
                    <a:pt x="2023946" y="43482"/>
                  </a:lnTo>
                  <a:lnTo>
                    <a:pt x="1978247" y="33448"/>
                  </a:lnTo>
                  <a:lnTo>
                    <a:pt x="1932083" y="24690"/>
                  </a:lnTo>
                  <a:lnTo>
                    <a:pt x="1885475" y="17226"/>
                  </a:lnTo>
                  <a:lnTo>
                    <a:pt x="1838440" y="11076"/>
                  </a:lnTo>
                  <a:lnTo>
                    <a:pt x="1790999" y="6259"/>
                  </a:lnTo>
                  <a:lnTo>
                    <a:pt x="1743170" y="2794"/>
                  </a:lnTo>
                  <a:lnTo>
                    <a:pt x="1694973" y="701"/>
                  </a:lnTo>
                  <a:lnTo>
                    <a:pt x="16464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978648" y="3303015"/>
              <a:ext cx="2902585" cy="2895600"/>
            </a:xfrm>
            <a:custGeom>
              <a:avLst/>
              <a:gdLst/>
              <a:ahLst/>
              <a:cxnLst/>
              <a:rect l="l" t="t" r="r" b="b"/>
              <a:pathLst>
                <a:path w="2902584" h="2895600">
                  <a:moveTo>
                    <a:pt x="2337054" y="1413129"/>
                  </a:moveTo>
                  <a:lnTo>
                    <a:pt x="2281263" y="1408633"/>
                  </a:lnTo>
                  <a:lnTo>
                    <a:pt x="2225713" y="1405470"/>
                  </a:lnTo>
                  <a:lnTo>
                    <a:pt x="2116201" y="1401318"/>
                  </a:lnTo>
                  <a:lnTo>
                    <a:pt x="1888236" y="1399286"/>
                  </a:lnTo>
                  <a:lnTo>
                    <a:pt x="1597190" y="1392948"/>
                  </a:lnTo>
                  <a:lnTo>
                    <a:pt x="1499870" y="1392174"/>
                  </a:lnTo>
                  <a:lnTo>
                    <a:pt x="1499793" y="1296924"/>
                  </a:lnTo>
                  <a:lnTo>
                    <a:pt x="1499679" y="1262316"/>
                  </a:lnTo>
                  <a:lnTo>
                    <a:pt x="1499616" y="1245489"/>
                  </a:lnTo>
                  <a:lnTo>
                    <a:pt x="1499501" y="1229233"/>
                  </a:lnTo>
                  <a:lnTo>
                    <a:pt x="1499463" y="1224788"/>
                  </a:lnTo>
                  <a:lnTo>
                    <a:pt x="1499285" y="1199349"/>
                  </a:lnTo>
                  <a:lnTo>
                    <a:pt x="1499209" y="1192314"/>
                  </a:lnTo>
                  <a:lnTo>
                    <a:pt x="1499133" y="1185164"/>
                  </a:lnTo>
                  <a:lnTo>
                    <a:pt x="1498752" y="1152779"/>
                  </a:lnTo>
                  <a:lnTo>
                    <a:pt x="1498714" y="1149578"/>
                  </a:lnTo>
                  <a:lnTo>
                    <a:pt x="1497901" y="1102334"/>
                  </a:lnTo>
                  <a:lnTo>
                    <a:pt x="1496720" y="1052703"/>
                  </a:lnTo>
                  <a:lnTo>
                    <a:pt x="1495234" y="1006094"/>
                  </a:lnTo>
                  <a:lnTo>
                    <a:pt x="1495171" y="1003935"/>
                  </a:lnTo>
                  <a:lnTo>
                    <a:pt x="1490599" y="782828"/>
                  </a:lnTo>
                  <a:lnTo>
                    <a:pt x="1488427" y="727049"/>
                  </a:lnTo>
                  <a:lnTo>
                    <a:pt x="1485671" y="671487"/>
                  </a:lnTo>
                  <a:lnTo>
                    <a:pt x="1482483" y="616343"/>
                  </a:lnTo>
                  <a:lnTo>
                    <a:pt x="1479042" y="561848"/>
                  </a:lnTo>
                  <a:lnTo>
                    <a:pt x="1418463" y="561848"/>
                  </a:lnTo>
                  <a:lnTo>
                    <a:pt x="1414043" y="616343"/>
                  </a:lnTo>
                  <a:lnTo>
                    <a:pt x="1410970" y="671487"/>
                  </a:lnTo>
                  <a:lnTo>
                    <a:pt x="1408747" y="727049"/>
                  </a:lnTo>
                  <a:lnTo>
                    <a:pt x="1406563" y="793407"/>
                  </a:lnTo>
                  <a:lnTo>
                    <a:pt x="1399921" y="1003935"/>
                  </a:lnTo>
                  <a:lnTo>
                    <a:pt x="1398587" y="1049223"/>
                  </a:lnTo>
                  <a:lnTo>
                    <a:pt x="1397914" y="1094549"/>
                  </a:lnTo>
                  <a:lnTo>
                    <a:pt x="1397635" y="1185164"/>
                  </a:lnTo>
                  <a:lnTo>
                    <a:pt x="1379448" y="1144270"/>
                  </a:lnTo>
                  <a:lnTo>
                    <a:pt x="1360652" y="1102334"/>
                  </a:lnTo>
                  <a:lnTo>
                    <a:pt x="1342313" y="1059980"/>
                  </a:lnTo>
                  <a:lnTo>
                    <a:pt x="1325499" y="1017778"/>
                  </a:lnTo>
                  <a:lnTo>
                    <a:pt x="1234821" y="815467"/>
                  </a:lnTo>
                  <a:lnTo>
                    <a:pt x="1210767" y="764895"/>
                  </a:lnTo>
                  <a:lnTo>
                    <a:pt x="1163434" y="663689"/>
                  </a:lnTo>
                  <a:lnTo>
                    <a:pt x="1139317" y="613029"/>
                  </a:lnTo>
                  <a:lnTo>
                    <a:pt x="1081405" y="636270"/>
                  </a:lnTo>
                  <a:lnTo>
                    <a:pt x="1099223" y="688721"/>
                  </a:lnTo>
                  <a:lnTo>
                    <a:pt x="1117688" y="741083"/>
                  </a:lnTo>
                  <a:lnTo>
                    <a:pt x="1136586" y="793407"/>
                  </a:lnTo>
                  <a:lnTo>
                    <a:pt x="1155700" y="845693"/>
                  </a:lnTo>
                  <a:lnTo>
                    <a:pt x="1234821" y="1052703"/>
                  </a:lnTo>
                  <a:lnTo>
                    <a:pt x="1251889" y="1095908"/>
                  </a:lnTo>
                  <a:lnTo>
                    <a:pt x="1285176" y="1181531"/>
                  </a:lnTo>
                  <a:lnTo>
                    <a:pt x="1302258" y="1224788"/>
                  </a:lnTo>
                  <a:lnTo>
                    <a:pt x="1269085" y="1192314"/>
                  </a:lnTo>
                  <a:lnTo>
                    <a:pt x="1202753" y="1129245"/>
                  </a:lnTo>
                  <a:lnTo>
                    <a:pt x="1169670" y="1096899"/>
                  </a:lnTo>
                  <a:lnTo>
                    <a:pt x="1011555" y="945642"/>
                  </a:lnTo>
                  <a:lnTo>
                    <a:pt x="970038" y="907669"/>
                  </a:lnTo>
                  <a:lnTo>
                    <a:pt x="928700" y="870369"/>
                  </a:lnTo>
                  <a:lnTo>
                    <a:pt x="886904" y="833488"/>
                  </a:lnTo>
                  <a:lnTo>
                    <a:pt x="844042" y="796798"/>
                  </a:lnTo>
                  <a:lnTo>
                    <a:pt x="802259" y="840994"/>
                  </a:lnTo>
                  <a:lnTo>
                    <a:pt x="948690" y="1006094"/>
                  </a:lnTo>
                  <a:lnTo>
                    <a:pt x="1099947" y="1166622"/>
                  </a:lnTo>
                  <a:lnTo>
                    <a:pt x="1131671" y="1199349"/>
                  </a:lnTo>
                  <a:lnTo>
                    <a:pt x="1196098" y="1264069"/>
                  </a:lnTo>
                  <a:lnTo>
                    <a:pt x="1227836" y="1296924"/>
                  </a:lnTo>
                  <a:lnTo>
                    <a:pt x="1186903" y="1279525"/>
                  </a:lnTo>
                  <a:lnTo>
                    <a:pt x="1144651" y="1262316"/>
                  </a:lnTo>
                  <a:lnTo>
                    <a:pt x="1101534" y="1245489"/>
                  </a:lnTo>
                  <a:lnTo>
                    <a:pt x="851027" y="1152779"/>
                  </a:lnTo>
                  <a:lnTo>
                    <a:pt x="798728" y="1134135"/>
                  </a:lnTo>
                  <a:lnTo>
                    <a:pt x="694347" y="1094549"/>
                  </a:lnTo>
                  <a:lnTo>
                    <a:pt x="641731" y="1075944"/>
                  </a:lnTo>
                  <a:lnTo>
                    <a:pt x="618363" y="1133983"/>
                  </a:lnTo>
                  <a:lnTo>
                    <a:pt x="818388" y="1229233"/>
                  </a:lnTo>
                  <a:lnTo>
                    <a:pt x="1023112" y="1320165"/>
                  </a:lnTo>
                  <a:lnTo>
                    <a:pt x="1063713" y="1338922"/>
                  </a:lnTo>
                  <a:lnTo>
                    <a:pt x="1105128" y="1357033"/>
                  </a:lnTo>
                  <a:lnTo>
                    <a:pt x="1147394" y="1374711"/>
                  </a:lnTo>
                  <a:lnTo>
                    <a:pt x="1190498" y="1392174"/>
                  </a:lnTo>
                  <a:lnTo>
                    <a:pt x="1142504" y="1392948"/>
                  </a:lnTo>
                  <a:lnTo>
                    <a:pt x="1143774" y="1392948"/>
                  </a:lnTo>
                  <a:lnTo>
                    <a:pt x="1052614" y="1396149"/>
                  </a:lnTo>
                  <a:lnTo>
                    <a:pt x="786003" y="1401318"/>
                  </a:lnTo>
                  <a:lnTo>
                    <a:pt x="731570" y="1403527"/>
                  </a:lnTo>
                  <a:lnTo>
                    <a:pt x="565150" y="1413129"/>
                  </a:lnTo>
                  <a:lnTo>
                    <a:pt x="565150" y="1473581"/>
                  </a:lnTo>
                  <a:lnTo>
                    <a:pt x="620928" y="1477962"/>
                  </a:lnTo>
                  <a:lnTo>
                    <a:pt x="676478" y="1481074"/>
                  </a:lnTo>
                  <a:lnTo>
                    <a:pt x="1006983" y="1492250"/>
                  </a:lnTo>
                  <a:lnTo>
                    <a:pt x="1397635" y="1496949"/>
                  </a:lnTo>
                  <a:lnTo>
                    <a:pt x="1397736" y="1546390"/>
                  </a:lnTo>
                  <a:lnTo>
                    <a:pt x="1397850" y="1566672"/>
                  </a:lnTo>
                  <a:lnTo>
                    <a:pt x="1397977" y="1587500"/>
                  </a:lnTo>
                  <a:lnTo>
                    <a:pt x="1398016" y="1595501"/>
                  </a:lnTo>
                  <a:lnTo>
                    <a:pt x="1398422" y="1638833"/>
                  </a:lnTo>
                  <a:lnTo>
                    <a:pt x="1399019" y="1690166"/>
                  </a:lnTo>
                  <a:lnTo>
                    <a:pt x="1399743" y="1741601"/>
                  </a:lnTo>
                  <a:lnTo>
                    <a:pt x="1400479" y="1787512"/>
                  </a:lnTo>
                  <a:lnTo>
                    <a:pt x="1402207" y="1887474"/>
                  </a:lnTo>
                  <a:lnTo>
                    <a:pt x="1409319" y="2108454"/>
                  </a:lnTo>
                  <a:lnTo>
                    <a:pt x="1411033" y="2163216"/>
                  </a:lnTo>
                  <a:lnTo>
                    <a:pt x="1413230" y="2218880"/>
                  </a:lnTo>
                  <a:lnTo>
                    <a:pt x="1416304" y="2273427"/>
                  </a:lnTo>
                  <a:lnTo>
                    <a:pt x="1416367" y="2274557"/>
                  </a:lnTo>
                  <a:lnTo>
                    <a:pt x="1420876" y="2329307"/>
                  </a:lnTo>
                  <a:lnTo>
                    <a:pt x="1479042" y="2329307"/>
                  </a:lnTo>
                  <a:lnTo>
                    <a:pt x="1482483" y="2274557"/>
                  </a:lnTo>
                  <a:lnTo>
                    <a:pt x="1485671" y="2218880"/>
                  </a:lnTo>
                  <a:lnTo>
                    <a:pt x="1488427" y="2163216"/>
                  </a:lnTo>
                  <a:lnTo>
                    <a:pt x="1490599" y="2108454"/>
                  </a:lnTo>
                  <a:lnTo>
                    <a:pt x="1495171" y="1887474"/>
                  </a:lnTo>
                  <a:lnTo>
                    <a:pt x="1497876" y="1841423"/>
                  </a:lnTo>
                  <a:lnTo>
                    <a:pt x="1499273" y="1794510"/>
                  </a:lnTo>
                  <a:lnTo>
                    <a:pt x="1499641" y="1761312"/>
                  </a:lnTo>
                  <a:lnTo>
                    <a:pt x="1499768" y="1749818"/>
                  </a:lnTo>
                  <a:lnTo>
                    <a:pt x="1499870" y="1701419"/>
                  </a:lnTo>
                  <a:lnTo>
                    <a:pt x="1517713" y="1744687"/>
                  </a:lnTo>
                  <a:lnTo>
                    <a:pt x="1536217" y="1787512"/>
                  </a:lnTo>
                  <a:lnTo>
                    <a:pt x="1574292" y="1873504"/>
                  </a:lnTo>
                  <a:lnTo>
                    <a:pt x="1664970" y="2073529"/>
                  </a:lnTo>
                  <a:lnTo>
                    <a:pt x="1688744" y="2123808"/>
                  </a:lnTo>
                  <a:lnTo>
                    <a:pt x="1711845" y="2173579"/>
                  </a:lnTo>
                  <a:lnTo>
                    <a:pt x="1735353" y="2223300"/>
                  </a:lnTo>
                  <a:lnTo>
                    <a:pt x="1760347" y="2273427"/>
                  </a:lnTo>
                  <a:lnTo>
                    <a:pt x="1813814" y="2252599"/>
                  </a:lnTo>
                  <a:lnTo>
                    <a:pt x="1795640" y="2200313"/>
                  </a:lnTo>
                  <a:lnTo>
                    <a:pt x="1757553" y="2095728"/>
                  </a:lnTo>
                  <a:lnTo>
                    <a:pt x="1739392" y="2043430"/>
                  </a:lnTo>
                  <a:lnTo>
                    <a:pt x="1662684" y="1836293"/>
                  </a:lnTo>
                  <a:lnTo>
                    <a:pt x="1645285" y="1792693"/>
                  </a:lnTo>
                  <a:lnTo>
                    <a:pt x="1628101" y="1749107"/>
                  </a:lnTo>
                  <a:lnTo>
                    <a:pt x="1611350" y="1705533"/>
                  </a:lnTo>
                  <a:lnTo>
                    <a:pt x="1609826" y="1701419"/>
                  </a:lnTo>
                  <a:lnTo>
                    <a:pt x="1595247" y="1661922"/>
                  </a:lnTo>
                  <a:lnTo>
                    <a:pt x="1628775" y="1695056"/>
                  </a:lnTo>
                  <a:lnTo>
                    <a:pt x="1662963" y="1728177"/>
                  </a:lnTo>
                  <a:lnTo>
                    <a:pt x="1732407" y="1794510"/>
                  </a:lnTo>
                  <a:lnTo>
                    <a:pt x="1895221" y="1945767"/>
                  </a:lnTo>
                  <a:lnTo>
                    <a:pt x="2017572" y="2056625"/>
                  </a:lnTo>
                  <a:lnTo>
                    <a:pt x="2060321" y="2094611"/>
                  </a:lnTo>
                  <a:lnTo>
                    <a:pt x="2099945" y="2052574"/>
                  </a:lnTo>
                  <a:lnTo>
                    <a:pt x="1953514" y="1887474"/>
                  </a:lnTo>
                  <a:lnTo>
                    <a:pt x="1802257" y="1724660"/>
                  </a:lnTo>
                  <a:lnTo>
                    <a:pt x="1769033" y="1690166"/>
                  </a:lnTo>
                  <a:lnTo>
                    <a:pt x="1741551" y="1661922"/>
                  </a:lnTo>
                  <a:lnTo>
                    <a:pt x="1702803" y="1622082"/>
                  </a:lnTo>
                  <a:lnTo>
                    <a:pt x="1669669" y="1587500"/>
                  </a:lnTo>
                  <a:lnTo>
                    <a:pt x="1800428" y="1638833"/>
                  </a:lnTo>
                  <a:lnTo>
                    <a:pt x="2051177" y="1731645"/>
                  </a:lnTo>
                  <a:lnTo>
                    <a:pt x="2103462" y="1749818"/>
                  </a:lnTo>
                  <a:lnTo>
                    <a:pt x="2208047" y="1787906"/>
                  </a:lnTo>
                  <a:lnTo>
                    <a:pt x="2260346" y="1806067"/>
                  </a:lnTo>
                  <a:lnTo>
                    <a:pt x="2281174" y="1752600"/>
                  </a:lnTo>
                  <a:lnTo>
                    <a:pt x="2081149" y="1657223"/>
                  </a:lnTo>
                  <a:lnTo>
                    <a:pt x="1925561" y="1587500"/>
                  </a:lnTo>
                  <a:lnTo>
                    <a:pt x="1709166" y="1492250"/>
                  </a:lnTo>
                  <a:lnTo>
                    <a:pt x="1754898" y="1491526"/>
                  </a:lnTo>
                  <a:lnTo>
                    <a:pt x="1848129" y="1488287"/>
                  </a:lnTo>
                  <a:lnTo>
                    <a:pt x="2116201" y="1482852"/>
                  </a:lnTo>
                  <a:lnTo>
                    <a:pt x="2170620" y="1480654"/>
                  </a:lnTo>
                  <a:lnTo>
                    <a:pt x="2223312" y="1477962"/>
                  </a:lnTo>
                  <a:lnTo>
                    <a:pt x="2223579" y="1477962"/>
                  </a:lnTo>
                  <a:lnTo>
                    <a:pt x="2337054" y="1471295"/>
                  </a:lnTo>
                  <a:lnTo>
                    <a:pt x="2337054" y="1413129"/>
                  </a:lnTo>
                  <a:close/>
                </a:path>
                <a:path w="2902584" h="2895600">
                  <a:moveTo>
                    <a:pt x="2902331" y="1447800"/>
                  </a:moveTo>
                  <a:lnTo>
                    <a:pt x="2901543" y="1397000"/>
                  </a:lnTo>
                  <a:lnTo>
                    <a:pt x="2899232" y="1358900"/>
                  </a:lnTo>
                  <a:lnTo>
                    <a:pt x="2895396" y="1308100"/>
                  </a:lnTo>
                  <a:lnTo>
                    <a:pt x="2890075" y="1257300"/>
                  </a:lnTo>
                  <a:lnTo>
                    <a:pt x="2883293" y="1219200"/>
                  </a:lnTo>
                  <a:lnTo>
                    <a:pt x="2875064" y="1168400"/>
                  </a:lnTo>
                  <a:lnTo>
                    <a:pt x="2865412" y="1130300"/>
                  </a:lnTo>
                  <a:lnTo>
                    <a:pt x="2854375" y="1079500"/>
                  </a:lnTo>
                  <a:lnTo>
                    <a:pt x="2841968" y="1041400"/>
                  </a:lnTo>
                  <a:lnTo>
                    <a:pt x="2828201" y="990600"/>
                  </a:lnTo>
                  <a:lnTo>
                    <a:pt x="2813126" y="952500"/>
                  </a:lnTo>
                  <a:lnTo>
                    <a:pt x="2796756" y="901700"/>
                  </a:lnTo>
                  <a:lnTo>
                    <a:pt x="2779103" y="863600"/>
                  </a:lnTo>
                  <a:lnTo>
                    <a:pt x="2765044" y="835266"/>
                  </a:lnTo>
                  <a:lnTo>
                    <a:pt x="2765044" y="1447800"/>
                  </a:lnTo>
                  <a:lnTo>
                    <a:pt x="2764167" y="1498600"/>
                  </a:lnTo>
                  <a:lnTo>
                    <a:pt x="2761577" y="1549400"/>
                  </a:lnTo>
                  <a:lnTo>
                    <a:pt x="2757297" y="1587500"/>
                  </a:lnTo>
                  <a:lnTo>
                    <a:pt x="2751353" y="1638300"/>
                  </a:lnTo>
                  <a:lnTo>
                    <a:pt x="2743784" y="1689100"/>
                  </a:lnTo>
                  <a:lnTo>
                    <a:pt x="2734614" y="1727200"/>
                  </a:lnTo>
                  <a:lnTo>
                    <a:pt x="2723883" y="1778000"/>
                  </a:lnTo>
                  <a:lnTo>
                    <a:pt x="2711602" y="1816100"/>
                  </a:lnTo>
                  <a:lnTo>
                    <a:pt x="2697823" y="1866900"/>
                  </a:lnTo>
                  <a:lnTo>
                    <a:pt x="2682557" y="1905000"/>
                  </a:lnTo>
                  <a:lnTo>
                    <a:pt x="2665844" y="1955800"/>
                  </a:lnTo>
                  <a:lnTo>
                    <a:pt x="2647708" y="1993900"/>
                  </a:lnTo>
                  <a:lnTo>
                    <a:pt x="2628188" y="2032000"/>
                  </a:lnTo>
                  <a:lnTo>
                    <a:pt x="2607322" y="2070100"/>
                  </a:lnTo>
                  <a:lnTo>
                    <a:pt x="2585110" y="2108200"/>
                  </a:lnTo>
                  <a:lnTo>
                    <a:pt x="2561602" y="2146300"/>
                  </a:lnTo>
                  <a:lnTo>
                    <a:pt x="2536837" y="2184400"/>
                  </a:lnTo>
                  <a:lnTo>
                    <a:pt x="2510828" y="2222500"/>
                  </a:lnTo>
                  <a:lnTo>
                    <a:pt x="2483612" y="2260600"/>
                  </a:lnTo>
                  <a:lnTo>
                    <a:pt x="2455227" y="2298700"/>
                  </a:lnTo>
                  <a:lnTo>
                    <a:pt x="2425687" y="2324100"/>
                  </a:lnTo>
                  <a:lnTo>
                    <a:pt x="2395029" y="2362200"/>
                  </a:lnTo>
                  <a:lnTo>
                    <a:pt x="2363292" y="2400300"/>
                  </a:lnTo>
                  <a:lnTo>
                    <a:pt x="2330488" y="2425700"/>
                  </a:lnTo>
                  <a:lnTo>
                    <a:pt x="2296668" y="2451100"/>
                  </a:lnTo>
                  <a:lnTo>
                    <a:pt x="2261844" y="2489200"/>
                  </a:lnTo>
                  <a:lnTo>
                    <a:pt x="2226056" y="2514600"/>
                  </a:lnTo>
                  <a:lnTo>
                    <a:pt x="2189327" y="2540000"/>
                  </a:lnTo>
                  <a:lnTo>
                    <a:pt x="2151697" y="2565400"/>
                  </a:lnTo>
                  <a:lnTo>
                    <a:pt x="2113203" y="2590800"/>
                  </a:lnTo>
                  <a:lnTo>
                    <a:pt x="2073846" y="2603500"/>
                  </a:lnTo>
                  <a:lnTo>
                    <a:pt x="2033689" y="2628900"/>
                  </a:lnTo>
                  <a:lnTo>
                    <a:pt x="1992731" y="2641600"/>
                  </a:lnTo>
                  <a:lnTo>
                    <a:pt x="1951037" y="2667000"/>
                  </a:lnTo>
                  <a:lnTo>
                    <a:pt x="1865477" y="2692400"/>
                  </a:lnTo>
                  <a:lnTo>
                    <a:pt x="1640497" y="2755900"/>
                  </a:lnTo>
                  <a:lnTo>
                    <a:pt x="1546707" y="2755900"/>
                  </a:lnTo>
                  <a:lnTo>
                    <a:pt x="1499108" y="2768600"/>
                  </a:lnTo>
                  <a:lnTo>
                    <a:pt x="1403083" y="2768600"/>
                  </a:lnTo>
                  <a:lnTo>
                    <a:pt x="1355483" y="2755900"/>
                  </a:lnTo>
                  <a:lnTo>
                    <a:pt x="1261694" y="2755900"/>
                  </a:lnTo>
                  <a:lnTo>
                    <a:pt x="1036713" y="2692400"/>
                  </a:lnTo>
                  <a:lnTo>
                    <a:pt x="951153" y="2667000"/>
                  </a:lnTo>
                  <a:lnTo>
                    <a:pt x="909459" y="2641600"/>
                  </a:lnTo>
                  <a:lnTo>
                    <a:pt x="868502" y="2628900"/>
                  </a:lnTo>
                  <a:lnTo>
                    <a:pt x="828344" y="2603500"/>
                  </a:lnTo>
                  <a:lnTo>
                    <a:pt x="788987" y="2590800"/>
                  </a:lnTo>
                  <a:lnTo>
                    <a:pt x="750493" y="2565400"/>
                  </a:lnTo>
                  <a:lnTo>
                    <a:pt x="712863" y="2540000"/>
                  </a:lnTo>
                  <a:lnTo>
                    <a:pt x="676135" y="2514600"/>
                  </a:lnTo>
                  <a:lnTo>
                    <a:pt x="640346" y="2489200"/>
                  </a:lnTo>
                  <a:lnTo>
                    <a:pt x="605523" y="2451100"/>
                  </a:lnTo>
                  <a:lnTo>
                    <a:pt x="571703" y="2425700"/>
                  </a:lnTo>
                  <a:lnTo>
                    <a:pt x="538899" y="2400300"/>
                  </a:lnTo>
                  <a:lnTo>
                    <a:pt x="507161" y="2362200"/>
                  </a:lnTo>
                  <a:lnTo>
                    <a:pt x="476504" y="2324100"/>
                  </a:lnTo>
                  <a:lnTo>
                    <a:pt x="446963" y="2298700"/>
                  </a:lnTo>
                  <a:lnTo>
                    <a:pt x="418579" y="2260600"/>
                  </a:lnTo>
                  <a:lnTo>
                    <a:pt x="391363" y="2222500"/>
                  </a:lnTo>
                  <a:lnTo>
                    <a:pt x="365353" y="2184400"/>
                  </a:lnTo>
                  <a:lnTo>
                    <a:pt x="340588" y="2146300"/>
                  </a:lnTo>
                  <a:lnTo>
                    <a:pt x="317080" y="2108200"/>
                  </a:lnTo>
                  <a:lnTo>
                    <a:pt x="294868" y="2070100"/>
                  </a:lnTo>
                  <a:lnTo>
                    <a:pt x="274002" y="2032000"/>
                  </a:lnTo>
                  <a:lnTo>
                    <a:pt x="254482" y="1993900"/>
                  </a:lnTo>
                  <a:lnTo>
                    <a:pt x="236347" y="1955800"/>
                  </a:lnTo>
                  <a:lnTo>
                    <a:pt x="219633" y="1905000"/>
                  </a:lnTo>
                  <a:lnTo>
                    <a:pt x="204368" y="1866900"/>
                  </a:lnTo>
                  <a:lnTo>
                    <a:pt x="190588" y="1816100"/>
                  </a:lnTo>
                  <a:lnTo>
                    <a:pt x="178308" y="1778000"/>
                  </a:lnTo>
                  <a:lnTo>
                    <a:pt x="167576" y="1727200"/>
                  </a:lnTo>
                  <a:lnTo>
                    <a:pt x="158407" y="1689100"/>
                  </a:lnTo>
                  <a:lnTo>
                    <a:pt x="150837" y="1638300"/>
                  </a:lnTo>
                  <a:lnTo>
                    <a:pt x="144894" y="1587500"/>
                  </a:lnTo>
                  <a:lnTo>
                    <a:pt x="140614" y="1549400"/>
                  </a:lnTo>
                  <a:lnTo>
                    <a:pt x="138023" y="1498600"/>
                  </a:lnTo>
                  <a:lnTo>
                    <a:pt x="137160" y="1447800"/>
                  </a:lnTo>
                  <a:lnTo>
                    <a:pt x="138023" y="1397000"/>
                  </a:lnTo>
                  <a:lnTo>
                    <a:pt x="140614" y="1358900"/>
                  </a:lnTo>
                  <a:lnTo>
                    <a:pt x="144894" y="1308100"/>
                  </a:lnTo>
                  <a:lnTo>
                    <a:pt x="150837" y="1257300"/>
                  </a:lnTo>
                  <a:lnTo>
                    <a:pt x="158407" y="1219200"/>
                  </a:lnTo>
                  <a:lnTo>
                    <a:pt x="167576" y="1168400"/>
                  </a:lnTo>
                  <a:lnTo>
                    <a:pt x="178308" y="1117600"/>
                  </a:lnTo>
                  <a:lnTo>
                    <a:pt x="190588" y="1079500"/>
                  </a:lnTo>
                  <a:lnTo>
                    <a:pt x="204368" y="1041400"/>
                  </a:lnTo>
                  <a:lnTo>
                    <a:pt x="219633" y="990600"/>
                  </a:lnTo>
                  <a:lnTo>
                    <a:pt x="236347" y="952500"/>
                  </a:lnTo>
                  <a:lnTo>
                    <a:pt x="254482" y="914400"/>
                  </a:lnTo>
                  <a:lnTo>
                    <a:pt x="274002" y="863600"/>
                  </a:lnTo>
                  <a:lnTo>
                    <a:pt x="294868" y="825500"/>
                  </a:lnTo>
                  <a:lnTo>
                    <a:pt x="317080" y="787400"/>
                  </a:lnTo>
                  <a:lnTo>
                    <a:pt x="340588" y="749300"/>
                  </a:lnTo>
                  <a:lnTo>
                    <a:pt x="365353" y="711200"/>
                  </a:lnTo>
                  <a:lnTo>
                    <a:pt x="391363" y="673100"/>
                  </a:lnTo>
                  <a:lnTo>
                    <a:pt x="418579" y="635000"/>
                  </a:lnTo>
                  <a:lnTo>
                    <a:pt x="446963" y="609600"/>
                  </a:lnTo>
                  <a:lnTo>
                    <a:pt x="476504" y="571500"/>
                  </a:lnTo>
                  <a:lnTo>
                    <a:pt x="507161" y="533400"/>
                  </a:lnTo>
                  <a:lnTo>
                    <a:pt x="538899" y="508000"/>
                  </a:lnTo>
                  <a:lnTo>
                    <a:pt x="571703" y="469900"/>
                  </a:lnTo>
                  <a:lnTo>
                    <a:pt x="605523" y="444500"/>
                  </a:lnTo>
                  <a:lnTo>
                    <a:pt x="640346" y="419100"/>
                  </a:lnTo>
                  <a:lnTo>
                    <a:pt x="676135" y="393700"/>
                  </a:lnTo>
                  <a:lnTo>
                    <a:pt x="712863" y="368300"/>
                  </a:lnTo>
                  <a:lnTo>
                    <a:pt x="750493" y="342900"/>
                  </a:lnTo>
                  <a:lnTo>
                    <a:pt x="788987" y="317500"/>
                  </a:lnTo>
                  <a:lnTo>
                    <a:pt x="828344" y="292100"/>
                  </a:lnTo>
                  <a:lnTo>
                    <a:pt x="868502" y="279400"/>
                  </a:lnTo>
                  <a:lnTo>
                    <a:pt x="909459" y="254000"/>
                  </a:lnTo>
                  <a:lnTo>
                    <a:pt x="951153" y="241300"/>
                  </a:lnTo>
                  <a:lnTo>
                    <a:pt x="993584" y="215900"/>
                  </a:lnTo>
                  <a:lnTo>
                    <a:pt x="1215542" y="152400"/>
                  </a:lnTo>
                  <a:lnTo>
                    <a:pt x="1261694" y="152400"/>
                  </a:lnTo>
                  <a:lnTo>
                    <a:pt x="1308341" y="139700"/>
                  </a:lnTo>
                  <a:lnTo>
                    <a:pt x="1593850" y="139700"/>
                  </a:lnTo>
                  <a:lnTo>
                    <a:pt x="1640497" y="152400"/>
                  </a:lnTo>
                  <a:lnTo>
                    <a:pt x="1686648" y="152400"/>
                  </a:lnTo>
                  <a:lnTo>
                    <a:pt x="1908606" y="215900"/>
                  </a:lnTo>
                  <a:lnTo>
                    <a:pt x="1951037" y="241300"/>
                  </a:lnTo>
                  <a:lnTo>
                    <a:pt x="1992731" y="254000"/>
                  </a:lnTo>
                  <a:lnTo>
                    <a:pt x="2033689" y="279400"/>
                  </a:lnTo>
                  <a:lnTo>
                    <a:pt x="2073846" y="292100"/>
                  </a:lnTo>
                  <a:lnTo>
                    <a:pt x="2113203" y="317500"/>
                  </a:lnTo>
                  <a:lnTo>
                    <a:pt x="2151697" y="342900"/>
                  </a:lnTo>
                  <a:lnTo>
                    <a:pt x="2189327" y="368300"/>
                  </a:lnTo>
                  <a:lnTo>
                    <a:pt x="2226056" y="393700"/>
                  </a:lnTo>
                  <a:lnTo>
                    <a:pt x="2261844" y="419100"/>
                  </a:lnTo>
                  <a:lnTo>
                    <a:pt x="2296668" y="444500"/>
                  </a:lnTo>
                  <a:lnTo>
                    <a:pt x="2330488" y="469900"/>
                  </a:lnTo>
                  <a:lnTo>
                    <a:pt x="2363292" y="508000"/>
                  </a:lnTo>
                  <a:lnTo>
                    <a:pt x="2395029" y="533400"/>
                  </a:lnTo>
                  <a:lnTo>
                    <a:pt x="2425687" y="571500"/>
                  </a:lnTo>
                  <a:lnTo>
                    <a:pt x="2455227" y="609600"/>
                  </a:lnTo>
                  <a:lnTo>
                    <a:pt x="2483612" y="635000"/>
                  </a:lnTo>
                  <a:lnTo>
                    <a:pt x="2510828" y="673100"/>
                  </a:lnTo>
                  <a:lnTo>
                    <a:pt x="2536837" y="711200"/>
                  </a:lnTo>
                  <a:lnTo>
                    <a:pt x="2561602" y="749300"/>
                  </a:lnTo>
                  <a:lnTo>
                    <a:pt x="2585110" y="787400"/>
                  </a:lnTo>
                  <a:lnTo>
                    <a:pt x="2607322" y="825500"/>
                  </a:lnTo>
                  <a:lnTo>
                    <a:pt x="2628188" y="863600"/>
                  </a:lnTo>
                  <a:lnTo>
                    <a:pt x="2647708" y="914400"/>
                  </a:lnTo>
                  <a:lnTo>
                    <a:pt x="2665844" y="952500"/>
                  </a:lnTo>
                  <a:lnTo>
                    <a:pt x="2682557" y="990600"/>
                  </a:lnTo>
                  <a:lnTo>
                    <a:pt x="2697823" y="1041400"/>
                  </a:lnTo>
                  <a:lnTo>
                    <a:pt x="2711602" y="1079500"/>
                  </a:lnTo>
                  <a:lnTo>
                    <a:pt x="2723883" y="1117600"/>
                  </a:lnTo>
                  <a:lnTo>
                    <a:pt x="2734614" y="1168400"/>
                  </a:lnTo>
                  <a:lnTo>
                    <a:pt x="2743784" y="1219200"/>
                  </a:lnTo>
                  <a:lnTo>
                    <a:pt x="2751353" y="1257300"/>
                  </a:lnTo>
                  <a:lnTo>
                    <a:pt x="2757297" y="1308100"/>
                  </a:lnTo>
                  <a:lnTo>
                    <a:pt x="2761577" y="1358900"/>
                  </a:lnTo>
                  <a:lnTo>
                    <a:pt x="2764167" y="1397000"/>
                  </a:lnTo>
                  <a:lnTo>
                    <a:pt x="2765044" y="1447800"/>
                  </a:lnTo>
                  <a:lnTo>
                    <a:pt x="2765044" y="835266"/>
                  </a:lnTo>
                  <a:lnTo>
                    <a:pt x="2740075" y="787400"/>
                  </a:lnTo>
                  <a:lnTo>
                    <a:pt x="2718752" y="749300"/>
                  </a:lnTo>
                  <a:lnTo>
                    <a:pt x="2696248" y="711200"/>
                  </a:lnTo>
                  <a:lnTo>
                    <a:pt x="2672600" y="673100"/>
                  </a:lnTo>
                  <a:lnTo>
                    <a:pt x="2647810" y="635000"/>
                  </a:lnTo>
                  <a:lnTo>
                    <a:pt x="2621915" y="596900"/>
                  </a:lnTo>
                  <a:lnTo>
                    <a:pt x="2594953" y="558800"/>
                  </a:lnTo>
                  <a:lnTo>
                    <a:pt x="2566924" y="520700"/>
                  </a:lnTo>
                  <a:lnTo>
                    <a:pt x="2537866" y="495300"/>
                  </a:lnTo>
                  <a:lnTo>
                    <a:pt x="2507792" y="457200"/>
                  </a:lnTo>
                  <a:lnTo>
                    <a:pt x="2476754" y="431800"/>
                  </a:lnTo>
                  <a:lnTo>
                    <a:pt x="2444737" y="393700"/>
                  </a:lnTo>
                  <a:lnTo>
                    <a:pt x="2411793" y="368300"/>
                  </a:lnTo>
                  <a:lnTo>
                    <a:pt x="2377935" y="330200"/>
                  </a:lnTo>
                  <a:lnTo>
                    <a:pt x="2343188" y="304800"/>
                  </a:lnTo>
                  <a:lnTo>
                    <a:pt x="2307577" y="279400"/>
                  </a:lnTo>
                  <a:lnTo>
                    <a:pt x="2271115" y="254000"/>
                  </a:lnTo>
                  <a:lnTo>
                    <a:pt x="2233853" y="228600"/>
                  </a:lnTo>
                  <a:lnTo>
                    <a:pt x="2195792" y="203200"/>
                  </a:lnTo>
                  <a:lnTo>
                    <a:pt x="2156968" y="190500"/>
                  </a:lnTo>
                  <a:lnTo>
                    <a:pt x="2117407" y="165100"/>
                  </a:lnTo>
                  <a:lnTo>
                    <a:pt x="2077123" y="139700"/>
                  </a:lnTo>
                  <a:lnTo>
                    <a:pt x="2036140" y="127000"/>
                  </a:lnTo>
                  <a:lnTo>
                    <a:pt x="1994484" y="101600"/>
                  </a:lnTo>
                  <a:lnTo>
                    <a:pt x="1776996" y="38100"/>
                  </a:lnTo>
                  <a:lnTo>
                    <a:pt x="1731822" y="25400"/>
                  </a:lnTo>
                  <a:lnTo>
                    <a:pt x="1686153" y="25400"/>
                  </a:lnTo>
                  <a:lnTo>
                    <a:pt x="1640001" y="12700"/>
                  </a:lnTo>
                  <a:lnTo>
                    <a:pt x="1593392" y="12700"/>
                  </a:lnTo>
                  <a:lnTo>
                    <a:pt x="1546364" y="0"/>
                  </a:lnTo>
                  <a:lnTo>
                    <a:pt x="1355826" y="0"/>
                  </a:lnTo>
                  <a:lnTo>
                    <a:pt x="1308798" y="12700"/>
                  </a:lnTo>
                  <a:lnTo>
                    <a:pt x="1262189" y="12700"/>
                  </a:lnTo>
                  <a:lnTo>
                    <a:pt x="1216037" y="25400"/>
                  </a:lnTo>
                  <a:lnTo>
                    <a:pt x="1170368" y="25400"/>
                  </a:lnTo>
                  <a:lnTo>
                    <a:pt x="1125194" y="38100"/>
                  </a:lnTo>
                  <a:lnTo>
                    <a:pt x="907719" y="101600"/>
                  </a:lnTo>
                  <a:lnTo>
                    <a:pt x="866076" y="127000"/>
                  </a:lnTo>
                  <a:lnTo>
                    <a:pt x="825093" y="139700"/>
                  </a:lnTo>
                  <a:lnTo>
                    <a:pt x="784809" y="165100"/>
                  </a:lnTo>
                  <a:lnTo>
                    <a:pt x="745248" y="190500"/>
                  </a:lnTo>
                  <a:lnTo>
                    <a:pt x="706424" y="203200"/>
                  </a:lnTo>
                  <a:lnTo>
                    <a:pt x="668375" y="228600"/>
                  </a:lnTo>
                  <a:lnTo>
                    <a:pt x="631113" y="254000"/>
                  </a:lnTo>
                  <a:lnTo>
                    <a:pt x="594664" y="279400"/>
                  </a:lnTo>
                  <a:lnTo>
                    <a:pt x="559054" y="304800"/>
                  </a:lnTo>
                  <a:lnTo>
                    <a:pt x="524319" y="342900"/>
                  </a:lnTo>
                  <a:lnTo>
                    <a:pt x="490461" y="368300"/>
                  </a:lnTo>
                  <a:lnTo>
                    <a:pt x="457517" y="393700"/>
                  </a:lnTo>
                  <a:lnTo>
                    <a:pt x="425500" y="431800"/>
                  </a:lnTo>
                  <a:lnTo>
                    <a:pt x="394462" y="457200"/>
                  </a:lnTo>
                  <a:lnTo>
                    <a:pt x="364401" y="495300"/>
                  </a:lnTo>
                  <a:lnTo>
                    <a:pt x="335343" y="520700"/>
                  </a:lnTo>
                  <a:lnTo>
                    <a:pt x="307314" y="558800"/>
                  </a:lnTo>
                  <a:lnTo>
                    <a:pt x="280352" y="596900"/>
                  </a:lnTo>
                  <a:lnTo>
                    <a:pt x="254469" y="635000"/>
                  </a:lnTo>
                  <a:lnTo>
                    <a:pt x="229692" y="673100"/>
                  </a:lnTo>
                  <a:lnTo>
                    <a:pt x="206032" y="711200"/>
                  </a:lnTo>
                  <a:lnTo>
                    <a:pt x="183540" y="749300"/>
                  </a:lnTo>
                  <a:lnTo>
                    <a:pt x="162217" y="787400"/>
                  </a:lnTo>
                  <a:lnTo>
                    <a:pt x="142087" y="825500"/>
                  </a:lnTo>
                  <a:lnTo>
                    <a:pt x="123190" y="863600"/>
                  </a:lnTo>
                  <a:lnTo>
                    <a:pt x="105549" y="914400"/>
                  </a:lnTo>
                  <a:lnTo>
                    <a:pt x="89179" y="952500"/>
                  </a:lnTo>
                  <a:lnTo>
                    <a:pt x="74104" y="990600"/>
                  </a:lnTo>
                  <a:lnTo>
                    <a:pt x="60337" y="1041400"/>
                  </a:lnTo>
                  <a:lnTo>
                    <a:pt x="47929" y="1079500"/>
                  </a:lnTo>
                  <a:lnTo>
                    <a:pt x="36893" y="1130300"/>
                  </a:lnTo>
                  <a:lnTo>
                    <a:pt x="27254" y="1168400"/>
                  </a:lnTo>
                  <a:lnTo>
                    <a:pt x="19024" y="1219200"/>
                  </a:lnTo>
                  <a:lnTo>
                    <a:pt x="12230" y="1270000"/>
                  </a:lnTo>
                  <a:lnTo>
                    <a:pt x="6921" y="1308100"/>
                  </a:lnTo>
                  <a:lnTo>
                    <a:pt x="3086" y="1358900"/>
                  </a:lnTo>
                  <a:lnTo>
                    <a:pt x="774" y="1409700"/>
                  </a:lnTo>
                  <a:lnTo>
                    <a:pt x="0" y="1447800"/>
                  </a:lnTo>
                  <a:lnTo>
                    <a:pt x="774" y="1498600"/>
                  </a:lnTo>
                  <a:lnTo>
                    <a:pt x="3086" y="1549400"/>
                  </a:lnTo>
                  <a:lnTo>
                    <a:pt x="6921" y="1600200"/>
                  </a:lnTo>
                  <a:lnTo>
                    <a:pt x="12230" y="1638300"/>
                  </a:lnTo>
                  <a:lnTo>
                    <a:pt x="19024" y="1689100"/>
                  </a:lnTo>
                  <a:lnTo>
                    <a:pt x="27254" y="1739900"/>
                  </a:lnTo>
                  <a:lnTo>
                    <a:pt x="36893" y="1778000"/>
                  </a:lnTo>
                  <a:lnTo>
                    <a:pt x="47929" y="1828800"/>
                  </a:lnTo>
                  <a:lnTo>
                    <a:pt x="60337" y="1866900"/>
                  </a:lnTo>
                  <a:lnTo>
                    <a:pt x="74104" y="1905000"/>
                  </a:lnTo>
                  <a:lnTo>
                    <a:pt x="89179" y="1955800"/>
                  </a:lnTo>
                  <a:lnTo>
                    <a:pt x="105549" y="1993900"/>
                  </a:lnTo>
                  <a:lnTo>
                    <a:pt x="123190" y="2032000"/>
                  </a:lnTo>
                  <a:lnTo>
                    <a:pt x="142087" y="2082800"/>
                  </a:lnTo>
                  <a:lnTo>
                    <a:pt x="162217" y="2120900"/>
                  </a:lnTo>
                  <a:lnTo>
                    <a:pt x="183540" y="2159000"/>
                  </a:lnTo>
                  <a:lnTo>
                    <a:pt x="206032" y="2197100"/>
                  </a:lnTo>
                  <a:lnTo>
                    <a:pt x="229692" y="2235200"/>
                  </a:lnTo>
                  <a:lnTo>
                    <a:pt x="254469" y="2273300"/>
                  </a:lnTo>
                  <a:lnTo>
                    <a:pt x="280352" y="2311400"/>
                  </a:lnTo>
                  <a:lnTo>
                    <a:pt x="307314" y="2349500"/>
                  </a:lnTo>
                  <a:lnTo>
                    <a:pt x="335343" y="2374900"/>
                  </a:lnTo>
                  <a:lnTo>
                    <a:pt x="364401" y="2413000"/>
                  </a:lnTo>
                  <a:lnTo>
                    <a:pt x="394462" y="2451100"/>
                  </a:lnTo>
                  <a:lnTo>
                    <a:pt x="425513" y="2476500"/>
                  </a:lnTo>
                  <a:lnTo>
                    <a:pt x="457517" y="2514600"/>
                  </a:lnTo>
                  <a:lnTo>
                    <a:pt x="490461" y="2540000"/>
                  </a:lnTo>
                  <a:lnTo>
                    <a:pt x="524319" y="2565400"/>
                  </a:lnTo>
                  <a:lnTo>
                    <a:pt x="559054" y="2590800"/>
                  </a:lnTo>
                  <a:lnTo>
                    <a:pt x="594664" y="2616200"/>
                  </a:lnTo>
                  <a:lnTo>
                    <a:pt x="631113" y="2654300"/>
                  </a:lnTo>
                  <a:lnTo>
                    <a:pt x="668375" y="2667000"/>
                  </a:lnTo>
                  <a:lnTo>
                    <a:pt x="706424" y="2692400"/>
                  </a:lnTo>
                  <a:lnTo>
                    <a:pt x="745248" y="2717800"/>
                  </a:lnTo>
                  <a:lnTo>
                    <a:pt x="784809" y="2743200"/>
                  </a:lnTo>
                  <a:lnTo>
                    <a:pt x="825093" y="2755900"/>
                  </a:lnTo>
                  <a:lnTo>
                    <a:pt x="866076" y="2781300"/>
                  </a:lnTo>
                  <a:lnTo>
                    <a:pt x="950023" y="2806700"/>
                  </a:lnTo>
                  <a:lnTo>
                    <a:pt x="992936" y="2832100"/>
                  </a:lnTo>
                  <a:lnTo>
                    <a:pt x="1125194" y="2870200"/>
                  </a:lnTo>
                  <a:lnTo>
                    <a:pt x="1170368" y="2870200"/>
                  </a:lnTo>
                  <a:lnTo>
                    <a:pt x="1262189" y="2895600"/>
                  </a:lnTo>
                  <a:lnTo>
                    <a:pt x="1640001" y="2895600"/>
                  </a:lnTo>
                  <a:lnTo>
                    <a:pt x="1731822" y="2870200"/>
                  </a:lnTo>
                  <a:lnTo>
                    <a:pt x="1776996" y="2870200"/>
                  </a:lnTo>
                  <a:lnTo>
                    <a:pt x="1909267" y="2832100"/>
                  </a:lnTo>
                  <a:lnTo>
                    <a:pt x="1952180" y="2806700"/>
                  </a:lnTo>
                  <a:lnTo>
                    <a:pt x="2036140" y="2781300"/>
                  </a:lnTo>
                  <a:lnTo>
                    <a:pt x="2056625" y="2768600"/>
                  </a:lnTo>
                  <a:lnTo>
                    <a:pt x="2077123" y="2755900"/>
                  </a:lnTo>
                  <a:lnTo>
                    <a:pt x="2117407" y="2743200"/>
                  </a:lnTo>
                  <a:lnTo>
                    <a:pt x="2156968" y="2717800"/>
                  </a:lnTo>
                  <a:lnTo>
                    <a:pt x="2195792" y="2692400"/>
                  </a:lnTo>
                  <a:lnTo>
                    <a:pt x="2233853" y="2667000"/>
                  </a:lnTo>
                  <a:lnTo>
                    <a:pt x="2271115" y="2641600"/>
                  </a:lnTo>
                  <a:lnTo>
                    <a:pt x="2307577" y="2616200"/>
                  </a:lnTo>
                  <a:lnTo>
                    <a:pt x="2343188" y="2590800"/>
                  </a:lnTo>
                  <a:lnTo>
                    <a:pt x="2377935" y="2565400"/>
                  </a:lnTo>
                  <a:lnTo>
                    <a:pt x="2411793" y="2540000"/>
                  </a:lnTo>
                  <a:lnTo>
                    <a:pt x="2444737" y="2501900"/>
                  </a:lnTo>
                  <a:lnTo>
                    <a:pt x="2476754" y="2476500"/>
                  </a:lnTo>
                  <a:lnTo>
                    <a:pt x="2507792" y="2438400"/>
                  </a:lnTo>
                  <a:lnTo>
                    <a:pt x="2537866" y="2413000"/>
                  </a:lnTo>
                  <a:lnTo>
                    <a:pt x="2566924" y="2374900"/>
                  </a:lnTo>
                  <a:lnTo>
                    <a:pt x="2594953" y="2336800"/>
                  </a:lnTo>
                  <a:lnTo>
                    <a:pt x="2621915" y="2311400"/>
                  </a:lnTo>
                  <a:lnTo>
                    <a:pt x="2647810" y="2273300"/>
                  </a:lnTo>
                  <a:lnTo>
                    <a:pt x="2672600" y="2235200"/>
                  </a:lnTo>
                  <a:lnTo>
                    <a:pt x="2696248" y="2197100"/>
                  </a:lnTo>
                  <a:lnTo>
                    <a:pt x="2718752" y="2159000"/>
                  </a:lnTo>
                  <a:lnTo>
                    <a:pt x="2740075" y="2120900"/>
                  </a:lnTo>
                  <a:lnTo>
                    <a:pt x="2760205" y="2082800"/>
                  </a:lnTo>
                  <a:lnTo>
                    <a:pt x="2779103" y="2032000"/>
                  </a:lnTo>
                  <a:lnTo>
                    <a:pt x="2796756" y="1993900"/>
                  </a:lnTo>
                  <a:lnTo>
                    <a:pt x="2813126" y="1955800"/>
                  </a:lnTo>
                  <a:lnTo>
                    <a:pt x="2828201" y="1905000"/>
                  </a:lnTo>
                  <a:lnTo>
                    <a:pt x="2841968" y="1866900"/>
                  </a:lnTo>
                  <a:lnTo>
                    <a:pt x="2854375" y="1816100"/>
                  </a:lnTo>
                  <a:lnTo>
                    <a:pt x="2865412" y="1778000"/>
                  </a:lnTo>
                  <a:lnTo>
                    <a:pt x="2875064" y="1727200"/>
                  </a:lnTo>
                  <a:lnTo>
                    <a:pt x="2883293" y="1689100"/>
                  </a:lnTo>
                  <a:lnTo>
                    <a:pt x="2890075" y="1638300"/>
                  </a:lnTo>
                  <a:lnTo>
                    <a:pt x="2895396" y="1587500"/>
                  </a:lnTo>
                  <a:lnTo>
                    <a:pt x="2899232" y="1549400"/>
                  </a:lnTo>
                  <a:lnTo>
                    <a:pt x="2901543" y="1498600"/>
                  </a:lnTo>
                  <a:lnTo>
                    <a:pt x="2902331" y="144780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7201661" y="2261107"/>
            <a:ext cx="42729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173360"/>
                </a:solidFill>
                <a:latin typeface="Malgun Gothic"/>
                <a:cs typeface="Malgun Gothic"/>
              </a:rPr>
              <a:t>Real-</a:t>
            </a:r>
            <a:r>
              <a:rPr dirty="0" sz="2400" b="1">
                <a:solidFill>
                  <a:srgbClr val="173360"/>
                </a:solidFill>
                <a:latin typeface="Malgun Gothic"/>
                <a:cs typeface="Malgun Gothic"/>
              </a:rPr>
              <a:t>Time</a:t>
            </a:r>
            <a:r>
              <a:rPr dirty="0" sz="2400" spc="-8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173360"/>
                </a:solidFill>
                <a:latin typeface="Malgun Gothic"/>
                <a:cs typeface="Malgun Gothic"/>
              </a:rPr>
              <a:t>Stream</a:t>
            </a:r>
            <a:r>
              <a:rPr dirty="0" sz="2400" spc="-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400" spc="-10" b="1">
                <a:solidFill>
                  <a:srgbClr val="173360"/>
                </a:solidFill>
                <a:latin typeface="Malgun Gothic"/>
                <a:cs typeface="Malgun Gothic"/>
              </a:rPr>
              <a:t>Processing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3670153" y="2834271"/>
            <a:ext cx="3587750" cy="945515"/>
          </a:xfrm>
          <a:prstGeom prst="rect">
            <a:avLst/>
          </a:prstGeom>
          <a:solidFill>
            <a:srgbClr val="F6FBFF"/>
          </a:solidFill>
        </p:spPr>
        <p:txBody>
          <a:bodyPr wrap="square" lIns="0" tIns="198120" rIns="0" bIns="0" rtlCol="0" vert="horz">
            <a:spAutoFit/>
          </a:bodyPr>
          <a:lstStyle/>
          <a:p>
            <a:pPr marL="635" marR="1040765">
              <a:lnSpc>
                <a:spcPts val="2160"/>
              </a:lnSpc>
              <a:spcBef>
                <a:spcPts val="1560"/>
              </a:spcBef>
            </a:pP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Rich</a:t>
            </a:r>
            <a:r>
              <a:rPr dirty="0" sz="2000" spc="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173360"/>
                </a:solidFill>
                <a:latin typeface="Malgun Gothic"/>
                <a:cs typeface="Malgun Gothic"/>
              </a:rPr>
              <a:t>Front-</a:t>
            </a:r>
            <a:r>
              <a:rPr dirty="0" sz="2000" spc="-25">
                <a:solidFill>
                  <a:srgbClr val="173360"/>
                </a:solidFill>
                <a:latin typeface="Malgun Gothic"/>
                <a:cs typeface="Malgun Gothic"/>
              </a:rPr>
              <a:t>End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Customer</a:t>
            </a:r>
            <a:r>
              <a:rPr dirty="0" sz="2000" spc="-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Experiences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3670153" y="5691771"/>
            <a:ext cx="3587750" cy="945515"/>
          </a:xfrm>
          <a:prstGeom prst="rect">
            <a:avLst/>
          </a:prstGeom>
          <a:solidFill>
            <a:srgbClr val="F6FBFF"/>
          </a:solidFill>
        </p:spPr>
        <p:txBody>
          <a:bodyPr wrap="square" lIns="0" tIns="198755" rIns="0" bIns="0" rtlCol="0" vert="horz">
            <a:spAutoFit/>
          </a:bodyPr>
          <a:lstStyle/>
          <a:p>
            <a:pPr marL="635" marR="1377315">
              <a:lnSpc>
                <a:spcPts val="2160"/>
              </a:lnSpc>
              <a:spcBef>
                <a:spcPts val="1565"/>
              </a:spcBef>
            </a:pP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Real-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Time</a:t>
            </a:r>
            <a:r>
              <a:rPr dirty="0" sz="2000" spc="-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Backend Operations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3397653" y="7650211"/>
            <a:ext cx="11569065" cy="2460625"/>
            <a:chOff x="3397653" y="7650211"/>
            <a:chExt cx="11569065" cy="2460625"/>
          </a:xfrm>
        </p:grpSpPr>
        <p:pic>
          <p:nvPicPr>
            <p:cNvPr id="91" name="object 91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97653" y="7650211"/>
              <a:ext cx="11568766" cy="2460431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062728" y="7690078"/>
              <a:ext cx="8236457" cy="2324735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3775329" y="7764907"/>
              <a:ext cx="10737850" cy="1767205"/>
            </a:xfrm>
            <a:custGeom>
              <a:avLst/>
              <a:gdLst/>
              <a:ahLst/>
              <a:cxnLst/>
              <a:rect l="l" t="t" r="r" b="b"/>
              <a:pathLst>
                <a:path w="10737850" h="1767204">
                  <a:moveTo>
                    <a:pt x="10608691" y="0"/>
                  </a:moveTo>
                  <a:lnTo>
                    <a:pt x="128650" y="0"/>
                  </a:lnTo>
                  <a:lnTo>
                    <a:pt x="78599" y="10100"/>
                  </a:lnTo>
                  <a:lnTo>
                    <a:pt x="37703" y="37655"/>
                  </a:lnTo>
                  <a:lnTo>
                    <a:pt x="10118" y="78545"/>
                  </a:lnTo>
                  <a:lnTo>
                    <a:pt x="0" y="128651"/>
                  </a:lnTo>
                  <a:lnTo>
                    <a:pt x="0" y="1637995"/>
                  </a:lnTo>
                  <a:lnTo>
                    <a:pt x="10118" y="1688068"/>
                  </a:lnTo>
                  <a:lnTo>
                    <a:pt x="37703" y="1728962"/>
                  </a:lnTo>
                  <a:lnTo>
                    <a:pt x="78599" y="1756535"/>
                  </a:lnTo>
                  <a:lnTo>
                    <a:pt x="128650" y="1766646"/>
                  </a:lnTo>
                  <a:lnTo>
                    <a:pt x="10608691" y="1766646"/>
                  </a:lnTo>
                  <a:lnTo>
                    <a:pt x="10658742" y="1756535"/>
                  </a:lnTo>
                  <a:lnTo>
                    <a:pt x="10699638" y="1728962"/>
                  </a:lnTo>
                  <a:lnTo>
                    <a:pt x="10727223" y="1688068"/>
                  </a:lnTo>
                  <a:lnTo>
                    <a:pt x="10737342" y="1637995"/>
                  </a:lnTo>
                  <a:lnTo>
                    <a:pt x="10737342" y="128651"/>
                  </a:lnTo>
                  <a:lnTo>
                    <a:pt x="10727223" y="78545"/>
                  </a:lnTo>
                  <a:lnTo>
                    <a:pt x="10699638" y="37655"/>
                  </a:lnTo>
                  <a:lnTo>
                    <a:pt x="10658742" y="10100"/>
                  </a:lnTo>
                  <a:lnTo>
                    <a:pt x="10608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 descr=""/>
          <p:cNvSpPr txBox="1"/>
          <p:nvPr/>
        </p:nvSpPr>
        <p:spPr>
          <a:xfrm>
            <a:off x="5800725" y="8200135"/>
            <a:ext cx="6687820" cy="870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13360">
              <a:lnSpc>
                <a:spcPct val="100699"/>
              </a:lnSpc>
              <a:spcBef>
                <a:spcPts val="95"/>
              </a:spcBef>
            </a:pPr>
            <a:r>
              <a:rPr dirty="0" sz="2750" spc="-40">
                <a:solidFill>
                  <a:srgbClr val="173360"/>
                </a:solidFill>
                <a:latin typeface="Calibri"/>
                <a:cs typeface="Calibri"/>
              </a:rPr>
              <a:t>“</a:t>
            </a:r>
            <a:r>
              <a:rPr dirty="0" sz="2750" spc="-40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2750" spc="-23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것이</a:t>
            </a:r>
            <a:r>
              <a:rPr dirty="0" sz="275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정지되어</a:t>
            </a:r>
            <a:r>
              <a:rPr dirty="0" sz="2750" spc="-2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있다는</a:t>
            </a:r>
            <a:r>
              <a:rPr dirty="0" sz="275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생각을</a:t>
            </a:r>
            <a:r>
              <a:rPr dirty="0" sz="2750" spc="-22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 spc="-25">
                <a:solidFill>
                  <a:srgbClr val="173360"/>
                </a:solidFill>
                <a:latin typeface="Malgun Gothic"/>
                <a:cs typeface="Malgun Gothic"/>
              </a:rPr>
              <a:t>바꿔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2750" spc="-2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것이</a:t>
            </a:r>
            <a:r>
              <a:rPr dirty="0" sz="2750" spc="-2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움직인다고</a:t>
            </a:r>
            <a:r>
              <a:rPr dirty="0" sz="2750" spc="-2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생각해야</a:t>
            </a:r>
            <a:r>
              <a:rPr dirty="0" sz="2750" spc="-2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750">
                <a:solidFill>
                  <a:srgbClr val="173360"/>
                </a:solidFill>
                <a:latin typeface="Malgun Gothic"/>
                <a:cs typeface="Malgun Gothic"/>
              </a:rPr>
              <a:t>합니다</a:t>
            </a:r>
            <a:r>
              <a:rPr dirty="0" sz="2750">
                <a:solidFill>
                  <a:srgbClr val="173360"/>
                </a:solidFill>
                <a:latin typeface="Calibri"/>
                <a:cs typeface="Calibri"/>
              </a:rPr>
              <a:t>.”</a:t>
            </a:r>
            <a:r>
              <a:rPr dirty="0" sz="2750" spc="-5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750" spc="220">
                <a:solidFill>
                  <a:srgbClr val="173360"/>
                </a:solidFill>
                <a:latin typeface="Calibri"/>
                <a:cs typeface="Calibri"/>
              </a:rPr>
              <a:t>—</a:t>
            </a:r>
            <a:endParaRPr sz="2750">
              <a:latin typeface="Calibri"/>
              <a:cs typeface="Calibri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12079223" y="8266214"/>
            <a:ext cx="1590040" cy="1435100"/>
            <a:chOff x="12079223" y="8266214"/>
            <a:chExt cx="1590040" cy="1435100"/>
          </a:xfrm>
        </p:grpSpPr>
        <p:pic>
          <p:nvPicPr>
            <p:cNvPr id="96" name="object 9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079223" y="8266214"/>
              <a:ext cx="1589658" cy="1434972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618592" y="8688971"/>
              <a:ext cx="438594" cy="284975"/>
            </a:xfrm>
            <a:prstGeom prst="rect">
              <a:avLst/>
            </a:prstGeom>
          </p:spPr>
        </p:pic>
      </p:grpSp>
      <p:sp>
        <p:nvSpPr>
          <p:cNvPr id="98" name="object 98" descr=""/>
          <p:cNvSpPr txBox="1"/>
          <p:nvPr/>
        </p:nvSpPr>
        <p:spPr>
          <a:xfrm>
            <a:off x="17190465" y="9450219"/>
            <a:ext cx="228600" cy="19367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1000" spc="45">
                <a:solidFill>
                  <a:srgbClr val="173360"/>
                </a:solidFill>
                <a:latin typeface="Calibri"/>
                <a:cs typeface="Calibri"/>
              </a:rPr>
              <a:t>59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04926" y="5064886"/>
            <a:ext cx="1115695" cy="76200"/>
          </a:xfrm>
          <a:custGeom>
            <a:avLst/>
            <a:gdLst/>
            <a:ahLst/>
            <a:cxnLst/>
            <a:rect l="l" t="t" r="r" b="b"/>
            <a:pathLst>
              <a:path w="1115694" h="76200">
                <a:moveTo>
                  <a:pt x="1039494" y="0"/>
                </a:moveTo>
                <a:lnTo>
                  <a:pt x="1039494" y="76200"/>
                </a:lnTo>
                <a:lnTo>
                  <a:pt x="1096644" y="47625"/>
                </a:lnTo>
                <a:lnTo>
                  <a:pt x="1052194" y="47625"/>
                </a:lnTo>
                <a:lnTo>
                  <a:pt x="1052194" y="28575"/>
                </a:lnTo>
                <a:lnTo>
                  <a:pt x="1096644" y="28575"/>
                </a:lnTo>
                <a:lnTo>
                  <a:pt x="1039494" y="0"/>
                </a:lnTo>
                <a:close/>
              </a:path>
              <a:path w="1115694" h="76200">
                <a:moveTo>
                  <a:pt x="1039494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039494" y="47625"/>
                </a:lnTo>
                <a:lnTo>
                  <a:pt x="1039494" y="28575"/>
                </a:lnTo>
                <a:close/>
              </a:path>
              <a:path w="1115694" h="76200">
                <a:moveTo>
                  <a:pt x="1096644" y="28575"/>
                </a:moveTo>
                <a:lnTo>
                  <a:pt x="1052194" y="28575"/>
                </a:lnTo>
                <a:lnTo>
                  <a:pt x="1052194" y="47625"/>
                </a:lnTo>
                <a:lnTo>
                  <a:pt x="1096644" y="47625"/>
                </a:lnTo>
                <a:lnTo>
                  <a:pt x="1115694" y="38100"/>
                </a:lnTo>
                <a:lnTo>
                  <a:pt x="1096644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26148" y="2388133"/>
            <a:ext cx="13994765" cy="7102475"/>
            <a:chOff x="626148" y="2388133"/>
            <a:chExt cx="13994765" cy="7102475"/>
          </a:xfrm>
        </p:grpSpPr>
        <p:sp>
          <p:nvSpPr>
            <p:cNvPr id="4" name="object 4" descr=""/>
            <p:cNvSpPr/>
            <p:nvPr/>
          </p:nvSpPr>
          <p:spPr>
            <a:xfrm>
              <a:off x="13504926" y="6991731"/>
              <a:ext cx="1115695" cy="76200"/>
            </a:xfrm>
            <a:custGeom>
              <a:avLst/>
              <a:gdLst/>
              <a:ahLst/>
              <a:cxnLst/>
              <a:rect l="l" t="t" r="r" b="b"/>
              <a:pathLst>
                <a:path w="1115694" h="76200">
                  <a:moveTo>
                    <a:pt x="1039494" y="0"/>
                  </a:moveTo>
                  <a:lnTo>
                    <a:pt x="1039494" y="76200"/>
                  </a:lnTo>
                  <a:lnTo>
                    <a:pt x="1096644" y="47625"/>
                  </a:lnTo>
                  <a:lnTo>
                    <a:pt x="1052194" y="47625"/>
                  </a:lnTo>
                  <a:lnTo>
                    <a:pt x="1052194" y="28575"/>
                  </a:lnTo>
                  <a:lnTo>
                    <a:pt x="1096644" y="28575"/>
                  </a:lnTo>
                  <a:lnTo>
                    <a:pt x="1039494" y="0"/>
                  </a:lnTo>
                  <a:close/>
                </a:path>
                <a:path w="1115694" h="76200">
                  <a:moveTo>
                    <a:pt x="103949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1039494" y="47625"/>
                  </a:lnTo>
                  <a:lnTo>
                    <a:pt x="1039494" y="28575"/>
                  </a:lnTo>
                  <a:close/>
                </a:path>
                <a:path w="1115694" h="76200">
                  <a:moveTo>
                    <a:pt x="1096644" y="28575"/>
                  </a:moveTo>
                  <a:lnTo>
                    <a:pt x="1052194" y="28575"/>
                  </a:lnTo>
                  <a:lnTo>
                    <a:pt x="1052194" y="47625"/>
                  </a:lnTo>
                  <a:lnTo>
                    <a:pt x="1096644" y="47625"/>
                  </a:lnTo>
                  <a:lnTo>
                    <a:pt x="1115694" y="38100"/>
                  </a:lnTo>
                  <a:lnTo>
                    <a:pt x="1096644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5760" y="2388133"/>
              <a:ext cx="9750679" cy="710247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713731" y="2811018"/>
              <a:ext cx="8598535" cy="5949315"/>
            </a:xfrm>
            <a:custGeom>
              <a:avLst/>
              <a:gdLst/>
              <a:ahLst/>
              <a:cxnLst/>
              <a:rect l="l" t="t" r="r" b="b"/>
              <a:pathLst>
                <a:path w="8598535" h="5949315">
                  <a:moveTo>
                    <a:pt x="8517889" y="0"/>
                  </a:moveTo>
                  <a:lnTo>
                    <a:pt x="80390" y="0"/>
                  </a:lnTo>
                  <a:lnTo>
                    <a:pt x="49077" y="6310"/>
                  </a:lnTo>
                  <a:lnTo>
                    <a:pt x="23526" y="23526"/>
                  </a:lnTo>
                  <a:lnTo>
                    <a:pt x="6310" y="49077"/>
                  </a:lnTo>
                  <a:lnTo>
                    <a:pt x="0" y="80390"/>
                  </a:lnTo>
                  <a:lnTo>
                    <a:pt x="0" y="5868670"/>
                  </a:lnTo>
                  <a:lnTo>
                    <a:pt x="6310" y="5899929"/>
                  </a:lnTo>
                  <a:lnTo>
                    <a:pt x="23526" y="5925486"/>
                  </a:lnTo>
                  <a:lnTo>
                    <a:pt x="49077" y="5942732"/>
                  </a:lnTo>
                  <a:lnTo>
                    <a:pt x="80390" y="5949060"/>
                  </a:lnTo>
                  <a:lnTo>
                    <a:pt x="8517889" y="5949060"/>
                  </a:lnTo>
                  <a:lnTo>
                    <a:pt x="8549203" y="5942732"/>
                  </a:lnTo>
                  <a:lnTo>
                    <a:pt x="8574754" y="5925486"/>
                  </a:lnTo>
                  <a:lnTo>
                    <a:pt x="8591970" y="5899929"/>
                  </a:lnTo>
                  <a:lnTo>
                    <a:pt x="8598281" y="5868670"/>
                  </a:lnTo>
                  <a:lnTo>
                    <a:pt x="8598281" y="80390"/>
                  </a:lnTo>
                  <a:lnTo>
                    <a:pt x="8591970" y="49077"/>
                  </a:lnTo>
                  <a:lnTo>
                    <a:pt x="8574754" y="23526"/>
                  </a:lnTo>
                  <a:lnTo>
                    <a:pt x="8549203" y="6310"/>
                  </a:lnTo>
                  <a:lnTo>
                    <a:pt x="85178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220085" y="4155693"/>
              <a:ext cx="1177925" cy="3821429"/>
            </a:xfrm>
            <a:custGeom>
              <a:avLst/>
              <a:gdLst/>
              <a:ahLst/>
              <a:cxnLst/>
              <a:rect l="l" t="t" r="r" b="b"/>
              <a:pathLst>
                <a:path w="1177925" h="3821429">
                  <a:moveTo>
                    <a:pt x="1177798" y="3782949"/>
                  </a:moveTo>
                  <a:lnTo>
                    <a:pt x="1158748" y="3773424"/>
                  </a:lnTo>
                  <a:lnTo>
                    <a:pt x="1101598" y="3744849"/>
                  </a:lnTo>
                  <a:lnTo>
                    <a:pt x="1101598" y="3773424"/>
                  </a:lnTo>
                  <a:lnTo>
                    <a:pt x="0" y="3773424"/>
                  </a:lnTo>
                  <a:lnTo>
                    <a:pt x="0" y="3792474"/>
                  </a:lnTo>
                  <a:lnTo>
                    <a:pt x="1101598" y="3792474"/>
                  </a:lnTo>
                  <a:lnTo>
                    <a:pt x="1101598" y="3821049"/>
                  </a:lnTo>
                  <a:lnTo>
                    <a:pt x="1158748" y="3792474"/>
                  </a:lnTo>
                  <a:lnTo>
                    <a:pt x="1177798" y="3782949"/>
                  </a:lnTo>
                  <a:close/>
                </a:path>
                <a:path w="1177925" h="3821429">
                  <a:moveTo>
                    <a:pt x="1177798" y="2534666"/>
                  </a:moveTo>
                  <a:lnTo>
                    <a:pt x="1158748" y="2525141"/>
                  </a:lnTo>
                  <a:lnTo>
                    <a:pt x="1101598" y="2496566"/>
                  </a:lnTo>
                  <a:lnTo>
                    <a:pt x="1101598" y="2525141"/>
                  </a:lnTo>
                  <a:lnTo>
                    <a:pt x="0" y="2525141"/>
                  </a:lnTo>
                  <a:lnTo>
                    <a:pt x="0" y="2544191"/>
                  </a:lnTo>
                  <a:lnTo>
                    <a:pt x="1101598" y="2544191"/>
                  </a:lnTo>
                  <a:lnTo>
                    <a:pt x="1101598" y="2572766"/>
                  </a:lnTo>
                  <a:lnTo>
                    <a:pt x="1158748" y="2544191"/>
                  </a:lnTo>
                  <a:lnTo>
                    <a:pt x="1177798" y="2534666"/>
                  </a:lnTo>
                  <a:close/>
                </a:path>
                <a:path w="1177925" h="3821429">
                  <a:moveTo>
                    <a:pt x="1177798" y="1286383"/>
                  </a:moveTo>
                  <a:lnTo>
                    <a:pt x="1158748" y="1276858"/>
                  </a:lnTo>
                  <a:lnTo>
                    <a:pt x="1101598" y="1248283"/>
                  </a:lnTo>
                  <a:lnTo>
                    <a:pt x="1101598" y="1276858"/>
                  </a:lnTo>
                  <a:lnTo>
                    <a:pt x="16510" y="1276858"/>
                  </a:lnTo>
                  <a:lnTo>
                    <a:pt x="16510" y="1295908"/>
                  </a:lnTo>
                  <a:lnTo>
                    <a:pt x="1101598" y="1295908"/>
                  </a:lnTo>
                  <a:lnTo>
                    <a:pt x="1101598" y="1324483"/>
                  </a:lnTo>
                  <a:lnTo>
                    <a:pt x="1158748" y="1295908"/>
                  </a:lnTo>
                  <a:lnTo>
                    <a:pt x="1177798" y="1286383"/>
                  </a:lnTo>
                  <a:close/>
                </a:path>
                <a:path w="1177925" h="3821429">
                  <a:moveTo>
                    <a:pt x="1177798" y="38100"/>
                  </a:moveTo>
                  <a:lnTo>
                    <a:pt x="1158748" y="28575"/>
                  </a:lnTo>
                  <a:lnTo>
                    <a:pt x="1101598" y="0"/>
                  </a:lnTo>
                  <a:lnTo>
                    <a:pt x="1101598" y="28575"/>
                  </a:lnTo>
                  <a:lnTo>
                    <a:pt x="16510" y="28575"/>
                  </a:lnTo>
                  <a:lnTo>
                    <a:pt x="16510" y="47625"/>
                  </a:lnTo>
                  <a:lnTo>
                    <a:pt x="1101598" y="47625"/>
                  </a:lnTo>
                  <a:lnTo>
                    <a:pt x="1101598" y="76200"/>
                  </a:lnTo>
                  <a:lnTo>
                    <a:pt x="1158748" y="47625"/>
                  </a:lnTo>
                  <a:lnTo>
                    <a:pt x="1177798" y="3810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6148" y="3775583"/>
              <a:ext cx="2611120" cy="836930"/>
            </a:xfrm>
            <a:custGeom>
              <a:avLst/>
              <a:gdLst/>
              <a:ahLst/>
              <a:cxnLst/>
              <a:rect l="l" t="t" r="r" b="b"/>
              <a:pathLst>
                <a:path w="2611120" h="836929">
                  <a:moveTo>
                    <a:pt x="2551645" y="0"/>
                  </a:moveTo>
                  <a:lnTo>
                    <a:pt x="59309" y="0"/>
                  </a:lnTo>
                  <a:lnTo>
                    <a:pt x="36224" y="4659"/>
                  </a:lnTo>
                  <a:lnTo>
                    <a:pt x="17372" y="17367"/>
                  </a:lnTo>
                  <a:lnTo>
                    <a:pt x="4661" y="36218"/>
                  </a:lnTo>
                  <a:lnTo>
                    <a:pt x="0" y="59309"/>
                  </a:lnTo>
                  <a:lnTo>
                    <a:pt x="0" y="777113"/>
                  </a:lnTo>
                  <a:lnTo>
                    <a:pt x="4661" y="800203"/>
                  </a:lnTo>
                  <a:lnTo>
                    <a:pt x="17372" y="819054"/>
                  </a:lnTo>
                  <a:lnTo>
                    <a:pt x="36224" y="831762"/>
                  </a:lnTo>
                  <a:lnTo>
                    <a:pt x="59309" y="836422"/>
                  </a:lnTo>
                  <a:lnTo>
                    <a:pt x="2551645" y="836422"/>
                  </a:lnTo>
                  <a:lnTo>
                    <a:pt x="2574682" y="831762"/>
                  </a:lnTo>
                  <a:lnTo>
                    <a:pt x="2593540" y="819054"/>
                  </a:lnTo>
                  <a:lnTo>
                    <a:pt x="2606277" y="800203"/>
                  </a:lnTo>
                  <a:lnTo>
                    <a:pt x="2610954" y="777113"/>
                  </a:lnTo>
                  <a:lnTo>
                    <a:pt x="2610954" y="59309"/>
                  </a:lnTo>
                  <a:lnTo>
                    <a:pt x="2606277" y="36218"/>
                  </a:lnTo>
                  <a:lnTo>
                    <a:pt x="2593540" y="17367"/>
                  </a:lnTo>
                  <a:lnTo>
                    <a:pt x="2574682" y="4659"/>
                  </a:lnTo>
                  <a:lnTo>
                    <a:pt x="2551645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605">
                <a:solidFill>
                  <a:srgbClr val="173360"/>
                </a:solidFill>
                <a:latin typeface="Calibri"/>
                <a:cs typeface="Calibri"/>
              </a:rPr>
              <a:t>Streaming</a:t>
            </a:r>
            <a:r>
              <a:rPr dirty="0" spc="22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700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pc="25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33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pc="254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생성부터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사용까지의</a:t>
            </a:r>
            <a:r>
              <a:rPr dirty="0" spc="-3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최단</a:t>
            </a:r>
            <a:r>
              <a:rPr dirty="0" spc="-30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거리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041298" y="3896614"/>
            <a:ext cx="1781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RDBMS/NoSQL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26148" y="5023865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9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9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69670" y="5145151"/>
            <a:ext cx="19246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185" b="1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175">
                <a:solidFill>
                  <a:srgbClr val="FFFFFF"/>
                </a:solidFill>
                <a:latin typeface="Calibri"/>
                <a:cs typeface="Calibri"/>
              </a:rPr>
              <a:t>CSV/JSON/XML…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26148" y="7520431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9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9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89838" y="7642097"/>
            <a:ext cx="22834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04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29" b="1">
                <a:solidFill>
                  <a:srgbClr val="FFFFFF"/>
                </a:solidFill>
                <a:latin typeface="Calibri"/>
                <a:cs typeface="Calibri"/>
              </a:rPr>
              <a:t>Events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Webhook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26148" y="6272148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9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9" y="836421"/>
                </a:lnTo>
                <a:lnTo>
                  <a:pt x="2551645" y="836421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847750" y="6393560"/>
            <a:ext cx="21653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60" b="1">
                <a:solidFill>
                  <a:srgbClr val="FFFFFF"/>
                </a:solidFill>
                <a:latin typeface="Calibri"/>
                <a:cs typeface="Calibri"/>
              </a:rPr>
              <a:t>SaaS</a:t>
            </a:r>
            <a:r>
              <a:rPr dirty="0" sz="18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 b="1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800" spc="265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FFFFFF"/>
                </a:solidFill>
                <a:latin typeface="Calibri"/>
                <a:cs typeface="Calibri"/>
              </a:rPr>
              <a:t>APIs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5520415" y="5064886"/>
            <a:ext cx="1016000" cy="76200"/>
          </a:xfrm>
          <a:custGeom>
            <a:avLst/>
            <a:gdLst/>
            <a:ahLst/>
            <a:cxnLst/>
            <a:rect l="l" t="t" r="r" b="b"/>
            <a:pathLst>
              <a:path w="1016000" h="76200">
                <a:moveTo>
                  <a:pt x="939292" y="0"/>
                </a:moveTo>
                <a:lnTo>
                  <a:pt x="939292" y="76200"/>
                </a:lnTo>
                <a:lnTo>
                  <a:pt x="996442" y="47625"/>
                </a:lnTo>
                <a:lnTo>
                  <a:pt x="951992" y="47625"/>
                </a:lnTo>
                <a:lnTo>
                  <a:pt x="951992" y="28575"/>
                </a:lnTo>
                <a:lnTo>
                  <a:pt x="996442" y="28575"/>
                </a:lnTo>
                <a:lnTo>
                  <a:pt x="939292" y="0"/>
                </a:lnTo>
                <a:close/>
              </a:path>
              <a:path w="1016000" h="76200">
                <a:moveTo>
                  <a:pt x="939292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39292" y="47625"/>
                </a:lnTo>
                <a:lnTo>
                  <a:pt x="939292" y="28575"/>
                </a:lnTo>
                <a:close/>
              </a:path>
              <a:path w="1016000" h="76200">
                <a:moveTo>
                  <a:pt x="996442" y="28575"/>
                </a:moveTo>
                <a:lnTo>
                  <a:pt x="951992" y="28575"/>
                </a:lnTo>
                <a:lnTo>
                  <a:pt x="951992" y="47625"/>
                </a:lnTo>
                <a:lnTo>
                  <a:pt x="996442" y="47625"/>
                </a:lnTo>
                <a:lnTo>
                  <a:pt x="1015492" y="38100"/>
                </a:lnTo>
                <a:lnTo>
                  <a:pt x="996442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5520415" y="6991604"/>
            <a:ext cx="1016000" cy="76200"/>
          </a:xfrm>
          <a:custGeom>
            <a:avLst/>
            <a:gdLst/>
            <a:ahLst/>
            <a:cxnLst/>
            <a:rect l="l" t="t" r="r" b="b"/>
            <a:pathLst>
              <a:path w="1016000" h="76200">
                <a:moveTo>
                  <a:pt x="939292" y="0"/>
                </a:moveTo>
                <a:lnTo>
                  <a:pt x="939292" y="76200"/>
                </a:lnTo>
                <a:lnTo>
                  <a:pt x="996442" y="47625"/>
                </a:lnTo>
                <a:lnTo>
                  <a:pt x="951992" y="47625"/>
                </a:lnTo>
                <a:lnTo>
                  <a:pt x="951992" y="28575"/>
                </a:lnTo>
                <a:lnTo>
                  <a:pt x="996442" y="28575"/>
                </a:lnTo>
                <a:lnTo>
                  <a:pt x="939292" y="0"/>
                </a:lnTo>
                <a:close/>
              </a:path>
              <a:path w="1016000" h="76200">
                <a:moveTo>
                  <a:pt x="939292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39292" y="47625"/>
                </a:lnTo>
                <a:lnTo>
                  <a:pt x="939292" y="28575"/>
                </a:lnTo>
                <a:close/>
              </a:path>
              <a:path w="1016000" h="76200">
                <a:moveTo>
                  <a:pt x="996442" y="28575"/>
                </a:moveTo>
                <a:lnTo>
                  <a:pt x="951992" y="28575"/>
                </a:lnTo>
                <a:lnTo>
                  <a:pt x="951992" y="47625"/>
                </a:lnTo>
                <a:lnTo>
                  <a:pt x="996442" y="47625"/>
                </a:lnTo>
                <a:lnTo>
                  <a:pt x="1015492" y="38100"/>
                </a:lnTo>
                <a:lnTo>
                  <a:pt x="996442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4364081" y="6212840"/>
            <a:ext cx="1328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5" b="1" i="1">
                <a:solidFill>
                  <a:srgbClr val="173360"/>
                </a:solidFill>
                <a:latin typeface="Calibri"/>
                <a:cs typeface="Calibri"/>
              </a:rPr>
              <a:t>Databases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984605" y="5664200"/>
            <a:ext cx="3608704" cy="534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05"/>
              </a:lnSpc>
              <a:spcBef>
                <a:spcPts val="100"/>
              </a:spcBef>
            </a:pPr>
            <a:r>
              <a:rPr dirty="0" sz="1800" spc="265" b="1" i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110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50" b="1" i="1">
                <a:solidFill>
                  <a:srgbClr val="173360"/>
                </a:solidFill>
                <a:latin typeface="Calibri"/>
                <a:cs typeface="Calibri"/>
              </a:rPr>
              <a:t>Warehouse</a:t>
            </a:r>
            <a:endParaRPr sz="1800">
              <a:latin typeface="Calibri"/>
              <a:cs typeface="Calibri"/>
            </a:endParaRPr>
          </a:p>
          <a:p>
            <a:pPr marL="2474595">
              <a:lnSpc>
                <a:spcPts val="2005"/>
              </a:lnSpc>
            </a:pPr>
            <a:r>
              <a:rPr dirty="0" sz="1800" spc="210" b="1" i="1">
                <a:solidFill>
                  <a:srgbClr val="173360"/>
                </a:solid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4705203" y="4718177"/>
            <a:ext cx="763905" cy="763905"/>
            <a:chOff x="14705203" y="4718177"/>
            <a:chExt cx="763905" cy="763905"/>
          </a:xfrm>
        </p:grpSpPr>
        <p:sp>
          <p:nvSpPr>
            <p:cNvPr id="22" name="object 22" descr=""/>
            <p:cNvSpPr/>
            <p:nvPr/>
          </p:nvSpPr>
          <p:spPr>
            <a:xfrm>
              <a:off x="14705203" y="4718177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6" y="0"/>
                  </a:moveTo>
                  <a:lnTo>
                    <a:pt x="58673" y="0"/>
                  </a:lnTo>
                  <a:lnTo>
                    <a:pt x="35629" y="4544"/>
                  </a:lnTo>
                  <a:lnTo>
                    <a:pt x="17002" y="17018"/>
                  </a:lnTo>
                  <a:lnTo>
                    <a:pt x="4542" y="35683"/>
                  </a:lnTo>
                  <a:lnTo>
                    <a:pt x="0" y="58800"/>
                  </a:lnTo>
                  <a:lnTo>
                    <a:pt x="0" y="704850"/>
                  </a:lnTo>
                  <a:lnTo>
                    <a:pt x="4542" y="727432"/>
                  </a:lnTo>
                  <a:lnTo>
                    <a:pt x="17002" y="746156"/>
                  </a:lnTo>
                  <a:lnTo>
                    <a:pt x="35629" y="758928"/>
                  </a:lnTo>
                  <a:lnTo>
                    <a:pt x="58673" y="763651"/>
                  </a:lnTo>
                  <a:lnTo>
                    <a:pt x="499236" y="763651"/>
                  </a:lnTo>
                  <a:lnTo>
                    <a:pt x="521745" y="758928"/>
                  </a:lnTo>
                  <a:lnTo>
                    <a:pt x="540432" y="746156"/>
                  </a:lnTo>
                  <a:lnTo>
                    <a:pt x="553190" y="727432"/>
                  </a:lnTo>
                  <a:lnTo>
                    <a:pt x="557910" y="704850"/>
                  </a:lnTo>
                  <a:lnTo>
                    <a:pt x="58673" y="704850"/>
                  </a:lnTo>
                  <a:lnTo>
                    <a:pt x="58673" y="58800"/>
                  </a:lnTo>
                  <a:lnTo>
                    <a:pt x="557910" y="58800"/>
                  </a:lnTo>
                  <a:lnTo>
                    <a:pt x="553190" y="35683"/>
                  </a:lnTo>
                  <a:lnTo>
                    <a:pt x="540432" y="17018"/>
                  </a:lnTo>
                  <a:lnTo>
                    <a:pt x="521745" y="4544"/>
                  </a:lnTo>
                  <a:lnTo>
                    <a:pt x="499236" y="0"/>
                  </a:lnTo>
                  <a:close/>
                </a:path>
                <a:path w="558165" h="763904">
                  <a:moveTo>
                    <a:pt x="557910" y="58800"/>
                  </a:moveTo>
                  <a:lnTo>
                    <a:pt x="499236" y="58800"/>
                  </a:lnTo>
                  <a:lnTo>
                    <a:pt x="499236" y="704850"/>
                  </a:lnTo>
                  <a:lnTo>
                    <a:pt x="557910" y="704850"/>
                  </a:lnTo>
                  <a:lnTo>
                    <a:pt x="557910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81352" y="5231511"/>
              <a:ext cx="205613" cy="250316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5204440" y="5100066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4" h="382270">
                  <a:moveTo>
                    <a:pt x="205613" y="0"/>
                  </a:moveTo>
                  <a:lnTo>
                    <a:pt x="58673" y="0"/>
                  </a:lnTo>
                  <a:lnTo>
                    <a:pt x="35629" y="4542"/>
                  </a:lnTo>
                  <a:lnTo>
                    <a:pt x="17002" y="17002"/>
                  </a:lnTo>
                  <a:lnTo>
                    <a:pt x="4542" y="35629"/>
                  </a:lnTo>
                  <a:lnTo>
                    <a:pt x="0" y="58674"/>
                  </a:lnTo>
                  <a:lnTo>
                    <a:pt x="0" y="381762"/>
                  </a:lnTo>
                  <a:lnTo>
                    <a:pt x="205613" y="381762"/>
                  </a:lnTo>
                  <a:lnTo>
                    <a:pt x="228121" y="377039"/>
                  </a:lnTo>
                  <a:lnTo>
                    <a:pt x="246808" y="364267"/>
                  </a:lnTo>
                  <a:lnTo>
                    <a:pt x="259566" y="345543"/>
                  </a:lnTo>
                  <a:lnTo>
                    <a:pt x="264286" y="322961"/>
                  </a:lnTo>
                  <a:lnTo>
                    <a:pt x="58673" y="322961"/>
                  </a:lnTo>
                  <a:lnTo>
                    <a:pt x="58673" y="58674"/>
                  </a:lnTo>
                  <a:lnTo>
                    <a:pt x="264286" y="58674"/>
                  </a:lnTo>
                  <a:lnTo>
                    <a:pt x="259566" y="35629"/>
                  </a:lnTo>
                  <a:lnTo>
                    <a:pt x="246808" y="17002"/>
                  </a:lnTo>
                  <a:lnTo>
                    <a:pt x="228121" y="4542"/>
                  </a:lnTo>
                  <a:lnTo>
                    <a:pt x="205613" y="0"/>
                  </a:lnTo>
                  <a:close/>
                </a:path>
                <a:path w="264794" h="382270">
                  <a:moveTo>
                    <a:pt x="264286" y="58674"/>
                  </a:moveTo>
                  <a:lnTo>
                    <a:pt x="205613" y="58674"/>
                  </a:lnTo>
                  <a:lnTo>
                    <a:pt x="205613" y="322961"/>
                  </a:lnTo>
                  <a:lnTo>
                    <a:pt x="264286" y="322961"/>
                  </a:lnTo>
                  <a:lnTo>
                    <a:pt x="264286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95449" y="4893233"/>
              <a:ext cx="176225" cy="176225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16637127" y="4722495"/>
            <a:ext cx="763905" cy="755015"/>
            <a:chOff x="16637127" y="4722495"/>
            <a:chExt cx="763905" cy="755015"/>
          </a:xfrm>
        </p:grpSpPr>
        <p:sp>
          <p:nvSpPr>
            <p:cNvPr id="27" name="object 27" descr=""/>
            <p:cNvSpPr/>
            <p:nvPr/>
          </p:nvSpPr>
          <p:spPr>
            <a:xfrm>
              <a:off x="16637127" y="4722494"/>
              <a:ext cx="763905" cy="755015"/>
            </a:xfrm>
            <a:custGeom>
              <a:avLst/>
              <a:gdLst/>
              <a:ahLst/>
              <a:cxnLst/>
              <a:rect l="l" t="t" r="r" b="b"/>
              <a:pathLst>
                <a:path w="763905" h="755014">
                  <a:moveTo>
                    <a:pt x="201549" y="423926"/>
                  </a:moveTo>
                  <a:lnTo>
                    <a:pt x="199466" y="413334"/>
                  </a:lnTo>
                  <a:lnTo>
                    <a:pt x="193802" y="404368"/>
                  </a:lnTo>
                  <a:lnTo>
                    <a:pt x="185356" y="398183"/>
                  </a:lnTo>
                  <a:lnTo>
                    <a:pt x="175006" y="395859"/>
                  </a:lnTo>
                  <a:lnTo>
                    <a:pt x="164414" y="398183"/>
                  </a:lnTo>
                  <a:lnTo>
                    <a:pt x="155498" y="404368"/>
                  </a:lnTo>
                  <a:lnTo>
                    <a:pt x="149352" y="413334"/>
                  </a:lnTo>
                  <a:lnTo>
                    <a:pt x="147066" y="423926"/>
                  </a:lnTo>
                  <a:lnTo>
                    <a:pt x="147066" y="571119"/>
                  </a:lnTo>
                  <a:lnTo>
                    <a:pt x="149352" y="581583"/>
                  </a:lnTo>
                  <a:lnTo>
                    <a:pt x="155511" y="590461"/>
                  </a:lnTo>
                  <a:lnTo>
                    <a:pt x="164414" y="596633"/>
                  </a:lnTo>
                  <a:lnTo>
                    <a:pt x="175006" y="598932"/>
                  </a:lnTo>
                  <a:lnTo>
                    <a:pt x="185356" y="596633"/>
                  </a:lnTo>
                  <a:lnTo>
                    <a:pt x="193802" y="590461"/>
                  </a:lnTo>
                  <a:lnTo>
                    <a:pt x="199466" y="581583"/>
                  </a:lnTo>
                  <a:lnTo>
                    <a:pt x="201549" y="571119"/>
                  </a:lnTo>
                  <a:lnTo>
                    <a:pt x="201549" y="423926"/>
                  </a:lnTo>
                  <a:close/>
                </a:path>
                <a:path w="763905" h="755014">
                  <a:moveTo>
                    <a:pt x="348615" y="276733"/>
                  </a:moveTo>
                  <a:lnTo>
                    <a:pt x="346557" y="266153"/>
                  </a:lnTo>
                  <a:lnTo>
                    <a:pt x="340931" y="257238"/>
                  </a:lnTo>
                  <a:lnTo>
                    <a:pt x="332536" y="251091"/>
                  </a:lnTo>
                  <a:lnTo>
                    <a:pt x="322199" y="248793"/>
                  </a:lnTo>
                  <a:lnTo>
                    <a:pt x="311594" y="251091"/>
                  </a:lnTo>
                  <a:lnTo>
                    <a:pt x="302641" y="257238"/>
                  </a:lnTo>
                  <a:lnTo>
                    <a:pt x="296443" y="266153"/>
                  </a:lnTo>
                  <a:lnTo>
                    <a:pt x="294132" y="276733"/>
                  </a:lnTo>
                  <a:lnTo>
                    <a:pt x="294132" y="515112"/>
                  </a:lnTo>
                  <a:lnTo>
                    <a:pt x="296443" y="525640"/>
                  </a:lnTo>
                  <a:lnTo>
                    <a:pt x="302641" y="534568"/>
                  </a:lnTo>
                  <a:lnTo>
                    <a:pt x="311594" y="540740"/>
                  </a:lnTo>
                  <a:lnTo>
                    <a:pt x="322199" y="543052"/>
                  </a:lnTo>
                  <a:lnTo>
                    <a:pt x="332536" y="540740"/>
                  </a:lnTo>
                  <a:lnTo>
                    <a:pt x="340931" y="534568"/>
                  </a:lnTo>
                  <a:lnTo>
                    <a:pt x="346557" y="525640"/>
                  </a:lnTo>
                  <a:lnTo>
                    <a:pt x="348615" y="515112"/>
                  </a:lnTo>
                  <a:lnTo>
                    <a:pt x="348615" y="276733"/>
                  </a:lnTo>
                  <a:close/>
                </a:path>
                <a:path w="763905" h="755014">
                  <a:moveTo>
                    <a:pt x="495808" y="166370"/>
                  </a:moveTo>
                  <a:lnTo>
                    <a:pt x="493725" y="155790"/>
                  </a:lnTo>
                  <a:lnTo>
                    <a:pt x="488073" y="146875"/>
                  </a:lnTo>
                  <a:lnTo>
                    <a:pt x="479679" y="140728"/>
                  </a:lnTo>
                  <a:lnTo>
                    <a:pt x="469392" y="138430"/>
                  </a:lnTo>
                  <a:lnTo>
                    <a:pt x="458787" y="140728"/>
                  </a:lnTo>
                  <a:lnTo>
                    <a:pt x="449834" y="146875"/>
                  </a:lnTo>
                  <a:lnTo>
                    <a:pt x="443636" y="155790"/>
                  </a:lnTo>
                  <a:lnTo>
                    <a:pt x="441325" y="166370"/>
                  </a:lnTo>
                  <a:lnTo>
                    <a:pt x="441325" y="571119"/>
                  </a:lnTo>
                  <a:lnTo>
                    <a:pt x="443636" y="581583"/>
                  </a:lnTo>
                  <a:lnTo>
                    <a:pt x="449834" y="590461"/>
                  </a:lnTo>
                  <a:lnTo>
                    <a:pt x="458787" y="596633"/>
                  </a:lnTo>
                  <a:lnTo>
                    <a:pt x="469392" y="598932"/>
                  </a:lnTo>
                  <a:lnTo>
                    <a:pt x="479679" y="596633"/>
                  </a:lnTo>
                  <a:lnTo>
                    <a:pt x="488073" y="590461"/>
                  </a:lnTo>
                  <a:lnTo>
                    <a:pt x="493725" y="581583"/>
                  </a:lnTo>
                  <a:lnTo>
                    <a:pt x="495808" y="571119"/>
                  </a:lnTo>
                  <a:lnTo>
                    <a:pt x="495808" y="166370"/>
                  </a:lnTo>
                  <a:close/>
                </a:path>
                <a:path w="763905" h="755014">
                  <a:moveTo>
                    <a:pt x="763651" y="726948"/>
                  </a:moveTo>
                  <a:lnTo>
                    <a:pt x="761326" y="716356"/>
                  </a:lnTo>
                  <a:lnTo>
                    <a:pt x="755142" y="707390"/>
                  </a:lnTo>
                  <a:lnTo>
                    <a:pt x="746175" y="701205"/>
                  </a:lnTo>
                  <a:lnTo>
                    <a:pt x="735584" y="698881"/>
                  </a:lnTo>
                  <a:lnTo>
                    <a:pt x="58801" y="698881"/>
                  </a:lnTo>
                  <a:lnTo>
                    <a:pt x="54483" y="696087"/>
                  </a:lnTo>
                  <a:lnTo>
                    <a:pt x="54483" y="28067"/>
                  </a:lnTo>
                  <a:lnTo>
                    <a:pt x="27940" y="0"/>
                  </a:lnTo>
                  <a:lnTo>
                    <a:pt x="17348" y="2324"/>
                  </a:lnTo>
                  <a:lnTo>
                    <a:pt x="8445" y="8509"/>
                  </a:lnTo>
                  <a:lnTo>
                    <a:pt x="2286" y="17475"/>
                  </a:lnTo>
                  <a:lnTo>
                    <a:pt x="0" y="28067"/>
                  </a:lnTo>
                  <a:lnTo>
                    <a:pt x="0" y="690245"/>
                  </a:lnTo>
                  <a:lnTo>
                    <a:pt x="5130" y="715251"/>
                  </a:lnTo>
                  <a:lnTo>
                    <a:pt x="19088" y="735812"/>
                  </a:lnTo>
                  <a:lnTo>
                    <a:pt x="39700" y="749757"/>
                  </a:lnTo>
                  <a:lnTo>
                    <a:pt x="64770" y="754888"/>
                  </a:lnTo>
                  <a:lnTo>
                    <a:pt x="735584" y="754888"/>
                  </a:lnTo>
                  <a:lnTo>
                    <a:pt x="746175" y="752602"/>
                  </a:lnTo>
                  <a:lnTo>
                    <a:pt x="755142" y="746442"/>
                  </a:lnTo>
                  <a:lnTo>
                    <a:pt x="761326" y="737539"/>
                  </a:lnTo>
                  <a:lnTo>
                    <a:pt x="763651" y="72694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25645" y="4741710"/>
              <a:ext cx="73527" cy="514946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6637127" y="6646291"/>
            <a:ext cx="763905" cy="755015"/>
            <a:chOff x="16637127" y="6646291"/>
            <a:chExt cx="763905" cy="755015"/>
          </a:xfrm>
        </p:grpSpPr>
        <p:sp>
          <p:nvSpPr>
            <p:cNvPr id="30" name="object 30" descr=""/>
            <p:cNvSpPr/>
            <p:nvPr/>
          </p:nvSpPr>
          <p:spPr>
            <a:xfrm>
              <a:off x="16637127" y="6646291"/>
              <a:ext cx="763905" cy="755015"/>
            </a:xfrm>
            <a:custGeom>
              <a:avLst/>
              <a:gdLst/>
              <a:ahLst/>
              <a:cxnLst/>
              <a:rect l="l" t="t" r="r" b="b"/>
              <a:pathLst>
                <a:path w="763905" h="755015">
                  <a:moveTo>
                    <a:pt x="201549" y="423799"/>
                  </a:moveTo>
                  <a:lnTo>
                    <a:pt x="199466" y="413207"/>
                  </a:lnTo>
                  <a:lnTo>
                    <a:pt x="193802" y="404241"/>
                  </a:lnTo>
                  <a:lnTo>
                    <a:pt x="185356" y="398056"/>
                  </a:lnTo>
                  <a:lnTo>
                    <a:pt x="175006" y="395732"/>
                  </a:lnTo>
                  <a:lnTo>
                    <a:pt x="164414" y="398056"/>
                  </a:lnTo>
                  <a:lnTo>
                    <a:pt x="155498" y="404241"/>
                  </a:lnTo>
                  <a:lnTo>
                    <a:pt x="149352" y="413207"/>
                  </a:lnTo>
                  <a:lnTo>
                    <a:pt x="147066" y="423799"/>
                  </a:lnTo>
                  <a:lnTo>
                    <a:pt x="147066" y="570992"/>
                  </a:lnTo>
                  <a:lnTo>
                    <a:pt x="149352" y="581520"/>
                  </a:lnTo>
                  <a:lnTo>
                    <a:pt x="155511" y="590448"/>
                  </a:lnTo>
                  <a:lnTo>
                    <a:pt x="164414" y="596620"/>
                  </a:lnTo>
                  <a:lnTo>
                    <a:pt x="175006" y="598932"/>
                  </a:lnTo>
                  <a:lnTo>
                    <a:pt x="185356" y="596620"/>
                  </a:lnTo>
                  <a:lnTo>
                    <a:pt x="193802" y="590448"/>
                  </a:lnTo>
                  <a:lnTo>
                    <a:pt x="199466" y="581520"/>
                  </a:lnTo>
                  <a:lnTo>
                    <a:pt x="201549" y="570992"/>
                  </a:lnTo>
                  <a:lnTo>
                    <a:pt x="201549" y="423799"/>
                  </a:lnTo>
                  <a:close/>
                </a:path>
                <a:path w="763905" h="755015">
                  <a:moveTo>
                    <a:pt x="348615" y="276606"/>
                  </a:moveTo>
                  <a:lnTo>
                    <a:pt x="346557" y="266026"/>
                  </a:lnTo>
                  <a:lnTo>
                    <a:pt x="340931" y="257124"/>
                  </a:lnTo>
                  <a:lnTo>
                    <a:pt x="332536" y="250964"/>
                  </a:lnTo>
                  <a:lnTo>
                    <a:pt x="322199" y="248666"/>
                  </a:lnTo>
                  <a:lnTo>
                    <a:pt x="311594" y="250964"/>
                  </a:lnTo>
                  <a:lnTo>
                    <a:pt x="302641" y="257124"/>
                  </a:lnTo>
                  <a:lnTo>
                    <a:pt x="296443" y="266026"/>
                  </a:lnTo>
                  <a:lnTo>
                    <a:pt x="294132" y="276606"/>
                  </a:lnTo>
                  <a:lnTo>
                    <a:pt x="294132" y="515112"/>
                  </a:lnTo>
                  <a:lnTo>
                    <a:pt x="296443" y="525627"/>
                  </a:lnTo>
                  <a:lnTo>
                    <a:pt x="302641" y="534504"/>
                  </a:lnTo>
                  <a:lnTo>
                    <a:pt x="311594" y="540639"/>
                  </a:lnTo>
                  <a:lnTo>
                    <a:pt x="322199" y="542925"/>
                  </a:lnTo>
                  <a:lnTo>
                    <a:pt x="332536" y="540639"/>
                  </a:lnTo>
                  <a:lnTo>
                    <a:pt x="340931" y="534504"/>
                  </a:lnTo>
                  <a:lnTo>
                    <a:pt x="346557" y="525627"/>
                  </a:lnTo>
                  <a:lnTo>
                    <a:pt x="348615" y="515112"/>
                  </a:lnTo>
                  <a:lnTo>
                    <a:pt x="348615" y="276606"/>
                  </a:lnTo>
                  <a:close/>
                </a:path>
                <a:path w="763905" h="755015">
                  <a:moveTo>
                    <a:pt x="495808" y="166370"/>
                  </a:moveTo>
                  <a:lnTo>
                    <a:pt x="493725" y="155778"/>
                  </a:lnTo>
                  <a:lnTo>
                    <a:pt x="488073" y="146812"/>
                  </a:lnTo>
                  <a:lnTo>
                    <a:pt x="479679" y="140627"/>
                  </a:lnTo>
                  <a:lnTo>
                    <a:pt x="469392" y="138303"/>
                  </a:lnTo>
                  <a:lnTo>
                    <a:pt x="458787" y="140627"/>
                  </a:lnTo>
                  <a:lnTo>
                    <a:pt x="449834" y="146812"/>
                  </a:lnTo>
                  <a:lnTo>
                    <a:pt x="443636" y="155778"/>
                  </a:lnTo>
                  <a:lnTo>
                    <a:pt x="441325" y="166370"/>
                  </a:lnTo>
                  <a:lnTo>
                    <a:pt x="441325" y="570992"/>
                  </a:lnTo>
                  <a:lnTo>
                    <a:pt x="443636" y="581520"/>
                  </a:lnTo>
                  <a:lnTo>
                    <a:pt x="449834" y="590448"/>
                  </a:lnTo>
                  <a:lnTo>
                    <a:pt x="458787" y="596620"/>
                  </a:lnTo>
                  <a:lnTo>
                    <a:pt x="469392" y="598932"/>
                  </a:lnTo>
                  <a:lnTo>
                    <a:pt x="479679" y="596620"/>
                  </a:lnTo>
                  <a:lnTo>
                    <a:pt x="488073" y="590448"/>
                  </a:lnTo>
                  <a:lnTo>
                    <a:pt x="493725" y="581520"/>
                  </a:lnTo>
                  <a:lnTo>
                    <a:pt x="495808" y="570992"/>
                  </a:lnTo>
                  <a:lnTo>
                    <a:pt x="495808" y="166370"/>
                  </a:lnTo>
                  <a:close/>
                </a:path>
                <a:path w="763905" h="755015">
                  <a:moveTo>
                    <a:pt x="763651" y="726948"/>
                  </a:moveTo>
                  <a:lnTo>
                    <a:pt x="761326" y="716356"/>
                  </a:lnTo>
                  <a:lnTo>
                    <a:pt x="755142" y="707390"/>
                  </a:lnTo>
                  <a:lnTo>
                    <a:pt x="746175" y="701205"/>
                  </a:lnTo>
                  <a:lnTo>
                    <a:pt x="735584" y="698881"/>
                  </a:lnTo>
                  <a:lnTo>
                    <a:pt x="58801" y="698881"/>
                  </a:lnTo>
                  <a:lnTo>
                    <a:pt x="54483" y="695960"/>
                  </a:lnTo>
                  <a:lnTo>
                    <a:pt x="54483" y="28067"/>
                  </a:lnTo>
                  <a:lnTo>
                    <a:pt x="27940" y="0"/>
                  </a:lnTo>
                  <a:lnTo>
                    <a:pt x="17348" y="2324"/>
                  </a:lnTo>
                  <a:lnTo>
                    <a:pt x="8445" y="8509"/>
                  </a:lnTo>
                  <a:lnTo>
                    <a:pt x="2286" y="17475"/>
                  </a:lnTo>
                  <a:lnTo>
                    <a:pt x="0" y="28067"/>
                  </a:lnTo>
                  <a:lnTo>
                    <a:pt x="0" y="690118"/>
                  </a:lnTo>
                  <a:lnTo>
                    <a:pt x="5130" y="715124"/>
                  </a:lnTo>
                  <a:lnTo>
                    <a:pt x="19088" y="735685"/>
                  </a:lnTo>
                  <a:lnTo>
                    <a:pt x="39700" y="749630"/>
                  </a:lnTo>
                  <a:lnTo>
                    <a:pt x="64770" y="754761"/>
                  </a:lnTo>
                  <a:lnTo>
                    <a:pt x="735584" y="754761"/>
                  </a:lnTo>
                  <a:lnTo>
                    <a:pt x="746175" y="752487"/>
                  </a:lnTo>
                  <a:lnTo>
                    <a:pt x="755142" y="746379"/>
                  </a:lnTo>
                  <a:lnTo>
                    <a:pt x="761326" y="737514"/>
                  </a:lnTo>
                  <a:lnTo>
                    <a:pt x="763651" y="72694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25645" y="6665379"/>
              <a:ext cx="73527" cy="514946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7281164" y="8175193"/>
            <a:ext cx="34709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0" b="1" i="1">
                <a:solidFill>
                  <a:srgbClr val="173360"/>
                </a:solidFill>
                <a:latin typeface="Calibri"/>
                <a:cs typeface="Calibri"/>
              </a:rPr>
              <a:t>Continuous</a:t>
            </a:r>
            <a:r>
              <a:rPr dirty="0" sz="1800" spc="140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60" b="1" i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135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29" b="1" i="1">
                <a:solidFill>
                  <a:srgbClr val="173360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4939157" y="2992349"/>
            <a:ext cx="8154670" cy="4320540"/>
            <a:chOff x="4939157" y="2992349"/>
            <a:chExt cx="8154670" cy="4320540"/>
          </a:xfrm>
        </p:grpSpPr>
        <p:sp>
          <p:nvSpPr>
            <p:cNvPr id="34" name="object 34" descr=""/>
            <p:cNvSpPr/>
            <p:nvPr/>
          </p:nvSpPr>
          <p:spPr>
            <a:xfrm>
              <a:off x="4939157" y="4823078"/>
              <a:ext cx="5324475" cy="2489200"/>
            </a:xfrm>
            <a:custGeom>
              <a:avLst/>
              <a:gdLst/>
              <a:ahLst/>
              <a:cxnLst/>
              <a:rect l="l" t="t" r="r" b="b"/>
              <a:pathLst>
                <a:path w="5324475" h="2489200">
                  <a:moveTo>
                    <a:pt x="1198118" y="1606296"/>
                  </a:moveTo>
                  <a:lnTo>
                    <a:pt x="1188618" y="1559229"/>
                  </a:lnTo>
                  <a:lnTo>
                    <a:pt x="1162710" y="1520799"/>
                  </a:lnTo>
                  <a:lnTo>
                    <a:pt x="1124280" y="1494891"/>
                  </a:lnTo>
                  <a:lnTo>
                    <a:pt x="1077214" y="1485392"/>
                  </a:lnTo>
                  <a:lnTo>
                    <a:pt x="120777" y="1485392"/>
                  </a:lnTo>
                  <a:lnTo>
                    <a:pt x="73774" y="1494891"/>
                  </a:lnTo>
                  <a:lnTo>
                    <a:pt x="35382" y="1520799"/>
                  </a:lnTo>
                  <a:lnTo>
                    <a:pt x="9486" y="1559229"/>
                  </a:lnTo>
                  <a:lnTo>
                    <a:pt x="0" y="1606296"/>
                  </a:lnTo>
                  <a:lnTo>
                    <a:pt x="9486" y="1653324"/>
                  </a:lnTo>
                  <a:lnTo>
                    <a:pt x="35382" y="1691754"/>
                  </a:lnTo>
                  <a:lnTo>
                    <a:pt x="73774" y="1717687"/>
                  </a:lnTo>
                  <a:lnTo>
                    <a:pt x="120777" y="1727200"/>
                  </a:lnTo>
                  <a:lnTo>
                    <a:pt x="1077214" y="1727200"/>
                  </a:lnTo>
                  <a:lnTo>
                    <a:pt x="1124280" y="1717687"/>
                  </a:lnTo>
                  <a:lnTo>
                    <a:pt x="1162710" y="1691754"/>
                  </a:lnTo>
                  <a:lnTo>
                    <a:pt x="1188618" y="1653324"/>
                  </a:lnTo>
                  <a:lnTo>
                    <a:pt x="1198118" y="1606296"/>
                  </a:lnTo>
                  <a:close/>
                </a:path>
                <a:path w="5324475" h="2489200">
                  <a:moveTo>
                    <a:pt x="1198118" y="252730"/>
                  </a:moveTo>
                  <a:lnTo>
                    <a:pt x="1188618" y="205663"/>
                  </a:lnTo>
                  <a:lnTo>
                    <a:pt x="1162710" y="167233"/>
                  </a:lnTo>
                  <a:lnTo>
                    <a:pt x="1124280" y="141325"/>
                  </a:lnTo>
                  <a:lnTo>
                    <a:pt x="1077214" y="131826"/>
                  </a:lnTo>
                  <a:lnTo>
                    <a:pt x="120777" y="131826"/>
                  </a:lnTo>
                  <a:lnTo>
                    <a:pt x="73774" y="141325"/>
                  </a:lnTo>
                  <a:lnTo>
                    <a:pt x="35382" y="167233"/>
                  </a:lnTo>
                  <a:lnTo>
                    <a:pt x="9486" y="205663"/>
                  </a:lnTo>
                  <a:lnTo>
                    <a:pt x="0" y="252730"/>
                  </a:lnTo>
                  <a:lnTo>
                    <a:pt x="9486" y="299732"/>
                  </a:lnTo>
                  <a:lnTo>
                    <a:pt x="35382" y="338124"/>
                  </a:lnTo>
                  <a:lnTo>
                    <a:pt x="73774" y="364020"/>
                  </a:lnTo>
                  <a:lnTo>
                    <a:pt x="120777" y="373507"/>
                  </a:lnTo>
                  <a:lnTo>
                    <a:pt x="1077214" y="373507"/>
                  </a:lnTo>
                  <a:lnTo>
                    <a:pt x="1124280" y="364020"/>
                  </a:lnTo>
                  <a:lnTo>
                    <a:pt x="1162710" y="338124"/>
                  </a:lnTo>
                  <a:lnTo>
                    <a:pt x="1188618" y="299732"/>
                  </a:lnTo>
                  <a:lnTo>
                    <a:pt x="1198118" y="252730"/>
                  </a:lnTo>
                  <a:close/>
                </a:path>
                <a:path w="5324475" h="2489200">
                  <a:moveTo>
                    <a:pt x="2472563" y="2238756"/>
                  </a:moveTo>
                  <a:lnTo>
                    <a:pt x="2463063" y="2191689"/>
                  </a:lnTo>
                  <a:lnTo>
                    <a:pt x="2437155" y="2153259"/>
                  </a:lnTo>
                  <a:lnTo>
                    <a:pt x="2398725" y="2127351"/>
                  </a:lnTo>
                  <a:lnTo>
                    <a:pt x="2351659" y="2117852"/>
                  </a:lnTo>
                  <a:lnTo>
                    <a:pt x="1395222" y="2117852"/>
                  </a:lnTo>
                  <a:lnTo>
                    <a:pt x="1348143" y="2127351"/>
                  </a:lnTo>
                  <a:lnTo>
                    <a:pt x="1309712" y="2153259"/>
                  </a:lnTo>
                  <a:lnTo>
                    <a:pt x="1283804" y="2191689"/>
                  </a:lnTo>
                  <a:lnTo>
                    <a:pt x="1274318" y="2238756"/>
                  </a:lnTo>
                  <a:lnTo>
                    <a:pt x="1283804" y="2285835"/>
                  </a:lnTo>
                  <a:lnTo>
                    <a:pt x="1309712" y="2324265"/>
                  </a:lnTo>
                  <a:lnTo>
                    <a:pt x="1348143" y="2350173"/>
                  </a:lnTo>
                  <a:lnTo>
                    <a:pt x="1395222" y="2359660"/>
                  </a:lnTo>
                  <a:lnTo>
                    <a:pt x="2351659" y="2359660"/>
                  </a:lnTo>
                  <a:lnTo>
                    <a:pt x="2398725" y="2350173"/>
                  </a:lnTo>
                  <a:lnTo>
                    <a:pt x="2437155" y="2324265"/>
                  </a:lnTo>
                  <a:lnTo>
                    <a:pt x="2463063" y="2285835"/>
                  </a:lnTo>
                  <a:lnTo>
                    <a:pt x="2472563" y="2238756"/>
                  </a:lnTo>
                  <a:close/>
                </a:path>
                <a:path w="5324475" h="2489200">
                  <a:moveTo>
                    <a:pt x="2472563" y="973709"/>
                  </a:moveTo>
                  <a:lnTo>
                    <a:pt x="2463063" y="926693"/>
                  </a:lnTo>
                  <a:lnTo>
                    <a:pt x="2437155" y="888263"/>
                  </a:lnTo>
                  <a:lnTo>
                    <a:pt x="2398725" y="862330"/>
                  </a:lnTo>
                  <a:lnTo>
                    <a:pt x="2351659" y="852805"/>
                  </a:lnTo>
                  <a:lnTo>
                    <a:pt x="1395222" y="852805"/>
                  </a:lnTo>
                  <a:lnTo>
                    <a:pt x="1348143" y="862330"/>
                  </a:lnTo>
                  <a:lnTo>
                    <a:pt x="1309712" y="888263"/>
                  </a:lnTo>
                  <a:lnTo>
                    <a:pt x="1283804" y="926693"/>
                  </a:lnTo>
                  <a:lnTo>
                    <a:pt x="1274318" y="973709"/>
                  </a:lnTo>
                  <a:lnTo>
                    <a:pt x="1283804" y="1020787"/>
                  </a:lnTo>
                  <a:lnTo>
                    <a:pt x="1309712" y="1059218"/>
                  </a:lnTo>
                  <a:lnTo>
                    <a:pt x="1348143" y="1085126"/>
                  </a:lnTo>
                  <a:lnTo>
                    <a:pt x="1395222" y="1094613"/>
                  </a:lnTo>
                  <a:lnTo>
                    <a:pt x="2351659" y="1094613"/>
                  </a:lnTo>
                  <a:lnTo>
                    <a:pt x="2398725" y="1085126"/>
                  </a:lnTo>
                  <a:lnTo>
                    <a:pt x="2437155" y="1059218"/>
                  </a:lnTo>
                  <a:lnTo>
                    <a:pt x="2463063" y="1020787"/>
                  </a:lnTo>
                  <a:lnTo>
                    <a:pt x="2472563" y="973709"/>
                  </a:lnTo>
                  <a:close/>
                </a:path>
                <a:path w="5324475" h="2489200">
                  <a:moveTo>
                    <a:pt x="4838446" y="1215136"/>
                  </a:moveTo>
                  <a:lnTo>
                    <a:pt x="4790541" y="1211338"/>
                  </a:lnTo>
                  <a:lnTo>
                    <a:pt x="4742789" y="1208646"/>
                  </a:lnTo>
                  <a:lnTo>
                    <a:pt x="4648581" y="1205103"/>
                  </a:lnTo>
                  <a:lnTo>
                    <a:pt x="4452747" y="1203198"/>
                  </a:lnTo>
                  <a:lnTo>
                    <a:pt x="4166870" y="1197457"/>
                  </a:lnTo>
                  <a:lnTo>
                    <a:pt x="4118991" y="1197229"/>
                  </a:lnTo>
                  <a:lnTo>
                    <a:pt x="4118902" y="1115314"/>
                  </a:lnTo>
                  <a:lnTo>
                    <a:pt x="4118813" y="1085519"/>
                  </a:lnTo>
                  <a:lnTo>
                    <a:pt x="4118749" y="1071079"/>
                  </a:lnTo>
                  <a:lnTo>
                    <a:pt x="4118673" y="1053338"/>
                  </a:lnTo>
                  <a:lnTo>
                    <a:pt x="4118470" y="1031468"/>
                  </a:lnTo>
                  <a:lnTo>
                    <a:pt x="4117556" y="958926"/>
                  </a:lnTo>
                  <a:lnTo>
                    <a:pt x="4116514" y="911682"/>
                  </a:lnTo>
                  <a:lnTo>
                    <a:pt x="4115104" y="865378"/>
                  </a:lnTo>
                  <a:lnTo>
                    <a:pt x="4115054" y="863473"/>
                  </a:lnTo>
                  <a:lnTo>
                    <a:pt x="4110990" y="673481"/>
                  </a:lnTo>
                  <a:lnTo>
                    <a:pt x="4109148" y="625538"/>
                  </a:lnTo>
                  <a:lnTo>
                    <a:pt x="4106799" y="577799"/>
                  </a:lnTo>
                  <a:lnTo>
                    <a:pt x="4104055" y="530428"/>
                  </a:lnTo>
                  <a:lnTo>
                    <a:pt x="4101084" y="483616"/>
                  </a:lnTo>
                  <a:lnTo>
                    <a:pt x="4049014" y="483616"/>
                  </a:lnTo>
                  <a:lnTo>
                    <a:pt x="4045229" y="530428"/>
                  </a:lnTo>
                  <a:lnTo>
                    <a:pt x="4042575" y="577799"/>
                  </a:lnTo>
                  <a:lnTo>
                    <a:pt x="4040670" y="625538"/>
                  </a:lnTo>
                  <a:lnTo>
                    <a:pt x="4038816" y="682574"/>
                  </a:lnTo>
                  <a:lnTo>
                    <a:pt x="4033139" y="863473"/>
                  </a:lnTo>
                  <a:lnTo>
                    <a:pt x="4031958" y="902436"/>
                  </a:lnTo>
                  <a:lnTo>
                    <a:pt x="4031361" y="941387"/>
                  </a:lnTo>
                  <a:lnTo>
                    <a:pt x="4031107" y="1019302"/>
                  </a:lnTo>
                  <a:lnTo>
                    <a:pt x="4015473" y="984186"/>
                  </a:lnTo>
                  <a:lnTo>
                    <a:pt x="3999306" y="948118"/>
                  </a:lnTo>
                  <a:lnTo>
                    <a:pt x="3983545" y="911682"/>
                  </a:lnTo>
                  <a:lnTo>
                    <a:pt x="3969131" y="875411"/>
                  </a:lnTo>
                  <a:lnTo>
                    <a:pt x="3891280" y="701548"/>
                  </a:lnTo>
                  <a:lnTo>
                    <a:pt x="3870541" y="658114"/>
                  </a:lnTo>
                  <a:lnTo>
                    <a:pt x="3829837" y="571144"/>
                  </a:lnTo>
                  <a:lnTo>
                    <a:pt x="3809111" y="527558"/>
                  </a:lnTo>
                  <a:lnTo>
                    <a:pt x="3759327" y="547624"/>
                  </a:lnTo>
                  <a:lnTo>
                    <a:pt x="3774630" y="592658"/>
                  </a:lnTo>
                  <a:lnTo>
                    <a:pt x="3790505" y="637641"/>
                  </a:lnTo>
                  <a:lnTo>
                    <a:pt x="3806761" y="682574"/>
                  </a:lnTo>
                  <a:lnTo>
                    <a:pt x="3823208" y="727456"/>
                  </a:lnTo>
                  <a:lnTo>
                    <a:pt x="3891280" y="905510"/>
                  </a:lnTo>
                  <a:lnTo>
                    <a:pt x="3905910" y="942581"/>
                  </a:lnTo>
                  <a:lnTo>
                    <a:pt x="3934472" y="1016139"/>
                  </a:lnTo>
                  <a:lnTo>
                    <a:pt x="3949192" y="1053338"/>
                  </a:lnTo>
                  <a:lnTo>
                    <a:pt x="3920680" y="1025423"/>
                  </a:lnTo>
                  <a:lnTo>
                    <a:pt x="3863644" y="971207"/>
                  </a:lnTo>
                  <a:lnTo>
                    <a:pt x="3835146" y="943356"/>
                  </a:lnTo>
                  <a:lnTo>
                    <a:pt x="3699383" y="813435"/>
                  </a:lnTo>
                  <a:lnTo>
                    <a:pt x="3663658" y="780808"/>
                  </a:lnTo>
                  <a:lnTo>
                    <a:pt x="3628136" y="748728"/>
                  </a:lnTo>
                  <a:lnTo>
                    <a:pt x="3592220" y="717042"/>
                  </a:lnTo>
                  <a:lnTo>
                    <a:pt x="3555365" y="685546"/>
                  </a:lnTo>
                  <a:lnTo>
                    <a:pt x="3519424" y="723519"/>
                  </a:lnTo>
                  <a:lnTo>
                    <a:pt x="3645281" y="865378"/>
                  </a:lnTo>
                  <a:lnTo>
                    <a:pt x="3775202" y="1003300"/>
                  </a:lnTo>
                  <a:lnTo>
                    <a:pt x="3802494" y="1031468"/>
                  </a:lnTo>
                  <a:lnTo>
                    <a:pt x="3857879" y="1087081"/>
                  </a:lnTo>
                  <a:lnTo>
                    <a:pt x="3885184" y="1115314"/>
                  </a:lnTo>
                  <a:lnTo>
                    <a:pt x="3850005" y="1100315"/>
                  </a:lnTo>
                  <a:lnTo>
                    <a:pt x="3813695" y="1085519"/>
                  </a:lnTo>
                  <a:lnTo>
                    <a:pt x="3776649" y="1071079"/>
                  </a:lnTo>
                  <a:lnTo>
                    <a:pt x="3561334" y="991362"/>
                  </a:lnTo>
                  <a:lnTo>
                    <a:pt x="3516439" y="975410"/>
                  </a:lnTo>
                  <a:lnTo>
                    <a:pt x="3426599" y="941387"/>
                  </a:lnTo>
                  <a:lnTo>
                    <a:pt x="3381375" y="925449"/>
                  </a:lnTo>
                  <a:lnTo>
                    <a:pt x="3361436" y="975233"/>
                  </a:lnTo>
                  <a:lnTo>
                    <a:pt x="3533394" y="1057148"/>
                  </a:lnTo>
                  <a:lnTo>
                    <a:pt x="3709289" y="1135253"/>
                  </a:lnTo>
                  <a:lnTo>
                    <a:pt x="3744137" y="1151394"/>
                  </a:lnTo>
                  <a:lnTo>
                    <a:pt x="3779748" y="1166964"/>
                  </a:lnTo>
                  <a:lnTo>
                    <a:pt x="3816096" y="1182179"/>
                  </a:lnTo>
                  <a:lnTo>
                    <a:pt x="3853180" y="1197229"/>
                  </a:lnTo>
                  <a:lnTo>
                    <a:pt x="3813899" y="1197851"/>
                  </a:lnTo>
                  <a:lnTo>
                    <a:pt x="3734587" y="1200556"/>
                  </a:lnTo>
                  <a:lnTo>
                    <a:pt x="3505454" y="1205103"/>
                  </a:lnTo>
                  <a:lnTo>
                    <a:pt x="3458692" y="1206957"/>
                  </a:lnTo>
                  <a:lnTo>
                    <a:pt x="3315589" y="1215136"/>
                  </a:lnTo>
                  <a:lnTo>
                    <a:pt x="3315589" y="1267206"/>
                  </a:lnTo>
                  <a:lnTo>
                    <a:pt x="3363557" y="1270939"/>
                  </a:lnTo>
                  <a:lnTo>
                    <a:pt x="3411321" y="1273594"/>
                  </a:lnTo>
                  <a:lnTo>
                    <a:pt x="3695319" y="1283208"/>
                  </a:lnTo>
                  <a:lnTo>
                    <a:pt x="4031107" y="1287145"/>
                  </a:lnTo>
                  <a:lnTo>
                    <a:pt x="4031208" y="1330934"/>
                  </a:lnTo>
                  <a:lnTo>
                    <a:pt x="4031297" y="1347089"/>
                  </a:lnTo>
                  <a:lnTo>
                    <a:pt x="4031424" y="1365123"/>
                  </a:lnTo>
                  <a:lnTo>
                    <a:pt x="4031526" y="1380058"/>
                  </a:lnTo>
                  <a:lnTo>
                    <a:pt x="4031551" y="1383893"/>
                  </a:lnTo>
                  <a:lnTo>
                    <a:pt x="4031958" y="1423035"/>
                  </a:lnTo>
                  <a:lnTo>
                    <a:pt x="4032046" y="1431810"/>
                  </a:lnTo>
                  <a:lnTo>
                    <a:pt x="4032694" y="1479575"/>
                  </a:lnTo>
                  <a:lnTo>
                    <a:pt x="4033583" y="1536941"/>
                  </a:lnTo>
                  <a:lnTo>
                    <a:pt x="4035044" y="1622933"/>
                  </a:lnTo>
                  <a:lnTo>
                    <a:pt x="4041140" y="1812798"/>
                  </a:lnTo>
                  <a:lnTo>
                    <a:pt x="4042626" y="1859851"/>
                  </a:lnTo>
                  <a:lnTo>
                    <a:pt x="4044518" y="1907692"/>
                  </a:lnTo>
                  <a:lnTo>
                    <a:pt x="4047134" y="1954657"/>
                  </a:lnTo>
                  <a:lnTo>
                    <a:pt x="4047185" y="1955558"/>
                  </a:lnTo>
                  <a:lnTo>
                    <a:pt x="4051046" y="2002663"/>
                  </a:lnTo>
                  <a:lnTo>
                    <a:pt x="4101084" y="2002663"/>
                  </a:lnTo>
                  <a:lnTo>
                    <a:pt x="4104055" y="1955558"/>
                  </a:lnTo>
                  <a:lnTo>
                    <a:pt x="4106799" y="1907692"/>
                  </a:lnTo>
                  <a:lnTo>
                    <a:pt x="4109148" y="1859851"/>
                  </a:lnTo>
                  <a:lnTo>
                    <a:pt x="4110990" y="1812798"/>
                  </a:lnTo>
                  <a:lnTo>
                    <a:pt x="4115054" y="1622933"/>
                  </a:lnTo>
                  <a:lnTo>
                    <a:pt x="4117327" y="1583296"/>
                  </a:lnTo>
                  <a:lnTo>
                    <a:pt x="4118483" y="1543050"/>
                  </a:lnTo>
                  <a:lnTo>
                    <a:pt x="4118800" y="1514500"/>
                  </a:lnTo>
                  <a:lnTo>
                    <a:pt x="4118902" y="1503984"/>
                  </a:lnTo>
                  <a:lnTo>
                    <a:pt x="4118991" y="1462913"/>
                  </a:lnTo>
                  <a:lnTo>
                    <a:pt x="4134358" y="1500124"/>
                  </a:lnTo>
                  <a:lnTo>
                    <a:pt x="4150271" y="1536941"/>
                  </a:lnTo>
                  <a:lnTo>
                    <a:pt x="4182999" y="1610868"/>
                  </a:lnTo>
                  <a:lnTo>
                    <a:pt x="4260850" y="1782699"/>
                  </a:lnTo>
                  <a:lnTo>
                    <a:pt x="4281284" y="1825917"/>
                  </a:lnTo>
                  <a:lnTo>
                    <a:pt x="4301134" y="1868728"/>
                  </a:lnTo>
                  <a:lnTo>
                    <a:pt x="4321314" y="1911527"/>
                  </a:lnTo>
                  <a:lnTo>
                    <a:pt x="4342765" y="1954657"/>
                  </a:lnTo>
                  <a:lnTo>
                    <a:pt x="4388739" y="1936623"/>
                  </a:lnTo>
                  <a:lnTo>
                    <a:pt x="4373143" y="1891677"/>
                  </a:lnTo>
                  <a:lnTo>
                    <a:pt x="4340441" y="1801812"/>
                  </a:lnTo>
                  <a:lnTo>
                    <a:pt x="4324858" y="1756918"/>
                  </a:lnTo>
                  <a:lnTo>
                    <a:pt x="4258818" y="1578864"/>
                  </a:lnTo>
                  <a:lnTo>
                    <a:pt x="4243883" y="1541437"/>
                  </a:lnTo>
                  <a:lnTo>
                    <a:pt x="4229138" y="1503984"/>
                  </a:lnTo>
                  <a:lnTo>
                    <a:pt x="4214749" y="1466519"/>
                  </a:lnTo>
                  <a:lnTo>
                    <a:pt x="4213428" y="1462913"/>
                  </a:lnTo>
                  <a:lnTo>
                    <a:pt x="4200906" y="1429004"/>
                  </a:lnTo>
                  <a:lnTo>
                    <a:pt x="4229722" y="1457490"/>
                  </a:lnTo>
                  <a:lnTo>
                    <a:pt x="4259110" y="1485988"/>
                  </a:lnTo>
                  <a:lnTo>
                    <a:pt x="4318762" y="1543050"/>
                  </a:lnTo>
                  <a:lnTo>
                    <a:pt x="4458843" y="1672971"/>
                  </a:lnTo>
                  <a:lnTo>
                    <a:pt x="4563884" y="1768233"/>
                  </a:lnTo>
                  <a:lnTo>
                    <a:pt x="4600575" y="1800860"/>
                  </a:lnTo>
                  <a:lnTo>
                    <a:pt x="4634738" y="1764792"/>
                  </a:lnTo>
                  <a:lnTo>
                    <a:pt x="4508754" y="1622933"/>
                  </a:lnTo>
                  <a:lnTo>
                    <a:pt x="4378833" y="1482852"/>
                  </a:lnTo>
                  <a:lnTo>
                    <a:pt x="4326712" y="1429004"/>
                  </a:lnTo>
                  <a:lnTo>
                    <a:pt x="4293425" y="1394802"/>
                  </a:lnTo>
                  <a:lnTo>
                    <a:pt x="4264914" y="1365123"/>
                  </a:lnTo>
                  <a:lnTo>
                    <a:pt x="4377283" y="1409192"/>
                  </a:lnTo>
                  <a:lnTo>
                    <a:pt x="4592701" y="1488948"/>
                  </a:lnTo>
                  <a:lnTo>
                    <a:pt x="4637646" y="1504543"/>
                  </a:lnTo>
                  <a:lnTo>
                    <a:pt x="4727562" y="1537296"/>
                  </a:lnTo>
                  <a:lnTo>
                    <a:pt x="4772533" y="1552956"/>
                  </a:lnTo>
                  <a:lnTo>
                    <a:pt x="4790440" y="1506855"/>
                  </a:lnTo>
                  <a:lnTo>
                    <a:pt x="4618609" y="1424940"/>
                  </a:lnTo>
                  <a:lnTo>
                    <a:pt x="4485106" y="1365123"/>
                  </a:lnTo>
                  <a:lnTo>
                    <a:pt x="4444873" y="1347089"/>
                  </a:lnTo>
                  <a:lnTo>
                    <a:pt x="4298823" y="1283208"/>
                  </a:lnTo>
                  <a:lnTo>
                    <a:pt x="4338180" y="1282573"/>
                  </a:lnTo>
                  <a:lnTo>
                    <a:pt x="4418330" y="1279779"/>
                  </a:lnTo>
                  <a:lnTo>
                    <a:pt x="4648581" y="1275080"/>
                  </a:lnTo>
                  <a:lnTo>
                    <a:pt x="4695406" y="1273213"/>
                  </a:lnTo>
                  <a:lnTo>
                    <a:pt x="4838446" y="1265174"/>
                  </a:lnTo>
                  <a:lnTo>
                    <a:pt x="4838446" y="1215136"/>
                  </a:lnTo>
                  <a:close/>
                </a:path>
                <a:path w="5324475" h="2489200">
                  <a:moveTo>
                    <a:pt x="5324348" y="1244600"/>
                  </a:moveTo>
                  <a:lnTo>
                    <a:pt x="5323433" y="1206500"/>
                  </a:lnTo>
                  <a:lnTo>
                    <a:pt x="5320754" y="1155700"/>
                  </a:lnTo>
                  <a:lnTo>
                    <a:pt x="5316321" y="1104900"/>
                  </a:lnTo>
                  <a:lnTo>
                    <a:pt x="5310162" y="1054100"/>
                  </a:lnTo>
                  <a:lnTo>
                    <a:pt x="5302313" y="1016000"/>
                  </a:lnTo>
                  <a:lnTo>
                    <a:pt x="5292826" y="965200"/>
                  </a:lnTo>
                  <a:lnTo>
                    <a:pt x="5281714" y="927100"/>
                  </a:lnTo>
                  <a:lnTo>
                    <a:pt x="5269001" y="876300"/>
                  </a:lnTo>
                  <a:lnTo>
                    <a:pt x="5254739" y="838200"/>
                  </a:lnTo>
                  <a:lnTo>
                    <a:pt x="5238966" y="800100"/>
                  </a:lnTo>
                  <a:lnTo>
                    <a:pt x="5221694" y="749300"/>
                  </a:lnTo>
                  <a:lnTo>
                    <a:pt x="5206238" y="717867"/>
                  </a:lnTo>
                  <a:lnTo>
                    <a:pt x="5206238" y="1244600"/>
                  </a:lnTo>
                  <a:lnTo>
                    <a:pt x="5205234" y="1295400"/>
                  </a:lnTo>
                  <a:lnTo>
                    <a:pt x="5202275" y="1346200"/>
                  </a:lnTo>
                  <a:lnTo>
                    <a:pt x="5197399" y="1384300"/>
                  </a:lnTo>
                  <a:lnTo>
                    <a:pt x="5190642" y="1435100"/>
                  </a:lnTo>
                  <a:lnTo>
                    <a:pt x="5182032" y="1485900"/>
                  </a:lnTo>
                  <a:lnTo>
                    <a:pt x="5171618" y="1524000"/>
                  </a:lnTo>
                  <a:lnTo>
                    <a:pt x="5159451" y="1574800"/>
                  </a:lnTo>
                  <a:lnTo>
                    <a:pt x="5145557" y="1612900"/>
                  </a:lnTo>
                  <a:lnTo>
                    <a:pt x="5129974" y="1651000"/>
                  </a:lnTo>
                  <a:lnTo>
                    <a:pt x="5112740" y="1701800"/>
                  </a:lnTo>
                  <a:lnTo>
                    <a:pt x="5093919" y="1739900"/>
                  </a:lnTo>
                  <a:lnTo>
                    <a:pt x="5073523" y="1778000"/>
                  </a:lnTo>
                  <a:lnTo>
                    <a:pt x="5051603" y="1816100"/>
                  </a:lnTo>
                  <a:lnTo>
                    <a:pt x="5028209" y="1854200"/>
                  </a:lnTo>
                  <a:lnTo>
                    <a:pt x="5003355" y="1892300"/>
                  </a:lnTo>
                  <a:lnTo>
                    <a:pt x="4977104" y="1930400"/>
                  </a:lnTo>
                  <a:lnTo>
                    <a:pt x="4949482" y="1968500"/>
                  </a:lnTo>
                  <a:lnTo>
                    <a:pt x="4920539" y="1993900"/>
                  </a:lnTo>
                  <a:lnTo>
                    <a:pt x="4890313" y="2032000"/>
                  </a:lnTo>
                  <a:lnTo>
                    <a:pt x="4858842" y="2057400"/>
                  </a:lnTo>
                  <a:lnTo>
                    <a:pt x="4826152" y="2095500"/>
                  </a:lnTo>
                  <a:lnTo>
                    <a:pt x="4792307" y="2120900"/>
                  </a:lnTo>
                  <a:lnTo>
                    <a:pt x="4757344" y="2146300"/>
                  </a:lnTo>
                  <a:lnTo>
                    <a:pt x="4721276" y="2171700"/>
                  </a:lnTo>
                  <a:lnTo>
                    <a:pt x="4684166" y="2197100"/>
                  </a:lnTo>
                  <a:lnTo>
                    <a:pt x="4646053" y="2222500"/>
                  </a:lnTo>
                  <a:lnTo>
                    <a:pt x="4606976" y="2247900"/>
                  </a:lnTo>
                  <a:lnTo>
                    <a:pt x="4566971" y="2260600"/>
                  </a:lnTo>
                  <a:lnTo>
                    <a:pt x="4526077" y="2286000"/>
                  </a:lnTo>
                  <a:lnTo>
                    <a:pt x="4441787" y="2311400"/>
                  </a:lnTo>
                  <a:lnTo>
                    <a:pt x="4398467" y="2336800"/>
                  </a:lnTo>
                  <a:lnTo>
                    <a:pt x="4354411" y="2349500"/>
                  </a:lnTo>
                  <a:lnTo>
                    <a:pt x="4309681" y="2349500"/>
                  </a:lnTo>
                  <a:lnTo>
                    <a:pt x="4218305" y="2374900"/>
                  </a:lnTo>
                  <a:lnTo>
                    <a:pt x="3935819" y="2374900"/>
                  </a:lnTo>
                  <a:lnTo>
                    <a:pt x="3844429" y="2349500"/>
                  </a:lnTo>
                  <a:lnTo>
                    <a:pt x="3799687" y="2349500"/>
                  </a:lnTo>
                  <a:lnTo>
                    <a:pt x="3755631" y="2336800"/>
                  </a:lnTo>
                  <a:lnTo>
                    <a:pt x="3712299" y="2311400"/>
                  </a:lnTo>
                  <a:lnTo>
                    <a:pt x="3627996" y="2286000"/>
                  </a:lnTo>
                  <a:lnTo>
                    <a:pt x="3587102" y="2260600"/>
                  </a:lnTo>
                  <a:lnTo>
                    <a:pt x="3547084" y="2247900"/>
                  </a:lnTo>
                  <a:lnTo>
                    <a:pt x="3508006" y="2222500"/>
                  </a:lnTo>
                  <a:lnTo>
                    <a:pt x="3469881" y="2197100"/>
                  </a:lnTo>
                  <a:lnTo>
                    <a:pt x="3432772" y="2171700"/>
                  </a:lnTo>
                  <a:lnTo>
                    <a:pt x="3396704" y="2146300"/>
                  </a:lnTo>
                  <a:lnTo>
                    <a:pt x="3361728" y="2120900"/>
                  </a:lnTo>
                  <a:lnTo>
                    <a:pt x="3327882" y="2095500"/>
                  </a:lnTo>
                  <a:lnTo>
                    <a:pt x="3295205" y="2057400"/>
                  </a:lnTo>
                  <a:lnTo>
                    <a:pt x="3263722" y="2032000"/>
                  </a:lnTo>
                  <a:lnTo>
                    <a:pt x="3233496" y="1993900"/>
                  </a:lnTo>
                  <a:lnTo>
                    <a:pt x="3204540" y="1968500"/>
                  </a:lnTo>
                  <a:lnTo>
                    <a:pt x="3176930" y="1930400"/>
                  </a:lnTo>
                  <a:lnTo>
                    <a:pt x="3150666" y="1892300"/>
                  </a:lnTo>
                  <a:lnTo>
                    <a:pt x="3125825" y="1854200"/>
                  </a:lnTo>
                  <a:lnTo>
                    <a:pt x="3102419" y="1816100"/>
                  </a:lnTo>
                  <a:lnTo>
                    <a:pt x="3080499" y="1778000"/>
                  </a:lnTo>
                  <a:lnTo>
                    <a:pt x="3060103" y="1739900"/>
                  </a:lnTo>
                  <a:lnTo>
                    <a:pt x="3041281" y="1701800"/>
                  </a:lnTo>
                  <a:lnTo>
                    <a:pt x="3024047" y="1651000"/>
                  </a:lnTo>
                  <a:lnTo>
                    <a:pt x="3008477" y="1612900"/>
                  </a:lnTo>
                  <a:lnTo>
                    <a:pt x="2994571" y="1574800"/>
                  </a:lnTo>
                  <a:lnTo>
                    <a:pt x="2982404" y="1524000"/>
                  </a:lnTo>
                  <a:lnTo>
                    <a:pt x="2971990" y="1485900"/>
                  </a:lnTo>
                  <a:lnTo>
                    <a:pt x="2963380" y="1435100"/>
                  </a:lnTo>
                  <a:lnTo>
                    <a:pt x="2956623" y="1384300"/>
                  </a:lnTo>
                  <a:lnTo>
                    <a:pt x="2951746" y="1346200"/>
                  </a:lnTo>
                  <a:lnTo>
                    <a:pt x="2948787" y="1295400"/>
                  </a:lnTo>
                  <a:lnTo>
                    <a:pt x="2947797" y="1244600"/>
                  </a:lnTo>
                  <a:lnTo>
                    <a:pt x="2948787" y="1206500"/>
                  </a:lnTo>
                  <a:lnTo>
                    <a:pt x="2951746" y="1155700"/>
                  </a:lnTo>
                  <a:lnTo>
                    <a:pt x="2956623" y="1104900"/>
                  </a:lnTo>
                  <a:lnTo>
                    <a:pt x="2963380" y="1066800"/>
                  </a:lnTo>
                  <a:lnTo>
                    <a:pt x="2971990" y="1016000"/>
                  </a:lnTo>
                  <a:lnTo>
                    <a:pt x="2982404" y="965200"/>
                  </a:lnTo>
                  <a:lnTo>
                    <a:pt x="2994571" y="927100"/>
                  </a:lnTo>
                  <a:lnTo>
                    <a:pt x="3008477" y="889000"/>
                  </a:lnTo>
                  <a:lnTo>
                    <a:pt x="3024047" y="838200"/>
                  </a:lnTo>
                  <a:lnTo>
                    <a:pt x="3041281" y="800100"/>
                  </a:lnTo>
                  <a:lnTo>
                    <a:pt x="3060103" y="762000"/>
                  </a:lnTo>
                  <a:lnTo>
                    <a:pt x="3080499" y="723900"/>
                  </a:lnTo>
                  <a:lnTo>
                    <a:pt x="3102419" y="673100"/>
                  </a:lnTo>
                  <a:lnTo>
                    <a:pt x="3125825" y="635000"/>
                  </a:lnTo>
                  <a:lnTo>
                    <a:pt x="3150666" y="609600"/>
                  </a:lnTo>
                  <a:lnTo>
                    <a:pt x="3176930" y="571500"/>
                  </a:lnTo>
                  <a:lnTo>
                    <a:pt x="3204540" y="533400"/>
                  </a:lnTo>
                  <a:lnTo>
                    <a:pt x="3233496" y="495300"/>
                  </a:lnTo>
                  <a:lnTo>
                    <a:pt x="3263722" y="469900"/>
                  </a:lnTo>
                  <a:lnTo>
                    <a:pt x="3295205" y="431800"/>
                  </a:lnTo>
                  <a:lnTo>
                    <a:pt x="3327882" y="406400"/>
                  </a:lnTo>
                  <a:lnTo>
                    <a:pt x="3361728" y="381000"/>
                  </a:lnTo>
                  <a:lnTo>
                    <a:pt x="3396704" y="342900"/>
                  </a:lnTo>
                  <a:lnTo>
                    <a:pt x="3432772" y="317500"/>
                  </a:lnTo>
                  <a:lnTo>
                    <a:pt x="3469881" y="292100"/>
                  </a:lnTo>
                  <a:lnTo>
                    <a:pt x="3508006" y="279400"/>
                  </a:lnTo>
                  <a:lnTo>
                    <a:pt x="3547084" y="254000"/>
                  </a:lnTo>
                  <a:lnTo>
                    <a:pt x="3587102" y="228600"/>
                  </a:lnTo>
                  <a:lnTo>
                    <a:pt x="3627996" y="215900"/>
                  </a:lnTo>
                  <a:lnTo>
                    <a:pt x="3669754" y="190500"/>
                  </a:lnTo>
                  <a:lnTo>
                    <a:pt x="3844429" y="139700"/>
                  </a:lnTo>
                  <a:lnTo>
                    <a:pt x="3889819" y="139700"/>
                  </a:lnTo>
                  <a:lnTo>
                    <a:pt x="3935819" y="127000"/>
                  </a:lnTo>
                  <a:lnTo>
                    <a:pt x="3982389" y="127000"/>
                  </a:lnTo>
                  <a:lnTo>
                    <a:pt x="4029481" y="114300"/>
                  </a:lnTo>
                  <a:lnTo>
                    <a:pt x="4124655" y="114300"/>
                  </a:lnTo>
                  <a:lnTo>
                    <a:pt x="4171746" y="127000"/>
                  </a:lnTo>
                  <a:lnTo>
                    <a:pt x="4218305" y="127000"/>
                  </a:lnTo>
                  <a:lnTo>
                    <a:pt x="4264291" y="139700"/>
                  </a:lnTo>
                  <a:lnTo>
                    <a:pt x="4309681" y="139700"/>
                  </a:lnTo>
                  <a:lnTo>
                    <a:pt x="4484332" y="190500"/>
                  </a:lnTo>
                  <a:lnTo>
                    <a:pt x="4526077" y="215900"/>
                  </a:lnTo>
                  <a:lnTo>
                    <a:pt x="4566971" y="228600"/>
                  </a:lnTo>
                  <a:lnTo>
                    <a:pt x="4606976" y="254000"/>
                  </a:lnTo>
                  <a:lnTo>
                    <a:pt x="4646053" y="279400"/>
                  </a:lnTo>
                  <a:lnTo>
                    <a:pt x="4684166" y="292100"/>
                  </a:lnTo>
                  <a:lnTo>
                    <a:pt x="4721276" y="317500"/>
                  </a:lnTo>
                  <a:lnTo>
                    <a:pt x="4757344" y="342900"/>
                  </a:lnTo>
                  <a:lnTo>
                    <a:pt x="4792307" y="381000"/>
                  </a:lnTo>
                  <a:lnTo>
                    <a:pt x="4826152" y="406400"/>
                  </a:lnTo>
                  <a:lnTo>
                    <a:pt x="4858842" y="431800"/>
                  </a:lnTo>
                  <a:lnTo>
                    <a:pt x="4890313" y="469900"/>
                  </a:lnTo>
                  <a:lnTo>
                    <a:pt x="4920539" y="495300"/>
                  </a:lnTo>
                  <a:lnTo>
                    <a:pt x="4949482" y="533400"/>
                  </a:lnTo>
                  <a:lnTo>
                    <a:pt x="4977104" y="571500"/>
                  </a:lnTo>
                  <a:lnTo>
                    <a:pt x="5003355" y="609600"/>
                  </a:lnTo>
                  <a:lnTo>
                    <a:pt x="5028209" y="635000"/>
                  </a:lnTo>
                  <a:lnTo>
                    <a:pt x="5051603" y="673100"/>
                  </a:lnTo>
                  <a:lnTo>
                    <a:pt x="5073523" y="723900"/>
                  </a:lnTo>
                  <a:lnTo>
                    <a:pt x="5093919" y="762000"/>
                  </a:lnTo>
                  <a:lnTo>
                    <a:pt x="5112740" y="800100"/>
                  </a:lnTo>
                  <a:lnTo>
                    <a:pt x="5129974" y="838200"/>
                  </a:lnTo>
                  <a:lnTo>
                    <a:pt x="5145557" y="889000"/>
                  </a:lnTo>
                  <a:lnTo>
                    <a:pt x="5159451" y="927100"/>
                  </a:lnTo>
                  <a:lnTo>
                    <a:pt x="5171618" y="965200"/>
                  </a:lnTo>
                  <a:lnTo>
                    <a:pt x="5182032" y="1016000"/>
                  </a:lnTo>
                  <a:lnTo>
                    <a:pt x="5190642" y="1066800"/>
                  </a:lnTo>
                  <a:lnTo>
                    <a:pt x="5197399" y="1104900"/>
                  </a:lnTo>
                  <a:lnTo>
                    <a:pt x="5202275" y="1155700"/>
                  </a:lnTo>
                  <a:lnTo>
                    <a:pt x="5205234" y="1206500"/>
                  </a:lnTo>
                  <a:lnTo>
                    <a:pt x="5206238" y="1244600"/>
                  </a:lnTo>
                  <a:lnTo>
                    <a:pt x="5206238" y="717867"/>
                  </a:lnTo>
                  <a:lnTo>
                    <a:pt x="5182806" y="673100"/>
                  </a:lnTo>
                  <a:lnTo>
                    <a:pt x="5161254" y="635000"/>
                  </a:lnTo>
                  <a:lnTo>
                    <a:pt x="5138344" y="596900"/>
                  </a:lnTo>
                  <a:lnTo>
                    <a:pt x="5114112" y="558800"/>
                  </a:lnTo>
                  <a:lnTo>
                    <a:pt x="5088585" y="520700"/>
                  </a:lnTo>
                  <a:lnTo>
                    <a:pt x="5061788" y="482600"/>
                  </a:lnTo>
                  <a:lnTo>
                    <a:pt x="5033772" y="444500"/>
                  </a:lnTo>
                  <a:lnTo>
                    <a:pt x="5004549" y="419100"/>
                  </a:lnTo>
                  <a:lnTo>
                    <a:pt x="4974171" y="381000"/>
                  </a:lnTo>
                  <a:lnTo>
                    <a:pt x="4942649" y="355600"/>
                  </a:lnTo>
                  <a:lnTo>
                    <a:pt x="4910036" y="317500"/>
                  </a:lnTo>
                  <a:lnTo>
                    <a:pt x="4876355" y="292100"/>
                  </a:lnTo>
                  <a:lnTo>
                    <a:pt x="4841646" y="266700"/>
                  </a:lnTo>
                  <a:lnTo>
                    <a:pt x="4805921" y="241300"/>
                  </a:lnTo>
                  <a:lnTo>
                    <a:pt x="4769243" y="215900"/>
                  </a:lnTo>
                  <a:lnTo>
                    <a:pt x="4731613" y="190500"/>
                  </a:lnTo>
                  <a:lnTo>
                    <a:pt x="4693094" y="165100"/>
                  </a:lnTo>
                  <a:lnTo>
                    <a:pt x="4653686" y="139700"/>
                  </a:lnTo>
                  <a:lnTo>
                    <a:pt x="4613453" y="127000"/>
                  </a:lnTo>
                  <a:lnTo>
                    <a:pt x="4592929" y="114300"/>
                  </a:lnTo>
                  <a:lnTo>
                    <a:pt x="4572419" y="101600"/>
                  </a:lnTo>
                  <a:lnTo>
                    <a:pt x="4400842" y="50800"/>
                  </a:lnTo>
                  <a:lnTo>
                    <a:pt x="4265295" y="12700"/>
                  </a:lnTo>
                  <a:lnTo>
                    <a:pt x="4172140" y="12700"/>
                  </a:lnTo>
                  <a:lnTo>
                    <a:pt x="4124833" y="0"/>
                  </a:lnTo>
                  <a:lnTo>
                    <a:pt x="4029316" y="0"/>
                  </a:lnTo>
                  <a:lnTo>
                    <a:pt x="3982008" y="12700"/>
                  </a:lnTo>
                  <a:lnTo>
                    <a:pt x="3888867" y="12700"/>
                  </a:lnTo>
                  <a:lnTo>
                    <a:pt x="3753332" y="50800"/>
                  </a:lnTo>
                  <a:lnTo>
                    <a:pt x="3581781" y="101600"/>
                  </a:lnTo>
                  <a:lnTo>
                    <a:pt x="3540734" y="127000"/>
                  </a:lnTo>
                  <a:lnTo>
                    <a:pt x="3500513" y="139700"/>
                  </a:lnTo>
                  <a:lnTo>
                    <a:pt x="3461118" y="165100"/>
                  </a:lnTo>
                  <a:lnTo>
                    <a:pt x="3422599" y="190500"/>
                  </a:lnTo>
                  <a:lnTo>
                    <a:pt x="3384994" y="215900"/>
                  </a:lnTo>
                  <a:lnTo>
                    <a:pt x="3348317" y="241300"/>
                  </a:lnTo>
                  <a:lnTo>
                    <a:pt x="3312604" y="266700"/>
                  </a:lnTo>
                  <a:lnTo>
                    <a:pt x="3277895" y="292100"/>
                  </a:lnTo>
                  <a:lnTo>
                    <a:pt x="3244227" y="317500"/>
                  </a:lnTo>
                  <a:lnTo>
                    <a:pt x="3211614" y="355600"/>
                  </a:lnTo>
                  <a:lnTo>
                    <a:pt x="3180118" y="381000"/>
                  </a:lnTo>
                  <a:lnTo>
                    <a:pt x="3149739" y="419100"/>
                  </a:lnTo>
                  <a:lnTo>
                    <a:pt x="3120529" y="457200"/>
                  </a:lnTo>
                  <a:lnTo>
                    <a:pt x="3092513" y="482600"/>
                  </a:lnTo>
                  <a:lnTo>
                    <a:pt x="3065729" y="520700"/>
                  </a:lnTo>
                  <a:lnTo>
                    <a:pt x="3040215" y="558800"/>
                  </a:lnTo>
                  <a:lnTo>
                    <a:pt x="3015983" y="596900"/>
                  </a:lnTo>
                  <a:lnTo>
                    <a:pt x="2993085" y="635000"/>
                  </a:lnTo>
                  <a:lnTo>
                    <a:pt x="2971546" y="673100"/>
                  </a:lnTo>
                  <a:lnTo>
                    <a:pt x="2951391" y="711200"/>
                  </a:lnTo>
                  <a:lnTo>
                    <a:pt x="2932671" y="749300"/>
                  </a:lnTo>
                  <a:lnTo>
                    <a:pt x="2915399" y="800100"/>
                  </a:lnTo>
                  <a:lnTo>
                    <a:pt x="2899626" y="838200"/>
                  </a:lnTo>
                  <a:lnTo>
                    <a:pt x="2885376" y="889000"/>
                  </a:lnTo>
                  <a:lnTo>
                    <a:pt x="2872676" y="927100"/>
                  </a:lnTo>
                  <a:lnTo>
                    <a:pt x="2861564" y="965200"/>
                  </a:lnTo>
                  <a:lnTo>
                    <a:pt x="2852077" y="1016000"/>
                  </a:lnTo>
                  <a:lnTo>
                    <a:pt x="2844241" y="1066800"/>
                  </a:lnTo>
                  <a:lnTo>
                    <a:pt x="2838081" y="1104900"/>
                  </a:lnTo>
                  <a:lnTo>
                    <a:pt x="2833649" y="1155700"/>
                  </a:lnTo>
                  <a:lnTo>
                    <a:pt x="2830969" y="1206500"/>
                  </a:lnTo>
                  <a:lnTo>
                    <a:pt x="2830068" y="1244600"/>
                  </a:lnTo>
                  <a:lnTo>
                    <a:pt x="2830969" y="1295400"/>
                  </a:lnTo>
                  <a:lnTo>
                    <a:pt x="2833649" y="1346200"/>
                  </a:lnTo>
                  <a:lnTo>
                    <a:pt x="2838081" y="1397000"/>
                  </a:lnTo>
                  <a:lnTo>
                    <a:pt x="2844241" y="1435100"/>
                  </a:lnTo>
                  <a:lnTo>
                    <a:pt x="2852077" y="1485900"/>
                  </a:lnTo>
                  <a:lnTo>
                    <a:pt x="2861564" y="1524000"/>
                  </a:lnTo>
                  <a:lnTo>
                    <a:pt x="2872676" y="1574800"/>
                  </a:lnTo>
                  <a:lnTo>
                    <a:pt x="2885376" y="1612900"/>
                  </a:lnTo>
                  <a:lnTo>
                    <a:pt x="2899626" y="1663700"/>
                  </a:lnTo>
                  <a:lnTo>
                    <a:pt x="2915399" y="1701800"/>
                  </a:lnTo>
                  <a:lnTo>
                    <a:pt x="2932671" y="1739900"/>
                  </a:lnTo>
                  <a:lnTo>
                    <a:pt x="2951391" y="1790700"/>
                  </a:lnTo>
                  <a:lnTo>
                    <a:pt x="2971546" y="1828800"/>
                  </a:lnTo>
                  <a:lnTo>
                    <a:pt x="2993085" y="1866900"/>
                  </a:lnTo>
                  <a:lnTo>
                    <a:pt x="3015983" y="1905000"/>
                  </a:lnTo>
                  <a:lnTo>
                    <a:pt x="3040215" y="1943100"/>
                  </a:lnTo>
                  <a:lnTo>
                    <a:pt x="3065729" y="1981200"/>
                  </a:lnTo>
                  <a:lnTo>
                    <a:pt x="3092513" y="2019300"/>
                  </a:lnTo>
                  <a:lnTo>
                    <a:pt x="3120529" y="2044700"/>
                  </a:lnTo>
                  <a:lnTo>
                    <a:pt x="3149739" y="2082800"/>
                  </a:lnTo>
                  <a:lnTo>
                    <a:pt x="3180118" y="2120900"/>
                  </a:lnTo>
                  <a:lnTo>
                    <a:pt x="3211614" y="2146300"/>
                  </a:lnTo>
                  <a:lnTo>
                    <a:pt x="3244227" y="2171700"/>
                  </a:lnTo>
                  <a:lnTo>
                    <a:pt x="3277895" y="2209800"/>
                  </a:lnTo>
                  <a:lnTo>
                    <a:pt x="3312604" y="2235200"/>
                  </a:lnTo>
                  <a:lnTo>
                    <a:pt x="3348317" y="2260600"/>
                  </a:lnTo>
                  <a:lnTo>
                    <a:pt x="3384994" y="2286000"/>
                  </a:lnTo>
                  <a:lnTo>
                    <a:pt x="3422599" y="2311400"/>
                  </a:lnTo>
                  <a:lnTo>
                    <a:pt x="3461118" y="2336800"/>
                  </a:lnTo>
                  <a:lnTo>
                    <a:pt x="3500513" y="2349500"/>
                  </a:lnTo>
                  <a:lnTo>
                    <a:pt x="3540734" y="2374900"/>
                  </a:lnTo>
                  <a:lnTo>
                    <a:pt x="3581781" y="2387600"/>
                  </a:lnTo>
                  <a:lnTo>
                    <a:pt x="3623589" y="2413000"/>
                  </a:lnTo>
                  <a:lnTo>
                    <a:pt x="3666134" y="2425700"/>
                  </a:lnTo>
                  <a:lnTo>
                    <a:pt x="3843096" y="2476500"/>
                  </a:lnTo>
                  <a:lnTo>
                    <a:pt x="3888867" y="2476500"/>
                  </a:lnTo>
                  <a:lnTo>
                    <a:pt x="3935184" y="2489200"/>
                  </a:lnTo>
                  <a:lnTo>
                    <a:pt x="4218978" y="2489200"/>
                  </a:lnTo>
                  <a:lnTo>
                    <a:pt x="4265295" y="2476500"/>
                  </a:lnTo>
                  <a:lnTo>
                    <a:pt x="4311066" y="2476500"/>
                  </a:lnTo>
                  <a:lnTo>
                    <a:pt x="4488040" y="2425700"/>
                  </a:lnTo>
                  <a:lnTo>
                    <a:pt x="4530598" y="2413000"/>
                  </a:lnTo>
                  <a:lnTo>
                    <a:pt x="4572419" y="2387600"/>
                  </a:lnTo>
                  <a:lnTo>
                    <a:pt x="4613453" y="2374900"/>
                  </a:lnTo>
                  <a:lnTo>
                    <a:pt x="4653686" y="2349500"/>
                  </a:lnTo>
                  <a:lnTo>
                    <a:pt x="4693094" y="2336800"/>
                  </a:lnTo>
                  <a:lnTo>
                    <a:pt x="4731613" y="2311400"/>
                  </a:lnTo>
                  <a:lnTo>
                    <a:pt x="4769243" y="2286000"/>
                  </a:lnTo>
                  <a:lnTo>
                    <a:pt x="4805921" y="2260600"/>
                  </a:lnTo>
                  <a:lnTo>
                    <a:pt x="4841646" y="2235200"/>
                  </a:lnTo>
                  <a:lnTo>
                    <a:pt x="4876355" y="2209800"/>
                  </a:lnTo>
                  <a:lnTo>
                    <a:pt x="4910036" y="2171700"/>
                  </a:lnTo>
                  <a:lnTo>
                    <a:pt x="4942649" y="2146300"/>
                  </a:lnTo>
                  <a:lnTo>
                    <a:pt x="4974171" y="2108200"/>
                  </a:lnTo>
                  <a:lnTo>
                    <a:pt x="5004549" y="2082800"/>
                  </a:lnTo>
                  <a:lnTo>
                    <a:pt x="5033772" y="2044700"/>
                  </a:lnTo>
                  <a:lnTo>
                    <a:pt x="5088585" y="1981200"/>
                  </a:lnTo>
                  <a:lnTo>
                    <a:pt x="5114112" y="1943100"/>
                  </a:lnTo>
                  <a:lnTo>
                    <a:pt x="5138344" y="1905000"/>
                  </a:lnTo>
                  <a:lnTo>
                    <a:pt x="5161254" y="1866900"/>
                  </a:lnTo>
                  <a:lnTo>
                    <a:pt x="5182806" y="1828800"/>
                  </a:lnTo>
                  <a:lnTo>
                    <a:pt x="5202961" y="1790700"/>
                  </a:lnTo>
                  <a:lnTo>
                    <a:pt x="5221694" y="1739900"/>
                  </a:lnTo>
                  <a:lnTo>
                    <a:pt x="5238966" y="1701800"/>
                  </a:lnTo>
                  <a:lnTo>
                    <a:pt x="5254739" y="1663700"/>
                  </a:lnTo>
                  <a:lnTo>
                    <a:pt x="5269001" y="1612900"/>
                  </a:lnTo>
                  <a:lnTo>
                    <a:pt x="5281714" y="1574800"/>
                  </a:lnTo>
                  <a:lnTo>
                    <a:pt x="5292826" y="1524000"/>
                  </a:lnTo>
                  <a:lnTo>
                    <a:pt x="5302313" y="1485900"/>
                  </a:lnTo>
                  <a:lnTo>
                    <a:pt x="5310162" y="1435100"/>
                  </a:lnTo>
                  <a:lnTo>
                    <a:pt x="5316321" y="1384300"/>
                  </a:lnTo>
                  <a:lnTo>
                    <a:pt x="5320754" y="1346200"/>
                  </a:lnTo>
                  <a:lnTo>
                    <a:pt x="5323433" y="1295400"/>
                  </a:lnTo>
                  <a:lnTo>
                    <a:pt x="5324348" y="124460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620756" y="4953507"/>
              <a:ext cx="2472690" cy="2228215"/>
            </a:xfrm>
            <a:custGeom>
              <a:avLst/>
              <a:gdLst/>
              <a:ahLst/>
              <a:cxnLst/>
              <a:rect l="l" t="t" r="r" b="b"/>
              <a:pathLst>
                <a:path w="2472690" h="2228215">
                  <a:moveTo>
                    <a:pt x="1198245" y="1474470"/>
                  </a:moveTo>
                  <a:lnTo>
                    <a:pt x="1188745" y="1427454"/>
                  </a:lnTo>
                  <a:lnTo>
                    <a:pt x="1162837" y="1389024"/>
                  </a:lnTo>
                  <a:lnTo>
                    <a:pt x="1124407" y="1363091"/>
                  </a:lnTo>
                  <a:lnTo>
                    <a:pt x="1077341" y="1353566"/>
                  </a:lnTo>
                  <a:lnTo>
                    <a:pt x="120904" y="1353566"/>
                  </a:lnTo>
                  <a:lnTo>
                    <a:pt x="73825" y="1363091"/>
                  </a:lnTo>
                  <a:lnTo>
                    <a:pt x="35394" y="1389024"/>
                  </a:lnTo>
                  <a:lnTo>
                    <a:pt x="9486" y="1427454"/>
                  </a:lnTo>
                  <a:lnTo>
                    <a:pt x="0" y="1474470"/>
                  </a:lnTo>
                  <a:lnTo>
                    <a:pt x="9486" y="1521548"/>
                  </a:lnTo>
                  <a:lnTo>
                    <a:pt x="35394" y="1559979"/>
                  </a:lnTo>
                  <a:lnTo>
                    <a:pt x="73825" y="1585887"/>
                  </a:lnTo>
                  <a:lnTo>
                    <a:pt x="120904" y="1595374"/>
                  </a:lnTo>
                  <a:lnTo>
                    <a:pt x="1077341" y="1595374"/>
                  </a:lnTo>
                  <a:lnTo>
                    <a:pt x="1124407" y="1585887"/>
                  </a:lnTo>
                  <a:lnTo>
                    <a:pt x="1162837" y="1559979"/>
                  </a:lnTo>
                  <a:lnTo>
                    <a:pt x="1188745" y="1521548"/>
                  </a:lnTo>
                  <a:lnTo>
                    <a:pt x="1198245" y="1474470"/>
                  </a:lnTo>
                  <a:close/>
                </a:path>
                <a:path w="2472690" h="2228215">
                  <a:moveTo>
                    <a:pt x="1198245" y="120904"/>
                  </a:moveTo>
                  <a:lnTo>
                    <a:pt x="1188745" y="73888"/>
                  </a:lnTo>
                  <a:lnTo>
                    <a:pt x="1162837" y="35458"/>
                  </a:lnTo>
                  <a:lnTo>
                    <a:pt x="1124407" y="9525"/>
                  </a:lnTo>
                  <a:lnTo>
                    <a:pt x="1077341" y="0"/>
                  </a:lnTo>
                  <a:lnTo>
                    <a:pt x="120904" y="0"/>
                  </a:lnTo>
                  <a:lnTo>
                    <a:pt x="73825" y="9525"/>
                  </a:lnTo>
                  <a:lnTo>
                    <a:pt x="35394" y="35458"/>
                  </a:lnTo>
                  <a:lnTo>
                    <a:pt x="9486" y="73888"/>
                  </a:lnTo>
                  <a:lnTo>
                    <a:pt x="0" y="120904"/>
                  </a:lnTo>
                  <a:lnTo>
                    <a:pt x="9486" y="167982"/>
                  </a:lnTo>
                  <a:lnTo>
                    <a:pt x="35394" y="206413"/>
                  </a:lnTo>
                  <a:lnTo>
                    <a:pt x="73825" y="232321"/>
                  </a:lnTo>
                  <a:lnTo>
                    <a:pt x="120904" y="241808"/>
                  </a:lnTo>
                  <a:lnTo>
                    <a:pt x="1077341" y="241808"/>
                  </a:lnTo>
                  <a:lnTo>
                    <a:pt x="1124407" y="232321"/>
                  </a:lnTo>
                  <a:lnTo>
                    <a:pt x="1162837" y="206413"/>
                  </a:lnTo>
                  <a:lnTo>
                    <a:pt x="1188745" y="167982"/>
                  </a:lnTo>
                  <a:lnTo>
                    <a:pt x="1198245" y="120904"/>
                  </a:lnTo>
                  <a:close/>
                </a:path>
                <a:path w="2472690" h="2228215">
                  <a:moveTo>
                    <a:pt x="2472563" y="2107057"/>
                  </a:moveTo>
                  <a:lnTo>
                    <a:pt x="2463063" y="2059990"/>
                  </a:lnTo>
                  <a:lnTo>
                    <a:pt x="2437155" y="2021560"/>
                  </a:lnTo>
                  <a:lnTo>
                    <a:pt x="2398725" y="1995652"/>
                  </a:lnTo>
                  <a:lnTo>
                    <a:pt x="2351659" y="1986153"/>
                  </a:lnTo>
                  <a:lnTo>
                    <a:pt x="1395349" y="1986153"/>
                  </a:lnTo>
                  <a:lnTo>
                    <a:pt x="1348270" y="1995652"/>
                  </a:lnTo>
                  <a:lnTo>
                    <a:pt x="1309839" y="2021560"/>
                  </a:lnTo>
                  <a:lnTo>
                    <a:pt x="1283931" y="2059990"/>
                  </a:lnTo>
                  <a:lnTo>
                    <a:pt x="1274445" y="2107057"/>
                  </a:lnTo>
                  <a:lnTo>
                    <a:pt x="1283931" y="2154136"/>
                  </a:lnTo>
                  <a:lnTo>
                    <a:pt x="1309839" y="2192566"/>
                  </a:lnTo>
                  <a:lnTo>
                    <a:pt x="1348270" y="2218474"/>
                  </a:lnTo>
                  <a:lnTo>
                    <a:pt x="1395349" y="2227961"/>
                  </a:lnTo>
                  <a:lnTo>
                    <a:pt x="2351659" y="2227961"/>
                  </a:lnTo>
                  <a:lnTo>
                    <a:pt x="2398725" y="2218474"/>
                  </a:lnTo>
                  <a:lnTo>
                    <a:pt x="2437155" y="2192566"/>
                  </a:lnTo>
                  <a:lnTo>
                    <a:pt x="2463063" y="2154136"/>
                  </a:lnTo>
                  <a:lnTo>
                    <a:pt x="2472563" y="2107057"/>
                  </a:lnTo>
                  <a:close/>
                </a:path>
                <a:path w="2472690" h="2228215">
                  <a:moveTo>
                    <a:pt x="2472563" y="842010"/>
                  </a:moveTo>
                  <a:lnTo>
                    <a:pt x="2463063" y="794943"/>
                  </a:lnTo>
                  <a:lnTo>
                    <a:pt x="2437155" y="756513"/>
                  </a:lnTo>
                  <a:lnTo>
                    <a:pt x="2398725" y="730605"/>
                  </a:lnTo>
                  <a:lnTo>
                    <a:pt x="2351659" y="721106"/>
                  </a:lnTo>
                  <a:lnTo>
                    <a:pt x="1395349" y="721106"/>
                  </a:lnTo>
                  <a:lnTo>
                    <a:pt x="1348270" y="730605"/>
                  </a:lnTo>
                  <a:lnTo>
                    <a:pt x="1309839" y="756513"/>
                  </a:lnTo>
                  <a:lnTo>
                    <a:pt x="1283931" y="794943"/>
                  </a:lnTo>
                  <a:lnTo>
                    <a:pt x="1274445" y="842010"/>
                  </a:lnTo>
                  <a:lnTo>
                    <a:pt x="1283931" y="889088"/>
                  </a:lnTo>
                  <a:lnTo>
                    <a:pt x="1309839" y="927519"/>
                  </a:lnTo>
                  <a:lnTo>
                    <a:pt x="1348270" y="953427"/>
                  </a:lnTo>
                  <a:lnTo>
                    <a:pt x="1395349" y="962914"/>
                  </a:lnTo>
                  <a:lnTo>
                    <a:pt x="2351659" y="962914"/>
                  </a:lnTo>
                  <a:lnTo>
                    <a:pt x="2398725" y="953427"/>
                  </a:lnTo>
                  <a:lnTo>
                    <a:pt x="2437155" y="927519"/>
                  </a:lnTo>
                  <a:lnTo>
                    <a:pt x="2463063" y="889088"/>
                  </a:lnTo>
                  <a:lnTo>
                    <a:pt x="2472563" y="84201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602345" y="2992349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39">
                  <a:moveTo>
                    <a:pt x="405609" y="0"/>
                  </a:moveTo>
                  <a:lnTo>
                    <a:pt x="359063" y="932"/>
                  </a:lnTo>
                  <a:lnTo>
                    <a:pt x="313285" y="7306"/>
                  </a:lnTo>
                  <a:lnTo>
                    <a:pt x="268763" y="18943"/>
                  </a:lnTo>
                  <a:lnTo>
                    <a:pt x="225986" y="35662"/>
                  </a:lnTo>
                  <a:lnTo>
                    <a:pt x="185446" y="57286"/>
                  </a:lnTo>
                  <a:lnTo>
                    <a:pt x="147630" y="83635"/>
                  </a:lnTo>
                  <a:lnTo>
                    <a:pt x="113028" y="114528"/>
                  </a:lnTo>
                  <a:lnTo>
                    <a:pt x="82129" y="149788"/>
                  </a:lnTo>
                  <a:lnTo>
                    <a:pt x="55424" y="189234"/>
                  </a:lnTo>
                  <a:lnTo>
                    <a:pt x="33400" y="232688"/>
                  </a:lnTo>
                  <a:lnTo>
                    <a:pt x="16144" y="277124"/>
                  </a:lnTo>
                  <a:lnTo>
                    <a:pt x="5270" y="322525"/>
                  </a:lnTo>
                  <a:lnTo>
                    <a:pt x="111" y="368187"/>
                  </a:lnTo>
                  <a:lnTo>
                    <a:pt x="0" y="413409"/>
                  </a:lnTo>
                  <a:lnTo>
                    <a:pt x="3097" y="423851"/>
                  </a:lnTo>
                  <a:lnTo>
                    <a:pt x="9636" y="432364"/>
                  </a:lnTo>
                  <a:lnTo>
                    <a:pt x="18627" y="437591"/>
                  </a:lnTo>
                  <a:lnTo>
                    <a:pt x="29082" y="438174"/>
                  </a:lnTo>
                  <a:lnTo>
                    <a:pt x="39548" y="435094"/>
                  </a:lnTo>
                  <a:lnTo>
                    <a:pt x="48228" y="428586"/>
                  </a:lnTo>
                  <a:lnTo>
                    <a:pt x="53907" y="419600"/>
                  </a:lnTo>
                  <a:lnTo>
                    <a:pt x="55372" y="409091"/>
                  </a:lnTo>
                  <a:lnTo>
                    <a:pt x="54568" y="370584"/>
                  </a:lnTo>
                  <a:lnTo>
                    <a:pt x="58658" y="331828"/>
                  </a:lnTo>
                  <a:lnTo>
                    <a:pt x="67677" y="293094"/>
                  </a:lnTo>
                  <a:lnTo>
                    <a:pt x="81660" y="254659"/>
                  </a:lnTo>
                  <a:lnTo>
                    <a:pt x="105160" y="211258"/>
                  </a:lnTo>
                  <a:lnTo>
                    <a:pt x="133934" y="172667"/>
                  </a:lnTo>
                  <a:lnTo>
                    <a:pt x="167323" y="139142"/>
                  </a:lnTo>
                  <a:lnTo>
                    <a:pt x="204669" y="110940"/>
                  </a:lnTo>
                  <a:lnTo>
                    <a:pt x="245314" y="88316"/>
                  </a:lnTo>
                  <a:lnTo>
                    <a:pt x="288599" y="71528"/>
                  </a:lnTo>
                  <a:lnTo>
                    <a:pt x="333867" y="60832"/>
                  </a:lnTo>
                  <a:lnTo>
                    <a:pt x="380458" y="56485"/>
                  </a:lnTo>
                  <a:lnTo>
                    <a:pt x="427714" y="58742"/>
                  </a:lnTo>
                  <a:lnTo>
                    <a:pt x="474977" y="67861"/>
                  </a:lnTo>
                  <a:lnTo>
                    <a:pt x="521588" y="84098"/>
                  </a:lnTo>
                  <a:lnTo>
                    <a:pt x="565368" y="107282"/>
                  </a:lnTo>
                  <a:lnTo>
                    <a:pt x="604270" y="135853"/>
                  </a:lnTo>
                  <a:lnTo>
                    <a:pt x="638043" y="169128"/>
                  </a:lnTo>
                  <a:lnTo>
                    <a:pt x="666439" y="206422"/>
                  </a:lnTo>
                  <a:lnTo>
                    <a:pt x="689208" y="247054"/>
                  </a:lnTo>
                  <a:lnTo>
                    <a:pt x="706100" y="290338"/>
                  </a:lnTo>
                  <a:lnTo>
                    <a:pt x="716866" y="335592"/>
                  </a:lnTo>
                  <a:lnTo>
                    <a:pt x="721256" y="382131"/>
                  </a:lnTo>
                  <a:lnTo>
                    <a:pt x="719020" y="429273"/>
                  </a:lnTo>
                  <a:lnTo>
                    <a:pt x="709909" y="476333"/>
                  </a:lnTo>
                  <a:lnTo>
                    <a:pt x="693674" y="522629"/>
                  </a:lnTo>
                  <a:lnTo>
                    <a:pt x="670521" y="566064"/>
                  </a:lnTo>
                  <a:lnTo>
                    <a:pt x="642031" y="604745"/>
                  </a:lnTo>
                  <a:lnTo>
                    <a:pt x="608868" y="638396"/>
                  </a:lnTo>
                  <a:lnTo>
                    <a:pt x="571696" y="666739"/>
                  </a:lnTo>
                  <a:lnTo>
                    <a:pt x="531178" y="689499"/>
                  </a:lnTo>
                  <a:lnTo>
                    <a:pt x="487980" y="706399"/>
                  </a:lnTo>
                  <a:lnTo>
                    <a:pt x="442764" y="717162"/>
                  </a:lnTo>
                  <a:lnTo>
                    <a:pt x="396196" y="721512"/>
                  </a:lnTo>
                  <a:lnTo>
                    <a:pt x="348939" y="719172"/>
                  </a:lnTo>
                  <a:lnTo>
                    <a:pt x="301658" y="709866"/>
                  </a:lnTo>
                  <a:lnTo>
                    <a:pt x="255015" y="693317"/>
                  </a:lnTo>
                  <a:lnTo>
                    <a:pt x="214631" y="673166"/>
                  </a:lnTo>
                  <a:lnTo>
                    <a:pt x="178736" y="648121"/>
                  </a:lnTo>
                  <a:lnTo>
                    <a:pt x="147484" y="618719"/>
                  </a:lnTo>
                  <a:lnTo>
                    <a:pt x="121030" y="585494"/>
                  </a:lnTo>
                  <a:lnTo>
                    <a:pt x="112361" y="579031"/>
                  </a:lnTo>
                  <a:lnTo>
                    <a:pt x="75197" y="588820"/>
                  </a:lnTo>
                  <a:lnTo>
                    <a:pt x="71770" y="598353"/>
                  </a:lnTo>
                  <a:lnTo>
                    <a:pt x="72177" y="608695"/>
                  </a:lnTo>
                  <a:lnTo>
                    <a:pt x="108334" y="656555"/>
                  </a:lnTo>
                  <a:lnTo>
                    <a:pt x="144811" y="690333"/>
                  </a:lnTo>
                  <a:lnTo>
                    <a:pt x="186479" y="719729"/>
                  </a:lnTo>
                  <a:lnTo>
                    <a:pt x="233172" y="744244"/>
                  </a:lnTo>
                  <a:lnTo>
                    <a:pt x="279083" y="761012"/>
                  </a:lnTo>
                  <a:lnTo>
                    <a:pt x="325694" y="771753"/>
                  </a:lnTo>
                  <a:lnTo>
                    <a:pt x="372517" y="776653"/>
                  </a:lnTo>
                  <a:lnTo>
                    <a:pt x="419061" y="775893"/>
                  </a:lnTo>
                  <a:lnTo>
                    <a:pt x="464836" y="769657"/>
                  </a:lnTo>
                  <a:lnTo>
                    <a:pt x="509353" y="758128"/>
                  </a:lnTo>
                  <a:lnTo>
                    <a:pt x="552122" y="741489"/>
                  </a:lnTo>
                  <a:lnTo>
                    <a:pt x="592653" y="719923"/>
                  </a:lnTo>
                  <a:lnTo>
                    <a:pt x="630456" y="693613"/>
                  </a:lnTo>
                  <a:lnTo>
                    <a:pt x="665043" y="662743"/>
                  </a:lnTo>
                  <a:lnTo>
                    <a:pt x="695922" y="627495"/>
                  </a:lnTo>
                  <a:lnTo>
                    <a:pt x="722604" y="588053"/>
                  </a:lnTo>
                  <a:lnTo>
                    <a:pt x="744601" y="544600"/>
                  </a:lnTo>
                  <a:lnTo>
                    <a:pt x="761370" y="498688"/>
                  </a:lnTo>
                  <a:lnTo>
                    <a:pt x="772117" y="452072"/>
                  </a:lnTo>
                  <a:lnTo>
                    <a:pt x="777025" y="405236"/>
                  </a:lnTo>
                  <a:lnTo>
                    <a:pt x="776274" y="358666"/>
                  </a:lnTo>
                  <a:lnTo>
                    <a:pt x="770048" y="312849"/>
                  </a:lnTo>
                  <a:lnTo>
                    <a:pt x="758528" y="268269"/>
                  </a:lnTo>
                  <a:lnTo>
                    <a:pt x="741896" y="225412"/>
                  </a:lnTo>
                  <a:lnTo>
                    <a:pt x="720334" y="184764"/>
                  </a:lnTo>
                  <a:lnTo>
                    <a:pt x="694025" y="146810"/>
                  </a:lnTo>
                  <a:lnTo>
                    <a:pt x="663151" y="112035"/>
                  </a:lnTo>
                  <a:lnTo>
                    <a:pt x="627893" y="80926"/>
                  </a:lnTo>
                  <a:lnTo>
                    <a:pt x="588435" y="53969"/>
                  </a:lnTo>
                  <a:lnTo>
                    <a:pt x="544956" y="31647"/>
                  </a:lnTo>
                  <a:lnTo>
                    <a:pt x="499045" y="15178"/>
                  </a:lnTo>
                  <a:lnTo>
                    <a:pt x="452433" y="4688"/>
                  </a:lnTo>
                  <a:lnTo>
                    <a:pt x="405609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28507" y="3523868"/>
              <a:ext cx="172085" cy="173354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8769985" y="3161029"/>
              <a:ext cx="437515" cy="437515"/>
            </a:xfrm>
            <a:custGeom>
              <a:avLst/>
              <a:gdLst/>
              <a:ahLst/>
              <a:cxnLst/>
              <a:rect l="l" t="t" r="r" b="b"/>
              <a:pathLst>
                <a:path w="437515" h="437514">
                  <a:moveTo>
                    <a:pt x="218567" y="0"/>
                  </a:moveTo>
                  <a:lnTo>
                    <a:pt x="168830" y="5829"/>
                  </a:lnTo>
                  <a:lnTo>
                    <a:pt x="122973" y="22403"/>
                  </a:lnTo>
                  <a:lnTo>
                    <a:pt x="82370" y="48355"/>
                  </a:lnTo>
                  <a:lnTo>
                    <a:pt x="48395" y="82316"/>
                  </a:lnTo>
                  <a:lnTo>
                    <a:pt x="22426" y="122917"/>
                  </a:lnTo>
                  <a:lnTo>
                    <a:pt x="5835" y="168790"/>
                  </a:lnTo>
                  <a:lnTo>
                    <a:pt x="0" y="218567"/>
                  </a:lnTo>
                  <a:lnTo>
                    <a:pt x="5835" y="268783"/>
                  </a:lnTo>
                  <a:lnTo>
                    <a:pt x="22426" y="314827"/>
                  </a:lnTo>
                  <a:lnTo>
                    <a:pt x="48395" y="355403"/>
                  </a:lnTo>
                  <a:lnTo>
                    <a:pt x="82370" y="389217"/>
                  </a:lnTo>
                  <a:lnTo>
                    <a:pt x="122973" y="414974"/>
                  </a:lnTo>
                  <a:lnTo>
                    <a:pt x="168830" y="431378"/>
                  </a:lnTo>
                  <a:lnTo>
                    <a:pt x="218567" y="437134"/>
                  </a:lnTo>
                  <a:lnTo>
                    <a:pt x="268783" y="431378"/>
                  </a:lnTo>
                  <a:lnTo>
                    <a:pt x="314827" y="414974"/>
                  </a:lnTo>
                  <a:lnTo>
                    <a:pt x="355403" y="389217"/>
                  </a:lnTo>
                  <a:lnTo>
                    <a:pt x="361462" y="383159"/>
                  </a:lnTo>
                  <a:lnTo>
                    <a:pt x="218567" y="383159"/>
                  </a:lnTo>
                  <a:lnTo>
                    <a:pt x="175081" y="377343"/>
                  </a:lnTo>
                  <a:lnTo>
                    <a:pt x="136068" y="360891"/>
                  </a:lnTo>
                  <a:lnTo>
                    <a:pt x="103060" y="335295"/>
                  </a:lnTo>
                  <a:lnTo>
                    <a:pt x="77587" y="302048"/>
                  </a:lnTo>
                  <a:lnTo>
                    <a:pt x="61181" y="262641"/>
                  </a:lnTo>
                  <a:lnTo>
                    <a:pt x="55372" y="218567"/>
                  </a:lnTo>
                  <a:lnTo>
                    <a:pt x="61181" y="175081"/>
                  </a:lnTo>
                  <a:lnTo>
                    <a:pt x="77587" y="136068"/>
                  </a:lnTo>
                  <a:lnTo>
                    <a:pt x="103060" y="103060"/>
                  </a:lnTo>
                  <a:lnTo>
                    <a:pt x="136068" y="77587"/>
                  </a:lnTo>
                  <a:lnTo>
                    <a:pt x="175081" y="61181"/>
                  </a:lnTo>
                  <a:lnTo>
                    <a:pt x="218567" y="55372"/>
                  </a:lnTo>
                  <a:lnTo>
                    <a:pt x="362389" y="55372"/>
                  </a:lnTo>
                  <a:lnTo>
                    <a:pt x="355403" y="48355"/>
                  </a:lnTo>
                  <a:lnTo>
                    <a:pt x="314827" y="22403"/>
                  </a:lnTo>
                  <a:lnTo>
                    <a:pt x="268783" y="5829"/>
                  </a:lnTo>
                  <a:lnTo>
                    <a:pt x="218567" y="0"/>
                  </a:lnTo>
                  <a:close/>
                </a:path>
                <a:path w="437515" h="437514">
                  <a:moveTo>
                    <a:pt x="362389" y="55372"/>
                  </a:moveTo>
                  <a:lnTo>
                    <a:pt x="218567" y="55372"/>
                  </a:lnTo>
                  <a:lnTo>
                    <a:pt x="262641" y="61181"/>
                  </a:lnTo>
                  <a:lnTo>
                    <a:pt x="302048" y="77587"/>
                  </a:lnTo>
                  <a:lnTo>
                    <a:pt x="335295" y="103060"/>
                  </a:lnTo>
                  <a:lnTo>
                    <a:pt x="360891" y="136068"/>
                  </a:lnTo>
                  <a:lnTo>
                    <a:pt x="377343" y="175081"/>
                  </a:lnTo>
                  <a:lnTo>
                    <a:pt x="383159" y="218567"/>
                  </a:lnTo>
                  <a:lnTo>
                    <a:pt x="377343" y="262641"/>
                  </a:lnTo>
                  <a:lnTo>
                    <a:pt x="360891" y="302048"/>
                  </a:lnTo>
                  <a:lnTo>
                    <a:pt x="335295" y="335295"/>
                  </a:lnTo>
                  <a:lnTo>
                    <a:pt x="302048" y="360891"/>
                  </a:lnTo>
                  <a:lnTo>
                    <a:pt x="262641" y="377343"/>
                  </a:lnTo>
                  <a:lnTo>
                    <a:pt x="218567" y="383159"/>
                  </a:lnTo>
                  <a:lnTo>
                    <a:pt x="361462" y="383159"/>
                  </a:lnTo>
                  <a:lnTo>
                    <a:pt x="389217" y="355403"/>
                  </a:lnTo>
                  <a:lnTo>
                    <a:pt x="414974" y="314827"/>
                  </a:lnTo>
                  <a:lnTo>
                    <a:pt x="431378" y="268783"/>
                  </a:lnTo>
                  <a:lnTo>
                    <a:pt x="437134" y="218567"/>
                  </a:lnTo>
                  <a:lnTo>
                    <a:pt x="431378" y="168790"/>
                  </a:lnTo>
                  <a:lnTo>
                    <a:pt x="414974" y="122917"/>
                  </a:lnTo>
                  <a:lnTo>
                    <a:pt x="389217" y="82316"/>
                  </a:lnTo>
                  <a:lnTo>
                    <a:pt x="362389" y="5537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15653" y="3306584"/>
              <a:ext cx="145770" cy="14578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8953500" y="3927982"/>
              <a:ext cx="76200" cy="701675"/>
            </a:xfrm>
            <a:custGeom>
              <a:avLst/>
              <a:gdLst/>
              <a:ahLst/>
              <a:cxnLst/>
              <a:rect l="l" t="t" r="r" b="b"/>
              <a:pathLst>
                <a:path w="76200" h="701675">
                  <a:moveTo>
                    <a:pt x="28575" y="625475"/>
                  </a:moveTo>
                  <a:lnTo>
                    <a:pt x="0" y="625475"/>
                  </a:lnTo>
                  <a:lnTo>
                    <a:pt x="38100" y="701675"/>
                  </a:lnTo>
                  <a:lnTo>
                    <a:pt x="69850" y="638175"/>
                  </a:lnTo>
                  <a:lnTo>
                    <a:pt x="28575" y="638175"/>
                  </a:lnTo>
                  <a:lnTo>
                    <a:pt x="28575" y="625475"/>
                  </a:lnTo>
                  <a:close/>
                </a:path>
                <a:path w="76200" h="701675">
                  <a:moveTo>
                    <a:pt x="47625" y="63500"/>
                  </a:moveTo>
                  <a:lnTo>
                    <a:pt x="28575" y="63500"/>
                  </a:lnTo>
                  <a:lnTo>
                    <a:pt x="28575" y="638175"/>
                  </a:lnTo>
                  <a:lnTo>
                    <a:pt x="47625" y="638175"/>
                  </a:lnTo>
                  <a:lnTo>
                    <a:pt x="47625" y="63500"/>
                  </a:lnTo>
                  <a:close/>
                </a:path>
                <a:path w="76200" h="701675">
                  <a:moveTo>
                    <a:pt x="76200" y="625475"/>
                  </a:moveTo>
                  <a:lnTo>
                    <a:pt x="47625" y="625475"/>
                  </a:lnTo>
                  <a:lnTo>
                    <a:pt x="47625" y="638175"/>
                  </a:lnTo>
                  <a:lnTo>
                    <a:pt x="69850" y="638175"/>
                  </a:lnTo>
                  <a:lnTo>
                    <a:pt x="76200" y="625475"/>
                  </a:lnTo>
                  <a:close/>
                </a:path>
                <a:path w="76200" h="701675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01675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9586976" y="3045409"/>
            <a:ext cx="135064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35" b="1">
                <a:solidFill>
                  <a:srgbClr val="221F1F"/>
                </a:solidFill>
                <a:latin typeface="Calibri"/>
                <a:cs typeface="Calibri"/>
              </a:rPr>
              <a:t>Stream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240" b="1">
                <a:solidFill>
                  <a:srgbClr val="221F1F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4674087" y="6713601"/>
            <a:ext cx="833755" cy="779780"/>
            <a:chOff x="14674087" y="6713601"/>
            <a:chExt cx="833755" cy="779780"/>
          </a:xfrm>
        </p:grpSpPr>
        <p:pic>
          <p:nvPicPr>
            <p:cNvPr id="43" name="object 4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82824" y="7154425"/>
              <a:ext cx="524852" cy="74922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4674087" y="6713600"/>
              <a:ext cx="769620" cy="779780"/>
            </a:xfrm>
            <a:custGeom>
              <a:avLst/>
              <a:gdLst/>
              <a:ahLst/>
              <a:cxnLst/>
              <a:rect l="l" t="t" r="r" b="b"/>
              <a:pathLst>
                <a:path w="769619" h="779779">
                  <a:moveTo>
                    <a:pt x="769239" y="94488"/>
                  </a:moveTo>
                  <a:lnTo>
                    <a:pt x="751014" y="56896"/>
                  </a:lnTo>
                  <a:lnTo>
                    <a:pt x="710692" y="31991"/>
                  </a:lnTo>
                  <a:lnTo>
                    <a:pt x="710692" y="156032"/>
                  </a:lnTo>
                  <a:lnTo>
                    <a:pt x="710692" y="607187"/>
                  </a:lnTo>
                  <a:lnTo>
                    <a:pt x="677621" y="626503"/>
                  </a:lnTo>
                  <a:lnTo>
                    <a:pt x="631101" y="639343"/>
                  </a:lnTo>
                  <a:lnTo>
                    <a:pt x="593305" y="645502"/>
                  </a:lnTo>
                  <a:lnTo>
                    <a:pt x="551561" y="649389"/>
                  </a:lnTo>
                  <a:lnTo>
                    <a:pt x="521716" y="650303"/>
                  </a:lnTo>
                  <a:lnTo>
                    <a:pt x="521716" y="186905"/>
                  </a:lnTo>
                  <a:lnTo>
                    <a:pt x="554570" y="185966"/>
                  </a:lnTo>
                  <a:lnTo>
                    <a:pt x="600290" y="181952"/>
                  </a:lnTo>
                  <a:lnTo>
                    <a:pt x="642353" y="175387"/>
                  </a:lnTo>
                  <a:lnTo>
                    <a:pt x="695452" y="162039"/>
                  </a:lnTo>
                  <a:lnTo>
                    <a:pt x="710692" y="156032"/>
                  </a:lnTo>
                  <a:lnTo>
                    <a:pt x="710692" y="31991"/>
                  </a:lnTo>
                  <a:lnTo>
                    <a:pt x="710565" y="31940"/>
                  </a:lnTo>
                  <a:lnTo>
                    <a:pt x="710565" y="94488"/>
                  </a:lnTo>
                  <a:lnTo>
                    <a:pt x="709168" y="94488"/>
                  </a:lnTo>
                  <a:lnTo>
                    <a:pt x="709168" y="95885"/>
                  </a:lnTo>
                  <a:lnTo>
                    <a:pt x="706120" y="95885"/>
                  </a:lnTo>
                  <a:lnTo>
                    <a:pt x="698550" y="100203"/>
                  </a:lnTo>
                  <a:lnTo>
                    <a:pt x="631304" y="120497"/>
                  </a:lnTo>
                  <a:lnTo>
                    <a:pt x="552208" y="130581"/>
                  </a:lnTo>
                  <a:lnTo>
                    <a:pt x="510794" y="131838"/>
                  </a:lnTo>
                  <a:lnTo>
                    <a:pt x="508063" y="128905"/>
                  </a:lnTo>
                  <a:lnTo>
                    <a:pt x="504507" y="125120"/>
                  </a:lnTo>
                  <a:lnTo>
                    <a:pt x="493268" y="116967"/>
                  </a:lnTo>
                  <a:lnTo>
                    <a:pt x="480974" y="109372"/>
                  </a:lnTo>
                  <a:lnTo>
                    <a:pt x="466864" y="102489"/>
                  </a:lnTo>
                  <a:lnTo>
                    <a:pt x="464693" y="101650"/>
                  </a:lnTo>
                  <a:lnTo>
                    <a:pt x="464693" y="164846"/>
                  </a:lnTo>
                  <a:lnTo>
                    <a:pt x="464693" y="166370"/>
                  </a:lnTo>
                  <a:lnTo>
                    <a:pt x="464693" y="169418"/>
                  </a:lnTo>
                  <a:lnTo>
                    <a:pt x="464693" y="228371"/>
                  </a:lnTo>
                  <a:lnTo>
                    <a:pt x="464693" y="677672"/>
                  </a:lnTo>
                  <a:lnTo>
                    <a:pt x="458724" y="683641"/>
                  </a:lnTo>
                  <a:lnTo>
                    <a:pt x="418211" y="703199"/>
                  </a:lnTo>
                  <a:lnTo>
                    <a:pt x="348005" y="716127"/>
                  </a:lnTo>
                  <a:lnTo>
                    <a:pt x="305904" y="719886"/>
                  </a:lnTo>
                  <a:lnTo>
                    <a:pt x="260858" y="721233"/>
                  </a:lnTo>
                  <a:lnTo>
                    <a:pt x="215861" y="719886"/>
                  </a:lnTo>
                  <a:lnTo>
                    <a:pt x="173774" y="716127"/>
                  </a:lnTo>
                  <a:lnTo>
                    <a:pt x="135851" y="710412"/>
                  </a:lnTo>
                  <a:lnTo>
                    <a:pt x="89674" y="698474"/>
                  </a:lnTo>
                  <a:lnTo>
                    <a:pt x="61468" y="683641"/>
                  </a:lnTo>
                  <a:lnTo>
                    <a:pt x="58547" y="682117"/>
                  </a:lnTo>
                  <a:lnTo>
                    <a:pt x="56896" y="677672"/>
                  </a:lnTo>
                  <a:lnTo>
                    <a:pt x="56896" y="227101"/>
                  </a:lnTo>
                  <a:lnTo>
                    <a:pt x="57886" y="227545"/>
                  </a:lnTo>
                  <a:lnTo>
                    <a:pt x="73456" y="233387"/>
                  </a:lnTo>
                  <a:lnTo>
                    <a:pt x="126606" y="247345"/>
                  </a:lnTo>
                  <a:lnTo>
                    <a:pt x="168300" y="253911"/>
                  </a:lnTo>
                  <a:lnTo>
                    <a:pt x="213944" y="257962"/>
                  </a:lnTo>
                  <a:lnTo>
                    <a:pt x="262382" y="259334"/>
                  </a:lnTo>
                  <a:lnTo>
                    <a:pt x="310794" y="257962"/>
                  </a:lnTo>
                  <a:lnTo>
                    <a:pt x="356412" y="253911"/>
                  </a:lnTo>
                  <a:lnTo>
                    <a:pt x="398145" y="247345"/>
                  </a:lnTo>
                  <a:lnTo>
                    <a:pt x="451345" y="233387"/>
                  </a:lnTo>
                  <a:lnTo>
                    <a:pt x="464693" y="228371"/>
                  </a:lnTo>
                  <a:lnTo>
                    <a:pt x="464693" y="169418"/>
                  </a:lnTo>
                  <a:lnTo>
                    <a:pt x="463296" y="169418"/>
                  </a:lnTo>
                  <a:lnTo>
                    <a:pt x="456285" y="173088"/>
                  </a:lnTo>
                  <a:lnTo>
                    <a:pt x="446620" y="177152"/>
                  </a:lnTo>
                  <a:lnTo>
                    <a:pt x="387388" y="193141"/>
                  </a:lnTo>
                  <a:lnTo>
                    <a:pt x="349491" y="198856"/>
                  </a:lnTo>
                  <a:lnTo>
                    <a:pt x="307416" y="202615"/>
                  </a:lnTo>
                  <a:lnTo>
                    <a:pt x="262382" y="203962"/>
                  </a:lnTo>
                  <a:lnTo>
                    <a:pt x="217322" y="202615"/>
                  </a:lnTo>
                  <a:lnTo>
                    <a:pt x="175209" y="198856"/>
                  </a:lnTo>
                  <a:lnTo>
                    <a:pt x="137312" y="193141"/>
                  </a:lnTo>
                  <a:lnTo>
                    <a:pt x="90728" y="181483"/>
                  </a:lnTo>
                  <a:lnTo>
                    <a:pt x="59944" y="166370"/>
                  </a:lnTo>
                  <a:lnTo>
                    <a:pt x="58547" y="166370"/>
                  </a:lnTo>
                  <a:lnTo>
                    <a:pt x="59944" y="164846"/>
                  </a:lnTo>
                  <a:lnTo>
                    <a:pt x="61468" y="164846"/>
                  </a:lnTo>
                  <a:lnTo>
                    <a:pt x="68465" y="160616"/>
                  </a:lnTo>
                  <a:lnTo>
                    <a:pt x="104902" y="148463"/>
                  </a:lnTo>
                  <a:lnTo>
                    <a:pt x="175209" y="134213"/>
                  </a:lnTo>
                  <a:lnTo>
                    <a:pt x="217322" y="130289"/>
                  </a:lnTo>
                  <a:lnTo>
                    <a:pt x="262382" y="128905"/>
                  </a:lnTo>
                  <a:lnTo>
                    <a:pt x="307416" y="130289"/>
                  </a:lnTo>
                  <a:lnTo>
                    <a:pt x="349504" y="134213"/>
                  </a:lnTo>
                  <a:lnTo>
                    <a:pt x="387388" y="140373"/>
                  </a:lnTo>
                  <a:lnTo>
                    <a:pt x="434213" y="152704"/>
                  </a:lnTo>
                  <a:lnTo>
                    <a:pt x="463296" y="164846"/>
                  </a:lnTo>
                  <a:lnTo>
                    <a:pt x="464693" y="164846"/>
                  </a:lnTo>
                  <a:lnTo>
                    <a:pt x="464693" y="101650"/>
                  </a:lnTo>
                  <a:lnTo>
                    <a:pt x="451345" y="96469"/>
                  </a:lnTo>
                  <a:lnTo>
                    <a:pt x="434848" y="91440"/>
                  </a:lnTo>
                  <a:lnTo>
                    <a:pt x="398145" y="83350"/>
                  </a:lnTo>
                  <a:lnTo>
                    <a:pt x="356425" y="77190"/>
                  </a:lnTo>
                  <a:lnTo>
                    <a:pt x="345097" y="76225"/>
                  </a:lnTo>
                  <a:lnTo>
                    <a:pt x="349250" y="74930"/>
                  </a:lnTo>
                  <a:lnTo>
                    <a:pt x="381495" y="67729"/>
                  </a:lnTo>
                  <a:lnTo>
                    <a:pt x="419036" y="62014"/>
                  </a:lnTo>
                  <a:lnTo>
                    <a:pt x="461048" y="58254"/>
                  </a:lnTo>
                  <a:lnTo>
                    <a:pt x="506730" y="56896"/>
                  </a:lnTo>
                  <a:lnTo>
                    <a:pt x="551561" y="58254"/>
                  </a:lnTo>
                  <a:lnTo>
                    <a:pt x="593305" y="62014"/>
                  </a:lnTo>
                  <a:lnTo>
                    <a:pt x="631101" y="67729"/>
                  </a:lnTo>
                  <a:lnTo>
                    <a:pt x="677837" y="79387"/>
                  </a:lnTo>
                  <a:lnTo>
                    <a:pt x="706120" y="91440"/>
                  </a:lnTo>
                  <a:lnTo>
                    <a:pt x="709168" y="91440"/>
                  </a:lnTo>
                  <a:lnTo>
                    <a:pt x="710565" y="94488"/>
                  </a:lnTo>
                  <a:lnTo>
                    <a:pt x="710565" y="31940"/>
                  </a:lnTo>
                  <a:lnTo>
                    <a:pt x="642353" y="12065"/>
                  </a:lnTo>
                  <a:lnTo>
                    <a:pt x="600290" y="5448"/>
                  </a:lnTo>
                  <a:lnTo>
                    <a:pt x="554570" y="1384"/>
                  </a:lnTo>
                  <a:lnTo>
                    <a:pt x="506730" y="0"/>
                  </a:lnTo>
                  <a:lnTo>
                    <a:pt x="458304" y="1384"/>
                  </a:lnTo>
                  <a:lnTo>
                    <a:pt x="412673" y="5448"/>
                  </a:lnTo>
                  <a:lnTo>
                    <a:pt x="370954" y="12065"/>
                  </a:lnTo>
                  <a:lnTo>
                    <a:pt x="317754" y="26073"/>
                  </a:lnTo>
                  <a:lnTo>
                    <a:pt x="275844" y="44958"/>
                  </a:lnTo>
                  <a:lnTo>
                    <a:pt x="249821" y="72250"/>
                  </a:lnTo>
                  <a:lnTo>
                    <a:pt x="213944" y="73266"/>
                  </a:lnTo>
                  <a:lnTo>
                    <a:pt x="168300" y="77190"/>
                  </a:lnTo>
                  <a:lnTo>
                    <a:pt x="126606" y="83350"/>
                  </a:lnTo>
                  <a:lnTo>
                    <a:pt x="73456" y="97167"/>
                  </a:lnTo>
                  <a:lnTo>
                    <a:pt x="31369" y="116967"/>
                  </a:lnTo>
                  <a:lnTo>
                    <a:pt x="2806" y="149212"/>
                  </a:lnTo>
                  <a:lnTo>
                    <a:pt x="0" y="164846"/>
                  </a:lnTo>
                  <a:lnTo>
                    <a:pt x="266" y="166370"/>
                  </a:lnTo>
                  <a:lnTo>
                    <a:pt x="0" y="166370"/>
                  </a:lnTo>
                  <a:lnTo>
                    <a:pt x="0" y="680720"/>
                  </a:lnTo>
                  <a:lnTo>
                    <a:pt x="2527" y="696442"/>
                  </a:lnTo>
                  <a:lnTo>
                    <a:pt x="27051" y="730123"/>
                  </a:lnTo>
                  <a:lnTo>
                    <a:pt x="67652" y="751433"/>
                  </a:lnTo>
                  <a:lnTo>
                    <a:pt x="122110" y="766965"/>
                  </a:lnTo>
                  <a:lnTo>
                    <a:pt x="164350" y="774026"/>
                  </a:lnTo>
                  <a:lnTo>
                    <a:pt x="210223" y="778256"/>
                  </a:lnTo>
                  <a:lnTo>
                    <a:pt x="259334" y="779653"/>
                  </a:lnTo>
                  <a:lnTo>
                    <a:pt x="308698" y="778040"/>
                  </a:lnTo>
                  <a:lnTo>
                    <a:pt x="354787" y="773455"/>
                  </a:lnTo>
                  <a:lnTo>
                    <a:pt x="396608" y="766318"/>
                  </a:lnTo>
                  <a:lnTo>
                    <a:pt x="449783" y="751433"/>
                  </a:lnTo>
                  <a:lnTo>
                    <a:pt x="491744" y="730123"/>
                  </a:lnTo>
                  <a:lnTo>
                    <a:pt x="502602" y="721233"/>
                  </a:lnTo>
                  <a:lnTo>
                    <a:pt x="512343" y="709904"/>
                  </a:lnTo>
                  <a:lnTo>
                    <a:pt x="514311" y="706005"/>
                  </a:lnTo>
                  <a:lnTo>
                    <a:pt x="556031" y="704634"/>
                  </a:lnTo>
                  <a:lnTo>
                    <a:pt x="602145" y="700049"/>
                  </a:lnTo>
                  <a:lnTo>
                    <a:pt x="644042" y="692912"/>
                  </a:lnTo>
                  <a:lnTo>
                    <a:pt x="697217" y="677976"/>
                  </a:lnTo>
                  <a:lnTo>
                    <a:pt x="739140" y="658114"/>
                  </a:lnTo>
                  <a:lnTo>
                    <a:pt x="766660" y="622960"/>
                  </a:lnTo>
                  <a:lnTo>
                    <a:pt x="769239" y="607187"/>
                  </a:lnTo>
                  <a:lnTo>
                    <a:pt x="769239" y="96012"/>
                  </a:lnTo>
                  <a:lnTo>
                    <a:pt x="768946" y="96012"/>
                  </a:lnTo>
                  <a:lnTo>
                    <a:pt x="769239" y="9448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7190465" y="9450219"/>
            <a:ext cx="228600" cy="19367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45"/>
              </a:spcBef>
            </a:pPr>
            <a:fld id="{81D60167-4931-47E6-BA6A-407CBD079E47}" type="slidenum">
              <a:rPr dirty="0" sz="1000" spc="45">
                <a:solidFill>
                  <a:srgbClr val="173360"/>
                </a:solidFill>
                <a:latin typeface="Calibri"/>
                <a:cs typeface="Calibri"/>
              </a:rPr>
              <a:t>59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54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pc="254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605">
                <a:solidFill>
                  <a:srgbClr val="173360"/>
                </a:solidFill>
                <a:latin typeface="Calibri"/>
                <a:cs typeface="Calibri"/>
              </a:rPr>
              <a:t>Streaming</a:t>
            </a:r>
            <a:r>
              <a:rPr dirty="0" spc="23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20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pc="520">
                <a:solidFill>
                  <a:srgbClr val="173360"/>
                </a:solidFill>
              </a:rPr>
              <a:t>을</a:t>
            </a:r>
            <a:r>
              <a:rPr dirty="0" spc="-29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통한</a:t>
            </a:r>
            <a:r>
              <a:rPr dirty="0" spc="-29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변화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89868" y="2258618"/>
            <a:ext cx="16744950" cy="7765415"/>
            <a:chOff x="889868" y="2258618"/>
            <a:chExt cx="16744950" cy="77654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868" y="2582172"/>
              <a:ext cx="5810290" cy="727995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267078" y="2681604"/>
              <a:ext cx="4980305" cy="6612890"/>
            </a:xfrm>
            <a:custGeom>
              <a:avLst/>
              <a:gdLst/>
              <a:ahLst/>
              <a:cxnLst/>
              <a:rect l="l" t="t" r="r" b="b"/>
              <a:pathLst>
                <a:path w="4980305" h="6612890">
                  <a:moveTo>
                    <a:pt x="4912995" y="0"/>
                  </a:moveTo>
                  <a:lnTo>
                    <a:pt x="67309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6545338"/>
                  </a:lnTo>
                  <a:lnTo>
                    <a:pt x="5284" y="6571528"/>
                  </a:lnTo>
                  <a:lnTo>
                    <a:pt x="19700" y="6592916"/>
                  </a:lnTo>
                  <a:lnTo>
                    <a:pt x="41094" y="6607335"/>
                  </a:lnTo>
                  <a:lnTo>
                    <a:pt x="67309" y="6612623"/>
                  </a:lnTo>
                  <a:lnTo>
                    <a:pt x="4912995" y="6612623"/>
                  </a:lnTo>
                  <a:lnTo>
                    <a:pt x="4939210" y="6607335"/>
                  </a:lnTo>
                  <a:lnTo>
                    <a:pt x="4960604" y="6592916"/>
                  </a:lnTo>
                  <a:lnTo>
                    <a:pt x="4975020" y="6571528"/>
                  </a:lnTo>
                  <a:lnTo>
                    <a:pt x="4980305" y="6545338"/>
                  </a:lnTo>
                  <a:lnTo>
                    <a:pt x="4980305" y="67310"/>
                  </a:lnTo>
                  <a:lnTo>
                    <a:pt x="4975020" y="41094"/>
                  </a:lnTo>
                  <a:lnTo>
                    <a:pt x="4960604" y="19700"/>
                  </a:lnTo>
                  <a:lnTo>
                    <a:pt x="4939210" y="5284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67523" y="2681604"/>
              <a:ext cx="4980305" cy="189230"/>
            </a:xfrm>
            <a:custGeom>
              <a:avLst/>
              <a:gdLst/>
              <a:ahLst/>
              <a:cxnLst/>
              <a:rect l="l" t="t" r="r" b="b"/>
              <a:pathLst>
                <a:path w="4980305" h="189230">
                  <a:moveTo>
                    <a:pt x="4915344" y="0"/>
                  </a:moveTo>
                  <a:lnTo>
                    <a:pt x="64960" y="0"/>
                  </a:lnTo>
                  <a:lnTo>
                    <a:pt x="39647" y="5103"/>
                  </a:lnTo>
                  <a:lnTo>
                    <a:pt x="19002" y="19018"/>
                  </a:lnTo>
                  <a:lnTo>
                    <a:pt x="5095" y="39647"/>
                  </a:lnTo>
                  <a:lnTo>
                    <a:pt x="0" y="64897"/>
                  </a:lnTo>
                  <a:lnTo>
                    <a:pt x="0" y="188975"/>
                  </a:lnTo>
                  <a:lnTo>
                    <a:pt x="4980241" y="188975"/>
                  </a:lnTo>
                  <a:lnTo>
                    <a:pt x="4980241" y="64897"/>
                  </a:lnTo>
                  <a:lnTo>
                    <a:pt x="4975155" y="39647"/>
                  </a:lnTo>
                  <a:lnTo>
                    <a:pt x="4961270" y="19018"/>
                  </a:lnTo>
                  <a:lnTo>
                    <a:pt x="4940647" y="5103"/>
                  </a:lnTo>
                  <a:lnTo>
                    <a:pt x="4915344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5811" y="2258618"/>
              <a:ext cx="6131560" cy="776528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653910" y="2681604"/>
              <a:ext cx="4980305" cy="6612890"/>
            </a:xfrm>
            <a:custGeom>
              <a:avLst/>
              <a:gdLst/>
              <a:ahLst/>
              <a:cxnLst/>
              <a:rect l="l" t="t" r="r" b="b"/>
              <a:pathLst>
                <a:path w="4980305" h="6612890">
                  <a:moveTo>
                    <a:pt x="4912995" y="0"/>
                  </a:moveTo>
                  <a:lnTo>
                    <a:pt x="67183" y="0"/>
                  </a:lnTo>
                  <a:lnTo>
                    <a:pt x="41040" y="5284"/>
                  </a:lnTo>
                  <a:lnTo>
                    <a:pt x="19685" y="19700"/>
                  </a:lnTo>
                  <a:lnTo>
                    <a:pt x="5282" y="41094"/>
                  </a:lnTo>
                  <a:lnTo>
                    <a:pt x="0" y="67310"/>
                  </a:lnTo>
                  <a:lnTo>
                    <a:pt x="0" y="6545338"/>
                  </a:lnTo>
                  <a:lnTo>
                    <a:pt x="5282" y="6571528"/>
                  </a:lnTo>
                  <a:lnTo>
                    <a:pt x="19684" y="6592916"/>
                  </a:lnTo>
                  <a:lnTo>
                    <a:pt x="41040" y="6607335"/>
                  </a:lnTo>
                  <a:lnTo>
                    <a:pt x="67183" y="6612623"/>
                  </a:lnTo>
                  <a:lnTo>
                    <a:pt x="4912995" y="6612623"/>
                  </a:lnTo>
                  <a:lnTo>
                    <a:pt x="4939137" y="6607335"/>
                  </a:lnTo>
                  <a:lnTo>
                    <a:pt x="4960493" y="6592916"/>
                  </a:lnTo>
                  <a:lnTo>
                    <a:pt x="4974895" y="6571528"/>
                  </a:lnTo>
                  <a:lnTo>
                    <a:pt x="4980178" y="6545338"/>
                  </a:lnTo>
                  <a:lnTo>
                    <a:pt x="4980178" y="67310"/>
                  </a:lnTo>
                  <a:lnTo>
                    <a:pt x="4974895" y="41094"/>
                  </a:lnTo>
                  <a:lnTo>
                    <a:pt x="4960493" y="19700"/>
                  </a:lnTo>
                  <a:lnTo>
                    <a:pt x="4939137" y="5284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654291" y="2681604"/>
              <a:ext cx="4980305" cy="189230"/>
            </a:xfrm>
            <a:custGeom>
              <a:avLst/>
              <a:gdLst/>
              <a:ahLst/>
              <a:cxnLst/>
              <a:rect l="l" t="t" r="r" b="b"/>
              <a:pathLst>
                <a:path w="4980305" h="189230">
                  <a:moveTo>
                    <a:pt x="4915408" y="0"/>
                  </a:moveTo>
                  <a:lnTo>
                    <a:pt x="64897" y="0"/>
                  </a:lnTo>
                  <a:lnTo>
                    <a:pt x="39647" y="5103"/>
                  </a:lnTo>
                  <a:lnTo>
                    <a:pt x="19018" y="19018"/>
                  </a:lnTo>
                  <a:lnTo>
                    <a:pt x="5103" y="39647"/>
                  </a:lnTo>
                  <a:lnTo>
                    <a:pt x="0" y="64897"/>
                  </a:lnTo>
                  <a:lnTo>
                    <a:pt x="0" y="188975"/>
                  </a:lnTo>
                  <a:lnTo>
                    <a:pt x="4980305" y="188975"/>
                  </a:lnTo>
                  <a:lnTo>
                    <a:pt x="4980305" y="64897"/>
                  </a:lnTo>
                  <a:lnTo>
                    <a:pt x="4975201" y="39647"/>
                  </a:lnTo>
                  <a:lnTo>
                    <a:pt x="4961286" y="19018"/>
                  </a:lnTo>
                  <a:lnTo>
                    <a:pt x="4940657" y="5103"/>
                  </a:lnTo>
                  <a:lnTo>
                    <a:pt x="4915408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01628" y="2258618"/>
              <a:ext cx="6133083" cy="776528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040616" y="2681604"/>
              <a:ext cx="4980305" cy="6612890"/>
            </a:xfrm>
            <a:custGeom>
              <a:avLst/>
              <a:gdLst/>
              <a:ahLst/>
              <a:cxnLst/>
              <a:rect l="l" t="t" r="r" b="b"/>
              <a:pathLst>
                <a:path w="4980305" h="6612890">
                  <a:moveTo>
                    <a:pt x="4912995" y="0"/>
                  </a:moveTo>
                  <a:lnTo>
                    <a:pt x="67309" y="0"/>
                  </a:lnTo>
                  <a:lnTo>
                    <a:pt x="41094" y="5284"/>
                  </a:lnTo>
                  <a:lnTo>
                    <a:pt x="19700" y="19700"/>
                  </a:lnTo>
                  <a:lnTo>
                    <a:pt x="5284" y="41094"/>
                  </a:lnTo>
                  <a:lnTo>
                    <a:pt x="0" y="67310"/>
                  </a:lnTo>
                  <a:lnTo>
                    <a:pt x="0" y="6545338"/>
                  </a:lnTo>
                  <a:lnTo>
                    <a:pt x="5284" y="6571528"/>
                  </a:lnTo>
                  <a:lnTo>
                    <a:pt x="19700" y="6592916"/>
                  </a:lnTo>
                  <a:lnTo>
                    <a:pt x="41094" y="6607335"/>
                  </a:lnTo>
                  <a:lnTo>
                    <a:pt x="67309" y="6612623"/>
                  </a:lnTo>
                  <a:lnTo>
                    <a:pt x="4912995" y="6612623"/>
                  </a:lnTo>
                  <a:lnTo>
                    <a:pt x="4939210" y="6607335"/>
                  </a:lnTo>
                  <a:lnTo>
                    <a:pt x="4960604" y="6592916"/>
                  </a:lnTo>
                  <a:lnTo>
                    <a:pt x="4975020" y="6571528"/>
                  </a:lnTo>
                  <a:lnTo>
                    <a:pt x="4980305" y="6545338"/>
                  </a:lnTo>
                  <a:lnTo>
                    <a:pt x="4980305" y="67310"/>
                  </a:lnTo>
                  <a:lnTo>
                    <a:pt x="4975020" y="41094"/>
                  </a:lnTo>
                  <a:lnTo>
                    <a:pt x="4960604" y="19700"/>
                  </a:lnTo>
                  <a:lnTo>
                    <a:pt x="4939210" y="5284"/>
                  </a:lnTo>
                  <a:lnTo>
                    <a:pt x="491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041123" y="2681604"/>
              <a:ext cx="4980305" cy="189230"/>
            </a:xfrm>
            <a:custGeom>
              <a:avLst/>
              <a:gdLst/>
              <a:ahLst/>
              <a:cxnLst/>
              <a:rect l="l" t="t" r="r" b="b"/>
              <a:pathLst>
                <a:path w="4980305" h="189230">
                  <a:moveTo>
                    <a:pt x="4915408" y="0"/>
                  </a:moveTo>
                  <a:lnTo>
                    <a:pt x="64897" y="0"/>
                  </a:lnTo>
                  <a:lnTo>
                    <a:pt x="39594" y="5103"/>
                  </a:lnTo>
                  <a:lnTo>
                    <a:pt x="18970" y="19018"/>
                  </a:lnTo>
                  <a:lnTo>
                    <a:pt x="5085" y="39647"/>
                  </a:lnTo>
                  <a:lnTo>
                    <a:pt x="0" y="64897"/>
                  </a:lnTo>
                  <a:lnTo>
                    <a:pt x="0" y="188975"/>
                  </a:lnTo>
                  <a:lnTo>
                    <a:pt x="4980305" y="188975"/>
                  </a:lnTo>
                  <a:lnTo>
                    <a:pt x="4980305" y="64897"/>
                  </a:lnTo>
                  <a:lnTo>
                    <a:pt x="4975201" y="39647"/>
                  </a:lnTo>
                  <a:lnTo>
                    <a:pt x="4961286" y="19018"/>
                  </a:lnTo>
                  <a:lnTo>
                    <a:pt x="4940657" y="5103"/>
                  </a:lnTo>
                  <a:lnTo>
                    <a:pt x="4915408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748154" y="4858968"/>
            <a:ext cx="3948429" cy="34912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spc="360" b="1" i="1">
                <a:solidFill>
                  <a:srgbClr val="173360"/>
                </a:solidFill>
                <a:latin typeface="Calibri"/>
                <a:cs typeface="Calibri"/>
              </a:rPr>
              <a:t>Scalable</a:t>
            </a:r>
            <a:endParaRPr sz="2800">
              <a:latin typeface="Calibri"/>
              <a:cs typeface="Calibri"/>
            </a:endParaRPr>
          </a:p>
          <a:p>
            <a:pPr marL="923925">
              <a:lnSpc>
                <a:spcPct val="100000"/>
              </a:lnSpc>
              <a:spcBef>
                <a:spcPts val="2810"/>
              </a:spcBef>
            </a:pP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처리</a:t>
            </a:r>
            <a:r>
              <a:rPr dirty="0" sz="2200" spc="-18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확대</a:t>
            </a:r>
            <a:endParaRPr sz="2200">
              <a:latin typeface="Malgun Gothic"/>
              <a:cs typeface="Malgun Gothic"/>
            </a:endParaRPr>
          </a:p>
          <a:p>
            <a:pPr algn="ctr" marL="12065" marR="5080">
              <a:lnSpc>
                <a:spcPct val="100000"/>
              </a:lnSpc>
              <a:spcBef>
                <a:spcPts val="2640"/>
              </a:spcBef>
            </a:pP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신속한</a:t>
            </a:r>
            <a:r>
              <a:rPr dirty="0" sz="22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처리</a:t>
            </a:r>
            <a:r>
              <a:rPr dirty="0" sz="22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0">
                <a:solidFill>
                  <a:srgbClr val="173360"/>
                </a:solidFill>
                <a:latin typeface="Malgun Gothic"/>
                <a:cs typeface="Malgun Gothic"/>
              </a:rPr>
              <a:t>비즈니스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사용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사례의</a:t>
            </a:r>
            <a:r>
              <a:rPr dirty="0" sz="22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확장에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맞게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유연하게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확장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160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z="2200" spc="9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200" spc="260">
                <a:solidFill>
                  <a:srgbClr val="173360"/>
                </a:solidFill>
                <a:latin typeface="Calibri"/>
                <a:cs typeface="Calibri"/>
              </a:rPr>
              <a:t>Streaming </a:t>
            </a:r>
            <a:r>
              <a:rPr dirty="0" sz="2200" spc="220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z="2200" spc="220">
                <a:solidFill>
                  <a:srgbClr val="173360"/>
                </a:solidFill>
                <a:latin typeface="Malgun Gothic"/>
                <a:cs typeface="Malgun Gothic"/>
              </a:rPr>
              <a:t>을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통해</a:t>
            </a:r>
            <a:r>
              <a:rPr dirty="0" sz="22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조직</a:t>
            </a:r>
            <a:r>
              <a:rPr dirty="0" sz="22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내의</a:t>
            </a:r>
            <a:r>
              <a:rPr dirty="0" sz="22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다양한 </a:t>
            </a:r>
            <a:r>
              <a:rPr dirty="0" sz="2200" spc="-45">
                <a:solidFill>
                  <a:srgbClr val="173360"/>
                </a:solidFill>
                <a:latin typeface="Malgun Gothic"/>
                <a:cs typeface="Malgun Gothic"/>
              </a:rPr>
              <a:t>소스</a:t>
            </a:r>
            <a:r>
              <a:rPr dirty="0" sz="2200" spc="-45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2200" spc="-45">
                <a:solidFill>
                  <a:srgbClr val="173360"/>
                </a:solidFill>
                <a:latin typeface="Malgun Gothic"/>
                <a:cs typeface="Malgun Gothic"/>
              </a:rPr>
              <a:t>싱크를</a:t>
            </a:r>
            <a:r>
              <a:rPr dirty="0" sz="2200" spc="-1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연결하는</a:t>
            </a:r>
            <a:r>
              <a:rPr dirty="0" sz="22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새로운 생태계를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형성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055866" y="4858968"/>
            <a:ext cx="4108450" cy="2485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5"/>
              </a:spcBef>
            </a:pPr>
            <a:r>
              <a:rPr dirty="0" sz="2800" spc="350" b="1" i="1">
                <a:solidFill>
                  <a:srgbClr val="173360"/>
                </a:solidFill>
                <a:latin typeface="Calibri"/>
                <a:cs typeface="Calibri"/>
              </a:rPr>
              <a:t>Cost-</a:t>
            </a:r>
            <a:r>
              <a:rPr dirty="0" sz="2800" spc="305" b="1" i="1">
                <a:solidFill>
                  <a:srgbClr val="173360"/>
                </a:solidFill>
                <a:latin typeface="Calibri"/>
                <a:cs typeface="Calibri"/>
              </a:rPr>
              <a:t>Effective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dirty="0" sz="2200">
                <a:solidFill>
                  <a:srgbClr val="173360"/>
                </a:solidFill>
                <a:latin typeface="Malgun Gothic"/>
                <a:cs typeface="Malgun Gothic"/>
              </a:rPr>
              <a:t>개발</a:t>
            </a:r>
            <a:r>
              <a:rPr dirty="0" sz="2200">
                <a:solidFill>
                  <a:srgbClr val="173360"/>
                </a:solidFill>
                <a:latin typeface="Calibri"/>
                <a:cs typeface="Calibri"/>
              </a:rPr>
              <a:t>,</a:t>
            </a:r>
            <a:r>
              <a:rPr dirty="0" sz="2200" spc="-10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173360"/>
                </a:solidFill>
                <a:latin typeface="Malgun Gothic"/>
                <a:cs typeface="Malgun Gothic"/>
              </a:rPr>
              <a:t>운영</a:t>
            </a:r>
            <a:r>
              <a:rPr dirty="0" sz="2200">
                <a:solidFill>
                  <a:srgbClr val="173360"/>
                </a:solidFill>
                <a:latin typeface="Calibri"/>
                <a:cs typeface="Calibri"/>
              </a:rPr>
              <a:t>,</a:t>
            </a:r>
            <a:r>
              <a:rPr dirty="0" sz="2200" spc="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스토리지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비용</a:t>
            </a:r>
            <a:r>
              <a:rPr dirty="0" sz="2200" spc="-20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절감</a:t>
            </a:r>
            <a:endParaRPr sz="2200">
              <a:latin typeface="Malgun Gothic"/>
              <a:cs typeface="Malgun Gothic"/>
            </a:endParaRPr>
          </a:p>
          <a:p>
            <a:pPr algn="ctr" marL="12065" marR="5080">
              <a:lnSpc>
                <a:spcPct val="100000"/>
              </a:lnSpc>
              <a:spcBef>
                <a:spcPts val="2640"/>
              </a:spcBef>
            </a:pPr>
            <a:r>
              <a:rPr dirty="0" sz="2200" spc="220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z="2200" spc="220">
                <a:solidFill>
                  <a:srgbClr val="173360"/>
                </a:solidFill>
                <a:latin typeface="Malgun Gothic"/>
                <a:cs typeface="Malgun Gothic"/>
              </a:rPr>
              <a:t>에</a:t>
            </a:r>
            <a:r>
              <a:rPr dirty="0" sz="22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필요한</a:t>
            </a:r>
            <a:r>
              <a:rPr dirty="0" sz="22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프로세스와</a:t>
            </a:r>
            <a:r>
              <a:rPr dirty="0" sz="22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필요한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구성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요소를</a:t>
            </a:r>
            <a:r>
              <a:rPr dirty="0" sz="22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최적화하여</a:t>
            </a:r>
            <a:r>
              <a:rPr dirty="0" sz="22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전체 </a:t>
            </a:r>
            <a:r>
              <a:rPr dirty="0" sz="2200" spc="235">
                <a:solidFill>
                  <a:srgbClr val="173360"/>
                </a:solidFill>
                <a:latin typeface="Calibri"/>
                <a:cs typeface="Calibri"/>
              </a:rPr>
              <a:t>TCO</a:t>
            </a:r>
            <a:r>
              <a:rPr dirty="0" sz="2200" spc="235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dirty="0" sz="22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크게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개선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571221" y="4858968"/>
            <a:ext cx="3851275" cy="3155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2800" spc="365" b="1" i="1">
                <a:solidFill>
                  <a:srgbClr val="173360"/>
                </a:solidFill>
                <a:latin typeface="Calibri"/>
                <a:cs typeface="Calibri"/>
              </a:rPr>
              <a:t>Fast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더</a:t>
            </a:r>
            <a:r>
              <a:rPr dirty="0" sz="2200" spc="-18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많은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적시에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제공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110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현대</a:t>
            </a:r>
            <a:r>
              <a:rPr dirty="0" sz="22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>
                <a:solidFill>
                  <a:srgbClr val="173360"/>
                </a:solidFill>
                <a:latin typeface="Malgun Gothic"/>
                <a:cs typeface="Malgun Gothic"/>
              </a:rPr>
              <a:t>애널리틱스</a:t>
            </a:r>
            <a:endParaRPr sz="2200">
              <a:latin typeface="Malgun Gothic"/>
              <a:cs typeface="Malgun Gothic"/>
            </a:endParaRPr>
          </a:p>
          <a:p>
            <a:pPr algn="ctr" marL="85725" marR="78105" indent="1270">
              <a:lnSpc>
                <a:spcPct val="100000"/>
              </a:lnSpc>
              <a:spcBef>
                <a:spcPts val="2640"/>
              </a:spcBef>
            </a:pP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지금까지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충분히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0">
                <a:solidFill>
                  <a:srgbClr val="173360"/>
                </a:solidFill>
                <a:latin typeface="Malgun Gothic"/>
                <a:cs typeface="Malgun Gothic"/>
              </a:rPr>
              <a:t>활용되지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않았던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데이터를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22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110">
                <a:solidFill>
                  <a:srgbClr val="173360"/>
                </a:solidFill>
                <a:latin typeface="Calibri"/>
                <a:cs typeface="Calibri"/>
              </a:rPr>
              <a:t>-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활용</a:t>
            </a:r>
            <a:r>
              <a:rPr dirty="0" sz="2200" spc="-18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영역을</a:t>
            </a:r>
            <a:r>
              <a:rPr dirty="0" sz="2200" spc="-19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대폭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넓혀</a:t>
            </a:r>
            <a:r>
              <a:rPr dirty="0" sz="2200" spc="-1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가치 </a:t>
            </a:r>
            <a:r>
              <a:rPr dirty="0" sz="2200" spc="-30">
                <a:solidFill>
                  <a:srgbClr val="173360"/>
                </a:solidFill>
                <a:latin typeface="Malgun Gothic"/>
                <a:cs typeface="Malgun Gothic"/>
              </a:rPr>
              <a:t>제공에</a:t>
            </a:r>
            <a:r>
              <a:rPr dirty="0" sz="2200" spc="-1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>
                <a:solidFill>
                  <a:srgbClr val="173360"/>
                </a:solidFill>
                <a:latin typeface="Malgun Gothic"/>
                <a:cs typeface="Malgun Gothic"/>
              </a:rPr>
              <a:t>연결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332734" y="3505200"/>
            <a:ext cx="11681460" cy="849630"/>
            <a:chOff x="3332734" y="3505200"/>
            <a:chExt cx="11681460" cy="849630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71661" y="3756786"/>
              <a:ext cx="346456" cy="34632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87459" y="3704081"/>
              <a:ext cx="138557" cy="6934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889" y="4068572"/>
              <a:ext cx="138556" cy="69214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641969" y="3583431"/>
              <a:ext cx="1005205" cy="693420"/>
            </a:xfrm>
            <a:custGeom>
              <a:avLst/>
              <a:gdLst/>
              <a:ahLst/>
              <a:cxnLst/>
              <a:rect l="l" t="t" r="r" b="b"/>
              <a:pathLst>
                <a:path w="1005204" h="693420">
                  <a:moveTo>
                    <a:pt x="935227" y="0"/>
                  </a:moveTo>
                  <a:lnTo>
                    <a:pt x="69214" y="0"/>
                  </a:lnTo>
                  <a:lnTo>
                    <a:pt x="42648" y="5371"/>
                  </a:lnTo>
                  <a:lnTo>
                    <a:pt x="20605" y="20113"/>
                  </a:lnTo>
                  <a:lnTo>
                    <a:pt x="5564" y="42165"/>
                  </a:lnTo>
                  <a:lnTo>
                    <a:pt x="0" y="69469"/>
                  </a:lnTo>
                  <a:lnTo>
                    <a:pt x="0" y="623697"/>
                  </a:lnTo>
                  <a:lnTo>
                    <a:pt x="5564" y="650337"/>
                  </a:lnTo>
                  <a:lnTo>
                    <a:pt x="20605" y="672417"/>
                  </a:lnTo>
                  <a:lnTo>
                    <a:pt x="42648" y="687472"/>
                  </a:lnTo>
                  <a:lnTo>
                    <a:pt x="69214" y="693039"/>
                  </a:lnTo>
                  <a:lnTo>
                    <a:pt x="935227" y="693039"/>
                  </a:lnTo>
                  <a:lnTo>
                    <a:pt x="962531" y="687472"/>
                  </a:lnTo>
                  <a:lnTo>
                    <a:pt x="984583" y="672417"/>
                  </a:lnTo>
                  <a:lnTo>
                    <a:pt x="999325" y="650337"/>
                  </a:lnTo>
                  <a:lnTo>
                    <a:pt x="1004697" y="623697"/>
                  </a:lnTo>
                  <a:lnTo>
                    <a:pt x="69214" y="623697"/>
                  </a:lnTo>
                  <a:lnTo>
                    <a:pt x="69214" y="69469"/>
                  </a:lnTo>
                  <a:lnTo>
                    <a:pt x="1004697" y="69469"/>
                  </a:lnTo>
                  <a:lnTo>
                    <a:pt x="999325" y="42165"/>
                  </a:lnTo>
                  <a:lnTo>
                    <a:pt x="984583" y="20113"/>
                  </a:lnTo>
                  <a:lnTo>
                    <a:pt x="962531" y="5371"/>
                  </a:lnTo>
                  <a:lnTo>
                    <a:pt x="935227" y="0"/>
                  </a:lnTo>
                  <a:close/>
                </a:path>
                <a:path w="1005204" h="693420">
                  <a:moveTo>
                    <a:pt x="1004697" y="69469"/>
                  </a:moveTo>
                  <a:lnTo>
                    <a:pt x="935227" y="69469"/>
                  </a:lnTo>
                  <a:lnTo>
                    <a:pt x="935227" y="623697"/>
                  </a:lnTo>
                  <a:lnTo>
                    <a:pt x="1004697" y="623697"/>
                  </a:lnTo>
                  <a:lnTo>
                    <a:pt x="1004697" y="6946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4047851" y="3505326"/>
              <a:ext cx="966469" cy="849630"/>
            </a:xfrm>
            <a:custGeom>
              <a:avLst/>
              <a:gdLst/>
              <a:ahLst/>
              <a:cxnLst/>
              <a:rect l="l" t="t" r="r" b="b"/>
              <a:pathLst>
                <a:path w="966469" h="849629">
                  <a:moveTo>
                    <a:pt x="483107" y="0"/>
                  </a:moveTo>
                  <a:lnTo>
                    <a:pt x="436698" y="2274"/>
                  </a:lnTo>
                  <a:lnTo>
                    <a:pt x="391511" y="8955"/>
                  </a:lnTo>
                  <a:lnTo>
                    <a:pt x="347753" y="19825"/>
                  </a:lnTo>
                  <a:lnTo>
                    <a:pt x="305628" y="34668"/>
                  </a:lnTo>
                  <a:lnTo>
                    <a:pt x="265341" y="53268"/>
                  </a:lnTo>
                  <a:lnTo>
                    <a:pt x="227098" y="75408"/>
                  </a:lnTo>
                  <a:lnTo>
                    <a:pt x="191104" y="100872"/>
                  </a:lnTo>
                  <a:lnTo>
                    <a:pt x="157565" y="129444"/>
                  </a:lnTo>
                  <a:lnTo>
                    <a:pt x="126684" y="160906"/>
                  </a:lnTo>
                  <a:lnTo>
                    <a:pt x="98668" y="195044"/>
                  </a:lnTo>
                  <a:lnTo>
                    <a:pt x="73722" y="231640"/>
                  </a:lnTo>
                  <a:lnTo>
                    <a:pt x="52051" y="270478"/>
                  </a:lnTo>
                  <a:lnTo>
                    <a:pt x="33859" y="311342"/>
                  </a:lnTo>
                  <a:lnTo>
                    <a:pt x="19353" y="354015"/>
                  </a:lnTo>
                  <a:lnTo>
                    <a:pt x="8738" y="398281"/>
                  </a:lnTo>
                  <a:lnTo>
                    <a:pt x="2218" y="443924"/>
                  </a:lnTo>
                  <a:lnTo>
                    <a:pt x="0" y="490727"/>
                  </a:lnTo>
                  <a:lnTo>
                    <a:pt x="2286" y="539229"/>
                  </a:lnTo>
                  <a:lnTo>
                    <a:pt x="9104" y="586896"/>
                  </a:lnTo>
                  <a:lnTo>
                    <a:pt x="20386" y="633417"/>
                  </a:lnTo>
                  <a:lnTo>
                    <a:pt x="36067" y="678481"/>
                  </a:lnTo>
                  <a:lnTo>
                    <a:pt x="56083" y="721777"/>
                  </a:lnTo>
                  <a:lnTo>
                    <a:pt x="80367" y="762994"/>
                  </a:lnTo>
                  <a:lnTo>
                    <a:pt x="108853" y="801820"/>
                  </a:lnTo>
                  <a:lnTo>
                    <a:pt x="141477" y="837946"/>
                  </a:lnTo>
                  <a:lnTo>
                    <a:pt x="164210" y="849376"/>
                  </a:lnTo>
                  <a:lnTo>
                    <a:pt x="171201" y="848959"/>
                  </a:lnTo>
                  <a:lnTo>
                    <a:pt x="198627" y="816054"/>
                  </a:lnTo>
                  <a:lnTo>
                    <a:pt x="157678" y="755401"/>
                  </a:lnTo>
                  <a:lnTo>
                    <a:pt x="130954" y="717226"/>
                  </a:lnTo>
                  <a:lnTo>
                    <a:pt x="108715" y="676572"/>
                  </a:lnTo>
                  <a:lnTo>
                    <a:pt x="91128" y="633707"/>
                  </a:lnTo>
                  <a:lnTo>
                    <a:pt x="78359" y="588900"/>
                  </a:lnTo>
                  <a:lnTo>
                    <a:pt x="70576" y="542421"/>
                  </a:lnTo>
                  <a:lnTo>
                    <a:pt x="67944" y="494538"/>
                  </a:lnTo>
                  <a:lnTo>
                    <a:pt x="70750" y="445482"/>
                  </a:lnTo>
                  <a:lnTo>
                    <a:pt x="78953" y="398078"/>
                  </a:lnTo>
                  <a:lnTo>
                    <a:pt x="92231" y="352642"/>
                  </a:lnTo>
                  <a:lnTo>
                    <a:pt x="110263" y="309491"/>
                  </a:lnTo>
                  <a:lnTo>
                    <a:pt x="132725" y="268944"/>
                  </a:lnTo>
                  <a:lnTo>
                    <a:pt x="159298" y="231318"/>
                  </a:lnTo>
                  <a:lnTo>
                    <a:pt x="189658" y="196929"/>
                  </a:lnTo>
                  <a:lnTo>
                    <a:pt x="223484" y="166096"/>
                  </a:lnTo>
                  <a:lnTo>
                    <a:pt x="260455" y="139135"/>
                  </a:lnTo>
                  <a:lnTo>
                    <a:pt x="300247" y="116364"/>
                  </a:lnTo>
                  <a:lnTo>
                    <a:pt x="342540" y="98102"/>
                  </a:lnTo>
                  <a:lnTo>
                    <a:pt x="387011" y="84664"/>
                  </a:lnTo>
                  <a:lnTo>
                    <a:pt x="433340" y="76368"/>
                  </a:lnTo>
                  <a:lnTo>
                    <a:pt x="481202" y="73532"/>
                  </a:lnTo>
                  <a:lnTo>
                    <a:pt x="529063" y="76368"/>
                  </a:lnTo>
                  <a:lnTo>
                    <a:pt x="575335" y="84664"/>
                  </a:lnTo>
                  <a:lnTo>
                    <a:pt x="619705" y="98102"/>
                  </a:lnTo>
                  <a:lnTo>
                    <a:pt x="661861" y="116364"/>
                  </a:lnTo>
                  <a:lnTo>
                    <a:pt x="701488" y="139135"/>
                  </a:lnTo>
                  <a:lnTo>
                    <a:pt x="738274" y="166096"/>
                  </a:lnTo>
                  <a:lnTo>
                    <a:pt x="771905" y="196929"/>
                  </a:lnTo>
                  <a:lnTo>
                    <a:pt x="802069" y="231318"/>
                  </a:lnTo>
                  <a:lnTo>
                    <a:pt x="828451" y="268944"/>
                  </a:lnTo>
                  <a:lnTo>
                    <a:pt x="850739" y="309491"/>
                  </a:lnTo>
                  <a:lnTo>
                    <a:pt x="868620" y="352642"/>
                  </a:lnTo>
                  <a:lnTo>
                    <a:pt x="881779" y="398078"/>
                  </a:lnTo>
                  <a:lnTo>
                    <a:pt x="889904" y="445482"/>
                  </a:lnTo>
                  <a:lnTo>
                    <a:pt x="892682" y="494538"/>
                  </a:lnTo>
                  <a:lnTo>
                    <a:pt x="889257" y="548702"/>
                  </a:lnTo>
                  <a:lnTo>
                    <a:pt x="879122" y="601340"/>
                  </a:lnTo>
                  <a:lnTo>
                    <a:pt x="862488" y="651875"/>
                  </a:lnTo>
                  <a:lnTo>
                    <a:pt x="839568" y="699732"/>
                  </a:lnTo>
                  <a:lnTo>
                    <a:pt x="810573" y="744337"/>
                  </a:lnTo>
                  <a:lnTo>
                    <a:pt x="775715" y="785113"/>
                  </a:lnTo>
                  <a:lnTo>
                    <a:pt x="770489" y="797341"/>
                  </a:lnTo>
                  <a:lnTo>
                    <a:pt x="779525" y="836168"/>
                  </a:lnTo>
                  <a:lnTo>
                    <a:pt x="804925" y="846074"/>
                  </a:lnTo>
                  <a:lnTo>
                    <a:pt x="811647" y="845454"/>
                  </a:lnTo>
                  <a:lnTo>
                    <a:pt x="861232" y="800090"/>
                  </a:lnTo>
                  <a:lnTo>
                    <a:pt x="888333" y="761499"/>
                  </a:lnTo>
                  <a:lnTo>
                    <a:pt x="911623" y="720707"/>
                  </a:lnTo>
                  <a:lnTo>
                    <a:pt x="930973" y="678021"/>
                  </a:lnTo>
                  <a:lnTo>
                    <a:pt x="946251" y="633751"/>
                  </a:lnTo>
                  <a:lnTo>
                    <a:pt x="957325" y="588208"/>
                  </a:lnTo>
                  <a:lnTo>
                    <a:pt x="964066" y="541700"/>
                  </a:lnTo>
                  <a:lnTo>
                    <a:pt x="966342" y="494538"/>
                  </a:lnTo>
                  <a:lnTo>
                    <a:pt x="964124" y="447101"/>
                  </a:lnTo>
                  <a:lnTo>
                    <a:pt x="957604" y="400899"/>
                  </a:lnTo>
                  <a:lnTo>
                    <a:pt x="946988" y="356143"/>
                  </a:lnTo>
                  <a:lnTo>
                    <a:pt x="932481" y="313046"/>
                  </a:lnTo>
                  <a:lnTo>
                    <a:pt x="914288" y="271818"/>
                  </a:lnTo>
                  <a:lnTo>
                    <a:pt x="892614" y="232672"/>
                  </a:lnTo>
                  <a:lnTo>
                    <a:pt x="867665" y="195819"/>
                  </a:lnTo>
                  <a:lnTo>
                    <a:pt x="839645" y="161472"/>
                  </a:lnTo>
                  <a:lnTo>
                    <a:pt x="808759" y="129841"/>
                  </a:lnTo>
                  <a:lnTo>
                    <a:pt x="775212" y="101138"/>
                  </a:lnTo>
                  <a:lnTo>
                    <a:pt x="739209" y="75576"/>
                  </a:lnTo>
                  <a:lnTo>
                    <a:pt x="700956" y="53365"/>
                  </a:lnTo>
                  <a:lnTo>
                    <a:pt x="660657" y="34718"/>
                  </a:lnTo>
                  <a:lnTo>
                    <a:pt x="618518" y="19846"/>
                  </a:lnTo>
                  <a:lnTo>
                    <a:pt x="574743" y="8961"/>
                  </a:lnTo>
                  <a:lnTo>
                    <a:pt x="529538" y="2275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302645" y="3758184"/>
              <a:ext cx="392525" cy="39446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4507845" y="3748277"/>
              <a:ext cx="272415" cy="270510"/>
            </a:xfrm>
            <a:custGeom>
              <a:avLst/>
              <a:gdLst/>
              <a:ahLst/>
              <a:cxnLst/>
              <a:rect l="l" t="t" r="r" b="b"/>
              <a:pathLst>
                <a:path w="272415" h="270510">
                  <a:moveTo>
                    <a:pt x="236473" y="0"/>
                  </a:moveTo>
                  <a:lnTo>
                    <a:pt x="9905" y="210058"/>
                  </a:lnTo>
                  <a:lnTo>
                    <a:pt x="0" y="235473"/>
                  </a:lnTo>
                  <a:lnTo>
                    <a:pt x="2476" y="248759"/>
                  </a:lnTo>
                  <a:lnTo>
                    <a:pt x="36321" y="270383"/>
                  </a:lnTo>
                  <a:lnTo>
                    <a:pt x="43386" y="269420"/>
                  </a:lnTo>
                  <a:lnTo>
                    <a:pt x="260984" y="59055"/>
                  </a:lnTo>
                  <a:lnTo>
                    <a:pt x="272319" y="35194"/>
                  </a:lnTo>
                  <a:lnTo>
                    <a:pt x="269486" y="22103"/>
                  </a:lnTo>
                  <a:lnTo>
                    <a:pt x="236473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371" y="3676522"/>
              <a:ext cx="405002" cy="399923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332734" y="3505199"/>
              <a:ext cx="849630" cy="849630"/>
            </a:xfrm>
            <a:custGeom>
              <a:avLst/>
              <a:gdLst/>
              <a:ahLst/>
              <a:cxnLst/>
              <a:rect l="l" t="t" r="r" b="b"/>
              <a:pathLst>
                <a:path w="849629" h="849629">
                  <a:moveTo>
                    <a:pt x="849503" y="65405"/>
                  </a:moveTo>
                  <a:lnTo>
                    <a:pt x="844423" y="39763"/>
                  </a:lnTo>
                  <a:lnTo>
                    <a:pt x="830529" y="18986"/>
                  </a:lnTo>
                  <a:lnTo>
                    <a:pt x="809790" y="5080"/>
                  </a:lnTo>
                  <a:lnTo>
                    <a:pt x="784225" y="0"/>
                  </a:lnTo>
                  <a:lnTo>
                    <a:pt x="784225" y="65405"/>
                  </a:lnTo>
                  <a:lnTo>
                    <a:pt x="784225" y="784225"/>
                  </a:lnTo>
                  <a:lnTo>
                    <a:pt x="457454" y="784225"/>
                  </a:lnTo>
                  <a:lnTo>
                    <a:pt x="457454" y="457454"/>
                  </a:lnTo>
                  <a:lnTo>
                    <a:pt x="452374" y="431825"/>
                  </a:lnTo>
                  <a:lnTo>
                    <a:pt x="438480" y="411099"/>
                  </a:lnTo>
                  <a:lnTo>
                    <a:pt x="417741" y="397243"/>
                  </a:lnTo>
                  <a:lnTo>
                    <a:pt x="392176" y="392176"/>
                  </a:lnTo>
                  <a:lnTo>
                    <a:pt x="392176" y="457454"/>
                  </a:lnTo>
                  <a:lnTo>
                    <a:pt x="392176" y="784225"/>
                  </a:lnTo>
                  <a:lnTo>
                    <a:pt x="65405" y="784225"/>
                  </a:lnTo>
                  <a:lnTo>
                    <a:pt x="65405" y="457454"/>
                  </a:lnTo>
                  <a:lnTo>
                    <a:pt x="392176" y="457454"/>
                  </a:lnTo>
                  <a:lnTo>
                    <a:pt x="392176" y="392176"/>
                  </a:lnTo>
                  <a:lnTo>
                    <a:pt x="65405" y="392176"/>
                  </a:lnTo>
                  <a:lnTo>
                    <a:pt x="65405" y="65405"/>
                  </a:lnTo>
                  <a:lnTo>
                    <a:pt x="784225" y="65405"/>
                  </a:lnTo>
                  <a:lnTo>
                    <a:pt x="784225" y="0"/>
                  </a:lnTo>
                  <a:lnTo>
                    <a:pt x="65405" y="0"/>
                  </a:lnTo>
                  <a:lnTo>
                    <a:pt x="40284" y="5080"/>
                  </a:lnTo>
                  <a:lnTo>
                    <a:pt x="19456" y="18986"/>
                  </a:lnTo>
                  <a:lnTo>
                    <a:pt x="5245" y="39763"/>
                  </a:lnTo>
                  <a:lnTo>
                    <a:pt x="0" y="65405"/>
                  </a:lnTo>
                  <a:lnTo>
                    <a:pt x="0" y="457454"/>
                  </a:lnTo>
                  <a:lnTo>
                    <a:pt x="0" y="784225"/>
                  </a:lnTo>
                  <a:lnTo>
                    <a:pt x="5245" y="809345"/>
                  </a:lnTo>
                  <a:lnTo>
                    <a:pt x="19456" y="830173"/>
                  </a:lnTo>
                  <a:lnTo>
                    <a:pt x="40284" y="844384"/>
                  </a:lnTo>
                  <a:lnTo>
                    <a:pt x="65405" y="849630"/>
                  </a:lnTo>
                  <a:lnTo>
                    <a:pt x="392176" y="849630"/>
                  </a:lnTo>
                  <a:lnTo>
                    <a:pt x="784225" y="849630"/>
                  </a:lnTo>
                  <a:lnTo>
                    <a:pt x="809790" y="844384"/>
                  </a:lnTo>
                  <a:lnTo>
                    <a:pt x="830529" y="830173"/>
                  </a:lnTo>
                  <a:lnTo>
                    <a:pt x="844423" y="809345"/>
                  </a:lnTo>
                  <a:lnTo>
                    <a:pt x="849503" y="784225"/>
                  </a:lnTo>
                  <a:lnTo>
                    <a:pt x="849503" y="6540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4447" y="2542369"/>
            <a:ext cx="17235805" cy="6351905"/>
            <a:chOff x="574447" y="2542369"/>
            <a:chExt cx="17235805" cy="63519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9286" y="2542369"/>
              <a:ext cx="5847724" cy="635181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664578" y="2821304"/>
              <a:ext cx="4980940" cy="5485765"/>
            </a:xfrm>
            <a:custGeom>
              <a:avLst/>
              <a:gdLst/>
              <a:ahLst/>
              <a:cxnLst/>
              <a:rect l="l" t="t" r="r" b="b"/>
              <a:pathLst>
                <a:path w="4980940" h="5485765">
                  <a:moveTo>
                    <a:pt x="4913249" y="0"/>
                  </a:moveTo>
                  <a:lnTo>
                    <a:pt x="67310" y="0"/>
                  </a:lnTo>
                  <a:lnTo>
                    <a:pt x="41094" y="5282"/>
                  </a:lnTo>
                  <a:lnTo>
                    <a:pt x="19700" y="19684"/>
                  </a:lnTo>
                  <a:lnTo>
                    <a:pt x="5284" y="41040"/>
                  </a:lnTo>
                  <a:lnTo>
                    <a:pt x="0" y="67183"/>
                  </a:lnTo>
                  <a:lnTo>
                    <a:pt x="0" y="5418455"/>
                  </a:lnTo>
                  <a:lnTo>
                    <a:pt x="5284" y="5444670"/>
                  </a:lnTo>
                  <a:lnTo>
                    <a:pt x="19700" y="5466064"/>
                  </a:lnTo>
                  <a:lnTo>
                    <a:pt x="41094" y="5480480"/>
                  </a:lnTo>
                  <a:lnTo>
                    <a:pt x="67310" y="5485765"/>
                  </a:lnTo>
                  <a:lnTo>
                    <a:pt x="4913249" y="5485765"/>
                  </a:lnTo>
                  <a:lnTo>
                    <a:pt x="4939464" y="5480480"/>
                  </a:lnTo>
                  <a:lnTo>
                    <a:pt x="4960858" y="5466064"/>
                  </a:lnTo>
                  <a:lnTo>
                    <a:pt x="4975274" y="5444670"/>
                  </a:lnTo>
                  <a:lnTo>
                    <a:pt x="4980559" y="5418455"/>
                  </a:lnTo>
                  <a:lnTo>
                    <a:pt x="4980559" y="67183"/>
                  </a:lnTo>
                  <a:lnTo>
                    <a:pt x="4975274" y="41040"/>
                  </a:lnTo>
                  <a:lnTo>
                    <a:pt x="4960858" y="19685"/>
                  </a:lnTo>
                  <a:lnTo>
                    <a:pt x="4939464" y="5282"/>
                  </a:lnTo>
                  <a:lnTo>
                    <a:pt x="49132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64578" y="2821304"/>
              <a:ext cx="4980940" cy="5485765"/>
            </a:xfrm>
            <a:custGeom>
              <a:avLst/>
              <a:gdLst/>
              <a:ahLst/>
              <a:cxnLst/>
              <a:rect l="l" t="t" r="r" b="b"/>
              <a:pathLst>
                <a:path w="4980940" h="5485765">
                  <a:moveTo>
                    <a:pt x="0" y="67183"/>
                  </a:moveTo>
                  <a:lnTo>
                    <a:pt x="5284" y="41040"/>
                  </a:lnTo>
                  <a:lnTo>
                    <a:pt x="19700" y="19684"/>
                  </a:lnTo>
                  <a:lnTo>
                    <a:pt x="41094" y="5282"/>
                  </a:lnTo>
                  <a:lnTo>
                    <a:pt x="67310" y="0"/>
                  </a:lnTo>
                  <a:lnTo>
                    <a:pt x="4913249" y="0"/>
                  </a:lnTo>
                  <a:lnTo>
                    <a:pt x="4939464" y="5282"/>
                  </a:lnTo>
                  <a:lnTo>
                    <a:pt x="4960858" y="19685"/>
                  </a:lnTo>
                  <a:lnTo>
                    <a:pt x="4975274" y="41040"/>
                  </a:lnTo>
                  <a:lnTo>
                    <a:pt x="4980559" y="67183"/>
                  </a:lnTo>
                  <a:lnTo>
                    <a:pt x="4980559" y="5418455"/>
                  </a:lnTo>
                  <a:lnTo>
                    <a:pt x="4975274" y="5444670"/>
                  </a:lnTo>
                  <a:lnTo>
                    <a:pt x="4960858" y="5466064"/>
                  </a:lnTo>
                  <a:lnTo>
                    <a:pt x="4939464" y="5480480"/>
                  </a:lnTo>
                  <a:lnTo>
                    <a:pt x="4913249" y="5485765"/>
                  </a:lnTo>
                  <a:lnTo>
                    <a:pt x="67310" y="5485765"/>
                  </a:lnTo>
                  <a:lnTo>
                    <a:pt x="41094" y="5480480"/>
                  </a:lnTo>
                  <a:lnTo>
                    <a:pt x="19700" y="5466064"/>
                  </a:lnTo>
                  <a:lnTo>
                    <a:pt x="5284" y="5444670"/>
                  </a:lnTo>
                  <a:lnTo>
                    <a:pt x="0" y="5418455"/>
                  </a:lnTo>
                  <a:lnTo>
                    <a:pt x="0" y="67183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495918" y="6579235"/>
              <a:ext cx="1317625" cy="1316990"/>
            </a:xfrm>
            <a:custGeom>
              <a:avLst/>
              <a:gdLst/>
              <a:ahLst/>
              <a:cxnLst/>
              <a:rect l="l" t="t" r="r" b="b"/>
              <a:pathLst>
                <a:path w="1317625" h="1316990">
                  <a:moveTo>
                    <a:pt x="0" y="55880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79" y="0"/>
                  </a:lnTo>
                  <a:lnTo>
                    <a:pt x="1261745" y="0"/>
                  </a:lnTo>
                  <a:lnTo>
                    <a:pt x="1283495" y="4391"/>
                  </a:lnTo>
                  <a:lnTo>
                    <a:pt x="1301257" y="16367"/>
                  </a:lnTo>
                  <a:lnTo>
                    <a:pt x="1313233" y="34129"/>
                  </a:lnTo>
                  <a:lnTo>
                    <a:pt x="1317625" y="55880"/>
                  </a:lnTo>
                  <a:lnTo>
                    <a:pt x="1317625" y="1261110"/>
                  </a:lnTo>
                  <a:lnTo>
                    <a:pt x="1313233" y="1282860"/>
                  </a:lnTo>
                  <a:lnTo>
                    <a:pt x="1301257" y="1300622"/>
                  </a:lnTo>
                  <a:lnTo>
                    <a:pt x="1283495" y="1312598"/>
                  </a:lnTo>
                  <a:lnTo>
                    <a:pt x="1261745" y="1316990"/>
                  </a:lnTo>
                  <a:lnTo>
                    <a:pt x="55879" y="1316990"/>
                  </a:lnTo>
                  <a:lnTo>
                    <a:pt x="34129" y="1312598"/>
                  </a:lnTo>
                  <a:lnTo>
                    <a:pt x="16367" y="1300622"/>
                  </a:lnTo>
                  <a:lnTo>
                    <a:pt x="4391" y="1282860"/>
                  </a:lnTo>
                  <a:lnTo>
                    <a:pt x="0" y="1261110"/>
                  </a:lnTo>
                  <a:lnTo>
                    <a:pt x="0" y="5588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344535" y="4753991"/>
              <a:ext cx="1621155" cy="1621155"/>
            </a:xfrm>
            <a:custGeom>
              <a:avLst/>
              <a:gdLst/>
              <a:ahLst/>
              <a:cxnLst/>
              <a:rect l="l" t="t" r="r" b="b"/>
              <a:pathLst>
                <a:path w="1621154" h="1621154">
                  <a:moveTo>
                    <a:pt x="810260" y="0"/>
                  </a:moveTo>
                  <a:lnTo>
                    <a:pt x="762658" y="1375"/>
                  </a:lnTo>
                  <a:lnTo>
                    <a:pt x="715780" y="5452"/>
                  </a:lnTo>
                  <a:lnTo>
                    <a:pt x="669701" y="12153"/>
                  </a:lnTo>
                  <a:lnTo>
                    <a:pt x="624497" y="21403"/>
                  </a:lnTo>
                  <a:lnTo>
                    <a:pt x="580246" y="33125"/>
                  </a:lnTo>
                  <a:lnTo>
                    <a:pt x="537021" y="47244"/>
                  </a:lnTo>
                  <a:lnTo>
                    <a:pt x="494901" y="63684"/>
                  </a:lnTo>
                  <a:lnTo>
                    <a:pt x="453960" y="82368"/>
                  </a:lnTo>
                  <a:lnTo>
                    <a:pt x="414275" y="103220"/>
                  </a:lnTo>
                  <a:lnTo>
                    <a:pt x="375921" y="126165"/>
                  </a:lnTo>
                  <a:lnTo>
                    <a:pt x="338976" y="151126"/>
                  </a:lnTo>
                  <a:lnTo>
                    <a:pt x="303514" y="178028"/>
                  </a:lnTo>
                  <a:lnTo>
                    <a:pt x="269612" y="206793"/>
                  </a:lnTo>
                  <a:lnTo>
                    <a:pt x="237347" y="237347"/>
                  </a:lnTo>
                  <a:lnTo>
                    <a:pt x="206793" y="269612"/>
                  </a:lnTo>
                  <a:lnTo>
                    <a:pt x="178028" y="303514"/>
                  </a:lnTo>
                  <a:lnTo>
                    <a:pt x="151126" y="338976"/>
                  </a:lnTo>
                  <a:lnTo>
                    <a:pt x="126165" y="375921"/>
                  </a:lnTo>
                  <a:lnTo>
                    <a:pt x="103220" y="414275"/>
                  </a:lnTo>
                  <a:lnTo>
                    <a:pt x="82368" y="453960"/>
                  </a:lnTo>
                  <a:lnTo>
                    <a:pt x="63684" y="494901"/>
                  </a:lnTo>
                  <a:lnTo>
                    <a:pt x="47244" y="537021"/>
                  </a:lnTo>
                  <a:lnTo>
                    <a:pt x="33125" y="580246"/>
                  </a:lnTo>
                  <a:lnTo>
                    <a:pt x="21403" y="624497"/>
                  </a:lnTo>
                  <a:lnTo>
                    <a:pt x="12153" y="669701"/>
                  </a:lnTo>
                  <a:lnTo>
                    <a:pt x="5452" y="715780"/>
                  </a:lnTo>
                  <a:lnTo>
                    <a:pt x="1375" y="762658"/>
                  </a:lnTo>
                  <a:lnTo>
                    <a:pt x="0" y="810260"/>
                  </a:lnTo>
                  <a:lnTo>
                    <a:pt x="1375" y="857874"/>
                  </a:lnTo>
                  <a:lnTo>
                    <a:pt x="5452" y="904765"/>
                  </a:lnTo>
                  <a:lnTo>
                    <a:pt x="12153" y="950855"/>
                  </a:lnTo>
                  <a:lnTo>
                    <a:pt x="21403" y="996069"/>
                  </a:lnTo>
                  <a:lnTo>
                    <a:pt x="33125" y="1040330"/>
                  </a:lnTo>
                  <a:lnTo>
                    <a:pt x="47244" y="1083563"/>
                  </a:lnTo>
                  <a:lnTo>
                    <a:pt x="63684" y="1125692"/>
                  </a:lnTo>
                  <a:lnTo>
                    <a:pt x="82368" y="1166640"/>
                  </a:lnTo>
                  <a:lnTo>
                    <a:pt x="103220" y="1206332"/>
                  </a:lnTo>
                  <a:lnTo>
                    <a:pt x="126165" y="1244691"/>
                  </a:lnTo>
                  <a:lnTo>
                    <a:pt x="151126" y="1281642"/>
                  </a:lnTo>
                  <a:lnTo>
                    <a:pt x="178028" y="1317108"/>
                  </a:lnTo>
                  <a:lnTo>
                    <a:pt x="206793" y="1351014"/>
                  </a:lnTo>
                  <a:lnTo>
                    <a:pt x="237347" y="1383284"/>
                  </a:lnTo>
                  <a:lnTo>
                    <a:pt x="269612" y="1413840"/>
                  </a:lnTo>
                  <a:lnTo>
                    <a:pt x="303514" y="1442608"/>
                  </a:lnTo>
                  <a:lnTo>
                    <a:pt x="338976" y="1469512"/>
                  </a:lnTo>
                  <a:lnTo>
                    <a:pt x="375921" y="1494475"/>
                  </a:lnTo>
                  <a:lnTo>
                    <a:pt x="414275" y="1517421"/>
                  </a:lnTo>
                  <a:lnTo>
                    <a:pt x="453960" y="1538275"/>
                  </a:lnTo>
                  <a:lnTo>
                    <a:pt x="494901" y="1556960"/>
                  </a:lnTo>
                  <a:lnTo>
                    <a:pt x="537021" y="1573400"/>
                  </a:lnTo>
                  <a:lnTo>
                    <a:pt x="580246" y="1587520"/>
                  </a:lnTo>
                  <a:lnTo>
                    <a:pt x="624497" y="1599243"/>
                  </a:lnTo>
                  <a:lnTo>
                    <a:pt x="669701" y="1608493"/>
                  </a:lnTo>
                  <a:lnTo>
                    <a:pt x="715780" y="1615194"/>
                  </a:lnTo>
                  <a:lnTo>
                    <a:pt x="762658" y="1619271"/>
                  </a:lnTo>
                  <a:lnTo>
                    <a:pt x="810260" y="1620647"/>
                  </a:lnTo>
                  <a:lnTo>
                    <a:pt x="857874" y="1619271"/>
                  </a:lnTo>
                  <a:lnTo>
                    <a:pt x="904765" y="1615194"/>
                  </a:lnTo>
                  <a:lnTo>
                    <a:pt x="950855" y="1608493"/>
                  </a:lnTo>
                  <a:lnTo>
                    <a:pt x="996069" y="1599243"/>
                  </a:lnTo>
                  <a:lnTo>
                    <a:pt x="1040330" y="1587520"/>
                  </a:lnTo>
                  <a:lnTo>
                    <a:pt x="1083563" y="1573400"/>
                  </a:lnTo>
                  <a:lnTo>
                    <a:pt x="1125692" y="1556960"/>
                  </a:lnTo>
                  <a:lnTo>
                    <a:pt x="1166640" y="1538275"/>
                  </a:lnTo>
                  <a:lnTo>
                    <a:pt x="1206332" y="1517421"/>
                  </a:lnTo>
                  <a:lnTo>
                    <a:pt x="1244691" y="1494475"/>
                  </a:lnTo>
                  <a:lnTo>
                    <a:pt x="1281642" y="1469512"/>
                  </a:lnTo>
                  <a:lnTo>
                    <a:pt x="1317108" y="1442608"/>
                  </a:lnTo>
                  <a:lnTo>
                    <a:pt x="1351014" y="1413840"/>
                  </a:lnTo>
                  <a:lnTo>
                    <a:pt x="1383284" y="1383284"/>
                  </a:lnTo>
                  <a:lnTo>
                    <a:pt x="1413840" y="1351014"/>
                  </a:lnTo>
                  <a:lnTo>
                    <a:pt x="1442608" y="1317108"/>
                  </a:lnTo>
                  <a:lnTo>
                    <a:pt x="1469512" y="1281642"/>
                  </a:lnTo>
                  <a:lnTo>
                    <a:pt x="1494475" y="1244691"/>
                  </a:lnTo>
                  <a:lnTo>
                    <a:pt x="1517421" y="1206332"/>
                  </a:lnTo>
                  <a:lnTo>
                    <a:pt x="1538275" y="1166640"/>
                  </a:lnTo>
                  <a:lnTo>
                    <a:pt x="1556960" y="1125692"/>
                  </a:lnTo>
                  <a:lnTo>
                    <a:pt x="1573400" y="1083563"/>
                  </a:lnTo>
                  <a:lnTo>
                    <a:pt x="1587520" y="1040330"/>
                  </a:lnTo>
                  <a:lnTo>
                    <a:pt x="1599243" y="996069"/>
                  </a:lnTo>
                  <a:lnTo>
                    <a:pt x="1608493" y="950855"/>
                  </a:lnTo>
                  <a:lnTo>
                    <a:pt x="1615194" y="904765"/>
                  </a:lnTo>
                  <a:lnTo>
                    <a:pt x="1619271" y="857874"/>
                  </a:lnTo>
                  <a:lnTo>
                    <a:pt x="1620647" y="810260"/>
                  </a:lnTo>
                  <a:lnTo>
                    <a:pt x="1619271" y="762658"/>
                  </a:lnTo>
                  <a:lnTo>
                    <a:pt x="1615194" y="715780"/>
                  </a:lnTo>
                  <a:lnTo>
                    <a:pt x="1608493" y="669701"/>
                  </a:lnTo>
                  <a:lnTo>
                    <a:pt x="1599243" y="624497"/>
                  </a:lnTo>
                  <a:lnTo>
                    <a:pt x="1587520" y="580246"/>
                  </a:lnTo>
                  <a:lnTo>
                    <a:pt x="1573400" y="537021"/>
                  </a:lnTo>
                  <a:lnTo>
                    <a:pt x="1556960" y="494901"/>
                  </a:lnTo>
                  <a:lnTo>
                    <a:pt x="1538275" y="453960"/>
                  </a:lnTo>
                  <a:lnTo>
                    <a:pt x="1517421" y="414275"/>
                  </a:lnTo>
                  <a:lnTo>
                    <a:pt x="1494475" y="375921"/>
                  </a:lnTo>
                  <a:lnTo>
                    <a:pt x="1469512" y="338976"/>
                  </a:lnTo>
                  <a:lnTo>
                    <a:pt x="1442608" y="303514"/>
                  </a:lnTo>
                  <a:lnTo>
                    <a:pt x="1413840" y="269612"/>
                  </a:lnTo>
                  <a:lnTo>
                    <a:pt x="1383283" y="237347"/>
                  </a:lnTo>
                  <a:lnTo>
                    <a:pt x="1351014" y="206793"/>
                  </a:lnTo>
                  <a:lnTo>
                    <a:pt x="1317108" y="178028"/>
                  </a:lnTo>
                  <a:lnTo>
                    <a:pt x="1281642" y="151126"/>
                  </a:lnTo>
                  <a:lnTo>
                    <a:pt x="1244691" y="126165"/>
                  </a:lnTo>
                  <a:lnTo>
                    <a:pt x="1206332" y="103220"/>
                  </a:lnTo>
                  <a:lnTo>
                    <a:pt x="1166640" y="82368"/>
                  </a:lnTo>
                  <a:lnTo>
                    <a:pt x="1125692" y="63684"/>
                  </a:lnTo>
                  <a:lnTo>
                    <a:pt x="1083563" y="47244"/>
                  </a:lnTo>
                  <a:lnTo>
                    <a:pt x="1040330" y="33125"/>
                  </a:lnTo>
                  <a:lnTo>
                    <a:pt x="996069" y="21403"/>
                  </a:lnTo>
                  <a:lnTo>
                    <a:pt x="950855" y="12153"/>
                  </a:lnTo>
                  <a:lnTo>
                    <a:pt x="904765" y="5452"/>
                  </a:lnTo>
                  <a:lnTo>
                    <a:pt x="857874" y="1375"/>
                  </a:lnTo>
                  <a:lnTo>
                    <a:pt x="810260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447" y="2722526"/>
              <a:ext cx="3518228" cy="615173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53046" y="2821431"/>
              <a:ext cx="2685415" cy="5485765"/>
            </a:xfrm>
            <a:custGeom>
              <a:avLst/>
              <a:gdLst/>
              <a:ahLst/>
              <a:cxnLst/>
              <a:rect l="l" t="t" r="r" b="b"/>
              <a:pathLst>
                <a:path w="2685415" h="5485765">
                  <a:moveTo>
                    <a:pt x="2648673" y="0"/>
                  </a:moveTo>
                  <a:lnTo>
                    <a:pt x="36271" y="0"/>
                  </a:lnTo>
                  <a:lnTo>
                    <a:pt x="22154" y="2851"/>
                  </a:lnTo>
                  <a:lnTo>
                    <a:pt x="10625" y="10620"/>
                  </a:lnTo>
                  <a:lnTo>
                    <a:pt x="2850" y="22127"/>
                  </a:lnTo>
                  <a:lnTo>
                    <a:pt x="0" y="36195"/>
                  </a:lnTo>
                  <a:lnTo>
                    <a:pt x="0" y="5449443"/>
                  </a:lnTo>
                  <a:lnTo>
                    <a:pt x="2850" y="5463583"/>
                  </a:lnTo>
                  <a:lnTo>
                    <a:pt x="10625" y="5475128"/>
                  </a:lnTo>
                  <a:lnTo>
                    <a:pt x="22154" y="5482911"/>
                  </a:lnTo>
                  <a:lnTo>
                    <a:pt x="36271" y="5485765"/>
                  </a:lnTo>
                  <a:lnTo>
                    <a:pt x="2648673" y="5485765"/>
                  </a:lnTo>
                  <a:lnTo>
                    <a:pt x="2662814" y="5482911"/>
                  </a:lnTo>
                  <a:lnTo>
                    <a:pt x="2674359" y="5475128"/>
                  </a:lnTo>
                  <a:lnTo>
                    <a:pt x="2682142" y="5463583"/>
                  </a:lnTo>
                  <a:lnTo>
                    <a:pt x="2684995" y="5449443"/>
                  </a:lnTo>
                  <a:lnTo>
                    <a:pt x="2684995" y="36195"/>
                  </a:lnTo>
                  <a:lnTo>
                    <a:pt x="2682142" y="22127"/>
                  </a:lnTo>
                  <a:lnTo>
                    <a:pt x="2674359" y="10620"/>
                  </a:lnTo>
                  <a:lnTo>
                    <a:pt x="2662814" y="2851"/>
                  </a:lnTo>
                  <a:lnTo>
                    <a:pt x="26486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1971" y="2722526"/>
              <a:ext cx="3518228" cy="615173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4671293" y="2821431"/>
              <a:ext cx="2685415" cy="5485765"/>
            </a:xfrm>
            <a:custGeom>
              <a:avLst/>
              <a:gdLst/>
              <a:ahLst/>
              <a:cxnLst/>
              <a:rect l="l" t="t" r="r" b="b"/>
              <a:pathLst>
                <a:path w="2685415" h="5485765">
                  <a:moveTo>
                    <a:pt x="2648711" y="0"/>
                  </a:moveTo>
                  <a:lnTo>
                    <a:pt x="36321" y="0"/>
                  </a:lnTo>
                  <a:lnTo>
                    <a:pt x="22181" y="2851"/>
                  </a:lnTo>
                  <a:lnTo>
                    <a:pt x="10636" y="10620"/>
                  </a:lnTo>
                  <a:lnTo>
                    <a:pt x="2853" y="22127"/>
                  </a:lnTo>
                  <a:lnTo>
                    <a:pt x="0" y="36195"/>
                  </a:lnTo>
                  <a:lnTo>
                    <a:pt x="0" y="5449443"/>
                  </a:lnTo>
                  <a:lnTo>
                    <a:pt x="2853" y="5463583"/>
                  </a:lnTo>
                  <a:lnTo>
                    <a:pt x="10636" y="5475128"/>
                  </a:lnTo>
                  <a:lnTo>
                    <a:pt x="22181" y="5482911"/>
                  </a:lnTo>
                  <a:lnTo>
                    <a:pt x="36321" y="5485765"/>
                  </a:lnTo>
                  <a:lnTo>
                    <a:pt x="2648711" y="5485765"/>
                  </a:lnTo>
                  <a:lnTo>
                    <a:pt x="2662852" y="5482911"/>
                  </a:lnTo>
                  <a:lnTo>
                    <a:pt x="2674397" y="5475128"/>
                  </a:lnTo>
                  <a:lnTo>
                    <a:pt x="2682180" y="5463583"/>
                  </a:lnTo>
                  <a:lnTo>
                    <a:pt x="2685034" y="5449443"/>
                  </a:lnTo>
                  <a:lnTo>
                    <a:pt x="2685034" y="36195"/>
                  </a:lnTo>
                  <a:lnTo>
                    <a:pt x="2682180" y="22127"/>
                  </a:lnTo>
                  <a:lnTo>
                    <a:pt x="2674397" y="10620"/>
                  </a:lnTo>
                  <a:lnTo>
                    <a:pt x="2662852" y="2851"/>
                  </a:lnTo>
                  <a:lnTo>
                    <a:pt x="26487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727178" y="7650225"/>
              <a:ext cx="129539" cy="279400"/>
            </a:xfrm>
            <a:custGeom>
              <a:avLst/>
              <a:gdLst/>
              <a:ahLst/>
              <a:cxnLst/>
              <a:rect l="l" t="t" r="r" b="b"/>
              <a:pathLst>
                <a:path w="129539" h="279400">
                  <a:moveTo>
                    <a:pt x="64664" y="0"/>
                  </a:moveTo>
                  <a:lnTo>
                    <a:pt x="63937" y="0"/>
                  </a:lnTo>
                  <a:lnTo>
                    <a:pt x="60958" y="4109"/>
                  </a:lnTo>
                  <a:lnTo>
                    <a:pt x="55584" y="11350"/>
                  </a:lnTo>
                  <a:lnTo>
                    <a:pt x="48400" y="20663"/>
                  </a:lnTo>
                  <a:lnTo>
                    <a:pt x="40026" y="30987"/>
                  </a:lnTo>
                  <a:lnTo>
                    <a:pt x="0" y="118750"/>
                  </a:lnTo>
                  <a:lnTo>
                    <a:pt x="10134" y="186642"/>
                  </a:lnTo>
                  <a:lnTo>
                    <a:pt x="39151" y="230459"/>
                  </a:lnTo>
                  <a:lnTo>
                    <a:pt x="55774" y="245999"/>
                  </a:lnTo>
                  <a:lnTo>
                    <a:pt x="56917" y="246761"/>
                  </a:lnTo>
                  <a:lnTo>
                    <a:pt x="57700" y="257540"/>
                  </a:lnTo>
                  <a:lnTo>
                    <a:pt x="58668" y="268128"/>
                  </a:lnTo>
                  <a:lnTo>
                    <a:pt x="59489" y="276175"/>
                  </a:lnTo>
                  <a:lnTo>
                    <a:pt x="59838" y="279400"/>
                  </a:lnTo>
                  <a:lnTo>
                    <a:pt x="68474" y="279400"/>
                  </a:lnTo>
                  <a:lnTo>
                    <a:pt x="69665" y="268128"/>
                  </a:lnTo>
                  <a:lnTo>
                    <a:pt x="70671" y="257540"/>
                  </a:lnTo>
                  <a:lnTo>
                    <a:pt x="71522" y="246761"/>
                  </a:lnTo>
                  <a:lnTo>
                    <a:pt x="72665" y="245999"/>
                  </a:lnTo>
                  <a:lnTo>
                    <a:pt x="74895" y="244094"/>
                  </a:lnTo>
                  <a:lnTo>
                    <a:pt x="64156" y="244094"/>
                  </a:lnTo>
                  <a:lnTo>
                    <a:pt x="58949" y="239649"/>
                  </a:lnTo>
                  <a:lnTo>
                    <a:pt x="57552" y="237362"/>
                  </a:lnTo>
                  <a:lnTo>
                    <a:pt x="63902" y="97281"/>
                  </a:lnTo>
                  <a:lnTo>
                    <a:pt x="64029" y="96900"/>
                  </a:lnTo>
                  <a:lnTo>
                    <a:pt x="123007" y="96900"/>
                  </a:lnTo>
                  <a:lnTo>
                    <a:pt x="122298" y="91497"/>
                  </a:lnTo>
                  <a:lnTo>
                    <a:pt x="88540" y="30987"/>
                  </a:lnTo>
                  <a:lnTo>
                    <a:pt x="80113" y="20663"/>
                  </a:lnTo>
                  <a:lnTo>
                    <a:pt x="72935" y="11350"/>
                  </a:lnTo>
                  <a:lnTo>
                    <a:pt x="67591" y="4109"/>
                  </a:lnTo>
                  <a:lnTo>
                    <a:pt x="64664" y="0"/>
                  </a:lnTo>
                  <a:close/>
                </a:path>
                <a:path w="129539" h="279400">
                  <a:moveTo>
                    <a:pt x="123007" y="96900"/>
                  </a:moveTo>
                  <a:lnTo>
                    <a:pt x="64410" y="96900"/>
                  </a:lnTo>
                  <a:lnTo>
                    <a:pt x="64537" y="97028"/>
                  </a:lnTo>
                  <a:lnTo>
                    <a:pt x="70580" y="230459"/>
                  </a:lnTo>
                  <a:lnTo>
                    <a:pt x="70807" y="237362"/>
                  </a:lnTo>
                  <a:lnTo>
                    <a:pt x="69363" y="239649"/>
                  </a:lnTo>
                  <a:lnTo>
                    <a:pt x="64156" y="244094"/>
                  </a:lnTo>
                  <a:lnTo>
                    <a:pt x="74895" y="244094"/>
                  </a:lnTo>
                  <a:lnTo>
                    <a:pt x="80870" y="238988"/>
                  </a:lnTo>
                  <a:lnTo>
                    <a:pt x="99190" y="218788"/>
                  </a:lnTo>
                  <a:lnTo>
                    <a:pt x="118369" y="186642"/>
                  </a:lnTo>
                  <a:lnTo>
                    <a:pt x="129157" y="143796"/>
                  </a:lnTo>
                  <a:lnTo>
                    <a:pt x="123057" y="97281"/>
                  </a:lnTo>
                  <a:lnTo>
                    <a:pt x="123007" y="96900"/>
                  </a:lnTo>
                  <a:close/>
                </a:path>
              </a:pathLst>
            </a:custGeom>
            <a:solidFill>
              <a:srgbClr val="001E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1890" y="7746873"/>
              <a:ext cx="1002664" cy="20548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647190" y="6626732"/>
              <a:ext cx="420370" cy="429895"/>
            </a:xfrm>
            <a:custGeom>
              <a:avLst/>
              <a:gdLst/>
              <a:ahLst/>
              <a:cxnLst/>
              <a:rect l="l" t="t" r="r" b="b"/>
              <a:pathLst>
                <a:path w="420369" h="429895">
                  <a:moveTo>
                    <a:pt x="210058" y="0"/>
                  </a:moveTo>
                  <a:lnTo>
                    <a:pt x="169830" y="898"/>
                  </a:lnTo>
                  <a:lnTo>
                    <a:pt x="98615" y="7554"/>
                  </a:lnTo>
                  <a:lnTo>
                    <a:pt x="55463" y="16726"/>
                  </a:lnTo>
                  <a:lnTo>
                    <a:pt x="19030" y="32385"/>
                  </a:lnTo>
                  <a:lnTo>
                    <a:pt x="17556" y="33400"/>
                  </a:lnTo>
                  <a:lnTo>
                    <a:pt x="12192" y="36449"/>
                  </a:lnTo>
                  <a:lnTo>
                    <a:pt x="8128" y="41275"/>
                  </a:lnTo>
                  <a:lnTo>
                    <a:pt x="3302" y="46228"/>
                  </a:lnTo>
                  <a:lnTo>
                    <a:pt x="1286" y="50180"/>
                  </a:lnTo>
                  <a:lnTo>
                    <a:pt x="0" y="52766"/>
                  </a:lnTo>
                  <a:lnTo>
                    <a:pt x="0" y="381127"/>
                  </a:lnTo>
                  <a:lnTo>
                    <a:pt x="4064" y="388366"/>
                  </a:lnTo>
                  <a:lnTo>
                    <a:pt x="12954" y="397256"/>
                  </a:lnTo>
                  <a:lnTo>
                    <a:pt x="17780" y="400558"/>
                  </a:lnTo>
                  <a:lnTo>
                    <a:pt x="24257" y="402971"/>
                  </a:lnTo>
                  <a:lnTo>
                    <a:pt x="33682" y="407038"/>
                  </a:lnTo>
                  <a:lnTo>
                    <a:pt x="100294" y="422534"/>
                  </a:lnTo>
                  <a:lnTo>
                    <a:pt x="173046" y="429006"/>
                  </a:lnTo>
                  <a:lnTo>
                    <a:pt x="176676" y="429006"/>
                  </a:lnTo>
                  <a:lnTo>
                    <a:pt x="210058" y="429768"/>
                  </a:lnTo>
                  <a:lnTo>
                    <a:pt x="248882" y="429006"/>
                  </a:lnTo>
                  <a:lnTo>
                    <a:pt x="319625" y="422910"/>
                  </a:lnTo>
                  <a:lnTo>
                    <a:pt x="362779" y="414490"/>
                  </a:lnTo>
                  <a:lnTo>
                    <a:pt x="395605" y="402971"/>
                  </a:lnTo>
                  <a:lnTo>
                    <a:pt x="401320" y="400558"/>
                  </a:lnTo>
                  <a:lnTo>
                    <a:pt x="209169" y="400558"/>
                  </a:lnTo>
                  <a:lnTo>
                    <a:pt x="171640" y="399563"/>
                  </a:lnTo>
                  <a:lnTo>
                    <a:pt x="104155" y="393003"/>
                  </a:lnTo>
                  <a:lnTo>
                    <a:pt x="64091" y="385318"/>
                  </a:lnTo>
                  <a:lnTo>
                    <a:pt x="30734" y="370586"/>
                  </a:lnTo>
                  <a:lnTo>
                    <a:pt x="30734" y="311404"/>
                  </a:lnTo>
                  <a:lnTo>
                    <a:pt x="419989" y="311404"/>
                  </a:lnTo>
                  <a:lnTo>
                    <a:pt x="419989" y="307340"/>
                  </a:lnTo>
                  <a:lnTo>
                    <a:pt x="210820" y="307340"/>
                  </a:lnTo>
                  <a:lnTo>
                    <a:pt x="173023" y="306345"/>
                  </a:lnTo>
                  <a:lnTo>
                    <a:pt x="106003" y="299785"/>
                  </a:lnTo>
                  <a:lnTo>
                    <a:pt x="65843" y="292100"/>
                  </a:lnTo>
                  <a:lnTo>
                    <a:pt x="30734" y="277241"/>
                  </a:lnTo>
                  <a:lnTo>
                    <a:pt x="30734" y="207518"/>
                  </a:lnTo>
                  <a:lnTo>
                    <a:pt x="419989" y="207518"/>
                  </a:lnTo>
                  <a:lnTo>
                    <a:pt x="419989" y="202692"/>
                  </a:lnTo>
                  <a:lnTo>
                    <a:pt x="209169" y="202692"/>
                  </a:lnTo>
                  <a:lnTo>
                    <a:pt x="171640" y="201715"/>
                  </a:lnTo>
                  <a:lnTo>
                    <a:pt x="104155" y="195191"/>
                  </a:lnTo>
                  <a:lnTo>
                    <a:pt x="63716" y="187507"/>
                  </a:lnTo>
                  <a:lnTo>
                    <a:pt x="30734" y="172720"/>
                  </a:lnTo>
                  <a:lnTo>
                    <a:pt x="30734" y="102997"/>
                  </a:lnTo>
                  <a:lnTo>
                    <a:pt x="419989" y="102997"/>
                  </a:lnTo>
                  <a:lnTo>
                    <a:pt x="419989" y="97282"/>
                  </a:lnTo>
                  <a:lnTo>
                    <a:pt x="209169" y="97282"/>
                  </a:lnTo>
                  <a:lnTo>
                    <a:pt x="171640" y="96287"/>
                  </a:lnTo>
                  <a:lnTo>
                    <a:pt x="104155" y="89727"/>
                  </a:lnTo>
                  <a:lnTo>
                    <a:pt x="63716" y="82115"/>
                  </a:lnTo>
                  <a:lnTo>
                    <a:pt x="30734" y="68072"/>
                  </a:lnTo>
                  <a:lnTo>
                    <a:pt x="30734" y="61595"/>
                  </a:lnTo>
                  <a:lnTo>
                    <a:pt x="31623" y="60833"/>
                  </a:lnTo>
                  <a:lnTo>
                    <a:pt x="33274" y="58293"/>
                  </a:lnTo>
                  <a:lnTo>
                    <a:pt x="37337" y="56769"/>
                  </a:lnTo>
                  <a:lnTo>
                    <a:pt x="44201" y="52766"/>
                  </a:lnTo>
                  <a:lnTo>
                    <a:pt x="52720" y="49228"/>
                  </a:lnTo>
                  <a:lnTo>
                    <a:pt x="102905" y="37472"/>
                  </a:lnTo>
                  <a:lnTo>
                    <a:pt x="170699" y="30853"/>
                  </a:lnTo>
                  <a:lnTo>
                    <a:pt x="209169" y="29972"/>
                  </a:lnTo>
                  <a:lnTo>
                    <a:pt x="397865" y="29972"/>
                  </a:lnTo>
                  <a:lnTo>
                    <a:pt x="396494" y="29210"/>
                  </a:lnTo>
                  <a:lnTo>
                    <a:pt x="350266" y="12954"/>
                  </a:lnTo>
                  <a:lnTo>
                    <a:pt x="287115" y="3476"/>
                  </a:lnTo>
                  <a:lnTo>
                    <a:pt x="249824" y="898"/>
                  </a:lnTo>
                  <a:lnTo>
                    <a:pt x="210058" y="0"/>
                  </a:lnTo>
                  <a:close/>
                </a:path>
                <a:path w="420369" h="429895">
                  <a:moveTo>
                    <a:pt x="419989" y="311404"/>
                  </a:moveTo>
                  <a:lnTo>
                    <a:pt x="389128" y="311404"/>
                  </a:lnTo>
                  <a:lnTo>
                    <a:pt x="389128" y="370586"/>
                  </a:lnTo>
                  <a:lnTo>
                    <a:pt x="388366" y="372110"/>
                  </a:lnTo>
                  <a:lnTo>
                    <a:pt x="385953" y="373761"/>
                  </a:lnTo>
                  <a:lnTo>
                    <a:pt x="380238" y="376174"/>
                  </a:lnTo>
                  <a:lnTo>
                    <a:pt x="373237" y="379222"/>
                  </a:lnTo>
                  <a:lnTo>
                    <a:pt x="313485" y="393003"/>
                  </a:lnTo>
                  <a:lnTo>
                    <a:pt x="246560" y="399563"/>
                  </a:lnTo>
                  <a:lnTo>
                    <a:pt x="209169" y="400558"/>
                  </a:lnTo>
                  <a:lnTo>
                    <a:pt x="401320" y="400558"/>
                  </a:lnTo>
                  <a:lnTo>
                    <a:pt x="407797" y="396494"/>
                  </a:lnTo>
                  <a:lnTo>
                    <a:pt x="411861" y="392430"/>
                  </a:lnTo>
                  <a:lnTo>
                    <a:pt x="415925" y="386842"/>
                  </a:lnTo>
                  <a:lnTo>
                    <a:pt x="419989" y="381127"/>
                  </a:lnTo>
                  <a:lnTo>
                    <a:pt x="419989" y="311404"/>
                  </a:lnTo>
                  <a:close/>
                </a:path>
                <a:path w="420369" h="429895">
                  <a:moveTo>
                    <a:pt x="389128" y="311404"/>
                  </a:moveTo>
                  <a:lnTo>
                    <a:pt x="30734" y="311404"/>
                  </a:lnTo>
                  <a:lnTo>
                    <a:pt x="38897" y="314878"/>
                  </a:lnTo>
                  <a:lnTo>
                    <a:pt x="100294" y="328160"/>
                  </a:lnTo>
                  <a:lnTo>
                    <a:pt x="171199" y="334684"/>
                  </a:lnTo>
                  <a:lnTo>
                    <a:pt x="210058" y="335661"/>
                  </a:lnTo>
                  <a:lnTo>
                    <a:pt x="248882" y="334899"/>
                  </a:lnTo>
                  <a:lnTo>
                    <a:pt x="319625" y="328803"/>
                  </a:lnTo>
                  <a:lnTo>
                    <a:pt x="360535" y="320601"/>
                  </a:lnTo>
                  <a:lnTo>
                    <a:pt x="389128" y="311404"/>
                  </a:lnTo>
                  <a:close/>
                </a:path>
                <a:path w="420369" h="429895">
                  <a:moveTo>
                    <a:pt x="419989" y="207518"/>
                  </a:moveTo>
                  <a:lnTo>
                    <a:pt x="389128" y="207518"/>
                  </a:lnTo>
                  <a:lnTo>
                    <a:pt x="389128" y="277241"/>
                  </a:lnTo>
                  <a:lnTo>
                    <a:pt x="388366" y="278892"/>
                  </a:lnTo>
                  <a:lnTo>
                    <a:pt x="343789" y="295148"/>
                  </a:lnTo>
                  <a:lnTo>
                    <a:pt x="283067" y="303672"/>
                  </a:lnTo>
                  <a:lnTo>
                    <a:pt x="210820" y="307340"/>
                  </a:lnTo>
                  <a:lnTo>
                    <a:pt x="419989" y="307340"/>
                  </a:lnTo>
                  <a:lnTo>
                    <a:pt x="419989" y="207518"/>
                  </a:lnTo>
                  <a:close/>
                </a:path>
                <a:path w="420369" h="429895">
                  <a:moveTo>
                    <a:pt x="389128" y="207518"/>
                  </a:moveTo>
                  <a:lnTo>
                    <a:pt x="30734" y="207518"/>
                  </a:lnTo>
                  <a:lnTo>
                    <a:pt x="39557" y="211048"/>
                  </a:lnTo>
                  <a:lnTo>
                    <a:pt x="99597" y="225044"/>
                  </a:lnTo>
                  <a:lnTo>
                    <a:pt x="170967" y="231140"/>
                  </a:lnTo>
                  <a:lnTo>
                    <a:pt x="210058" y="231902"/>
                  </a:lnTo>
                  <a:lnTo>
                    <a:pt x="244001" y="231140"/>
                  </a:lnTo>
                  <a:lnTo>
                    <a:pt x="247179" y="231140"/>
                  </a:lnTo>
                  <a:lnTo>
                    <a:pt x="285480" y="228568"/>
                  </a:lnTo>
                  <a:lnTo>
                    <a:pt x="349377" y="219710"/>
                  </a:lnTo>
                  <a:lnTo>
                    <a:pt x="380648" y="211048"/>
                  </a:lnTo>
                  <a:lnTo>
                    <a:pt x="389128" y="207518"/>
                  </a:lnTo>
                  <a:close/>
                </a:path>
                <a:path w="420369" h="429895">
                  <a:moveTo>
                    <a:pt x="419989" y="102997"/>
                  </a:moveTo>
                  <a:lnTo>
                    <a:pt x="387604" y="102997"/>
                  </a:lnTo>
                  <a:lnTo>
                    <a:pt x="387604" y="172720"/>
                  </a:lnTo>
                  <a:lnTo>
                    <a:pt x="385953" y="174244"/>
                  </a:lnTo>
                  <a:lnTo>
                    <a:pt x="341376" y="190500"/>
                  </a:lnTo>
                  <a:lnTo>
                    <a:pt x="281606" y="199072"/>
                  </a:lnTo>
                  <a:lnTo>
                    <a:pt x="209169" y="202692"/>
                  </a:lnTo>
                  <a:lnTo>
                    <a:pt x="419989" y="202692"/>
                  </a:lnTo>
                  <a:lnTo>
                    <a:pt x="419989" y="102997"/>
                  </a:lnTo>
                  <a:close/>
                </a:path>
                <a:path w="420369" h="429895">
                  <a:moveTo>
                    <a:pt x="387604" y="102997"/>
                  </a:moveTo>
                  <a:lnTo>
                    <a:pt x="30734" y="102997"/>
                  </a:lnTo>
                  <a:lnTo>
                    <a:pt x="39193" y="106045"/>
                  </a:lnTo>
                  <a:lnTo>
                    <a:pt x="98200" y="120128"/>
                  </a:lnTo>
                  <a:lnTo>
                    <a:pt x="170350" y="126493"/>
                  </a:lnTo>
                  <a:lnTo>
                    <a:pt x="173536" y="126493"/>
                  </a:lnTo>
                  <a:lnTo>
                    <a:pt x="207518" y="127254"/>
                  </a:lnTo>
                  <a:lnTo>
                    <a:pt x="246554" y="126493"/>
                  </a:lnTo>
                  <a:lnTo>
                    <a:pt x="317960" y="120449"/>
                  </a:lnTo>
                  <a:lnTo>
                    <a:pt x="369204" y="109664"/>
                  </a:lnTo>
                  <a:lnTo>
                    <a:pt x="378731" y="106687"/>
                  </a:lnTo>
                  <a:lnTo>
                    <a:pt x="387604" y="102997"/>
                  </a:lnTo>
                  <a:close/>
                </a:path>
                <a:path w="420369" h="429895">
                  <a:moveTo>
                    <a:pt x="397865" y="29972"/>
                  </a:moveTo>
                  <a:lnTo>
                    <a:pt x="209169" y="29972"/>
                  </a:lnTo>
                  <a:lnTo>
                    <a:pt x="247515" y="30853"/>
                  </a:lnTo>
                  <a:lnTo>
                    <a:pt x="283051" y="33400"/>
                  </a:lnTo>
                  <a:lnTo>
                    <a:pt x="343027" y="42926"/>
                  </a:lnTo>
                  <a:lnTo>
                    <a:pt x="380238" y="56769"/>
                  </a:lnTo>
                  <a:lnTo>
                    <a:pt x="384302" y="58293"/>
                  </a:lnTo>
                  <a:lnTo>
                    <a:pt x="385953" y="60833"/>
                  </a:lnTo>
                  <a:lnTo>
                    <a:pt x="387604" y="61595"/>
                  </a:lnTo>
                  <a:lnTo>
                    <a:pt x="387604" y="68072"/>
                  </a:lnTo>
                  <a:lnTo>
                    <a:pt x="385953" y="68961"/>
                  </a:lnTo>
                  <a:lnTo>
                    <a:pt x="384302" y="70612"/>
                  </a:lnTo>
                  <a:lnTo>
                    <a:pt x="380238" y="73025"/>
                  </a:lnTo>
                  <a:lnTo>
                    <a:pt x="341376" y="85090"/>
                  </a:lnTo>
                  <a:lnTo>
                    <a:pt x="281606" y="93614"/>
                  </a:lnTo>
                  <a:lnTo>
                    <a:pt x="209169" y="97282"/>
                  </a:lnTo>
                  <a:lnTo>
                    <a:pt x="419989" y="97282"/>
                  </a:lnTo>
                  <a:lnTo>
                    <a:pt x="419989" y="69723"/>
                  </a:lnTo>
                  <a:lnTo>
                    <a:pt x="419227" y="69723"/>
                  </a:lnTo>
                  <a:lnTo>
                    <a:pt x="419227" y="52766"/>
                  </a:lnTo>
                  <a:lnTo>
                    <a:pt x="402209" y="32385"/>
                  </a:lnTo>
                  <a:lnTo>
                    <a:pt x="397865" y="29972"/>
                  </a:lnTo>
                  <a:close/>
                </a:path>
              </a:pathLst>
            </a:custGeom>
            <a:solidFill>
              <a:srgbClr val="EA1C2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01395" y="528904"/>
            <a:ext cx="358838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How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it</a:t>
            </a:r>
            <a:r>
              <a:rPr dirty="0" spc="-10">
                <a:solidFill>
                  <a:srgbClr val="173360"/>
                </a:solidFill>
              </a:rPr>
              <a:t> works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14766162" y="2306573"/>
            <a:ext cx="2498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4" b="1">
                <a:solidFill>
                  <a:srgbClr val="173360"/>
                </a:solidFill>
                <a:latin typeface="Calibri"/>
                <a:cs typeface="Calibri"/>
              </a:rPr>
              <a:t>Destination</a:t>
            </a:r>
            <a:r>
              <a:rPr dirty="0" sz="1800" spc="13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14069" y="2305939"/>
            <a:ext cx="1930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0" b="1">
                <a:solidFill>
                  <a:srgbClr val="173360"/>
                </a:solidFill>
                <a:latin typeface="Calibri"/>
                <a:cs typeface="Calibri"/>
              </a:rPr>
              <a:t>Source</a:t>
            </a:r>
            <a:r>
              <a:rPr dirty="0" sz="1800" spc="9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201036" y="6621907"/>
            <a:ext cx="784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130" b="1">
                <a:solidFill>
                  <a:srgbClr val="173360"/>
                </a:solidFill>
                <a:latin typeface="Calibri"/>
                <a:cs typeface="Calibri"/>
              </a:rPr>
              <a:t>Oracle </a:t>
            </a:r>
            <a:r>
              <a:rPr dirty="0" sz="1200" spc="145" b="1">
                <a:solidFill>
                  <a:srgbClr val="173360"/>
                </a:solidFill>
                <a:latin typeface="Calibri"/>
                <a:cs typeface="Calibri"/>
              </a:rPr>
              <a:t>Database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525777" y="3061982"/>
            <a:ext cx="7918450" cy="4702810"/>
            <a:chOff x="1525777" y="3061982"/>
            <a:chExt cx="7918450" cy="4702810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38705" y="3061982"/>
              <a:ext cx="912876" cy="73874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2922" y="4433188"/>
              <a:ext cx="475488" cy="47637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25777" y="5542026"/>
              <a:ext cx="475487" cy="49072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78620" y="3419855"/>
              <a:ext cx="165100" cy="16522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78620" y="3626992"/>
              <a:ext cx="165100" cy="165226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71609" y="3626992"/>
              <a:ext cx="165226" cy="165226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65616" y="3419855"/>
              <a:ext cx="165226" cy="165226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65616" y="3626992"/>
              <a:ext cx="165226" cy="16522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65616" y="3213861"/>
              <a:ext cx="165226" cy="165227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71609" y="3419855"/>
              <a:ext cx="165226" cy="16522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71609" y="3213861"/>
              <a:ext cx="165226" cy="16522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06179" y="3241443"/>
              <a:ext cx="110073" cy="11021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8912352" y="7117841"/>
              <a:ext cx="486409" cy="646430"/>
            </a:xfrm>
            <a:custGeom>
              <a:avLst/>
              <a:gdLst/>
              <a:ahLst/>
              <a:cxnLst/>
              <a:rect l="l" t="t" r="r" b="b"/>
              <a:pathLst>
                <a:path w="486409" h="646429">
                  <a:moveTo>
                    <a:pt x="486029" y="91059"/>
                  </a:moveTo>
                  <a:lnTo>
                    <a:pt x="484187" y="78524"/>
                  </a:lnTo>
                  <a:lnTo>
                    <a:pt x="484098" y="77978"/>
                  </a:lnTo>
                  <a:lnTo>
                    <a:pt x="484009" y="77317"/>
                  </a:lnTo>
                  <a:lnTo>
                    <a:pt x="453364" y="39941"/>
                  </a:lnTo>
                  <a:lnTo>
                    <a:pt x="445770" y="35902"/>
                  </a:lnTo>
                  <a:lnTo>
                    <a:pt x="445770" y="85598"/>
                  </a:lnTo>
                  <a:lnTo>
                    <a:pt x="445770" y="576961"/>
                  </a:lnTo>
                  <a:lnTo>
                    <a:pt x="444754" y="579247"/>
                  </a:lnTo>
                  <a:lnTo>
                    <a:pt x="441452" y="581406"/>
                  </a:lnTo>
                  <a:lnTo>
                    <a:pt x="434975" y="584581"/>
                  </a:lnTo>
                  <a:lnTo>
                    <a:pt x="425196" y="586867"/>
                  </a:lnTo>
                  <a:lnTo>
                    <a:pt x="409917" y="590715"/>
                  </a:lnTo>
                  <a:lnTo>
                    <a:pt x="392684" y="594017"/>
                  </a:lnTo>
                  <a:lnTo>
                    <a:pt x="382905" y="595426"/>
                  </a:lnTo>
                  <a:lnTo>
                    <a:pt x="382905" y="499999"/>
                  </a:lnTo>
                  <a:lnTo>
                    <a:pt x="380466" y="451497"/>
                  </a:lnTo>
                  <a:lnTo>
                    <a:pt x="373189" y="403847"/>
                  </a:lnTo>
                  <a:lnTo>
                    <a:pt x="361099" y="357339"/>
                  </a:lnTo>
                  <a:lnTo>
                    <a:pt x="344220" y="312280"/>
                  </a:lnTo>
                  <a:lnTo>
                    <a:pt x="342773" y="309397"/>
                  </a:lnTo>
                  <a:lnTo>
                    <a:pt x="342773" y="499999"/>
                  </a:lnTo>
                  <a:lnTo>
                    <a:pt x="342773" y="599846"/>
                  </a:lnTo>
                  <a:lnTo>
                    <a:pt x="333324" y="600786"/>
                  </a:lnTo>
                  <a:lnTo>
                    <a:pt x="313791" y="602234"/>
                  </a:lnTo>
                  <a:lnTo>
                    <a:pt x="278765" y="604266"/>
                  </a:lnTo>
                  <a:lnTo>
                    <a:pt x="212598" y="604266"/>
                  </a:lnTo>
                  <a:lnTo>
                    <a:pt x="176542" y="602234"/>
                  </a:lnTo>
                  <a:lnTo>
                    <a:pt x="156603" y="600786"/>
                  </a:lnTo>
                  <a:lnTo>
                    <a:pt x="141097" y="599313"/>
                  </a:lnTo>
                  <a:lnTo>
                    <a:pt x="141097" y="499999"/>
                  </a:lnTo>
                  <a:lnTo>
                    <a:pt x="144424" y="447459"/>
                  </a:lnTo>
                  <a:lnTo>
                    <a:pt x="154241" y="395605"/>
                  </a:lnTo>
                  <a:lnTo>
                    <a:pt x="170307" y="345198"/>
                  </a:lnTo>
                  <a:lnTo>
                    <a:pt x="192379" y="296951"/>
                  </a:lnTo>
                  <a:lnTo>
                    <a:pt x="220218" y="251587"/>
                  </a:lnTo>
                  <a:lnTo>
                    <a:pt x="242316" y="237020"/>
                  </a:lnTo>
                  <a:lnTo>
                    <a:pt x="251104" y="239039"/>
                  </a:lnTo>
                  <a:lnTo>
                    <a:pt x="290893" y="296951"/>
                  </a:lnTo>
                  <a:lnTo>
                    <a:pt x="313245" y="344868"/>
                  </a:lnTo>
                  <a:lnTo>
                    <a:pt x="329514" y="395122"/>
                  </a:lnTo>
                  <a:lnTo>
                    <a:pt x="339420" y="447014"/>
                  </a:lnTo>
                  <a:lnTo>
                    <a:pt x="342773" y="499999"/>
                  </a:lnTo>
                  <a:lnTo>
                    <a:pt x="342773" y="309397"/>
                  </a:lnTo>
                  <a:lnTo>
                    <a:pt x="322554" y="268973"/>
                  </a:lnTo>
                  <a:lnTo>
                    <a:pt x="304533" y="240792"/>
                  </a:lnTo>
                  <a:lnTo>
                    <a:pt x="302107" y="237020"/>
                  </a:lnTo>
                  <a:lnTo>
                    <a:pt x="296164" y="227711"/>
                  </a:lnTo>
                  <a:lnTo>
                    <a:pt x="290703" y="219075"/>
                  </a:lnTo>
                  <a:lnTo>
                    <a:pt x="268719" y="200152"/>
                  </a:lnTo>
                  <a:lnTo>
                    <a:pt x="241782" y="193840"/>
                  </a:lnTo>
                  <a:lnTo>
                    <a:pt x="214630" y="200152"/>
                  </a:lnTo>
                  <a:lnTo>
                    <a:pt x="186563" y="227711"/>
                  </a:lnTo>
                  <a:lnTo>
                    <a:pt x="160947" y="268973"/>
                  </a:lnTo>
                  <a:lnTo>
                    <a:pt x="139509" y="312280"/>
                  </a:lnTo>
                  <a:lnTo>
                    <a:pt x="122466" y="357339"/>
                  </a:lnTo>
                  <a:lnTo>
                    <a:pt x="110032" y="403847"/>
                  </a:lnTo>
                  <a:lnTo>
                    <a:pt x="102400" y="451497"/>
                  </a:lnTo>
                  <a:lnTo>
                    <a:pt x="99822" y="499999"/>
                  </a:lnTo>
                  <a:lnTo>
                    <a:pt x="99822" y="594791"/>
                  </a:lnTo>
                  <a:lnTo>
                    <a:pt x="94132" y="594017"/>
                  </a:lnTo>
                  <a:lnTo>
                    <a:pt x="76263" y="590715"/>
                  </a:lnTo>
                  <a:lnTo>
                    <a:pt x="60833" y="586867"/>
                  </a:lnTo>
                  <a:lnTo>
                    <a:pt x="51054" y="584581"/>
                  </a:lnTo>
                  <a:lnTo>
                    <a:pt x="44450" y="581406"/>
                  </a:lnTo>
                  <a:lnTo>
                    <a:pt x="40132" y="579247"/>
                  </a:lnTo>
                  <a:lnTo>
                    <a:pt x="39116" y="579247"/>
                  </a:lnTo>
                  <a:lnTo>
                    <a:pt x="39116" y="85598"/>
                  </a:lnTo>
                  <a:lnTo>
                    <a:pt x="48768" y="77978"/>
                  </a:lnTo>
                  <a:lnTo>
                    <a:pt x="90043" y="58547"/>
                  </a:lnTo>
                  <a:lnTo>
                    <a:pt x="157835" y="43408"/>
                  </a:lnTo>
                  <a:lnTo>
                    <a:pt x="198348" y="39370"/>
                  </a:lnTo>
                  <a:lnTo>
                    <a:pt x="241935" y="37973"/>
                  </a:lnTo>
                  <a:lnTo>
                    <a:pt x="285445" y="39370"/>
                  </a:lnTo>
                  <a:lnTo>
                    <a:pt x="325970" y="43408"/>
                  </a:lnTo>
                  <a:lnTo>
                    <a:pt x="393827" y="58547"/>
                  </a:lnTo>
                  <a:lnTo>
                    <a:pt x="436118" y="77978"/>
                  </a:lnTo>
                  <a:lnTo>
                    <a:pt x="445770" y="85598"/>
                  </a:lnTo>
                  <a:lnTo>
                    <a:pt x="445770" y="35902"/>
                  </a:lnTo>
                  <a:lnTo>
                    <a:pt x="410083" y="21717"/>
                  </a:lnTo>
                  <a:lnTo>
                    <a:pt x="335305" y="5575"/>
                  </a:lnTo>
                  <a:lnTo>
                    <a:pt x="291782" y="1422"/>
                  </a:lnTo>
                  <a:lnTo>
                    <a:pt x="245110" y="0"/>
                  </a:lnTo>
                  <a:lnTo>
                    <a:pt x="198272" y="1422"/>
                  </a:lnTo>
                  <a:lnTo>
                    <a:pt x="154393" y="5575"/>
                  </a:lnTo>
                  <a:lnTo>
                    <a:pt x="114376" y="12382"/>
                  </a:lnTo>
                  <a:lnTo>
                    <a:pt x="63538" y="26987"/>
                  </a:lnTo>
                  <a:lnTo>
                    <a:pt x="25019" y="47625"/>
                  </a:lnTo>
                  <a:lnTo>
                    <a:pt x="2057" y="78524"/>
                  </a:lnTo>
                  <a:lnTo>
                    <a:pt x="0" y="92202"/>
                  </a:lnTo>
                  <a:lnTo>
                    <a:pt x="0" y="581406"/>
                  </a:lnTo>
                  <a:lnTo>
                    <a:pt x="25349" y="616712"/>
                  </a:lnTo>
                  <a:lnTo>
                    <a:pt x="68465" y="631634"/>
                  </a:lnTo>
                  <a:lnTo>
                    <a:pt x="110769" y="638987"/>
                  </a:lnTo>
                  <a:lnTo>
                    <a:pt x="154622" y="643064"/>
                  </a:lnTo>
                  <a:lnTo>
                    <a:pt x="212598" y="646430"/>
                  </a:lnTo>
                  <a:lnTo>
                    <a:pt x="246253" y="646430"/>
                  </a:lnTo>
                  <a:lnTo>
                    <a:pt x="247396" y="646430"/>
                  </a:lnTo>
                  <a:lnTo>
                    <a:pt x="279781" y="646430"/>
                  </a:lnTo>
                  <a:lnTo>
                    <a:pt x="316039" y="644512"/>
                  </a:lnTo>
                  <a:lnTo>
                    <a:pt x="358013" y="640969"/>
                  </a:lnTo>
                  <a:lnTo>
                    <a:pt x="399618" y="634657"/>
                  </a:lnTo>
                  <a:lnTo>
                    <a:pt x="437134" y="625856"/>
                  </a:lnTo>
                  <a:lnTo>
                    <a:pt x="475043" y="606259"/>
                  </a:lnTo>
                  <a:lnTo>
                    <a:pt x="476631" y="604266"/>
                  </a:lnTo>
                  <a:lnTo>
                    <a:pt x="480606" y="599300"/>
                  </a:lnTo>
                  <a:lnTo>
                    <a:pt x="484530" y="590715"/>
                  </a:lnTo>
                  <a:lnTo>
                    <a:pt x="486029" y="580263"/>
                  </a:lnTo>
                  <a:lnTo>
                    <a:pt x="486029" y="9105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00058" y="7535370"/>
              <a:ext cx="108504" cy="10850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104127" y="5334126"/>
              <a:ext cx="222250" cy="443865"/>
            </a:xfrm>
            <a:custGeom>
              <a:avLst/>
              <a:gdLst/>
              <a:ahLst/>
              <a:cxnLst/>
              <a:rect l="l" t="t" r="r" b="b"/>
              <a:pathLst>
                <a:path w="222250" h="443864">
                  <a:moveTo>
                    <a:pt x="0" y="0"/>
                  </a:moveTo>
                  <a:lnTo>
                    <a:pt x="221742" y="219583"/>
                  </a:lnTo>
                  <a:lnTo>
                    <a:pt x="635" y="443484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943730" y="5555107"/>
              <a:ext cx="2362200" cy="0"/>
            </a:xfrm>
            <a:custGeom>
              <a:avLst/>
              <a:gdLst/>
              <a:ahLst/>
              <a:cxnLst/>
              <a:rect l="l" t="t" r="r" b="b"/>
              <a:pathLst>
                <a:path w="2362200" h="0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124836" y="4466082"/>
            <a:ext cx="866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204" b="1">
                <a:solidFill>
                  <a:srgbClr val="173360"/>
                </a:solidFill>
                <a:latin typeface="Calibri"/>
                <a:cs typeface="Calibri"/>
              </a:rPr>
              <a:t>CDC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145" b="1">
                <a:solidFill>
                  <a:srgbClr val="173360"/>
                </a:solidFill>
                <a:latin typeface="Calibri"/>
                <a:cs typeface="Calibri"/>
              </a:rPr>
              <a:t>Connector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107819" y="5700521"/>
            <a:ext cx="9709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60" b="1">
                <a:solidFill>
                  <a:srgbClr val="173360"/>
                </a:solidFill>
                <a:latin typeface="Calibri"/>
                <a:cs typeface="Calibri"/>
              </a:rPr>
              <a:t>PostgreSQL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2959588" y="5042687"/>
            <a:ext cx="82613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2400" spc="190" b="1" i="1">
                <a:solidFill>
                  <a:srgbClr val="0D68BB"/>
                </a:solidFill>
                <a:uFill>
                  <a:solidFill>
                    <a:srgbClr val="0D68BB"/>
                  </a:solidFill>
                </a:uFill>
                <a:latin typeface="Sitka Text"/>
                <a:cs typeface="Sitka Text"/>
              </a:rPr>
              <a:t>L</a:t>
            </a:r>
            <a:r>
              <a:rPr dirty="0" u="none" sz="2500" spc="190" b="1" i="1">
                <a:solidFill>
                  <a:srgbClr val="0D68BB"/>
                </a:solidFill>
                <a:latin typeface="Calibri"/>
                <a:cs typeface="Calibri"/>
              </a:rPr>
              <a:t>oad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8315325" y="2240051"/>
            <a:ext cx="167957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2400" spc="204" b="1" i="1">
                <a:solidFill>
                  <a:srgbClr val="0D68BB"/>
                </a:solidFill>
                <a:uFill>
                  <a:solidFill>
                    <a:srgbClr val="0D68BB"/>
                  </a:solidFill>
                </a:uFill>
                <a:latin typeface="Sitka Text"/>
                <a:cs typeface="Sitka Text"/>
              </a:rPr>
              <a:t>T</a:t>
            </a:r>
            <a:r>
              <a:rPr dirty="0" u="none" sz="2500" spc="204" b="1" i="1">
                <a:solidFill>
                  <a:srgbClr val="0D68BB"/>
                </a:solidFill>
                <a:latin typeface="Calibri"/>
                <a:cs typeface="Calibri"/>
              </a:rPr>
              <a:t>ransform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283578" y="3079114"/>
            <a:ext cx="10559415" cy="5485765"/>
            <a:chOff x="6283578" y="3079114"/>
            <a:chExt cx="10559415" cy="5485765"/>
          </a:xfrm>
        </p:grpSpPr>
        <p:sp>
          <p:nvSpPr>
            <p:cNvPr id="41" name="object 41" descr=""/>
            <p:cNvSpPr/>
            <p:nvPr/>
          </p:nvSpPr>
          <p:spPr>
            <a:xfrm>
              <a:off x="8569833" y="4979796"/>
              <a:ext cx="1170305" cy="1169035"/>
            </a:xfrm>
            <a:custGeom>
              <a:avLst/>
              <a:gdLst/>
              <a:ahLst/>
              <a:cxnLst/>
              <a:rect l="l" t="t" r="r" b="b"/>
              <a:pathLst>
                <a:path w="1170304" h="1169035">
                  <a:moveTo>
                    <a:pt x="941959" y="571246"/>
                  </a:moveTo>
                  <a:lnTo>
                    <a:pt x="919467" y="569480"/>
                  </a:lnTo>
                  <a:lnTo>
                    <a:pt x="897064" y="568236"/>
                  </a:lnTo>
                  <a:lnTo>
                    <a:pt x="877874" y="567448"/>
                  </a:lnTo>
                  <a:lnTo>
                    <a:pt x="878395" y="567448"/>
                  </a:lnTo>
                  <a:lnTo>
                    <a:pt x="852932" y="566547"/>
                  </a:lnTo>
                  <a:lnTo>
                    <a:pt x="760984" y="565658"/>
                  </a:lnTo>
                  <a:lnTo>
                    <a:pt x="643763" y="563181"/>
                  </a:lnTo>
                  <a:lnTo>
                    <a:pt x="604520" y="562864"/>
                  </a:lnTo>
                  <a:lnTo>
                    <a:pt x="604481" y="524510"/>
                  </a:lnTo>
                  <a:lnTo>
                    <a:pt x="604380" y="503745"/>
                  </a:lnTo>
                  <a:lnTo>
                    <a:pt x="603719" y="446049"/>
                  </a:lnTo>
                  <a:lnTo>
                    <a:pt x="602627" y="407289"/>
                  </a:lnTo>
                  <a:lnTo>
                    <a:pt x="600824" y="322961"/>
                  </a:lnTo>
                  <a:lnTo>
                    <a:pt x="598805" y="272402"/>
                  </a:lnTo>
                  <a:lnTo>
                    <a:pt x="596138" y="228219"/>
                  </a:lnTo>
                  <a:lnTo>
                    <a:pt x="571754" y="228219"/>
                  </a:lnTo>
                  <a:lnTo>
                    <a:pt x="568680" y="272402"/>
                  </a:lnTo>
                  <a:lnTo>
                    <a:pt x="566915" y="321525"/>
                  </a:lnTo>
                  <a:lnTo>
                    <a:pt x="564261" y="406400"/>
                  </a:lnTo>
                  <a:lnTo>
                    <a:pt x="563664" y="424624"/>
                  </a:lnTo>
                  <a:lnTo>
                    <a:pt x="563600" y="428980"/>
                  </a:lnTo>
                  <a:lnTo>
                    <a:pt x="563486" y="435356"/>
                  </a:lnTo>
                  <a:lnTo>
                    <a:pt x="563372" y="442874"/>
                  </a:lnTo>
                  <a:lnTo>
                    <a:pt x="563245" y="479425"/>
                  </a:lnTo>
                  <a:lnTo>
                    <a:pt x="555980" y="462953"/>
                  </a:lnTo>
                  <a:lnTo>
                    <a:pt x="548424" y="446049"/>
                  </a:lnTo>
                  <a:lnTo>
                    <a:pt x="541045" y="428980"/>
                  </a:lnTo>
                  <a:lnTo>
                    <a:pt x="534289" y="411988"/>
                  </a:lnTo>
                  <a:lnTo>
                    <a:pt x="497713" y="330454"/>
                  </a:lnTo>
                  <a:lnTo>
                    <a:pt x="488010" y="310070"/>
                  </a:lnTo>
                  <a:lnTo>
                    <a:pt x="468922" y="269252"/>
                  </a:lnTo>
                  <a:lnTo>
                    <a:pt x="459232" y="248793"/>
                  </a:lnTo>
                  <a:lnTo>
                    <a:pt x="435864" y="258191"/>
                  </a:lnTo>
                  <a:lnTo>
                    <a:pt x="443064" y="279323"/>
                  </a:lnTo>
                  <a:lnTo>
                    <a:pt x="450507" y="300418"/>
                  </a:lnTo>
                  <a:lnTo>
                    <a:pt x="458127" y="321525"/>
                  </a:lnTo>
                  <a:lnTo>
                    <a:pt x="465836" y="342646"/>
                  </a:lnTo>
                  <a:lnTo>
                    <a:pt x="497713" y="426085"/>
                  </a:lnTo>
                  <a:lnTo>
                    <a:pt x="504596" y="443484"/>
                  </a:lnTo>
                  <a:lnTo>
                    <a:pt x="517994" y="477977"/>
                  </a:lnTo>
                  <a:lnTo>
                    <a:pt x="524891" y="495427"/>
                  </a:lnTo>
                  <a:lnTo>
                    <a:pt x="511530" y="482320"/>
                  </a:lnTo>
                  <a:lnTo>
                    <a:pt x="484771" y="456907"/>
                  </a:lnTo>
                  <a:lnTo>
                    <a:pt x="407797" y="382905"/>
                  </a:lnTo>
                  <a:lnTo>
                    <a:pt x="374294" y="352602"/>
                  </a:lnTo>
                  <a:lnTo>
                    <a:pt x="340233" y="322961"/>
                  </a:lnTo>
                  <a:lnTo>
                    <a:pt x="323342" y="340741"/>
                  </a:lnTo>
                  <a:lnTo>
                    <a:pt x="382397" y="407289"/>
                  </a:lnTo>
                  <a:lnTo>
                    <a:pt x="443357" y="471932"/>
                  </a:lnTo>
                  <a:lnTo>
                    <a:pt x="456107" y="485140"/>
                  </a:lnTo>
                  <a:lnTo>
                    <a:pt x="482092" y="511251"/>
                  </a:lnTo>
                  <a:lnTo>
                    <a:pt x="494919" y="524510"/>
                  </a:lnTo>
                  <a:lnTo>
                    <a:pt x="443979" y="503745"/>
                  </a:lnTo>
                  <a:lnTo>
                    <a:pt x="343027" y="466344"/>
                  </a:lnTo>
                  <a:lnTo>
                    <a:pt x="321945" y="458863"/>
                  </a:lnTo>
                  <a:lnTo>
                    <a:pt x="279831" y="442874"/>
                  </a:lnTo>
                  <a:lnTo>
                    <a:pt x="258699" y="435356"/>
                  </a:lnTo>
                  <a:lnTo>
                    <a:pt x="250075" y="456907"/>
                  </a:lnTo>
                  <a:lnTo>
                    <a:pt x="249313" y="458863"/>
                  </a:lnTo>
                  <a:lnTo>
                    <a:pt x="329946" y="497205"/>
                  </a:lnTo>
                  <a:lnTo>
                    <a:pt x="412369" y="533781"/>
                  </a:lnTo>
                  <a:lnTo>
                    <a:pt x="428726" y="541350"/>
                  </a:lnTo>
                  <a:lnTo>
                    <a:pt x="445414" y="548665"/>
                  </a:lnTo>
                  <a:lnTo>
                    <a:pt x="462445" y="555802"/>
                  </a:lnTo>
                  <a:lnTo>
                    <a:pt x="479806" y="562864"/>
                  </a:lnTo>
                  <a:lnTo>
                    <a:pt x="461035" y="563181"/>
                  </a:lnTo>
                  <a:lnTo>
                    <a:pt x="424256" y="564476"/>
                  </a:lnTo>
                  <a:lnTo>
                    <a:pt x="401104" y="564857"/>
                  </a:lnTo>
                  <a:lnTo>
                    <a:pt x="402005" y="564857"/>
                  </a:lnTo>
                  <a:lnTo>
                    <a:pt x="316865" y="566547"/>
                  </a:lnTo>
                  <a:lnTo>
                    <a:pt x="294894" y="567448"/>
                  </a:lnTo>
                  <a:lnTo>
                    <a:pt x="227838" y="571246"/>
                  </a:lnTo>
                  <a:lnTo>
                    <a:pt x="227838" y="595757"/>
                  </a:lnTo>
                  <a:lnTo>
                    <a:pt x="250291" y="597471"/>
                  </a:lnTo>
                  <a:lnTo>
                    <a:pt x="272681" y="598716"/>
                  </a:lnTo>
                  <a:lnTo>
                    <a:pt x="405892" y="603123"/>
                  </a:lnTo>
                  <a:lnTo>
                    <a:pt x="563245" y="605028"/>
                  </a:lnTo>
                  <a:lnTo>
                    <a:pt x="563333" y="625602"/>
                  </a:lnTo>
                  <a:lnTo>
                    <a:pt x="563841" y="682967"/>
                  </a:lnTo>
                  <a:lnTo>
                    <a:pt x="564451" y="722172"/>
                  </a:lnTo>
                  <a:lnTo>
                    <a:pt x="565150" y="762508"/>
                  </a:lnTo>
                  <a:lnTo>
                    <a:pt x="568071" y="851535"/>
                  </a:lnTo>
                  <a:lnTo>
                    <a:pt x="568706" y="873633"/>
                  </a:lnTo>
                  <a:lnTo>
                    <a:pt x="569595" y="896048"/>
                  </a:lnTo>
                  <a:lnTo>
                    <a:pt x="570826" y="918083"/>
                  </a:lnTo>
                  <a:lnTo>
                    <a:pt x="572643" y="940562"/>
                  </a:lnTo>
                  <a:lnTo>
                    <a:pt x="596138" y="940562"/>
                  </a:lnTo>
                  <a:lnTo>
                    <a:pt x="598690" y="897864"/>
                  </a:lnTo>
                  <a:lnTo>
                    <a:pt x="600710" y="851535"/>
                  </a:lnTo>
                  <a:lnTo>
                    <a:pt x="602615" y="762508"/>
                  </a:lnTo>
                  <a:lnTo>
                    <a:pt x="603707" y="743927"/>
                  </a:lnTo>
                  <a:lnTo>
                    <a:pt x="604278" y="725043"/>
                  </a:lnTo>
                  <a:lnTo>
                    <a:pt x="604304" y="722172"/>
                  </a:lnTo>
                  <a:lnTo>
                    <a:pt x="604418" y="711644"/>
                  </a:lnTo>
                  <a:lnTo>
                    <a:pt x="604520" y="687451"/>
                  </a:lnTo>
                  <a:lnTo>
                    <a:pt x="611720" y="704913"/>
                  </a:lnTo>
                  <a:lnTo>
                    <a:pt x="619163" y="722172"/>
                  </a:lnTo>
                  <a:lnTo>
                    <a:pt x="634492" y="756793"/>
                  </a:lnTo>
                  <a:lnTo>
                    <a:pt x="671068" y="837438"/>
                  </a:lnTo>
                  <a:lnTo>
                    <a:pt x="680605" y="857745"/>
                  </a:lnTo>
                  <a:lnTo>
                    <a:pt x="689902" y="877811"/>
                  </a:lnTo>
                  <a:lnTo>
                    <a:pt x="699363" y="897864"/>
                  </a:lnTo>
                  <a:lnTo>
                    <a:pt x="709422" y="918083"/>
                  </a:lnTo>
                  <a:lnTo>
                    <a:pt x="731012" y="909701"/>
                  </a:lnTo>
                  <a:lnTo>
                    <a:pt x="723684" y="888580"/>
                  </a:lnTo>
                  <a:lnTo>
                    <a:pt x="708355" y="846429"/>
                  </a:lnTo>
                  <a:lnTo>
                    <a:pt x="701040" y="825373"/>
                  </a:lnTo>
                  <a:lnTo>
                    <a:pt x="670052" y="741934"/>
                  </a:lnTo>
                  <a:lnTo>
                    <a:pt x="662330" y="722401"/>
                  </a:lnTo>
                  <a:lnTo>
                    <a:pt x="656272" y="706996"/>
                  </a:lnTo>
                  <a:lnTo>
                    <a:pt x="649452" y="689178"/>
                  </a:lnTo>
                  <a:lnTo>
                    <a:pt x="648817" y="687451"/>
                  </a:lnTo>
                  <a:lnTo>
                    <a:pt x="643001" y="671576"/>
                  </a:lnTo>
                  <a:lnTo>
                    <a:pt x="656488" y="684923"/>
                  </a:lnTo>
                  <a:lnTo>
                    <a:pt x="670242" y="698271"/>
                  </a:lnTo>
                  <a:lnTo>
                    <a:pt x="698246" y="725043"/>
                  </a:lnTo>
                  <a:lnTo>
                    <a:pt x="763905" y="786003"/>
                  </a:lnTo>
                  <a:lnTo>
                    <a:pt x="813117" y="830681"/>
                  </a:lnTo>
                  <a:lnTo>
                    <a:pt x="830326" y="845947"/>
                  </a:lnTo>
                  <a:lnTo>
                    <a:pt x="846328" y="829056"/>
                  </a:lnTo>
                  <a:lnTo>
                    <a:pt x="787273" y="762508"/>
                  </a:lnTo>
                  <a:lnTo>
                    <a:pt x="726440" y="696849"/>
                  </a:lnTo>
                  <a:lnTo>
                    <a:pt x="701954" y="671576"/>
                  </a:lnTo>
                  <a:lnTo>
                    <a:pt x="686346" y="655535"/>
                  </a:lnTo>
                  <a:lnTo>
                    <a:pt x="672973" y="641604"/>
                  </a:lnTo>
                  <a:lnTo>
                    <a:pt x="725665" y="662279"/>
                  </a:lnTo>
                  <a:lnTo>
                    <a:pt x="826643" y="699643"/>
                  </a:lnTo>
                  <a:lnTo>
                    <a:pt x="847763" y="706996"/>
                  </a:lnTo>
                  <a:lnTo>
                    <a:pt x="889914" y="722401"/>
                  </a:lnTo>
                  <a:lnTo>
                    <a:pt x="910971" y="729742"/>
                  </a:lnTo>
                  <a:lnTo>
                    <a:pt x="919480" y="708152"/>
                  </a:lnTo>
                  <a:lnTo>
                    <a:pt x="838835" y="669671"/>
                  </a:lnTo>
                  <a:lnTo>
                    <a:pt x="776046" y="641604"/>
                  </a:lnTo>
                  <a:lnTo>
                    <a:pt x="688848" y="603123"/>
                  </a:lnTo>
                  <a:lnTo>
                    <a:pt x="707288" y="602856"/>
                  </a:lnTo>
                  <a:lnTo>
                    <a:pt x="744880" y="601624"/>
                  </a:lnTo>
                  <a:lnTo>
                    <a:pt x="852932" y="599440"/>
                  </a:lnTo>
                  <a:lnTo>
                    <a:pt x="874839" y="598538"/>
                  </a:lnTo>
                  <a:lnTo>
                    <a:pt x="895223" y="597471"/>
                  </a:lnTo>
                  <a:lnTo>
                    <a:pt x="941959" y="594741"/>
                  </a:lnTo>
                  <a:lnTo>
                    <a:pt x="941959" y="571246"/>
                  </a:lnTo>
                  <a:close/>
                </a:path>
                <a:path w="1170304" h="1169035">
                  <a:moveTo>
                    <a:pt x="1169797" y="583946"/>
                  </a:moveTo>
                  <a:lnTo>
                    <a:pt x="1167892" y="537070"/>
                  </a:lnTo>
                  <a:lnTo>
                    <a:pt x="1162240" y="490232"/>
                  </a:lnTo>
                  <a:lnTo>
                    <a:pt x="1152753" y="443636"/>
                  </a:lnTo>
                  <a:lnTo>
                    <a:pt x="1139913" y="399402"/>
                  </a:lnTo>
                  <a:lnTo>
                    <a:pt x="1123835" y="356933"/>
                  </a:lnTo>
                  <a:lnTo>
                    <a:pt x="1114425" y="336943"/>
                  </a:lnTo>
                  <a:lnTo>
                    <a:pt x="1114425" y="583946"/>
                  </a:lnTo>
                  <a:lnTo>
                    <a:pt x="1112253" y="631850"/>
                  </a:lnTo>
                  <a:lnTo>
                    <a:pt x="1105890" y="678688"/>
                  </a:lnTo>
                  <a:lnTo>
                    <a:pt x="1095438" y="724433"/>
                  </a:lnTo>
                  <a:lnTo>
                    <a:pt x="1081189" y="768388"/>
                  </a:lnTo>
                  <a:lnTo>
                    <a:pt x="1063282" y="810590"/>
                  </a:lnTo>
                  <a:lnTo>
                    <a:pt x="1041920" y="850849"/>
                  </a:lnTo>
                  <a:lnTo>
                    <a:pt x="1017282" y="888987"/>
                  </a:lnTo>
                  <a:lnTo>
                    <a:pt x="989571" y="924788"/>
                  </a:lnTo>
                  <a:lnTo>
                    <a:pt x="958964" y="958100"/>
                  </a:lnTo>
                  <a:lnTo>
                    <a:pt x="925664" y="988695"/>
                  </a:lnTo>
                  <a:lnTo>
                    <a:pt x="889863" y="1016406"/>
                  </a:lnTo>
                  <a:lnTo>
                    <a:pt x="851725" y="1041044"/>
                  </a:lnTo>
                  <a:lnTo>
                    <a:pt x="811466" y="1062405"/>
                  </a:lnTo>
                  <a:lnTo>
                    <a:pt x="769264" y="1080312"/>
                  </a:lnTo>
                  <a:lnTo>
                    <a:pt x="725309" y="1094562"/>
                  </a:lnTo>
                  <a:lnTo>
                    <a:pt x="679792" y="1104976"/>
                  </a:lnTo>
                  <a:lnTo>
                    <a:pt x="632904" y="1111364"/>
                  </a:lnTo>
                  <a:lnTo>
                    <a:pt x="584835" y="1113536"/>
                  </a:lnTo>
                  <a:lnTo>
                    <a:pt x="536778" y="1111364"/>
                  </a:lnTo>
                  <a:lnTo>
                    <a:pt x="489902" y="1104976"/>
                  </a:lnTo>
                  <a:lnTo>
                    <a:pt x="444411" y="1094562"/>
                  </a:lnTo>
                  <a:lnTo>
                    <a:pt x="400469" y="1080312"/>
                  </a:lnTo>
                  <a:lnTo>
                    <a:pt x="358267" y="1062405"/>
                  </a:lnTo>
                  <a:lnTo>
                    <a:pt x="318020" y="1041044"/>
                  </a:lnTo>
                  <a:lnTo>
                    <a:pt x="279895" y="1016406"/>
                  </a:lnTo>
                  <a:lnTo>
                    <a:pt x="244094" y="988695"/>
                  </a:lnTo>
                  <a:lnTo>
                    <a:pt x="210794" y="958100"/>
                  </a:lnTo>
                  <a:lnTo>
                    <a:pt x="180200" y="924788"/>
                  </a:lnTo>
                  <a:lnTo>
                    <a:pt x="152488" y="888987"/>
                  </a:lnTo>
                  <a:lnTo>
                    <a:pt x="127863" y="850849"/>
                  </a:lnTo>
                  <a:lnTo>
                    <a:pt x="106502" y="810590"/>
                  </a:lnTo>
                  <a:lnTo>
                    <a:pt x="88684" y="768591"/>
                  </a:lnTo>
                  <a:lnTo>
                    <a:pt x="88595" y="768388"/>
                  </a:lnTo>
                  <a:lnTo>
                    <a:pt x="74345" y="724433"/>
                  </a:lnTo>
                  <a:lnTo>
                    <a:pt x="63931" y="678916"/>
                  </a:lnTo>
                  <a:lnTo>
                    <a:pt x="57645" y="632841"/>
                  </a:lnTo>
                  <a:lnTo>
                    <a:pt x="55410" y="584962"/>
                  </a:lnTo>
                  <a:lnTo>
                    <a:pt x="55372" y="583946"/>
                  </a:lnTo>
                  <a:lnTo>
                    <a:pt x="57480" y="537070"/>
                  </a:lnTo>
                  <a:lnTo>
                    <a:pt x="63855" y="489242"/>
                  </a:lnTo>
                  <a:lnTo>
                    <a:pt x="74231" y="443636"/>
                  </a:lnTo>
                  <a:lnTo>
                    <a:pt x="88519" y="399402"/>
                  </a:lnTo>
                  <a:lnTo>
                    <a:pt x="88595" y="399161"/>
                  </a:lnTo>
                  <a:lnTo>
                    <a:pt x="106502" y="356933"/>
                  </a:lnTo>
                  <a:lnTo>
                    <a:pt x="127863" y="316661"/>
                  </a:lnTo>
                  <a:lnTo>
                    <a:pt x="152488" y="278536"/>
                  </a:lnTo>
                  <a:lnTo>
                    <a:pt x="180200" y="242747"/>
                  </a:lnTo>
                  <a:lnTo>
                    <a:pt x="210794" y="209473"/>
                  </a:lnTo>
                  <a:lnTo>
                    <a:pt x="244094" y="178917"/>
                  </a:lnTo>
                  <a:lnTo>
                    <a:pt x="279895" y="151257"/>
                  </a:lnTo>
                  <a:lnTo>
                    <a:pt x="318020" y="126669"/>
                  </a:lnTo>
                  <a:lnTo>
                    <a:pt x="358267" y="105359"/>
                  </a:lnTo>
                  <a:lnTo>
                    <a:pt x="400431" y="87503"/>
                  </a:lnTo>
                  <a:lnTo>
                    <a:pt x="444411" y="73279"/>
                  </a:lnTo>
                  <a:lnTo>
                    <a:pt x="489902" y="62890"/>
                  </a:lnTo>
                  <a:lnTo>
                    <a:pt x="536778" y="56527"/>
                  </a:lnTo>
                  <a:lnTo>
                    <a:pt x="584835" y="54356"/>
                  </a:lnTo>
                  <a:lnTo>
                    <a:pt x="632904" y="56527"/>
                  </a:lnTo>
                  <a:lnTo>
                    <a:pt x="679792" y="62890"/>
                  </a:lnTo>
                  <a:lnTo>
                    <a:pt x="725309" y="73279"/>
                  </a:lnTo>
                  <a:lnTo>
                    <a:pt x="769289" y="87503"/>
                  </a:lnTo>
                  <a:lnTo>
                    <a:pt x="811466" y="105359"/>
                  </a:lnTo>
                  <a:lnTo>
                    <a:pt x="851725" y="126669"/>
                  </a:lnTo>
                  <a:lnTo>
                    <a:pt x="889863" y="151257"/>
                  </a:lnTo>
                  <a:lnTo>
                    <a:pt x="925664" y="178917"/>
                  </a:lnTo>
                  <a:lnTo>
                    <a:pt x="958977" y="209473"/>
                  </a:lnTo>
                  <a:lnTo>
                    <a:pt x="989571" y="242747"/>
                  </a:lnTo>
                  <a:lnTo>
                    <a:pt x="1017282" y="278536"/>
                  </a:lnTo>
                  <a:lnTo>
                    <a:pt x="1041920" y="316661"/>
                  </a:lnTo>
                  <a:lnTo>
                    <a:pt x="1063282" y="356933"/>
                  </a:lnTo>
                  <a:lnTo>
                    <a:pt x="1081189" y="399161"/>
                  </a:lnTo>
                  <a:lnTo>
                    <a:pt x="1095438" y="443166"/>
                  </a:lnTo>
                  <a:lnTo>
                    <a:pt x="1105852" y="488759"/>
                  </a:lnTo>
                  <a:lnTo>
                    <a:pt x="1112240" y="535749"/>
                  </a:lnTo>
                  <a:lnTo>
                    <a:pt x="1114425" y="583946"/>
                  </a:lnTo>
                  <a:lnTo>
                    <a:pt x="1114425" y="336943"/>
                  </a:lnTo>
                  <a:lnTo>
                    <a:pt x="1082001" y="276377"/>
                  </a:lnTo>
                  <a:lnTo>
                    <a:pt x="1056754" y="239102"/>
                  </a:lnTo>
                  <a:lnTo>
                    <a:pt x="1028776" y="203949"/>
                  </a:lnTo>
                  <a:lnTo>
                    <a:pt x="998232" y="171056"/>
                  </a:lnTo>
                  <a:lnTo>
                    <a:pt x="965263" y="140589"/>
                  </a:lnTo>
                  <a:lnTo>
                    <a:pt x="930033" y="112687"/>
                  </a:lnTo>
                  <a:lnTo>
                    <a:pt x="892695" y="87503"/>
                  </a:lnTo>
                  <a:lnTo>
                    <a:pt x="853376" y="65189"/>
                  </a:lnTo>
                  <a:lnTo>
                    <a:pt x="830287" y="54356"/>
                  </a:lnTo>
                  <a:lnTo>
                    <a:pt x="812266" y="45897"/>
                  </a:lnTo>
                  <a:lnTo>
                    <a:pt x="769772" y="29883"/>
                  </a:lnTo>
                  <a:lnTo>
                    <a:pt x="725411" y="17043"/>
                  </a:lnTo>
                  <a:lnTo>
                    <a:pt x="679704" y="7683"/>
                  </a:lnTo>
                  <a:lnTo>
                    <a:pt x="632777" y="1955"/>
                  </a:lnTo>
                  <a:lnTo>
                    <a:pt x="584835" y="0"/>
                  </a:lnTo>
                  <a:lnTo>
                    <a:pt x="536930" y="1955"/>
                  </a:lnTo>
                  <a:lnTo>
                    <a:pt x="490093" y="7683"/>
                  </a:lnTo>
                  <a:lnTo>
                    <a:pt x="444461" y="17043"/>
                  </a:lnTo>
                  <a:lnTo>
                    <a:pt x="400189" y="29883"/>
                  </a:lnTo>
                  <a:lnTo>
                    <a:pt x="357416" y="46062"/>
                  </a:lnTo>
                  <a:lnTo>
                    <a:pt x="316306" y="65417"/>
                  </a:lnTo>
                  <a:lnTo>
                    <a:pt x="276999" y="87795"/>
                  </a:lnTo>
                  <a:lnTo>
                    <a:pt x="239661" y="113042"/>
                  </a:lnTo>
                  <a:lnTo>
                    <a:pt x="204444" y="141020"/>
                  </a:lnTo>
                  <a:lnTo>
                    <a:pt x="171488" y="171564"/>
                  </a:lnTo>
                  <a:lnTo>
                    <a:pt x="140957" y="204533"/>
                  </a:lnTo>
                  <a:lnTo>
                    <a:pt x="112991" y="239763"/>
                  </a:lnTo>
                  <a:lnTo>
                    <a:pt x="87744" y="277101"/>
                  </a:lnTo>
                  <a:lnTo>
                    <a:pt x="65379" y="316420"/>
                  </a:lnTo>
                  <a:lnTo>
                    <a:pt x="46024" y="357530"/>
                  </a:lnTo>
                  <a:lnTo>
                    <a:pt x="29857" y="400304"/>
                  </a:lnTo>
                  <a:lnTo>
                    <a:pt x="17018" y="444588"/>
                  </a:lnTo>
                  <a:lnTo>
                    <a:pt x="7658" y="490232"/>
                  </a:lnTo>
                  <a:lnTo>
                    <a:pt x="2095" y="535749"/>
                  </a:lnTo>
                  <a:lnTo>
                    <a:pt x="2057" y="536067"/>
                  </a:lnTo>
                  <a:lnTo>
                    <a:pt x="1930" y="537070"/>
                  </a:lnTo>
                  <a:lnTo>
                    <a:pt x="38" y="583946"/>
                  </a:lnTo>
                  <a:lnTo>
                    <a:pt x="0" y="584962"/>
                  </a:lnTo>
                  <a:lnTo>
                    <a:pt x="1892" y="631850"/>
                  </a:lnTo>
                  <a:lnTo>
                    <a:pt x="1930" y="632841"/>
                  </a:lnTo>
                  <a:lnTo>
                    <a:pt x="7543" y="678688"/>
                  </a:lnTo>
                  <a:lnTo>
                    <a:pt x="7658" y="679640"/>
                  </a:lnTo>
                  <a:lnTo>
                    <a:pt x="17018" y="725233"/>
                  </a:lnTo>
                  <a:lnTo>
                    <a:pt x="29857" y="769454"/>
                  </a:lnTo>
                  <a:lnTo>
                    <a:pt x="46024" y="812165"/>
                  </a:lnTo>
                  <a:lnTo>
                    <a:pt x="65379" y="853224"/>
                  </a:lnTo>
                  <a:lnTo>
                    <a:pt x="87744" y="892454"/>
                  </a:lnTo>
                  <a:lnTo>
                    <a:pt x="112991" y="929716"/>
                  </a:lnTo>
                  <a:lnTo>
                    <a:pt x="140957" y="964869"/>
                  </a:lnTo>
                  <a:lnTo>
                    <a:pt x="171488" y="997750"/>
                  </a:lnTo>
                  <a:lnTo>
                    <a:pt x="204444" y="1028217"/>
                  </a:lnTo>
                  <a:lnTo>
                    <a:pt x="239661" y="1056106"/>
                  </a:lnTo>
                  <a:lnTo>
                    <a:pt x="276999" y="1081290"/>
                  </a:lnTo>
                  <a:lnTo>
                    <a:pt x="316306" y="1103604"/>
                  </a:lnTo>
                  <a:lnTo>
                    <a:pt x="357416" y="1122895"/>
                  </a:lnTo>
                  <a:lnTo>
                    <a:pt x="400189" y="1139012"/>
                  </a:lnTo>
                  <a:lnTo>
                    <a:pt x="444461" y="1151813"/>
                  </a:lnTo>
                  <a:lnTo>
                    <a:pt x="490093" y="1161148"/>
                  </a:lnTo>
                  <a:lnTo>
                    <a:pt x="536930" y="1166850"/>
                  </a:lnTo>
                  <a:lnTo>
                    <a:pt x="584835" y="1168781"/>
                  </a:lnTo>
                  <a:lnTo>
                    <a:pt x="632561" y="1166850"/>
                  </a:lnTo>
                  <a:lnTo>
                    <a:pt x="679361" y="1161148"/>
                  </a:lnTo>
                  <a:lnTo>
                    <a:pt x="724941" y="1151813"/>
                  </a:lnTo>
                  <a:lnTo>
                    <a:pt x="769162" y="1139012"/>
                  </a:lnTo>
                  <a:lnTo>
                    <a:pt x="812266" y="1122756"/>
                  </a:lnTo>
                  <a:lnTo>
                    <a:pt x="831837" y="1113536"/>
                  </a:lnTo>
                  <a:lnTo>
                    <a:pt x="853376" y="1103401"/>
                  </a:lnTo>
                  <a:lnTo>
                    <a:pt x="892695" y="1081036"/>
                  </a:lnTo>
                  <a:lnTo>
                    <a:pt x="930033" y="1055789"/>
                  </a:lnTo>
                  <a:lnTo>
                    <a:pt x="965263" y="1027823"/>
                  </a:lnTo>
                  <a:lnTo>
                    <a:pt x="998232" y="997292"/>
                  </a:lnTo>
                  <a:lnTo>
                    <a:pt x="1028776" y="964336"/>
                  </a:lnTo>
                  <a:lnTo>
                    <a:pt x="1056754" y="929119"/>
                  </a:lnTo>
                  <a:lnTo>
                    <a:pt x="1082001" y="891781"/>
                  </a:lnTo>
                  <a:lnTo>
                    <a:pt x="1104379" y="852474"/>
                  </a:lnTo>
                  <a:lnTo>
                    <a:pt x="1123734" y="811364"/>
                  </a:lnTo>
                  <a:lnTo>
                    <a:pt x="1139913" y="768591"/>
                  </a:lnTo>
                  <a:lnTo>
                    <a:pt x="1152728" y="724433"/>
                  </a:lnTo>
                  <a:lnTo>
                    <a:pt x="1162075" y="678916"/>
                  </a:lnTo>
                  <a:lnTo>
                    <a:pt x="1167726" y="632841"/>
                  </a:lnTo>
                  <a:lnTo>
                    <a:pt x="1169746" y="584962"/>
                  </a:lnTo>
                  <a:lnTo>
                    <a:pt x="1169797" y="5839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125106" y="5275325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5">
                  <a:moveTo>
                    <a:pt x="433793" y="453669"/>
                  </a:moveTo>
                  <a:lnTo>
                    <a:pt x="433565" y="444207"/>
                  </a:lnTo>
                  <a:lnTo>
                    <a:pt x="429933" y="435724"/>
                  </a:lnTo>
                  <a:lnTo>
                    <a:pt x="422884" y="429387"/>
                  </a:lnTo>
                  <a:lnTo>
                    <a:pt x="413702" y="426300"/>
                  </a:lnTo>
                  <a:lnTo>
                    <a:pt x="404291" y="426554"/>
                  </a:lnTo>
                  <a:lnTo>
                    <a:pt x="395859" y="430161"/>
                  </a:lnTo>
                  <a:lnTo>
                    <a:pt x="389610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01"/>
                  </a:lnTo>
                  <a:lnTo>
                    <a:pt x="338391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088"/>
                  </a:lnTo>
                  <a:lnTo>
                    <a:pt x="977" y="310819"/>
                  </a:lnTo>
                  <a:lnTo>
                    <a:pt x="3911" y="317500"/>
                  </a:lnTo>
                  <a:lnTo>
                    <a:pt x="155549" y="568198"/>
                  </a:lnTo>
                  <a:lnTo>
                    <a:pt x="160756" y="574802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802"/>
                  </a:lnTo>
                  <a:lnTo>
                    <a:pt x="366369" y="568198"/>
                  </a:lnTo>
                  <a:lnTo>
                    <a:pt x="430631" y="462915"/>
                  </a:lnTo>
                  <a:lnTo>
                    <a:pt x="433793" y="453669"/>
                  </a:lnTo>
                  <a:close/>
                </a:path>
                <a:path w="756284" h="578485">
                  <a:moveTo>
                    <a:pt x="755840" y="275170"/>
                  </a:moveTo>
                  <a:lnTo>
                    <a:pt x="754862" y="268516"/>
                  </a:lnTo>
                  <a:lnTo>
                    <a:pt x="751941" y="262382"/>
                  </a:lnTo>
                  <a:lnTo>
                    <a:pt x="595096" y="5207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207"/>
                  </a:lnTo>
                  <a:lnTo>
                    <a:pt x="389610" y="11684"/>
                  </a:lnTo>
                  <a:lnTo>
                    <a:pt x="325221" y="115697"/>
                  </a:lnTo>
                  <a:lnTo>
                    <a:pt x="322097" y="125171"/>
                  </a:lnTo>
                  <a:lnTo>
                    <a:pt x="322326" y="135102"/>
                  </a:lnTo>
                  <a:lnTo>
                    <a:pt x="325932" y="144030"/>
                  </a:lnTo>
                  <a:lnTo>
                    <a:pt x="332968" y="150495"/>
                  </a:lnTo>
                  <a:lnTo>
                    <a:pt x="342150" y="153390"/>
                  </a:lnTo>
                  <a:lnTo>
                    <a:pt x="351574" y="152704"/>
                  </a:lnTo>
                  <a:lnTo>
                    <a:pt x="360032" y="148666"/>
                  </a:lnTo>
                  <a:lnTo>
                    <a:pt x="366369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209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323" y="532993"/>
                  </a:lnTo>
                  <a:lnTo>
                    <a:pt x="417499" y="538378"/>
                  </a:lnTo>
                  <a:lnTo>
                    <a:pt x="412076" y="546150"/>
                  </a:lnTo>
                  <a:lnTo>
                    <a:pt x="410057" y="555371"/>
                  </a:lnTo>
                  <a:lnTo>
                    <a:pt x="412076" y="564400"/>
                  </a:lnTo>
                  <a:lnTo>
                    <a:pt x="417499" y="571741"/>
                  </a:lnTo>
                  <a:lnTo>
                    <a:pt x="425323" y="576681"/>
                  </a:lnTo>
                  <a:lnTo>
                    <a:pt x="434568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666" y="568198"/>
                  </a:lnTo>
                  <a:lnTo>
                    <a:pt x="751941" y="288036"/>
                  </a:lnTo>
                  <a:lnTo>
                    <a:pt x="754862" y="281838"/>
                  </a:lnTo>
                  <a:lnTo>
                    <a:pt x="755840" y="27517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38770" y="5500408"/>
              <a:ext cx="128473" cy="128485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0430027" y="5275325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5">
                  <a:moveTo>
                    <a:pt x="433793" y="453669"/>
                  </a:moveTo>
                  <a:lnTo>
                    <a:pt x="433565" y="444207"/>
                  </a:lnTo>
                  <a:lnTo>
                    <a:pt x="429933" y="435724"/>
                  </a:lnTo>
                  <a:lnTo>
                    <a:pt x="422884" y="429387"/>
                  </a:lnTo>
                  <a:lnTo>
                    <a:pt x="413702" y="426300"/>
                  </a:lnTo>
                  <a:lnTo>
                    <a:pt x="404291" y="426554"/>
                  </a:lnTo>
                  <a:lnTo>
                    <a:pt x="395859" y="430161"/>
                  </a:lnTo>
                  <a:lnTo>
                    <a:pt x="389610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01"/>
                  </a:lnTo>
                  <a:lnTo>
                    <a:pt x="338391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088"/>
                  </a:lnTo>
                  <a:lnTo>
                    <a:pt x="977" y="310819"/>
                  </a:lnTo>
                  <a:lnTo>
                    <a:pt x="3911" y="317500"/>
                  </a:lnTo>
                  <a:lnTo>
                    <a:pt x="155549" y="568198"/>
                  </a:lnTo>
                  <a:lnTo>
                    <a:pt x="160756" y="574802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802"/>
                  </a:lnTo>
                  <a:lnTo>
                    <a:pt x="366369" y="568198"/>
                  </a:lnTo>
                  <a:lnTo>
                    <a:pt x="430631" y="462915"/>
                  </a:lnTo>
                  <a:lnTo>
                    <a:pt x="433793" y="453669"/>
                  </a:lnTo>
                  <a:close/>
                </a:path>
                <a:path w="756284" h="578485">
                  <a:moveTo>
                    <a:pt x="755840" y="275170"/>
                  </a:moveTo>
                  <a:lnTo>
                    <a:pt x="754862" y="268516"/>
                  </a:lnTo>
                  <a:lnTo>
                    <a:pt x="751941" y="262382"/>
                  </a:lnTo>
                  <a:lnTo>
                    <a:pt x="595096" y="5207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207"/>
                  </a:lnTo>
                  <a:lnTo>
                    <a:pt x="389610" y="11684"/>
                  </a:lnTo>
                  <a:lnTo>
                    <a:pt x="325221" y="115697"/>
                  </a:lnTo>
                  <a:lnTo>
                    <a:pt x="322097" y="125171"/>
                  </a:lnTo>
                  <a:lnTo>
                    <a:pt x="322326" y="135102"/>
                  </a:lnTo>
                  <a:lnTo>
                    <a:pt x="325932" y="144030"/>
                  </a:lnTo>
                  <a:lnTo>
                    <a:pt x="332968" y="150495"/>
                  </a:lnTo>
                  <a:lnTo>
                    <a:pt x="342150" y="153390"/>
                  </a:lnTo>
                  <a:lnTo>
                    <a:pt x="351574" y="152704"/>
                  </a:lnTo>
                  <a:lnTo>
                    <a:pt x="360032" y="148666"/>
                  </a:lnTo>
                  <a:lnTo>
                    <a:pt x="366369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209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272" y="532993"/>
                  </a:lnTo>
                  <a:lnTo>
                    <a:pt x="417449" y="538378"/>
                  </a:lnTo>
                  <a:lnTo>
                    <a:pt x="412064" y="546150"/>
                  </a:lnTo>
                  <a:lnTo>
                    <a:pt x="410057" y="555371"/>
                  </a:lnTo>
                  <a:lnTo>
                    <a:pt x="412064" y="564400"/>
                  </a:lnTo>
                  <a:lnTo>
                    <a:pt x="417449" y="571741"/>
                  </a:lnTo>
                  <a:lnTo>
                    <a:pt x="425272" y="576681"/>
                  </a:lnTo>
                  <a:lnTo>
                    <a:pt x="434568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666" y="568198"/>
                  </a:lnTo>
                  <a:lnTo>
                    <a:pt x="751941" y="288036"/>
                  </a:lnTo>
                  <a:lnTo>
                    <a:pt x="754862" y="281838"/>
                  </a:lnTo>
                  <a:lnTo>
                    <a:pt x="755840" y="27517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43691" y="5500408"/>
              <a:ext cx="128473" cy="128485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357875" y="4993639"/>
              <a:ext cx="1315319" cy="29984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329661" y="3079114"/>
              <a:ext cx="1368298" cy="461518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5445463" y="5750179"/>
              <a:ext cx="129539" cy="279400"/>
            </a:xfrm>
            <a:custGeom>
              <a:avLst/>
              <a:gdLst/>
              <a:ahLst/>
              <a:cxnLst/>
              <a:rect l="l" t="t" r="r" b="b"/>
              <a:pathLst>
                <a:path w="129540" h="279400">
                  <a:moveTo>
                    <a:pt x="64537" y="0"/>
                  </a:moveTo>
                  <a:lnTo>
                    <a:pt x="63937" y="0"/>
                  </a:lnTo>
                  <a:lnTo>
                    <a:pt x="60958" y="4109"/>
                  </a:lnTo>
                  <a:lnTo>
                    <a:pt x="55584" y="11350"/>
                  </a:lnTo>
                  <a:lnTo>
                    <a:pt x="48400" y="20663"/>
                  </a:lnTo>
                  <a:lnTo>
                    <a:pt x="40026" y="30987"/>
                  </a:lnTo>
                  <a:lnTo>
                    <a:pt x="0" y="118750"/>
                  </a:lnTo>
                  <a:lnTo>
                    <a:pt x="10134" y="186642"/>
                  </a:lnTo>
                  <a:lnTo>
                    <a:pt x="39151" y="230459"/>
                  </a:lnTo>
                  <a:lnTo>
                    <a:pt x="55774" y="245999"/>
                  </a:lnTo>
                  <a:lnTo>
                    <a:pt x="56790" y="246761"/>
                  </a:lnTo>
                  <a:lnTo>
                    <a:pt x="57652" y="257540"/>
                  </a:lnTo>
                  <a:lnTo>
                    <a:pt x="58658" y="268128"/>
                  </a:lnTo>
                  <a:lnTo>
                    <a:pt x="59838" y="279400"/>
                  </a:lnTo>
                  <a:lnTo>
                    <a:pt x="68474" y="279400"/>
                  </a:lnTo>
                  <a:lnTo>
                    <a:pt x="69665" y="268128"/>
                  </a:lnTo>
                  <a:lnTo>
                    <a:pt x="70671" y="257540"/>
                  </a:lnTo>
                  <a:lnTo>
                    <a:pt x="71522" y="246761"/>
                  </a:lnTo>
                  <a:lnTo>
                    <a:pt x="74633" y="244094"/>
                  </a:lnTo>
                  <a:lnTo>
                    <a:pt x="64156" y="244094"/>
                  </a:lnTo>
                  <a:lnTo>
                    <a:pt x="58949" y="239522"/>
                  </a:lnTo>
                  <a:lnTo>
                    <a:pt x="57552" y="237362"/>
                  </a:lnTo>
                  <a:lnTo>
                    <a:pt x="63902" y="97282"/>
                  </a:lnTo>
                  <a:lnTo>
                    <a:pt x="64029" y="96900"/>
                  </a:lnTo>
                  <a:lnTo>
                    <a:pt x="123013" y="96900"/>
                  </a:lnTo>
                  <a:lnTo>
                    <a:pt x="122298" y="91443"/>
                  </a:lnTo>
                  <a:lnTo>
                    <a:pt x="88540" y="30987"/>
                  </a:lnTo>
                  <a:lnTo>
                    <a:pt x="80111" y="20663"/>
                  </a:lnTo>
                  <a:lnTo>
                    <a:pt x="72919" y="11350"/>
                  </a:lnTo>
                  <a:lnTo>
                    <a:pt x="67538" y="4109"/>
                  </a:lnTo>
                  <a:lnTo>
                    <a:pt x="64537" y="0"/>
                  </a:lnTo>
                  <a:close/>
                </a:path>
                <a:path w="129540" h="279400">
                  <a:moveTo>
                    <a:pt x="123013" y="96900"/>
                  </a:moveTo>
                  <a:lnTo>
                    <a:pt x="64410" y="96900"/>
                  </a:lnTo>
                  <a:lnTo>
                    <a:pt x="64537" y="97282"/>
                  </a:lnTo>
                  <a:lnTo>
                    <a:pt x="70887" y="237109"/>
                  </a:lnTo>
                  <a:lnTo>
                    <a:pt x="70887" y="237362"/>
                  </a:lnTo>
                  <a:lnTo>
                    <a:pt x="69363" y="239522"/>
                  </a:lnTo>
                  <a:lnTo>
                    <a:pt x="64156" y="244094"/>
                  </a:lnTo>
                  <a:lnTo>
                    <a:pt x="74633" y="244094"/>
                  </a:lnTo>
                  <a:lnTo>
                    <a:pt x="80797" y="238862"/>
                  </a:lnTo>
                  <a:lnTo>
                    <a:pt x="99152" y="218665"/>
                  </a:lnTo>
                  <a:lnTo>
                    <a:pt x="118287" y="186642"/>
                  </a:lnTo>
                  <a:lnTo>
                    <a:pt x="129152" y="143707"/>
                  </a:lnTo>
                  <a:lnTo>
                    <a:pt x="123063" y="97282"/>
                  </a:lnTo>
                  <a:lnTo>
                    <a:pt x="123013" y="96900"/>
                  </a:lnTo>
                  <a:close/>
                </a:path>
              </a:pathLst>
            </a:custGeom>
            <a:solidFill>
              <a:srgbClr val="001E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640176" y="5846825"/>
              <a:ext cx="1002665" cy="20548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301975" y="3997159"/>
              <a:ext cx="1423796" cy="539915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185009" y="6508813"/>
              <a:ext cx="1657603" cy="497268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801974" y="7760169"/>
              <a:ext cx="1022057" cy="220764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785591" y="7462697"/>
              <a:ext cx="686130" cy="414477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203677" y="7462710"/>
              <a:ext cx="496823" cy="496760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6283578" y="8067929"/>
              <a:ext cx="1825625" cy="496570"/>
            </a:xfrm>
            <a:custGeom>
              <a:avLst/>
              <a:gdLst/>
              <a:ahLst/>
              <a:cxnLst/>
              <a:rect l="l" t="t" r="r" b="b"/>
              <a:pathLst>
                <a:path w="1825625" h="496570">
                  <a:moveTo>
                    <a:pt x="1790953" y="0"/>
                  </a:moveTo>
                  <a:lnTo>
                    <a:pt x="34290" y="0"/>
                  </a:lnTo>
                  <a:lnTo>
                    <a:pt x="20949" y="2676"/>
                  </a:lnTo>
                  <a:lnTo>
                    <a:pt x="10048" y="9985"/>
                  </a:lnTo>
                  <a:lnTo>
                    <a:pt x="2696" y="20841"/>
                  </a:lnTo>
                  <a:lnTo>
                    <a:pt x="0" y="34163"/>
                  </a:lnTo>
                  <a:lnTo>
                    <a:pt x="0" y="462280"/>
                  </a:lnTo>
                  <a:lnTo>
                    <a:pt x="2696" y="475601"/>
                  </a:lnTo>
                  <a:lnTo>
                    <a:pt x="10048" y="486457"/>
                  </a:lnTo>
                  <a:lnTo>
                    <a:pt x="20949" y="493766"/>
                  </a:lnTo>
                  <a:lnTo>
                    <a:pt x="34290" y="496443"/>
                  </a:lnTo>
                  <a:lnTo>
                    <a:pt x="1790953" y="496443"/>
                  </a:lnTo>
                  <a:lnTo>
                    <a:pt x="1804294" y="493766"/>
                  </a:lnTo>
                  <a:lnTo>
                    <a:pt x="1815195" y="486457"/>
                  </a:lnTo>
                  <a:lnTo>
                    <a:pt x="1822547" y="475601"/>
                  </a:lnTo>
                  <a:lnTo>
                    <a:pt x="1825244" y="462280"/>
                  </a:lnTo>
                  <a:lnTo>
                    <a:pt x="1825244" y="34163"/>
                  </a:lnTo>
                  <a:lnTo>
                    <a:pt x="1822547" y="20841"/>
                  </a:lnTo>
                  <a:lnTo>
                    <a:pt x="1815195" y="9985"/>
                  </a:lnTo>
                  <a:lnTo>
                    <a:pt x="1804294" y="2676"/>
                  </a:lnTo>
                  <a:lnTo>
                    <a:pt x="179095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8643619" y="3876547"/>
            <a:ext cx="10229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">
              <a:lnSpc>
                <a:spcPct val="100000"/>
              </a:lnSpc>
              <a:spcBef>
                <a:spcPts val="100"/>
              </a:spcBef>
            </a:pPr>
            <a:r>
              <a:rPr dirty="0" sz="1800" spc="280" b="1">
                <a:solidFill>
                  <a:srgbClr val="173360"/>
                </a:solidFill>
                <a:latin typeface="Calibri"/>
                <a:cs typeface="Calibri"/>
              </a:rPr>
              <a:t>Schema </a:t>
            </a:r>
            <a:r>
              <a:rPr dirty="0" sz="1800" spc="215" b="1">
                <a:solidFill>
                  <a:srgbClr val="173360"/>
                </a:solidFill>
                <a:latin typeface="Calibri"/>
                <a:cs typeface="Calibri"/>
              </a:rPr>
              <a:t>Registry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8710676" y="6699250"/>
            <a:ext cx="888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0" b="1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6747129" y="8173593"/>
            <a:ext cx="8997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8242045" y="8067929"/>
            <a:ext cx="1825625" cy="496570"/>
          </a:xfrm>
          <a:custGeom>
            <a:avLst/>
            <a:gdLst/>
            <a:ahLst/>
            <a:cxnLst/>
            <a:rect l="l" t="t" r="r" b="b"/>
            <a:pathLst>
              <a:path w="1825625" h="496570">
                <a:moveTo>
                  <a:pt x="1790953" y="0"/>
                </a:moveTo>
                <a:lnTo>
                  <a:pt x="34289" y="0"/>
                </a:lnTo>
                <a:lnTo>
                  <a:pt x="20949" y="2676"/>
                </a:lnTo>
                <a:lnTo>
                  <a:pt x="10048" y="9985"/>
                </a:lnTo>
                <a:lnTo>
                  <a:pt x="2696" y="20841"/>
                </a:lnTo>
                <a:lnTo>
                  <a:pt x="0" y="34163"/>
                </a:lnTo>
                <a:lnTo>
                  <a:pt x="0" y="462280"/>
                </a:lnTo>
                <a:lnTo>
                  <a:pt x="2696" y="475601"/>
                </a:lnTo>
                <a:lnTo>
                  <a:pt x="10048" y="486457"/>
                </a:lnTo>
                <a:lnTo>
                  <a:pt x="20949" y="493766"/>
                </a:lnTo>
                <a:lnTo>
                  <a:pt x="34289" y="496443"/>
                </a:lnTo>
                <a:lnTo>
                  <a:pt x="1790953" y="496443"/>
                </a:lnTo>
                <a:lnTo>
                  <a:pt x="1804294" y="493766"/>
                </a:lnTo>
                <a:lnTo>
                  <a:pt x="1815195" y="486457"/>
                </a:lnTo>
                <a:lnTo>
                  <a:pt x="1822547" y="475601"/>
                </a:lnTo>
                <a:lnTo>
                  <a:pt x="1825244" y="462280"/>
                </a:lnTo>
                <a:lnTo>
                  <a:pt x="1825244" y="34163"/>
                </a:lnTo>
                <a:lnTo>
                  <a:pt x="1822547" y="20841"/>
                </a:lnTo>
                <a:lnTo>
                  <a:pt x="1815195" y="9985"/>
                </a:lnTo>
                <a:lnTo>
                  <a:pt x="1804294" y="2676"/>
                </a:lnTo>
                <a:lnTo>
                  <a:pt x="1790953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8495538" y="8175117"/>
            <a:ext cx="13195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 i="1">
                <a:solidFill>
                  <a:srgbClr val="FFFFFF"/>
                </a:solidFill>
                <a:latin typeface="Calibri"/>
                <a:cs typeface="Calibri"/>
              </a:rPr>
              <a:t>Governance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1" name="object 61" descr=""/>
          <p:cNvSpPr/>
          <p:nvPr/>
        </p:nvSpPr>
        <p:spPr>
          <a:xfrm>
            <a:off x="10200513" y="8067929"/>
            <a:ext cx="1825625" cy="496570"/>
          </a:xfrm>
          <a:custGeom>
            <a:avLst/>
            <a:gdLst/>
            <a:ahLst/>
            <a:cxnLst/>
            <a:rect l="l" t="t" r="r" b="b"/>
            <a:pathLst>
              <a:path w="1825625" h="496570">
                <a:moveTo>
                  <a:pt x="1790953" y="0"/>
                </a:moveTo>
                <a:lnTo>
                  <a:pt x="34289" y="0"/>
                </a:lnTo>
                <a:lnTo>
                  <a:pt x="20949" y="2676"/>
                </a:lnTo>
                <a:lnTo>
                  <a:pt x="10048" y="9985"/>
                </a:lnTo>
                <a:lnTo>
                  <a:pt x="2696" y="20841"/>
                </a:lnTo>
                <a:lnTo>
                  <a:pt x="0" y="34163"/>
                </a:lnTo>
                <a:lnTo>
                  <a:pt x="0" y="462280"/>
                </a:lnTo>
                <a:lnTo>
                  <a:pt x="2696" y="475601"/>
                </a:lnTo>
                <a:lnTo>
                  <a:pt x="10048" y="486457"/>
                </a:lnTo>
                <a:lnTo>
                  <a:pt x="20949" y="493766"/>
                </a:lnTo>
                <a:lnTo>
                  <a:pt x="34289" y="496443"/>
                </a:lnTo>
                <a:lnTo>
                  <a:pt x="1790953" y="496443"/>
                </a:lnTo>
                <a:lnTo>
                  <a:pt x="1804294" y="493766"/>
                </a:lnTo>
                <a:lnTo>
                  <a:pt x="1815195" y="486457"/>
                </a:lnTo>
                <a:lnTo>
                  <a:pt x="1822547" y="475601"/>
                </a:lnTo>
                <a:lnTo>
                  <a:pt x="1825243" y="462280"/>
                </a:lnTo>
                <a:lnTo>
                  <a:pt x="1825243" y="34163"/>
                </a:lnTo>
                <a:lnTo>
                  <a:pt x="1822547" y="20841"/>
                </a:lnTo>
                <a:lnTo>
                  <a:pt x="1815195" y="9985"/>
                </a:lnTo>
                <a:lnTo>
                  <a:pt x="1804294" y="2676"/>
                </a:lnTo>
                <a:lnTo>
                  <a:pt x="1790953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 txBox="1"/>
          <p:nvPr/>
        </p:nvSpPr>
        <p:spPr>
          <a:xfrm>
            <a:off x="10562335" y="8175117"/>
            <a:ext cx="11029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Resiliency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3785361" y="3462337"/>
            <a:ext cx="2731770" cy="1231265"/>
          </a:xfrm>
          <a:custGeom>
            <a:avLst/>
            <a:gdLst/>
            <a:ahLst/>
            <a:cxnLst/>
            <a:rect l="l" t="t" r="r" b="b"/>
            <a:pathLst>
              <a:path w="2731770" h="1231264">
                <a:moveTo>
                  <a:pt x="2731769" y="0"/>
                </a:moveTo>
                <a:lnTo>
                  <a:pt x="0" y="0"/>
                </a:lnTo>
                <a:lnTo>
                  <a:pt x="0" y="1231201"/>
                </a:lnTo>
                <a:lnTo>
                  <a:pt x="2731769" y="1231201"/>
                </a:lnTo>
                <a:lnTo>
                  <a:pt x="2731769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3785361" y="3462337"/>
            <a:ext cx="2731770" cy="1231265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algn="ctr" marL="217170" marR="209550">
              <a:lnSpc>
                <a:spcPct val="102099"/>
              </a:lnSpc>
              <a:spcBef>
                <a:spcPts val="1340"/>
              </a:spcBef>
            </a:pPr>
            <a:r>
              <a:rPr dirty="0" sz="1400">
                <a:latin typeface="Gulim"/>
                <a:cs typeface="Gulim"/>
              </a:rPr>
              <a:t>다양한</a:t>
            </a:r>
            <a:r>
              <a:rPr dirty="0" sz="1400" spc="-1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데이터</a:t>
            </a:r>
            <a:r>
              <a:rPr dirty="0" sz="1400" spc="-1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소스에서</a:t>
            </a:r>
            <a:r>
              <a:rPr dirty="0" sz="1400" spc="-170">
                <a:latin typeface="Gulim"/>
                <a:cs typeface="Gulim"/>
              </a:rPr>
              <a:t> </a:t>
            </a:r>
            <a:r>
              <a:rPr dirty="0" sz="1400" spc="-20">
                <a:latin typeface="Calibri"/>
                <a:cs typeface="Calibri"/>
              </a:rPr>
              <a:t>Kafka </a:t>
            </a:r>
            <a:r>
              <a:rPr dirty="0" sz="1400" spc="-10">
                <a:latin typeface="Calibri"/>
                <a:cs typeface="Calibri"/>
              </a:rPr>
              <a:t>Connect</a:t>
            </a:r>
            <a:r>
              <a:rPr dirty="0" sz="1400" spc="-10">
                <a:latin typeface="Gulim"/>
                <a:cs typeface="Gulim"/>
              </a:rPr>
              <a:t>를</a:t>
            </a:r>
            <a:r>
              <a:rPr dirty="0" sz="1400" spc="-12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이용하여 </a:t>
            </a:r>
            <a:r>
              <a:rPr dirty="0" sz="1400" spc="-10">
                <a:latin typeface="Calibri"/>
                <a:cs typeface="Calibri"/>
              </a:rPr>
              <a:t>Confluent</a:t>
            </a:r>
            <a:r>
              <a:rPr dirty="0" sz="1400" spc="-10">
                <a:latin typeface="Gulim"/>
                <a:cs typeface="Gulim"/>
              </a:rPr>
              <a:t>에</a:t>
            </a:r>
            <a:r>
              <a:rPr dirty="0" sz="1400" spc="-114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실시간</a:t>
            </a:r>
            <a:r>
              <a:rPr dirty="0" sz="1400" spc="-14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이벤트로 </a:t>
            </a:r>
            <a:r>
              <a:rPr dirty="0" sz="1400" spc="-25">
                <a:latin typeface="Gulim"/>
                <a:cs typeface="Gulim"/>
              </a:rPr>
              <a:t>전송</a:t>
            </a:r>
            <a:endParaRPr sz="1400">
              <a:latin typeface="Gulim"/>
              <a:cs typeface="Gulim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4785867" y="4568825"/>
            <a:ext cx="368935" cy="250190"/>
          </a:xfrm>
          <a:custGeom>
            <a:avLst/>
            <a:gdLst/>
            <a:ahLst/>
            <a:cxnLst/>
            <a:rect l="l" t="t" r="r" b="b"/>
            <a:pathLst>
              <a:path w="368935" h="250189">
                <a:moveTo>
                  <a:pt x="368427" y="0"/>
                </a:moveTo>
                <a:lnTo>
                  <a:pt x="0" y="0"/>
                </a:lnTo>
                <a:lnTo>
                  <a:pt x="184277" y="250189"/>
                </a:lnTo>
                <a:lnTo>
                  <a:pt x="368427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17232630" y="9456826"/>
            <a:ext cx="1498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173360"/>
                </a:solidFill>
                <a:latin typeface="Calibri"/>
                <a:cs typeface="Calibri"/>
              </a:rPr>
              <a:t>61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4073397" y="4917059"/>
            <a:ext cx="368935" cy="368300"/>
          </a:xfrm>
          <a:custGeom>
            <a:avLst/>
            <a:gdLst/>
            <a:ahLst/>
            <a:cxnLst/>
            <a:rect l="l" t="t" r="r" b="b"/>
            <a:pathLst>
              <a:path w="368935" h="368300">
                <a:moveTo>
                  <a:pt x="184150" y="0"/>
                </a:moveTo>
                <a:lnTo>
                  <a:pt x="135187" y="6576"/>
                </a:lnTo>
                <a:lnTo>
                  <a:pt x="91195" y="25136"/>
                </a:lnTo>
                <a:lnTo>
                  <a:pt x="53927" y="53927"/>
                </a:lnTo>
                <a:lnTo>
                  <a:pt x="25136" y="91195"/>
                </a:lnTo>
                <a:lnTo>
                  <a:pt x="6576" y="135187"/>
                </a:lnTo>
                <a:lnTo>
                  <a:pt x="0" y="184150"/>
                </a:lnTo>
                <a:lnTo>
                  <a:pt x="6576" y="233112"/>
                </a:lnTo>
                <a:lnTo>
                  <a:pt x="25136" y="277104"/>
                </a:lnTo>
                <a:lnTo>
                  <a:pt x="53927" y="314372"/>
                </a:lnTo>
                <a:lnTo>
                  <a:pt x="91195" y="343163"/>
                </a:lnTo>
                <a:lnTo>
                  <a:pt x="135187" y="361723"/>
                </a:lnTo>
                <a:lnTo>
                  <a:pt x="184150" y="368300"/>
                </a:lnTo>
                <a:lnTo>
                  <a:pt x="233166" y="361723"/>
                </a:lnTo>
                <a:lnTo>
                  <a:pt x="277193" y="343163"/>
                </a:lnTo>
                <a:lnTo>
                  <a:pt x="314483" y="314372"/>
                </a:lnTo>
                <a:lnTo>
                  <a:pt x="343285" y="277104"/>
                </a:lnTo>
                <a:lnTo>
                  <a:pt x="361850" y="233112"/>
                </a:lnTo>
                <a:lnTo>
                  <a:pt x="368426" y="184150"/>
                </a:lnTo>
                <a:lnTo>
                  <a:pt x="361850" y="135187"/>
                </a:lnTo>
                <a:lnTo>
                  <a:pt x="343285" y="91195"/>
                </a:lnTo>
                <a:lnTo>
                  <a:pt x="314483" y="53927"/>
                </a:lnTo>
                <a:lnTo>
                  <a:pt x="277193" y="25136"/>
                </a:lnTo>
                <a:lnTo>
                  <a:pt x="233166" y="6576"/>
                </a:lnTo>
                <a:lnTo>
                  <a:pt x="184150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4200525" y="4857394"/>
            <a:ext cx="153860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74015" algn="l"/>
              </a:tabLst>
            </a:pPr>
            <a:r>
              <a:rPr dirty="0" baseline="1543" sz="2700" spc="-75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baseline="1543" sz="27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u="sng" sz="2400" spc="175" b="1" i="1">
                <a:solidFill>
                  <a:srgbClr val="0D68BB"/>
                </a:solidFill>
                <a:uFill>
                  <a:solidFill>
                    <a:srgbClr val="0D68BB"/>
                  </a:solidFill>
                </a:uFill>
                <a:latin typeface="Sitka Text"/>
                <a:cs typeface="Sitka Text"/>
              </a:rPr>
              <a:t>E</a:t>
            </a:r>
            <a:r>
              <a:rPr dirty="0" u="none" sz="2500" spc="175" b="1" i="1">
                <a:solidFill>
                  <a:srgbClr val="0D68BB"/>
                </a:solidFill>
                <a:latin typeface="Calibri"/>
                <a:cs typeface="Calibri"/>
              </a:rPr>
              <a:t>xtract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7821548" y="2284857"/>
            <a:ext cx="368935" cy="368935"/>
          </a:xfrm>
          <a:custGeom>
            <a:avLst/>
            <a:gdLst/>
            <a:ahLst/>
            <a:cxnLst/>
            <a:rect l="l" t="t" r="r" b="b"/>
            <a:pathLst>
              <a:path w="368934" h="368935">
                <a:moveTo>
                  <a:pt x="184150" y="0"/>
                </a:moveTo>
                <a:lnTo>
                  <a:pt x="135187" y="6576"/>
                </a:lnTo>
                <a:lnTo>
                  <a:pt x="91195" y="25141"/>
                </a:lnTo>
                <a:lnTo>
                  <a:pt x="53927" y="53943"/>
                </a:lnTo>
                <a:lnTo>
                  <a:pt x="25136" y="91233"/>
                </a:lnTo>
                <a:lnTo>
                  <a:pt x="6576" y="135260"/>
                </a:lnTo>
                <a:lnTo>
                  <a:pt x="0" y="184276"/>
                </a:lnTo>
                <a:lnTo>
                  <a:pt x="6576" y="233239"/>
                </a:lnTo>
                <a:lnTo>
                  <a:pt x="25136" y="277231"/>
                </a:lnTo>
                <a:lnTo>
                  <a:pt x="53927" y="314499"/>
                </a:lnTo>
                <a:lnTo>
                  <a:pt x="91195" y="343290"/>
                </a:lnTo>
                <a:lnTo>
                  <a:pt x="135187" y="361850"/>
                </a:lnTo>
                <a:lnTo>
                  <a:pt x="184150" y="368426"/>
                </a:lnTo>
                <a:lnTo>
                  <a:pt x="233166" y="361850"/>
                </a:lnTo>
                <a:lnTo>
                  <a:pt x="277193" y="343290"/>
                </a:lnTo>
                <a:lnTo>
                  <a:pt x="314483" y="314499"/>
                </a:lnTo>
                <a:lnTo>
                  <a:pt x="343285" y="277231"/>
                </a:lnTo>
                <a:lnTo>
                  <a:pt x="361850" y="233239"/>
                </a:lnTo>
                <a:lnTo>
                  <a:pt x="368426" y="184276"/>
                </a:lnTo>
                <a:lnTo>
                  <a:pt x="361850" y="135260"/>
                </a:lnTo>
                <a:lnTo>
                  <a:pt x="343285" y="91233"/>
                </a:lnTo>
                <a:lnTo>
                  <a:pt x="314483" y="53943"/>
                </a:lnTo>
                <a:lnTo>
                  <a:pt x="277193" y="25141"/>
                </a:lnTo>
                <a:lnTo>
                  <a:pt x="233166" y="6576"/>
                </a:lnTo>
                <a:lnTo>
                  <a:pt x="184150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7926069" y="2308986"/>
            <a:ext cx="160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5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12363195" y="5087111"/>
            <a:ext cx="368300" cy="368935"/>
          </a:xfrm>
          <a:custGeom>
            <a:avLst/>
            <a:gdLst/>
            <a:ahLst/>
            <a:cxnLst/>
            <a:rect l="l" t="t" r="r" b="b"/>
            <a:pathLst>
              <a:path w="368300" h="368935">
                <a:moveTo>
                  <a:pt x="184150" y="0"/>
                </a:moveTo>
                <a:lnTo>
                  <a:pt x="135187" y="6585"/>
                </a:lnTo>
                <a:lnTo>
                  <a:pt x="91195" y="25169"/>
                </a:lnTo>
                <a:lnTo>
                  <a:pt x="53927" y="53990"/>
                </a:lnTo>
                <a:lnTo>
                  <a:pt x="25136" y="91289"/>
                </a:lnTo>
                <a:lnTo>
                  <a:pt x="6576" y="135304"/>
                </a:lnTo>
                <a:lnTo>
                  <a:pt x="0" y="184276"/>
                </a:lnTo>
                <a:lnTo>
                  <a:pt x="6576" y="233239"/>
                </a:lnTo>
                <a:lnTo>
                  <a:pt x="25136" y="277231"/>
                </a:lnTo>
                <a:lnTo>
                  <a:pt x="53927" y="314499"/>
                </a:lnTo>
                <a:lnTo>
                  <a:pt x="91195" y="343290"/>
                </a:lnTo>
                <a:lnTo>
                  <a:pt x="135187" y="361850"/>
                </a:lnTo>
                <a:lnTo>
                  <a:pt x="184150" y="368426"/>
                </a:lnTo>
                <a:lnTo>
                  <a:pt x="233112" y="361850"/>
                </a:lnTo>
                <a:lnTo>
                  <a:pt x="277104" y="343290"/>
                </a:lnTo>
                <a:lnTo>
                  <a:pt x="314372" y="314499"/>
                </a:lnTo>
                <a:lnTo>
                  <a:pt x="343163" y="277231"/>
                </a:lnTo>
                <a:lnTo>
                  <a:pt x="361723" y="233239"/>
                </a:lnTo>
                <a:lnTo>
                  <a:pt x="368300" y="184276"/>
                </a:lnTo>
                <a:lnTo>
                  <a:pt x="361723" y="135304"/>
                </a:lnTo>
                <a:lnTo>
                  <a:pt x="343163" y="91289"/>
                </a:lnTo>
                <a:lnTo>
                  <a:pt x="314372" y="53990"/>
                </a:lnTo>
                <a:lnTo>
                  <a:pt x="277104" y="25169"/>
                </a:lnTo>
                <a:lnTo>
                  <a:pt x="233112" y="6585"/>
                </a:lnTo>
                <a:lnTo>
                  <a:pt x="184150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12467970" y="5111622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95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8865489" y="1267282"/>
            <a:ext cx="3744595" cy="800735"/>
          </a:xfrm>
          <a:custGeom>
            <a:avLst/>
            <a:gdLst/>
            <a:ahLst/>
            <a:cxnLst/>
            <a:rect l="l" t="t" r="r" b="b"/>
            <a:pathLst>
              <a:path w="3744595" h="800735">
                <a:moveTo>
                  <a:pt x="3744595" y="0"/>
                </a:moveTo>
                <a:lnTo>
                  <a:pt x="0" y="0"/>
                </a:lnTo>
                <a:lnTo>
                  <a:pt x="0" y="800404"/>
                </a:lnTo>
                <a:lnTo>
                  <a:pt x="3744595" y="800404"/>
                </a:lnTo>
                <a:lnTo>
                  <a:pt x="3744595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9096247" y="1442085"/>
            <a:ext cx="3284220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스트림으로서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흐르고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있는</a:t>
            </a:r>
            <a:r>
              <a:rPr dirty="0" sz="1400" spc="-1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데이터에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 대해</a:t>
            </a:r>
            <a:endParaRPr sz="1400">
              <a:latin typeface="Gulim"/>
              <a:cs typeface="Guli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ksqlDB에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의해</a:t>
            </a:r>
            <a:r>
              <a:rPr dirty="0" sz="1400" spc="-2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실시간으로</a:t>
            </a:r>
            <a:r>
              <a:rPr dirty="0" sz="1400" spc="-3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가공</a:t>
            </a:r>
            <a:endParaRPr sz="1400">
              <a:latin typeface="Gulim"/>
              <a:cs typeface="Gulim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914653" y="2004822"/>
            <a:ext cx="16481425" cy="7755890"/>
            <a:chOff x="914653" y="2004822"/>
            <a:chExt cx="16481425" cy="7755890"/>
          </a:xfrm>
        </p:grpSpPr>
        <p:sp>
          <p:nvSpPr>
            <p:cNvPr id="76" name="object 76" descr=""/>
            <p:cNvSpPr/>
            <p:nvPr/>
          </p:nvSpPr>
          <p:spPr>
            <a:xfrm>
              <a:off x="9244710" y="2004822"/>
              <a:ext cx="368935" cy="250190"/>
            </a:xfrm>
            <a:custGeom>
              <a:avLst/>
              <a:gdLst/>
              <a:ahLst/>
              <a:cxnLst/>
              <a:rect l="l" t="t" r="r" b="b"/>
              <a:pathLst>
                <a:path w="368934" h="250189">
                  <a:moveTo>
                    <a:pt x="368427" y="0"/>
                  </a:moveTo>
                  <a:lnTo>
                    <a:pt x="0" y="0"/>
                  </a:lnTo>
                  <a:lnTo>
                    <a:pt x="184150" y="250189"/>
                  </a:lnTo>
                  <a:lnTo>
                    <a:pt x="368427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914653" y="8898636"/>
              <a:ext cx="16481425" cy="862330"/>
            </a:xfrm>
            <a:custGeom>
              <a:avLst/>
              <a:gdLst/>
              <a:ahLst/>
              <a:cxnLst/>
              <a:rect l="l" t="t" r="r" b="b"/>
              <a:pathLst>
                <a:path w="16481425" h="862329">
                  <a:moveTo>
                    <a:pt x="16420211" y="0"/>
                  </a:moveTo>
                  <a:lnTo>
                    <a:pt x="61112" y="0"/>
                  </a:lnTo>
                  <a:lnTo>
                    <a:pt x="37322" y="4812"/>
                  </a:lnTo>
                  <a:lnTo>
                    <a:pt x="17897" y="17922"/>
                  </a:lnTo>
                  <a:lnTo>
                    <a:pt x="4801" y="37343"/>
                  </a:lnTo>
                  <a:lnTo>
                    <a:pt x="0" y="61086"/>
                  </a:lnTo>
                  <a:lnTo>
                    <a:pt x="0" y="800950"/>
                  </a:lnTo>
                  <a:lnTo>
                    <a:pt x="4801" y="824740"/>
                  </a:lnTo>
                  <a:lnTo>
                    <a:pt x="17897" y="844165"/>
                  </a:lnTo>
                  <a:lnTo>
                    <a:pt x="37322" y="857261"/>
                  </a:lnTo>
                  <a:lnTo>
                    <a:pt x="61112" y="862063"/>
                  </a:lnTo>
                  <a:lnTo>
                    <a:pt x="16420211" y="862063"/>
                  </a:lnTo>
                  <a:lnTo>
                    <a:pt x="16444027" y="857261"/>
                  </a:lnTo>
                  <a:lnTo>
                    <a:pt x="16463486" y="844165"/>
                  </a:lnTo>
                  <a:lnTo>
                    <a:pt x="16476610" y="824740"/>
                  </a:lnTo>
                  <a:lnTo>
                    <a:pt x="16481425" y="800950"/>
                  </a:lnTo>
                  <a:lnTo>
                    <a:pt x="16481425" y="61086"/>
                  </a:lnTo>
                  <a:lnTo>
                    <a:pt x="16476610" y="37343"/>
                  </a:lnTo>
                  <a:lnTo>
                    <a:pt x="16463486" y="17922"/>
                  </a:lnTo>
                  <a:lnTo>
                    <a:pt x="16444027" y="4812"/>
                  </a:lnTo>
                  <a:lnTo>
                    <a:pt x="1642021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857371" y="9214205"/>
              <a:ext cx="146685" cy="210820"/>
            </a:xfrm>
            <a:custGeom>
              <a:avLst/>
              <a:gdLst/>
              <a:ahLst/>
              <a:cxnLst/>
              <a:rect l="l" t="t" r="r" b="b"/>
              <a:pathLst>
                <a:path w="146685" h="210820">
                  <a:moveTo>
                    <a:pt x="0" y="0"/>
                  </a:moveTo>
                  <a:lnTo>
                    <a:pt x="146176" y="126822"/>
                  </a:lnTo>
                  <a:lnTo>
                    <a:pt x="45719" y="21035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1232712" y="9028886"/>
            <a:ext cx="13677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4485">
              <a:lnSpc>
                <a:spcPct val="100000"/>
              </a:lnSpc>
              <a:spcBef>
                <a:spcPts val="100"/>
              </a:spcBef>
            </a:pPr>
            <a:r>
              <a:rPr dirty="0" sz="1800" spc="235" b="1" i="1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dirty="0" sz="1800" spc="23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25" b="1" i="1">
                <a:solidFill>
                  <a:srgbClr val="FFFFFF"/>
                </a:solidFill>
                <a:latin typeface="Calibri"/>
                <a:cs typeface="Calibri"/>
              </a:rPr>
              <a:t>Production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5220715" y="9028886"/>
            <a:ext cx="23221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5890" marR="5080" indent="-123825">
              <a:lnSpc>
                <a:spcPct val="100000"/>
              </a:lnSpc>
              <a:spcBef>
                <a:spcPts val="100"/>
              </a:spcBef>
            </a:pPr>
            <a:r>
              <a:rPr dirty="0" sz="1800" spc="245" b="1" i="1">
                <a:solidFill>
                  <a:srgbClr val="FFFFFF"/>
                </a:solidFill>
                <a:latin typeface="Calibri"/>
                <a:cs typeface="Calibri"/>
              </a:rPr>
              <a:t>Event</a:t>
            </a:r>
            <a:r>
              <a:rPr dirty="0" sz="1800" spc="1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50" b="1" i="1">
                <a:solidFill>
                  <a:srgbClr val="FFFFFF"/>
                </a:solidFill>
                <a:latin typeface="Calibri"/>
                <a:cs typeface="Calibri"/>
              </a:rPr>
              <a:t>queuing</a:t>
            </a:r>
            <a:r>
              <a:rPr dirty="0" sz="1800" spc="1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60" b="1" i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26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45" b="1" i="1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dirty="0" sz="1800" spc="1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04" b="1" i="1">
                <a:solidFill>
                  <a:srgbClr val="FFFFFF"/>
                </a:solidFill>
                <a:latin typeface="Calibri"/>
                <a:cs typeface="Calibri"/>
              </a:rPr>
              <a:t>ingestion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0174985" y="9028886"/>
            <a:ext cx="13500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9075">
              <a:lnSpc>
                <a:spcPct val="100000"/>
              </a:lnSpc>
              <a:spcBef>
                <a:spcPts val="100"/>
              </a:spcBef>
            </a:pPr>
            <a:r>
              <a:rPr dirty="0" sz="1800" spc="250" b="1" i="1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dirty="0" sz="1800" spc="25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35" b="1" i="1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4179041" y="9028886"/>
            <a:ext cx="27292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1675" marR="5080" indent="-689610">
              <a:lnSpc>
                <a:spcPct val="100000"/>
              </a:lnSpc>
              <a:spcBef>
                <a:spcPts val="100"/>
              </a:spcBef>
            </a:pPr>
            <a:r>
              <a:rPr dirty="0" sz="1800" spc="200" b="1" i="1">
                <a:solidFill>
                  <a:srgbClr val="FFFFFF"/>
                </a:solidFill>
                <a:latin typeface="Calibri"/>
                <a:cs typeface="Calibri"/>
              </a:rPr>
              <a:t>Storage,</a:t>
            </a:r>
            <a:r>
              <a:rPr dirty="0" sz="1800" spc="13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 b="1" i="1">
                <a:solidFill>
                  <a:srgbClr val="FFFFFF"/>
                </a:solidFill>
                <a:latin typeface="Calibri"/>
                <a:cs typeface="Calibri"/>
              </a:rPr>
              <a:t>Presentation,</a:t>
            </a:r>
            <a:r>
              <a:rPr dirty="0" sz="1800" spc="19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85" b="1" i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114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20" b="1" i="1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8811894" y="2970022"/>
            <a:ext cx="5932170" cy="6473825"/>
            <a:chOff x="8811894" y="2970022"/>
            <a:chExt cx="5932170" cy="6473825"/>
          </a:xfrm>
        </p:grpSpPr>
        <p:sp>
          <p:nvSpPr>
            <p:cNvPr id="84" name="object 84" descr=""/>
            <p:cNvSpPr/>
            <p:nvPr/>
          </p:nvSpPr>
          <p:spPr>
            <a:xfrm>
              <a:off x="8830944" y="9214205"/>
              <a:ext cx="4105275" cy="210820"/>
            </a:xfrm>
            <a:custGeom>
              <a:avLst/>
              <a:gdLst/>
              <a:ahLst/>
              <a:cxnLst/>
              <a:rect l="l" t="t" r="r" b="b"/>
              <a:pathLst>
                <a:path w="4105275" h="210820">
                  <a:moveTo>
                    <a:pt x="0" y="0"/>
                  </a:moveTo>
                  <a:lnTo>
                    <a:pt x="146303" y="126822"/>
                  </a:lnTo>
                  <a:lnTo>
                    <a:pt x="45720" y="210350"/>
                  </a:lnTo>
                </a:path>
                <a:path w="4105275" h="210820">
                  <a:moveTo>
                    <a:pt x="3958716" y="0"/>
                  </a:moveTo>
                  <a:lnTo>
                    <a:pt x="4105021" y="126822"/>
                  </a:lnTo>
                  <a:lnTo>
                    <a:pt x="4004436" y="21035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1630024" y="3226181"/>
              <a:ext cx="3017520" cy="1232535"/>
            </a:xfrm>
            <a:custGeom>
              <a:avLst/>
              <a:gdLst/>
              <a:ahLst/>
              <a:cxnLst/>
              <a:rect l="l" t="t" r="r" b="b"/>
              <a:pathLst>
                <a:path w="3017519" h="1232535">
                  <a:moveTo>
                    <a:pt x="0" y="1232408"/>
                  </a:moveTo>
                  <a:lnTo>
                    <a:pt x="61140" y="1231738"/>
                  </a:lnTo>
                  <a:lnTo>
                    <a:pt x="122192" y="1229755"/>
                  </a:lnTo>
                  <a:lnTo>
                    <a:pt x="183064" y="1226495"/>
                  </a:lnTo>
                  <a:lnTo>
                    <a:pt x="243669" y="1221994"/>
                  </a:lnTo>
                  <a:lnTo>
                    <a:pt x="303916" y="1216289"/>
                  </a:lnTo>
                  <a:lnTo>
                    <a:pt x="363717" y="1209415"/>
                  </a:lnTo>
                  <a:lnTo>
                    <a:pt x="422982" y="1201411"/>
                  </a:lnTo>
                  <a:lnTo>
                    <a:pt x="481621" y="1192311"/>
                  </a:lnTo>
                  <a:lnTo>
                    <a:pt x="539545" y="1182153"/>
                  </a:lnTo>
                  <a:lnTo>
                    <a:pt x="596665" y="1170973"/>
                  </a:lnTo>
                  <a:lnTo>
                    <a:pt x="652892" y="1158808"/>
                  </a:lnTo>
                  <a:lnTo>
                    <a:pt x="708136" y="1145694"/>
                  </a:lnTo>
                  <a:lnTo>
                    <a:pt x="762308" y="1131667"/>
                  </a:lnTo>
                  <a:lnTo>
                    <a:pt x="815319" y="1116765"/>
                  </a:lnTo>
                  <a:lnTo>
                    <a:pt x="867078" y="1101023"/>
                  </a:lnTo>
                  <a:lnTo>
                    <a:pt x="917498" y="1084479"/>
                  </a:lnTo>
                  <a:lnTo>
                    <a:pt x="966488" y="1067168"/>
                  </a:lnTo>
                  <a:lnTo>
                    <a:pt x="1013959" y="1049127"/>
                  </a:lnTo>
                  <a:lnTo>
                    <a:pt x="1059822" y="1030392"/>
                  </a:lnTo>
                  <a:lnTo>
                    <a:pt x="1103988" y="1011001"/>
                  </a:lnTo>
                  <a:lnTo>
                    <a:pt x="1146366" y="990989"/>
                  </a:lnTo>
                  <a:lnTo>
                    <a:pt x="1186869" y="970393"/>
                  </a:lnTo>
                  <a:lnTo>
                    <a:pt x="1225406" y="949250"/>
                  </a:lnTo>
                  <a:lnTo>
                    <a:pt x="1261888" y="927596"/>
                  </a:lnTo>
                  <a:lnTo>
                    <a:pt x="1296225" y="905468"/>
                  </a:lnTo>
                  <a:lnTo>
                    <a:pt x="1328329" y="882901"/>
                  </a:lnTo>
                  <a:lnTo>
                    <a:pt x="1385479" y="836600"/>
                  </a:lnTo>
                  <a:lnTo>
                    <a:pt x="1432623" y="788986"/>
                  </a:lnTo>
                  <a:lnTo>
                    <a:pt x="1469045" y="740349"/>
                  </a:lnTo>
                  <a:lnTo>
                    <a:pt x="1494032" y="690983"/>
                  </a:lnTo>
                  <a:lnTo>
                    <a:pt x="1506868" y="641179"/>
                  </a:lnTo>
                  <a:lnTo>
                    <a:pt x="1510143" y="591228"/>
                  </a:lnTo>
                  <a:lnTo>
                    <a:pt x="1514998" y="566290"/>
                  </a:lnTo>
                  <a:lnTo>
                    <a:pt x="1533998" y="516668"/>
                  </a:lnTo>
                  <a:lnTo>
                    <a:pt x="1564792" y="467630"/>
                  </a:lnTo>
                  <a:lnTo>
                    <a:pt x="1606664" y="419468"/>
                  </a:lnTo>
                  <a:lnTo>
                    <a:pt x="1658900" y="372474"/>
                  </a:lnTo>
                  <a:lnTo>
                    <a:pt x="1720786" y="326939"/>
                  </a:lnTo>
                  <a:lnTo>
                    <a:pt x="1755123" y="304811"/>
                  </a:lnTo>
                  <a:lnTo>
                    <a:pt x="1791605" y="283157"/>
                  </a:lnTo>
                  <a:lnTo>
                    <a:pt x="1830142" y="262014"/>
                  </a:lnTo>
                  <a:lnTo>
                    <a:pt x="1870645" y="241418"/>
                  </a:lnTo>
                  <a:lnTo>
                    <a:pt x="1913023" y="221406"/>
                  </a:lnTo>
                  <a:lnTo>
                    <a:pt x="1957189" y="202015"/>
                  </a:lnTo>
                  <a:lnTo>
                    <a:pt x="2003052" y="183280"/>
                  </a:lnTo>
                  <a:lnTo>
                    <a:pt x="2050523" y="165239"/>
                  </a:lnTo>
                  <a:lnTo>
                    <a:pt x="2099513" y="147928"/>
                  </a:lnTo>
                  <a:lnTo>
                    <a:pt x="2149933" y="131384"/>
                  </a:lnTo>
                  <a:lnTo>
                    <a:pt x="2201692" y="115642"/>
                  </a:lnTo>
                  <a:lnTo>
                    <a:pt x="2254703" y="100740"/>
                  </a:lnTo>
                  <a:lnTo>
                    <a:pt x="2308875" y="86713"/>
                  </a:lnTo>
                  <a:lnTo>
                    <a:pt x="2364119" y="73599"/>
                  </a:lnTo>
                  <a:lnTo>
                    <a:pt x="2420346" y="61434"/>
                  </a:lnTo>
                  <a:lnTo>
                    <a:pt x="2477466" y="50254"/>
                  </a:lnTo>
                  <a:lnTo>
                    <a:pt x="2535390" y="40096"/>
                  </a:lnTo>
                  <a:lnTo>
                    <a:pt x="2594029" y="30996"/>
                  </a:lnTo>
                  <a:lnTo>
                    <a:pt x="2653294" y="22992"/>
                  </a:lnTo>
                  <a:lnTo>
                    <a:pt x="2713095" y="16118"/>
                  </a:lnTo>
                  <a:lnTo>
                    <a:pt x="2773342" y="10413"/>
                  </a:lnTo>
                  <a:lnTo>
                    <a:pt x="2833947" y="5912"/>
                  </a:lnTo>
                  <a:lnTo>
                    <a:pt x="2894819" y="2652"/>
                  </a:lnTo>
                  <a:lnTo>
                    <a:pt x="2955871" y="669"/>
                  </a:lnTo>
                  <a:lnTo>
                    <a:pt x="3017011" y="0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4452599" y="3008122"/>
              <a:ext cx="221615" cy="443865"/>
            </a:xfrm>
            <a:custGeom>
              <a:avLst/>
              <a:gdLst/>
              <a:ahLst/>
              <a:cxnLst/>
              <a:rect l="l" t="t" r="r" b="b"/>
              <a:pathLst>
                <a:path w="221615" h="443864">
                  <a:moveTo>
                    <a:pt x="0" y="0"/>
                  </a:moveTo>
                  <a:lnTo>
                    <a:pt x="221615" y="219582"/>
                  </a:lnTo>
                  <a:lnTo>
                    <a:pt x="507" y="443483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1695048" y="5563742"/>
              <a:ext cx="2976245" cy="635"/>
            </a:xfrm>
            <a:custGeom>
              <a:avLst/>
              <a:gdLst/>
              <a:ahLst/>
              <a:cxnLst/>
              <a:rect l="l" t="t" r="r" b="b"/>
              <a:pathLst>
                <a:path w="2976244" h="635">
                  <a:moveTo>
                    <a:pt x="0" y="0"/>
                  </a:moveTo>
                  <a:lnTo>
                    <a:pt x="76944" y="0"/>
                  </a:lnTo>
                  <a:lnTo>
                    <a:pt x="153706" y="1"/>
                  </a:lnTo>
                  <a:lnTo>
                    <a:pt x="230101" y="3"/>
                  </a:lnTo>
                  <a:lnTo>
                    <a:pt x="305947" y="6"/>
                  </a:lnTo>
                  <a:lnTo>
                    <a:pt x="381062" y="10"/>
                  </a:lnTo>
                  <a:lnTo>
                    <a:pt x="455260" y="15"/>
                  </a:lnTo>
                  <a:lnTo>
                    <a:pt x="528361" y="20"/>
                  </a:lnTo>
                  <a:lnTo>
                    <a:pt x="600180" y="26"/>
                  </a:lnTo>
                  <a:lnTo>
                    <a:pt x="670534" y="32"/>
                  </a:lnTo>
                  <a:lnTo>
                    <a:pt x="739242" y="40"/>
                  </a:lnTo>
                  <a:lnTo>
                    <a:pt x="806118" y="47"/>
                  </a:lnTo>
                  <a:lnTo>
                    <a:pt x="870981" y="56"/>
                  </a:lnTo>
                  <a:lnTo>
                    <a:pt x="933647" y="65"/>
                  </a:lnTo>
                  <a:lnTo>
                    <a:pt x="993934" y="74"/>
                  </a:lnTo>
                  <a:lnTo>
                    <a:pt x="1051657" y="84"/>
                  </a:lnTo>
                  <a:lnTo>
                    <a:pt x="1106635" y="94"/>
                  </a:lnTo>
                  <a:lnTo>
                    <a:pt x="1158684" y="105"/>
                  </a:lnTo>
                  <a:lnTo>
                    <a:pt x="1207621" y="116"/>
                  </a:lnTo>
                  <a:lnTo>
                    <a:pt x="1253263" y="127"/>
                  </a:lnTo>
                  <a:lnTo>
                    <a:pt x="1295427" y="139"/>
                  </a:lnTo>
                  <a:lnTo>
                    <a:pt x="1333930" y="151"/>
                  </a:lnTo>
                  <a:lnTo>
                    <a:pt x="1399220" y="176"/>
                  </a:lnTo>
                  <a:lnTo>
                    <a:pt x="1447669" y="201"/>
                  </a:lnTo>
                  <a:lnTo>
                    <a:pt x="1488185" y="254"/>
                  </a:lnTo>
                  <a:lnTo>
                    <a:pt x="1490809" y="267"/>
                  </a:lnTo>
                  <a:lnTo>
                    <a:pt x="1498557" y="280"/>
                  </a:lnTo>
                  <a:lnTo>
                    <a:pt x="1550720" y="319"/>
                  </a:lnTo>
                  <a:lnTo>
                    <a:pt x="1607764" y="344"/>
                  </a:lnTo>
                  <a:lnTo>
                    <a:pt x="1680915" y="368"/>
                  </a:lnTo>
                  <a:lnTo>
                    <a:pt x="1723073" y="380"/>
                  </a:lnTo>
                  <a:lnTo>
                    <a:pt x="1768709" y="391"/>
                  </a:lnTo>
                  <a:lnTo>
                    <a:pt x="1817639" y="402"/>
                  </a:lnTo>
                  <a:lnTo>
                    <a:pt x="1869682" y="413"/>
                  </a:lnTo>
                  <a:lnTo>
                    <a:pt x="1924653" y="423"/>
                  </a:lnTo>
                  <a:lnTo>
                    <a:pt x="1982370" y="433"/>
                  </a:lnTo>
                  <a:lnTo>
                    <a:pt x="2042650" y="442"/>
                  </a:lnTo>
                  <a:lnTo>
                    <a:pt x="2105310" y="451"/>
                  </a:lnTo>
                  <a:lnTo>
                    <a:pt x="2170167" y="460"/>
                  </a:lnTo>
                  <a:lnTo>
                    <a:pt x="2237037" y="467"/>
                  </a:lnTo>
                  <a:lnTo>
                    <a:pt x="2305739" y="475"/>
                  </a:lnTo>
                  <a:lnTo>
                    <a:pt x="2376088" y="481"/>
                  </a:lnTo>
                  <a:lnTo>
                    <a:pt x="2447902" y="487"/>
                  </a:lnTo>
                  <a:lnTo>
                    <a:pt x="2520998" y="492"/>
                  </a:lnTo>
                  <a:lnTo>
                    <a:pt x="2595193" y="497"/>
                  </a:lnTo>
                  <a:lnTo>
                    <a:pt x="2670303" y="501"/>
                  </a:lnTo>
                  <a:lnTo>
                    <a:pt x="2746147" y="504"/>
                  </a:lnTo>
                  <a:lnTo>
                    <a:pt x="2822540" y="506"/>
                  </a:lnTo>
                  <a:lnTo>
                    <a:pt x="2899300" y="507"/>
                  </a:lnTo>
                  <a:lnTo>
                    <a:pt x="2976245" y="508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4483841" y="5334126"/>
              <a:ext cx="221615" cy="443865"/>
            </a:xfrm>
            <a:custGeom>
              <a:avLst/>
              <a:gdLst/>
              <a:ahLst/>
              <a:cxnLst/>
              <a:rect l="l" t="t" r="r" b="b"/>
              <a:pathLst>
                <a:path w="221615" h="443864">
                  <a:moveTo>
                    <a:pt x="0" y="0"/>
                  </a:moveTo>
                  <a:lnTo>
                    <a:pt x="221615" y="219583"/>
                  </a:lnTo>
                  <a:lnTo>
                    <a:pt x="507" y="443484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1685396" y="6805549"/>
              <a:ext cx="2992755" cy="1327150"/>
            </a:xfrm>
            <a:custGeom>
              <a:avLst/>
              <a:gdLst/>
              <a:ahLst/>
              <a:cxnLst/>
              <a:rect l="l" t="t" r="r" b="b"/>
              <a:pathLst>
                <a:path w="2992755" h="1327150">
                  <a:moveTo>
                    <a:pt x="0" y="0"/>
                  </a:moveTo>
                  <a:lnTo>
                    <a:pt x="60646" y="720"/>
                  </a:lnTo>
                  <a:lnTo>
                    <a:pt x="121205" y="2855"/>
                  </a:lnTo>
                  <a:lnTo>
                    <a:pt x="181587" y="6365"/>
                  </a:lnTo>
                  <a:lnTo>
                    <a:pt x="241704" y="11211"/>
                  </a:lnTo>
                  <a:lnTo>
                    <a:pt x="301466" y="17354"/>
                  </a:lnTo>
                  <a:lnTo>
                    <a:pt x="360786" y="24754"/>
                  </a:lnTo>
                  <a:lnTo>
                    <a:pt x="419575" y="33372"/>
                  </a:lnTo>
                  <a:lnTo>
                    <a:pt x="477743" y="43169"/>
                  </a:lnTo>
                  <a:lnTo>
                    <a:pt x="535203" y="54105"/>
                  </a:lnTo>
                  <a:lnTo>
                    <a:pt x="591866" y="66141"/>
                  </a:lnTo>
                  <a:lnTo>
                    <a:pt x="647642" y="79238"/>
                  </a:lnTo>
                  <a:lnTo>
                    <a:pt x="702444" y="93357"/>
                  </a:lnTo>
                  <a:lnTo>
                    <a:pt x="756183" y="108458"/>
                  </a:lnTo>
                  <a:lnTo>
                    <a:pt x="808770" y="124501"/>
                  </a:lnTo>
                  <a:lnTo>
                    <a:pt x="860116" y="141448"/>
                  </a:lnTo>
                  <a:lnTo>
                    <a:pt x="910133" y="159260"/>
                  </a:lnTo>
                  <a:lnTo>
                    <a:pt x="958733" y="177896"/>
                  </a:lnTo>
                  <a:lnTo>
                    <a:pt x="1005825" y="197318"/>
                  </a:lnTo>
                  <a:lnTo>
                    <a:pt x="1051323" y="217486"/>
                  </a:lnTo>
                  <a:lnTo>
                    <a:pt x="1095136" y="238361"/>
                  </a:lnTo>
                  <a:lnTo>
                    <a:pt x="1137178" y="259904"/>
                  </a:lnTo>
                  <a:lnTo>
                    <a:pt x="1177358" y="282075"/>
                  </a:lnTo>
                  <a:lnTo>
                    <a:pt x="1215588" y="304836"/>
                  </a:lnTo>
                  <a:lnTo>
                    <a:pt x="1251780" y="328146"/>
                  </a:lnTo>
                  <a:lnTo>
                    <a:pt x="1285845" y="351966"/>
                  </a:lnTo>
                  <a:lnTo>
                    <a:pt x="1317694" y="376258"/>
                  </a:lnTo>
                  <a:lnTo>
                    <a:pt x="1347238" y="400982"/>
                  </a:lnTo>
                  <a:lnTo>
                    <a:pt x="1399060" y="451567"/>
                  </a:lnTo>
                  <a:lnTo>
                    <a:pt x="1440600" y="503408"/>
                  </a:lnTo>
                  <a:lnTo>
                    <a:pt x="1471150" y="556190"/>
                  </a:lnTo>
                  <a:lnTo>
                    <a:pt x="1490000" y="609599"/>
                  </a:lnTo>
                  <a:lnTo>
                    <a:pt x="1496441" y="663320"/>
                  </a:lnTo>
                  <a:lnTo>
                    <a:pt x="1498065" y="690200"/>
                  </a:lnTo>
                  <a:lnTo>
                    <a:pt x="1502880" y="717042"/>
                  </a:lnTo>
                  <a:lnTo>
                    <a:pt x="1521727" y="770451"/>
                  </a:lnTo>
                  <a:lnTo>
                    <a:pt x="1552272" y="823233"/>
                  </a:lnTo>
                  <a:lnTo>
                    <a:pt x="1593806" y="875074"/>
                  </a:lnTo>
                  <a:lnTo>
                    <a:pt x="1645620" y="925659"/>
                  </a:lnTo>
                  <a:lnTo>
                    <a:pt x="1675160" y="950383"/>
                  </a:lnTo>
                  <a:lnTo>
                    <a:pt x="1707005" y="974675"/>
                  </a:lnTo>
                  <a:lnTo>
                    <a:pt x="1741065" y="998495"/>
                  </a:lnTo>
                  <a:lnTo>
                    <a:pt x="1777252" y="1021805"/>
                  </a:lnTo>
                  <a:lnTo>
                    <a:pt x="1815478" y="1044566"/>
                  </a:lnTo>
                  <a:lnTo>
                    <a:pt x="1855653" y="1066737"/>
                  </a:lnTo>
                  <a:lnTo>
                    <a:pt x="1897689" y="1088280"/>
                  </a:lnTo>
                  <a:lnTo>
                    <a:pt x="1941497" y="1109155"/>
                  </a:lnTo>
                  <a:lnTo>
                    <a:pt x="1986990" y="1129323"/>
                  </a:lnTo>
                  <a:lnTo>
                    <a:pt x="2034077" y="1148745"/>
                  </a:lnTo>
                  <a:lnTo>
                    <a:pt x="2082671" y="1167381"/>
                  </a:lnTo>
                  <a:lnTo>
                    <a:pt x="2132683" y="1185193"/>
                  </a:lnTo>
                  <a:lnTo>
                    <a:pt x="2184025" y="1202140"/>
                  </a:lnTo>
                  <a:lnTo>
                    <a:pt x="2236607" y="1218183"/>
                  </a:lnTo>
                  <a:lnTo>
                    <a:pt x="2290341" y="1233284"/>
                  </a:lnTo>
                  <a:lnTo>
                    <a:pt x="2345139" y="1247403"/>
                  </a:lnTo>
                  <a:lnTo>
                    <a:pt x="2400911" y="1260500"/>
                  </a:lnTo>
                  <a:lnTo>
                    <a:pt x="2457570" y="1272536"/>
                  </a:lnTo>
                  <a:lnTo>
                    <a:pt x="2515026" y="1283472"/>
                  </a:lnTo>
                  <a:lnTo>
                    <a:pt x="2573191" y="1293269"/>
                  </a:lnTo>
                  <a:lnTo>
                    <a:pt x="2631977" y="1301887"/>
                  </a:lnTo>
                  <a:lnTo>
                    <a:pt x="2691294" y="1309287"/>
                  </a:lnTo>
                  <a:lnTo>
                    <a:pt x="2751054" y="1315430"/>
                  </a:lnTo>
                  <a:lnTo>
                    <a:pt x="2811169" y="1320276"/>
                  </a:lnTo>
                  <a:lnTo>
                    <a:pt x="2871550" y="1323786"/>
                  </a:lnTo>
                  <a:lnTo>
                    <a:pt x="2932108" y="1325921"/>
                  </a:lnTo>
                  <a:lnTo>
                    <a:pt x="2992754" y="1326642"/>
                  </a:lnTo>
                </a:path>
              </a:pathLst>
            </a:custGeom>
            <a:ln w="76199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4483841" y="7910830"/>
              <a:ext cx="221615" cy="443865"/>
            </a:xfrm>
            <a:custGeom>
              <a:avLst/>
              <a:gdLst/>
              <a:ahLst/>
              <a:cxnLst/>
              <a:rect l="l" t="t" r="r" b="b"/>
              <a:pathLst>
                <a:path w="221615" h="443865">
                  <a:moveTo>
                    <a:pt x="0" y="0"/>
                  </a:moveTo>
                  <a:lnTo>
                    <a:pt x="221615" y="219583"/>
                  </a:lnTo>
                  <a:lnTo>
                    <a:pt x="507" y="443484"/>
                  </a:lnTo>
                </a:path>
              </a:pathLst>
            </a:custGeom>
            <a:ln w="76199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 descr=""/>
          <p:cNvSpPr txBox="1"/>
          <p:nvPr/>
        </p:nvSpPr>
        <p:spPr>
          <a:xfrm>
            <a:off x="11738991" y="5832932"/>
            <a:ext cx="2838450" cy="1016000"/>
          </a:xfrm>
          <a:prstGeom prst="rect">
            <a:avLst/>
          </a:prstGeom>
          <a:solidFill>
            <a:srgbClr val="D6EEF6"/>
          </a:solidFill>
        </p:spPr>
        <p:txBody>
          <a:bodyPr wrap="square" lIns="0" tIns="188595" rIns="0" bIns="0" rtlCol="0" vert="horz">
            <a:spAutoFit/>
          </a:bodyPr>
          <a:lstStyle/>
          <a:p>
            <a:pPr algn="ctr" marL="298450" marR="290830" indent="-635">
              <a:lnSpc>
                <a:spcPct val="100000"/>
              </a:lnSpc>
              <a:spcBef>
                <a:spcPts val="1485"/>
              </a:spcBef>
            </a:pP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가공을</a:t>
            </a:r>
            <a:r>
              <a:rPr dirty="0" sz="1400" spc="-1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마친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스트림을</a:t>
            </a:r>
            <a:r>
              <a:rPr dirty="0" sz="1400" spc="-1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173360"/>
                </a:solidFill>
                <a:latin typeface="Gulim"/>
                <a:cs typeface="Gulim"/>
              </a:rPr>
              <a:t>Kafka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Connect를</a:t>
            </a:r>
            <a:r>
              <a:rPr dirty="0" sz="1400" spc="-4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이용하여</a:t>
            </a:r>
            <a:r>
              <a:rPr dirty="0" sz="1400" spc="-3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적시에 </a:t>
            </a:r>
            <a:r>
              <a:rPr dirty="0" sz="1400">
                <a:solidFill>
                  <a:srgbClr val="173360"/>
                </a:solidFill>
                <a:latin typeface="Gulim"/>
                <a:cs typeface="Gulim"/>
              </a:rPr>
              <a:t>싱크대에</a:t>
            </a:r>
            <a:r>
              <a:rPr dirty="0" sz="1400" spc="-25">
                <a:solidFill>
                  <a:srgbClr val="173360"/>
                </a:solidFill>
                <a:latin typeface="Gulim"/>
                <a:cs typeface="Gulim"/>
              </a:rPr>
              <a:t> 피드</a:t>
            </a:r>
            <a:endParaRPr sz="1400">
              <a:latin typeface="Gulim"/>
              <a:cs typeface="Gulim"/>
            </a:endParaRPr>
          </a:p>
        </p:txBody>
      </p:sp>
      <p:sp>
        <p:nvSpPr>
          <p:cNvPr id="92" name="object 92" descr=""/>
          <p:cNvSpPr/>
          <p:nvPr/>
        </p:nvSpPr>
        <p:spPr>
          <a:xfrm>
            <a:off x="12979018" y="5595620"/>
            <a:ext cx="373380" cy="250190"/>
          </a:xfrm>
          <a:custGeom>
            <a:avLst/>
            <a:gdLst/>
            <a:ahLst/>
            <a:cxnLst/>
            <a:rect l="l" t="t" r="r" b="b"/>
            <a:pathLst>
              <a:path w="373380" h="250189">
                <a:moveTo>
                  <a:pt x="186563" y="0"/>
                </a:moveTo>
                <a:lnTo>
                  <a:pt x="0" y="250189"/>
                </a:lnTo>
                <a:lnTo>
                  <a:pt x="373125" y="250189"/>
                </a:lnTo>
                <a:lnTo>
                  <a:pt x="186563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674497"/>
            <a:ext cx="18279745" cy="9610090"/>
            <a:chOff x="0" y="674497"/>
            <a:chExt cx="18279745" cy="96100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081655"/>
              <a:ext cx="18279349" cy="920236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681569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161"/>
                  </a:moveTo>
                  <a:lnTo>
                    <a:pt x="438200" y="271348"/>
                  </a:lnTo>
                  <a:lnTo>
                    <a:pt x="427545" y="270751"/>
                  </a:lnTo>
                  <a:lnTo>
                    <a:pt x="418299" y="270383"/>
                  </a:lnTo>
                  <a:lnTo>
                    <a:pt x="418719" y="270383"/>
                  </a:ln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376"/>
                  </a:lnTo>
                  <a:lnTo>
                    <a:pt x="288163" y="268224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24"/>
                  </a:lnTo>
                  <a:lnTo>
                    <a:pt x="287782" y="212318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7982"/>
                  </a:lnTo>
                  <a:lnTo>
                    <a:pt x="286613" y="162306"/>
                  </a:lnTo>
                  <a:lnTo>
                    <a:pt x="286512" y="157480"/>
                  </a:lnTo>
                  <a:lnTo>
                    <a:pt x="286423" y="153174"/>
                  </a:lnTo>
                  <a:lnTo>
                    <a:pt x="286385" y="151130"/>
                  </a:lnTo>
                  <a:lnTo>
                    <a:pt x="286042" y="143129"/>
                  </a:lnTo>
                  <a:lnTo>
                    <a:pt x="285927" y="140449"/>
                  </a:lnTo>
                  <a:lnTo>
                    <a:pt x="285381" y="129781"/>
                  </a:lnTo>
                  <a:lnTo>
                    <a:pt x="284759" y="119189"/>
                  </a:lnTo>
                  <a:lnTo>
                    <a:pt x="284099" y="108712"/>
                  </a:lnTo>
                  <a:lnTo>
                    <a:pt x="272542" y="108712"/>
                  </a:lnTo>
                  <a:lnTo>
                    <a:pt x="271703" y="118618"/>
                  </a:lnTo>
                  <a:lnTo>
                    <a:pt x="271665" y="119189"/>
                  </a:lnTo>
                  <a:lnTo>
                    <a:pt x="271145" y="128333"/>
                  </a:lnTo>
                  <a:lnTo>
                    <a:pt x="271056" y="129781"/>
                  </a:lnTo>
                  <a:lnTo>
                    <a:pt x="268859" y="193675"/>
                  </a:lnTo>
                  <a:lnTo>
                    <a:pt x="268478" y="228473"/>
                  </a:lnTo>
                  <a:lnTo>
                    <a:pt x="265010" y="220624"/>
                  </a:lnTo>
                  <a:lnTo>
                    <a:pt x="260934" y="211455"/>
                  </a:lnTo>
                  <a:lnTo>
                    <a:pt x="257886" y="204419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562" y="147764"/>
                  </a:lnTo>
                  <a:lnTo>
                    <a:pt x="223481" y="128333"/>
                  </a:lnTo>
                  <a:lnTo>
                    <a:pt x="218821" y="118618"/>
                  </a:lnTo>
                  <a:lnTo>
                    <a:pt x="207772" y="123063"/>
                  </a:lnTo>
                  <a:lnTo>
                    <a:pt x="211162" y="133096"/>
                  </a:lnTo>
                  <a:lnTo>
                    <a:pt x="214693" y="143129"/>
                  </a:lnTo>
                  <a:lnTo>
                    <a:pt x="218300" y="153174"/>
                  </a:lnTo>
                  <a:lnTo>
                    <a:pt x="221996" y="163195"/>
                  </a:lnTo>
                  <a:lnTo>
                    <a:pt x="237236" y="202946"/>
                  </a:lnTo>
                  <a:lnTo>
                    <a:pt x="240906" y="212318"/>
                  </a:lnTo>
                  <a:lnTo>
                    <a:pt x="246913" y="227774"/>
                  </a:lnTo>
                  <a:lnTo>
                    <a:pt x="250190" y="236093"/>
                  </a:lnTo>
                  <a:lnTo>
                    <a:pt x="243801" y="229857"/>
                  </a:lnTo>
                  <a:lnTo>
                    <a:pt x="231038" y="217703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051" y="162306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178"/>
                  </a:lnTo>
                  <a:lnTo>
                    <a:pt x="229755" y="243624"/>
                  </a:lnTo>
                  <a:lnTo>
                    <a:pt x="235839" y="249936"/>
                  </a:lnTo>
                  <a:lnTo>
                    <a:pt x="133337" y="211061"/>
                  </a:lnTo>
                  <a:lnTo>
                    <a:pt x="123317" y="207518"/>
                  </a:lnTo>
                  <a:lnTo>
                    <a:pt x="118833" y="218655"/>
                  </a:lnTo>
                  <a:lnTo>
                    <a:pt x="119024" y="218655"/>
                  </a:lnTo>
                  <a:lnTo>
                    <a:pt x="157226" y="236982"/>
                  </a:lnTo>
                  <a:lnTo>
                    <a:pt x="196596" y="254381"/>
                  </a:lnTo>
                  <a:lnTo>
                    <a:pt x="204381" y="258013"/>
                  </a:lnTo>
                  <a:lnTo>
                    <a:pt x="212318" y="261493"/>
                  </a:lnTo>
                  <a:lnTo>
                    <a:pt x="220433" y="264883"/>
                  </a:lnTo>
                  <a:lnTo>
                    <a:pt x="228727" y="268224"/>
                  </a:lnTo>
                  <a:lnTo>
                    <a:pt x="219671" y="268376"/>
                  </a:lnTo>
                  <a:lnTo>
                    <a:pt x="202158" y="268986"/>
                  </a:lnTo>
                  <a:lnTo>
                    <a:pt x="188671" y="269189"/>
                  </a:lnTo>
                  <a:lnTo>
                    <a:pt x="189814" y="269189"/>
                  </a:lnTo>
                  <a:lnTo>
                    <a:pt x="151003" y="270002"/>
                  </a:lnTo>
                  <a:lnTo>
                    <a:pt x="140525" y="270383"/>
                  </a:lnTo>
                  <a:lnTo>
                    <a:pt x="129933" y="270891"/>
                  </a:lnTo>
                  <a:lnTo>
                    <a:pt x="108585" y="272161"/>
                  </a:lnTo>
                  <a:lnTo>
                    <a:pt x="108585" y="283845"/>
                  </a:lnTo>
                  <a:lnTo>
                    <a:pt x="119265" y="284670"/>
                  </a:lnTo>
                  <a:lnTo>
                    <a:pt x="129933" y="285267"/>
                  </a:lnTo>
                  <a:lnTo>
                    <a:pt x="193421" y="287401"/>
                  </a:lnTo>
                  <a:lnTo>
                    <a:pt x="268478" y="288290"/>
                  </a:lnTo>
                  <a:lnTo>
                    <a:pt x="268516" y="301752"/>
                  </a:lnTo>
                  <a:lnTo>
                    <a:pt x="268998" y="344233"/>
                  </a:lnTo>
                  <a:lnTo>
                    <a:pt x="269176" y="353568"/>
                  </a:lnTo>
                  <a:lnTo>
                    <a:pt x="269189" y="354469"/>
                  </a:lnTo>
                  <a:lnTo>
                    <a:pt x="269316" y="360680"/>
                  </a:lnTo>
                  <a:lnTo>
                    <a:pt x="269367" y="363347"/>
                  </a:lnTo>
                  <a:lnTo>
                    <a:pt x="270675" y="403098"/>
                  </a:lnTo>
                  <a:lnTo>
                    <a:pt x="271056" y="416293"/>
                  </a:lnTo>
                  <a:lnTo>
                    <a:pt x="271462" y="426974"/>
                  </a:lnTo>
                  <a:lnTo>
                    <a:pt x="272034" y="437515"/>
                  </a:lnTo>
                  <a:lnTo>
                    <a:pt x="272923" y="448183"/>
                  </a:lnTo>
                  <a:lnTo>
                    <a:pt x="284099" y="448183"/>
                  </a:lnTo>
                  <a:lnTo>
                    <a:pt x="286258" y="408698"/>
                  </a:lnTo>
                  <a:lnTo>
                    <a:pt x="287274" y="363347"/>
                  </a:lnTo>
                  <a:lnTo>
                    <a:pt x="287782" y="354469"/>
                  </a:lnTo>
                  <a:lnTo>
                    <a:pt x="287972" y="347726"/>
                  </a:lnTo>
                  <a:lnTo>
                    <a:pt x="288099" y="335915"/>
                  </a:lnTo>
                  <a:lnTo>
                    <a:pt x="288163" y="327533"/>
                  </a:lnTo>
                  <a:lnTo>
                    <a:pt x="291579" y="335915"/>
                  </a:lnTo>
                  <a:lnTo>
                    <a:pt x="295160" y="344233"/>
                  </a:lnTo>
                  <a:lnTo>
                    <a:pt x="302387" y="360680"/>
                  </a:lnTo>
                  <a:lnTo>
                    <a:pt x="319786" y="399034"/>
                  </a:lnTo>
                  <a:lnTo>
                    <a:pt x="324383" y="408698"/>
                  </a:lnTo>
                  <a:lnTo>
                    <a:pt x="328828" y="418274"/>
                  </a:lnTo>
                  <a:lnTo>
                    <a:pt x="333311" y="427863"/>
                  </a:lnTo>
                  <a:lnTo>
                    <a:pt x="338074" y="437515"/>
                  </a:lnTo>
                  <a:lnTo>
                    <a:pt x="348361" y="433451"/>
                  </a:lnTo>
                  <a:lnTo>
                    <a:pt x="344881" y="423430"/>
                  </a:lnTo>
                  <a:lnTo>
                    <a:pt x="337604" y="40335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2750" y="336867"/>
                  </a:lnTo>
                  <a:lnTo>
                    <a:pt x="309499" y="328422"/>
                  </a:lnTo>
                  <a:lnTo>
                    <a:pt x="309181" y="327533"/>
                  </a:lnTo>
                  <a:lnTo>
                    <a:pt x="306451" y="320040"/>
                  </a:lnTo>
                  <a:lnTo>
                    <a:pt x="312889" y="326402"/>
                  </a:lnTo>
                  <a:lnTo>
                    <a:pt x="364109" y="374523"/>
                  </a:lnTo>
                  <a:lnTo>
                    <a:pt x="395732" y="403098"/>
                  </a:lnTo>
                  <a:lnTo>
                    <a:pt x="403352" y="395097"/>
                  </a:lnTo>
                  <a:lnTo>
                    <a:pt x="375285" y="363347"/>
                  </a:lnTo>
                  <a:lnTo>
                    <a:pt x="346202" y="332105"/>
                  </a:lnTo>
                  <a:lnTo>
                    <a:pt x="327050" y="312356"/>
                  </a:lnTo>
                  <a:lnTo>
                    <a:pt x="320675" y="305689"/>
                  </a:lnTo>
                  <a:lnTo>
                    <a:pt x="337439" y="312356"/>
                  </a:lnTo>
                  <a:lnTo>
                    <a:pt x="345821" y="315595"/>
                  </a:lnTo>
                  <a:lnTo>
                    <a:pt x="393954" y="333375"/>
                  </a:lnTo>
                  <a:lnTo>
                    <a:pt x="404025" y="336867"/>
                  </a:lnTo>
                  <a:lnTo>
                    <a:pt x="424129" y="344233"/>
                  </a:lnTo>
                  <a:lnTo>
                    <a:pt x="434213" y="347726"/>
                  </a:lnTo>
                  <a:lnTo>
                    <a:pt x="438150" y="337439"/>
                  </a:lnTo>
                  <a:lnTo>
                    <a:pt x="399796" y="319151"/>
                  </a:lnTo>
                  <a:lnTo>
                    <a:pt x="369722" y="305689"/>
                  </a:lnTo>
                  <a:lnTo>
                    <a:pt x="328295" y="287401"/>
                  </a:lnTo>
                  <a:lnTo>
                    <a:pt x="337096" y="287274"/>
                  </a:lnTo>
                  <a:lnTo>
                    <a:pt x="355003" y="286651"/>
                  </a:lnTo>
                  <a:lnTo>
                    <a:pt x="403580" y="285686"/>
                  </a:lnTo>
                  <a:lnTo>
                    <a:pt x="405079" y="285686"/>
                  </a:lnTo>
                  <a:lnTo>
                    <a:pt x="415099" y="285267"/>
                  </a:lnTo>
                  <a:lnTo>
                    <a:pt x="415417" y="285267"/>
                  </a:lnTo>
                  <a:lnTo>
                    <a:pt x="448945" y="283464"/>
                  </a:lnTo>
                  <a:lnTo>
                    <a:pt x="448945" y="272161"/>
                  </a:lnTo>
                  <a:close/>
                </a:path>
                <a:path w="557530" h="557530">
                  <a:moveTo>
                    <a:pt x="557530" y="278257"/>
                  </a:moveTo>
                  <a:lnTo>
                    <a:pt x="553910" y="233629"/>
                  </a:lnTo>
                  <a:lnTo>
                    <a:pt x="543394" y="190766"/>
                  </a:lnTo>
                  <a:lnTo>
                    <a:pt x="531114" y="161632"/>
                  </a:lnTo>
                  <a:lnTo>
                    <a:pt x="531114" y="278257"/>
                  </a:lnTo>
                  <a:lnTo>
                    <a:pt x="527024" y="323507"/>
                  </a:lnTo>
                  <a:lnTo>
                    <a:pt x="515213" y="366268"/>
                  </a:lnTo>
                  <a:lnTo>
                    <a:pt x="496557" y="405434"/>
                  </a:lnTo>
                  <a:lnTo>
                    <a:pt x="471614" y="440677"/>
                  </a:lnTo>
                  <a:lnTo>
                    <a:pt x="441172" y="471119"/>
                  </a:lnTo>
                  <a:lnTo>
                    <a:pt x="405930" y="496062"/>
                  </a:lnTo>
                  <a:lnTo>
                    <a:pt x="366636" y="514769"/>
                  </a:lnTo>
                  <a:lnTo>
                    <a:pt x="324002" y="526529"/>
                  </a:lnTo>
                  <a:lnTo>
                    <a:pt x="278765" y="530606"/>
                  </a:lnTo>
                  <a:lnTo>
                    <a:pt x="233514" y="526529"/>
                  </a:lnTo>
                  <a:lnTo>
                    <a:pt x="190881" y="514769"/>
                  </a:lnTo>
                  <a:lnTo>
                    <a:pt x="151587" y="496062"/>
                  </a:lnTo>
                  <a:lnTo>
                    <a:pt x="116344" y="471119"/>
                  </a:lnTo>
                  <a:lnTo>
                    <a:pt x="85902" y="440677"/>
                  </a:lnTo>
                  <a:lnTo>
                    <a:pt x="60960" y="405434"/>
                  </a:lnTo>
                  <a:lnTo>
                    <a:pt x="42303" y="366268"/>
                  </a:lnTo>
                  <a:lnTo>
                    <a:pt x="30594" y="323875"/>
                  </a:lnTo>
                  <a:lnTo>
                    <a:pt x="26454" y="278765"/>
                  </a:lnTo>
                  <a:lnTo>
                    <a:pt x="26416" y="278257"/>
                  </a:lnTo>
                  <a:lnTo>
                    <a:pt x="30429" y="233629"/>
                  </a:lnTo>
                  <a:lnTo>
                    <a:pt x="30492" y="232918"/>
                  </a:lnTo>
                  <a:lnTo>
                    <a:pt x="42100" y="190766"/>
                  </a:lnTo>
                  <a:lnTo>
                    <a:pt x="60960" y="150914"/>
                  </a:lnTo>
                  <a:lnTo>
                    <a:pt x="85902" y="115697"/>
                  </a:lnTo>
                  <a:lnTo>
                    <a:pt x="116344" y="85280"/>
                  </a:lnTo>
                  <a:lnTo>
                    <a:pt x="151587" y="60375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02" y="29984"/>
                  </a:lnTo>
                  <a:lnTo>
                    <a:pt x="366636" y="41706"/>
                  </a:lnTo>
                  <a:lnTo>
                    <a:pt x="405930" y="60375"/>
                  </a:lnTo>
                  <a:lnTo>
                    <a:pt x="441172" y="85280"/>
                  </a:lnTo>
                  <a:lnTo>
                    <a:pt x="471614" y="115697"/>
                  </a:lnTo>
                  <a:lnTo>
                    <a:pt x="496468" y="150787"/>
                  </a:lnTo>
                  <a:lnTo>
                    <a:pt x="515289" y="190309"/>
                  </a:lnTo>
                  <a:lnTo>
                    <a:pt x="527024" y="232918"/>
                  </a:lnTo>
                  <a:lnTo>
                    <a:pt x="531114" y="278257"/>
                  </a:lnTo>
                  <a:lnTo>
                    <a:pt x="531114" y="161632"/>
                  </a:lnTo>
                  <a:lnTo>
                    <a:pt x="503656" y="113931"/>
                  </a:lnTo>
                  <a:lnTo>
                    <a:pt x="475767" y="81508"/>
                  </a:lnTo>
                  <a:lnTo>
                    <a:pt x="443268" y="53695"/>
                  </a:lnTo>
                  <a:lnTo>
                    <a:pt x="406920" y="31178"/>
                  </a:lnTo>
                  <a:lnTo>
                    <a:pt x="366890" y="14249"/>
                  </a:lnTo>
                  <a:lnTo>
                    <a:pt x="323964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822" y="232918"/>
                  </a:lnTo>
                  <a:lnTo>
                    <a:pt x="3771" y="233133"/>
                  </a:lnTo>
                  <a:lnTo>
                    <a:pt x="3644" y="233629"/>
                  </a:lnTo>
                  <a:lnTo>
                    <a:pt x="38" y="278257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875"/>
                  </a:lnTo>
                  <a:lnTo>
                    <a:pt x="14135" y="366268"/>
                  </a:lnTo>
                  <a:lnTo>
                    <a:pt x="31165" y="406590"/>
                  </a:lnTo>
                  <a:lnTo>
                    <a:pt x="53860" y="443052"/>
                  </a:lnTo>
                  <a:lnTo>
                    <a:pt x="81749" y="475475"/>
                  </a:lnTo>
                  <a:lnTo>
                    <a:pt x="114249" y="503301"/>
                  </a:lnTo>
                  <a:lnTo>
                    <a:pt x="150774" y="525945"/>
                  </a:lnTo>
                  <a:lnTo>
                    <a:pt x="190754" y="542823"/>
                  </a:lnTo>
                  <a:lnTo>
                    <a:pt x="233616" y="553377"/>
                  </a:lnTo>
                  <a:lnTo>
                    <a:pt x="278765" y="557022"/>
                  </a:lnTo>
                  <a:lnTo>
                    <a:pt x="323773" y="553377"/>
                  </a:lnTo>
                  <a:lnTo>
                    <a:pt x="366598" y="542823"/>
                  </a:lnTo>
                  <a:lnTo>
                    <a:pt x="406539" y="525945"/>
                  </a:lnTo>
                  <a:lnTo>
                    <a:pt x="443268" y="503161"/>
                  </a:lnTo>
                  <a:lnTo>
                    <a:pt x="475767" y="475272"/>
                  </a:lnTo>
                  <a:lnTo>
                    <a:pt x="503656" y="442772"/>
                  </a:lnTo>
                  <a:lnTo>
                    <a:pt x="526351" y="406247"/>
                  </a:lnTo>
                  <a:lnTo>
                    <a:pt x="543280" y="366268"/>
                  </a:lnTo>
                  <a:lnTo>
                    <a:pt x="553758" y="323875"/>
                  </a:lnTo>
                  <a:lnTo>
                    <a:pt x="557479" y="278765"/>
                  </a:lnTo>
                  <a:lnTo>
                    <a:pt x="557530" y="2782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395" y="4638548"/>
            <a:ext cx="8299450" cy="863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 spc="710" i="1">
                <a:solidFill>
                  <a:srgbClr val="FFFFFF"/>
                </a:solidFill>
                <a:latin typeface="Calibri"/>
                <a:cs typeface="Calibri"/>
              </a:rPr>
              <a:t>Confluent</a:t>
            </a:r>
            <a:r>
              <a:rPr dirty="0" sz="5500" spc="3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500" spc="770" i="1">
                <a:solidFill>
                  <a:srgbClr val="FFFFFF"/>
                </a:solidFill>
                <a:latin typeface="Calibri"/>
                <a:cs typeface="Calibri"/>
              </a:rPr>
              <a:t>Approaches</a:t>
            </a:r>
            <a:endParaRPr sz="5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00273" y="8096504"/>
            <a:ext cx="17748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20" b="1">
                <a:solidFill>
                  <a:srgbClr val="040430"/>
                </a:solidFill>
                <a:latin typeface="Calibri"/>
                <a:cs typeface="Calibri"/>
              </a:rPr>
              <a:t>Machine</a:t>
            </a:r>
            <a:r>
              <a:rPr dirty="0" sz="1900" spc="165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15" b="1">
                <a:solidFill>
                  <a:srgbClr val="040430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93647" y="2560055"/>
            <a:ext cx="10469880" cy="6858000"/>
            <a:chOff x="993647" y="2560055"/>
            <a:chExt cx="10469880" cy="6858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647" y="7377620"/>
              <a:ext cx="2069083" cy="20398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33143" y="7799958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69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69" y="888238"/>
                  </a:lnTo>
                  <a:lnTo>
                    <a:pt x="508454" y="885633"/>
                  </a:lnTo>
                  <a:lnTo>
                    <a:pt x="556876" y="877998"/>
                  </a:lnTo>
                  <a:lnTo>
                    <a:pt x="603456" y="865604"/>
                  </a:lnTo>
                  <a:lnTo>
                    <a:pt x="647914" y="848722"/>
                  </a:lnTo>
                  <a:lnTo>
                    <a:pt x="689972" y="827621"/>
                  </a:lnTo>
                  <a:lnTo>
                    <a:pt x="729349" y="802572"/>
                  </a:lnTo>
                  <a:lnTo>
                    <a:pt x="765768" y="773847"/>
                  </a:lnTo>
                  <a:lnTo>
                    <a:pt x="798948" y="741714"/>
                  </a:lnTo>
                  <a:lnTo>
                    <a:pt x="828609" y="706446"/>
                  </a:lnTo>
                  <a:lnTo>
                    <a:pt x="854474" y="668311"/>
                  </a:lnTo>
                  <a:lnTo>
                    <a:pt x="876263" y="627581"/>
                  </a:lnTo>
                  <a:lnTo>
                    <a:pt x="893695" y="584527"/>
                  </a:lnTo>
                  <a:lnTo>
                    <a:pt x="906493" y="539418"/>
                  </a:lnTo>
                  <a:lnTo>
                    <a:pt x="914377" y="492525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5" y="303759"/>
                  </a:lnTo>
                  <a:lnTo>
                    <a:pt x="876263" y="260710"/>
                  </a:lnTo>
                  <a:lnTo>
                    <a:pt x="854474" y="219982"/>
                  </a:lnTo>
                  <a:lnTo>
                    <a:pt x="828609" y="181846"/>
                  </a:lnTo>
                  <a:lnTo>
                    <a:pt x="798948" y="146573"/>
                  </a:lnTo>
                  <a:lnTo>
                    <a:pt x="765768" y="114434"/>
                  </a:lnTo>
                  <a:lnTo>
                    <a:pt x="729349" y="85701"/>
                  </a:lnTo>
                  <a:lnTo>
                    <a:pt x="689972" y="60644"/>
                  </a:lnTo>
                  <a:lnTo>
                    <a:pt x="647914" y="39535"/>
                  </a:lnTo>
                  <a:lnTo>
                    <a:pt x="603456" y="22645"/>
                  </a:lnTo>
                  <a:lnTo>
                    <a:pt x="556876" y="10245"/>
                  </a:lnTo>
                  <a:lnTo>
                    <a:pt x="508454" y="2606"/>
                  </a:lnTo>
                  <a:lnTo>
                    <a:pt x="45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6467" y="2560055"/>
              <a:ext cx="4506637" cy="639501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334250" y="2662681"/>
              <a:ext cx="3676015" cy="5721985"/>
            </a:xfrm>
            <a:custGeom>
              <a:avLst/>
              <a:gdLst/>
              <a:ahLst/>
              <a:cxnLst/>
              <a:rect l="l" t="t" r="r" b="b"/>
              <a:pathLst>
                <a:path w="3676015" h="5721984">
                  <a:moveTo>
                    <a:pt x="3626230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7"/>
                  </a:lnTo>
                  <a:lnTo>
                    <a:pt x="0" y="5671947"/>
                  </a:lnTo>
                  <a:lnTo>
                    <a:pt x="3901" y="5691278"/>
                  </a:lnTo>
                  <a:lnTo>
                    <a:pt x="14541" y="5707062"/>
                  </a:lnTo>
                  <a:lnTo>
                    <a:pt x="30325" y="5717702"/>
                  </a:lnTo>
                  <a:lnTo>
                    <a:pt x="49656" y="5721604"/>
                  </a:lnTo>
                  <a:lnTo>
                    <a:pt x="3626230" y="5721604"/>
                  </a:lnTo>
                  <a:lnTo>
                    <a:pt x="3645562" y="5717702"/>
                  </a:lnTo>
                  <a:lnTo>
                    <a:pt x="3661346" y="5707062"/>
                  </a:lnTo>
                  <a:lnTo>
                    <a:pt x="3671986" y="5691278"/>
                  </a:lnTo>
                  <a:lnTo>
                    <a:pt x="3675888" y="5671947"/>
                  </a:lnTo>
                  <a:lnTo>
                    <a:pt x="3675888" y="49657"/>
                  </a:lnTo>
                  <a:lnTo>
                    <a:pt x="3671986" y="30325"/>
                  </a:lnTo>
                  <a:lnTo>
                    <a:pt x="3661346" y="14541"/>
                  </a:lnTo>
                  <a:lnTo>
                    <a:pt x="3645562" y="3901"/>
                  </a:lnTo>
                  <a:lnTo>
                    <a:pt x="3626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437374" y="2823209"/>
              <a:ext cx="3469640" cy="5400675"/>
            </a:xfrm>
            <a:custGeom>
              <a:avLst/>
              <a:gdLst/>
              <a:ahLst/>
              <a:cxnLst/>
              <a:rect l="l" t="t" r="r" b="b"/>
              <a:pathLst>
                <a:path w="3469640" h="5400675">
                  <a:moveTo>
                    <a:pt x="0" y="46863"/>
                  </a:moveTo>
                  <a:lnTo>
                    <a:pt x="3679" y="28610"/>
                  </a:lnTo>
                  <a:lnTo>
                    <a:pt x="13716" y="13716"/>
                  </a:lnTo>
                  <a:lnTo>
                    <a:pt x="28610" y="3679"/>
                  </a:lnTo>
                  <a:lnTo>
                    <a:pt x="46862" y="0"/>
                  </a:lnTo>
                  <a:lnTo>
                    <a:pt x="3422777" y="0"/>
                  </a:lnTo>
                  <a:lnTo>
                    <a:pt x="3441029" y="3679"/>
                  </a:lnTo>
                  <a:lnTo>
                    <a:pt x="3455924" y="13716"/>
                  </a:lnTo>
                  <a:lnTo>
                    <a:pt x="3465960" y="28610"/>
                  </a:lnTo>
                  <a:lnTo>
                    <a:pt x="3469640" y="46863"/>
                  </a:lnTo>
                  <a:lnTo>
                    <a:pt x="3469640" y="5353685"/>
                  </a:lnTo>
                  <a:lnTo>
                    <a:pt x="3465960" y="5371937"/>
                  </a:lnTo>
                  <a:lnTo>
                    <a:pt x="3455924" y="5386832"/>
                  </a:lnTo>
                  <a:lnTo>
                    <a:pt x="3441029" y="5396868"/>
                  </a:lnTo>
                  <a:lnTo>
                    <a:pt x="3422777" y="5400548"/>
                  </a:lnTo>
                  <a:lnTo>
                    <a:pt x="46862" y="5400548"/>
                  </a:lnTo>
                  <a:lnTo>
                    <a:pt x="28610" y="5396868"/>
                  </a:lnTo>
                  <a:lnTo>
                    <a:pt x="13716" y="5386832"/>
                  </a:lnTo>
                  <a:lnTo>
                    <a:pt x="3679" y="5371937"/>
                  </a:lnTo>
                  <a:lnTo>
                    <a:pt x="0" y="5353685"/>
                  </a:lnTo>
                  <a:lnTo>
                    <a:pt x="0" y="46863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393938" y="2562517"/>
            <a:ext cx="1556385" cy="49275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0010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630"/>
              </a:spcBef>
            </a:pPr>
            <a:r>
              <a:rPr dirty="0" sz="2000" spc="229" b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사용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7206721" y="9298635"/>
            <a:ext cx="1752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45">
                <a:solidFill>
                  <a:srgbClr val="173360"/>
                </a:solidFill>
                <a:latin typeface="Calibri"/>
                <a:cs typeface="Calibri"/>
              </a:rPr>
              <a:t>63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261989" y="2552445"/>
            <a:ext cx="955675" cy="5942330"/>
            <a:chOff x="6261989" y="2552445"/>
            <a:chExt cx="955675" cy="5942330"/>
          </a:xfrm>
        </p:grpSpPr>
        <p:sp>
          <p:nvSpPr>
            <p:cNvPr id="13" name="object 13" descr=""/>
            <p:cNvSpPr/>
            <p:nvPr/>
          </p:nvSpPr>
          <p:spPr>
            <a:xfrm>
              <a:off x="6515862" y="5406389"/>
              <a:ext cx="701675" cy="228600"/>
            </a:xfrm>
            <a:custGeom>
              <a:avLst/>
              <a:gdLst/>
              <a:ahLst/>
              <a:cxnLst/>
              <a:rect l="l" t="t" r="r" b="b"/>
              <a:pathLst>
                <a:path w="701675" h="228600">
                  <a:moveTo>
                    <a:pt x="628018" y="74422"/>
                  </a:moveTo>
                  <a:lnTo>
                    <a:pt x="548132" y="74422"/>
                  </a:lnTo>
                  <a:lnTo>
                    <a:pt x="549783" y="150622"/>
                  </a:lnTo>
                  <a:lnTo>
                    <a:pt x="524487" y="151208"/>
                  </a:lnTo>
                  <a:lnTo>
                    <a:pt x="475488" y="228473"/>
                  </a:lnTo>
                  <a:lnTo>
                    <a:pt x="701294" y="108965"/>
                  </a:lnTo>
                  <a:lnTo>
                    <a:pt x="628018" y="74422"/>
                  </a:lnTo>
                  <a:close/>
                </a:path>
                <a:path w="701675" h="228600">
                  <a:moveTo>
                    <a:pt x="522729" y="75010"/>
                  </a:moveTo>
                  <a:lnTo>
                    <a:pt x="0" y="87122"/>
                  </a:lnTo>
                  <a:lnTo>
                    <a:pt x="1778" y="163322"/>
                  </a:lnTo>
                  <a:lnTo>
                    <a:pt x="524487" y="151208"/>
                  </a:lnTo>
                  <a:lnTo>
                    <a:pt x="548959" y="112618"/>
                  </a:lnTo>
                  <a:lnTo>
                    <a:pt x="549088" y="112618"/>
                  </a:lnTo>
                  <a:lnTo>
                    <a:pt x="522729" y="75010"/>
                  </a:lnTo>
                  <a:close/>
                </a:path>
                <a:path w="701675" h="228600">
                  <a:moveTo>
                    <a:pt x="548959" y="112618"/>
                  </a:moveTo>
                  <a:lnTo>
                    <a:pt x="524487" y="151208"/>
                  </a:lnTo>
                  <a:lnTo>
                    <a:pt x="549783" y="150622"/>
                  </a:lnTo>
                  <a:lnTo>
                    <a:pt x="548959" y="112618"/>
                  </a:lnTo>
                  <a:close/>
                </a:path>
                <a:path w="701675" h="228600">
                  <a:moveTo>
                    <a:pt x="548132" y="74422"/>
                  </a:moveTo>
                  <a:lnTo>
                    <a:pt x="522729" y="75010"/>
                  </a:lnTo>
                  <a:lnTo>
                    <a:pt x="549088" y="112618"/>
                  </a:lnTo>
                  <a:lnTo>
                    <a:pt x="548959" y="112618"/>
                  </a:lnTo>
                  <a:lnTo>
                    <a:pt x="548144" y="75010"/>
                  </a:lnTo>
                  <a:lnTo>
                    <a:pt x="548132" y="74422"/>
                  </a:lnTo>
                  <a:close/>
                </a:path>
                <a:path w="701675" h="228600">
                  <a:moveTo>
                    <a:pt x="470154" y="0"/>
                  </a:moveTo>
                  <a:lnTo>
                    <a:pt x="522729" y="75010"/>
                  </a:lnTo>
                  <a:lnTo>
                    <a:pt x="548132" y="74422"/>
                  </a:lnTo>
                  <a:lnTo>
                    <a:pt x="628018" y="7442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00089" y="2590545"/>
              <a:ext cx="216535" cy="5866130"/>
            </a:xfrm>
            <a:custGeom>
              <a:avLst/>
              <a:gdLst/>
              <a:ahLst/>
              <a:cxnLst/>
              <a:rect l="l" t="t" r="r" b="b"/>
              <a:pathLst>
                <a:path w="216534" h="5866130">
                  <a:moveTo>
                    <a:pt x="0" y="0"/>
                  </a:moveTo>
                  <a:lnTo>
                    <a:pt x="84250" y="1406"/>
                  </a:lnTo>
                  <a:lnTo>
                    <a:pt x="153082" y="5254"/>
                  </a:lnTo>
                  <a:lnTo>
                    <a:pt x="199507" y="10983"/>
                  </a:lnTo>
                  <a:lnTo>
                    <a:pt x="216535" y="18033"/>
                  </a:lnTo>
                  <a:lnTo>
                    <a:pt x="216535" y="5847842"/>
                  </a:lnTo>
                  <a:lnTo>
                    <a:pt x="199507" y="5854838"/>
                  </a:lnTo>
                  <a:lnTo>
                    <a:pt x="153082" y="5860573"/>
                  </a:lnTo>
                  <a:lnTo>
                    <a:pt x="84250" y="5864451"/>
                  </a:lnTo>
                  <a:lnTo>
                    <a:pt x="0" y="5865876"/>
                  </a:lnTo>
                </a:path>
              </a:pathLst>
            </a:custGeom>
            <a:ln w="762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700273" y="2641218"/>
            <a:ext cx="170815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325" b="1">
                <a:solidFill>
                  <a:srgbClr val="173360"/>
                </a:solidFill>
                <a:latin typeface="Calibri"/>
                <a:cs typeface="Calibri"/>
              </a:rPr>
              <a:t>Web</a:t>
            </a:r>
            <a:r>
              <a:rPr dirty="0" sz="1900" spc="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173360"/>
                </a:solidFill>
                <a:latin typeface="Calibri"/>
                <a:cs typeface="Calibri"/>
              </a:rPr>
              <a:t>/</a:t>
            </a:r>
            <a:r>
              <a:rPr dirty="0" sz="1900" spc="7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65" b="1">
                <a:solidFill>
                  <a:srgbClr val="173360"/>
                </a:solidFill>
                <a:latin typeface="Calibri"/>
                <a:cs typeface="Calibri"/>
              </a:rPr>
              <a:t>Mobile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00273" y="4823205"/>
            <a:ext cx="140017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Datastores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00273" y="5914136"/>
            <a:ext cx="147002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80" b="1">
                <a:solidFill>
                  <a:srgbClr val="040430"/>
                </a:solidFill>
                <a:latin typeface="Calibri"/>
                <a:cs typeface="Calibri"/>
              </a:rPr>
              <a:t>IoT</a:t>
            </a:r>
            <a:r>
              <a:rPr dirty="0" sz="1900" spc="12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20" b="1">
                <a:solidFill>
                  <a:srgbClr val="040430"/>
                </a:solidFill>
                <a:latin typeface="Calibri"/>
                <a:cs typeface="Calibri"/>
              </a:rPr>
              <a:t>Sensors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339953" y="2453131"/>
            <a:ext cx="1981200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235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9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65" b="1">
                <a:solidFill>
                  <a:srgbClr val="173360"/>
                </a:solidFill>
                <a:latin typeface="Calibri"/>
                <a:cs typeface="Calibri"/>
              </a:rPr>
              <a:t>Lakes</a:t>
            </a:r>
            <a:r>
              <a:rPr dirty="0" sz="19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and </a:t>
            </a:r>
            <a:r>
              <a:rPr dirty="0" sz="1900" spc="245" b="1">
                <a:solidFill>
                  <a:srgbClr val="173360"/>
                </a:solidFill>
                <a:latin typeface="Calibri"/>
                <a:cs typeface="Calibri"/>
              </a:rPr>
              <a:t>Warehouses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339953" y="3697604"/>
            <a:ext cx="313436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20" b="1">
                <a:solidFill>
                  <a:srgbClr val="173360"/>
                </a:solidFill>
                <a:latin typeface="Calibri"/>
                <a:cs typeface="Calibri"/>
              </a:rPr>
              <a:t>SIEM</a:t>
            </a:r>
            <a:r>
              <a:rPr dirty="0" sz="1900" spc="11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00" b="1">
                <a:solidFill>
                  <a:srgbClr val="173360"/>
                </a:solidFill>
                <a:latin typeface="Calibri"/>
                <a:cs typeface="Calibri"/>
              </a:rPr>
              <a:t>Observability</a:t>
            </a:r>
            <a:r>
              <a:rPr dirty="0" sz="19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85" b="1">
                <a:solidFill>
                  <a:srgbClr val="173360"/>
                </a:solidFill>
                <a:latin typeface="Calibri"/>
                <a:cs typeface="Calibri"/>
              </a:rPr>
              <a:t>Tools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993647" y="1892807"/>
            <a:ext cx="15784194" cy="4202430"/>
            <a:chOff x="993647" y="1892807"/>
            <a:chExt cx="15784194" cy="4202430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647" y="1892807"/>
              <a:ext cx="2069083" cy="206616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533016" y="2315463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69"/>
                  </a:lnTo>
                  <a:lnTo>
                    <a:pt x="280106" y="35954"/>
                  </a:lnTo>
                  <a:lnTo>
                    <a:pt x="240019" y="55220"/>
                  </a:lnTo>
                  <a:lnTo>
                    <a:pt x="202207" y="78136"/>
                  </a:lnTo>
                  <a:lnTo>
                    <a:pt x="166902" y="104473"/>
                  </a:lnTo>
                  <a:lnTo>
                    <a:pt x="134334" y="134000"/>
                  </a:lnTo>
                  <a:lnTo>
                    <a:pt x="104733" y="166488"/>
                  </a:lnTo>
                  <a:lnTo>
                    <a:pt x="78331" y="201705"/>
                  </a:lnTo>
                  <a:lnTo>
                    <a:pt x="55357" y="239422"/>
                  </a:lnTo>
                  <a:lnTo>
                    <a:pt x="36044" y="279409"/>
                  </a:lnTo>
                  <a:lnTo>
                    <a:pt x="20620" y="321436"/>
                  </a:lnTo>
                  <a:lnTo>
                    <a:pt x="9318" y="365273"/>
                  </a:lnTo>
                  <a:lnTo>
                    <a:pt x="2368" y="410688"/>
                  </a:lnTo>
                  <a:lnTo>
                    <a:pt x="0" y="457453"/>
                  </a:lnTo>
                  <a:lnTo>
                    <a:pt x="2368" y="504241"/>
                  </a:lnTo>
                  <a:lnTo>
                    <a:pt x="9318" y="549676"/>
                  </a:lnTo>
                  <a:lnTo>
                    <a:pt x="20620" y="593530"/>
                  </a:lnTo>
                  <a:lnTo>
                    <a:pt x="36044" y="635571"/>
                  </a:lnTo>
                  <a:lnTo>
                    <a:pt x="55357" y="675570"/>
                  </a:lnTo>
                  <a:lnTo>
                    <a:pt x="78331" y="713298"/>
                  </a:lnTo>
                  <a:lnTo>
                    <a:pt x="104733" y="748524"/>
                  </a:lnTo>
                  <a:lnTo>
                    <a:pt x="134334" y="781018"/>
                  </a:lnTo>
                  <a:lnTo>
                    <a:pt x="166902" y="810550"/>
                  </a:lnTo>
                  <a:lnTo>
                    <a:pt x="202207" y="836891"/>
                  </a:lnTo>
                  <a:lnTo>
                    <a:pt x="240019" y="859810"/>
                  </a:lnTo>
                  <a:lnTo>
                    <a:pt x="280106" y="879078"/>
                  </a:lnTo>
                  <a:lnTo>
                    <a:pt x="322238" y="894464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4"/>
                  </a:lnTo>
                  <a:lnTo>
                    <a:pt x="505479" y="912672"/>
                  </a:lnTo>
                  <a:lnTo>
                    <a:pt x="551009" y="905739"/>
                  </a:lnTo>
                  <a:lnTo>
                    <a:pt x="594955" y="894464"/>
                  </a:lnTo>
                  <a:lnTo>
                    <a:pt x="637087" y="879078"/>
                  </a:lnTo>
                  <a:lnTo>
                    <a:pt x="677174" y="859810"/>
                  </a:lnTo>
                  <a:lnTo>
                    <a:pt x="714986" y="836891"/>
                  </a:lnTo>
                  <a:lnTo>
                    <a:pt x="750291" y="810550"/>
                  </a:lnTo>
                  <a:lnTo>
                    <a:pt x="782859" y="781018"/>
                  </a:lnTo>
                  <a:lnTo>
                    <a:pt x="812460" y="748524"/>
                  </a:lnTo>
                  <a:lnTo>
                    <a:pt x="838862" y="713298"/>
                  </a:lnTo>
                  <a:lnTo>
                    <a:pt x="861836" y="675570"/>
                  </a:lnTo>
                  <a:lnTo>
                    <a:pt x="881149" y="635571"/>
                  </a:lnTo>
                  <a:lnTo>
                    <a:pt x="896573" y="593530"/>
                  </a:lnTo>
                  <a:lnTo>
                    <a:pt x="907875" y="549676"/>
                  </a:lnTo>
                  <a:lnTo>
                    <a:pt x="914825" y="504241"/>
                  </a:lnTo>
                  <a:lnTo>
                    <a:pt x="917194" y="457453"/>
                  </a:lnTo>
                  <a:lnTo>
                    <a:pt x="914825" y="410688"/>
                  </a:lnTo>
                  <a:lnTo>
                    <a:pt x="907875" y="365273"/>
                  </a:lnTo>
                  <a:lnTo>
                    <a:pt x="896573" y="321436"/>
                  </a:lnTo>
                  <a:lnTo>
                    <a:pt x="881149" y="279409"/>
                  </a:lnTo>
                  <a:lnTo>
                    <a:pt x="861836" y="239422"/>
                  </a:lnTo>
                  <a:lnTo>
                    <a:pt x="838862" y="201705"/>
                  </a:lnTo>
                  <a:lnTo>
                    <a:pt x="812460" y="166488"/>
                  </a:lnTo>
                  <a:lnTo>
                    <a:pt x="782859" y="134000"/>
                  </a:lnTo>
                  <a:lnTo>
                    <a:pt x="750291" y="104473"/>
                  </a:lnTo>
                  <a:lnTo>
                    <a:pt x="714986" y="78136"/>
                  </a:lnTo>
                  <a:lnTo>
                    <a:pt x="677174" y="55220"/>
                  </a:lnTo>
                  <a:lnTo>
                    <a:pt x="637087" y="35954"/>
                  </a:lnTo>
                  <a:lnTo>
                    <a:pt x="594955" y="20569"/>
                  </a:lnTo>
                  <a:lnTo>
                    <a:pt x="551009" y="9295"/>
                  </a:lnTo>
                  <a:lnTo>
                    <a:pt x="505479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91893" y="2496057"/>
              <a:ext cx="564515" cy="573405"/>
            </a:xfrm>
            <a:custGeom>
              <a:avLst/>
              <a:gdLst/>
              <a:ahLst/>
              <a:cxnLst/>
              <a:rect l="l" t="t" r="r" b="b"/>
              <a:pathLst>
                <a:path w="564514" h="573405">
                  <a:moveTo>
                    <a:pt x="520826" y="0"/>
                  </a:moveTo>
                  <a:lnTo>
                    <a:pt x="43433" y="0"/>
                  </a:lnTo>
                  <a:lnTo>
                    <a:pt x="26414" y="3482"/>
                  </a:lnTo>
                  <a:lnTo>
                    <a:pt x="12620" y="12906"/>
                  </a:lnTo>
                  <a:lnTo>
                    <a:pt x="3375" y="26735"/>
                  </a:lnTo>
                  <a:lnTo>
                    <a:pt x="0" y="43434"/>
                  </a:lnTo>
                  <a:lnTo>
                    <a:pt x="0" y="414527"/>
                  </a:lnTo>
                  <a:lnTo>
                    <a:pt x="3375" y="431621"/>
                  </a:lnTo>
                  <a:lnTo>
                    <a:pt x="12620" y="445452"/>
                  </a:lnTo>
                  <a:lnTo>
                    <a:pt x="26414" y="454711"/>
                  </a:lnTo>
                  <a:lnTo>
                    <a:pt x="43433" y="458089"/>
                  </a:lnTo>
                  <a:lnTo>
                    <a:pt x="257810" y="458089"/>
                  </a:lnTo>
                  <a:lnTo>
                    <a:pt x="377570" y="561721"/>
                  </a:lnTo>
                  <a:lnTo>
                    <a:pt x="383841" y="566808"/>
                  </a:lnTo>
                  <a:lnTo>
                    <a:pt x="390874" y="570325"/>
                  </a:lnTo>
                  <a:lnTo>
                    <a:pt x="398430" y="572365"/>
                  </a:lnTo>
                  <a:lnTo>
                    <a:pt x="406273" y="573024"/>
                  </a:lnTo>
                  <a:lnTo>
                    <a:pt x="412242" y="573024"/>
                  </a:lnTo>
                  <a:lnTo>
                    <a:pt x="447740" y="541952"/>
                  </a:lnTo>
                  <a:lnTo>
                    <a:pt x="449580" y="529463"/>
                  </a:lnTo>
                  <a:lnTo>
                    <a:pt x="407035" y="529463"/>
                  </a:lnTo>
                  <a:lnTo>
                    <a:pt x="287274" y="425831"/>
                  </a:lnTo>
                  <a:lnTo>
                    <a:pt x="281144" y="420743"/>
                  </a:lnTo>
                  <a:lnTo>
                    <a:pt x="274431" y="417226"/>
                  </a:lnTo>
                  <a:lnTo>
                    <a:pt x="267217" y="415186"/>
                  </a:lnTo>
                  <a:lnTo>
                    <a:pt x="259587" y="414527"/>
                  </a:lnTo>
                  <a:lnTo>
                    <a:pt x="44323" y="414527"/>
                  </a:lnTo>
                  <a:lnTo>
                    <a:pt x="44323" y="43434"/>
                  </a:lnTo>
                  <a:lnTo>
                    <a:pt x="564133" y="43434"/>
                  </a:lnTo>
                  <a:lnTo>
                    <a:pt x="560778" y="26735"/>
                  </a:lnTo>
                  <a:lnTo>
                    <a:pt x="551576" y="12906"/>
                  </a:lnTo>
                  <a:lnTo>
                    <a:pt x="537827" y="3482"/>
                  </a:lnTo>
                  <a:lnTo>
                    <a:pt x="520826" y="0"/>
                  </a:lnTo>
                  <a:close/>
                </a:path>
                <a:path w="564514" h="573405">
                  <a:moveTo>
                    <a:pt x="564133" y="43434"/>
                  </a:moveTo>
                  <a:lnTo>
                    <a:pt x="521716" y="43434"/>
                  </a:lnTo>
                  <a:lnTo>
                    <a:pt x="521716" y="414527"/>
                  </a:lnTo>
                  <a:lnTo>
                    <a:pt x="450469" y="414527"/>
                  </a:lnTo>
                  <a:lnTo>
                    <a:pt x="433449" y="418012"/>
                  </a:lnTo>
                  <a:lnTo>
                    <a:pt x="419655" y="427450"/>
                  </a:lnTo>
                  <a:lnTo>
                    <a:pt x="410410" y="441317"/>
                  </a:lnTo>
                  <a:lnTo>
                    <a:pt x="407035" y="458089"/>
                  </a:lnTo>
                  <a:lnTo>
                    <a:pt x="407035" y="529463"/>
                  </a:lnTo>
                  <a:lnTo>
                    <a:pt x="449580" y="529463"/>
                  </a:lnTo>
                  <a:lnTo>
                    <a:pt x="449580" y="458089"/>
                  </a:lnTo>
                  <a:lnTo>
                    <a:pt x="520826" y="458089"/>
                  </a:lnTo>
                  <a:lnTo>
                    <a:pt x="537827" y="454711"/>
                  </a:lnTo>
                  <a:lnTo>
                    <a:pt x="551576" y="445452"/>
                  </a:lnTo>
                  <a:lnTo>
                    <a:pt x="560778" y="431621"/>
                  </a:lnTo>
                  <a:lnTo>
                    <a:pt x="564133" y="414527"/>
                  </a:lnTo>
                  <a:lnTo>
                    <a:pt x="564133" y="4343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2958" y="2670225"/>
              <a:ext cx="130200" cy="13063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6566" y="2670225"/>
              <a:ext cx="130200" cy="13063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3647" y="4053839"/>
              <a:ext cx="2069083" cy="204127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533016" y="4477384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4">
                  <a:moveTo>
                    <a:pt x="458597" y="0"/>
                  </a:moveTo>
                  <a:lnTo>
                    <a:pt x="408634" y="2606"/>
                  </a:lnTo>
                  <a:lnTo>
                    <a:pt x="360228" y="10245"/>
                  </a:lnTo>
                  <a:lnTo>
                    <a:pt x="313659" y="22645"/>
                  </a:lnTo>
                  <a:lnTo>
                    <a:pt x="269207" y="39535"/>
                  </a:lnTo>
                  <a:lnTo>
                    <a:pt x="227151" y="60644"/>
                  </a:lnTo>
                  <a:lnTo>
                    <a:pt x="187772" y="85701"/>
                  </a:lnTo>
                  <a:lnTo>
                    <a:pt x="151349" y="114434"/>
                  </a:lnTo>
                  <a:lnTo>
                    <a:pt x="118163" y="146573"/>
                  </a:lnTo>
                  <a:lnTo>
                    <a:pt x="88493" y="181846"/>
                  </a:lnTo>
                  <a:lnTo>
                    <a:pt x="62620" y="219982"/>
                  </a:lnTo>
                  <a:lnTo>
                    <a:pt x="40823" y="260710"/>
                  </a:lnTo>
                  <a:lnTo>
                    <a:pt x="23383" y="303759"/>
                  </a:lnTo>
                  <a:lnTo>
                    <a:pt x="10579" y="348858"/>
                  </a:lnTo>
                  <a:lnTo>
                    <a:pt x="2691" y="395734"/>
                  </a:lnTo>
                  <a:lnTo>
                    <a:pt x="0" y="444118"/>
                  </a:lnTo>
                  <a:lnTo>
                    <a:pt x="2691" y="492525"/>
                  </a:lnTo>
                  <a:lnTo>
                    <a:pt x="10579" y="539418"/>
                  </a:lnTo>
                  <a:lnTo>
                    <a:pt x="23383" y="584527"/>
                  </a:lnTo>
                  <a:lnTo>
                    <a:pt x="40823" y="627581"/>
                  </a:lnTo>
                  <a:lnTo>
                    <a:pt x="62620" y="668311"/>
                  </a:lnTo>
                  <a:lnTo>
                    <a:pt x="88493" y="706446"/>
                  </a:lnTo>
                  <a:lnTo>
                    <a:pt x="118163" y="741714"/>
                  </a:lnTo>
                  <a:lnTo>
                    <a:pt x="151349" y="773847"/>
                  </a:lnTo>
                  <a:lnTo>
                    <a:pt x="187772" y="802572"/>
                  </a:lnTo>
                  <a:lnTo>
                    <a:pt x="227151" y="827621"/>
                  </a:lnTo>
                  <a:lnTo>
                    <a:pt x="269207" y="848722"/>
                  </a:lnTo>
                  <a:lnTo>
                    <a:pt x="313659" y="865604"/>
                  </a:lnTo>
                  <a:lnTo>
                    <a:pt x="360228" y="877998"/>
                  </a:lnTo>
                  <a:lnTo>
                    <a:pt x="408634" y="885633"/>
                  </a:lnTo>
                  <a:lnTo>
                    <a:pt x="458597" y="888238"/>
                  </a:lnTo>
                  <a:lnTo>
                    <a:pt x="508559" y="885633"/>
                  </a:lnTo>
                  <a:lnTo>
                    <a:pt x="556965" y="877998"/>
                  </a:lnTo>
                  <a:lnTo>
                    <a:pt x="603534" y="865604"/>
                  </a:lnTo>
                  <a:lnTo>
                    <a:pt x="647986" y="848722"/>
                  </a:lnTo>
                  <a:lnTo>
                    <a:pt x="690042" y="827621"/>
                  </a:lnTo>
                  <a:lnTo>
                    <a:pt x="729421" y="802572"/>
                  </a:lnTo>
                  <a:lnTo>
                    <a:pt x="765844" y="773847"/>
                  </a:lnTo>
                  <a:lnTo>
                    <a:pt x="799030" y="741714"/>
                  </a:lnTo>
                  <a:lnTo>
                    <a:pt x="828700" y="706446"/>
                  </a:lnTo>
                  <a:lnTo>
                    <a:pt x="854573" y="668311"/>
                  </a:lnTo>
                  <a:lnTo>
                    <a:pt x="876370" y="627581"/>
                  </a:lnTo>
                  <a:lnTo>
                    <a:pt x="893810" y="584527"/>
                  </a:lnTo>
                  <a:lnTo>
                    <a:pt x="906614" y="539418"/>
                  </a:lnTo>
                  <a:lnTo>
                    <a:pt x="914502" y="492525"/>
                  </a:lnTo>
                  <a:lnTo>
                    <a:pt x="917194" y="444118"/>
                  </a:lnTo>
                  <a:lnTo>
                    <a:pt x="914502" y="395734"/>
                  </a:lnTo>
                  <a:lnTo>
                    <a:pt x="906614" y="348858"/>
                  </a:lnTo>
                  <a:lnTo>
                    <a:pt x="893810" y="303759"/>
                  </a:lnTo>
                  <a:lnTo>
                    <a:pt x="876370" y="260710"/>
                  </a:lnTo>
                  <a:lnTo>
                    <a:pt x="854573" y="219982"/>
                  </a:lnTo>
                  <a:lnTo>
                    <a:pt x="828700" y="181846"/>
                  </a:lnTo>
                  <a:lnTo>
                    <a:pt x="799030" y="146573"/>
                  </a:lnTo>
                  <a:lnTo>
                    <a:pt x="765844" y="114434"/>
                  </a:lnTo>
                  <a:lnTo>
                    <a:pt x="729421" y="85701"/>
                  </a:lnTo>
                  <a:lnTo>
                    <a:pt x="690042" y="60644"/>
                  </a:lnTo>
                  <a:lnTo>
                    <a:pt x="647986" y="39535"/>
                  </a:lnTo>
                  <a:lnTo>
                    <a:pt x="603534" y="22645"/>
                  </a:lnTo>
                  <a:lnTo>
                    <a:pt x="556965" y="10245"/>
                  </a:lnTo>
                  <a:lnTo>
                    <a:pt x="508559" y="2606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19559" y="2950463"/>
              <a:ext cx="2069084" cy="204127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2258547" y="3374008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4">
                  <a:moveTo>
                    <a:pt x="458597" y="0"/>
                  </a:moveTo>
                  <a:lnTo>
                    <a:pt x="408634" y="2606"/>
                  </a:lnTo>
                  <a:lnTo>
                    <a:pt x="360228" y="10245"/>
                  </a:lnTo>
                  <a:lnTo>
                    <a:pt x="313659" y="22645"/>
                  </a:lnTo>
                  <a:lnTo>
                    <a:pt x="269207" y="39535"/>
                  </a:lnTo>
                  <a:lnTo>
                    <a:pt x="227151" y="60644"/>
                  </a:lnTo>
                  <a:lnTo>
                    <a:pt x="187772" y="85701"/>
                  </a:lnTo>
                  <a:lnTo>
                    <a:pt x="151349" y="114434"/>
                  </a:lnTo>
                  <a:lnTo>
                    <a:pt x="118163" y="146573"/>
                  </a:lnTo>
                  <a:lnTo>
                    <a:pt x="88493" y="181846"/>
                  </a:lnTo>
                  <a:lnTo>
                    <a:pt x="62620" y="219982"/>
                  </a:lnTo>
                  <a:lnTo>
                    <a:pt x="40823" y="260710"/>
                  </a:lnTo>
                  <a:lnTo>
                    <a:pt x="23383" y="303759"/>
                  </a:lnTo>
                  <a:lnTo>
                    <a:pt x="10579" y="348858"/>
                  </a:lnTo>
                  <a:lnTo>
                    <a:pt x="2691" y="395734"/>
                  </a:lnTo>
                  <a:lnTo>
                    <a:pt x="0" y="444119"/>
                  </a:lnTo>
                  <a:lnTo>
                    <a:pt x="2691" y="492526"/>
                  </a:lnTo>
                  <a:lnTo>
                    <a:pt x="10579" y="539424"/>
                  </a:lnTo>
                  <a:lnTo>
                    <a:pt x="23383" y="584540"/>
                  </a:lnTo>
                  <a:lnTo>
                    <a:pt x="40823" y="627604"/>
                  </a:lnTo>
                  <a:lnTo>
                    <a:pt x="62620" y="668344"/>
                  </a:lnTo>
                  <a:lnTo>
                    <a:pt x="88493" y="706490"/>
                  </a:lnTo>
                  <a:lnTo>
                    <a:pt x="118163" y="741772"/>
                  </a:lnTo>
                  <a:lnTo>
                    <a:pt x="151349" y="773917"/>
                  </a:lnTo>
                  <a:lnTo>
                    <a:pt x="187772" y="802655"/>
                  </a:lnTo>
                  <a:lnTo>
                    <a:pt x="227151" y="827715"/>
                  </a:lnTo>
                  <a:lnTo>
                    <a:pt x="269207" y="848826"/>
                  </a:lnTo>
                  <a:lnTo>
                    <a:pt x="313659" y="865718"/>
                  </a:lnTo>
                  <a:lnTo>
                    <a:pt x="360228" y="878119"/>
                  </a:lnTo>
                  <a:lnTo>
                    <a:pt x="408634" y="885758"/>
                  </a:lnTo>
                  <a:lnTo>
                    <a:pt x="458597" y="888365"/>
                  </a:lnTo>
                  <a:lnTo>
                    <a:pt x="508557" y="885758"/>
                  </a:lnTo>
                  <a:lnTo>
                    <a:pt x="556959" y="878119"/>
                  </a:lnTo>
                  <a:lnTo>
                    <a:pt x="603521" y="865718"/>
                  </a:lnTo>
                  <a:lnTo>
                    <a:pt x="647964" y="848826"/>
                  </a:lnTo>
                  <a:lnTo>
                    <a:pt x="690009" y="827715"/>
                  </a:lnTo>
                  <a:lnTo>
                    <a:pt x="729377" y="802655"/>
                  </a:lnTo>
                  <a:lnTo>
                    <a:pt x="765787" y="773917"/>
                  </a:lnTo>
                  <a:lnTo>
                    <a:pt x="798960" y="741772"/>
                  </a:lnTo>
                  <a:lnTo>
                    <a:pt x="828618" y="706490"/>
                  </a:lnTo>
                  <a:lnTo>
                    <a:pt x="854479" y="668344"/>
                  </a:lnTo>
                  <a:lnTo>
                    <a:pt x="876265" y="627604"/>
                  </a:lnTo>
                  <a:lnTo>
                    <a:pt x="893696" y="584540"/>
                  </a:lnTo>
                  <a:lnTo>
                    <a:pt x="906493" y="539424"/>
                  </a:lnTo>
                  <a:lnTo>
                    <a:pt x="914377" y="492526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6" y="303759"/>
                  </a:lnTo>
                  <a:lnTo>
                    <a:pt x="876265" y="260710"/>
                  </a:lnTo>
                  <a:lnTo>
                    <a:pt x="854479" y="219982"/>
                  </a:lnTo>
                  <a:lnTo>
                    <a:pt x="828618" y="181846"/>
                  </a:lnTo>
                  <a:lnTo>
                    <a:pt x="798960" y="146573"/>
                  </a:lnTo>
                  <a:lnTo>
                    <a:pt x="765787" y="114434"/>
                  </a:lnTo>
                  <a:lnTo>
                    <a:pt x="729377" y="85701"/>
                  </a:lnTo>
                  <a:lnTo>
                    <a:pt x="690009" y="60644"/>
                  </a:lnTo>
                  <a:lnTo>
                    <a:pt x="647964" y="39535"/>
                  </a:lnTo>
                  <a:lnTo>
                    <a:pt x="603521" y="22645"/>
                  </a:lnTo>
                  <a:lnTo>
                    <a:pt x="556959" y="10245"/>
                  </a:lnTo>
                  <a:lnTo>
                    <a:pt x="508557" y="2606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93446" y="2714983"/>
              <a:ext cx="106690" cy="10644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35687" y="2714983"/>
              <a:ext cx="106690" cy="106448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2486004" y="2573146"/>
              <a:ext cx="462280" cy="467359"/>
            </a:xfrm>
            <a:custGeom>
              <a:avLst/>
              <a:gdLst/>
              <a:ahLst/>
              <a:cxnLst/>
              <a:rect l="l" t="t" r="r" b="b"/>
              <a:pathLst>
                <a:path w="462279" h="467360">
                  <a:moveTo>
                    <a:pt x="426720" y="0"/>
                  </a:moveTo>
                  <a:lnTo>
                    <a:pt x="35560" y="0"/>
                  </a:lnTo>
                  <a:lnTo>
                    <a:pt x="21591" y="2839"/>
                  </a:lnTo>
                  <a:lnTo>
                    <a:pt x="10302" y="10525"/>
                  </a:lnTo>
                  <a:lnTo>
                    <a:pt x="2752" y="21806"/>
                  </a:lnTo>
                  <a:lnTo>
                    <a:pt x="0" y="35432"/>
                  </a:lnTo>
                  <a:lnTo>
                    <a:pt x="0" y="337693"/>
                  </a:lnTo>
                  <a:lnTo>
                    <a:pt x="2752" y="351661"/>
                  </a:lnTo>
                  <a:lnTo>
                    <a:pt x="10302" y="362950"/>
                  </a:lnTo>
                  <a:lnTo>
                    <a:pt x="21591" y="370500"/>
                  </a:lnTo>
                  <a:lnTo>
                    <a:pt x="35560" y="373252"/>
                  </a:lnTo>
                  <a:lnTo>
                    <a:pt x="211200" y="373252"/>
                  </a:lnTo>
                  <a:lnTo>
                    <a:pt x="309372" y="457707"/>
                  </a:lnTo>
                  <a:lnTo>
                    <a:pt x="315722" y="464057"/>
                  </a:lnTo>
                  <a:lnTo>
                    <a:pt x="324358" y="466851"/>
                  </a:lnTo>
                  <a:lnTo>
                    <a:pt x="337820" y="466851"/>
                  </a:lnTo>
                  <a:lnTo>
                    <a:pt x="366906" y="441616"/>
                  </a:lnTo>
                  <a:lnTo>
                    <a:pt x="368426" y="431419"/>
                  </a:lnTo>
                  <a:lnTo>
                    <a:pt x="333501" y="431419"/>
                  </a:lnTo>
                  <a:lnTo>
                    <a:pt x="235458" y="346963"/>
                  </a:lnTo>
                  <a:lnTo>
                    <a:pt x="228980" y="340613"/>
                  </a:lnTo>
                  <a:lnTo>
                    <a:pt x="221234" y="337693"/>
                  </a:lnTo>
                  <a:lnTo>
                    <a:pt x="36195" y="337693"/>
                  </a:lnTo>
                  <a:lnTo>
                    <a:pt x="36195" y="35432"/>
                  </a:lnTo>
                  <a:lnTo>
                    <a:pt x="462279" y="35432"/>
                  </a:lnTo>
                  <a:lnTo>
                    <a:pt x="459527" y="21806"/>
                  </a:lnTo>
                  <a:lnTo>
                    <a:pt x="451977" y="10525"/>
                  </a:lnTo>
                  <a:lnTo>
                    <a:pt x="440688" y="2839"/>
                  </a:lnTo>
                  <a:lnTo>
                    <a:pt x="426720" y="0"/>
                  </a:lnTo>
                  <a:close/>
                </a:path>
                <a:path w="462279" h="467360">
                  <a:moveTo>
                    <a:pt x="462279" y="35432"/>
                  </a:moveTo>
                  <a:lnTo>
                    <a:pt x="427481" y="35432"/>
                  </a:lnTo>
                  <a:lnTo>
                    <a:pt x="427481" y="337693"/>
                  </a:lnTo>
                  <a:lnTo>
                    <a:pt x="369062" y="337693"/>
                  </a:lnTo>
                  <a:lnTo>
                    <a:pt x="354848" y="340613"/>
                  </a:lnTo>
                  <a:lnTo>
                    <a:pt x="355057" y="340613"/>
                  </a:lnTo>
                  <a:lnTo>
                    <a:pt x="343852" y="348281"/>
                  </a:lnTo>
                  <a:lnTo>
                    <a:pt x="336272" y="359606"/>
                  </a:lnTo>
                  <a:lnTo>
                    <a:pt x="333501" y="373252"/>
                  </a:lnTo>
                  <a:lnTo>
                    <a:pt x="333501" y="431419"/>
                  </a:lnTo>
                  <a:lnTo>
                    <a:pt x="368426" y="431419"/>
                  </a:lnTo>
                  <a:lnTo>
                    <a:pt x="368426" y="373252"/>
                  </a:lnTo>
                  <a:lnTo>
                    <a:pt x="426720" y="373252"/>
                  </a:lnTo>
                  <a:lnTo>
                    <a:pt x="440688" y="370500"/>
                  </a:lnTo>
                  <a:lnTo>
                    <a:pt x="451977" y="362950"/>
                  </a:lnTo>
                  <a:lnTo>
                    <a:pt x="459527" y="351661"/>
                  </a:lnTo>
                  <a:lnTo>
                    <a:pt x="462279" y="337693"/>
                  </a:lnTo>
                  <a:lnTo>
                    <a:pt x="462279" y="3543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19559" y="1892807"/>
              <a:ext cx="2069084" cy="206616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2258547" y="2315463"/>
              <a:ext cx="917575" cy="915669"/>
            </a:xfrm>
            <a:custGeom>
              <a:avLst/>
              <a:gdLst/>
              <a:ahLst/>
              <a:cxnLst/>
              <a:rect l="l" t="t" r="r" b="b"/>
              <a:pathLst>
                <a:path w="917575" h="915669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70"/>
                  </a:lnTo>
                  <a:lnTo>
                    <a:pt x="280106" y="35956"/>
                  </a:lnTo>
                  <a:lnTo>
                    <a:pt x="240019" y="55224"/>
                  </a:lnTo>
                  <a:lnTo>
                    <a:pt x="202207" y="78143"/>
                  </a:lnTo>
                  <a:lnTo>
                    <a:pt x="166902" y="104484"/>
                  </a:lnTo>
                  <a:lnTo>
                    <a:pt x="134334" y="134016"/>
                  </a:lnTo>
                  <a:lnTo>
                    <a:pt x="104733" y="166510"/>
                  </a:lnTo>
                  <a:lnTo>
                    <a:pt x="78331" y="201736"/>
                  </a:lnTo>
                  <a:lnTo>
                    <a:pt x="55357" y="239464"/>
                  </a:lnTo>
                  <a:lnTo>
                    <a:pt x="36044" y="279463"/>
                  </a:lnTo>
                  <a:lnTo>
                    <a:pt x="20620" y="321504"/>
                  </a:lnTo>
                  <a:lnTo>
                    <a:pt x="9318" y="365358"/>
                  </a:lnTo>
                  <a:lnTo>
                    <a:pt x="2368" y="410793"/>
                  </a:lnTo>
                  <a:lnTo>
                    <a:pt x="0" y="457580"/>
                  </a:lnTo>
                  <a:lnTo>
                    <a:pt x="2368" y="504368"/>
                  </a:lnTo>
                  <a:lnTo>
                    <a:pt x="9318" y="549803"/>
                  </a:lnTo>
                  <a:lnTo>
                    <a:pt x="20620" y="593657"/>
                  </a:lnTo>
                  <a:lnTo>
                    <a:pt x="36044" y="635698"/>
                  </a:lnTo>
                  <a:lnTo>
                    <a:pt x="55357" y="675697"/>
                  </a:lnTo>
                  <a:lnTo>
                    <a:pt x="78331" y="713425"/>
                  </a:lnTo>
                  <a:lnTo>
                    <a:pt x="104733" y="748651"/>
                  </a:lnTo>
                  <a:lnTo>
                    <a:pt x="134334" y="781145"/>
                  </a:lnTo>
                  <a:lnTo>
                    <a:pt x="166902" y="810677"/>
                  </a:lnTo>
                  <a:lnTo>
                    <a:pt x="202207" y="837018"/>
                  </a:lnTo>
                  <a:lnTo>
                    <a:pt x="240019" y="859937"/>
                  </a:lnTo>
                  <a:lnTo>
                    <a:pt x="280106" y="879205"/>
                  </a:lnTo>
                  <a:lnTo>
                    <a:pt x="322238" y="894591"/>
                  </a:lnTo>
                  <a:lnTo>
                    <a:pt x="366184" y="905866"/>
                  </a:lnTo>
                  <a:lnTo>
                    <a:pt x="411714" y="912799"/>
                  </a:lnTo>
                  <a:lnTo>
                    <a:pt x="458597" y="915161"/>
                  </a:lnTo>
                  <a:lnTo>
                    <a:pt x="505479" y="912799"/>
                  </a:lnTo>
                  <a:lnTo>
                    <a:pt x="551009" y="905866"/>
                  </a:lnTo>
                  <a:lnTo>
                    <a:pt x="594955" y="894591"/>
                  </a:lnTo>
                  <a:lnTo>
                    <a:pt x="637087" y="879205"/>
                  </a:lnTo>
                  <a:lnTo>
                    <a:pt x="677174" y="859937"/>
                  </a:lnTo>
                  <a:lnTo>
                    <a:pt x="714986" y="837018"/>
                  </a:lnTo>
                  <a:lnTo>
                    <a:pt x="750291" y="810677"/>
                  </a:lnTo>
                  <a:lnTo>
                    <a:pt x="782859" y="781145"/>
                  </a:lnTo>
                  <a:lnTo>
                    <a:pt x="812460" y="748651"/>
                  </a:lnTo>
                  <a:lnTo>
                    <a:pt x="838862" y="713425"/>
                  </a:lnTo>
                  <a:lnTo>
                    <a:pt x="861836" y="675697"/>
                  </a:lnTo>
                  <a:lnTo>
                    <a:pt x="881149" y="635698"/>
                  </a:lnTo>
                  <a:lnTo>
                    <a:pt x="896573" y="593657"/>
                  </a:lnTo>
                  <a:lnTo>
                    <a:pt x="907875" y="549803"/>
                  </a:lnTo>
                  <a:lnTo>
                    <a:pt x="914825" y="504368"/>
                  </a:lnTo>
                  <a:lnTo>
                    <a:pt x="917194" y="457580"/>
                  </a:lnTo>
                  <a:lnTo>
                    <a:pt x="914825" y="410793"/>
                  </a:lnTo>
                  <a:lnTo>
                    <a:pt x="907875" y="365358"/>
                  </a:lnTo>
                  <a:lnTo>
                    <a:pt x="896573" y="321504"/>
                  </a:lnTo>
                  <a:lnTo>
                    <a:pt x="881149" y="279463"/>
                  </a:lnTo>
                  <a:lnTo>
                    <a:pt x="861836" y="239464"/>
                  </a:lnTo>
                  <a:lnTo>
                    <a:pt x="838862" y="201736"/>
                  </a:lnTo>
                  <a:lnTo>
                    <a:pt x="812460" y="166510"/>
                  </a:lnTo>
                  <a:lnTo>
                    <a:pt x="782859" y="134016"/>
                  </a:lnTo>
                  <a:lnTo>
                    <a:pt x="750291" y="104484"/>
                  </a:lnTo>
                  <a:lnTo>
                    <a:pt x="714986" y="78143"/>
                  </a:lnTo>
                  <a:lnTo>
                    <a:pt x="677174" y="55224"/>
                  </a:lnTo>
                  <a:lnTo>
                    <a:pt x="637087" y="35956"/>
                  </a:lnTo>
                  <a:lnTo>
                    <a:pt x="594955" y="20570"/>
                  </a:lnTo>
                  <a:lnTo>
                    <a:pt x="551009" y="9295"/>
                  </a:lnTo>
                  <a:lnTo>
                    <a:pt x="505479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50922" y="4641075"/>
              <a:ext cx="49530" cy="346075"/>
            </a:xfrm>
            <a:custGeom>
              <a:avLst/>
              <a:gdLst/>
              <a:ahLst/>
              <a:cxnLst/>
              <a:rect l="l" t="t" r="r" b="b"/>
              <a:pathLst>
                <a:path w="49530" h="346075">
                  <a:moveTo>
                    <a:pt x="49353" y="0"/>
                  </a:moveTo>
                  <a:lnTo>
                    <a:pt x="0" y="0"/>
                  </a:lnTo>
                  <a:lnTo>
                    <a:pt x="0" y="345452"/>
                  </a:lnTo>
                  <a:lnTo>
                    <a:pt x="49353" y="345452"/>
                  </a:lnTo>
                  <a:lnTo>
                    <a:pt x="49353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21738" y="4678679"/>
              <a:ext cx="509905" cy="523240"/>
            </a:xfrm>
            <a:custGeom>
              <a:avLst/>
              <a:gdLst/>
              <a:ahLst/>
              <a:cxnLst/>
              <a:rect l="l" t="t" r="r" b="b"/>
              <a:pathLst>
                <a:path w="509905" h="523239">
                  <a:moveTo>
                    <a:pt x="255143" y="0"/>
                  </a:moveTo>
                  <a:lnTo>
                    <a:pt x="206351" y="1228"/>
                  </a:lnTo>
                  <a:lnTo>
                    <a:pt x="160940" y="4587"/>
                  </a:lnTo>
                  <a:lnTo>
                    <a:pt x="119768" y="9590"/>
                  </a:lnTo>
                  <a:lnTo>
                    <a:pt x="67292" y="20238"/>
                  </a:lnTo>
                  <a:lnTo>
                    <a:pt x="28448" y="34544"/>
                  </a:lnTo>
                  <a:lnTo>
                    <a:pt x="21590" y="39370"/>
                  </a:lnTo>
                  <a:lnTo>
                    <a:pt x="14731" y="43434"/>
                  </a:lnTo>
                  <a:lnTo>
                    <a:pt x="0" y="453898"/>
                  </a:lnTo>
                  <a:lnTo>
                    <a:pt x="829" y="461089"/>
                  </a:lnTo>
                  <a:lnTo>
                    <a:pt x="2904" y="467280"/>
                  </a:lnTo>
                  <a:lnTo>
                    <a:pt x="3016" y="467614"/>
                  </a:lnTo>
                  <a:lnTo>
                    <a:pt x="40451" y="495877"/>
                  </a:lnTo>
                  <a:lnTo>
                    <a:pt x="84581" y="508254"/>
                  </a:lnTo>
                  <a:lnTo>
                    <a:pt x="162956" y="518906"/>
                  </a:lnTo>
                  <a:lnTo>
                    <a:pt x="207936" y="521916"/>
                  </a:lnTo>
                  <a:lnTo>
                    <a:pt x="255143" y="522986"/>
                  </a:lnTo>
                  <a:lnTo>
                    <a:pt x="302478" y="522077"/>
                  </a:lnTo>
                  <a:lnTo>
                    <a:pt x="347408" y="519334"/>
                  </a:lnTo>
                  <a:lnTo>
                    <a:pt x="388623" y="514734"/>
                  </a:lnTo>
                  <a:lnTo>
                    <a:pt x="441638" y="504509"/>
                  </a:lnTo>
                  <a:lnTo>
                    <a:pt x="481965" y="491490"/>
                  </a:lnTo>
                  <a:lnTo>
                    <a:pt x="487934" y="487425"/>
                  </a:lnTo>
                  <a:lnTo>
                    <a:pt x="253237" y="487425"/>
                  </a:lnTo>
                  <a:lnTo>
                    <a:pt x="208186" y="486374"/>
                  </a:lnTo>
                  <a:lnTo>
                    <a:pt x="166891" y="483489"/>
                  </a:lnTo>
                  <a:lnTo>
                    <a:pt x="166327" y="483489"/>
                  </a:lnTo>
                  <a:lnTo>
                    <a:pt x="126561" y="478746"/>
                  </a:lnTo>
                  <a:lnTo>
                    <a:pt x="93240" y="472811"/>
                  </a:lnTo>
                  <a:lnTo>
                    <a:pt x="93068" y="472811"/>
                  </a:lnTo>
                  <a:lnTo>
                    <a:pt x="77414" y="469034"/>
                  </a:lnTo>
                  <a:lnTo>
                    <a:pt x="64484" y="465328"/>
                  </a:lnTo>
                  <a:lnTo>
                    <a:pt x="53792" y="461621"/>
                  </a:lnTo>
                  <a:lnTo>
                    <a:pt x="45338" y="457962"/>
                  </a:lnTo>
                  <a:lnTo>
                    <a:pt x="40259" y="455930"/>
                  </a:lnTo>
                  <a:lnTo>
                    <a:pt x="37465" y="453009"/>
                  </a:lnTo>
                  <a:lnTo>
                    <a:pt x="36322" y="451993"/>
                  </a:lnTo>
                  <a:lnTo>
                    <a:pt x="36322" y="378968"/>
                  </a:lnTo>
                  <a:lnTo>
                    <a:pt x="509650" y="378968"/>
                  </a:lnTo>
                  <a:lnTo>
                    <a:pt x="509650" y="372999"/>
                  </a:lnTo>
                  <a:lnTo>
                    <a:pt x="256286" y="372999"/>
                  </a:lnTo>
                  <a:lnTo>
                    <a:pt x="210448" y="371927"/>
                  </a:lnTo>
                  <a:lnTo>
                    <a:pt x="167243" y="368903"/>
                  </a:lnTo>
                  <a:lnTo>
                    <a:pt x="128109" y="364212"/>
                  </a:lnTo>
                  <a:lnTo>
                    <a:pt x="79924" y="354480"/>
                  </a:lnTo>
                  <a:lnTo>
                    <a:pt x="48260" y="343408"/>
                  </a:lnTo>
                  <a:lnTo>
                    <a:pt x="40259" y="340487"/>
                  </a:lnTo>
                  <a:lnTo>
                    <a:pt x="38354" y="338582"/>
                  </a:lnTo>
                  <a:lnTo>
                    <a:pt x="36322" y="337439"/>
                  </a:lnTo>
                  <a:lnTo>
                    <a:pt x="36322" y="251587"/>
                  </a:lnTo>
                  <a:lnTo>
                    <a:pt x="509650" y="251587"/>
                  </a:lnTo>
                  <a:lnTo>
                    <a:pt x="509650" y="245745"/>
                  </a:lnTo>
                  <a:lnTo>
                    <a:pt x="253237" y="245745"/>
                  </a:lnTo>
                  <a:lnTo>
                    <a:pt x="208186" y="244673"/>
                  </a:lnTo>
                  <a:lnTo>
                    <a:pt x="165528" y="241649"/>
                  </a:lnTo>
                  <a:lnTo>
                    <a:pt x="126561" y="236958"/>
                  </a:lnTo>
                  <a:lnTo>
                    <a:pt x="77414" y="227226"/>
                  </a:lnTo>
                  <a:lnTo>
                    <a:pt x="45338" y="216154"/>
                  </a:lnTo>
                  <a:lnTo>
                    <a:pt x="40259" y="214122"/>
                  </a:lnTo>
                  <a:lnTo>
                    <a:pt x="37465" y="211200"/>
                  </a:lnTo>
                  <a:lnTo>
                    <a:pt x="36322" y="210185"/>
                  </a:lnTo>
                  <a:lnTo>
                    <a:pt x="36322" y="125222"/>
                  </a:lnTo>
                  <a:lnTo>
                    <a:pt x="509650" y="125222"/>
                  </a:lnTo>
                  <a:lnTo>
                    <a:pt x="509650" y="118364"/>
                  </a:lnTo>
                  <a:lnTo>
                    <a:pt x="253237" y="118364"/>
                  </a:lnTo>
                  <a:lnTo>
                    <a:pt x="208186" y="117294"/>
                  </a:lnTo>
                  <a:lnTo>
                    <a:pt x="165528" y="114284"/>
                  </a:lnTo>
                  <a:lnTo>
                    <a:pt x="126561" y="109630"/>
                  </a:lnTo>
                  <a:lnTo>
                    <a:pt x="77414" y="99970"/>
                  </a:lnTo>
                  <a:lnTo>
                    <a:pt x="45338" y="88773"/>
                  </a:lnTo>
                  <a:lnTo>
                    <a:pt x="40259" y="86868"/>
                  </a:lnTo>
                  <a:lnTo>
                    <a:pt x="37465" y="83947"/>
                  </a:lnTo>
                  <a:lnTo>
                    <a:pt x="36322" y="82931"/>
                  </a:lnTo>
                  <a:lnTo>
                    <a:pt x="36322" y="76073"/>
                  </a:lnTo>
                  <a:lnTo>
                    <a:pt x="75725" y="57138"/>
                  </a:lnTo>
                  <a:lnTo>
                    <a:pt x="124061" y="46680"/>
                  </a:lnTo>
                  <a:lnTo>
                    <a:pt x="163083" y="41687"/>
                  </a:lnTo>
                  <a:lnTo>
                    <a:pt x="206511" y="38552"/>
                  </a:lnTo>
                  <a:lnTo>
                    <a:pt x="253237" y="37465"/>
                  </a:lnTo>
                  <a:lnTo>
                    <a:pt x="487147" y="37465"/>
                  </a:lnTo>
                  <a:lnTo>
                    <a:pt x="481965" y="34544"/>
                  </a:lnTo>
                  <a:lnTo>
                    <a:pt x="442156" y="20238"/>
                  </a:lnTo>
                  <a:lnTo>
                    <a:pt x="389659" y="9590"/>
                  </a:lnTo>
                  <a:lnTo>
                    <a:pt x="348615" y="4587"/>
                  </a:lnTo>
                  <a:lnTo>
                    <a:pt x="303474" y="1228"/>
                  </a:lnTo>
                  <a:lnTo>
                    <a:pt x="255143" y="0"/>
                  </a:lnTo>
                  <a:close/>
                </a:path>
                <a:path w="509905" h="523239">
                  <a:moveTo>
                    <a:pt x="509650" y="378968"/>
                  </a:moveTo>
                  <a:lnTo>
                    <a:pt x="473075" y="378968"/>
                  </a:lnTo>
                  <a:lnTo>
                    <a:pt x="473075" y="451993"/>
                  </a:lnTo>
                  <a:lnTo>
                    <a:pt x="472186" y="453009"/>
                  </a:lnTo>
                  <a:lnTo>
                    <a:pt x="469138" y="453898"/>
                  </a:lnTo>
                  <a:lnTo>
                    <a:pt x="461263" y="457962"/>
                  </a:lnTo>
                  <a:lnTo>
                    <a:pt x="452806" y="461621"/>
                  </a:lnTo>
                  <a:lnTo>
                    <a:pt x="442182" y="465328"/>
                  </a:lnTo>
                  <a:lnTo>
                    <a:pt x="429510" y="469034"/>
                  </a:lnTo>
                  <a:lnTo>
                    <a:pt x="414441" y="472811"/>
                  </a:lnTo>
                  <a:lnTo>
                    <a:pt x="414303" y="472811"/>
                  </a:lnTo>
                  <a:lnTo>
                    <a:pt x="381396" y="479174"/>
                  </a:lnTo>
                  <a:lnTo>
                    <a:pt x="342265" y="483774"/>
                  </a:lnTo>
                  <a:lnTo>
                    <a:pt x="299037" y="486517"/>
                  </a:lnTo>
                  <a:lnTo>
                    <a:pt x="253237" y="487425"/>
                  </a:lnTo>
                  <a:lnTo>
                    <a:pt x="487934" y="487425"/>
                  </a:lnTo>
                  <a:lnTo>
                    <a:pt x="509650" y="453898"/>
                  </a:lnTo>
                  <a:lnTo>
                    <a:pt x="509650" y="378968"/>
                  </a:lnTo>
                  <a:close/>
                </a:path>
                <a:path w="509905" h="523239">
                  <a:moveTo>
                    <a:pt x="473075" y="378968"/>
                  </a:moveTo>
                  <a:lnTo>
                    <a:pt x="36322" y="378968"/>
                  </a:lnTo>
                  <a:lnTo>
                    <a:pt x="46648" y="383234"/>
                  </a:lnTo>
                  <a:lnTo>
                    <a:pt x="84581" y="393700"/>
                  </a:lnTo>
                  <a:lnTo>
                    <a:pt x="162956" y="404510"/>
                  </a:lnTo>
                  <a:lnTo>
                    <a:pt x="209814" y="407630"/>
                  </a:lnTo>
                  <a:lnTo>
                    <a:pt x="213537" y="407630"/>
                  </a:lnTo>
                  <a:lnTo>
                    <a:pt x="255143" y="408559"/>
                  </a:lnTo>
                  <a:lnTo>
                    <a:pt x="302478" y="407630"/>
                  </a:lnTo>
                  <a:lnTo>
                    <a:pt x="347408" y="404844"/>
                  </a:lnTo>
                  <a:lnTo>
                    <a:pt x="388623" y="400200"/>
                  </a:lnTo>
                  <a:lnTo>
                    <a:pt x="438338" y="390201"/>
                  </a:lnTo>
                  <a:lnTo>
                    <a:pt x="461942" y="383234"/>
                  </a:lnTo>
                  <a:lnTo>
                    <a:pt x="473075" y="378968"/>
                  </a:lnTo>
                  <a:close/>
                </a:path>
                <a:path w="509905" h="523239">
                  <a:moveTo>
                    <a:pt x="509650" y="251587"/>
                  </a:moveTo>
                  <a:lnTo>
                    <a:pt x="473075" y="251587"/>
                  </a:lnTo>
                  <a:lnTo>
                    <a:pt x="473075" y="337439"/>
                  </a:lnTo>
                  <a:lnTo>
                    <a:pt x="472186" y="338582"/>
                  </a:lnTo>
                  <a:lnTo>
                    <a:pt x="432540" y="354480"/>
                  </a:lnTo>
                  <a:lnTo>
                    <a:pt x="383391" y="364212"/>
                  </a:lnTo>
                  <a:lnTo>
                    <a:pt x="344122" y="368903"/>
                  </a:lnTo>
                  <a:lnTo>
                    <a:pt x="301353" y="371927"/>
                  </a:lnTo>
                  <a:lnTo>
                    <a:pt x="256286" y="372999"/>
                  </a:lnTo>
                  <a:lnTo>
                    <a:pt x="509650" y="372999"/>
                  </a:lnTo>
                  <a:lnTo>
                    <a:pt x="509650" y="251587"/>
                  </a:lnTo>
                  <a:close/>
                </a:path>
                <a:path w="509905" h="523239">
                  <a:moveTo>
                    <a:pt x="473075" y="251587"/>
                  </a:moveTo>
                  <a:lnTo>
                    <a:pt x="36322" y="251587"/>
                  </a:lnTo>
                  <a:lnTo>
                    <a:pt x="47077" y="256105"/>
                  </a:lnTo>
                  <a:lnTo>
                    <a:pt x="84581" y="266446"/>
                  </a:lnTo>
                  <a:lnTo>
                    <a:pt x="162575" y="277526"/>
                  </a:lnTo>
                  <a:lnTo>
                    <a:pt x="207793" y="280269"/>
                  </a:lnTo>
                  <a:lnTo>
                    <a:pt x="255143" y="281178"/>
                  </a:lnTo>
                  <a:lnTo>
                    <a:pt x="302335" y="280108"/>
                  </a:lnTo>
                  <a:lnTo>
                    <a:pt x="347027" y="277098"/>
                  </a:lnTo>
                  <a:lnTo>
                    <a:pt x="388195" y="272444"/>
                  </a:lnTo>
                  <a:lnTo>
                    <a:pt x="438499" y="263856"/>
                  </a:lnTo>
                  <a:lnTo>
                    <a:pt x="473075" y="251587"/>
                  </a:lnTo>
                  <a:close/>
                </a:path>
                <a:path w="509905" h="523239">
                  <a:moveTo>
                    <a:pt x="509650" y="125222"/>
                  </a:moveTo>
                  <a:lnTo>
                    <a:pt x="470281" y="125222"/>
                  </a:lnTo>
                  <a:lnTo>
                    <a:pt x="470281" y="210185"/>
                  </a:lnTo>
                  <a:lnTo>
                    <a:pt x="469138" y="212090"/>
                  </a:lnTo>
                  <a:lnTo>
                    <a:pt x="466217" y="214122"/>
                  </a:lnTo>
                  <a:lnTo>
                    <a:pt x="461263" y="216154"/>
                  </a:lnTo>
                  <a:lnTo>
                    <a:pt x="452806" y="219813"/>
                  </a:lnTo>
                  <a:lnTo>
                    <a:pt x="414909" y="230886"/>
                  </a:lnTo>
                  <a:lnTo>
                    <a:pt x="342265" y="242030"/>
                  </a:lnTo>
                  <a:lnTo>
                    <a:pt x="299037" y="244816"/>
                  </a:lnTo>
                  <a:lnTo>
                    <a:pt x="253237" y="245745"/>
                  </a:lnTo>
                  <a:lnTo>
                    <a:pt x="509650" y="245745"/>
                  </a:lnTo>
                  <a:lnTo>
                    <a:pt x="509650" y="125222"/>
                  </a:lnTo>
                  <a:close/>
                </a:path>
                <a:path w="509905" h="523239">
                  <a:moveTo>
                    <a:pt x="470281" y="125222"/>
                  </a:moveTo>
                  <a:lnTo>
                    <a:pt x="36322" y="125222"/>
                  </a:lnTo>
                  <a:lnTo>
                    <a:pt x="47031" y="128992"/>
                  </a:lnTo>
                  <a:lnTo>
                    <a:pt x="118868" y="145778"/>
                  </a:lnTo>
                  <a:lnTo>
                    <a:pt x="160337" y="150479"/>
                  </a:lnTo>
                  <a:lnTo>
                    <a:pt x="205140" y="153727"/>
                  </a:lnTo>
                  <a:lnTo>
                    <a:pt x="252349" y="154940"/>
                  </a:lnTo>
                  <a:lnTo>
                    <a:pt x="299591" y="154013"/>
                  </a:lnTo>
                  <a:lnTo>
                    <a:pt x="344439" y="151241"/>
                  </a:lnTo>
                  <a:lnTo>
                    <a:pt x="385597" y="146635"/>
                  </a:lnTo>
                  <a:lnTo>
                    <a:pt x="435473" y="136437"/>
                  </a:lnTo>
                  <a:lnTo>
                    <a:pt x="470281" y="125222"/>
                  </a:lnTo>
                  <a:close/>
                </a:path>
                <a:path w="509905" h="523239">
                  <a:moveTo>
                    <a:pt x="487147" y="37465"/>
                  </a:moveTo>
                  <a:lnTo>
                    <a:pt x="253237" y="37465"/>
                  </a:lnTo>
                  <a:lnTo>
                    <a:pt x="300037" y="38552"/>
                  </a:lnTo>
                  <a:lnTo>
                    <a:pt x="343503" y="41687"/>
                  </a:lnTo>
                  <a:lnTo>
                    <a:pt x="382539" y="46680"/>
                  </a:lnTo>
                  <a:lnTo>
                    <a:pt x="430474" y="57138"/>
                  </a:lnTo>
                  <a:lnTo>
                    <a:pt x="466217" y="72009"/>
                  </a:lnTo>
                  <a:lnTo>
                    <a:pt x="470281" y="76073"/>
                  </a:lnTo>
                  <a:lnTo>
                    <a:pt x="470281" y="82931"/>
                  </a:lnTo>
                  <a:lnTo>
                    <a:pt x="469138" y="85725"/>
                  </a:lnTo>
                  <a:lnTo>
                    <a:pt x="461263" y="88773"/>
                  </a:lnTo>
                  <a:lnTo>
                    <a:pt x="452806" y="92505"/>
                  </a:lnTo>
                  <a:lnTo>
                    <a:pt x="414909" y="103632"/>
                  </a:lnTo>
                  <a:lnTo>
                    <a:pt x="342265" y="114284"/>
                  </a:lnTo>
                  <a:lnTo>
                    <a:pt x="299037" y="117294"/>
                  </a:lnTo>
                  <a:lnTo>
                    <a:pt x="253237" y="118364"/>
                  </a:lnTo>
                  <a:lnTo>
                    <a:pt x="509650" y="118364"/>
                  </a:lnTo>
                  <a:lnTo>
                    <a:pt x="509539" y="72009"/>
                  </a:lnTo>
                  <a:lnTo>
                    <a:pt x="489036" y="38552"/>
                  </a:lnTo>
                  <a:lnTo>
                    <a:pt x="487147" y="37465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2802996" y="4542980"/>
              <a:ext cx="3974465" cy="843915"/>
            </a:xfrm>
            <a:custGeom>
              <a:avLst/>
              <a:gdLst/>
              <a:ahLst/>
              <a:cxnLst/>
              <a:rect l="l" t="t" r="r" b="b"/>
              <a:pathLst>
                <a:path w="3974465" h="843914">
                  <a:moveTo>
                    <a:pt x="3974337" y="0"/>
                  </a:moveTo>
                  <a:lnTo>
                    <a:pt x="0" y="0"/>
                  </a:lnTo>
                  <a:lnTo>
                    <a:pt x="0" y="843597"/>
                  </a:lnTo>
                  <a:lnTo>
                    <a:pt x="3974337" y="843597"/>
                  </a:lnTo>
                  <a:lnTo>
                    <a:pt x="3974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3339953" y="4797298"/>
            <a:ext cx="135826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45" b="1">
                <a:solidFill>
                  <a:srgbClr val="173360"/>
                </a:solidFill>
                <a:latin typeface="Calibri"/>
                <a:cs typeface="Calibri"/>
              </a:rPr>
              <a:t>ML</a:t>
            </a:r>
            <a:r>
              <a:rPr dirty="0" sz="19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70" b="1">
                <a:solidFill>
                  <a:srgbClr val="173360"/>
                </a:solidFill>
                <a:latin typeface="Calibri"/>
                <a:cs typeface="Calibri"/>
              </a:rPr>
              <a:t>Engine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164207" y="2913049"/>
            <a:ext cx="11624945" cy="3220720"/>
            <a:chOff x="2164207" y="2913049"/>
            <a:chExt cx="11624945" cy="3220720"/>
          </a:xfrm>
        </p:grpSpPr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19560" y="4066031"/>
              <a:ext cx="2069084" cy="2067687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2258548" y="4489195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69"/>
                  </a:lnTo>
                  <a:lnTo>
                    <a:pt x="280106" y="35954"/>
                  </a:lnTo>
                  <a:lnTo>
                    <a:pt x="240019" y="55220"/>
                  </a:lnTo>
                  <a:lnTo>
                    <a:pt x="202207" y="78136"/>
                  </a:lnTo>
                  <a:lnTo>
                    <a:pt x="166902" y="104473"/>
                  </a:lnTo>
                  <a:lnTo>
                    <a:pt x="134334" y="134000"/>
                  </a:lnTo>
                  <a:lnTo>
                    <a:pt x="104733" y="166488"/>
                  </a:lnTo>
                  <a:lnTo>
                    <a:pt x="78331" y="201705"/>
                  </a:lnTo>
                  <a:lnTo>
                    <a:pt x="55357" y="239422"/>
                  </a:lnTo>
                  <a:lnTo>
                    <a:pt x="36044" y="279409"/>
                  </a:lnTo>
                  <a:lnTo>
                    <a:pt x="20620" y="321436"/>
                  </a:lnTo>
                  <a:lnTo>
                    <a:pt x="9318" y="365273"/>
                  </a:lnTo>
                  <a:lnTo>
                    <a:pt x="2368" y="410688"/>
                  </a:lnTo>
                  <a:lnTo>
                    <a:pt x="0" y="457453"/>
                  </a:lnTo>
                  <a:lnTo>
                    <a:pt x="2368" y="504241"/>
                  </a:lnTo>
                  <a:lnTo>
                    <a:pt x="9318" y="549676"/>
                  </a:lnTo>
                  <a:lnTo>
                    <a:pt x="20620" y="593530"/>
                  </a:lnTo>
                  <a:lnTo>
                    <a:pt x="36044" y="635571"/>
                  </a:lnTo>
                  <a:lnTo>
                    <a:pt x="55357" y="675570"/>
                  </a:lnTo>
                  <a:lnTo>
                    <a:pt x="78331" y="713298"/>
                  </a:lnTo>
                  <a:lnTo>
                    <a:pt x="104733" y="748524"/>
                  </a:lnTo>
                  <a:lnTo>
                    <a:pt x="134334" y="781018"/>
                  </a:lnTo>
                  <a:lnTo>
                    <a:pt x="166902" y="810550"/>
                  </a:lnTo>
                  <a:lnTo>
                    <a:pt x="202207" y="836891"/>
                  </a:lnTo>
                  <a:lnTo>
                    <a:pt x="240019" y="859810"/>
                  </a:lnTo>
                  <a:lnTo>
                    <a:pt x="280106" y="879078"/>
                  </a:lnTo>
                  <a:lnTo>
                    <a:pt x="322238" y="894464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4"/>
                  </a:lnTo>
                  <a:lnTo>
                    <a:pt x="505478" y="912672"/>
                  </a:lnTo>
                  <a:lnTo>
                    <a:pt x="551003" y="905739"/>
                  </a:lnTo>
                  <a:lnTo>
                    <a:pt x="594943" y="894464"/>
                  </a:lnTo>
                  <a:lnTo>
                    <a:pt x="637067" y="879078"/>
                  </a:lnTo>
                  <a:lnTo>
                    <a:pt x="677145" y="859810"/>
                  </a:lnTo>
                  <a:lnTo>
                    <a:pt x="714946" y="836891"/>
                  </a:lnTo>
                  <a:lnTo>
                    <a:pt x="750239" y="810550"/>
                  </a:lnTo>
                  <a:lnTo>
                    <a:pt x="782796" y="781018"/>
                  </a:lnTo>
                  <a:lnTo>
                    <a:pt x="812385" y="748524"/>
                  </a:lnTo>
                  <a:lnTo>
                    <a:pt x="838775" y="713298"/>
                  </a:lnTo>
                  <a:lnTo>
                    <a:pt x="861738" y="675570"/>
                  </a:lnTo>
                  <a:lnTo>
                    <a:pt x="881042" y="635571"/>
                  </a:lnTo>
                  <a:lnTo>
                    <a:pt x="896457" y="593530"/>
                  </a:lnTo>
                  <a:lnTo>
                    <a:pt x="907753" y="549676"/>
                  </a:lnTo>
                  <a:lnTo>
                    <a:pt x="914700" y="504241"/>
                  </a:lnTo>
                  <a:lnTo>
                    <a:pt x="917067" y="457453"/>
                  </a:lnTo>
                  <a:lnTo>
                    <a:pt x="914700" y="410688"/>
                  </a:lnTo>
                  <a:lnTo>
                    <a:pt x="907753" y="365273"/>
                  </a:lnTo>
                  <a:lnTo>
                    <a:pt x="896457" y="321436"/>
                  </a:lnTo>
                  <a:lnTo>
                    <a:pt x="881042" y="279409"/>
                  </a:lnTo>
                  <a:lnTo>
                    <a:pt x="861738" y="239422"/>
                  </a:lnTo>
                  <a:lnTo>
                    <a:pt x="838775" y="201705"/>
                  </a:lnTo>
                  <a:lnTo>
                    <a:pt x="812385" y="166488"/>
                  </a:lnTo>
                  <a:lnTo>
                    <a:pt x="782796" y="134000"/>
                  </a:lnTo>
                  <a:lnTo>
                    <a:pt x="750239" y="104473"/>
                  </a:lnTo>
                  <a:lnTo>
                    <a:pt x="714946" y="78136"/>
                  </a:lnTo>
                  <a:lnTo>
                    <a:pt x="677145" y="55220"/>
                  </a:lnTo>
                  <a:lnTo>
                    <a:pt x="637067" y="35954"/>
                  </a:lnTo>
                  <a:lnTo>
                    <a:pt x="594943" y="20569"/>
                  </a:lnTo>
                  <a:lnTo>
                    <a:pt x="551003" y="9295"/>
                  </a:lnTo>
                  <a:lnTo>
                    <a:pt x="505478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49260" y="2913049"/>
              <a:ext cx="760755" cy="758393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164207" y="3477958"/>
              <a:ext cx="3974465" cy="843915"/>
            </a:xfrm>
            <a:custGeom>
              <a:avLst/>
              <a:gdLst/>
              <a:ahLst/>
              <a:cxnLst/>
              <a:rect l="l" t="t" r="r" b="b"/>
              <a:pathLst>
                <a:path w="3974465" h="843914">
                  <a:moveTo>
                    <a:pt x="3974338" y="0"/>
                  </a:moveTo>
                  <a:lnTo>
                    <a:pt x="0" y="0"/>
                  </a:lnTo>
                  <a:lnTo>
                    <a:pt x="0" y="843597"/>
                  </a:lnTo>
                  <a:lnTo>
                    <a:pt x="3974338" y="843597"/>
                  </a:lnTo>
                  <a:lnTo>
                    <a:pt x="39743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2700273" y="3732022"/>
            <a:ext cx="228219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60" b="1">
                <a:solidFill>
                  <a:srgbClr val="173360"/>
                </a:solidFill>
                <a:latin typeface="Calibri"/>
                <a:cs typeface="Calibri"/>
              </a:rPr>
              <a:t>SaaS</a:t>
            </a:r>
            <a:r>
              <a:rPr dirty="0" sz="1900" spc="14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Applications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993647" y="2938272"/>
            <a:ext cx="15784194" cy="3548379"/>
            <a:chOff x="993647" y="2938272"/>
            <a:chExt cx="15784194" cy="3548379"/>
          </a:xfrm>
        </p:grpSpPr>
        <p:pic>
          <p:nvPicPr>
            <p:cNvPr id="46" name="object 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3647" y="2938272"/>
              <a:ext cx="2069083" cy="206616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533017" y="3360673"/>
              <a:ext cx="15244444" cy="3125470"/>
            </a:xfrm>
            <a:custGeom>
              <a:avLst/>
              <a:gdLst/>
              <a:ahLst/>
              <a:cxnLst/>
              <a:rect l="l" t="t" r="r" b="b"/>
              <a:pathLst>
                <a:path w="15244444" h="3125470">
                  <a:moveTo>
                    <a:pt x="917194" y="457454"/>
                  </a:moveTo>
                  <a:lnTo>
                    <a:pt x="914819" y="410692"/>
                  </a:lnTo>
                  <a:lnTo>
                    <a:pt x="907872" y="365277"/>
                  </a:lnTo>
                  <a:lnTo>
                    <a:pt x="896569" y="321437"/>
                  </a:lnTo>
                  <a:lnTo>
                    <a:pt x="881138" y="279412"/>
                  </a:lnTo>
                  <a:lnTo>
                    <a:pt x="861834" y="239433"/>
                  </a:lnTo>
                  <a:lnTo>
                    <a:pt x="838860" y="201714"/>
                  </a:lnTo>
                  <a:lnTo>
                    <a:pt x="812457" y="166497"/>
                  </a:lnTo>
                  <a:lnTo>
                    <a:pt x="782853" y="134010"/>
                  </a:lnTo>
                  <a:lnTo>
                    <a:pt x="750290" y="104482"/>
                  </a:lnTo>
                  <a:lnTo>
                    <a:pt x="714984" y="78143"/>
                  </a:lnTo>
                  <a:lnTo>
                    <a:pt x="677164" y="55232"/>
                  </a:lnTo>
                  <a:lnTo>
                    <a:pt x="637082" y="35966"/>
                  </a:lnTo>
                  <a:lnTo>
                    <a:pt x="594944" y="20574"/>
                  </a:lnTo>
                  <a:lnTo>
                    <a:pt x="551002" y="9296"/>
                  </a:lnTo>
                  <a:lnTo>
                    <a:pt x="505472" y="2374"/>
                  </a:lnTo>
                  <a:lnTo>
                    <a:pt x="458597" y="0"/>
                  </a:lnTo>
                  <a:lnTo>
                    <a:pt x="411708" y="2374"/>
                  </a:lnTo>
                  <a:lnTo>
                    <a:pt x="366179" y="9296"/>
                  </a:lnTo>
                  <a:lnTo>
                    <a:pt x="322237" y="20574"/>
                  </a:lnTo>
                  <a:lnTo>
                    <a:pt x="280098" y="35966"/>
                  </a:lnTo>
                  <a:lnTo>
                    <a:pt x="240017" y="55232"/>
                  </a:lnTo>
                  <a:lnTo>
                    <a:pt x="202196" y="78143"/>
                  </a:lnTo>
                  <a:lnTo>
                    <a:pt x="166890" y="104482"/>
                  </a:lnTo>
                  <a:lnTo>
                    <a:pt x="134327" y="134010"/>
                  </a:lnTo>
                  <a:lnTo>
                    <a:pt x="104724" y="166497"/>
                  </a:lnTo>
                  <a:lnTo>
                    <a:pt x="78320" y="201714"/>
                  </a:lnTo>
                  <a:lnTo>
                    <a:pt x="55346" y="239433"/>
                  </a:lnTo>
                  <a:lnTo>
                    <a:pt x="36042" y="279412"/>
                  </a:lnTo>
                  <a:lnTo>
                    <a:pt x="20612" y="321437"/>
                  </a:lnTo>
                  <a:lnTo>
                    <a:pt x="9309" y="365277"/>
                  </a:lnTo>
                  <a:lnTo>
                    <a:pt x="2362" y="410692"/>
                  </a:lnTo>
                  <a:lnTo>
                    <a:pt x="0" y="457454"/>
                  </a:lnTo>
                  <a:lnTo>
                    <a:pt x="2362" y="504240"/>
                  </a:lnTo>
                  <a:lnTo>
                    <a:pt x="9309" y="549681"/>
                  </a:lnTo>
                  <a:lnTo>
                    <a:pt x="20612" y="593521"/>
                  </a:lnTo>
                  <a:lnTo>
                    <a:pt x="36042" y="635558"/>
                  </a:lnTo>
                  <a:lnTo>
                    <a:pt x="55346" y="675551"/>
                  </a:lnTo>
                  <a:lnTo>
                    <a:pt x="78320" y="713270"/>
                  </a:lnTo>
                  <a:lnTo>
                    <a:pt x="104724" y="748474"/>
                  </a:lnTo>
                  <a:lnTo>
                    <a:pt x="134327" y="780961"/>
                  </a:lnTo>
                  <a:lnTo>
                    <a:pt x="166890" y="810475"/>
                  </a:lnTo>
                  <a:lnTo>
                    <a:pt x="202196" y="836815"/>
                  </a:lnTo>
                  <a:lnTo>
                    <a:pt x="240017" y="859713"/>
                  </a:lnTo>
                  <a:lnTo>
                    <a:pt x="280098" y="878979"/>
                  </a:lnTo>
                  <a:lnTo>
                    <a:pt x="322237" y="894359"/>
                  </a:lnTo>
                  <a:lnTo>
                    <a:pt x="366179" y="905624"/>
                  </a:lnTo>
                  <a:lnTo>
                    <a:pt x="411708" y="912558"/>
                  </a:lnTo>
                  <a:lnTo>
                    <a:pt x="458597" y="914908"/>
                  </a:lnTo>
                  <a:lnTo>
                    <a:pt x="505472" y="912558"/>
                  </a:lnTo>
                  <a:lnTo>
                    <a:pt x="551002" y="905624"/>
                  </a:lnTo>
                  <a:lnTo>
                    <a:pt x="594944" y="894359"/>
                  </a:lnTo>
                  <a:lnTo>
                    <a:pt x="637082" y="878979"/>
                  </a:lnTo>
                  <a:lnTo>
                    <a:pt x="677164" y="859713"/>
                  </a:lnTo>
                  <a:lnTo>
                    <a:pt x="714984" y="836815"/>
                  </a:lnTo>
                  <a:lnTo>
                    <a:pt x="750290" y="810475"/>
                  </a:lnTo>
                  <a:lnTo>
                    <a:pt x="782853" y="780961"/>
                  </a:lnTo>
                  <a:lnTo>
                    <a:pt x="812457" y="748474"/>
                  </a:lnTo>
                  <a:lnTo>
                    <a:pt x="838860" y="713270"/>
                  </a:lnTo>
                  <a:lnTo>
                    <a:pt x="861834" y="675551"/>
                  </a:lnTo>
                  <a:lnTo>
                    <a:pt x="881138" y="635558"/>
                  </a:lnTo>
                  <a:lnTo>
                    <a:pt x="896569" y="593521"/>
                  </a:lnTo>
                  <a:lnTo>
                    <a:pt x="907872" y="549681"/>
                  </a:lnTo>
                  <a:lnTo>
                    <a:pt x="914819" y="504240"/>
                  </a:lnTo>
                  <a:lnTo>
                    <a:pt x="917194" y="457454"/>
                  </a:lnTo>
                  <a:close/>
                </a:path>
                <a:path w="15244444" h="3125470">
                  <a:moveTo>
                    <a:pt x="15244318" y="2281872"/>
                  </a:moveTo>
                  <a:lnTo>
                    <a:pt x="11269980" y="2281872"/>
                  </a:lnTo>
                  <a:lnTo>
                    <a:pt x="11269980" y="3125470"/>
                  </a:lnTo>
                  <a:lnTo>
                    <a:pt x="15244318" y="3125470"/>
                  </a:lnTo>
                  <a:lnTo>
                    <a:pt x="15244318" y="2281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3339953" y="5752338"/>
            <a:ext cx="2618105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200" b="1">
                <a:solidFill>
                  <a:srgbClr val="173360"/>
                </a:solidFill>
                <a:latin typeface="Calibri"/>
                <a:cs typeface="Calibri"/>
              </a:rPr>
              <a:t>Real-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dirty="0" sz="1900" spc="14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95" b="1">
                <a:solidFill>
                  <a:srgbClr val="173360"/>
                </a:solidFill>
                <a:latin typeface="Calibri"/>
                <a:cs typeface="Calibri"/>
              </a:rPr>
              <a:t>Alerts</a:t>
            </a:r>
            <a:r>
              <a:rPr dirty="0" sz="19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and </a:t>
            </a:r>
            <a:r>
              <a:rPr dirty="0" sz="1900" spc="235" b="1">
                <a:solidFill>
                  <a:srgbClr val="173360"/>
                </a:solidFill>
                <a:latin typeface="Calibri"/>
                <a:cs typeface="Calibri"/>
              </a:rPr>
              <a:t>Dashboards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993647" y="5138928"/>
            <a:ext cx="12795250" cy="2455545"/>
            <a:chOff x="993647" y="5138928"/>
            <a:chExt cx="12795250" cy="2455545"/>
          </a:xfrm>
        </p:grpSpPr>
        <p:pic>
          <p:nvPicPr>
            <p:cNvPr id="50" name="object 5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19559" y="5138928"/>
              <a:ext cx="2069084" cy="2067687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2258547" y="5562473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70"/>
                  </a:lnTo>
                  <a:lnTo>
                    <a:pt x="280106" y="35956"/>
                  </a:lnTo>
                  <a:lnTo>
                    <a:pt x="240019" y="55224"/>
                  </a:lnTo>
                  <a:lnTo>
                    <a:pt x="202207" y="78143"/>
                  </a:lnTo>
                  <a:lnTo>
                    <a:pt x="166902" y="104484"/>
                  </a:lnTo>
                  <a:lnTo>
                    <a:pt x="134334" y="134016"/>
                  </a:lnTo>
                  <a:lnTo>
                    <a:pt x="104733" y="166510"/>
                  </a:lnTo>
                  <a:lnTo>
                    <a:pt x="78331" y="201736"/>
                  </a:lnTo>
                  <a:lnTo>
                    <a:pt x="55357" y="239464"/>
                  </a:lnTo>
                  <a:lnTo>
                    <a:pt x="36044" y="279463"/>
                  </a:lnTo>
                  <a:lnTo>
                    <a:pt x="20620" y="321504"/>
                  </a:lnTo>
                  <a:lnTo>
                    <a:pt x="9318" y="365358"/>
                  </a:lnTo>
                  <a:lnTo>
                    <a:pt x="2368" y="410793"/>
                  </a:lnTo>
                  <a:lnTo>
                    <a:pt x="0" y="457580"/>
                  </a:lnTo>
                  <a:lnTo>
                    <a:pt x="2368" y="504346"/>
                  </a:lnTo>
                  <a:lnTo>
                    <a:pt x="9318" y="549761"/>
                  </a:lnTo>
                  <a:lnTo>
                    <a:pt x="20620" y="593598"/>
                  </a:lnTo>
                  <a:lnTo>
                    <a:pt x="36044" y="635625"/>
                  </a:lnTo>
                  <a:lnTo>
                    <a:pt x="55357" y="675612"/>
                  </a:lnTo>
                  <a:lnTo>
                    <a:pt x="78331" y="713329"/>
                  </a:lnTo>
                  <a:lnTo>
                    <a:pt x="104733" y="748546"/>
                  </a:lnTo>
                  <a:lnTo>
                    <a:pt x="134334" y="781034"/>
                  </a:lnTo>
                  <a:lnTo>
                    <a:pt x="166902" y="810561"/>
                  </a:lnTo>
                  <a:lnTo>
                    <a:pt x="202207" y="836898"/>
                  </a:lnTo>
                  <a:lnTo>
                    <a:pt x="240019" y="859814"/>
                  </a:lnTo>
                  <a:lnTo>
                    <a:pt x="280106" y="879080"/>
                  </a:lnTo>
                  <a:lnTo>
                    <a:pt x="322238" y="894465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5"/>
                  </a:lnTo>
                  <a:lnTo>
                    <a:pt x="505478" y="912672"/>
                  </a:lnTo>
                  <a:lnTo>
                    <a:pt x="551003" y="905739"/>
                  </a:lnTo>
                  <a:lnTo>
                    <a:pt x="594943" y="894465"/>
                  </a:lnTo>
                  <a:lnTo>
                    <a:pt x="637067" y="879080"/>
                  </a:lnTo>
                  <a:lnTo>
                    <a:pt x="677145" y="859814"/>
                  </a:lnTo>
                  <a:lnTo>
                    <a:pt x="714946" y="836898"/>
                  </a:lnTo>
                  <a:lnTo>
                    <a:pt x="750239" y="810561"/>
                  </a:lnTo>
                  <a:lnTo>
                    <a:pt x="782796" y="781034"/>
                  </a:lnTo>
                  <a:lnTo>
                    <a:pt x="812385" y="748546"/>
                  </a:lnTo>
                  <a:lnTo>
                    <a:pt x="838775" y="713329"/>
                  </a:lnTo>
                  <a:lnTo>
                    <a:pt x="861738" y="675612"/>
                  </a:lnTo>
                  <a:lnTo>
                    <a:pt x="881042" y="635625"/>
                  </a:lnTo>
                  <a:lnTo>
                    <a:pt x="896457" y="593598"/>
                  </a:lnTo>
                  <a:lnTo>
                    <a:pt x="907753" y="549761"/>
                  </a:lnTo>
                  <a:lnTo>
                    <a:pt x="914700" y="504346"/>
                  </a:lnTo>
                  <a:lnTo>
                    <a:pt x="917067" y="457580"/>
                  </a:lnTo>
                  <a:lnTo>
                    <a:pt x="914700" y="410793"/>
                  </a:lnTo>
                  <a:lnTo>
                    <a:pt x="907753" y="365358"/>
                  </a:lnTo>
                  <a:lnTo>
                    <a:pt x="896457" y="321504"/>
                  </a:lnTo>
                  <a:lnTo>
                    <a:pt x="881042" y="279463"/>
                  </a:lnTo>
                  <a:lnTo>
                    <a:pt x="861738" y="239464"/>
                  </a:lnTo>
                  <a:lnTo>
                    <a:pt x="838775" y="201736"/>
                  </a:lnTo>
                  <a:lnTo>
                    <a:pt x="812385" y="166510"/>
                  </a:lnTo>
                  <a:lnTo>
                    <a:pt x="782796" y="134016"/>
                  </a:lnTo>
                  <a:lnTo>
                    <a:pt x="750239" y="104484"/>
                  </a:lnTo>
                  <a:lnTo>
                    <a:pt x="714946" y="78143"/>
                  </a:lnTo>
                  <a:lnTo>
                    <a:pt x="677145" y="55224"/>
                  </a:lnTo>
                  <a:lnTo>
                    <a:pt x="637067" y="35956"/>
                  </a:lnTo>
                  <a:lnTo>
                    <a:pt x="594943" y="20570"/>
                  </a:lnTo>
                  <a:lnTo>
                    <a:pt x="551003" y="9295"/>
                  </a:lnTo>
                  <a:lnTo>
                    <a:pt x="505478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3647" y="5145024"/>
              <a:ext cx="2069083" cy="2039874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533017" y="5567298"/>
              <a:ext cx="4605655" cy="2026920"/>
            </a:xfrm>
            <a:custGeom>
              <a:avLst/>
              <a:gdLst/>
              <a:ahLst/>
              <a:cxnLst/>
              <a:rect l="l" t="t" r="r" b="b"/>
              <a:pathLst>
                <a:path w="4605655" h="2026920">
                  <a:moveTo>
                    <a:pt x="917194" y="444119"/>
                  </a:moveTo>
                  <a:lnTo>
                    <a:pt x="914501" y="395744"/>
                  </a:lnTo>
                  <a:lnTo>
                    <a:pt x="906602" y="348869"/>
                  </a:lnTo>
                  <a:lnTo>
                    <a:pt x="893800" y="303771"/>
                  </a:lnTo>
                  <a:lnTo>
                    <a:pt x="876363" y="260718"/>
                  </a:lnTo>
                  <a:lnTo>
                    <a:pt x="854570" y="219989"/>
                  </a:lnTo>
                  <a:lnTo>
                    <a:pt x="828700" y="181851"/>
                  </a:lnTo>
                  <a:lnTo>
                    <a:pt x="799020" y="146583"/>
                  </a:lnTo>
                  <a:lnTo>
                    <a:pt x="765835" y="114439"/>
                  </a:lnTo>
                  <a:lnTo>
                    <a:pt x="729411" y="85712"/>
                  </a:lnTo>
                  <a:lnTo>
                    <a:pt x="690041" y="60655"/>
                  </a:lnTo>
                  <a:lnTo>
                    <a:pt x="647979" y="39547"/>
                  </a:lnTo>
                  <a:lnTo>
                    <a:pt x="603529" y="22656"/>
                  </a:lnTo>
                  <a:lnTo>
                    <a:pt x="556958" y="10248"/>
                  </a:lnTo>
                  <a:lnTo>
                    <a:pt x="508558" y="2616"/>
                  </a:lnTo>
                  <a:lnTo>
                    <a:pt x="458597" y="0"/>
                  </a:lnTo>
                  <a:lnTo>
                    <a:pt x="408622" y="2616"/>
                  </a:lnTo>
                  <a:lnTo>
                    <a:pt x="360222" y="10248"/>
                  </a:lnTo>
                  <a:lnTo>
                    <a:pt x="313651" y="22656"/>
                  </a:lnTo>
                  <a:lnTo>
                    <a:pt x="269201" y="39547"/>
                  </a:lnTo>
                  <a:lnTo>
                    <a:pt x="227139" y="60655"/>
                  </a:lnTo>
                  <a:lnTo>
                    <a:pt x="187769" y="85712"/>
                  </a:lnTo>
                  <a:lnTo>
                    <a:pt x="151345" y="114439"/>
                  </a:lnTo>
                  <a:lnTo>
                    <a:pt x="118160" y="146583"/>
                  </a:lnTo>
                  <a:lnTo>
                    <a:pt x="88493" y="181851"/>
                  </a:lnTo>
                  <a:lnTo>
                    <a:pt x="62611" y="219989"/>
                  </a:lnTo>
                  <a:lnTo>
                    <a:pt x="40817" y="260718"/>
                  </a:lnTo>
                  <a:lnTo>
                    <a:pt x="23380" y="303771"/>
                  </a:lnTo>
                  <a:lnTo>
                    <a:pt x="10579" y="348869"/>
                  </a:lnTo>
                  <a:lnTo>
                    <a:pt x="2679" y="395744"/>
                  </a:lnTo>
                  <a:lnTo>
                    <a:pt x="0" y="444119"/>
                  </a:lnTo>
                  <a:lnTo>
                    <a:pt x="2679" y="492531"/>
                  </a:lnTo>
                  <a:lnTo>
                    <a:pt x="10579" y="539432"/>
                  </a:lnTo>
                  <a:lnTo>
                    <a:pt x="23380" y="584542"/>
                  </a:lnTo>
                  <a:lnTo>
                    <a:pt x="40817" y="627608"/>
                  </a:lnTo>
                  <a:lnTo>
                    <a:pt x="62611" y="668350"/>
                  </a:lnTo>
                  <a:lnTo>
                    <a:pt x="88480" y="706501"/>
                  </a:lnTo>
                  <a:lnTo>
                    <a:pt x="118160" y="741781"/>
                  </a:lnTo>
                  <a:lnTo>
                    <a:pt x="151345" y="773925"/>
                  </a:lnTo>
                  <a:lnTo>
                    <a:pt x="187769" y="802665"/>
                  </a:lnTo>
                  <a:lnTo>
                    <a:pt x="227139" y="827722"/>
                  </a:lnTo>
                  <a:lnTo>
                    <a:pt x="269201" y="848829"/>
                  </a:lnTo>
                  <a:lnTo>
                    <a:pt x="313651" y="865720"/>
                  </a:lnTo>
                  <a:lnTo>
                    <a:pt x="360222" y="878128"/>
                  </a:lnTo>
                  <a:lnTo>
                    <a:pt x="408622" y="885761"/>
                  </a:lnTo>
                  <a:lnTo>
                    <a:pt x="458597" y="888365"/>
                  </a:lnTo>
                  <a:lnTo>
                    <a:pt x="508558" y="885761"/>
                  </a:lnTo>
                  <a:lnTo>
                    <a:pt x="556958" y="878128"/>
                  </a:lnTo>
                  <a:lnTo>
                    <a:pt x="603529" y="865720"/>
                  </a:lnTo>
                  <a:lnTo>
                    <a:pt x="647979" y="848829"/>
                  </a:lnTo>
                  <a:lnTo>
                    <a:pt x="690041" y="827722"/>
                  </a:lnTo>
                  <a:lnTo>
                    <a:pt x="729411" y="802665"/>
                  </a:lnTo>
                  <a:lnTo>
                    <a:pt x="765835" y="773925"/>
                  </a:lnTo>
                  <a:lnTo>
                    <a:pt x="799020" y="741781"/>
                  </a:lnTo>
                  <a:lnTo>
                    <a:pt x="828700" y="706501"/>
                  </a:lnTo>
                  <a:lnTo>
                    <a:pt x="854570" y="668350"/>
                  </a:lnTo>
                  <a:lnTo>
                    <a:pt x="876363" y="627608"/>
                  </a:lnTo>
                  <a:lnTo>
                    <a:pt x="893800" y="584542"/>
                  </a:lnTo>
                  <a:lnTo>
                    <a:pt x="906602" y="539432"/>
                  </a:lnTo>
                  <a:lnTo>
                    <a:pt x="914501" y="492531"/>
                  </a:lnTo>
                  <a:lnTo>
                    <a:pt x="917194" y="444119"/>
                  </a:lnTo>
                  <a:close/>
                </a:path>
                <a:path w="4605655" h="2026920">
                  <a:moveTo>
                    <a:pt x="4605528" y="1183322"/>
                  </a:moveTo>
                  <a:lnTo>
                    <a:pt x="631190" y="1183322"/>
                  </a:lnTo>
                  <a:lnTo>
                    <a:pt x="631190" y="2026920"/>
                  </a:lnTo>
                  <a:lnTo>
                    <a:pt x="4605528" y="2026920"/>
                  </a:lnTo>
                  <a:lnTo>
                    <a:pt x="4605528" y="11833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2700273" y="7005319"/>
            <a:ext cx="332549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90" b="1">
                <a:solidFill>
                  <a:srgbClr val="040430"/>
                </a:solidFill>
                <a:latin typeface="Calibri"/>
                <a:cs typeface="Calibri"/>
              </a:rPr>
              <a:t>Legacy</a:t>
            </a:r>
            <a:r>
              <a:rPr dirty="0" sz="1900" spc="13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75" b="1">
                <a:solidFill>
                  <a:srgbClr val="040430"/>
                </a:solidFill>
                <a:latin typeface="Calibri"/>
                <a:cs typeface="Calibri"/>
              </a:rPr>
              <a:t>Apps</a:t>
            </a:r>
            <a:r>
              <a:rPr dirty="0" sz="1900" spc="13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54" b="1">
                <a:solidFill>
                  <a:srgbClr val="040430"/>
                </a:solidFill>
                <a:latin typeface="Calibri"/>
                <a:cs typeface="Calibri"/>
              </a:rPr>
              <a:t>and</a:t>
            </a:r>
            <a:r>
              <a:rPr dirty="0" sz="1900" spc="135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54" b="1">
                <a:solidFill>
                  <a:srgbClr val="040430"/>
                </a:solidFill>
                <a:latin typeface="Calibri"/>
                <a:cs typeface="Calibri"/>
              </a:rPr>
              <a:t>Systems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12802996" y="6741985"/>
            <a:ext cx="3974465" cy="843915"/>
          </a:xfrm>
          <a:custGeom>
            <a:avLst/>
            <a:gdLst/>
            <a:ahLst/>
            <a:cxnLst/>
            <a:rect l="l" t="t" r="r" b="b"/>
            <a:pathLst>
              <a:path w="3974465" h="843915">
                <a:moveTo>
                  <a:pt x="3974337" y="0"/>
                </a:moveTo>
                <a:lnTo>
                  <a:pt x="0" y="0"/>
                </a:lnTo>
                <a:lnTo>
                  <a:pt x="0" y="843597"/>
                </a:lnTo>
                <a:lnTo>
                  <a:pt x="3974337" y="843597"/>
                </a:lnTo>
                <a:lnTo>
                  <a:pt x="39743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13339953" y="6996810"/>
            <a:ext cx="10210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40" b="1">
                <a:solidFill>
                  <a:srgbClr val="173360"/>
                </a:solidFill>
                <a:latin typeface="Calibri"/>
                <a:cs typeface="Calibri"/>
              </a:rPr>
              <a:t>BI</a:t>
            </a:r>
            <a:r>
              <a:rPr dirty="0" sz="19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85" b="1">
                <a:solidFill>
                  <a:srgbClr val="173360"/>
                </a:solidFill>
                <a:latin typeface="Calibri"/>
                <a:cs typeface="Calibri"/>
              </a:rPr>
              <a:t>Tools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3339953" y="8096504"/>
            <a:ext cx="160718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Applications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527047" y="2552445"/>
            <a:ext cx="10694035" cy="7143115"/>
            <a:chOff x="1527047" y="2552445"/>
            <a:chExt cx="10694035" cy="7143115"/>
          </a:xfrm>
        </p:grpSpPr>
        <p:sp>
          <p:nvSpPr>
            <p:cNvPr id="59" name="object 59" descr=""/>
            <p:cNvSpPr/>
            <p:nvPr/>
          </p:nvSpPr>
          <p:spPr>
            <a:xfrm>
              <a:off x="11519662" y="5406389"/>
              <a:ext cx="701675" cy="228600"/>
            </a:xfrm>
            <a:custGeom>
              <a:avLst/>
              <a:gdLst/>
              <a:ahLst/>
              <a:cxnLst/>
              <a:rect l="l" t="t" r="r" b="b"/>
              <a:pathLst>
                <a:path w="701675" h="228600">
                  <a:moveTo>
                    <a:pt x="628105" y="74422"/>
                  </a:moveTo>
                  <a:lnTo>
                    <a:pt x="548132" y="74422"/>
                  </a:lnTo>
                  <a:lnTo>
                    <a:pt x="549910" y="150622"/>
                  </a:lnTo>
                  <a:lnTo>
                    <a:pt x="524485" y="151211"/>
                  </a:lnTo>
                  <a:lnTo>
                    <a:pt x="475488" y="228473"/>
                  </a:lnTo>
                  <a:lnTo>
                    <a:pt x="701421" y="108965"/>
                  </a:lnTo>
                  <a:lnTo>
                    <a:pt x="628105" y="74422"/>
                  </a:lnTo>
                  <a:close/>
                </a:path>
                <a:path w="701675" h="228600">
                  <a:moveTo>
                    <a:pt x="522729" y="75010"/>
                  </a:moveTo>
                  <a:lnTo>
                    <a:pt x="0" y="87122"/>
                  </a:lnTo>
                  <a:lnTo>
                    <a:pt x="1778" y="163322"/>
                  </a:lnTo>
                  <a:lnTo>
                    <a:pt x="524485" y="151211"/>
                  </a:lnTo>
                  <a:lnTo>
                    <a:pt x="549021" y="112522"/>
                  </a:lnTo>
                  <a:lnTo>
                    <a:pt x="522729" y="75010"/>
                  </a:lnTo>
                  <a:close/>
                </a:path>
                <a:path w="701675" h="228600">
                  <a:moveTo>
                    <a:pt x="549021" y="112522"/>
                  </a:moveTo>
                  <a:lnTo>
                    <a:pt x="524485" y="151211"/>
                  </a:lnTo>
                  <a:lnTo>
                    <a:pt x="549910" y="150622"/>
                  </a:lnTo>
                  <a:lnTo>
                    <a:pt x="549021" y="112522"/>
                  </a:lnTo>
                  <a:close/>
                </a:path>
                <a:path w="701675" h="228600">
                  <a:moveTo>
                    <a:pt x="548132" y="74422"/>
                  </a:moveTo>
                  <a:lnTo>
                    <a:pt x="522729" y="75010"/>
                  </a:lnTo>
                  <a:lnTo>
                    <a:pt x="549021" y="112522"/>
                  </a:lnTo>
                  <a:lnTo>
                    <a:pt x="548145" y="75010"/>
                  </a:lnTo>
                  <a:lnTo>
                    <a:pt x="548132" y="74422"/>
                  </a:lnTo>
                  <a:close/>
                </a:path>
                <a:path w="701675" h="228600">
                  <a:moveTo>
                    <a:pt x="470154" y="0"/>
                  </a:moveTo>
                  <a:lnTo>
                    <a:pt x="522729" y="75010"/>
                  </a:lnTo>
                  <a:lnTo>
                    <a:pt x="548132" y="74422"/>
                  </a:lnTo>
                  <a:lnTo>
                    <a:pt x="628105" y="7442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1303889" y="2590545"/>
              <a:ext cx="216535" cy="5866130"/>
            </a:xfrm>
            <a:custGeom>
              <a:avLst/>
              <a:gdLst/>
              <a:ahLst/>
              <a:cxnLst/>
              <a:rect l="l" t="t" r="r" b="b"/>
              <a:pathLst>
                <a:path w="216534" h="5866130">
                  <a:moveTo>
                    <a:pt x="0" y="0"/>
                  </a:moveTo>
                  <a:lnTo>
                    <a:pt x="84304" y="1406"/>
                  </a:lnTo>
                  <a:lnTo>
                    <a:pt x="153130" y="5254"/>
                  </a:lnTo>
                  <a:lnTo>
                    <a:pt x="199524" y="10983"/>
                  </a:lnTo>
                  <a:lnTo>
                    <a:pt x="216534" y="18033"/>
                  </a:lnTo>
                  <a:lnTo>
                    <a:pt x="216534" y="5847842"/>
                  </a:lnTo>
                  <a:lnTo>
                    <a:pt x="199524" y="5854838"/>
                  </a:lnTo>
                  <a:lnTo>
                    <a:pt x="153130" y="5860573"/>
                  </a:lnTo>
                  <a:lnTo>
                    <a:pt x="84304" y="5864451"/>
                  </a:lnTo>
                  <a:lnTo>
                    <a:pt x="0" y="5865876"/>
                  </a:lnTo>
                </a:path>
              </a:pathLst>
            </a:custGeom>
            <a:ln w="762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943975" y="3805173"/>
              <a:ext cx="486409" cy="646430"/>
            </a:xfrm>
            <a:custGeom>
              <a:avLst/>
              <a:gdLst/>
              <a:ahLst/>
              <a:cxnLst/>
              <a:rect l="l" t="t" r="r" b="b"/>
              <a:pathLst>
                <a:path w="486409" h="646429">
                  <a:moveTo>
                    <a:pt x="485902" y="91059"/>
                  </a:moveTo>
                  <a:lnTo>
                    <a:pt x="484047" y="78473"/>
                  </a:lnTo>
                  <a:lnTo>
                    <a:pt x="483971" y="77978"/>
                  </a:lnTo>
                  <a:lnTo>
                    <a:pt x="483882" y="77317"/>
                  </a:lnTo>
                  <a:lnTo>
                    <a:pt x="453313" y="39941"/>
                  </a:lnTo>
                  <a:lnTo>
                    <a:pt x="445770" y="35915"/>
                  </a:lnTo>
                  <a:lnTo>
                    <a:pt x="445770" y="85598"/>
                  </a:lnTo>
                  <a:lnTo>
                    <a:pt x="445770" y="576961"/>
                  </a:lnTo>
                  <a:lnTo>
                    <a:pt x="444754" y="579120"/>
                  </a:lnTo>
                  <a:lnTo>
                    <a:pt x="441452" y="581406"/>
                  </a:lnTo>
                  <a:lnTo>
                    <a:pt x="434848" y="584581"/>
                  </a:lnTo>
                  <a:lnTo>
                    <a:pt x="425196" y="586740"/>
                  </a:lnTo>
                  <a:lnTo>
                    <a:pt x="409638" y="590638"/>
                  </a:lnTo>
                  <a:lnTo>
                    <a:pt x="392658" y="593902"/>
                  </a:lnTo>
                  <a:lnTo>
                    <a:pt x="382905" y="595325"/>
                  </a:lnTo>
                  <a:lnTo>
                    <a:pt x="382905" y="499999"/>
                  </a:lnTo>
                  <a:lnTo>
                    <a:pt x="380453" y="451497"/>
                  </a:lnTo>
                  <a:lnTo>
                    <a:pt x="373164" y="403847"/>
                  </a:lnTo>
                  <a:lnTo>
                    <a:pt x="361061" y="357339"/>
                  </a:lnTo>
                  <a:lnTo>
                    <a:pt x="344157" y="312280"/>
                  </a:lnTo>
                  <a:lnTo>
                    <a:pt x="342773" y="309511"/>
                  </a:lnTo>
                  <a:lnTo>
                    <a:pt x="342773" y="499999"/>
                  </a:lnTo>
                  <a:lnTo>
                    <a:pt x="342773" y="599821"/>
                  </a:lnTo>
                  <a:lnTo>
                    <a:pt x="333375" y="600773"/>
                  </a:lnTo>
                  <a:lnTo>
                    <a:pt x="313778" y="602221"/>
                  </a:lnTo>
                  <a:lnTo>
                    <a:pt x="278765" y="604139"/>
                  </a:lnTo>
                  <a:lnTo>
                    <a:pt x="212598" y="604139"/>
                  </a:lnTo>
                  <a:lnTo>
                    <a:pt x="176530" y="602221"/>
                  </a:lnTo>
                  <a:lnTo>
                    <a:pt x="156438" y="600773"/>
                  </a:lnTo>
                  <a:lnTo>
                    <a:pt x="141097" y="599287"/>
                  </a:lnTo>
                  <a:lnTo>
                    <a:pt x="141097" y="499999"/>
                  </a:lnTo>
                  <a:lnTo>
                    <a:pt x="144424" y="447408"/>
                  </a:lnTo>
                  <a:lnTo>
                    <a:pt x="154241" y="395554"/>
                  </a:lnTo>
                  <a:lnTo>
                    <a:pt x="170307" y="345160"/>
                  </a:lnTo>
                  <a:lnTo>
                    <a:pt x="192379" y="296938"/>
                  </a:lnTo>
                  <a:lnTo>
                    <a:pt x="220218" y="251587"/>
                  </a:lnTo>
                  <a:lnTo>
                    <a:pt x="242290" y="237020"/>
                  </a:lnTo>
                  <a:lnTo>
                    <a:pt x="251104" y="239039"/>
                  </a:lnTo>
                  <a:lnTo>
                    <a:pt x="290893" y="296938"/>
                  </a:lnTo>
                  <a:lnTo>
                    <a:pt x="313245" y="344868"/>
                  </a:lnTo>
                  <a:lnTo>
                    <a:pt x="329514" y="395122"/>
                  </a:lnTo>
                  <a:lnTo>
                    <a:pt x="339420" y="447014"/>
                  </a:lnTo>
                  <a:lnTo>
                    <a:pt x="342773" y="499999"/>
                  </a:lnTo>
                  <a:lnTo>
                    <a:pt x="342773" y="309511"/>
                  </a:lnTo>
                  <a:lnTo>
                    <a:pt x="322516" y="268973"/>
                  </a:lnTo>
                  <a:lnTo>
                    <a:pt x="304431" y="240665"/>
                  </a:lnTo>
                  <a:lnTo>
                    <a:pt x="302094" y="237020"/>
                  </a:lnTo>
                  <a:lnTo>
                    <a:pt x="296164" y="227711"/>
                  </a:lnTo>
                  <a:lnTo>
                    <a:pt x="290703" y="219075"/>
                  </a:lnTo>
                  <a:lnTo>
                    <a:pt x="268706" y="200152"/>
                  </a:lnTo>
                  <a:lnTo>
                    <a:pt x="241744" y="193840"/>
                  </a:lnTo>
                  <a:lnTo>
                    <a:pt x="214579" y="200152"/>
                  </a:lnTo>
                  <a:lnTo>
                    <a:pt x="186563" y="227711"/>
                  </a:lnTo>
                  <a:lnTo>
                    <a:pt x="160909" y="268973"/>
                  </a:lnTo>
                  <a:lnTo>
                    <a:pt x="139458" y="312280"/>
                  </a:lnTo>
                  <a:lnTo>
                    <a:pt x="122428" y="357339"/>
                  </a:lnTo>
                  <a:lnTo>
                    <a:pt x="109994" y="403847"/>
                  </a:lnTo>
                  <a:lnTo>
                    <a:pt x="102400" y="451497"/>
                  </a:lnTo>
                  <a:lnTo>
                    <a:pt x="99822" y="499999"/>
                  </a:lnTo>
                  <a:lnTo>
                    <a:pt x="99822" y="594702"/>
                  </a:lnTo>
                  <a:lnTo>
                    <a:pt x="94068" y="593902"/>
                  </a:lnTo>
                  <a:lnTo>
                    <a:pt x="76530" y="590638"/>
                  </a:lnTo>
                  <a:lnTo>
                    <a:pt x="60833" y="586740"/>
                  </a:lnTo>
                  <a:lnTo>
                    <a:pt x="51054" y="584581"/>
                  </a:lnTo>
                  <a:lnTo>
                    <a:pt x="44450" y="581406"/>
                  </a:lnTo>
                  <a:lnTo>
                    <a:pt x="40132" y="579120"/>
                  </a:lnTo>
                  <a:lnTo>
                    <a:pt x="39116" y="579120"/>
                  </a:lnTo>
                  <a:lnTo>
                    <a:pt x="39116" y="85598"/>
                  </a:lnTo>
                  <a:lnTo>
                    <a:pt x="48768" y="77978"/>
                  </a:lnTo>
                  <a:lnTo>
                    <a:pt x="90043" y="58547"/>
                  </a:lnTo>
                  <a:lnTo>
                    <a:pt x="157822" y="43357"/>
                  </a:lnTo>
                  <a:lnTo>
                    <a:pt x="198297" y="39357"/>
                  </a:lnTo>
                  <a:lnTo>
                    <a:pt x="241808" y="37973"/>
                  </a:lnTo>
                  <a:lnTo>
                    <a:pt x="285394" y="39357"/>
                  </a:lnTo>
                  <a:lnTo>
                    <a:pt x="325958" y="43357"/>
                  </a:lnTo>
                  <a:lnTo>
                    <a:pt x="393827" y="58547"/>
                  </a:lnTo>
                  <a:lnTo>
                    <a:pt x="436118" y="77978"/>
                  </a:lnTo>
                  <a:lnTo>
                    <a:pt x="445770" y="85598"/>
                  </a:lnTo>
                  <a:lnTo>
                    <a:pt x="445770" y="35915"/>
                  </a:lnTo>
                  <a:lnTo>
                    <a:pt x="410083" y="21717"/>
                  </a:lnTo>
                  <a:lnTo>
                    <a:pt x="335254" y="5575"/>
                  </a:lnTo>
                  <a:lnTo>
                    <a:pt x="291757" y="1422"/>
                  </a:lnTo>
                  <a:lnTo>
                    <a:pt x="245110" y="0"/>
                  </a:lnTo>
                  <a:lnTo>
                    <a:pt x="198272" y="1422"/>
                  </a:lnTo>
                  <a:lnTo>
                    <a:pt x="154393" y="5575"/>
                  </a:lnTo>
                  <a:lnTo>
                    <a:pt x="114376" y="12382"/>
                  </a:lnTo>
                  <a:lnTo>
                    <a:pt x="63538" y="26987"/>
                  </a:lnTo>
                  <a:lnTo>
                    <a:pt x="25019" y="47625"/>
                  </a:lnTo>
                  <a:lnTo>
                    <a:pt x="2057" y="78473"/>
                  </a:lnTo>
                  <a:lnTo>
                    <a:pt x="0" y="92075"/>
                  </a:lnTo>
                  <a:lnTo>
                    <a:pt x="0" y="581406"/>
                  </a:lnTo>
                  <a:lnTo>
                    <a:pt x="25349" y="616585"/>
                  </a:lnTo>
                  <a:lnTo>
                    <a:pt x="68465" y="631507"/>
                  </a:lnTo>
                  <a:lnTo>
                    <a:pt x="110769" y="638911"/>
                  </a:lnTo>
                  <a:lnTo>
                    <a:pt x="154622" y="643001"/>
                  </a:lnTo>
                  <a:lnTo>
                    <a:pt x="212598" y="646430"/>
                  </a:lnTo>
                  <a:lnTo>
                    <a:pt x="246253" y="646430"/>
                  </a:lnTo>
                  <a:lnTo>
                    <a:pt x="247269" y="646430"/>
                  </a:lnTo>
                  <a:lnTo>
                    <a:pt x="279781" y="646430"/>
                  </a:lnTo>
                  <a:lnTo>
                    <a:pt x="316014" y="644461"/>
                  </a:lnTo>
                  <a:lnTo>
                    <a:pt x="357886" y="640969"/>
                  </a:lnTo>
                  <a:lnTo>
                    <a:pt x="399605" y="634593"/>
                  </a:lnTo>
                  <a:lnTo>
                    <a:pt x="437134" y="625729"/>
                  </a:lnTo>
                  <a:lnTo>
                    <a:pt x="474916" y="606183"/>
                  </a:lnTo>
                  <a:lnTo>
                    <a:pt x="476542" y="604139"/>
                  </a:lnTo>
                  <a:lnTo>
                    <a:pt x="480479" y="599211"/>
                  </a:lnTo>
                  <a:lnTo>
                    <a:pt x="484403" y="590638"/>
                  </a:lnTo>
                  <a:lnTo>
                    <a:pt x="485902" y="580263"/>
                  </a:lnTo>
                  <a:lnTo>
                    <a:pt x="485902" y="9105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31680" y="4222716"/>
              <a:ext cx="108491" cy="108491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8826118" y="4421123"/>
              <a:ext cx="755650" cy="250190"/>
            </a:xfrm>
            <a:custGeom>
              <a:avLst/>
              <a:gdLst/>
              <a:ahLst/>
              <a:cxnLst/>
              <a:rect l="l" t="t" r="r" b="b"/>
              <a:pathLst>
                <a:path w="755650" h="250189">
                  <a:moveTo>
                    <a:pt x="740790" y="0"/>
                  </a:moveTo>
                  <a:lnTo>
                    <a:pt x="721740" y="2539"/>
                  </a:lnTo>
                  <a:lnTo>
                    <a:pt x="714501" y="7365"/>
                  </a:lnTo>
                  <a:lnTo>
                    <a:pt x="681101" y="49022"/>
                  </a:lnTo>
                  <a:lnTo>
                    <a:pt x="597407" y="120141"/>
                  </a:lnTo>
                  <a:lnTo>
                    <a:pt x="501776" y="171576"/>
                  </a:lnTo>
                  <a:lnTo>
                    <a:pt x="394334" y="198627"/>
                  </a:lnTo>
                  <a:lnTo>
                    <a:pt x="336930" y="201040"/>
                  </a:lnTo>
                  <a:lnTo>
                    <a:pt x="293877" y="198627"/>
                  </a:lnTo>
                  <a:lnTo>
                    <a:pt x="212725" y="183896"/>
                  </a:lnTo>
                  <a:lnTo>
                    <a:pt x="136144" y="156972"/>
                  </a:lnTo>
                  <a:lnTo>
                    <a:pt x="66928" y="117728"/>
                  </a:lnTo>
                  <a:lnTo>
                    <a:pt x="38226" y="93217"/>
                  </a:lnTo>
                  <a:lnTo>
                    <a:pt x="28701" y="88264"/>
                  </a:lnTo>
                  <a:lnTo>
                    <a:pt x="11937" y="90677"/>
                  </a:lnTo>
                  <a:lnTo>
                    <a:pt x="4825" y="95630"/>
                  </a:lnTo>
                  <a:lnTo>
                    <a:pt x="0" y="105410"/>
                  </a:lnTo>
                  <a:lnTo>
                    <a:pt x="2412" y="122554"/>
                  </a:lnTo>
                  <a:lnTo>
                    <a:pt x="40639" y="156972"/>
                  </a:lnTo>
                  <a:lnTo>
                    <a:pt x="117094" y="201040"/>
                  </a:lnTo>
                  <a:lnTo>
                    <a:pt x="200786" y="232917"/>
                  </a:lnTo>
                  <a:lnTo>
                    <a:pt x="289178" y="247650"/>
                  </a:lnTo>
                  <a:lnTo>
                    <a:pt x="336930" y="250062"/>
                  </a:lnTo>
                  <a:lnTo>
                    <a:pt x="399033" y="247650"/>
                  </a:lnTo>
                  <a:lnTo>
                    <a:pt x="516127" y="218186"/>
                  </a:lnTo>
                  <a:lnTo>
                    <a:pt x="621283" y="161798"/>
                  </a:lnTo>
                  <a:lnTo>
                    <a:pt x="714501" y="85851"/>
                  </a:lnTo>
                  <a:lnTo>
                    <a:pt x="750315" y="39242"/>
                  </a:lnTo>
                  <a:lnTo>
                    <a:pt x="755141" y="29463"/>
                  </a:lnTo>
                  <a:lnTo>
                    <a:pt x="752728" y="12318"/>
                  </a:lnTo>
                  <a:lnTo>
                    <a:pt x="748029" y="4952"/>
                  </a:lnTo>
                  <a:lnTo>
                    <a:pt x="74079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73541" y="4448175"/>
              <a:ext cx="143382" cy="147065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8642095" y="3632072"/>
              <a:ext cx="358775" cy="713740"/>
            </a:xfrm>
            <a:custGeom>
              <a:avLst/>
              <a:gdLst/>
              <a:ahLst/>
              <a:cxnLst/>
              <a:rect l="l" t="t" r="r" b="b"/>
              <a:pathLst>
                <a:path w="358775" h="713739">
                  <a:moveTo>
                    <a:pt x="334645" y="0"/>
                  </a:moveTo>
                  <a:lnTo>
                    <a:pt x="327405" y="7238"/>
                  </a:lnTo>
                  <a:lnTo>
                    <a:pt x="291592" y="21971"/>
                  </a:lnTo>
                  <a:lnTo>
                    <a:pt x="227075" y="61213"/>
                  </a:lnTo>
                  <a:lnTo>
                    <a:pt x="164973" y="110235"/>
                  </a:lnTo>
                  <a:lnTo>
                    <a:pt x="114680" y="169037"/>
                  </a:lnTo>
                  <a:lnTo>
                    <a:pt x="71754" y="232790"/>
                  </a:lnTo>
                  <a:lnTo>
                    <a:pt x="35813" y="303911"/>
                  </a:lnTo>
                  <a:lnTo>
                    <a:pt x="14350" y="382397"/>
                  </a:lnTo>
                  <a:lnTo>
                    <a:pt x="0" y="463296"/>
                  </a:lnTo>
                  <a:lnTo>
                    <a:pt x="0" y="504951"/>
                  </a:lnTo>
                  <a:lnTo>
                    <a:pt x="2412" y="556387"/>
                  </a:lnTo>
                  <a:lnTo>
                    <a:pt x="19176" y="652017"/>
                  </a:lnTo>
                  <a:lnTo>
                    <a:pt x="35813" y="698626"/>
                  </a:lnTo>
                  <a:lnTo>
                    <a:pt x="57403" y="713359"/>
                  </a:lnTo>
                  <a:lnTo>
                    <a:pt x="64515" y="710818"/>
                  </a:lnTo>
                  <a:lnTo>
                    <a:pt x="74168" y="705992"/>
                  </a:lnTo>
                  <a:lnTo>
                    <a:pt x="81279" y="688848"/>
                  </a:lnTo>
                  <a:lnTo>
                    <a:pt x="78867" y="681481"/>
                  </a:lnTo>
                  <a:lnTo>
                    <a:pt x="62102" y="637286"/>
                  </a:lnTo>
                  <a:lnTo>
                    <a:pt x="45465" y="549021"/>
                  </a:lnTo>
                  <a:lnTo>
                    <a:pt x="45465" y="502538"/>
                  </a:lnTo>
                  <a:lnTo>
                    <a:pt x="47878" y="426465"/>
                  </a:lnTo>
                  <a:lnTo>
                    <a:pt x="90804" y="284352"/>
                  </a:lnTo>
                  <a:lnTo>
                    <a:pt x="169672" y="166624"/>
                  </a:lnTo>
                  <a:lnTo>
                    <a:pt x="279653" y="75946"/>
                  </a:lnTo>
                  <a:lnTo>
                    <a:pt x="344170" y="46481"/>
                  </a:lnTo>
                  <a:lnTo>
                    <a:pt x="351281" y="41655"/>
                  </a:lnTo>
                  <a:lnTo>
                    <a:pt x="358521" y="24510"/>
                  </a:lnTo>
                  <a:lnTo>
                    <a:pt x="356107" y="14604"/>
                  </a:lnTo>
                  <a:lnTo>
                    <a:pt x="351281" y="7238"/>
                  </a:lnTo>
                  <a:lnTo>
                    <a:pt x="33464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35974" y="3585463"/>
              <a:ext cx="143382" cy="144652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9210802" y="3600195"/>
              <a:ext cx="478155" cy="620395"/>
            </a:xfrm>
            <a:custGeom>
              <a:avLst/>
              <a:gdLst/>
              <a:ahLst/>
              <a:cxnLst/>
              <a:rect l="l" t="t" r="r" b="b"/>
              <a:pathLst>
                <a:path w="478154" h="620395">
                  <a:moveTo>
                    <a:pt x="16764" y="0"/>
                  </a:moveTo>
                  <a:lnTo>
                    <a:pt x="4825" y="9778"/>
                  </a:lnTo>
                  <a:lnTo>
                    <a:pt x="2413" y="19557"/>
                  </a:lnTo>
                  <a:lnTo>
                    <a:pt x="0" y="29336"/>
                  </a:lnTo>
                  <a:lnTo>
                    <a:pt x="11938" y="41655"/>
                  </a:lnTo>
                  <a:lnTo>
                    <a:pt x="23875" y="44069"/>
                  </a:lnTo>
                  <a:lnTo>
                    <a:pt x="66928" y="51434"/>
                  </a:lnTo>
                  <a:lnTo>
                    <a:pt x="148208" y="80899"/>
                  </a:lnTo>
                  <a:lnTo>
                    <a:pt x="222250" y="122554"/>
                  </a:lnTo>
                  <a:lnTo>
                    <a:pt x="286766" y="176402"/>
                  </a:lnTo>
                  <a:lnTo>
                    <a:pt x="344170" y="240156"/>
                  </a:lnTo>
                  <a:lnTo>
                    <a:pt x="387096" y="313689"/>
                  </a:lnTo>
                  <a:lnTo>
                    <a:pt x="418211" y="397128"/>
                  </a:lnTo>
                  <a:lnTo>
                    <a:pt x="432562" y="485393"/>
                  </a:lnTo>
                  <a:lnTo>
                    <a:pt x="434975" y="531876"/>
                  </a:lnTo>
                  <a:lnTo>
                    <a:pt x="434975" y="563752"/>
                  </a:lnTo>
                  <a:lnTo>
                    <a:pt x="432562" y="595629"/>
                  </a:lnTo>
                  <a:lnTo>
                    <a:pt x="430149" y="605408"/>
                  </a:lnTo>
                  <a:lnTo>
                    <a:pt x="442087" y="617727"/>
                  </a:lnTo>
                  <a:lnTo>
                    <a:pt x="449325" y="620140"/>
                  </a:lnTo>
                  <a:lnTo>
                    <a:pt x="458850" y="620140"/>
                  </a:lnTo>
                  <a:lnTo>
                    <a:pt x="470789" y="610362"/>
                  </a:lnTo>
                  <a:lnTo>
                    <a:pt x="473201" y="602995"/>
                  </a:lnTo>
                  <a:lnTo>
                    <a:pt x="477900" y="568705"/>
                  </a:lnTo>
                  <a:lnTo>
                    <a:pt x="477900" y="534415"/>
                  </a:lnTo>
                  <a:lnTo>
                    <a:pt x="475615" y="482853"/>
                  </a:lnTo>
                  <a:lnTo>
                    <a:pt x="456438" y="387350"/>
                  </a:lnTo>
                  <a:lnTo>
                    <a:pt x="423037" y="296544"/>
                  </a:lnTo>
                  <a:lnTo>
                    <a:pt x="375157" y="215645"/>
                  </a:lnTo>
                  <a:lnTo>
                    <a:pt x="315468" y="144652"/>
                  </a:lnTo>
                  <a:lnTo>
                    <a:pt x="243713" y="85725"/>
                  </a:lnTo>
                  <a:lnTo>
                    <a:pt x="162559" y="39243"/>
                  </a:lnTo>
                  <a:lnTo>
                    <a:pt x="71627" y="9778"/>
                  </a:lnTo>
                  <a:lnTo>
                    <a:pt x="26289" y="2412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88372" y="4158868"/>
              <a:ext cx="143382" cy="142239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1527047" y="8936862"/>
              <a:ext cx="2033270" cy="758825"/>
            </a:xfrm>
            <a:custGeom>
              <a:avLst/>
              <a:gdLst/>
              <a:ahLst/>
              <a:cxnLst/>
              <a:rect l="l" t="t" r="r" b="b"/>
              <a:pathLst>
                <a:path w="2033270" h="758825">
                  <a:moveTo>
                    <a:pt x="1980818" y="0"/>
                  </a:moveTo>
                  <a:lnTo>
                    <a:pt x="52324" y="0"/>
                  </a:lnTo>
                  <a:lnTo>
                    <a:pt x="31932" y="4121"/>
                  </a:lnTo>
                  <a:lnTo>
                    <a:pt x="15303" y="15351"/>
                  </a:lnTo>
                  <a:lnTo>
                    <a:pt x="4103" y="31986"/>
                  </a:lnTo>
                  <a:lnTo>
                    <a:pt x="0" y="52323"/>
                  </a:lnTo>
                  <a:lnTo>
                    <a:pt x="0" y="706170"/>
                  </a:lnTo>
                  <a:lnTo>
                    <a:pt x="4103" y="726516"/>
                  </a:lnTo>
                  <a:lnTo>
                    <a:pt x="15303" y="743132"/>
                  </a:lnTo>
                  <a:lnTo>
                    <a:pt x="31932" y="754335"/>
                  </a:lnTo>
                  <a:lnTo>
                    <a:pt x="52324" y="758443"/>
                  </a:lnTo>
                  <a:lnTo>
                    <a:pt x="1980818" y="758443"/>
                  </a:lnTo>
                  <a:lnTo>
                    <a:pt x="2001156" y="754335"/>
                  </a:lnTo>
                  <a:lnTo>
                    <a:pt x="2017791" y="743132"/>
                  </a:lnTo>
                  <a:lnTo>
                    <a:pt x="2029021" y="726516"/>
                  </a:lnTo>
                  <a:lnTo>
                    <a:pt x="2033142" y="706170"/>
                  </a:lnTo>
                  <a:lnTo>
                    <a:pt x="2033142" y="52323"/>
                  </a:lnTo>
                  <a:lnTo>
                    <a:pt x="2029021" y="31986"/>
                  </a:lnTo>
                  <a:lnTo>
                    <a:pt x="2017791" y="15351"/>
                  </a:lnTo>
                  <a:lnTo>
                    <a:pt x="2001156" y="4121"/>
                  </a:lnTo>
                  <a:lnTo>
                    <a:pt x="1980818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1753870" y="9051747"/>
            <a:ext cx="157924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95"/>
              </a:spcBef>
            </a:pPr>
            <a:r>
              <a:rPr dirty="0" sz="1600" spc="240" b="1" i="1">
                <a:solidFill>
                  <a:srgbClr val="FFFFFF"/>
                </a:solidFill>
                <a:latin typeface="Calibri"/>
                <a:cs typeface="Calibri"/>
              </a:rPr>
              <a:t>DWH,</a:t>
            </a:r>
            <a:r>
              <a:rPr dirty="0" sz="1600" spc="11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04" b="1" i="1">
                <a:solidFill>
                  <a:srgbClr val="FFFFFF"/>
                </a:solidFill>
                <a:latin typeface="Calibri"/>
                <a:cs typeface="Calibri"/>
              </a:rPr>
              <a:t>DB,</a:t>
            </a:r>
            <a:r>
              <a:rPr dirty="0" sz="1600" spc="9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65" b="1" i="1">
                <a:solidFill>
                  <a:srgbClr val="FFFFFF"/>
                </a:solidFill>
                <a:latin typeface="Calibri"/>
                <a:cs typeface="Calibri"/>
              </a:rPr>
              <a:t>DL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Modernization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8067675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9" y="0"/>
                </a:moveTo>
                <a:lnTo>
                  <a:pt x="52324" y="0"/>
                </a:lnTo>
                <a:lnTo>
                  <a:pt x="31932" y="4101"/>
                </a:lnTo>
                <a:lnTo>
                  <a:pt x="15303" y="15287"/>
                </a:lnTo>
                <a:lnTo>
                  <a:pt x="4103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4" y="758367"/>
                </a:lnTo>
                <a:lnTo>
                  <a:pt x="1980819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3" y="706094"/>
                </a:lnTo>
                <a:lnTo>
                  <a:pt x="2033143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8327263" y="9173667"/>
            <a:ext cx="15157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 i="1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1600" spc="13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360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10247883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9" y="0"/>
                </a:moveTo>
                <a:lnTo>
                  <a:pt x="52197" y="0"/>
                </a:lnTo>
                <a:lnTo>
                  <a:pt x="31878" y="4101"/>
                </a:lnTo>
                <a:lnTo>
                  <a:pt x="15287" y="15287"/>
                </a:lnTo>
                <a:lnTo>
                  <a:pt x="4101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7" y="758367"/>
                </a:lnTo>
                <a:lnTo>
                  <a:pt x="1980819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3" y="706094"/>
                </a:lnTo>
                <a:lnTo>
                  <a:pt x="2033143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10524235" y="9051747"/>
            <a:ext cx="14814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95"/>
              </a:spcBef>
            </a:pPr>
            <a:r>
              <a:rPr dirty="0" sz="1600" spc="165" b="1" i="1">
                <a:solidFill>
                  <a:srgbClr val="FFFFFF"/>
                </a:solidFill>
                <a:latin typeface="Calibri"/>
                <a:cs typeface="Calibri"/>
              </a:rPr>
              <a:t>Monoliths</a:t>
            </a:r>
            <a:r>
              <a:rPr dirty="0" sz="1600" spc="10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0" b="1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600" spc="14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Microservices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12428093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69" h="758825">
                <a:moveTo>
                  <a:pt x="1980818" y="0"/>
                </a:moveTo>
                <a:lnTo>
                  <a:pt x="52197" y="0"/>
                </a:lnTo>
                <a:lnTo>
                  <a:pt x="31878" y="4101"/>
                </a:lnTo>
                <a:lnTo>
                  <a:pt x="15287" y="15287"/>
                </a:lnTo>
                <a:lnTo>
                  <a:pt x="4101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7" y="758367"/>
                </a:lnTo>
                <a:lnTo>
                  <a:pt x="1980818" y="758367"/>
                </a:lnTo>
                <a:lnTo>
                  <a:pt x="2001137" y="754259"/>
                </a:lnTo>
                <a:lnTo>
                  <a:pt x="2017728" y="743056"/>
                </a:lnTo>
                <a:lnTo>
                  <a:pt x="2028914" y="726440"/>
                </a:lnTo>
                <a:lnTo>
                  <a:pt x="2033016" y="706094"/>
                </a:lnTo>
                <a:lnTo>
                  <a:pt x="2033016" y="52196"/>
                </a:lnTo>
                <a:lnTo>
                  <a:pt x="2028914" y="31878"/>
                </a:lnTo>
                <a:lnTo>
                  <a:pt x="2017728" y="15287"/>
                </a:lnTo>
                <a:lnTo>
                  <a:pt x="2001137" y="4101"/>
                </a:lnTo>
                <a:lnTo>
                  <a:pt x="19808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12841985" y="9051747"/>
            <a:ext cx="12052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Mainframe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b="1" i="1">
                <a:solidFill>
                  <a:srgbClr val="FFFFFF"/>
                </a:solidFill>
                <a:latin typeface="Calibri"/>
                <a:cs typeface="Calibri"/>
              </a:rPr>
              <a:t>Offload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5887465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8" y="0"/>
                </a:moveTo>
                <a:lnTo>
                  <a:pt x="52324" y="0"/>
                </a:lnTo>
                <a:lnTo>
                  <a:pt x="31932" y="4101"/>
                </a:lnTo>
                <a:lnTo>
                  <a:pt x="15303" y="15287"/>
                </a:lnTo>
                <a:lnTo>
                  <a:pt x="4103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4" y="758367"/>
                </a:lnTo>
                <a:lnTo>
                  <a:pt x="1980818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2" y="706094"/>
                </a:lnTo>
                <a:lnTo>
                  <a:pt x="2033142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6035421" y="9051747"/>
            <a:ext cx="17367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7680" marR="5080" indent="-475615">
              <a:lnSpc>
                <a:spcPct val="100000"/>
              </a:lnSpc>
              <a:spcBef>
                <a:spcPts val="95"/>
              </a:spcBef>
            </a:pPr>
            <a:r>
              <a:rPr dirty="0" sz="1600" spc="229" b="1" i="1">
                <a:solidFill>
                  <a:srgbClr val="FFFFFF"/>
                </a:solidFill>
                <a:latin typeface="Calibri"/>
                <a:cs typeface="Calibri"/>
              </a:rPr>
              <a:t>Smart</a:t>
            </a:r>
            <a:r>
              <a:rPr dirty="0" sz="1600" spc="10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0" b="1" i="1">
                <a:solidFill>
                  <a:srgbClr val="FFFFFF"/>
                </a:solidFill>
                <a:latin typeface="Calibri"/>
                <a:cs typeface="Calibri"/>
              </a:rPr>
              <a:t>(AI/ML)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3707257" y="89368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8" y="0"/>
                </a:moveTo>
                <a:lnTo>
                  <a:pt x="52323" y="0"/>
                </a:lnTo>
                <a:lnTo>
                  <a:pt x="31932" y="4101"/>
                </a:lnTo>
                <a:lnTo>
                  <a:pt x="15303" y="15287"/>
                </a:lnTo>
                <a:lnTo>
                  <a:pt x="4103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3" y="758367"/>
                </a:lnTo>
                <a:lnTo>
                  <a:pt x="1980818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2" y="706094"/>
                </a:lnTo>
                <a:lnTo>
                  <a:pt x="2033142" y="52196"/>
                </a:lnTo>
                <a:lnTo>
                  <a:pt x="2029021" y="31878"/>
                </a:lnTo>
                <a:lnTo>
                  <a:pt x="2017791" y="15287"/>
                </a:lnTo>
                <a:lnTo>
                  <a:pt x="2001156" y="4101"/>
                </a:lnTo>
                <a:lnTo>
                  <a:pt x="1980818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3829303" y="9051747"/>
            <a:ext cx="17875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080" indent="-167640">
              <a:lnSpc>
                <a:spcPct val="100000"/>
              </a:lnSpc>
              <a:spcBef>
                <a:spcPts val="95"/>
              </a:spcBef>
            </a:pP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Cyber</a:t>
            </a:r>
            <a:r>
              <a:rPr dirty="0" sz="1600" spc="10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b="1" i="1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r>
              <a:rPr dirty="0" sz="1600" spc="10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50" b="1" i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600" spc="-5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 i="1">
                <a:solidFill>
                  <a:srgbClr val="FFFFFF"/>
                </a:solidFill>
                <a:latin typeface="Calibri"/>
                <a:cs typeface="Calibri"/>
              </a:rPr>
              <a:t>Observability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14608302" y="8936863"/>
            <a:ext cx="2034539" cy="758825"/>
          </a:xfrm>
          <a:custGeom>
            <a:avLst/>
            <a:gdLst/>
            <a:ahLst/>
            <a:cxnLst/>
            <a:rect l="l" t="t" r="r" b="b"/>
            <a:pathLst>
              <a:path w="2034540" h="758825">
                <a:moveTo>
                  <a:pt x="1981961" y="0"/>
                </a:moveTo>
                <a:lnTo>
                  <a:pt x="52196" y="0"/>
                </a:lnTo>
                <a:lnTo>
                  <a:pt x="31878" y="4101"/>
                </a:lnTo>
                <a:lnTo>
                  <a:pt x="15287" y="15287"/>
                </a:lnTo>
                <a:lnTo>
                  <a:pt x="4101" y="31878"/>
                </a:lnTo>
                <a:lnTo>
                  <a:pt x="0" y="52196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6" y="758367"/>
                </a:lnTo>
                <a:lnTo>
                  <a:pt x="1981961" y="758367"/>
                </a:lnTo>
                <a:lnTo>
                  <a:pt x="2002353" y="754259"/>
                </a:lnTo>
                <a:lnTo>
                  <a:pt x="2018982" y="743056"/>
                </a:lnTo>
                <a:lnTo>
                  <a:pt x="2030182" y="726440"/>
                </a:lnTo>
                <a:lnTo>
                  <a:pt x="2034286" y="706094"/>
                </a:lnTo>
                <a:lnTo>
                  <a:pt x="2034286" y="52196"/>
                </a:lnTo>
                <a:lnTo>
                  <a:pt x="2030182" y="31878"/>
                </a:lnTo>
                <a:lnTo>
                  <a:pt x="2018982" y="15287"/>
                </a:lnTo>
                <a:lnTo>
                  <a:pt x="2002353" y="4101"/>
                </a:lnTo>
                <a:lnTo>
                  <a:pt x="1981961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15080741" y="9051747"/>
            <a:ext cx="109029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95"/>
              </a:spcBef>
            </a:pPr>
            <a:r>
              <a:rPr dirty="0" sz="1600" spc="155" b="1" i="1">
                <a:solidFill>
                  <a:srgbClr val="FFFFFF"/>
                </a:solidFill>
                <a:latin typeface="Calibri"/>
                <a:cs typeface="Calibri"/>
              </a:rPr>
              <a:t>IoT</a:t>
            </a:r>
            <a:r>
              <a:rPr dirty="0" sz="1600" spc="5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 i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600" spc="5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9" b="1" i="1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dirty="0" sz="1600" spc="229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7865109" y="4766563"/>
            <a:ext cx="264414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180" b="1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r>
              <a:rPr dirty="0" sz="1400" spc="180" b="1">
                <a:solidFill>
                  <a:srgbClr val="173360"/>
                </a:solidFill>
                <a:latin typeface="Malgun Gothic"/>
                <a:cs typeface="Malgun Gothic"/>
              </a:rPr>
              <a:t>의</a:t>
            </a:r>
            <a:r>
              <a:rPr dirty="0" sz="1400" spc="-9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75" b="1">
                <a:solidFill>
                  <a:srgbClr val="173360"/>
                </a:solidFill>
                <a:latin typeface="Calibri"/>
                <a:cs typeface="Calibri"/>
              </a:rPr>
              <a:t>SQL</a:t>
            </a:r>
            <a:r>
              <a:rPr dirty="0" sz="1400" spc="175" b="1">
                <a:solidFill>
                  <a:srgbClr val="173360"/>
                </a:solidFill>
                <a:latin typeface="Malgun Gothic"/>
                <a:cs typeface="Malgun Gothic"/>
              </a:rPr>
              <a:t>을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활용하여</a:t>
            </a:r>
            <a:r>
              <a:rPr dirty="0" sz="1400" spc="-9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이동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중인</a:t>
            </a:r>
            <a:r>
              <a:rPr dirty="0" sz="1400" spc="-10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데이터의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05" b="1">
                <a:solidFill>
                  <a:srgbClr val="173360"/>
                </a:solidFill>
                <a:latin typeface="Calibri"/>
                <a:cs typeface="Calibri"/>
              </a:rPr>
              <a:t>join,</a:t>
            </a:r>
            <a:r>
              <a:rPr dirty="0" sz="1400" spc="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135" b="1">
                <a:solidFill>
                  <a:srgbClr val="173360"/>
                </a:solidFill>
                <a:latin typeface="Calibri"/>
                <a:cs typeface="Calibri"/>
              </a:rPr>
              <a:t>enrich, </a:t>
            </a:r>
            <a:r>
              <a:rPr dirty="0" sz="1400" spc="165" b="1">
                <a:solidFill>
                  <a:srgbClr val="173360"/>
                </a:solidFill>
                <a:latin typeface="Calibri"/>
                <a:cs typeface="Calibri"/>
              </a:rPr>
              <a:t>transform</a:t>
            </a:r>
            <a:r>
              <a:rPr dirty="0" sz="1400" spc="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65" b="1">
                <a:solidFill>
                  <a:srgbClr val="173360"/>
                </a:solidFill>
                <a:latin typeface="Calibri"/>
                <a:cs typeface="Calibri"/>
              </a:rPr>
              <a:t>analyze</a:t>
            </a:r>
            <a:r>
              <a:rPr dirty="0" sz="1400" spc="9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수행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7781290" y="6952233"/>
            <a:ext cx="284670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1400" spc="-10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다운스트림</a:t>
            </a:r>
            <a:r>
              <a:rPr dirty="0" sz="1400" spc="-1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 b="1">
                <a:solidFill>
                  <a:srgbClr val="173360"/>
                </a:solidFill>
                <a:latin typeface="Malgun Gothic"/>
                <a:cs typeface="Malgun Gothic"/>
              </a:rPr>
              <a:t>시스템에서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데이터가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일관되고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사용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가능하도록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보장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993647" y="2527935"/>
            <a:ext cx="12795250" cy="6914515"/>
            <a:chOff x="993647" y="2527935"/>
            <a:chExt cx="12795250" cy="6914515"/>
          </a:xfrm>
        </p:grpSpPr>
        <p:pic>
          <p:nvPicPr>
            <p:cNvPr id="86" name="object 8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65717" y="6125714"/>
              <a:ext cx="580745" cy="102492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8733917" y="3693553"/>
              <a:ext cx="4250055" cy="3117215"/>
            </a:xfrm>
            <a:custGeom>
              <a:avLst/>
              <a:gdLst/>
              <a:ahLst/>
              <a:cxnLst/>
              <a:rect l="l" t="t" r="r" b="b"/>
              <a:pathLst>
                <a:path w="4250055" h="3117215">
                  <a:moveTo>
                    <a:pt x="888238" y="2672702"/>
                  </a:moveTo>
                  <a:lnTo>
                    <a:pt x="885672" y="2625521"/>
                  </a:lnTo>
                  <a:lnTo>
                    <a:pt x="885621" y="2624429"/>
                  </a:lnTo>
                  <a:lnTo>
                    <a:pt x="877963" y="2577642"/>
                  </a:lnTo>
                  <a:lnTo>
                    <a:pt x="865543" y="2532596"/>
                  </a:lnTo>
                  <a:lnTo>
                    <a:pt x="848614" y="2489568"/>
                  </a:lnTo>
                  <a:lnTo>
                    <a:pt x="827481" y="2448852"/>
                  </a:lnTo>
                  <a:lnTo>
                    <a:pt x="818057" y="2434539"/>
                  </a:lnTo>
                  <a:lnTo>
                    <a:pt x="818057" y="2641244"/>
                  </a:lnTo>
                  <a:lnTo>
                    <a:pt x="817714" y="2641244"/>
                  </a:lnTo>
                  <a:lnTo>
                    <a:pt x="817714" y="2709532"/>
                  </a:lnTo>
                  <a:lnTo>
                    <a:pt x="817079" y="2719616"/>
                  </a:lnTo>
                  <a:lnTo>
                    <a:pt x="808482" y="2764853"/>
                  </a:lnTo>
                  <a:lnTo>
                    <a:pt x="794588" y="2808046"/>
                  </a:lnTo>
                  <a:lnTo>
                    <a:pt x="775766" y="2848851"/>
                  </a:lnTo>
                  <a:lnTo>
                    <a:pt x="752386" y="2886900"/>
                  </a:lnTo>
                  <a:lnTo>
                    <a:pt x="724789" y="2921812"/>
                  </a:lnTo>
                  <a:lnTo>
                    <a:pt x="693343" y="2953258"/>
                  </a:lnTo>
                  <a:lnTo>
                    <a:pt x="658431" y="2980855"/>
                  </a:lnTo>
                  <a:lnTo>
                    <a:pt x="620382" y="3004235"/>
                  </a:lnTo>
                  <a:lnTo>
                    <a:pt x="579577" y="3023057"/>
                  </a:lnTo>
                  <a:lnTo>
                    <a:pt x="564172" y="3028010"/>
                  </a:lnTo>
                  <a:lnTo>
                    <a:pt x="589026" y="2986900"/>
                  </a:lnTo>
                  <a:lnTo>
                    <a:pt x="607237" y="2942475"/>
                  </a:lnTo>
                  <a:lnTo>
                    <a:pt x="622236" y="2894215"/>
                  </a:lnTo>
                  <a:lnTo>
                    <a:pt x="633984" y="2842615"/>
                  </a:lnTo>
                  <a:lnTo>
                    <a:pt x="642416" y="2788170"/>
                  </a:lnTo>
                  <a:lnTo>
                    <a:pt x="647509" y="2731376"/>
                  </a:lnTo>
                  <a:lnTo>
                    <a:pt x="648144" y="2709532"/>
                  </a:lnTo>
                  <a:lnTo>
                    <a:pt x="817714" y="2709532"/>
                  </a:lnTo>
                  <a:lnTo>
                    <a:pt x="817714" y="2641244"/>
                  </a:lnTo>
                  <a:lnTo>
                    <a:pt x="648309" y="2641244"/>
                  </a:lnTo>
                  <a:lnTo>
                    <a:pt x="647509" y="2613456"/>
                  </a:lnTo>
                  <a:lnTo>
                    <a:pt x="642416" y="2556306"/>
                  </a:lnTo>
                  <a:lnTo>
                    <a:pt x="633984" y="2501747"/>
                  </a:lnTo>
                  <a:lnTo>
                    <a:pt x="622236" y="2450274"/>
                  </a:lnTo>
                  <a:lnTo>
                    <a:pt x="607237" y="2402357"/>
                  </a:lnTo>
                  <a:lnTo>
                    <a:pt x="589026" y="2358504"/>
                  </a:lnTo>
                  <a:lnTo>
                    <a:pt x="579843" y="2343048"/>
                  </a:lnTo>
                  <a:lnTo>
                    <a:pt x="579843" y="2641244"/>
                  </a:lnTo>
                  <a:lnTo>
                    <a:pt x="579666" y="2641244"/>
                  </a:lnTo>
                  <a:lnTo>
                    <a:pt x="579666" y="2709532"/>
                  </a:lnTo>
                  <a:lnTo>
                    <a:pt x="579196" y="2725724"/>
                  </a:lnTo>
                  <a:lnTo>
                    <a:pt x="574560" y="2777642"/>
                  </a:lnTo>
                  <a:lnTo>
                    <a:pt x="566966" y="2827578"/>
                  </a:lnTo>
                  <a:lnTo>
                    <a:pt x="556526" y="2874695"/>
                  </a:lnTo>
                  <a:lnTo>
                    <a:pt x="543356" y="2918104"/>
                  </a:lnTo>
                  <a:lnTo>
                    <a:pt x="527558" y="2956928"/>
                  </a:lnTo>
                  <a:lnTo>
                    <a:pt x="504126" y="2999473"/>
                  </a:lnTo>
                  <a:lnTo>
                    <a:pt x="461454" y="3043605"/>
                  </a:lnTo>
                  <a:lnTo>
                    <a:pt x="444246" y="3048495"/>
                  </a:lnTo>
                  <a:lnTo>
                    <a:pt x="426758" y="3043605"/>
                  </a:lnTo>
                  <a:lnTo>
                    <a:pt x="383159" y="2999473"/>
                  </a:lnTo>
                  <a:lnTo>
                    <a:pt x="359537" y="2956928"/>
                  </a:lnTo>
                  <a:lnTo>
                    <a:pt x="343827" y="2918104"/>
                  </a:lnTo>
                  <a:lnTo>
                    <a:pt x="330885" y="2874695"/>
                  </a:lnTo>
                  <a:lnTo>
                    <a:pt x="323456" y="2840164"/>
                  </a:lnTo>
                  <a:lnTo>
                    <a:pt x="323456" y="3027743"/>
                  </a:lnTo>
                  <a:lnTo>
                    <a:pt x="268097" y="3004235"/>
                  </a:lnTo>
                  <a:lnTo>
                    <a:pt x="230047" y="2980855"/>
                  </a:lnTo>
                  <a:lnTo>
                    <a:pt x="195135" y="2953258"/>
                  </a:lnTo>
                  <a:lnTo>
                    <a:pt x="163690" y="2921812"/>
                  </a:lnTo>
                  <a:lnTo>
                    <a:pt x="136093" y="2886900"/>
                  </a:lnTo>
                  <a:lnTo>
                    <a:pt x="112712" y="2848851"/>
                  </a:lnTo>
                  <a:lnTo>
                    <a:pt x="93891" y="2808046"/>
                  </a:lnTo>
                  <a:lnTo>
                    <a:pt x="79997" y="2764853"/>
                  </a:lnTo>
                  <a:lnTo>
                    <a:pt x="71399" y="2719616"/>
                  </a:lnTo>
                  <a:lnTo>
                    <a:pt x="70764" y="2709532"/>
                  </a:lnTo>
                  <a:lnTo>
                    <a:pt x="240334" y="2709532"/>
                  </a:lnTo>
                  <a:lnTo>
                    <a:pt x="240969" y="2731376"/>
                  </a:lnTo>
                  <a:lnTo>
                    <a:pt x="246062" y="2788170"/>
                  </a:lnTo>
                  <a:lnTo>
                    <a:pt x="254482" y="2842615"/>
                  </a:lnTo>
                  <a:lnTo>
                    <a:pt x="266204" y="2894215"/>
                  </a:lnTo>
                  <a:lnTo>
                    <a:pt x="281165" y="2942475"/>
                  </a:lnTo>
                  <a:lnTo>
                    <a:pt x="299339" y="2986900"/>
                  </a:lnTo>
                  <a:lnTo>
                    <a:pt x="323456" y="3027743"/>
                  </a:lnTo>
                  <a:lnTo>
                    <a:pt x="323456" y="2840164"/>
                  </a:lnTo>
                  <a:lnTo>
                    <a:pt x="320751" y="2827578"/>
                  </a:lnTo>
                  <a:lnTo>
                    <a:pt x="313461" y="2777642"/>
                  </a:lnTo>
                  <a:lnTo>
                    <a:pt x="309067" y="2725724"/>
                  </a:lnTo>
                  <a:lnTo>
                    <a:pt x="308610" y="2709532"/>
                  </a:lnTo>
                  <a:lnTo>
                    <a:pt x="579666" y="2709532"/>
                  </a:lnTo>
                  <a:lnTo>
                    <a:pt x="579666" y="2641244"/>
                  </a:lnTo>
                  <a:lnTo>
                    <a:pt x="308444" y="2641244"/>
                  </a:lnTo>
                  <a:lnTo>
                    <a:pt x="309054" y="2619197"/>
                  </a:lnTo>
                  <a:lnTo>
                    <a:pt x="313436" y="2567076"/>
                  </a:lnTo>
                  <a:lnTo>
                    <a:pt x="320675" y="2517089"/>
                  </a:lnTo>
                  <a:lnTo>
                    <a:pt x="330758" y="2469946"/>
                  </a:lnTo>
                  <a:lnTo>
                    <a:pt x="343827" y="2425928"/>
                  </a:lnTo>
                  <a:lnTo>
                    <a:pt x="359537" y="2387079"/>
                  </a:lnTo>
                  <a:lnTo>
                    <a:pt x="383362" y="2344763"/>
                  </a:lnTo>
                  <a:lnTo>
                    <a:pt x="427342" y="2301595"/>
                  </a:lnTo>
                  <a:lnTo>
                    <a:pt x="444246" y="2296909"/>
                  </a:lnTo>
                  <a:lnTo>
                    <a:pt x="460146" y="2301595"/>
                  </a:lnTo>
                  <a:lnTo>
                    <a:pt x="503212" y="2344763"/>
                  </a:lnTo>
                  <a:lnTo>
                    <a:pt x="527558" y="2387079"/>
                  </a:lnTo>
                  <a:lnTo>
                    <a:pt x="543356" y="2426373"/>
                  </a:lnTo>
                  <a:lnTo>
                    <a:pt x="556526" y="2469946"/>
                  </a:lnTo>
                  <a:lnTo>
                    <a:pt x="566864" y="2516606"/>
                  </a:lnTo>
                  <a:lnTo>
                    <a:pt x="574522" y="2566797"/>
                  </a:lnTo>
                  <a:lnTo>
                    <a:pt x="579196" y="2619197"/>
                  </a:lnTo>
                  <a:lnTo>
                    <a:pt x="579843" y="2641244"/>
                  </a:lnTo>
                  <a:lnTo>
                    <a:pt x="579843" y="2343048"/>
                  </a:lnTo>
                  <a:lnTo>
                    <a:pt x="564629" y="2317419"/>
                  </a:lnTo>
                  <a:lnTo>
                    <a:pt x="579577" y="2322182"/>
                  </a:lnTo>
                  <a:lnTo>
                    <a:pt x="620382" y="2340902"/>
                  </a:lnTo>
                  <a:lnTo>
                    <a:pt x="658431" y="2364181"/>
                  </a:lnTo>
                  <a:lnTo>
                    <a:pt x="693343" y="2391676"/>
                  </a:lnTo>
                  <a:lnTo>
                    <a:pt x="724789" y="2423033"/>
                  </a:lnTo>
                  <a:lnTo>
                    <a:pt x="752386" y="2457907"/>
                  </a:lnTo>
                  <a:lnTo>
                    <a:pt x="775766" y="2495943"/>
                  </a:lnTo>
                  <a:lnTo>
                    <a:pt x="794588" y="2536799"/>
                  </a:lnTo>
                  <a:lnTo>
                    <a:pt x="808482" y="2580106"/>
                  </a:lnTo>
                  <a:lnTo>
                    <a:pt x="817079" y="2625521"/>
                  </a:lnTo>
                  <a:lnTo>
                    <a:pt x="818057" y="2641244"/>
                  </a:lnTo>
                  <a:lnTo>
                    <a:pt x="818057" y="2434539"/>
                  </a:lnTo>
                  <a:lnTo>
                    <a:pt x="773633" y="2375420"/>
                  </a:lnTo>
                  <a:lnTo>
                    <a:pt x="741476" y="2343251"/>
                  </a:lnTo>
                  <a:lnTo>
                    <a:pt x="706196" y="2314473"/>
                  </a:lnTo>
                  <a:lnTo>
                    <a:pt x="668058" y="2289378"/>
                  </a:lnTo>
                  <a:lnTo>
                    <a:pt x="627354" y="2268220"/>
                  </a:lnTo>
                  <a:lnTo>
                    <a:pt x="584339" y="2251291"/>
                  </a:lnTo>
                  <a:lnTo>
                    <a:pt x="539305" y="2238870"/>
                  </a:lnTo>
                  <a:lnTo>
                    <a:pt x="492506" y="2231199"/>
                  </a:lnTo>
                  <a:lnTo>
                    <a:pt x="444246" y="2228583"/>
                  </a:lnTo>
                  <a:lnTo>
                    <a:pt x="395960" y="2231199"/>
                  </a:lnTo>
                  <a:lnTo>
                    <a:pt x="349161" y="2238870"/>
                  </a:lnTo>
                  <a:lnTo>
                    <a:pt x="323291" y="2246007"/>
                  </a:lnTo>
                  <a:lnTo>
                    <a:pt x="323291" y="2317585"/>
                  </a:lnTo>
                  <a:lnTo>
                    <a:pt x="299339" y="2358504"/>
                  </a:lnTo>
                  <a:lnTo>
                    <a:pt x="281165" y="2402357"/>
                  </a:lnTo>
                  <a:lnTo>
                    <a:pt x="266204" y="2450274"/>
                  </a:lnTo>
                  <a:lnTo>
                    <a:pt x="254482" y="2501747"/>
                  </a:lnTo>
                  <a:lnTo>
                    <a:pt x="246062" y="2556306"/>
                  </a:lnTo>
                  <a:lnTo>
                    <a:pt x="240969" y="2613456"/>
                  </a:lnTo>
                  <a:lnTo>
                    <a:pt x="240169" y="2641244"/>
                  </a:lnTo>
                  <a:lnTo>
                    <a:pt x="70408" y="2641244"/>
                  </a:lnTo>
                  <a:lnTo>
                    <a:pt x="79997" y="2580106"/>
                  </a:lnTo>
                  <a:lnTo>
                    <a:pt x="93891" y="2536799"/>
                  </a:lnTo>
                  <a:lnTo>
                    <a:pt x="112712" y="2495943"/>
                  </a:lnTo>
                  <a:lnTo>
                    <a:pt x="136093" y="2457907"/>
                  </a:lnTo>
                  <a:lnTo>
                    <a:pt x="163690" y="2423033"/>
                  </a:lnTo>
                  <a:lnTo>
                    <a:pt x="195135" y="2391676"/>
                  </a:lnTo>
                  <a:lnTo>
                    <a:pt x="230047" y="2364181"/>
                  </a:lnTo>
                  <a:lnTo>
                    <a:pt x="268097" y="2340902"/>
                  </a:lnTo>
                  <a:lnTo>
                    <a:pt x="308902" y="2322182"/>
                  </a:lnTo>
                  <a:lnTo>
                    <a:pt x="323291" y="2317585"/>
                  </a:lnTo>
                  <a:lnTo>
                    <a:pt x="323291" y="2246007"/>
                  </a:lnTo>
                  <a:lnTo>
                    <a:pt x="261086" y="2268220"/>
                  </a:lnTo>
                  <a:lnTo>
                    <a:pt x="220357" y="2289378"/>
                  </a:lnTo>
                  <a:lnTo>
                    <a:pt x="182194" y="2314473"/>
                  </a:lnTo>
                  <a:lnTo>
                    <a:pt x="146888" y="2343251"/>
                  </a:lnTo>
                  <a:lnTo>
                    <a:pt x="114706" y="2375420"/>
                  </a:lnTo>
                  <a:lnTo>
                    <a:pt x="85928" y="2410714"/>
                  </a:lnTo>
                  <a:lnTo>
                    <a:pt x="60807" y="2448852"/>
                  </a:lnTo>
                  <a:lnTo>
                    <a:pt x="39649" y="2489568"/>
                  </a:lnTo>
                  <a:lnTo>
                    <a:pt x="22707" y="2532596"/>
                  </a:lnTo>
                  <a:lnTo>
                    <a:pt x="10274" y="2577642"/>
                  </a:lnTo>
                  <a:lnTo>
                    <a:pt x="2603" y="2624429"/>
                  </a:lnTo>
                  <a:lnTo>
                    <a:pt x="0" y="2672702"/>
                  </a:lnTo>
                  <a:lnTo>
                    <a:pt x="2552" y="2719616"/>
                  </a:lnTo>
                  <a:lnTo>
                    <a:pt x="2603" y="2720733"/>
                  </a:lnTo>
                  <a:lnTo>
                    <a:pt x="10274" y="2767355"/>
                  </a:lnTo>
                  <a:lnTo>
                    <a:pt x="22707" y="2812275"/>
                  </a:lnTo>
                  <a:lnTo>
                    <a:pt x="39649" y="2855214"/>
                  </a:lnTo>
                  <a:lnTo>
                    <a:pt x="60807" y="2895904"/>
                  </a:lnTo>
                  <a:lnTo>
                    <a:pt x="85928" y="2934055"/>
                  </a:lnTo>
                  <a:lnTo>
                    <a:pt x="114706" y="2969387"/>
                  </a:lnTo>
                  <a:lnTo>
                    <a:pt x="146888" y="3001619"/>
                  </a:lnTo>
                  <a:lnTo>
                    <a:pt x="182194" y="3030461"/>
                  </a:lnTo>
                  <a:lnTo>
                    <a:pt x="220357" y="3055632"/>
                  </a:lnTo>
                  <a:lnTo>
                    <a:pt x="261086" y="3076867"/>
                  </a:lnTo>
                  <a:lnTo>
                    <a:pt x="304114" y="3093872"/>
                  </a:lnTo>
                  <a:lnTo>
                    <a:pt x="349161" y="3106369"/>
                  </a:lnTo>
                  <a:lnTo>
                    <a:pt x="395960" y="3114065"/>
                  </a:lnTo>
                  <a:lnTo>
                    <a:pt x="444246" y="3116694"/>
                  </a:lnTo>
                  <a:lnTo>
                    <a:pt x="492506" y="3114065"/>
                  </a:lnTo>
                  <a:lnTo>
                    <a:pt x="539305" y="3106369"/>
                  </a:lnTo>
                  <a:lnTo>
                    <a:pt x="584339" y="3093872"/>
                  </a:lnTo>
                  <a:lnTo>
                    <a:pt x="627354" y="3076867"/>
                  </a:lnTo>
                  <a:lnTo>
                    <a:pt x="668058" y="3055632"/>
                  </a:lnTo>
                  <a:lnTo>
                    <a:pt x="678865" y="3048495"/>
                  </a:lnTo>
                  <a:lnTo>
                    <a:pt x="706196" y="3030461"/>
                  </a:lnTo>
                  <a:lnTo>
                    <a:pt x="741476" y="3001619"/>
                  </a:lnTo>
                  <a:lnTo>
                    <a:pt x="773633" y="2969387"/>
                  </a:lnTo>
                  <a:lnTo>
                    <a:pt x="802386" y="2934055"/>
                  </a:lnTo>
                  <a:lnTo>
                    <a:pt x="827481" y="2895904"/>
                  </a:lnTo>
                  <a:lnTo>
                    <a:pt x="848614" y="2855214"/>
                  </a:lnTo>
                  <a:lnTo>
                    <a:pt x="865543" y="2812275"/>
                  </a:lnTo>
                  <a:lnTo>
                    <a:pt x="877963" y="2767355"/>
                  </a:lnTo>
                  <a:lnTo>
                    <a:pt x="885621" y="2720733"/>
                  </a:lnTo>
                  <a:lnTo>
                    <a:pt x="888238" y="2672702"/>
                  </a:lnTo>
                  <a:close/>
                </a:path>
                <a:path w="4250055" h="3117215">
                  <a:moveTo>
                    <a:pt x="4249928" y="39230"/>
                  </a:moveTo>
                  <a:lnTo>
                    <a:pt x="4246778" y="24155"/>
                  </a:lnTo>
                  <a:lnTo>
                    <a:pt x="4238269" y="11658"/>
                  </a:lnTo>
                  <a:lnTo>
                    <a:pt x="4225810" y="3136"/>
                  </a:lnTo>
                  <a:lnTo>
                    <a:pt x="4210812" y="0"/>
                  </a:lnTo>
                  <a:lnTo>
                    <a:pt x="4210812" y="39230"/>
                  </a:lnTo>
                  <a:lnTo>
                    <a:pt x="4210812" y="323964"/>
                  </a:lnTo>
                  <a:lnTo>
                    <a:pt x="3779393" y="323964"/>
                  </a:lnTo>
                  <a:lnTo>
                    <a:pt x="3779393" y="39230"/>
                  </a:lnTo>
                  <a:lnTo>
                    <a:pt x="4210812" y="39230"/>
                  </a:lnTo>
                  <a:lnTo>
                    <a:pt x="4210812" y="0"/>
                  </a:lnTo>
                  <a:lnTo>
                    <a:pt x="3779393" y="0"/>
                  </a:lnTo>
                  <a:lnTo>
                    <a:pt x="3763988" y="3136"/>
                  </a:lnTo>
                  <a:lnTo>
                    <a:pt x="3751529" y="11658"/>
                  </a:lnTo>
                  <a:lnTo>
                    <a:pt x="3743185" y="24155"/>
                  </a:lnTo>
                  <a:lnTo>
                    <a:pt x="3740150" y="39230"/>
                  </a:lnTo>
                  <a:lnTo>
                    <a:pt x="3740150" y="323964"/>
                  </a:lnTo>
                  <a:lnTo>
                    <a:pt x="3743185" y="339051"/>
                  </a:lnTo>
                  <a:lnTo>
                    <a:pt x="3751529" y="351548"/>
                  </a:lnTo>
                  <a:lnTo>
                    <a:pt x="3763988" y="360070"/>
                  </a:lnTo>
                  <a:lnTo>
                    <a:pt x="3779393" y="363207"/>
                  </a:lnTo>
                  <a:lnTo>
                    <a:pt x="4210812" y="363207"/>
                  </a:lnTo>
                  <a:lnTo>
                    <a:pt x="4225810" y="360070"/>
                  </a:lnTo>
                  <a:lnTo>
                    <a:pt x="4238269" y="351548"/>
                  </a:lnTo>
                  <a:lnTo>
                    <a:pt x="4246778" y="339051"/>
                  </a:lnTo>
                  <a:lnTo>
                    <a:pt x="4249928" y="323964"/>
                  </a:lnTo>
                  <a:lnTo>
                    <a:pt x="4249928" y="3923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670154" y="3811206"/>
              <a:ext cx="117665" cy="117665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12572111" y="3546856"/>
              <a:ext cx="314325" cy="181610"/>
            </a:xfrm>
            <a:custGeom>
              <a:avLst/>
              <a:gdLst/>
              <a:ahLst/>
              <a:cxnLst/>
              <a:rect l="l" t="t" r="r" b="b"/>
              <a:pathLst>
                <a:path w="314325" h="181610">
                  <a:moveTo>
                    <a:pt x="156845" y="0"/>
                  </a:moveTo>
                  <a:lnTo>
                    <a:pt x="107419" y="7678"/>
                  </a:lnTo>
                  <a:lnTo>
                    <a:pt x="64382" y="29061"/>
                  </a:lnTo>
                  <a:lnTo>
                    <a:pt x="30374" y="61667"/>
                  </a:lnTo>
                  <a:lnTo>
                    <a:pt x="8033" y="103014"/>
                  </a:lnTo>
                  <a:lnTo>
                    <a:pt x="0" y="150622"/>
                  </a:lnTo>
                  <a:lnTo>
                    <a:pt x="0" y="181228"/>
                  </a:lnTo>
                  <a:lnTo>
                    <a:pt x="39243" y="181228"/>
                  </a:lnTo>
                  <a:lnTo>
                    <a:pt x="39243" y="150622"/>
                  </a:lnTo>
                  <a:lnTo>
                    <a:pt x="48474" y="107072"/>
                  </a:lnTo>
                  <a:lnTo>
                    <a:pt x="73659" y="71691"/>
                  </a:lnTo>
                  <a:lnTo>
                    <a:pt x="111037" y="47930"/>
                  </a:lnTo>
                  <a:lnTo>
                    <a:pt x="156845" y="39243"/>
                  </a:lnTo>
                  <a:lnTo>
                    <a:pt x="202404" y="47930"/>
                  </a:lnTo>
                  <a:lnTo>
                    <a:pt x="239855" y="71691"/>
                  </a:lnTo>
                  <a:lnTo>
                    <a:pt x="265233" y="107072"/>
                  </a:lnTo>
                  <a:lnTo>
                    <a:pt x="274574" y="150622"/>
                  </a:lnTo>
                  <a:lnTo>
                    <a:pt x="274574" y="181228"/>
                  </a:lnTo>
                  <a:lnTo>
                    <a:pt x="313817" y="181228"/>
                  </a:lnTo>
                  <a:lnTo>
                    <a:pt x="313817" y="150622"/>
                  </a:lnTo>
                  <a:lnTo>
                    <a:pt x="305770" y="103014"/>
                  </a:lnTo>
                  <a:lnTo>
                    <a:pt x="283397" y="61667"/>
                  </a:lnTo>
                  <a:lnTo>
                    <a:pt x="249351" y="29061"/>
                  </a:lnTo>
                  <a:lnTo>
                    <a:pt x="206283" y="7678"/>
                  </a:lnTo>
                  <a:lnTo>
                    <a:pt x="156845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19559" y="6263639"/>
              <a:ext cx="2069084" cy="2041270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12258675" y="6686804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70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6"/>
                  </a:lnTo>
                  <a:lnTo>
                    <a:pt x="10573" y="539424"/>
                  </a:lnTo>
                  <a:lnTo>
                    <a:pt x="23370" y="584540"/>
                  </a:lnTo>
                  <a:lnTo>
                    <a:pt x="40801" y="627604"/>
                  </a:lnTo>
                  <a:lnTo>
                    <a:pt x="62587" y="668344"/>
                  </a:lnTo>
                  <a:lnTo>
                    <a:pt x="88448" y="706490"/>
                  </a:lnTo>
                  <a:lnTo>
                    <a:pt x="118106" y="741772"/>
                  </a:lnTo>
                  <a:lnTo>
                    <a:pt x="151279" y="773917"/>
                  </a:lnTo>
                  <a:lnTo>
                    <a:pt x="187689" y="802655"/>
                  </a:lnTo>
                  <a:lnTo>
                    <a:pt x="227057" y="827715"/>
                  </a:lnTo>
                  <a:lnTo>
                    <a:pt x="269102" y="848826"/>
                  </a:lnTo>
                  <a:lnTo>
                    <a:pt x="313545" y="865718"/>
                  </a:lnTo>
                  <a:lnTo>
                    <a:pt x="360107" y="878119"/>
                  </a:lnTo>
                  <a:lnTo>
                    <a:pt x="408509" y="885758"/>
                  </a:lnTo>
                  <a:lnTo>
                    <a:pt x="458470" y="888365"/>
                  </a:lnTo>
                  <a:lnTo>
                    <a:pt x="508432" y="885758"/>
                  </a:lnTo>
                  <a:lnTo>
                    <a:pt x="556838" y="878119"/>
                  </a:lnTo>
                  <a:lnTo>
                    <a:pt x="603407" y="865718"/>
                  </a:lnTo>
                  <a:lnTo>
                    <a:pt x="647859" y="848826"/>
                  </a:lnTo>
                  <a:lnTo>
                    <a:pt x="689915" y="827715"/>
                  </a:lnTo>
                  <a:lnTo>
                    <a:pt x="729294" y="802655"/>
                  </a:lnTo>
                  <a:lnTo>
                    <a:pt x="765717" y="773917"/>
                  </a:lnTo>
                  <a:lnTo>
                    <a:pt x="798903" y="741772"/>
                  </a:lnTo>
                  <a:lnTo>
                    <a:pt x="828573" y="706490"/>
                  </a:lnTo>
                  <a:lnTo>
                    <a:pt x="854446" y="668344"/>
                  </a:lnTo>
                  <a:lnTo>
                    <a:pt x="876243" y="627604"/>
                  </a:lnTo>
                  <a:lnTo>
                    <a:pt x="893683" y="584540"/>
                  </a:lnTo>
                  <a:lnTo>
                    <a:pt x="906487" y="539424"/>
                  </a:lnTo>
                  <a:lnTo>
                    <a:pt x="914375" y="492526"/>
                  </a:lnTo>
                  <a:lnTo>
                    <a:pt x="917067" y="444119"/>
                  </a:lnTo>
                  <a:lnTo>
                    <a:pt x="914375" y="395734"/>
                  </a:lnTo>
                  <a:lnTo>
                    <a:pt x="906487" y="348858"/>
                  </a:lnTo>
                  <a:lnTo>
                    <a:pt x="893683" y="303759"/>
                  </a:lnTo>
                  <a:lnTo>
                    <a:pt x="876243" y="260710"/>
                  </a:lnTo>
                  <a:lnTo>
                    <a:pt x="854446" y="219982"/>
                  </a:lnTo>
                  <a:lnTo>
                    <a:pt x="828573" y="181846"/>
                  </a:lnTo>
                  <a:lnTo>
                    <a:pt x="798903" y="146573"/>
                  </a:lnTo>
                  <a:lnTo>
                    <a:pt x="765717" y="114434"/>
                  </a:lnTo>
                  <a:lnTo>
                    <a:pt x="729294" y="85701"/>
                  </a:lnTo>
                  <a:lnTo>
                    <a:pt x="689915" y="60644"/>
                  </a:lnTo>
                  <a:lnTo>
                    <a:pt x="647859" y="39535"/>
                  </a:lnTo>
                  <a:lnTo>
                    <a:pt x="603407" y="22645"/>
                  </a:lnTo>
                  <a:lnTo>
                    <a:pt x="556838" y="10245"/>
                  </a:lnTo>
                  <a:lnTo>
                    <a:pt x="508432" y="2606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19559" y="7400556"/>
              <a:ext cx="2069084" cy="2041270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12258675" y="7823200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70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70" y="888238"/>
                  </a:lnTo>
                  <a:lnTo>
                    <a:pt x="508432" y="885633"/>
                  </a:lnTo>
                  <a:lnTo>
                    <a:pt x="556838" y="877998"/>
                  </a:lnTo>
                  <a:lnTo>
                    <a:pt x="603407" y="865604"/>
                  </a:lnTo>
                  <a:lnTo>
                    <a:pt x="647859" y="848722"/>
                  </a:lnTo>
                  <a:lnTo>
                    <a:pt x="689915" y="827621"/>
                  </a:lnTo>
                  <a:lnTo>
                    <a:pt x="729294" y="802572"/>
                  </a:lnTo>
                  <a:lnTo>
                    <a:pt x="765717" y="773847"/>
                  </a:lnTo>
                  <a:lnTo>
                    <a:pt x="798903" y="741714"/>
                  </a:lnTo>
                  <a:lnTo>
                    <a:pt x="828573" y="706446"/>
                  </a:lnTo>
                  <a:lnTo>
                    <a:pt x="854446" y="668311"/>
                  </a:lnTo>
                  <a:lnTo>
                    <a:pt x="876243" y="627581"/>
                  </a:lnTo>
                  <a:lnTo>
                    <a:pt x="893683" y="584527"/>
                  </a:lnTo>
                  <a:lnTo>
                    <a:pt x="906487" y="539418"/>
                  </a:lnTo>
                  <a:lnTo>
                    <a:pt x="914375" y="492525"/>
                  </a:lnTo>
                  <a:lnTo>
                    <a:pt x="917067" y="444119"/>
                  </a:lnTo>
                  <a:lnTo>
                    <a:pt x="914375" y="395734"/>
                  </a:lnTo>
                  <a:lnTo>
                    <a:pt x="906487" y="348858"/>
                  </a:lnTo>
                  <a:lnTo>
                    <a:pt x="893683" y="303759"/>
                  </a:lnTo>
                  <a:lnTo>
                    <a:pt x="876243" y="260710"/>
                  </a:lnTo>
                  <a:lnTo>
                    <a:pt x="854446" y="219982"/>
                  </a:lnTo>
                  <a:lnTo>
                    <a:pt x="828573" y="181846"/>
                  </a:lnTo>
                  <a:lnTo>
                    <a:pt x="798903" y="146573"/>
                  </a:lnTo>
                  <a:lnTo>
                    <a:pt x="765717" y="114434"/>
                  </a:lnTo>
                  <a:lnTo>
                    <a:pt x="729294" y="85701"/>
                  </a:lnTo>
                  <a:lnTo>
                    <a:pt x="689915" y="60644"/>
                  </a:lnTo>
                  <a:lnTo>
                    <a:pt x="647859" y="39535"/>
                  </a:lnTo>
                  <a:lnTo>
                    <a:pt x="603407" y="22645"/>
                  </a:lnTo>
                  <a:lnTo>
                    <a:pt x="556838" y="10245"/>
                  </a:lnTo>
                  <a:lnTo>
                    <a:pt x="508432" y="2606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74727" y="5855969"/>
              <a:ext cx="336423" cy="177800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12449857" y="5745861"/>
              <a:ext cx="523240" cy="523875"/>
            </a:xfrm>
            <a:custGeom>
              <a:avLst/>
              <a:gdLst/>
              <a:ahLst/>
              <a:cxnLst/>
              <a:rect l="l" t="t" r="r" b="b"/>
              <a:pathLst>
                <a:path w="523240" h="523875">
                  <a:moveTo>
                    <a:pt x="261953" y="0"/>
                  </a:moveTo>
                  <a:lnTo>
                    <a:pt x="213582" y="4476"/>
                  </a:lnTo>
                  <a:lnTo>
                    <a:pt x="166068" y="17906"/>
                  </a:lnTo>
                  <a:lnTo>
                    <a:pt x="119907" y="41157"/>
                  </a:lnTo>
                  <a:lnTo>
                    <a:pt x="79771" y="72755"/>
                  </a:lnTo>
                  <a:lnTo>
                    <a:pt x="46589" y="111758"/>
                  </a:lnTo>
                  <a:lnTo>
                    <a:pt x="21288" y="157225"/>
                  </a:lnTo>
                  <a:lnTo>
                    <a:pt x="3571" y="216693"/>
                  </a:lnTo>
                  <a:lnTo>
                    <a:pt x="0" y="247665"/>
                  </a:lnTo>
                  <a:lnTo>
                    <a:pt x="333" y="278638"/>
                  </a:lnTo>
                  <a:lnTo>
                    <a:pt x="1869" y="286228"/>
                  </a:lnTo>
                  <a:lnTo>
                    <a:pt x="6048" y="292401"/>
                  </a:lnTo>
                  <a:lnTo>
                    <a:pt x="12227" y="296550"/>
                  </a:lnTo>
                  <a:lnTo>
                    <a:pt x="20780" y="298068"/>
                  </a:lnTo>
                  <a:lnTo>
                    <a:pt x="29126" y="296140"/>
                  </a:lnTo>
                  <a:lnTo>
                    <a:pt x="35417" y="291337"/>
                  </a:lnTo>
                  <a:lnTo>
                    <a:pt x="39469" y="284440"/>
                  </a:lnTo>
                  <a:lnTo>
                    <a:pt x="40592" y="276351"/>
                  </a:lnTo>
                  <a:lnTo>
                    <a:pt x="40403" y="250376"/>
                  </a:lnTo>
                  <a:lnTo>
                    <a:pt x="43370" y="224567"/>
                  </a:lnTo>
                  <a:lnTo>
                    <a:pt x="58245" y="174116"/>
                  </a:lnTo>
                  <a:lnTo>
                    <a:pt x="79408" y="135596"/>
                  </a:lnTo>
                  <a:lnTo>
                    <a:pt x="107346" y="102647"/>
                  </a:lnTo>
                  <a:lnTo>
                    <a:pt x="141309" y="76033"/>
                  </a:lnTo>
                  <a:lnTo>
                    <a:pt x="180546" y="56514"/>
                  </a:lnTo>
                  <a:lnTo>
                    <a:pt x="220567" y="44291"/>
                  </a:lnTo>
                  <a:lnTo>
                    <a:pt x="261826" y="40259"/>
                  </a:lnTo>
                  <a:lnTo>
                    <a:pt x="284093" y="41425"/>
                  </a:lnTo>
                  <a:lnTo>
                    <a:pt x="328102" y="50760"/>
                  </a:lnTo>
                  <a:lnTo>
                    <a:pt x="387762" y="80093"/>
                  </a:lnTo>
                  <a:lnTo>
                    <a:pt x="420703" y="108045"/>
                  </a:lnTo>
                  <a:lnTo>
                    <a:pt x="447452" y="142045"/>
                  </a:lnTo>
                  <a:lnTo>
                    <a:pt x="467058" y="181355"/>
                  </a:lnTo>
                  <a:lnTo>
                    <a:pt x="479117" y="222767"/>
                  </a:lnTo>
                  <a:lnTo>
                    <a:pt x="482663" y="265477"/>
                  </a:lnTo>
                  <a:lnTo>
                    <a:pt x="477613" y="308354"/>
                  </a:lnTo>
                  <a:lnTo>
                    <a:pt x="463883" y="350265"/>
                  </a:lnTo>
                  <a:lnTo>
                    <a:pt x="436909" y="395701"/>
                  </a:lnTo>
                  <a:lnTo>
                    <a:pt x="401072" y="432419"/>
                  </a:lnTo>
                  <a:lnTo>
                    <a:pt x="358389" y="459628"/>
                  </a:lnTo>
                  <a:lnTo>
                    <a:pt x="310877" y="476534"/>
                  </a:lnTo>
                  <a:lnTo>
                    <a:pt x="260556" y="482346"/>
                  </a:lnTo>
                  <a:lnTo>
                    <a:pt x="238392" y="481234"/>
                  </a:lnTo>
                  <a:lnTo>
                    <a:pt x="194208" y="472058"/>
                  </a:lnTo>
                  <a:lnTo>
                    <a:pt x="146419" y="450594"/>
                  </a:lnTo>
                  <a:lnTo>
                    <a:pt x="101215" y="414458"/>
                  </a:lnTo>
                  <a:lnTo>
                    <a:pt x="78565" y="386841"/>
                  </a:lnTo>
                  <a:lnTo>
                    <a:pt x="72723" y="383921"/>
                  </a:lnTo>
                  <a:lnTo>
                    <a:pt x="46497" y="401589"/>
                  </a:lnTo>
                  <a:lnTo>
                    <a:pt x="46894" y="409168"/>
                  </a:lnTo>
                  <a:lnTo>
                    <a:pt x="72352" y="442666"/>
                  </a:lnTo>
                  <a:lnTo>
                    <a:pt x="125664" y="485386"/>
                  </a:lnTo>
                  <a:lnTo>
                    <a:pt x="182036" y="510829"/>
                  </a:lnTo>
                  <a:lnTo>
                    <a:pt x="234515" y="521997"/>
                  </a:lnTo>
                  <a:lnTo>
                    <a:pt x="261064" y="523366"/>
                  </a:lnTo>
                  <a:lnTo>
                    <a:pt x="310796" y="518560"/>
                  </a:lnTo>
                  <a:lnTo>
                    <a:pt x="358482" y="504514"/>
                  </a:lnTo>
                  <a:lnTo>
                    <a:pt x="402732" y="481790"/>
                  </a:lnTo>
                  <a:lnTo>
                    <a:pt x="442156" y="450948"/>
                  </a:lnTo>
                  <a:lnTo>
                    <a:pt x="475365" y="412550"/>
                  </a:lnTo>
                  <a:lnTo>
                    <a:pt x="500967" y="367156"/>
                  </a:lnTo>
                  <a:lnTo>
                    <a:pt x="517102" y="317912"/>
                  </a:lnTo>
                  <a:lnTo>
                    <a:pt x="523176" y="267334"/>
                  </a:lnTo>
                  <a:lnTo>
                    <a:pt x="519130" y="216566"/>
                  </a:lnTo>
                  <a:lnTo>
                    <a:pt x="504904" y="166750"/>
                  </a:lnTo>
                  <a:lnTo>
                    <a:pt x="481828" y="120608"/>
                  </a:lnTo>
                  <a:lnTo>
                    <a:pt x="450500" y="80502"/>
                  </a:lnTo>
                  <a:lnTo>
                    <a:pt x="411767" y="47325"/>
                  </a:lnTo>
                  <a:lnTo>
                    <a:pt x="366474" y="21971"/>
                  </a:lnTo>
                  <a:lnTo>
                    <a:pt x="314880" y="5460"/>
                  </a:lnTo>
                  <a:lnTo>
                    <a:pt x="288500" y="1361"/>
                  </a:lnTo>
                  <a:lnTo>
                    <a:pt x="261953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462255" y="6096126"/>
              <a:ext cx="125475" cy="125602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3647" y="6304788"/>
              <a:ext cx="2069083" cy="2041270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533143" y="6728332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69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69" y="888238"/>
                  </a:lnTo>
                  <a:lnTo>
                    <a:pt x="508454" y="885633"/>
                  </a:lnTo>
                  <a:lnTo>
                    <a:pt x="556876" y="877998"/>
                  </a:lnTo>
                  <a:lnTo>
                    <a:pt x="603456" y="865604"/>
                  </a:lnTo>
                  <a:lnTo>
                    <a:pt x="647914" y="848722"/>
                  </a:lnTo>
                  <a:lnTo>
                    <a:pt x="689972" y="827621"/>
                  </a:lnTo>
                  <a:lnTo>
                    <a:pt x="729349" y="802572"/>
                  </a:lnTo>
                  <a:lnTo>
                    <a:pt x="765768" y="773847"/>
                  </a:lnTo>
                  <a:lnTo>
                    <a:pt x="798948" y="741714"/>
                  </a:lnTo>
                  <a:lnTo>
                    <a:pt x="828609" y="706446"/>
                  </a:lnTo>
                  <a:lnTo>
                    <a:pt x="854474" y="668311"/>
                  </a:lnTo>
                  <a:lnTo>
                    <a:pt x="876263" y="627581"/>
                  </a:lnTo>
                  <a:lnTo>
                    <a:pt x="893695" y="584527"/>
                  </a:lnTo>
                  <a:lnTo>
                    <a:pt x="906493" y="539418"/>
                  </a:lnTo>
                  <a:lnTo>
                    <a:pt x="914377" y="492525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5" y="303759"/>
                  </a:lnTo>
                  <a:lnTo>
                    <a:pt x="876263" y="260710"/>
                  </a:lnTo>
                  <a:lnTo>
                    <a:pt x="854474" y="219982"/>
                  </a:lnTo>
                  <a:lnTo>
                    <a:pt x="828609" y="181846"/>
                  </a:lnTo>
                  <a:lnTo>
                    <a:pt x="798948" y="146573"/>
                  </a:lnTo>
                  <a:lnTo>
                    <a:pt x="765768" y="114434"/>
                  </a:lnTo>
                  <a:lnTo>
                    <a:pt x="729349" y="85701"/>
                  </a:lnTo>
                  <a:lnTo>
                    <a:pt x="689972" y="60644"/>
                  </a:lnTo>
                  <a:lnTo>
                    <a:pt x="647914" y="39535"/>
                  </a:lnTo>
                  <a:lnTo>
                    <a:pt x="603456" y="22645"/>
                  </a:lnTo>
                  <a:lnTo>
                    <a:pt x="556876" y="10245"/>
                  </a:lnTo>
                  <a:lnTo>
                    <a:pt x="508454" y="2606"/>
                  </a:lnTo>
                  <a:lnTo>
                    <a:pt x="45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435078" y="7984502"/>
              <a:ext cx="564299" cy="565772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12486004" y="2527935"/>
              <a:ext cx="337820" cy="462915"/>
            </a:xfrm>
            <a:custGeom>
              <a:avLst/>
              <a:gdLst/>
              <a:ahLst/>
              <a:cxnLst/>
              <a:rect l="l" t="t" r="r" b="b"/>
              <a:pathLst>
                <a:path w="337820" h="462914">
                  <a:moveTo>
                    <a:pt x="302260" y="0"/>
                  </a:moveTo>
                  <a:lnTo>
                    <a:pt x="35560" y="0"/>
                  </a:lnTo>
                  <a:lnTo>
                    <a:pt x="21591" y="2752"/>
                  </a:lnTo>
                  <a:lnTo>
                    <a:pt x="10302" y="10302"/>
                  </a:lnTo>
                  <a:lnTo>
                    <a:pt x="2752" y="21591"/>
                  </a:lnTo>
                  <a:lnTo>
                    <a:pt x="0" y="35560"/>
                  </a:lnTo>
                  <a:lnTo>
                    <a:pt x="0" y="426847"/>
                  </a:lnTo>
                  <a:lnTo>
                    <a:pt x="2752" y="440493"/>
                  </a:lnTo>
                  <a:lnTo>
                    <a:pt x="10302" y="451818"/>
                  </a:lnTo>
                  <a:lnTo>
                    <a:pt x="21591" y="459547"/>
                  </a:lnTo>
                  <a:lnTo>
                    <a:pt x="35560" y="462407"/>
                  </a:lnTo>
                  <a:lnTo>
                    <a:pt x="302260" y="462407"/>
                  </a:lnTo>
                  <a:lnTo>
                    <a:pt x="315906" y="459547"/>
                  </a:lnTo>
                  <a:lnTo>
                    <a:pt x="327231" y="451818"/>
                  </a:lnTo>
                  <a:lnTo>
                    <a:pt x="334960" y="440493"/>
                  </a:lnTo>
                  <a:lnTo>
                    <a:pt x="337820" y="426847"/>
                  </a:lnTo>
                  <a:lnTo>
                    <a:pt x="35560" y="426847"/>
                  </a:lnTo>
                  <a:lnTo>
                    <a:pt x="35560" y="35560"/>
                  </a:lnTo>
                  <a:lnTo>
                    <a:pt x="337820" y="35560"/>
                  </a:lnTo>
                  <a:lnTo>
                    <a:pt x="334960" y="21591"/>
                  </a:lnTo>
                  <a:lnTo>
                    <a:pt x="327231" y="10302"/>
                  </a:lnTo>
                  <a:lnTo>
                    <a:pt x="315906" y="2752"/>
                  </a:lnTo>
                  <a:lnTo>
                    <a:pt x="302260" y="0"/>
                  </a:lnTo>
                  <a:close/>
                </a:path>
                <a:path w="337820" h="462914">
                  <a:moveTo>
                    <a:pt x="337820" y="35560"/>
                  </a:moveTo>
                  <a:lnTo>
                    <a:pt x="302260" y="35560"/>
                  </a:lnTo>
                  <a:lnTo>
                    <a:pt x="302260" y="426847"/>
                  </a:lnTo>
                  <a:lnTo>
                    <a:pt x="337820" y="426847"/>
                  </a:lnTo>
                  <a:lnTo>
                    <a:pt x="337820" y="3556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592684" y="2838831"/>
              <a:ext cx="124460" cy="151511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788265" y="2759075"/>
              <a:ext cx="160019" cy="231267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601193" y="2633955"/>
              <a:ext cx="106704" cy="106704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1859787" y="6983983"/>
              <a:ext cx="361950" cy="414020"/>
            </a:xfrm>
            <a:custGeom>
              <a:avLst/>
              <a:gdLst/>
              <a:ahLst/>
              <a:cxnLst/>
              <a:rect l="l" t="t" r="r" b="b"/>
              <a:pathLst>
                <a:path w="361950" h="414020">
                  <a:moveTo>
                    <a:pt x="361950" y="0"/>
                  </a:moveTo>
                  <a:lnTo>
                    <a:pt x="0" y="0"/>
                  </a:lnTo>
                  <a:lnTo>
                    <a:pt x="0" y="344550"/>
                  </a:lnTo>
                  <a:lnTo>
                    <a:pt x="44464" y="392924"/>
                  </a:lnTo>
                  <a:lnTo>
                    <a:pt x="88413" y="405514"/>
                  </a:lnTo>
                  <a:lnTo>
                    <a:pt x="136501" y="412110"/>
                  </a:lnTo>
                  <a:lnTo>
                    <a:pt x="180975" y="414019"/>
                  </a:lnTo>
                  <a:lnTo>
                    <a:pt x="225497" y="412110"/>
                  </a:lnTo>
                  <a:lnTo>
                    <a:pt x="273591" y="405514"/>
                  </a:lnTo>
                  <a:lnTo>
                    <a:pt x="317522" y="392924"/>
                  </a:lnTo>
                  <a:lnTo>
                    <a:pt x="180975" y="372617"/>
                  </a:lnTo>
                  <a:lnTo>
                    <a:pt x="123876" y="369381"/>
                  </a:lnTo>
                  <a:lnTo>
                    <a:pt x="81470" y="361584"/>
                  </a:lnTo>
                  <a:lnTo>
                    <a:pt x="53923" y="352097"/>
                  </a:lnTo>
                  <a:lnTo>
                    <a:pt x="41401" y="343788"/>
                  </a:lnTo>
                  <a:lnTo>
                    <a:pt x="41401" y="42163"/>
                  </a:lnTo>
                  <a:lnTo>
                    <a:pt x="361950" y="42163"/>
                  </a:lnTo>
                  <a:lnTo>
                    <a:pt x="361950" y="0"/>
                  </a:lnTo>
                  <a:close/>
                </a:path>
                <a:path w="361950" h="414020">
                  <a:moveTo>
                    <a:pt x="361950" y="42163"/>
                  </a:moveTo>
                  <a:lnTo>
                    <a:pt x="320675" y="42163"/>
                  </a:lnTo>
                  <a:lnTo>
                    <a:pt x="320675" y="343788"/>
                  </a:lnTo>
                  <a:lnTo>
                    <a:pt x="308151" y="352097"/>
                  </a:lnTo>
                  <a:lnTo>
                    <a:pt x="280590" y="361584"/>
                  </a:lnTo>
                  <a:lnTo>
                    <a:pt x="238146" y="369381"/>
                  </a:lnTo>
                  <a:lnTo>
                    <a:pt x="180975" y="372617"/>
                  </a:lnTo>
                  <a:lnTo>
                    <a:pt x="349736" y="372617"/>
                  </a:lnTo>
                  <a:lnTo>
                    <a:pt x="361950" y="344550"/>
                  </a:lnTo>
                  <a:lnTo>
                    <a:pt x="361950" y="4216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880488" y="6935216"/>
              <a:ext cx="320675" cy="103505"/>
            </a:xfrm>
            <a:custGeom>
              <a:avLst/>
              <a:gdLst/>
              <a:ahLst/>
              <a:cxnLst/>
              <a:rect l="l" t="t" r="r" b="b"/>
              <a:pathLst>
                <a:path w="320675" h="103504">
                  <a:moveTo>
                    <a:pt x="160274" y="0"/>
                  </a:moveTo>
                  <a:lnTo>
                    <a:pt x="97940" y="4069"/>
                  </a:lnTo>
                  <a:lnTo>
                    <a:pt x="46989" y="15128"/>
                  </a:lnTo>
                  <a:lnTo>
                    <a:pt x="12612" y="31450"/>
                  </a:lnTo>
                  <a:lnTo>
                    <a:pt x="0" y="51308"/>
                  </a:lnTo>
                  <a:lnTo>
                    <a:pt x="12612" y="71586"/>
                  </a:lnTo>
                  <a:lnTo>
                    <a:pt x="46989" y="88090"/>
                  </a:lnTo>
                  <a:lnTo>
                    <a:pt x="97940" y="99188"/>
                  </a:lnTo>
                  <a:lnTo>
                    <a:pt x="160274" y="103251"/>
                  </a:lnTo>
                  <a:lnTo>
                    <a:pt x="222680" y="99188"/>
                  </a:lnTo>
                  <a:lnTo>
                    <a:pt x="273669" y="88090"/>
                  </a:lnTo>
                  <a:lnTo>
                    <a:pt x="308060" y="71586"/>
                  </a:lnTo>
                  <a:lnTo>
                    <a:pt x="320675" y="51308"/>
                  </a:lnTo>
                  <a:lnTo>
                    <a:pt x="308060" y="31450"/>
                  </a:lnTo>
                  <a:lnTo>
                    <a:pt x="273669" y="15128"/>
                  </a:lnTo>
                  <a:lnTo>
                    <a:pt x="222680" y="4069"/>
                  </a:lnTo>
                  <a:lnTo>
                    <a:pt x="160274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859787" y="6914514"/>
              <a:ext cx="361950" cy="144780"/>
            </a:xfrm>
            <a:custGeom>
              <a:avLst/>
              <a:gdLst/>
              <a:ahLst/>
              <a:cxnLst/>
              <a:rect l="l" t="t" r="r" b="b"/>
              <a:pathLst>
                <a:path w="361950" h="144779">
                  <a:moveTo>
                    <a:pt x="180975" y="0"/>
                  </a:moveTo>
                  <a:lnTo>
                    <a:pt x="127577" y="2813"/>
                  </a:lnTo>
                  <a:lnTo>
                    <a:pt x="78373" y="11350"/>
                  </a:lnTo>
                  <a:lnTo>
                    <a:pt x="37770" y="25758"/>
                  </a:lnTo>
                  <a:lnTo>
                    <a:pt x="0" y="72770"/>
                  </a:lnTo>
                  <a:lnTo>
                    <a:pt x="10177" y="99315"/>
                  </a:lnTo>
                  <a:lnTo>
                    <a:pt x="37770" y="119525"/>
                  </a:lnTo>
                  <a:lnTo>
                    <a:pt x="78373" y="133651"/>
                  </a:lnTo>
                  <a:lnTo>
                    <a:pt x="127577" y="141944"/>
                  </a:lnTo>
                  <a:lnTo>
                    <a:pt x="180975" y="144652"/>
                  </a:lnTo>
                  <a:lnTo>
                    <a:pt x="234421" y="141944"/>
                  </a:lnTo>
                  <a:lnTo>
                    <a:pt x="283631" y="133651"/>
                  </a:lnTo>
                  <a:lnTo>
                    <a:pt x="324215" y="119525"/>
                  </a:lnTo>
                  <a:lnTo>
                    <a:pt x="346242" y="103377"/>
                  </a:lnTo>
                  <a:lnTo>
                    <a:pt x="180975" y="103377"/>
                  </a:lnTo>
                  <a:lnTo>
                    <a:pt x="123876" y="99881"/>
                  </a:lnTo>
                  <a:lnTo>
                    <a:pt x="81470" y="91503"/>
                  </a:lnTo>
                  <a:lnTo>
                    <a:pt x="53923" y="81410"/>
                  </a:lnTo>
                  <a:lnTo>
                    <a:pt x="41401" y="72770"/>
                  </a:lnTo>
                  <a:lnTo>
                    <a:pt x="53923" y="63690"/>
                  </a:lnTo>
                  <a:lnTo>
                    <a:pt x="81470" y="53371"/>
                  </a:lnTo>
                  <a:lnTo>
                    <a:pt x="123876" y="44910"/>
                  </a:lnTo>
                  <a:lnTo>
                    <a:pt x="180975" y="41401"/>
                  </a:lnTo>
                  <a:lnTo>
                    <a:pt x="345331" y="41401"/>
                  </a:lnTo>
                  <a:lnTo>
                    <a:pt x="324215" y="25758"/>
                  </a:lnTo>
                  <a:lnTo>
                    <a:pt x="283631" y="11350"/>
                  </a:lnTo>
                  <a:lnTo>
                    <a:pt x="234421" y="2813"/>
                  </a:lnTo>
                  <a:lnTo>
                    <a:pt x="180975" y="0"/>
                  </a:lnTo>
                  <a:close/>
                </a:path>
                <a:path w="361950" h="144779">
                  <a:moveTo>
                    <a:pt x="345331" y="41401"/>
                  </a:moveTo>
                  <a:lnTo>
                    <a:pt x="180975" y="41401"/>
                  </a:lnTo>
                  <a:lnTo>
                    <a:pt x="238146" y="44910"/>
                  </a:lnTo>
                  <a:lnTo>
                    <a:pt x="280590" y="53371"/>
                  </a:lnTo>
                  <a:lnTo>
                    <a:pt x="308151" y="63690"/>
                  </a:lnTo>
                  <a:lnTo>
                    <a:pt x="320675" y="72770"/>
                  </a:lnTo>
                  <a:lnTo>
                    <a:pt x="307776" y="81410"/>
                  </a:lnTo>
                  <a:lnTo>
                    <a:pt x="280257" y="91503"/>
                  </a:lnTo>
                  <a:lnTo>
                    <a:pt x="238021" y="99881"/>
                  </a:lnTo>
                  <a:lnTo>
                    <a:pt x="180975" y="103377"/>
                  </a:lnTo>
                  <a:lnTo>
                    <a:pt x="346242" y="103377"/>
                  </a:lnTo>
                  <a:lnTo>
                    <a:pt x="351784" y="99315"/>
                  </a:lnTo>
                  <a:lnTo>
                    <a:pt x="361950" y="72770"/>
                  </a:lnTo>
                  <a:lnTo>
                    <a:pt x="351784" y="46183"/>
                  </a:lnTo>
                  <a:lnTo>
                    <a:pt x="345331" y="4140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705355" y="7061707"/>
              <a:ext cx="320040" cy="372745"/>
            </a:xfrm>
            <a:custGeom>
              <a:avLst/>
              <a:gdLst/>
              <a:ahLst/>
              <a:cxnLst/>
              <a:rect l="l" t="t" r="r" b="b"/>
              <a:pathLst>
                <a:path w="320039" h="372745">
                  <a:moveTo>
                    <a:pt x="319786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2505" y="342989"/>
                  </a:lnTo>
                  <a:lnTo>
                    <a:pt x="46704" y="358473"/>
                  </a:lnTo>
                  <a:lnTo>
                    <a:pt x="97619" y="368837"/>
                  </a:lnTo>
                  <a:lnTo>
                    <a:pt x="160274" y="372618"/>
                  </a:lnTo>
                  <a:lnTo>
                    <a:pt x="222166" y="368837"/>
                  </a:lnTo>
                  <a:lnTo>
                    <a:pt x="272891" y="358473"/>
                  </a:lnTo>
                  <a:lnTo>
                    <a:pt x="307185" y="342989"/>
                  </a:lnTo>
                  <a:lnTo>
                    <a:pt x="319786" y="323850"/>
                  </a:lnTo>
                  <a:lnTo>
                    <a:pt x="319786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11984" y="7203827"/>
              <a:ext cx="351142" cy="61969"/>
            </a:xfrm>
            <a:prstGeom prst="rect">
              <a:avLst/>
            </a:prstGeom>
          </p:spPr>
        </p:pic>
        <p:sp>
          <p:nvSpPr>
            <p:cNvPr id="109" name="object 109" descr=""/>
            <p:cNvSpPr/>
            <p:nvPr/>
          </p:nvSpPr>
          <p:spPr>
            <a:xfrm>
              <a:off x="1684654" y="7050913"/>
              <a:ext cx="361315" cy="414020"/>
            </a:xfrm>
            <a:custGeom>
              <a:avLst/>
              <a:gdLst/>
              <a:ahLst/>
              <a:cxnLst/>
              <a:rect l="l" t="t" r="r" b="b"/>
              <a:pathLst>
                <a:path w="361314" h="414020">
                  <a:moveTo>
                    <a:pt x="361061" y="0"/>
                  </a:moveTo>
                  <a:lnTo>
                    <a:pt x="0" y="0"/>
                  </a:lnTo>
                  <a:lnTo>
                    <a:pt x="0" y="345439"/>
                  </a:lnTo>
                  <a:lnTo>
                    <a:pt x="44171" y="393072"/>
                  </a:lnTo>
                  <a:lnTo>
                    <a:pt x="87974" y="405488"/>
                  </a:lnTo>
                  <a:lnTo>
                    <a:pt x="136111" y="412004"/>
                  </a:lnTo>
                  <a:lnTo>
                    <a:pt x="180975" y="413892"/>
                  </a:lnTo>
                  <a:lnTo>
                    <a:pt x="225404" y="412004"/>
                  </a:lnTo>
                  <a:lnTo>
                    <a:pt x="273278" y="405488"/>
                  </a:lnTo>
                  <a:lnTo>
                    <a:pt x="316946" y="393072"/>
                  </a:lnTo>
                  <a:lnTo>
                    <a:pt x="349135" y="372617"/>
                  </a:lnTo>
                  <a:lnTo>
                    <a:pt x="180975" y="372617"/>
                  </a:lnTo>
                  <a:lnTo>
                    <a:pt x="123751" y="369506"/>
                  </a:lnTo>
                  <a:lnTo>
                    <a:pt x="81137" y="361918"/>
                  </a:lnTo>
                  <a:lnTo>
                    <a:pt x="53548" y="352472"/>
                  </a:lnTo>
                  <a:lnTo>
                    <a:pt x="41401" y="343788"/>
                  </a:lnTo>
                  <a:lnTo>
                    <a:pt x="41401" y="42163"/>
                  </a:lnTo>
                  <a:lnTo>
                    <a:pt x="361061" y="42163"/>
                  </a:lnTo>
                  <a:lnTo>
                    <a:pt x="361061" y="0"/>
                  </a:lnTo>
                  <a:close/>
                </a:path>
                <a:path w="361314" h="414020">
                  <a:moveTo>
                    <a:pt x="361061" y="42163"/>
                  </a:moveTo>
                  <a:lnTo>
                    <a:pt x="319786" y="42163"/>
                  </a:lnTo>
                  <a:lnTo>
                    <a:pt x="319786" y="343788"/>
                  </a:lnTo>
                  <a:lnTo>
                    <a:pt x="307651" y="352472"/>
                  </a:lnTo>
                  <a:lnTo>
                    <a:pt x="280146" y="361918"/>
                  </a:lnTo>
                  <a:lnTo>
                    <a:pt x="237757" y="369506"/>
                  </a:lnTo>
                  <a:lnTo>
                    <a:pt x="180975" y="372617"/>
                  </a:lnTo>
                  <a:lnTo>
                    <a:pt x="349135" y="372617"/>
                  </a:lnTo>
                  <a:lnTo>
                    <a:pt x="361061" y="345439"/>
                  </a:lnTo>
                  <a:lnTo>
                    <a:pt x="361061" y="4216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705355" y="6997192"/>
              <a:ext cx="320040" cy="103505"/>
            </a:xfrm>
            <a:custGeom>
              <a:avLst/>
              <a:gdLst/>
              <a:ahLst/>
              <a:cxnLst/>
              <a:rect l="l" t="t" r="r" b="b"/>
              <a:pathLst>
                <a:path w="320039" h="103504">
                  <a:moveTo>
                    <a:pt x="160274" y="0"/>
                  </a:moveTo>
                  <a:lnTo>
                    <a:pt x="97619" y="4050"/>
                  </a:lnTo>
                  <a:lnTo>
                    <a:pt x="46704" y="15065"/>
                  </a:lnTo>
                  <a:lnTo>
                    <a:pt x="12505" y="31343"/>
                  </a:lnTo>
                  <a:lnTo>
                    <a:pt x="0" y="51180"/>
                  </a:lnTo>
                  <a:lnTo>
                    <a:pt x="12505" y="71532"/>
                  </a:lnTo>
                  <a:lnTo>
                    <a:pt x="46704" y="88074"/>
                  </a:lnTo>
                  <a:lnTo>
                    <a:pt x="97619" y="99186"/>
                  </a:lnTo>
                  <a:lnTo>
                    <a:pt x="160274" y="103250"/>
                  </a:lnTo>
                  <a:lnTo>
                    <a:pt x="222488" y="99186"/>
                  </a:lnTo>
                  <a:lnTo>
                    <a:pt x="273177" y="88074"/>
                  </a:lnTo>
                  <a:lnTo>
                    <a:pt x="307292" y="71532"/>
                  </a:lnTo>
                  <a:lnTo>
                    <a:pt x="319786" y="51180"/>
                  </a:lnTo>
                  <a:lnTo>
                    <a:pt x="307292" y="31343"/>
                  </a:lnTo>
                  <a:lnTo>
                    <a:pt x="273177" y="15065"/>
                  </a:lnTo>
                  <a:lnTo>
                    <a:pt x="222488" y="4050"/>
                  </a:lnTo>
                  <a:lnTo>
                    <a:pt x="160274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684654" y="6976491"/>
              <a:ext cx="361315" cy="144780"/>
            </a:xfrm>
            <a:custGeom>
              <a:avLst/>
              <a:gdLst/>
              <a:ahLst/>
              <a:cxnLst/>
              <a:rect l="l" t="t" r="r" b="b"/>
              <a:pathLst>
                <a:path w="361314" h="144779">
                  <a:moveTo>
                    <a:pt x="180975" y="0"/>
                  </a:moveTo>
                  <a:lnTo>
                    <a:pt x="127577" y="2813"/>
                  </a:lnTo>
                  <a:lnTo>
                    <a:pt x="78373" y="11350"/>
                  </a:lnTo>
                  <a:lnTo>
                    <a:pt x="37770" y="25758"/>
                  </a:lnTo>
                  <a:lnTo>
                    <a:pt x="0" y="72771"/>
                  </a:lnTo>
                  <a:lnTo>
                    <a:pt x="10177" y="99315"/>
                  </a:lnTo>
                  <a:lnTo>
                    <a:pt x="37770" y="119525"/>
                  </a:lnTo>
                  <a:lnTo>
                    <a:pt x="78373" y="133651"/>
                  </a:lnTo>
                  <a:lnTo>
                    <a:pt x="127577" y="141944"/>
                  </a:lnTo>
                  <a:lnTo>
                    <a:pt x="180975" y="144653"/>
                  </a:lnTo>
                  <a:lnTo>
                    <a:pt x="233987" y="141944"/>
                  </a:lnTo>
                  <a:lnTo>
                    <a:pt x="282934" y="133651"/>
                  </a:lnTo>
                  <a:lnTo>
                    <a:pt x="323383" y="119525"/>
                  </a:lnTo>
                  <a:lnTo>
                    <a:pt x="345370" y="103378"/>
                  </a:lnTo>
                  <a:lnTo>
                    <a:pt x="180975" y="103378"/>
                  </a:lnTo>
                  <a:lnTo>
                    <a:pt x="123751" y="99881"/>
                  </a:lnTo>
                  <a:lnTo>
                    <a:pt x="81137" y="91503"/>
                  </a:lnTo>
                  <a:lnTo>
                    <a:pt x="53548" y="81410"/>
                  </a:lnTo>
                  <a:lnTo>
                    <a:pt x="41401" y="72771"/>
                  </a:lnTo>
                  <a:lnTo>
                    <a:pt x="53548" y="63690"/>
                  </a:lnTo>
                  <a:lnTo>
                    <a:pt x="81137" y="53371"/>
                  </a:lnTo>
                  <a:lnTo>
                    <a:pt x="123751" y="44910"/>
                  </a:lnTo>
                  <a:lnTo>
                    <a:pt x="180975" y="41402"/>
                  </a:lnTo>
                  <a:lnTo>
                    <a:pt x="344460" y="41402"/>
                  </a:lnTo>
                  <a:lnTo>
                    <a:pt x="323383" y="25758"/>
                  </a:lnTo>
                  <a:lnTo>
                    <a:pt x="282934" y="11350"/>
                  </a:lnTo>
                  <a:lnTo>
                    <a:pt x="233987" y="2813"/>
                  </a:lnTo>
                  <a:lnTo>
                    <a:pt x="180975" y="0"/>
                  </a:lnTo>
                  <a:close/>
                </a:path>
                <a:path w="361314" h="144779">
                  <a:moveTo>
                    <a:pt x="344460" y="41402"/>
                  </a:moveTo>
                  <a:lnTo>
                    <a:pt x="180975" y="41402"/>
                  </a:lnTo>
                  <a:lnTo>
                    <a:pt x="237757" y="44910"/>
                  </a:lnTo>
                  <a:lnTo>
                    <a:pt x="280146" y="53371"/>
                  </a:lnTo>
                  <a:lnTo>
                    <a:pt x="307651" y="63690"/>
                  </a:lnTo>
                  <a:lnTo>
                    <a:pt x="319786" y="72771"/>
                  </a:lnTo>
                  <a:lnTo>
                    <a:pt x="307276" y="81410"/>
                  </a:lnTo>
                  <a:lnTo>
                    <a:pt x="279812" y="91503"/>
                  </a:lnTo>
                  <a:lnTo>
                    <a:pt x="237632" y="99881"/>
                  </a:lnTo>
                  <a:lnTo>
                    <a:pt x="180975" y="103378"/>
                  </a:lnTo>
                  <a:lnTo>
                    <a:pt x="345370" y="103378"/>
                  </a:lnTo>
                  <a:lnTo>
                    <a:pt x="350903" y="99315"/>
                  </a:lnTo>
                  <a:lnTo>
                    <a:pt x="361061" y="72771"/>
                  </a:lnTo>
                  <a:lnTo>
                    <a:pt x="350903" y="46183"/>
                  </a:lnTo>
                  <a:lnTo>
                    <a:pt x="344460" y="4140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36724" y="7971078"/>
              <a:ext cx="509930" cy="511251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420472" y="4669917"/>
              <a:ext cx="578421" cy="578358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427584" y="6872490"/>
              <a:ext cx="564248" cy="564248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702434" y="5722302"/>
              <a:ext cx="578421" cy="578421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19325" y="3545293"/>
              <a:ext cx="578396" cy="578396"/>
            </a:xfrm>
            <a:prstGeom prst="rect">
              <a:avLst/>
            </a:prstGeom>
          </p:spPr>
        </p:pic>
      </p:grpSp>
      <p:sp>
        <p:nvSpPr>
          <p:cNvPr id="117" name="object 117" descr=""/>
          <p:cNvSpPr txBox="1"/>
          <p:nvPr/>
        </p:nvSpPr>
        <p:spPr>
          <a:xfrm>
            <a:off x="3858514" y="9875926"/>
            <a:ext cx="14808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75" b="1">
                <a:latin typeface="Calibri"/>
                <a:cs typeface="Calibri"/>
              </a:rPr>
              <a:t>Details</a:t>
            </a:r>
            <a:r>
              <a:rPr dirty="0" sz="1600" spc="125" b="1">
                <a:latin typeface="Calibri"/>
                <a:cs typeface="Calibri"/>
              </a:rPr>
              <a:t> </a:t>
            </a:r>
            <a:r>
              <a:rPr dirty="0" sz="1600" spc="145" b="1">
                <a:latin typeface="Calibri"/>
                <a:cs typeface="Calibri"/>
              </a:rPr>
              <a:t>follow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8" name="object 118" descr=""/>
          <p:cNvSpPr/>
          <p:nvPr/>
        </p:nvSpPr>
        <p:spPr>
          <a:xfrm>
            <a:off x="1536064" y="9822878"/>
            <a:ext cx="6433185" cy="0"/>
          </a:xfrm>
          <a:custGeom>
            <a:avLst/>
            <a:gdLst/>
            <a:ahLst/>
            <a:cxnLst/>
            <a:rect l="l" t="t" r="r" b="b"/>
            <a:pathLst>
              <a:path w="6433184" h="0">
                <a:moveTo>
                  <a:pt x="0" y="0"/>
                </a:moveTo>
                <a:lnTo>
                  <a:pt x="6433185" y="0"/>
                </a:lnTo>
              </a:path>
            </a:pathLst>
          </a:custGeom>
          <a:ln w="19050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1779" y="1961451"/>
            <a:ext cx="17336770" cy="8326120"/>
            <a:chOff x="721779" y="1961451"/>
            <a:chExt cx="17336770" cy="83261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29093" y="2281664"/>
              <a:ext cx="6029001" cy="8005335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409423" y="2384425"/>
              <a:ext cx="5193030" cy="7308215"/>
            </a:xfrm>
            <a:custGeom>
              <a:avLst/>
              <a:gdLst/>
              <a:ahLst/>
              <a:cxnLst/>
              <a:rect l="l" t="t" r="r" b="b"/>
              <a:pathLst>
                <a:path w="5193030" h="7308215">
                  <a:moveTo>
                    <a:pt x="5122545" y="0"/>
                  </a:moveTo>
                  <a:lnTo>
                    <a:pt x="70230" y="0"/>
                  </a:lnTo>
                  <a:lnTo>
                    <a:pt x="42916" y="5526"/>
                  </a:lnTo>
                  <a:lnTo>
                    <a:pt x="20589" y="20589"/>
                  </a:lnTo>
                  <a:lnTo>
                    <a:pt x="5526" y="42916"/>
                  </a:lnTo>
                  <a:lnTo>
                    <a:pt x="0" y="70230"/>
                  </a:lnTo>
                  <a:lnTo>
                    <a:pt x="0" y="7237577"/>
                  </a:lnTo>
                  <a:lnTo>
                    <a:pt x="5526" y="7264878"/>
                  </a:lnTo>
                  <a:lnTo>
                    <a:pt x="20589" y="7287174"/>
                  </a:lnTo>
                  <a:lnTo>
                    <a:pt x="42916" y="7302207"/>
                  </a:lnTo>
                  <a:lnTo>
                    <a:pt x="70230" y="7307719"/>
                  </a:lnTo>
                  <a:lnTo>
                    <a:pt x="5122545" y="7307719"/>
                  </a:lnTo>
                  <a:lnTo>
                    <a:pt x="5149859" y="7302207"/>
                  </a:lnTo>
                  <a:lnTo>
                    <a:pt x="5172186" y="7287174"/>
                  </a:lnTo>
                  <a:lnTo>
                    <a:pt x="5187249" y="7264878"/>
                  </a:lnTo>
                  <a:lnTo>
                    <a:pt x="5192776" y="7237577"/>
                  </a:lnTo>
                  <a:lnTo>
                    <a:pt x="5192776" y="70230"/>
                  </a:lnTo>
                  <a:lnTo>
                    <a:pt x="5187249" y="42916"/>
                  </a:lnTo>
                  <a:lnTo>
                    <a:pt x="5172186" y="20589"/>
                  </a:lnTo>
                  <a:lnTo>
                    <a:pt x="5149859" y="5526"/>
                  </a:lnTo>
                  <a:lnTo>
                    <a:pt x="51225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607924" y="2589530"/>
              <a:ext cx="4795520" cy="6898005"/>
            </a:xfrm>
            <a:custGeom>
              <a:avLst/>
              <a:gdLst/>
              <a:ahLst/>
              <a:cxnLst/>
              <a:rect l="l" t="t" r="r" b="b"/>
              <a:pathLst>
                <a:path w="4795519" h="6898005">
                  <a:moveTo>
                    <a:pt x="0" y="64770"/>
                  </a:moveTo>
                  <a:lnTo>
                    <a:pt x="5101" y="39540"/>
                  </a:lnTo>
                  <a:lnTo>
                    <a:pt x="19002" y="18954"/>
                  </a:lnTo>
                  <a:lnTo>
                    <a:pt x="39594" y="5083"/>
                  </a:lnTo>
                  <a:lnTo>
                    <a:pt x="64770" y="0"/>
                  </a:lnTo>
                  <a:lnTo>
                    <a:pt x="4730750" y="0"/>
                  </a:lnTo>
                  <a:lnTo>
                    <a:pt x="4755979" y="5083"/>
                  </a:lnTo>
                  <a:lnTo>
                    <a:pt x="4776565" y="18954"/>
                  </a:lnTo>
                  <a:lnTo>
                    <a:pt x="4790436" y="39540"/>
                  </a:lnTo>
                  <a:lnTo>
                    <a:pt x="4795519" y="64770"/>
                  </a:lnTo>
                  <a:lnTo>
                    <a:pt x="4795519" y="6832777"/>
                  </a:lnTo>
                  <a:lnTo>
                    <a:pt x="4790436" y="6858000"/>
                  </a:lnTo>
                  <a:lnTo>
                    <a:pt x="4776565" y="6878596"/>
                  </a:lnTo>
                  <a:lnTo>
                    <a:pt x="4755979" y="6892481"/>
                  </a:lnTo>
                  <a:lnTo>
                    <a:pt x="4730750" y="6897573"/>
                  </a:lnTo>
                  <a:lnTo>
                    <a:pt x="64770" y="6897573"/>
                  </a:lnTo>
                  <a:lnTo>
                    <a:pt x="39594" y="6892481"/>
                  </a:lnTo>
                  <a:lnTo>
                    <a:pt x="19002" y="6878596"/>
                  </a:lnTo>
                  <a:lnTo>
                    <a:pt x="5101" y="6858000"/>
                  </a:lnTo>
                  <a:lnTo>
                    <a:pt x="0" y="6832777"/>
                  </a:lnTo>
                  <a:lnTo>
                    <a:pt x="0" y="6477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8223" y="1961451"/>
              <a:ext cx="8046211" cy="832554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779" y="2384425"/>
              <a:ext cx="11886399" cy="730771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717290" y="5847715"/>
              <a:ext cx="2985770" cy="76200"/>
            </a:xfrm>
            <a:custGeom>
              <a:avLst/>
              <a:gdLst/>
              <a:ahLst/>
              <a:cxnLst/>
              <a:rect l="l" t="t" r="r" b="b"/>
              <a:pathLst>
                <a:path w="2985770" h="76200">
                  <a:moveTo>
                    <a:pt x="2909062" y="0"/>
                  </a:moveTo>
                  <a:lnTo>
                    <a:pt x="2909062" y="76200"/>
                  </a:lnTo>
                  <a:lnTo>
                    <a:pt x="2966212" y="47625"/>
                  </a:lnTo>
                  <a:lnTo>
                    <a:pt x="2921762" y="47625"/>
                  </a:lnTo>
                  <a:lnTo>
                    <a:pt x="2921762" y="28575"/>
                  </a:lnTo>
                  <a:lnTo>
                    <a:pt x="2966212" y="28575"/>
                  </a:lnTo>
                  <a:lnTo>
                    <a:pt x="2909062" y="0"/>
                  </a:lnTo>
                  <a:close/>
                </a:path>
                <a:path w="2985770" h="76200">
                  <a:moveTo>
                    <a:pt x="2909062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2909062" y="47625"/>
                  </a:lnTo>
                  <a:lnTo>
                    <a:pt x="2909062" y="28575"/>
                  </a:lnTo>
                  <a:close/>
                </a:path>
                <a:path w="2985770" h="76200">
                  <a:moveTo>
                    <a:pt x="2966212" y="28575"/>
                  </a:moveTo>
                  <a:lnTo>
                    <a:pt x="2921762" y="28575"/>
                  </a:lnTo>
                  <a:lnTo>
                    <a:pt x="2921762" y="47625"/>
                  </a:lnTo>
                  <a:lnTo>
                    <a:pt x="2966212" y="47625"/>
                  </a:lnTo>
                  <a:lnTo>
                    <a:pt x="2985262" y="38100"/>
                  </a:lnTo>
                  <a:lnTo>
                    <a:pt x="2966212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423408" y="4761103"/>
              <a:ext cx="679450" cy="2520950"/>
            </a:xfrm>
            <a:custGeom>
              <a:avLst/>
              <a:gdLst/>
              <a:ahLst/>
              <a:cxnLst/>
              <a:rect l="l" t="t" r="r" b="b"/>
              <a:pathLst>
                <a:path w="679450" h="2520950">
                  <a:moveTo>
                    <a:pt x="678903" y="0"/>
                  </a:moveTo>
                  <a:lnTo>
                    <a:pt x="0" y="0"/>
                  </a:lnTo>
                  <a:lnTo>
                    <a:pt x="0" y="2520950"/>
                  </a:lnTo>
                  <a:lnTo>
                    <a:pt x="678903" y="2520950"/>
                  </a:lnTo>
                  <a:lnTo>
                    <a:pt x="678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042645" y="5279771"/>
              <a:ext cx="3926204" cy="300990"/>
            </a:xfrm>
            <a:custGeom>
              <a:avLst/>
              <a:gdLst/>
              <a:ahLst/>
              <a:cxnLst/>
              <a:rect l="l" t="t" r="r" b="b"/>
              <a:pathLst>
                <a:path w="3926205" h="300989">
                  <a:moveTo>
                    <a:pt x="3775836" y="0"/>
                  </a:moveTo>
                  <a:lnTo>
                    <a:pt x="150240" y="0"/>
                  </a:lnTo>
                  <a:lnTo>
                    <a:pt x="102770" y="7663"/>
                  </a:lnTo>
                  <a:lnTo>
                    <a:pt x="61529" y="29000"/>
                  </a:lnTo>
                  <a:lnTo>
                    <a:pt x="29000" y="61529"/>
                  </a:lnTo>
                  <a:lnTo>
                    <a:pt x="7663" y="102770"/>
                  </a:lnTo>
                  <a:lnTo>
                    <a:pt x="0" y="150240"/>
                  </a:lnTo>
                  <a:lnTo>
                    <a:pt x="7663" y="197773"/>
                  </a:lnTo>
                  <a:lnTo>
                    <a:pt x="29000" y="239051"/>
                  </a:lnTo>
                  <a:lnTo>
                    <a:pt x="61529" y="271600"/>
                  </a:lnTo>
                  <a:lnTo>
                    <a:pt x="102770" y="292944"/>
                  </a:lnTo>
                  <a:lnTo>
                    <a:pt x="150240" y="300608"/>
                  </a:lnTo>
                  <a:lnTo>
                    <a:pt x="3775836" y="300608"/>
                  </a:lnTo>
                  <a:lnTo>
                    <a:pt x="3823307" y="292944"/>
                  </a:lnTo>
                  <a:lnTo>
                    <a:pt x="3864548" y="271600"/>
                  </a:lnTo>
                  <a:lnTo>
                    <a:pt x="3897077" y="239051"/>
                  </a:lnTo>
                  <a:lnTo>
                    <a:pt x="3918414" y="197773"/>
                  </a:lnTo>
                  <a:lnTo>
                    <a:pt x="3926077" y="150240"/>
                  </a:lnTo>
                  <a:lnTo>
                    <a:pt x="3918414" y="102770"/>
                  </a:lnTo>
                  <a:lnTo>
                    <a:pt x="3897077" y="61529"/>
                  </a:lnTo>
                  <a:lnTo>
                    <a:pt x="3864548" y="29000"/>
                  </a:lnTo>
                  <a:lnTo>
                    <a:pt x="3823307" y="7663"/>
                  </a:lnTo>
                  <a:lnTo>
                    <a:pt x="377583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4436343" y="5287136"/>
            <a:ext cx="11404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173360"/>
                </a:solidFill>
                <a:latin typeface="Calibri"/>
                <a:cs typeface="Calibri"/>
              </a:rPr>
              <a:t>Databases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3042772" y="3050032"/>
            <a:ext cx="3926204" cy="300990"/>
          </a:xfrm>
          <a:custGeom>
            <a:avLst/>
            <a:gdLst/>
            <a:ahLst/>
            <a:cxnLst/>
            <a:rect l="l" t="t" r="r" b="b"/>
            <a:pathLst>
              <a:path w="3926205" h="300989">
                <a:moveTo>
                  <a:pt x="3775836" y="0"/>
                </a:moveTo>
                <a:lnTo>
                  <a:pt x="150240" y="0"/>
                </a:lnTo>
                <a:lnTo>
                  <a:pt x="102770" y="7663"/>
                </a:lnTo>
                <a:lnTo>
                  <a:pt x="61529" y="29000"/>
                </a:lnTo>
                <a:lnTo>
                  <a:pt x="29000" y="61529"/>
                </a:lnTo>
                <a:lnTo>
                  <a:pt x="7663" y="102770"/>
                </a:lnTo>
                <a:lnTo>
                  <a:pt x="0" y="150241"/>
                </a:lnTo>
                <a:lnTo>
                  <a:pt x="7663" y="197773"/>
                </a:lnTo>
                <a:lnTo>
                  <a:pt x="29000" y="239051"/>
                </a:lnTo>
                <a:lnTo>
                  <a:pt x="61529" y="271600"/>
                </a:lnTo>
                <a:lnTo>
                  <a:pt x="102770" y="292944"/>
                </a:lnTo>
                <a:lnTo>
                  <a:pt x="150240" y="300609"/>
                </a:lnTo>
                <a:lnTo>
                  <a:pt x="3775836" y="300609"/>
                </a:lnTo>
                <a:lnTo>
                  <a:pt x="3823307" y="292944"/>
                </a:lnTo>
                <a:lnTo>
                  <a:pt x="3864548" y="271600"/>
                </a:lnTo>
                <a:lnTo>
                  <a:pt x="3897077" y="239051"/>
                </a:lnTo>
                <a:lnTo>
                  <a:pt x="3918414" y="197773"/>
                </a:lnTo>
                <a:lnTo>
                  <a:pt x="3926078" y="150241"/>
                </a:lnTo>
                <a:lnTo>
                  <a:pt x="3918414" y="102770"/>
                </a:lnTo>
                <a:lnTo>
                  <a:pt x="3897077" y="61529"/>
                </a:lnTo>
                <a:lnTo>
                  <a:pt x="3864548" y="29000"/>
                </a:lnTo>
                <a:lnTo>
                  <a:pt x="3823307" y="7663"/>
                </a:lnTo>
                <a:lnTo>
                  <a:pt x="377583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4044930" y="3056889"/>
            <a:ext cx="19221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6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Warehouses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3042645" y="7509509"/>
            <a:ext cx="3926204" cy="300990"/>
          </a:xfrm>
          <a:custGeom>
            <a:avLst/>
            <a:gdLst/>
            <a:ahLst/>
            <a:cxnLst/>
            <a:rect l="l" t="t" r="r" b="b"/>
            <a:pathLst>
              <a:path w="3926205" h="300990">
                <a:moveTo>
                  <a:pt x="3775836" y="0"/>
                </a:moveTo>
                <a:lnTo>
                  <a:pt x="150240" y="0"/>
                </a:lnTo>
                <a:lnTo>
                  <a:pt x="102770" y="7664"/>
                </a:lnTo>
                <a:lnTo>
                  <a:pt x="61529" y="29008"/>
                </a:lnTo>
                <a:lnTo>
                  <a:pt x="29000" y="61557"/>
                </a:lnTo>
                <a:lnTo>
                  <a:pt x="7663" y="102835"/>
                </a:lnTo>
                <a:lnTo>
                  <a:pt x="0" y="150368"/>
                </a:lnTo>
                <a:lnTo>
                  <a:pt x="7663" y="197838"/>
                </a:lnTo>
                <a:lnTo>
                  <a:pt x="29000" y="239079"/>
                </a:lnTo>
                <a:lnTo>
                  <a:pt x="61529" y="271608"/>
                </a:lnTo>
                <a:lnTo>
                  <a:pt x="102770" y="292945"/>
                </a:lnTo>
                <a:lnTo>
                  <a:pt x="150240" y="300609"/>
                </a:lnTo>
                <a:lnTo>
                  <a:pt x="3775836" y="300609"/>
                </a:lnTo>
                <a:lnTo>
                  <a:pt x="3823307" y="292945"/>
                </a:lnTo>
                <a:lnTo>
                  <a:pt x="3864548" y="271608"/>
                </a:lnTo>
                <a:lnTo>
                  <a:pt x="3897077" y="239079"/>
                </a:lnTo>
                <a:lnTo>
                  <a:pt x="3918414" y="197838"/>
                </a:lnTo>
                <a:lnTo>
                  <a:pt x="3926077" y="150368"/>
                </a:lnTo>
                <a:lnTo>
                  <a:pt x="3918414" y="102835"/>
                </a:lnTo>
                <a:lnTo>
                  <a:pt x="3897077" y="61557"/>
                </a:lnTo>
                <a:lnTo>
                  <a:pt x="3864548" y="29008"/>
                </a:lnTo>
                <a:lnTo>
                  <a:pt x="3823307" y="7664"/>
                </a:lnTo>
                <a:lnTo>
                  <a:pt x="377583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4403069" y="7517130"/>
            <a:ext cx="12077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0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6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220" b="1">
                <a:solidFill>
                  <a:srgbClr val="173360"/>
                </a:solidFill>
                <a:latin typeface="Calibri"/>
                <a:cs typeface="Calibri"/>
              </a:rPr>
              <a:t>Lakes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802257" y="2384628"/>
            <a:ext cx="15187294" cy="6407150"/>
            <a:chOff x="1802257" y="2384628"/>
            <a:chExt cx="15187294" cy="6407150"/>
          </a:xfrm>
        </p:grpSpPr>
        <p:sp>
          <p:nvSpPr>
            <p:cNvPr id="17" name="object 17" descr=""/>
            <p:cNvSpPr/>
            <p:nvPr/>
          </p:nvSpPr>
          <p:spPr>
            <a:xfrm>
              <a:off x="1916303" y="2854198"/>
              <a:ext cx="627380" cy="574675"/>
            </a:xfrm>
            <a:custGeom>
              <a:avLst/>
              <a:gdLst/>
              <a:ahLst/>
              <a:cxnLst/>
              <a:rect l="l" t="t" r="r" b="b"/>
              <a:pathLst>
                <a:path w="627380" h="574675">
                  <a:moveTo>
                    <a:pt x="627380" y="0"/>
                  </a:moveTo>
                  <a:lnTo>
                    <a:pt x="0" y="0"/>
                  </a:lnTo>
                  <a:lnTo>
                    <a:pt x="0" y="483616"/>
                  </a:lnTo>
                  <a:lnTo>
                    <a:pt x="35841" y="529271"/>
                  </a:lnTo>
                  <a:lnTo>
                    <a:pt x="76037" y="545954"/>
                  </a:lnTo>
                  <a:lnTo>
                    <a:pt x="126991" y="558709"/>
                  </a:lnTo>
                  <a:lnTo>
                    <a:pt x="185631" y="567663"/>
                  </a:lnTo>
                  <a:lnTo>
                    <a:pt x="248887" y="572943"/>
                  </a:lnTo>
                  <a:lnTo>
                    <a:pt x="313690" y="574675"/>
                  </a:lnTo>
                  <a:lnTo>
                    <a:pt x="378852" y="572943"/>
                  </a:lnTo>
                  <a:lnTo>
                    <a:pt x="442248" y="567663"/>
                  </a:lnTo>
                  <a:lnTo>
                    <a:pt x="500868" y="558709"/>
                  </a:lnTo>
                  <a:lnTo>
                    <a:pt x="551702" y="545954"/>
                  </a:lnTo>
                  <a:lnTo>
                    <a:pt x="590974" y="529590"/>
                  </a:lnTo>
                  <a:lnTo>
                    <a:pt x="312547" y="529590"/>
                  </a:lnTo>
                  <a:lnTo>
                    <a:pt x="224042" y="526113"/>
                  </a:lnTo>
                  <a:lnTo>
                    <a:pt x="222544" y="526113"/>
                  </a:lnTo>
                  <a:lnTo>
                    <a:pt x="151041" y="517064"/>
                  </a:lnTo>
                  <a:lnTo>
                    <a:pt x="99884" y="505285"/>
                  </a:lnTo>
                  <a:lnTo>
                    <a:pt x="68223" y="493274"/>
                  </a:lnTo>
                  <a:lnTo>
                    <a:pt x="55880" y="483616"/>
                  </a:lnTo>
                  <a:lnTo>
                    <a:pt x="55880" y="45084"/>
                  </a:lnTo>
                  <a:lnTo>
                    <a:pt x="627380" y="45084"/>
                  </a:lnTo>
                  <a:lnTo>
                    <a:pt x="627380" y="0"/>
                  </a:lnTo>
                  <a:close/>
                </a:path>
                <a:path w="627380" h="574675">
                  <a:moveTo>
                    <a:pt x="627380" y="45084"/>
                  </a:moveTo>
                  <a:lnTo>
                    <a:pt x="569214" y="45084"/>
                  </a:lnTo>
                  <a:lnTo>
                    <a:pt x="569214" y="483616"/>
                  </a:lnTo>
                  <a:lnTo>
                    <a:pt x="556980" y="493615"/>
                  </a:lnTo>
                  <a:lnTo>
                    <a:pt x="525538" y="505669"/>
                  </a:lnTo>
                  <a:lnTo>
                    <a:pt x="474546" y="517320"/>
                  </a:lnTo>
                  <a:lnTo>
                    <a:pt x="403662" y="526113"/>
                  </a:lnTo>
                  <a:lnTo>
                    <a:pt x="312547" y="529590"/>
                  </a:lnTo>
                  <a:lnTo>
                    <a:pt x="590974" y="529590"/>
                  </a:lnTo>
                  <a:lnTo>
                    <a:pt x="591738" y="529271"/>
                  </a:lnTo>
                  <a:lnTo>
                    <a:pt x="617967" y="508534"/>
                  </a:lnTo>
                  <a:lnTo>
                    <a:pt x="627380" y="483616"/>
                  </a:lnTo>
                  <a:lnTo>
                    <a:pt x="627380" y="450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2257" y="3035574"/>
              <a:ext cx="484797" cy="6767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944751" y="2787523"/>
              <a:ext cx="570865" cy="135255"/>
            </a:xfrm>
            <a:custGeom>
              <a:avLst/>
              <a:gdLst/>
              <a:ahLst/>
              <a:cxnLst/>
              <a:rect l="l" t="t" r="r" b="b"/>
              <a:pathLst>
                <a:path w="570864" h="135255">
                  <a:moveTo>
                    <a:pt x="285242" y="0"/>
                  </a:moveTo>
                  <a:lnTo>
                    <a:pt x="209432" y="2438"/>
                  </a:lnTo>
                  <a:lnTo>
                    <a:pt x="141299" y="9303"/>
                  </a:lnTo>
                  <a:lnTo>
                    <a:pt x="83565" y="19923"/>
                  </a:lnTo>
                  <a:lnTo>
                    <a:pt x="38956" y="33622"/>
                  </a:lnTo>
                  <a:lnTo>
                    <a:pt x="0" y="67563"/>
                  </a:lnTo>
                  <a:lnTo>
                    <a:pt x="10192" y="85454"/>
                  </a:lnTo>
                  <a:lnTo>
                    <a:pt x="83566" y="115315"/>
                  </a:lnTo>
                  <a:lnTo>
                    <a:pt x="141299" y="125946"/>
                  </a:lnTo>
                  <a:lnTo>
                    <a:pt x="209432" y="132816"/>
                  </a:lnTo>
                  <a:lnTo>
                    <a:pt x="285242" y="135254"/>
                  </a:lnTo>
                  <a:lnTo>
                    <a:pt x="361042" y="132816"/>
                  </a:lnTo>
                  <a:lnTo>
                    <a:pt x="429151" y="125946"/>
                  </a:lnTo>
                  <a:lnTo>
                    <a:pt x="486854" y="115316"/>
                  </a:lnTo>
                  <a:lnTo>
                    <a:pt x="531433" y="101595"/>
                  </a:lnTo>
                  <a:lnTo>
                    <a:pt x="570357" y="67563"/>
                  </a:lnTo>
                  <a:lnTo>
                    <a:pt x="560173" y="49726"/>
                  </a:lnTo>
                  <a:lnTo>
                    <a:pt x="486854" y="19923"/>
                  </a:lnTo>
                  <a:lnTo>
                    <a:pt x="429151" y="9303"/>
                  </a:lnTo>
                  <a:lnTo>
                    <a:pt x="361042" y="2438"/>
                  </a:lnTo>
                  <a:lnTo>
                    <a:pt x="285242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16303" y="2764917"/>
              <a:ext cx="627380" cy="180975"/>
            </a:xfrm>
            <a:custGeom>
              <a:avLst/>
              <a:gdLst/>
              <a:ahLst/>
              <a:cxnLst/>
              <a:rect l="l" t="t" r="r" b="b"/>
              <a:pathLst>
                <a:path w="627380" h="180975">
                  <a:moveTo>
                    <a:pt x="313690" y="0"/>
                  </a:moveTo>
                  <a:lnTo>
                    <a:pt x="248887" y="1729"/>
                  </a:lnTo>
                  <a:lnTo>
                    <a:pt x="185631" y="6990"/>
                  </a:lnTo>
                  <a:lnTo>
                    <a:pt x="126991" y="15895"/>
                  </a:lnTo>
                  <a:lnTo>
                    <a:pt x="76037" y="28554"/>
                  </a:lnTo>
                  <a:lnTo>
                    <a:pt x="35834" y="45084"/>
                  </a:lnTo>
                  <a:lnTo>
                    <a:pt x="0" y="90169"/>
                  </a:lnTo>
                  <a:lnTo>
                    <a:pt x="9472" y="114806"/>
                  </a:lnTo>
                  <a:lnTo>
                    <a:pt x="76037" y="151888"/>
                  </a:lnTo>
                  <a:lnTo>
                    <a:pt x="126991" y="164561"/>
                  </a:lnTo>
                  <a:lnTo>
                    <a:pt x="185631" y="173473"/>
                  </a:lnTo>
                  <a:lnTo>
                    <a:pt x="248887" y="178737"/>
                  </a:lnTo>
                  <a:lnTo>
                    <a:pt x="313690" y="180466"/>
                  </a:lnTo>
                  <a:lnTo>
                    <a:pt x="378852" y="178737"/>
                  </a:lnTo>
                  <a:lnTo>
                    <a:pt x="442248" y="173473"/>
                  </a:lnTo>
                  <a:lnTo>
                    <a:pt x="500868" y="164561"/>
                  </a:lnTo>
                  <a:lnTo>
                    <a:pt x="551702" y="151888"/>
                  </a:lnTo>
                  <a:lnTo>
                    <a:pt x="591738" y="135341"/>
                  </a:lnTo>
                  <a:lnTo>
                    <a:pt x="315879" y="135341"/>
                  </a:lnTo>
                  <a:lnTo>
                    <a:pt x="225618" y="131785"/>
                  </a:lnTo>
                  <a:lnTo>
                    <a:pt x="224129" y="131785"/>
                  </a:lnTo>
                  <a:lnTo>
                    <a:pt x="152678" y="122786"/>
                  </a:lnTo>
                  <a:lnTo>
                    <a:pt x="101357" y="111142"/>
                  </a:lnTo>
                  <a:lnTo>
                    <a:pt x="69476" y="99394"/>
                  </a:lnTo>
                  <a:lnTo>
                    <a:pt x="57023" y="90169"/>
                  </a:lnTo>
                  <a:lnTo>
                    <a:pt x="69476" y="80653"/>
                  </a:lnTo>
                  <a:lnTo>
                    <a:pt x="101357" y="68868"/>
                  </a:lnTo>
                  <a:lnTo>
                    <a:pt x="152678" y="57333"/>
                  </a:lnTo>
                  <a:lnTo>
                    <a:pt x="223451" y="48566"/>
                  </a:lnTo>
                  <a:lnTo>
                    <a:pt x="313690" y="45084"/>
                  </a:lnTo>
                  <a:lnTo>
                    <a:pt x="591751" y="45084"/>
                  </a:lnTo>
                  <a:lnTo>
                    <a:pt x="551702" y="28554"/>
                  </a:lnTo>
                  <a:lnTo>
                    <a:pt x="500868" y="15895"/>
                  </a:lnTo>
                  <a:lnTo>
                    <a:pt x="442248" y="6990"/>
                  </a:lnTo>
                  <a:lnTo>
                    <a:pt x="378852" y="1729"/>
                  </a:lnTo>
                  <a:lnTo>
                    <a:pt x="313690" y="0"/>
                  </a:lnTo>
                  <a:close/>
                </a:path>
                <a:path w="627380" h="180975">
                  <a:moveTo>
                    <a:pt x="591745" y="45084"/>
                  </a:moveTo>
                  <a:lnTo>
                    <a:pt x="313690" y="45084"/>
                  </a:lnTo>
                  <a:lnTo>
                    <a:pt x="404476" y="48566"/>
                  </a:lnTo>
                  <a:lnTo>
                    <a:pt x="475524" y="57333"/>
                  </a:lnTo>
                  <a:lnTo>
                    <a:pt x="526845" y="68868"/>
                  </a:lnTo>
                  <a:lnTo>
                    <a:pt x="558452" y="80653"/>
                  </a:lnTo>
                  <a:lnTo>
                    <a:pt x="570357" y="90169"/>
                  </a:lnTo>
                  <a:lnTo>
                    <a:pt x="558452" y="99735"/>
                  </a:lnTo>
                  <a:lnTo>
                    <a:pt x="526845" y="111526"/>
                  </a:lnTo>
                  <a:lnTo>
                    <a:pt x="475524" y="123042"/>
                  </a:lnTo>
                  <a:lnTo>
                    <a:pt x="404476" y="131785"/>
                  </a:lnTo>
                  <a:lnTo>
                    <a:pt x="311432" y="135341"/>
                  </a:lnTo>
                  <a:lnTo>
                    <a:pt x="591738" y="135341"/>
                  </a:lnTo>
                  <a:lnTo>
                    <a:pt x="617967" y="114806"/>
                  </a:lnTo>
                  <a:lnTo>
                    <a:pt x="627380" y="90169"/>
                  </a:lnTo>
                  <a:lnTo>
                    <a:pt x="617967" y="65580"/>
                  </a:lnTo>
                  <a:lnTo>
                    <a:pt x="591745" y="450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83664" y="7684970"/>
              <a:ext cx="378142" cy="7130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972691" y="7281926"/>
              <a:ext cx="489584" cy="617855"/>
            </a:xfrm>
            <a:custGeom>
              <a:avLst/>
              <a:gdLst/>
              <a:ahLst/>
              <a:cxnLst/>
              <a:rect l="l" t="t" r="r" b="b"/>
              <a:pathLst>
                <a:path w="489585" h="617854">
                  <a:moveTo>
                    <a:pt x="353313" y="0"/>
                  </a:moveTo>
                  <a:lnTo>
                    <a:pt x="44450" y="0"/>
                  </a:lnTo>
                  <a:lnTo>
                    <a:pt x="27378" y="3690"/>
                  </a:lnTo>
                  <a:lnTo>
                    <a:pt x="13223" y="13811"/>
                  </a:lnTo>
                  <a:lnTo>
                    <a:pt x="3569" y="28932"/>
                  </a:lnTo>
                  <a:lnTo>
                    <a:pt x="0" y="47625"/>
                  </a:lnTo>
                  <a:lnTo>
                    <a:pt x="0" y="570357"/>
                  </a:lnTo>
                  <a:lnTo>
                    <a:pt x="3569" y="588601"/>
                  </a:lnTo>
                  <a:lnTo>
                    <a:pt x="13223" y="603726"/>
                  </a:lnTo>
                  <a:lnTo>
                    <a:pt x="27378" y="614041"/>
                  </a:lnTo>
                  <a:lnTo>
                    <a:pt x="44450" y="617855"/>
                  </a:lnTo>
                  <a:lnTo>
                    <a:pt x="444881" y="617855"/>
                  </a:lnTo>
                  <a:lnTo>
                    <a:pt x="462327" y="614041"/>
                  </a:lnTo>
                  <a:lnTo>
                    <a:pt x="476440" y="603726"/>
                  </a:lnTo>
                  <a:lnTo>
                    <a:pt x="485886" y="588601"/>
                  </a:lnTo>
                  <a:lnTo>
                    <a:pt x="489331" y="570357"/>
                  </a:lnTo>
                  <a:lnTo>
                    <a:pt x="44450" y="570357"/>
                  </a:lnTo>
                  <a:lnTo>
                    <a:pt x="44450" y="47625"/>
                  </a:lnTo>
                  <a:lnTo>
                    <a:pt x="415707" y="47625"/>
                  </a:lnTo>
                  <a:lnTo>
                    <a:pt x="384428" y="14224"/>
                  </a:lnTo>
                  <a:lnTo>
                    <a:pt x="377817" y="8036"/>
                  </a:lnTo>
                  <a:lnTo>
                    <a:pt x="370381" y="3690"/>
                  </a:lnTo>
                  <a:lnTo>
                    <a:pt x="370522" y="3690"/>
                  </a:lnTo>
                  <a:lnTo>
                    <a:pt x="361926" y="900"/>
                  </a:lnTo>
                  <a:lnTo>
                    <a:pt x="353313" y="0"/>
                  </a:lnTo>
                  <a:close/>
                </a:path>
                <a:path w="489585" h="617854">
                  <a:moveTo>
                    <a:pt x="415707" y="47625"/>
                  </a:moveTo>
                  <a:lnTo>
                    <a:pt x="353313" y="47625"/>
                  </a:lnTo>
                  <a:lnTo>
                    <a:pt x="444881" y="145415"/>
                  </a:lnTo>
                  <a:lnTo>
                    <a:pt x="444881" y="570357"/>
                  </a:lnTo>
                  <a:lnTo>
                    <a:pt x="489331" y="570357"/>
                  </a:lnTo>
                  <a:lnTo>
                    <a:pt x="489331" y="145415"/>
                  </a:lnTo>
                  <a:lnTo>
                    <a:pt x="488517" y="136733"/>
                  </a:lnTo>
                  <a:lnTo>
                    <a:pt x="486060" y="128063"/>
                  </a:lnTo>
                  <a:lnTo>
                    <a:pt x="481937" y="119751"/>
                  </a:lnTo>
                  <a:lnTo>
                    <a:pt x="476122" y="112141"/>
                  </a:lnTo>
                  <a:lnTo>
                    <a:pt x="415707" y="476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4095" y="7281926"/>
              <a:ext cx="177927" cy="19011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880235" y="4964049"/>
              <a:ext cx="547370" cy="547370"/>
            </a:xfrm>
            <a:custGeom>
              <a:avLst/>
              <a:gdLst/>
              <a:ahLst/>
              <a:cxnLst/>
              <a:rect l="l" t="t" r="r" b="b"/>
              <a:pathLst>
                <a:path w="547369" h="547370">
                  <a:moveTo>
                    <a:pt x="515112" y="0"/>
                  </a:moveTo>
                  <a:lnTo>
                    <a:pt x="32131" y="0"/>
                  </a:lnTo>
                  <a:lnTo>
                    <a:pt x="19502" y="2504"/>
                  </a:lnTo>
                  <a:lnTo>
                    <a:pt x="9302" y="9366"/>
                  </a:lnTo>
                  <a:lnTo>
                    <a:pt x="2484" y="19609"/>
                  </a:lnTo>
                  <a:lnTo>
                    <a:pt x="0" y="32258"/>
                  </a:lnTo>
                  <a:lnTo>
                    <a:pt x="0" y="515238"/>
                  </a:lnTo>
                  <a:lnTo>
                    <a:pt x="2484" y="527867"/>
                  </a:lnTo>
                  <a:lnTo>
                    <a:pt x="9302" y="538067"/>
                  </a:lnTo>
                  <a:lnTo>
                    <a:pt x="19502" y="544885"/>
                  </a:lnTo>
                  <a:lnTo>
                    <a:pt x="32131" y="547370"/>
                  </a:lnTo>
                  <a:lnTo>
                    <a:pt x="515112" y="547370"/>
                  </a:lnTo>
                  <a:lnTo>
                    <a:pt x="527760" y="544885"/>
                  </a:lnTo>
                  <a:lnTo>
                    <a:pt x="538003" y="538067"/>
                  </a:lnTo>
                  <a:lnTo>
                    <a:pt x="544865" y="527867"/>
                  </a:lnTo>
                  <a:lnTo>
                    <a:pt x="547369" y="515238"/>
                  </a:lnTo>
                  <a:lnTo>
                    <a:pt x="547369" y="498475"/>
                  </a:lnTo>
                  <a:lnTo>
                    <a:pt x="47625" y="498475"/>
                  </a:lnTo>
                  <a:lnTo>
                    <a:pt x="47625" y="47625"/>
                  </a:lnTo>
                  <a:lnTo>
                    <a:pt x="547369" y="47625"/>
                  </a:lnTo>
                  <a:lnTo>
                    <a:pt x="547369" y="32258"/>
                  </a:lnTo>
                  <a:lnTo>
                    <a:pt x="544865" y="19609"/>
                  </a:lnTo>
                  <a:lnTo>
                    <a:pt x="538003" y="9366"/>
                  </a:lnTo>
                  <a:lnTo>
                    <a:pt x="527760" y="2504"/>
                  </a:lnTo>
                  <a:lnTo>
                    <a:pt x="515112" y="0"/>
                  </a:lnTo>
                  <a:close/>
                </a:path>
                <a:path w="547369" h="547370">
                  <a:moveTo>
                    <a:pt x="547369" y="47625"/>
                  </a:moveTo>
                  <a:lnTo>
                    <a:pt x="498347" y="47625"/>
                  </a:lnTo>
                  <a:lnTo>
                    <a:pt x="498347" y="498475"/>
                  </a:lnTo>
                  <a:lnTo>
                    <a:pt x="547369" y="498475"/>
                  </a:lnTo>
                  <a:lnTo>
                    <a:pt x="547369" y="476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85416" y="5273040"/>
              <a:ext cx="373506" cy="36702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7820406" y="7925435"/>
              <a:ext cx="486409" cy="646430"/>
            </a:xfrm>
            <a:custGeom>
              <a:avLst/>
              <a:gdLst/>
              <a:ahLst/>
              <a:cxnLst/>
              <a:rect l="l" t="t" r="r" b="b"/>
              <a:pathLst>
                <a:path w="486409" h="646429">
                  <a:moveTo>
                    <a:pt x="485902" y="91059"/>
                  </a:moveTo>
                  <a:lnTo>
                    <a:pt x="484047" y="78460"/>
                  </a:lnTo>
                  <a:lnTo>
                    <a:pt x="483984" y="77978"/>
                  </a:lnTo>
                  <a:lnTo>
                    <a:pt x="483882" y="77254"/>
                  </a:lnTo>
                  <a:lnTo>
                    <a:pt x="453313" y="39916"/>
                  </a:lnTo>
                  <a:lnTo>
                    <a:pt x="445770" y="35877"/>
                  </a:lnTo>
                  <a:lnTo>
                    <a:pt x="445770" y="85598"/>
                  </a:lnTo>
                  <a:lnTo>
                    <a:pt x="445770" y="576961"/>
                  </a:lnTo>
                  <a:lnTo>
                    <a:pt x="444754" y="579120"/>
                  </a:lnTo>
                  <a:lnTo>
                    <a:pt x="441452" y="581279"/>
                  </a:lnTo>
                  <a:lnTo>
                    <a:pt x="434975" y="584454"/>
                  </a:lnTo>
                  <a:lnTo>
                    <a:pt x="425196" y="586740"/>
                  </a:lnTo>
                  <a:lnTo>
                    <a:pt x="409917" y="590588"/>
                  </a:lnTo>
                  <a:lnTo>
                    <a:pt x="392658" y="593902"/>
                  </a:lnTo>
                  <a:lnTo>
                    <a:pt x="382905" y="595325"/>
                  </a:lnTo>
                  <a:lnTo>
                    <a:pt x="382905" y="499999"/>
                  </a:lnTo>
                  <a:lnTo>
                    <a:pt x="380453" y="451497"/>
                  </a:lnTo>
                  <a:lnTo>
                    <a:pt x="373164" y="403847"/>
                  </a:lnTo>
                  <a:lnTo>
                    <a:pt x="361061" y="357339"/>
                  </a:lnTo>
                  <a:lnTo>
                    <a:pt x="344157" y="312280"/>
                  </a:lnTo>
                  <a:lnTo>
                    <a:pt x="342773" y="309511"/>
                  </a:lnTo>
                  <a:lnTo>
                    <a:pt x="342773" y="499999"/>
                  </a:lnTo>
                  <a:lnTo>
                    <a:pt x="342773" y="599770"/>
                  </a:lnTo>
                  <a:lnTo>
                    <a:pt x="333375" y="600710"/>
                  </a:lnTo>
                  <a:lnTo>
                    <a:pt x="313778" y="602170"/>
                  </a:lnTo>
                  <a:lnTo>
                    <a:pt x="278765" y="604139"/>
                  </a:lnTo>
                  <a:lnTo>
                    <a:pt x="212598" y="604139"/>
                  </a:lnTo>
                  <a:lnTo>
                    <a:pt x="176542" y="602170"/>
                  </a:lnTo>
                  <a:lnTo>
                    <a:pt x="156489" y="600710"/>
                  </a:lnTo>
                  <a:lnTo>
                    <a:pt x="141097" y="599236"/>
                  </a:lnTo>
                  <a:lnTo>
                    <a:pt x="141097" y="499999"/>
                  </a:lnTo>
                  <a:lnTo>
                    <a:pt x="144411" y="447395"/>
                  </a:lnTo>
                  <a:lnTo>
                    <a:pt x="154241" y="395516"/>
                  </a:lnTo>
                  <a:lnTo>
                    <a:pt x="170307" y="345109"/>
                  </a:lnTo>
                  <a:lnTo>
                    <a:pt x="192379" y="296887"/>
                  </a:lnTo>
                  <a:lnTo>
                    <a:pt x="220218" y="251587"/>
                  </a:lnTo>
                  <a:lnTo>
                    <a:pt x="242316" y="236918"/>
                  </a:lnTo>
                  <a:lnTo>
                    <a:pt x="251104" y="238975"/>
                  </a:lnTo>
                  <a:lnTo>
                    <a:pt x="290842" y="296786"/>
                  </a:lnTo>
                  <a:lnTo>
                    <a:pt x="313245" y="344817"/>
                  </a:lnTo>
                  <a:lnTo>
                    <a:pt x="329514" y="395084"/>
                  </a:lnTo>
                  <a:lnTo>
                    <a:pt x="339420" y="447001"/>
                  </a:lnTo>
                  <a:lnTo>
                    <a:pt x="342773" y="499999"/>
                  </a:lnTo>
                  <a:lnTo>
                    <a:pt x="342773" y="309511"/>
                  </a:lnTo>
                  <a:lnTo>
                    <a:pt x="322516" y="268973"/>
                  </a:lnTo>
                  <a:lnTo>
                    <a:pt x="290703" y="219075"/>
                  </a:lnTo>
                  <a:lnTo>
                    <a:pt x="268706" y="200152"/>
                  </a:lnTo>
                  <a:lnTo>
                    <a:pt x="241744" y="193840"/>
                  </a:lnTo>
                  <a:lnTo>
                    <a:pt x="214579" y="200152"/>
                  </a:lnTo>
                  <a:lnTo>
                    <a:pt x="160909" y="268973"/>
                  </a:lnTo>
                  <a:lnTo>
                    <a:pt x="139458" y="312280"/>
                  </a:lnTo>
                  <a:lnTo>
                    <a:pt x="122428" y="357339"/>
                  </a:lnTo>
                  <a:lnTo>
                    <a:pt x="109994" y="403847"/>
                  </a:lnTo>
                  <a:lnTo>
                    <a:pt x="102400" y="451497"/>
                  </a:lnTo>
                  <a:lnTo>
                    <a:pt x="99822" y="499999"/>
                  </a:lnTo>
                  <a:lnTo>
                    <a:pt x="99822" y="594690"/>
                  </a:lnTo>
                  <a:lnTo>
                    <a:pt x="94132" y="593902"/>
                  </a:lnTo>
                  <a:lnTo>
                    <a:pt x="76263" y="590588"/>
                  </a:lnTo>
                  <a:lnTo>
                    <a:pt x="60833" y="586740"/>
                  </a:lnTo>
                  <a:lnTo>
                    <a:pt x="51054" y="584454"/>
                  </a:lnTo>
                  <a:lnTo>
                    <a:pt x="44450" y="581279"/>
                  </a:lnTo>
                  <a:lnTo>
                    <a:pt x="40132" y="579120"/>
                  </a:lnTo>
                  <a:lnTo>
                    <a:pt x="39116" y="579120"/>
                  </a:lnTo>
                  <a:lnTo>
                    <a:pt x="39116" y="85598"/>
                  </a:lnTo>
                  <a:lnTo>
                    <a:pt x="48768" y="77978"/>
                  </a:lnTo>
                  <a:lnTo>
                    <a:pt x="90043" y="58420"/>
                  </a:lnTo>
                  <a:lnTo>
                    <a:pt x="157822" y="43345"/>
                  </a:lnTo>
                  <a:lnTo>
                    <a:pt x="198297" y="39357"/>
                  </a:lnTo>
                  <a:lnTo>
                    <a:pt x="241808" y="37973"/>
                  </a:lnTo>
                  <a:lnTo>
                    <a:pt x="285394" y="39357"/>
                  </a:lnTo>
                  <a:lnTo>
                    <a:pt x="325958" y="43345"/>
                  </a:lnTo>
                  <a:lnTo>
                    <a:pt x="393827" y="58420"/>
                  </a:lnTo>
                  <a:lnTo>
                    <a:pt x="436118" y="77978"/>
                  </a:lnTo>
                  <a:lnTo>
                    <a:pt x="445770" y="85598"/>
                  </a:lnTo>
                  <a:lnTo>
                    <a:pt x="445770" y="35877"/>
                  </a:lnTo>
                  <a:lnTo>
                    <a:pt x="410083" y="21717"/>
                  </a:lnTo>
                  <a:lnTo>
                    <a:pt x="335305" y="5524"/>
                  </a:lnTo>
                  <a:lnTo>
                    <a:pt x="291782" y="1397"/>
                  </a:lnTo>
                  <a:lnTo>
                    <a:pt x="245110" y="0"/>
                  </a:lnTo>
                  <a:lnTo>
                    <a:pt x="198272" y="1397"/>
                  </a:lnTo>
                  <a:lnTo>
                    <a:pt x="154393" y="5524"/>
                  </a:lnTo>
                  <a:lnTo>
                    <a:pt x="114376" y="12331"/>
                  </a:lnTo>
                  <a:lnTo>
                    <a:pt x="63538" y="26936"/>
                  </a:lnTo>
                  <a:lnTo>
                    <a:pt x="25019" y="47625"/>
                  </a:lnTo>
                  <a:lnTo>
                    <a:pt x="2057" y="78460"/>
                  </a:lnTo>
                  <a:lnTo>
                    <a:pt x="0" y="92075"/>
                  </a:lnTo>
                  <a:lnTo>
                    <a:pt x="0" y="581279"/>
                  </a:lnTo>
                  <a:lnTo>
                    <a:pt x="25361" y="616585"/>
                  </a:lnTo>
                  <a:lnTo>
                    <a:pt x="68465" y="631507"/>
                  </a:lnTo>
                  <a:lnTo>
                    <a:pt x="110769" y="638911"/>
                  </a:lnTo>
                  <a:lnTo>
                    <a:pt x="154622" y="643001"/>
                  </a:lnTo>
                  <a:lnTo>
                    <a:pt x="212598" y="646430"/>
                  </a:lnTo>
                  <a:lnTo>
                    <a:pt x="246253" y="646430"/>
                  </a:lnTo>
                  <a:lnTo>
                    <a:pt x="247396" y="646430"/>
                  </a:lnTo>
                  <a:lnTo>
                    <a:pt x="279781" y="646430"/>
                  </a:lnTo>
                  <a:lnTo>
                    <a:pt x="316014" y="644474"/>
                  </a:lnTo>
                  <a:lnTo>
                    <a:pt x="357886" y="640969"/>
                  </a:lnTo>
                  <a:lnTo>
                    <a:pt x="399605" y="634542"/>
                  </a:lnTo>
                  <a:lnTo>
                    <a:pt x="437134" y="625729"/>
                  </a:lnTo>
                  <a:lnTo>
                    <a:pt x="474916" y="606183"/>
                  </a:lnTo>
                  <a:lnTo>
                    <a:pt x="476529" y="604139"/>
                  </a:lnTo>
                  <a:lnTo>
                    <a:pt x="480479" y="599186"/>
                  </a:lnTo>
                  <a:lnTo>
                    <a:pt x="484403" y="590588"/>
                  </a:lnTo>
                  <a:lnTo>
                    <a:pt x="485902" y="580136"/>
                  </a:lnTo>
                  <a:lnTo>
                    <a:pt x="485902" y="9105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8111" y="8342978"/>
              <a:ext cx="108491" cy="10849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7702550" y="8541385"/>
              <a:ext cx="755650" cy="250190"/>
            </a:xfrm>
            <a:custGeom>
              <a:avLst/>
              <a:gdLst/>
              <a:ahLst/>
              <a:cxnLst/>
              <a:rect l="l" t="t" r="r" b="b"/>
              <a:pathLst>
                <a:path w="755650" h="250190">
                  <a:moveTo>
                    <a:pt x="740791" y="0"/>
                  </a:moveTo>
                  <a:lnTo>
                    <a:pt x="721741" y="2413"/>
                  </a:lnTo>
                  <a:lnTo>
                    <a:pt x="714501" y="7366"/>
                  </a:lnTo>
                  <a:lnTo>
                    <a:pt x="681101" y="49022"/>
                  </a:lnTo>
                  <a:lnTo>
                    <a:pt x="597407" y="120142"/>
                  </a:lnTo>
                  <a:lnTo>
                    <a:pt x="501776" y="171577"/>
                  </a:lnTo>
                  <a:lnTo>
                    <a:pt x="394334" y="198628"/>
                  </a:lnTo>
                  <a:lnTo>
                    <a:pt x="336930" y="201041"/>
                  </a:lnTo>
                  <a:lnTo>
                    <a:pt x="293877" y="198628"/>
                  </a:lnTo>
                  <a:lnTo>
                    <a:pt x="212725" y="183896"/>
                  </a:lnTo>
                  <a:lnTo>
                    <a:pt x="136271" y="156845"/>
                  </a:lnTo>
                  <a:lnTo>
                    <a:pt x="66928" y="117729"/>
                  </a:lnTo>
                  <a:lnTo>
                    <a:pt x="38226" y="93218"/>
                  </a:lnTo>
                  <a:lnTo>
                    <a:pt x="28701" y="88265"/>
                  </a:lnTo>
                  <a:lnTo>
                    <a:pt x="11938" y="90678"/>
                  </a:lnTo>
                  <a:lnTo>
                    <a:pt x="4825" y="95631"/>
                  </a:lnTo>
                  <a:lnTo>
                    <a:pt x="0" y="105410"/>
                  </a:lnTo>
                  <a:lnTo>
                    <a:pt x="2413" y="122555"/>
                  </a:lnTo>
                  <a:lnTo>
                    <a:pt x="40640" y="156845"/>
                  </a:lnTo>
                  <a:lnTo>
                    <a:pt x="117094" y="201041"/>
                  </a:lnTo>
                  <a:lnTo>
                    <a:pt x="200786" y="232918"/>
                  </a:lnTo>
                  <a:lnTo>
                    <a:pt x="289178" y="247650"/>
                  </a:lnTo>
                  <a:lnTo>
                    <a:pt x="336930" y="250063"/>
                  </a:lnTo>
                  <a:lnTo>
                    <a:pt x="399033" y="247650"/>
                  </a:lnTo>
                  <a:lnTo>
                    <a:pt x="516127" y="218186"/>
                  </a:lnTo>
                  <a:lnTo>
                    <a:pt x="621283" y="161798"/>
                  </a:lnTo>
                  <a:lnTo>
                    <a:pt x="714501" y="85852"/>
                  </a:lnTo>
                  <a:lnTo>
                    <a:pt x="750316" y="39243"/>
                  </a:lnTo>
                  <a:lnTo>
                    <a:pt x="755142" y="29464"/>
                  </a:lnTo>
                  <a:lnTo>
                    <a:pt x="752728" y="12319"/>
                  </a:lnTo>
                  <a:lnTo>
                    <a:pt x="748029" y="4953"/>
                  </a:lnTo>
                  <a:lnTo>
                    <a:pt x="74079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49972" y="8568308"/>
              <a:ext cx="143382" cy="14719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7518527" y="7752207"/>
              <a:ext cx="358775" cy="713740"/>
            </a:xfrm>
            <a:custGeom>
              <a:avLst/>
              <a:gdLst/>
              <a:ahLst/>
              <a:cxnLst/>
              <a:rect l="l" t="t" r="r" b="b"/>
              <a:pathLst>
                <a:path w="358775" h="713740">
                  <a:moveTo>
                    <a:pt x="334645" y="0"/>
                  </a:moveTo>
                  <a:lnTo>
                    <a:pt x="327405" y="7366"/>
                  </a:lnTo>
                  <a:lnTo>
                    <a:pt x="291592" y="22098"/>
                  </a:lnTo>
                  <a:lnTo>
                    <a:pt x="227075" y="61341"/>
                  </a:lnTo>
                  <a:lnTo>
                    <a:pt x="164973" y="110363"/>
                  </a:lnTo>
                  <a:lnTo>
                    <a:pt x="114680" y="169164"/>
                  </a:lnTo>
                  <a:lnTo>
                    <a:pt x="71754" y="232918"/>
                  </a:lnTo>
                  <a:lnTo>
                    <a:pt x="35941" y="304038"/>
                  </a:lnTo>
                  <a:lnTo>
                    <a:pt x="14350" y="382524"/>
                  </a:lnTo>
                  <a:lnTo>
                    <a:pt x="0" y="463423"/>
                  </a:lnTo>
                  <a:lnTo>
                    <a:pt x="0" y="505079"/>
                  </a:lnTo>
                  <a:lnTo>
                    <a:pt x="2413" y="556514"/>
                  </a:lnTo>
                  <a:lnTo>
                    <a:pt x="19176" y="652145"/>
                  </a:lnTo>
                  <a:lnTo>
                    <a:pt x="35941" y="698754"/>
                  </a:lnTo>
                  <a:lnTo>
                    <a:pt x="57403" y="713359"/>
                  </a:lnTo>
                  <a:lnTo>
                    <a:pt x="64516" y="710946"/>
                  </a:lnTo>
                  <a:lnTo>
                    <a:pt x="74168" y="705993"/>
                  </a:lnTo>
                  <a:lnTo>
                    <a:pt x="81279" y="688848"/>
                  </a:lnTo>
                  <a:lnTo>
                    <a:pt x="78867" y="681482"/>
                  </a:lnTo>
                  <a:lnTo>
                    <a:pt x="62229" y="637413"/>
                  </a:lnTo>
                  <a:lnTo>
                    <a:pt x="45466" y="549148"/>
                  </a:lnTo>
                  <a:lnTo>
                    <a:pt x="45466" y="502539"/>
                  </a:lnTo>
                  <a:lnTo>
                    <a:pt x="47878" y="426593"/>
                  </a:lnTo>
                  <a:lnTo>
                    <a:pt x="90804" y="284353"/>
                  </a:lnTo>
                  <a:lnTo>
                    <a:pt x="169672" y="166751"/>
                  </a:lnTo>
                  <a:lnTo>
                    <a:pt x="279653" y="76073"/>
                  </a:lnTo>
                  <a:lnTo>
                    <a:pt x="344170" y="46609"/>
                  </a:lnTo>
                  <a:lnTo>
                    <a:pt x="351281" y="41656"/>
                  </a:lnTo>
                  <a:lnTo>
                    <a:pt x="358521" y="24511"/>
                  </a:lnTo>
                  <a:lnTo>
                    <a:pt x="356107" y="14732"/>
                  </a:lnTo>
                  <a:lnTo>
                    <a:pt x="351281" y="7366"/>
                  </a:lnTo>
                  <a:lnTo>
                    <a:pt x="33464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12404" y="7705725"/>
              <a:ext cx="143383" cy="144652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8087233" y="7720330"/>
              <a:ext cx="478155" cy="620395"/>
            </a:xfrm>
            <a:custGeom>
              <a:avLst/>
              <a:gdLst/>
              <a:ahLst/>
              <a:cxnLst/>
              <a:rect l="l" t="t" r="r" b="b"/>
              <a:pathLst>
                <a:path w="478154" h="620395">
                  <a:moveTo>
                    <a:pt x="16764" y="0"/>
                  </a:moveTo>
                  <a:lnTo>
                    <a:pt x="4825" y="9906"/>
                  </a:lnTo>
                  <a:lnTo>
                    <a:pt x="2413" y="19685"/>
                  </a:lnTo>
                  <a:lnTo>
                    <a:pt x="0" y="29464"/>
                  </a:lnTo>
                  <a:lnTo>
                    <a:pt x="11938" y="41783"/>
                  </a:lnTo>
                  <a:lnTo>
                    <a:pt x="23875" y="44196"/>
                  </a:lnTo>
                  <a:lnTo>
                    <a:pt x="66928" y="51562"/>
                  </a:lnTo>
                  <a:lnTo>
                    <a:pt x="148209" y="80899"/>
                  </a:lnTo>
                  <a:lnTo>
                    <a:pt x="222250" y="122682"/>
                  </a:lnTo>
                  <a:lnTo>
                    <a:pt x="286766" y="176530"/>
                  </a:lnTo>
                  <a:lnTo>
                    <a:pt x="344170" y="240284"/>
                  </a:lnTo>
                  <a:lnTo>
                    <a:pt x="387096" y="313817"/>
                  </a:lnTo>
                  <a:lnTo>
                    <a:pt x="418211" y="397129"/>
                  </a:lnTo>
                  <a:lnTo>
                    <a:pt x="432562" y="485394"/>
                  </a:lnTo>
                  <a:lnTo>
                    <a:pt x="434975" y="532003"/>
                  </a:lnTo>
                  <a:lnTo>
                    <a:pt x="434975" y="563880"/>
                  </a:lnTo>
                  <a:lnTo>
                    <a:pt x="432562" y="595757"/>
                  </a:lnTo>
                  <a:lnTo>
                    <a:pt x="430149" y="605536"/>
                  </a:lnTo>
                  <a:lnTo>
                    <a:pt x="442087" y="617855"/>
                  </a:lnTo>
                  <a:lnTo>
                    <a:pt x="449325" y="620268"/>
                  </a:lnTo>
                  <a:lnTo>
                    <a:pt x="458850" y="620268"/>
                  </a:lnTo>
                  <a:lnTo>
                    <a:pt x="470789" y="610489"/>
                  </a:lnTo>
                  <a:lnTo>
                    <a:pt x="473201" y="603123"/>
                  </a:lnTo>
                  <a:lnTo>
                    <a:pt x="477900" y="568833"/>
                  </a:lnTo>
                  <a:lnTo>
                    <a:pt x="477900" y="534416"/>
                  </a:lnTo>
                  <a:lnTo>
                    <a:pt x="475615" y="482981"/>
                  </a:lnTo>
                  <a:lnTo>
                    <a:pt x="456438" y="387350"/>
                  </a:lnTo>
                  <a:lnTo>
                    <a:pt x="423037" y="296672"/>
                  </a:lnTo>
                  <a:lnTo>
                    <a:pt x="375158" y="215773"/>
                  </a:lnTo>
                  <a:lnTo>
                    <a:pt x="315468" y="144653"/>
                  </a:lnTo>
                  <a:lnTo>
                    <a:pt x="243713" y="85852"/>
                  </a:lnTo>
                  <a:lnTo>
                    <a:pt x="162560" y="39243"/>
                  </a:lnTo>
                  <a:lnTo>
                    <a:pt x="71755" y="9906"/>
                  </a:lnTo>
                  <a:lnTo>
                    <a:pt x="26289" y="2540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4803" y="8279130"/>
              <a:ext cx="143382" cy="14223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370347" y="460870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5" h="578485">
                  <a:moveTo>
                    <a:pt x="433717" y="453669"/>
                  </a:moveTo>
                  <a:lnTo>
                    <a:pt x="433463" y="444207"/>
                  </a:lnTo>
                  <a:lnTo>
                    <a:pt x="429856" y="435724"/>
                  </a:lnTo>
                  <a:lnTo>
                    <a:pt x="422884" y="429387"/>
                  </a:lnTo>
                  <a:lnTo>
                    <a:pt x="413626" y="426300"/>
                  </a:lnTo>
                  <a:lnTo>
                    <a:pt x="404177" y="426554"/>
                  </a:lnTo>
                  <a:lnTo>
                    <a:pt x="395732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17" y="46901"/>
                  </a:lnTo>
                  <a:lnTo>
                    <a:pt x="338340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088"/>
                  </a:lnTo>
                  <a:lnTo>
                    <a:pt x="977" y="310819"/>
                  </a:lnTo>
                  <a:lnTo>
                    <a:pt x="3911" y="317500"/>
                  </a:lnTo>
                  <a:lnTo>
                    <a:pt x="155422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17" y="453669"/>
                  </a:lnTo>
                  <a:close/>
                </a:path>
                <a:path w="756285" h="578485">
                  <a:moveTo>
                    <a:pt x="755815" y="275209"/>
                  </a:moveTo>
                  <a:lnTo>
                    <a:pt x="754811" y="268579"/>
                  </a:lnTo>
                  <a:lnTo>
                    <a:pt x="751814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094" y="115697"/>
                  </a:lnTo>
                  <a:lnTo>
                    <a:pt x="321995" y="125171"/>
                  </a:lnTo>
                  <a:lnTo>
                    <a:pt x="322249" y="135102"/>
                  </a:lnTo>
                  <a:lnTo>
                    <a:pt x="325856" y="144030"/>
                  </a:lnTo>
                  <a:lnTo>
                    <a:pt x="332841" y="150495"/>
                  </a:lnTo>
                  <a:lnTo>
                    <a:pt x="342087" y="153416"/>
                  </a:lnTo>
                  <a:lnTo>
                    <a:pt x="351536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505" y="48895"/>
                  </a:lnTo>
                  <a:lnTo>
                    <a:pt x="703173" y="275209"/>
                  </a:lnTo>
                  <a:lnTo>
                    <a:pt x="550011" y="530987"/>
                  </a:lnTo>
                  <a:lnTo>
                    <a:pt x="434441" y="530987"/>
                  </a:lnTo>
                  <a:lnTo>
                    <a:pt x="425196" y="532993"/>
                  </a:lnTo>
                  <a:lnTo>
                    <a:pt x="417372" y="538378"/>
                  </a:lnTo>
                  <a:lnTo>
                    <a:pt x="411949" y="546150"/>
                  </a:lnTo>
                  <a:lnTo>
                    <a:pt x="409930" y="555371"/>
                  </a:lnTo>
                  <a:lnTo>
                    <a:pt x="411949" y="564400"/>
                  </a:lnTo>
                  <a:lnTo>
                    <a:pt x="417372" y="571741"/>
                  </a:lnTo>
                  <a:lnTo>
                    <a:pt x="425196" y="576681"/>
                  </a:lnTo>
                  <a:lnTo>
                    <a:pt x="434441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814" y="288036"/>
                  </a:lnTo>
                  <a:lnTo>
                    <a:pt x="754811" y="281851"/>
                  </a:lnTo>
                  <a:lnTo>
                    <a:pt x="755815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4011" y="4833810"/>
              <a:ext cx="128447" cy="12846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370347" y="5596635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5" h="578485">
                  <a:moveTo>
                    <a:pt x="433717" y="453605"/>
                  </a:moveTo>
                  <a:lnTo>
                    <a:pt x="433463" y="444195"/>
                  </a:lnTo>
                  <a:lnTo>
                    <a:pt x="429856" y="435724"/>
                  </a:lnTo>
                  <a:lnTo>
                    <a:pt x="422884" y="429387"/>
                  </a:lnTo>
                  <a:lnTo>
                    <a:pt x="413626" y="426224"/>
                  </a:lnTo>
                  <a:lnTo>
                    <a:pt x="404177" y="426453"/>
                  </a:lnTo>
                  <a:lnTo>
                    <a:pt x="395732" y="430085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17" y="46901"/>
                  </a:lnTo>
                  <a:lnTo>
                    <a:pt x="338340" y="740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449"/>
                  </a:lnTo>
                  <a:lnTo>
                    <a:pt x="0" y="303974"/>
                  </a:lnTo>
                  <a:lnTo>
                    <a:pt x="977" y="310743"/>
                  </a:lnTo>
                  <a:lnTo>
                    <a:pt x="3911" y="317500"/>
                  </a:lnTo>
                  <a:lnTo>
                    <a:pt x="155422" y="568198"/>
                  </a:lnTo>
                  <a:lnTo>
                    <a:pt x="160756" y="574675"/>
                  </a:lnTo>
                  <a:lnTo>
                    <a:pt x="168376" y="578358"/>
                  </a:lnTo>
                  <a:lnTo>
                    <a:pt x="353542" y="578358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788"/>
                  </a:lnTo>
                  <a:lnTo>
                    <a:pt x="433717" y="453605"/>
                  </a:lnTo>
                  <a:close/>
                </a:path>
                <a:path w="756285" h="578485">
                  <a:moveTo>
                    <a:pt x="755815" y="275145"/>
                  </a:moveTo>
                  <a:lnTo>
                    <a:pt x="754811" y="268465"/>
                  </a:lnTo>
                  <a:lnTo>
                    <a:pt x="751814" y="262255"/>
                  </a:lnTo>
                  <a:lnTo>
                    <a:pt x="595096" y="5207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207"/>
                  </a:lnTo>
                  <a:lnTo>
                    <a:pt x="389483" y="11557"/>
                  </a:lnTo>
                  <a:lnTo>
                    <a:pt x="325094" y="115697"/>
                  </a:lnTo>
                  <a:lnTo>
                    <a:pt x="321995" y="125107"/>
                  </a:lnTo>
                  <a:lnTo>
                    <a:pt x="322249" y="134988"/>
                  </a:lnTo>
                  <a:lnTo>
                    <a:pt x="325856" y="143903"/>
                  </a:lnTo>
                  <a:lnTo>
                    <a:pt x="332841" y="150368"/>
                  </a:lnTo>
                  <a:lnTo>
                    <a:pt x="342087" y="153339"/>
                  </a:lnTo>
                  <a:lnTo>
                    <a:pt x="351536" y="152692"/>
                  </a:lnTo>
                  <a:lnTo>
                    <a:pt x="359981" y="148653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505" y="48895"/>
                  </a:lnTo>
                  <a:lnTo>
                    <a:pt x="703173" y="275082"/>
                  </a:lnTo>
                  <a:lnTo>
                    <a:pt x="550011" y="530987"/>
                  </a:lnTo>
                  <a:lnTo>
                    <a:pt x="434441" y="530987"/>
                  </a:lnTo>
                  <a:lnTo>
                    <a:pt x="425196" y="532980"/>
                  </a:lnTo>
                  <a:lnTo>
                    <a:pt x="417372" y="538314"/>
                  </a:lnTo>
                  <a:lnTo>
                    <a:pt x="411949" y="546049"/>
                  </a:lnTo>
                  <a:lnTo>
                    <a:pt x="409930" y="555244"/>
                  </a:lnTo>
                  <a:lnTo>
                    <a:pt x="411949" y="564324"/>
                  </a:lnTo>
                  <a:lnTo>
                    <a:pt x="417372" y="571665"/>
                  </a:lnTo>
                  <a:lnTo>
                    <a:pt x="425196" y="576580"/>
                  </a:lnTo>
                  <a:lnTo>
                    <a:pt x="434441" y="578358"/>
                  </a:lnTo>
                  <a:lnTo>
                    <a:pt x="570712" y="578358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814" y="288036"/>
                  </a:lnTo>
                  <a:lnTo>
                    <a:pt x="754811" y="281838"/>
                  </a:lnTo>
                  <a:lnTo>
                    <a:pt x="755815" y="27514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4011" y="5821616"/>
              <a:ext cx="128447" cy="12846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5370347" y="658444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5" h="578484">
                  <a:moveTo>
                    <a:pt x="433717" y="453669"/>
                  </a:moveTo>
                  <a:lnTo>
                    <a:pt x="433463" y="444207"/>
                  </a:lnTo>
                  <a:lnTo>
                    <a:pt x="429856" y="435724"/>
                  </a:lnTo>
                  <a:lnTo>
                    <a:pt x="422884" y="429387"/>
                  </a:lnTo>
                  <a:lnTo>
                    <a:pt x="413626" y="426300"/>
                  </a:lnTo>
                  <a:lnTo>
                    <a:pt x="404177" y="426554"/>
                  </a:lnTo>
                  <a:lnTo>
                    <a:pt x="395732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17" y="46913"/>
                  </a:lnTo>
                  <a:lnTo>
                    <a:pt x="338340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101"/>
                  </a:lnTo>
                  <a:lnTo>
                    <a:pt x="977" y="310870"/>
                  </a:lnTo>
                  <a:lnTo>
                    <a:pt x="3911" y="317627"/>
                  </a:lnTo>
                  <a:lnTo>
                    <a:pt x="155422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17" y="453669"/>
                  </a:lnTo>
                  <a:close/>
                </a:path>
                <a:path w="756285" h="578484">
                  <a:moveTo>
                    <a:pt x="755815" y="275209"/>
                  </a:moveTo>
                  <a:lnTo>
                    <a:pt x="754811" y="268579"/>
                  </a:lnTo>
                  <a:lnTo>
                    <a:pt x="751814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094" y="115824"/>
                  </a:lnTo>
                  <a:lnTo>
                    <a:pt x="321995" y="125234"/>
                  </a:lnTo>
                  <a:lnTo>
                    <a:pt x="322249" y="135115"/>
                  </a:lnTo>
                  <a:lnTo>
                    <a:pt x="325856" y="144030"/>
                  </a:lnTo>
                  <a:lnTo>
                    <a:pt x="332841" y="150495"/>
                  </a:lnTo>
                  <a:lnTo>
                    <a:pt x="342087" y="153416"/>
                  </a:lnTo>
                  <a:lnTo>
                    <a:pt x="351536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505" y="48895"/>
                  </a:lnTo>
                  <a:lnTo>
                    <a:pt x="703173" y="275209"/>
                  </a:lnTo>
                  <a:lnTo>
                    <a:pt x="550011" y="530987"/>
                  </a:lnTo>
                  <a:lnTo>
                    <a:pt x="434441" y="530987"/>
                  </a:lnTo>
                  <a:lnTo>
                    <a:pt x="425196" y="532993"/>
                  </a:lnTo>
                  <a:lnTo>
                    <a:pt x="417372" y="538378"/>
                  </a:lnTo>
                  <a:lnTo>
                    <a:pt x="411949" y="546150"/>
                  </a:lnTo>
                  <a:lnTo>
                    <a:pt x="409930" y="555371"/>
                  </a:lnTo>
                  <a:lnTo>
                    <a:pt x="411949" y="564400"/>
                  </a:lnTo>
                  <a:lnTo>
                    <a:pt x="417372" y="571741"/>
                  </a:lnTo>
                  <a:lnTo>
                    <a:pt x="425196" y="576681"/>
                  </a:lnTo>
                  <a:lnTo>
                    <a:pt x="434441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814" y="288036"/>
                  </a:lnTo>
                  <a:lnTo>
                    <a:pt x="754811" y="281851"/>
                  </a:lnTo>
                  <a:lnTo>
                    <a:pt x="755815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4011" y="6809549"/>
              <a:ext cx="128447" cy="12846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9928123" y="460870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5">
                  <a:moveTo>
                    <a:pt x="433743" y="453669"/>
                  </a:moveTo>
                  <a:lnTo>
                    <a:pt x="433514" y="444207"/>
                  </a:lnTo>
                  <a:lnTo>
                    <a:pt x="429907" y="435724"/>
                  </a:lnTo>
                  <a:lnTo>
                    <a:pt x="422884" y="429387"/>
                  </a:lnTo>
                  <a:lnTo>
                    <a:pt x="413689" y="426300"/>
                  </a:lnTo>
                  <a:lnTo>
                    <a:pt x="404266" y="426554"/>
                  </a:lnTo>
                  <a:lnTo>
                    <a:pt x="395808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01"/>
                  </a:lnTo>
                  <a:lnTo>
                    <a:pt x="338391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088"/>
                  </a:lnTo>
                  <a:lnTo>
                    <a:pt x="977" y="310819"/>
                  </a:lnTo>
                  <a:lnTo>
                    <a:pt x="3911" y="317500"/>
                  </a:lnTo>
                  <a:lnTo>
                    <a:pt x="155549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43" y="453669"/>
                  </a:lnTo>
                  <a:close/>
                </a:path>
                <a:path w="756284" h="578485">
                  <a:moveTo>
                    <a:pt x="755840" y="275209"/>
                  </a:moveTo>
                  <a:lnTo>
                    <a:pt x="754862" y="268579"/>
                  </a:lnTo>
                  <a:lnTo>
                    <a:pt x="751941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221" y="115697"/>
                  </a:lnTo>
                  <a:lnTo>
                    <a:pt x="322097" y="125171"/>
                  </a:lnTo>
                  <a:lnTo>
                    <a:pt x="322326" y="135102"/>
                  </a:lnTo>
                  <a:lnTo>
                    <a:pt x="325932" y="144030"/>
                  </a:lnTo>
                  <a:lnTo>
                    <a:pt x="332968" y="150495"/>
                  </a:lnTo>
                  <a:lnTo>
                    <a:pt x="342138" y="153416"/>
                  </a:lnTo>
                  <a:lnTo>
                    <a:pt x="351548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209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272" y="532993"/>
                  </a:lnTo>
                  <a:lnTo>
                    <a:pt x="417449" y="538378"/>
                  </a:lnTo>
                  <a:lnTo>
                    <a:pt x="412064" y="546150"/>
                  </a:lnTo>
                  <a:lnTo>
                    <a:pt x="410057" y="555371"/>
                  </a:lnTo>
                  <a:lnTo>
                    <a:pt x="412064" y="564400"/>
                  </a:lnTo>
                  <a:lnTo>
                    <a:pt x="417449" y="571741"/>
                  </a:lnTo>
                  <a:lnTo>
                    <a:pt x="425272" y="576681"/>
                  </a:lnTo>
                  <a:lnTo>
                    <a:pt x="434568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941" y="288036"/>
                  </a:lnTo>
                  <a:lnTo>
                    <a:pt x="754862" y="281851"/>
                  </a:lnTo>
                  <a:lnTo>
                    <a:pt x="755840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41788" y="4833810"/>
              <a:ext cx="128447" cy="128460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9928123" y="5596635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5">
                  <a:moveTo>
                    <a:pt x="433743" y="453605"/>
                  </a:moveTo>
                  <a:lnTo>
                    <a:pt x="433514" y="444195"/>
                  </a:lnTo>
                  <a:lnTo>
                    <a:pt x="429907" y="435724"/>
                  </a:lnTo>
                  <a:lnTo>
                    <a:pt x="422884" y="429387"/>
                  </a:lnTo>
                  <a:lnTo>
                    <a:pt x="413689" y="426224"/>
                  </a:lnTo>
                  <a:lnTo>
                    <a:pt x="404266" y="426453"/>
                  </a:lnTo>
                  <a:lnTo>
                    <a:pt x="395808" y="430085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01"/>
                  </a:lnTo>
                  <a:lnTo>
                    <a:pt x="338391" y="740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449"/>
                  </a:lnTo>
                  <a:lnTo>
                    <a:pt x="0" y="303974"/>
                  </a:lnTo>
                  <a:lnTo>
                    <a:pt x="977" y="310743"/>
                  </a:lnTo>
                  <a:lnTo>
                    <a:pt x="3911" y="317500"/>
                  </a:lnTo>
                  <a:lnTo>
                    <a:pt x="155549" y="568198"/>
                  </a:lnTo>
                  <a:lnTo>
                    <a:pt x="160756" y="574675"/>
                  </a:lnTo>
                  <a:lnTo>
                    <a:pt x="168376" y="578358"/>
                  </a:lnTo>
                  <a:lnTo>
                    <a:pt x="353542" y="578358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788"/>
                  </a:lnTo>
                  <a:lnTo>
                    <a:pt x="433743" y="453605"/>
                  </a:lnTo>
                  <a:close/>
                </a:path>
                <a:path w="756284" h="578485">
                  <a:moveTo>
                    <a:pt x="755840" y="275145"/>
                  </a:moveTo>
                  <a:lnTo>
                    <a:pt x="754862" y="268465"/>
                  </a:lnTo>
                  <a:lnTo>
                    <a:pt x="751941" y="262255"/>
                  </a:lnTo>
                  <a:lnTo>
                    <a:pt x="595096" y="5207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207"/>
                  </a:lnTo>
                  <a:lnTo>
                    <a:pt x="389483" y="11557"/>
                  </a:lnTo>
                  <a:lnTo>
                    <a:pt x="325221" y="115697"/>
                  </a:lnTo>
                  <a:lnTo>
                    <a:pt x="322097" y="125107"/>
                  </a:lnTo>
                  <a:lnTo>
                    <a:pt x="322326" y="134988"/>
                  </a:lnTo>
                  <a:lnTo>
                    <a:pt x="325932" y="143903"/>
                  </a:lnTo>
                  <a:lnTo>
                    <a:pt x="332968" y="150368"/>
                  </a:lnTo>
                  <a:lnTo>
                    <a:pt x="342138" y="153339"/>
                  </a:lnTo>
                  <a:lnTo>
                    <a:pt x="351548" y="152692"/>
                  </a:lnTo>
                  <a:lnTo>
                    <a:pt x="359981" y="148653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082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272" y="532980"/>
                  </a:lnTo>
                  <a:lnTo>
                    <a:pt x="417449" y="538314"/>
                  </a:lnTo>
                  <a:lnTo>
                    <a:pt x="412064" y="546049"/>
                  </a:lnTo>
                  <a:lnTo>
                    <a:pt x="410057" y="555244"/>
                  </a:lnTo>
                  <a:lnTo>
                    <a:pt x="412064" y="564324"/>
                  </a:lnTo>
                  <a:lnTo>
                    <a:pt x="417449" y="571665"/>
                  </a:lnTo>
                  <a:lnTo>
                    <a:pt x="425272" y="576580"/>
                  </a:lnTo>
                  <a:lnTo>
                    <a:pt x="434568" y="578358"/>
                  </a:lnTo>
                  <a:lnTo>
                    <a:pt x="570712" y="578358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941" y="288036"/>
                  </a:lnTo>
                  <a:lnTo>
                    <a:pt x="754862" y="281838"/>
                  </a:lnTo>
                  <a:lnTo>
                    <a:pt x="755840" y="27514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41788" y="5821616"/>
              <a:ext cx="128447" cy="128460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9928123" y="6584442"/>
              <a:ext cx="756285" cy="578485"/>
            </a:xfrm>
            <a:custGeom>
              <a:avLst/>
              <a:gdLst/>
              <a:ahLst/>
              <a:cxnLst/>
              <a:rect l="l" t="t" r="r" b="b"/>
              <a:pathLst>
                <a:path w="756284" h="578484">
                  <a:moveTo>
                    <a:pt x="433743" y="453669"/>
                  </a:moveTo>
                  <a:lnTo>
                    <a:pt x="433514" y="444207"/>
                  </a:lnTo>
                  <a:lnTo>
                    <a:pt x="429907" y="435724"/>
                  </a:lnTo>
                  <a:lnTo>
                    <a:pt x="422884" y="429387"/>
                  </a:lnTo>
                  <a:lnTo>
                    <a:pt x="413689" y="426300"/>
                  </a:lnTo>
                  <a:lnTo>
                    <a:pt x="404266" y="426554"/>
                  </a:lnTo>
                  <a:lnTo>
                    <a:pt x="395808" y="430161"/>
                  </a:lnTo>
                  <a:lnTo>
                    <a:pt x="389483" y="437134"/>
                  </a:lnTo>
                  <a:lnTo>
                    <a:pt x="331698" y="530987"/>
                  </a:lnTo>
                  <a:lnTo>
                    <a:pt x="190220" y="530987"/>
                  </a:lnTo>
                  <a:lnTo>
                    <a:pt x="51409" y="304673"/>
                  </a:lnTo>
                  <a:lnTo>
                    <a:pt x="205714" y="48895"/>
                  </a:lnTo>
                  <a:lnTo>
                    <a:pt x="321284" y="48895"/>
                  </a:lnTo>
                  <a:lnTo>
                    <a:pt x="330568" y="46913"/>
                  </a:lnTo>
                  <a:lnTo>
                    <a:pt x="338391" y="7454"/>
                  </a:lnTo>
                  <a:lnTo>
                    <a:pt x="321284" y="0"/>
                  </a:lnTo>
                  <a:lnTo>
                    <a:pt x="185140" y="0"/>
                  </a:lnTo>
                  <a:lnTo>
                    <a:pt x="3911" y="290576"/>
                  </a:lnTo>
                  <a:lnTo>
                    <a:pt x="0" y="304101"/>
                  </a:lnTo>
                  <a:lnTo>
                    <a:pt x="977" y="310870"/>
                  </a:lnTo>
                  <a:lnTo>
                    <a:pt x="3911" y="317627"/>
                  </a:lnTo>
                  <a:lnTo>
                    <a:pt x="155549" y="568198"/>
                  </a:lnTo>
                  <a:lnTo>
                    <a:pt x="160756" y="574675"/>
                  </a:lnTo>
                  <a:lnTo>
                    <a:pt x="168376" y="578485"/>
                  </a:lnTo>
                  <a:lnTo>
                    <a:pt x="353542" y="578485"/>
                  </a:lnTo>
                  <a:lnTo>
                    <a:pt x="361162" y="574675"/>
                  </a:lnTo>
                  <a:lnTo>
                    <a:pt x="366242" y="568198"/>
                  </a:lnTo>
                  <a:lnTo>
                    <a:pt x="430631" y="462915"/>
                  </a:lnTo>
                  <a:lnTo>
                    <a:pt x="433743" y="453669"/>
                  </a:lnTo>
                  <a:close/>
                </a:path>
                <a:path w="756284" h="578484">
                  <a:moveTo>
                    <a:pt x="755840" y="275209"/>
                  </a:moveTo>
                  <a:lnTo>
                    <a:pt x="754862" y="268579"/>
                  </a:lnTo>
                  <a:lnTo>
                    <a:pt x="751941" y="262382"/>
                  </a:lnTo>
                  <a:lnTo>
                    <a:pt x="595096" y="5334"/>
                  </a:lnTo>
                  <a:lnTo>
                    <a:pt x="586079" y="0"/>
                  </a:lnTo>
                  <a:lnTo>
                    <a:pt x="402310" y="0"/>
                  </a:lnTo>
                  <a:lnTo>
                    <a:pt x="393293" y="5334"/>
                  </a:lnTo>
                  <a:lnTo>
                    <a:pt x="389483" y="11684"/>
                  </a:lnTo>
                  <a:lnTo>
                    <a:pt x="325221" y="115824"/>
                  </a:lnTo>
                  <a:lnTo>
                    <a:pt x="322097" y="125234"/>
                  </a:lnTo>
                  <a:lnTo>
                    <a:pt x="322326" y="135115"/>
                  </a:lnTo>
                  <a:lnTo>
                    <a:pt x="325932" y="144030"/>
                  </a:lnTo>
                  <a:lnTo>
                    <a:pt x="332968" y="150495"/>
                  </a:lnTo>
                  <a:lnTo>
                    <a:pt x="342138" y="153416"/>
                  </a:lnTo>
                  <a:lnTo>
                    <a:pt x="351548" y="152755"/>
                  </a:lnTo>
                  <a:lnTo>
                    <a:pt x="359981" y="148717"/>
                  </a:lnTo>
                  <a:lnTo>
                    <a:pt x="366242" y="141478"/>
                  </a:lnTo>
                  <a:lnTo>
                    <a:pt x="424154" y="48895"/>
                  </a:lnTo>
                  <a:lnTo>
                    <a:pt x="565632" y="48895"/>
                  </a:lnTo>
                  <a:lnTo>
                    <a:pt x="703173" y="275209"/>
                  </a:lnTo>
                  <a:lnTo>
                    <a:pt x="550138" y="530987"/>
                  </a:lnTo>
                  <a:lnTo>
                    <a:pt x="434568" y="530987"/>
                  </a:lnTo>
                  <a:lnTo>
                    <a:pt x="425272" y="532993"/>
                  </a:lnTo>
                  <a:lnTo>
                    <a:pt x="417449" y="538378"/>
                  </a:lnTo>
                  <a:lnTo>
                    <a:pt x="412064" y="546150"/>
                  </a:lnTo>
                  <a:lnTo>
                    <a:pt x="410057" y="555371"/>
                  </a:lnTo>
                  <a:lnTo>
                    <a:pt x="412064" y="564400"/>
                  </a:lnTo>
                  <a:lnTo>
                    <a:pt x="417449" y="571741"/>
                  </a:lnTo>
                  <a:lnTo>
                    <a:pt x="425272" y="576681"/>
                  </a:lnTo>
                  <a:lnTo>
                    <a:pt x="434568" y="578485"/>
                  </a:lnTo>
                  <a:lnTo>
                    <a:pt x="570712" y="578485"/>
                  </a:lnTo>
                  <a:lnTo>
                    <a:pt x="578459" y="575945"/>
                  </a:lnTo>
                  <a:lnTo>
                    <a:pt x="583539" y="568198"/>
                  </a:lnTo>
                  <a:lnTo>
                    <a:pt x="751941" y="288036"/>
                  </a:lnTo>
                  <a:lnTo>
                    <a:pt x="754862" y="281851"/>
                  </a:lnTo>
                  <a:lnTo>
                    <a:pt x="755840" y="27520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41788" y="6809549"/>
              <a:ext cx="128447" cy="12846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75971" y="3603777"/>
              <a:ext cx="578421" cy="55623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192755" y="3601364"/>
              <a:ext cx="624293" cy="561695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387952" y="3596424"/>
              <a:ext cx="578421" cy="571588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133067" y="3635197"/>
              <a:ext cx="485952" cy="494080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33067" y="5883440"/>
              <a:ext cx="485952" cy="47798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365093" y="5854293"/>
              <a:ext cx="624293" cy="536346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022199" y="8099501"/>
              <a:ext cx="485952" cy="485952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133067" y="8103527"/>
              <a:ext cx="485952" cy="47798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192755" y="8066277"/>
              <a:ext cx="624293" cy="55245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365093" y="8086128"/>
              <a:ext cx="624293" cy="51202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192755" y="5842000"/>
              <a:ext cx="624293" cy="56083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3525119" y="2384627"/>
              <a:ext cx="2961640" cy="462280"/>
            </a:xfrm>
            <a:custGeom>
              <a:avLst/>
              <a:gdLst/>
              <a:ahLst/>
              <a:cxnLst/>
              <a:rect l="l" t="t" r="r" b="b"/>
              <a:pathLst>
                <a:path w="2961640" h="462280">
                  <a:moveTo>
                    <a:pt x="2961259" y="128054"/>
                  </a:moveTo>
                  <a:lnTo>
                    <a:pt x="2846451" y="128054"/>
                  </a:lnTo>
                  <a:lnTo>
                    <a:pt x="2846451" y="0"/>
                  </a:lnTo>
                  <a:lnTo>
                    <a:pt x="114681" y="0"/>
                  </a:lnTo>
                  <a:lnTo>
                    <a:pt x="114681" y="128054"/>
                  </a:lnTo>
                  <a:lnTo>
                    <a:pt x="0" y="128054"/>
                  </a:lnTo>
                  <a:lnTo>
                    <a:pt x="0" y="333552"/>
                  </a:lnTo>
                  <a:lnTo>
                    <a:pt x="114681" y="333552"/>
                  </a:lnTo>
                  <a:lnTo>
                    <a:pt x="114681" y="461695"/>
                  </a:lnTo>
                  <a:lnTo>
                    <a:pt x="2846451" y="461695"/>
                  </a:lnTo>
                  <a:lnTo>
                    <a:pt x="2846451" y="333552"/>
                  </a:lnTo>
                  <a:lnTo>
                    <a:pt x="2961259" y="333552"/>
                  </a:lnTo>
                  <a:lnTo>
                    <a:pt x="2961259" y="128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1002893" y="3624198"/>
            <a:ext cx="2431415" cy="902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35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800" spc="114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221F1F"/>
                </a:solidFill>
                <a:latin typeface="Calibri"/>
                <a:cs typeface="Calibri"/>
              </a:rPr>
              <a:t>Stores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(I.e.</a:t>
            </a: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PostgreSQL,</a:t>
            </a:r>
            <a:r>
              <a:rPr dirty="0" sz="14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04">
                <a:solidFill>
                  <a:srgbClr val="221F1F"/>
                </a:solidFill>
                <a:latin typeface="Calibri"/>
                <a:cs typeface="Calibri"/>
              </a:rPr>
              <a:t>MongoDB</a:t>
            </a:r>
            <a:endParaRPr sz="14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250"/>
              </a:spcBef>
            </a:pP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Atlas,</a:t>
            </a:r>
            <a:r>
              <a:rPr dirty="0" sz="14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MySQL,</a:t>
            </a:r>
            <a:r>
              <a:rPr dirty="0" sz="1400" spc="5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Oracle</a:t>
            </a:r>
            <a:r>
              <a:rPr dirty="0" sz="14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80">
                <a:solidFill>
                  <a:srgbClr val="221F1F"/>
                </a:solidFill>
                <a:latin typeface="Calibri"/>
                <a:cs typeface="Calibri"/>
              </a:rPr>
              <a:t>DB)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995578" y="5911088"/>
            <a:ext cx="2446020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800" spc="204" b="1">
                <a:solidFill>
                  <a:srgbClr val="221F1F"/>
                </a:solidFill>
                <a:latin typeface="Calibri"/>
                <a:cs typeface="Calibri"/>
              </a:rPr>
              <a:t>Application</a:t>
            </a:r>
            <a:r>
              <a:rPr dirty="0" sz="1800" spc="13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5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algn="ctr" marL="12700" marR="5080">
              <a:lnSpc>
                <a:spcPct val="114999"/>
              </a:lnSpc>
              <a:spcBef>
                <a:spcPts val="880"/>
              </a:spcBef>
            </a:pP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(i.e.</a:t>
            </a:r>
            <a:r>
              <a:rPr dirty="0" sz="1400" spc="13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10">
                <a:solidFill>
                  <a:srgbClr val="221F1F"/>
                </a:solidFill>
                <a:latin typeface="Calibri"/>
                <a:cs typeface="Calibri"/>
              </a:rPr>
              <a:t>Salesforce,</a:t>
            </a:r>
            <a:r>
              <a:rPr dirty="0" sz="14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ServiceNow, Github,</a:t>
            </a:r>
            <a:r>
              <a:rPr dirty="0" sz="1400" spc="4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Zendesk)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021486" y="8121522"/>
            <a:ext cx="23945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27050">
              <a:lnSpc>
                <a:spcPct val="100000"/>
              </a:lnSpc>
              <a:spcBef>
                <a:spcPts val="100"/>
              </a:spcBef>
            </a:pPr>
            <a:r>
              <a:rPr dirty="0" sz="1800" spc="305" b="1">
                <a:solidFill>
                  <a:srgbClr val="221F1F"/>
                </a:solidFill>
                <a:latin typeface="Calibri"/>
                <a:cs typeface="Calibri"/>
              </a:rPr>
              <a:t>Log</a:t>
            </a:r>
            <a:r>
              <a:rPr dirty="0" sz="1800" spc="114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800" spc="12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221F1F"/>
                </a:solidFill>
                <a:latin typeface="Calibri"/>
                <a:cs typeface="Calibri"/>
              </a:rPr>
              <a:t>&amp; </a:t>
            </a:r>
            <a:r>
              <a:rPr dirty="0" sz="1800" spc="250" b="1">
                <a:solidFill>
                  <a:srgbClr val="221F1F"/>
                </a:solidFill>
                <a:latin typeface="Calibri"/>
                <a:cs typeface="Calibri"/>
              </a:rPr>
              <a:t>Messaging</a:t>
            </a:r>
            <a:r>
              <a:rPr dirty="0" sz="1800" spc="11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5" b="1">
                <a:solidFill>
                  <a:srgbClr val="221F1F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920902" y="8799956"/>
            <a:ext cx="25971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(i.e.</a:t>
            </a: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05">
                <a:solidFill>
                  <a:srgbClr val="221F1F"/>
                </a:solidFill>
                <a:latin typeface="Calibri"/>
                <a:cs typeface="Calibri"/>
              </a:rPr>
              <a:t>MQTT,</a:t>
            </a:r>
            <a:r>
              <a:rPr dirty="0" sz="14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5">
                <a:solidFill>
                  <a:srgbClr val="221F1F"/>
                </a:solidFill>
                <a:latin typeface="Calibri"/>
                <a:cs typeface="Calibri"/>
              </a:rPr>
              <a:t>Service</a:t>
            </a:r>
            <a:r>
              <a:rPr dirty="0" sz="14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Bus,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Event</a:t>
            </a:r>
            <a:r>
              <a:rPr dirty="0" sz="1400" spc="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Hubs,</a:t>
            </a:r>
            <a:r>
              <a:rPr dirty="0" sz="1400" spc="5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Solace)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7668259" y="8920988"/>
            <a:ext cx="7912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25" b="1">
                <a:solidFill>
                  <a:srgbClr val="221F1F"/>
                </a:solidFill>
                <a:latin typeface="Calibri"/>
                <a:cs typeface="Calibri"/>
              </a:rPr>
              <a:t>ksqlDB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7017639" y="2384590"/>
            <a:ext cx="2126615" cy="49275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0010" rIns="0" bIns="0" rtlCol="0" vert="horz">
            <a:spAutoFit/>
          </a:bodyPr>
          <a:lstStyle/>
          <a:p>
            <a:pPr marL="401320">
              <a:lnSpc>
                <a:spcPct val="100000"/>
              </a:lnSpc>
              <a:spcBef>
                <a:spcPts val="630"/>
              </a:spcBef>
            </a:pPr>
            <a:r>
              <a:rPr dirty="0" sz="2000" spc="229" b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019802" y="3150489"/>
            <a:ext cx="145796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2540">
              <a:lnSpc>
                <a:spcPct val="100000"/>
              </a:lnSpc>
              <a:spcBef>
                <a:spcPts val="95"/>
              </a:spcBef>
            </a:pPr>
            <a:r>
              <a:rPr dirty="0" sz="1600" spc="190" b="1">
                <a:solidFill>
                  <a:srgbClr val="221F1F"/>
                </a:solidFill>
                <a:latin typeface="Calibri"/>
                <a:cs typeface="Calibri"/>
              </a:rPr>
              <a:t>Source connectors </a:t>
            </a:r>
            <a:r>
              <a:rPr dirty="0" sz="1600" spc="145" i="1">
                <a:solidFill>
                  <a:srgbClr val="221F1F"/>
                </a:solidFill>
                <a:latin typeface="Calibri"/>
                <a:cs typeface="Calibri"/>
              </a:rPr>
              <a:t>Optional:</a:t>
            </a:r>
            <a:r>
              <a:rPr dirty="0" sz="1600" spc="10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 i="1">
                <a:solidFill>
                  <a:srgbClr val="221F1F"/>
                </a:solidFill>
                <a:latin typeface="Calibri"/>
                <a:cs typeface="Calibri"/>
              </a:rPr>
              <a:t>SMT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9576561" y="3150489"/>
            <a:ext cx="145796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1270"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221F1F"/>
                </a:solidFill>
                <a:latin typeface="Calibri"/>
                <a:cs typeface="Calibri"/>
              </a:rPr>
              <a:t>Sink </a:t>
            </a:r>
            <a:r>
              <a:rPr dirty="0" sz="1600" spc="190" b="1">
                <a:solidFill>
                  <a:srgbClr val="221F1F"/>
                </a:solidFill>
                <a:latin typeface="Calibri"/>
                <a:cs typeface="Calibri"/>
              </a:rPr>
              <a:t>connectors </a:t>
            </a:r>
            <a:r>
              <a:rPr dirty="0" sz="1600" spc="145" i="1">
                <a:solidFill>
                  <a:srgbClr val="221F1F"/>
                </a:solidFill>
                <a:latin typeface="Calibri"/>
                <a:cs typeface="Calibri"/>
              </a:rPr>
              <a:t>Optional:</a:t>
            </a:r>
            <a:r>
              <a:rPr dirty="0" sz="1600" spc="10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600" spc="155" i="1">
                <a:solidFill>
                  <a:srgbClr val="221F1F"/>
                </a:solidFill>
                <a:latin typeface="Calibri"/>
                <a:cs typeface="Calibri"/>
              </a:rPr>
              <a:t>SMT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3990446" y="4258240"/>
            <a:ext cx="772795" cy="51752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Amazon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400" spc="125">
                <a:solidFill>
                  <a:srgbClr val="221F1F"/>
                </a:solidFill>
                <a:latin typeface="Calibri"/>
                <a:cs typeface="Calibri"/>
              </a:rPr>
              <a:t>Redshift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2790678" y="4335602"/>
            <a:ext cx="9518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Snowflake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15068804" y="4258538"/>
            <a:ext cx="875030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6680">
              <a:lnSpc>
                <a:spcPct val="115100"/>
              </a:lnSpc>
              <a:spcBef>
                <a:spcPts val="100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Google </a:t>
            </a:r>
            <a:r>
              <a:rPr dirty="0" sz="1400" spc="165">
                <a:solidFill>
                  <a:srgbClr val="221F1F"/>
                </a:solidFill>
                <a:latin typeface="Calibri"/>
                <a:cs typeface="Calibri"/>
              </a:rPr>
              <a:t>BigQuery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6010636" y="4273778"/>
            <a:ext cx="1334135" cy="516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5430" marR="5080" indent="-253365">
              <a:lnSpc>
                <a:spcPct val="115100"/>
              </a:lnSpc>
              <a:spcBef>
                <a:spcPts val="100"/>
              </a:spcBef>
            </a:pP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Synapse </a:t>
            </a:r>
            <a:r>
              <a:rPr dirty="0" sz="1400" spc="114">
                <a:solidFill>
                  <a:srgbClr val="221F1F"/>
                </a:solidFill>
                <a:latin typeface="Calibri"/>
                <a:cs typeface="Calibri"/>
              </a:rPr>
              <a:t>Analytics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2795250" y="6513042"/>
            <a:ext cx="942975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 marR="5080" indent="-238125">
              <a:lnSpc>
                <a:spcPct val="114999"/>
              </a:lnSpc>
              <a:spcBef>
                <a:spcPts val="100"/>
              </a:spcBef>
            </a:pPr>
            <a:r>
              <a:rPr dirty="0" sz="1400" spc="204">
                <a:solidFill>
                  <a:srgbClr val="221F1F"/>
                </a:solidFill>
                <a:latin typeface="Calibri"/>
                <a:cs typeface="Calibri"/>
              </a:rPr>
              <a:t>MongoDB </a:t>
            </a:r>
            <a:r>
              <a:rPr dirty="0" sz="1400" spc="110">
                <a:solidFill>
                  <a:srgbClr val="221F1F"/>
                </a:solidFill>
                <a:latin typeface="Calibri"/>
                <a:cs typeface="Calibri"/>
              </a:rPr>
              <a:t>Atlas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3905357" y="6513042"/>
            <a:ext cx="94234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2540">
              <a:lnSpc>
                <a:spcPct val="114999"/>
              </a:lnSpc>
              <a:spcBef>
                <a:spcPts val="100"/>
              </a:spcBef>
            </a:pP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Amazon </a:t>
            </a:r>
            <a:r>
              <a:rPr dirty="0" sz="1400" spc="210">
                <a:solidFill>
                  <a:srgbClr val="221F1F"/>
                </a:solidFill>
                <a:latin typeface="Calibri"/>
                <a:cs typeface="Calibri"/>
              </a:rPr>
              <a:t>DynamoD </a:t>
            </a:r>
            <a:r>
              <a:rPr dirty="0" sz="1400" spc="235">
                <a:solidFill>
                  <a:srgbClr val="221F1F"/>
                </a:solidFill>
                <a:latin typeface="Calibri"/>
                <a:cs typeface="Calibri"/>
              </a:rPr>
              <a:t>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6144112" y="6513042"/>
            <a:ext cx="106807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1620">
              <a:lnSpc>
                <a:spcPct val="114999"/>
              </a:lnSpc>
              <a:spcBef>
                <a:spcPts val="100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Azure </a:t>
            </a: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Cosmos</a:t>
            </a:r>
            <a:r>
              <a:rPr dirty="0" sz="14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65">
                <a:solidFill>
                  <a:srgbClr val="221F1F"/>
                </a:solidFill>
                <a:latin typeface="Calibri"/>
                <a:cs typeface="Calibri"/>
              </a:rPr>
              <a:t>DB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5099918" y="6513042"/>
            <a:ext cx="811530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4295">
              <a:lnSpc>
                <a:spcPct val="114999"/>
              </a:lnSpc>
              <a:spcBef>
                <a:spcPts val="100"/>
              </a:spcBef>
            </a:pP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Google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BigTable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2770866" y="8717178"/>
            <a:ext cx="990600" cy="516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685" marR="5080" indent="-7620">
              <a:lnSpc>
                <a:spcPct val="114999"/>
              </a:lnSpc>
              <a:spcBef>
                <a:spcPts val="95"/>
              </a:spcBef>
            </a:pPr>
            <a:r>
              <a:rPr dirty="0" sz="1400" spc="140">
                <a:solidFill>
                  <a:srgbClr val="221F1F"/>
                </a:solidFill>
                <a:latin typeface="Calibri"/>
                <a:cs typeface="Calibri"/>
              </a:rPr>
              <a:t>Databricks 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Delta</a:t>
            </a:r>
            <a:r>
              <a:rPr dirty="0" sz="1400" spc="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>
                <a:solidFill>
                  <a:srgbClr val="221F1F"/>
                </a:solidFill>
                <a:latin typeface="Calibri"/>
                <a:cs typeface="Calibri"/>
              </a:rPr>
              <a:t>Lake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3991589" y="8717178"/>
            <a:ext cx="3187065" cy="516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0670" marR="5080" indent="-268605">
              <a:lnSpc>
                <a:spcPct val="114999"/>
              </a:lnSpc>
              <a:spcBef>
                <a:spcPts val="95"/>
              </a:spcBef>
              <a:tabLst>
                <a:tab pos="908685" algn="l"/>
                <a:tab pos="1163320" algn="l"/>
                <a:tab pos="2335530" algn="l"/>
              </a:tabLst>
            </a:pPr>
            <a:r>
              <a:rPr dirty="0" sz="1400" spc="190">
                <a:solidFill>
                  <a:srgbClr val="221F1F"/>
                </a:solidFill>
                <a:latin typeface="Calibri"/>
                <a:cs typeface="Calibri"/>
              </a:rPr>
              <a:t>Amazon</a:t>
            </a: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Google</a:t>
            </a:r>
            <a:r>
              <a:rPr dirty="0" sz="1400" spc="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70">
                <a:solidFill>
                  <a:srgbClr val="221F1F"/>
                </a:solidFill>
                <a:latin typeface="Calibri"/>
                <a:cs typeface="Calibri"/>
              </a:rPr>
              <a:t>Cloud</a:t>
            </a:r>
            <a:r>
              <a:rPr dirty="0" sz="1400" spc="2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>
                <a:solidFill>
                  <a:srgbClr val="221F1F"/>
                </a:solidFill>
                <a:latin typeface="Calibri"/>
                <a:cs typeface="Calibri"/>
              </a:rPr>
              <a:t>Azure</a:t>
            </a:r>
            <a:r>
              <a:rPr dirty="0" sz="1400" spc="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0">
                <a:solidFill>
                  <a:srgbClr val="221F1F"/>
                </a:solidFill>
                <a:latin typeface="Calibri"/>
                <a:cs typeface="Calibri"/>
              </a:rPr>
              <a:t>Blob </a:t>
            </a:r>
            <a:r>
              <a:rPr dirty="0" sz="1400" spc="120">
                <a:solidFill>
                  <a:srgbClr val="221F1F"/>
                </a:solidFill>
                <a:latin typeface="Calibri"/>
                <a:cs typeface="Calibri"/>
              </a:rPr>
              <a:t>S3</a:t>
            </a: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		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Storage</a:t>
            </a:r>
            <a:r>
              <a:rPr dirty="0" sz="140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dirty="0" sz="1400" spc="145">
                <a:solidFill>
                  <a:srgbClr val="221F1F"/>
                </a:solidFill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3787119" y="2453131"/>
            <a:ext cx="2439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r>
              <a:rPr dirty="0" sz="1800" spc="11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35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8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Systems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6702552" y="4506595"/>
            <a:ext cx="6682105" cy="2759075"/>
            <a:chOff x="6702552" y="4506595"/>
            <a:chExt cx="6682105" cy="2759075"/>
          </a:xfrm>
        </p:grpSpPr>
        <p:sp>
          <p:nvSpPr>
            <p:cNvPr id="78" name="object 78" descr=""/>
            <p:cNvSpPr/>
            <p:nvPr/>
          </p:nvSpPr>
          <p:spPr>
            <a:xfrm>
              <a:off x="13147663" y="5866765"/>
              <a:ext cx="236854" cy="511809"/>
            </a:xfrm>
            <a:custGeom>
              <a:avLst/>
              <a:gdLst/>
              <a:ahLst/>
              <a:cxnLst/>
              <a:rect l="l" t="t" r="r" b="b"/>
              <a:pathLst>
                <a:path w="236855" h="511810">
                  <a:moveTo>
                    <a:pt x="118121" y="0"/>
                  </a:moveTo>
                  <a:lnTo>
                    <a:pt x="117105" y="0"/>
                  </a:lnTo>
                  <a:lnTo>
                    <a:pt x="116978" y="254"/>
                  </a:lnTo>
                  <a:lnTo>
                    <a:pt x="111543" y="7838"/>
                  </a:lnTo>
                  <a:lnTo>
                    <a:pt x="101691" y="21113"/>
                  </a:lnTo>
                  <a:lnTo>
                    <a:pt x="88528" y="38151"/>
                  </a:lnTo>
                  <a:lnTo>
                    <a:pt x="73163" y="57023"/>
                  </a:lnTo>
                  <a:lnTo>
                    <a:pt x="0" y="217618"/>
                  </a:lnTo>
                  <a:lnTo>
                    <a:pt x="18585" y="341852"/>
                  </a:lnTo>
                  <a:lnTo>
                    <a:pt x="71699" y="422032"/>
                  </a:lnTo>
                  <a:lnTo>
                    <a:pt x="102119" y="450469"/>
                  </a:lnTo>
                  <a:lnTo>
                    <a:pt x="104024" y="451738"/>
                  </a:lnTo>
                  <a:lnTo>
                    <a:pt x="105531" y="471459"/>
                  </a:lnTo>
                  <a:lnTo>
                    <a:pt x="107336" y="490823"/>
                  </a:lnTo>
                  <a:lnTo>
                    <a:pt x="108850" y="505567"/>
                  </a:lnTo>
                  <a:lnTo>
                    <a:pt x="109485" y="511429"/>
                  </a:lnTo>
                  <a:lnTo>
                    <a:pt x="125360" y="511429"/>
                  </a:lnTo>
                  <a:lnTo>
                    <a:pt x="126019" y="505567"/>
                  </a:lnTo>
                  <a:lnTo>
                    <a:pt x="127583" y="490823"/>
                  </a:lnTo>
                  <a:lnTo>
                    <a:pt x="129432" y="471459"/>
                  </a:lnTo>
                  <a:lnTo>
                    <a:pt x="130948" y="451738"/>
                  </a:lnTo>
                  <a:lnTo>
                    <a:pt x="132680" y="450469"/>
                  </a:lnTo>
                  <a:lnTo>
                    <a:pt x="137210" y="446913"/>
                  </a:lnTo>
                  <a:lnTo>
                    <a:pt x="117486" y="446913"/>
                  </a:lnTo>
                  <a:lnTo>
                    <a:pt x="107834" y="438658"/>
                  </a:lnTo>
                  <a:lnTo>
                    <a:pt x="105294" y="434594"/>
                  </a:lnTo>
                  <a:lnTo>
                    <a:pt x="105294" y="434213"/>
                  </a:lnTo>
                  <a:lnTo>
                    <a:pt x="116978" y="178308"/>
                  </a:lnTo>
                  <a:lnTo>
                    <a:pt x="116978" y="177800"/>
                  </a:lnTo>
                  <a:lnTo>
                    <a:pt x="226880" y="177800"/>
                  </a:lnTo>
                  <a:lnTo>
                    <a:pt x="226743" y="177044"/>
                  </a:lnTo>
                  <a:lnTo>
                    <a:pt x="202869" y="119111"/>
                  </a:lnTo>
                  <a:lnTo>
                    <a:pt x="162063" y="57023"/>
                  </a:lnTo>
                  <a:lnTo>
                    <a:pt x="146645" y="38151"/>
                  </a:lnTo>
                  <a:lnTo>
                    <a:pt x="133488" y="21113"/>
                  </a:lnTo>
                  <a:lnTo>
                    <a:pt x="123666" y="7838"/>
                  </a:lnTo>
                  <a:lnTo>
                    <a:pt x="118248" y="254"/>
                  </a:lnTo>
                  <a:lnTo>
                    <a:pt x="118121" y="0"/>
                  </a:lnTo>
                  <a:close/>
                </a:path>
                <a:path w="236855" h="511810">
                  <a:moveTo>
                    <a:pt x="226880" y="177800"/>
                  </a:moveTo>
                  <a:lnTo>
                    <a:pt x="118121" y="177800"/>
                  </a:lnTo>
                  <a:lnTo>
                    <a:pt x="118121" y="178308"/>
                  </a:lnTo>
                  <a:lnTo>
                    <a:pt x="129678" y="434213"/>
                  </a:lnTo>
                  <a:lnTo>
                    <a:pt x="129678" y="434594"/>
                  </a:lnTo>
                  <a:lnTo>
                    <a:pt x="127011" y="438658"/>
                  </a:lnTo>
                  <a:lnTo>
                    <a:pt x="117486" y="446913"/>
                  </a:lnTo>
                  <a:lnTo>
                    <a:pt x="137210" y="446913"/>
                  </a:lnTo>
                  <a:lnTo>
                    <a:pt x="168215" y="416641"/>
                  </a:lnTo>
                  <a:lnTo>
                    <a:pt x="207844" y="359817"/>
                  </a:lnTo>
                  <a:lnTo>
                    <a:pt x="224233" y="322209"/>
                  </a:lnTo>
                  <a:lnTo>
                    <a:pt x="234678" y="278964"/>
                  </a:lnTo>
                  <a:lnTo>
                    <a:pt x="236430" y="230452"/>
                  </a:lnTo>
                  <a:lnTo>
                    <a:pt x="226972" y="178308"/>
                  </a:lnTo>
                  <a:lnTo>
                    <a:pt x="226880" y="177800"/>
                  </a:lnTo>
                  <a:close/>
                </a:path>
              </a:pathLst>
            </a:custGeom>
            <a:solidFill>
              <a:srgbClr val="001E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702552" y="4506595"/>
              <a:ext cx="2721610" cy="2759075"/>
            </a:xfrm>
            <a:custGeom>
              <a:avLst/>
              <a:gdLst/>
              <a:ahLst/>
              <a:cxnLst/>
              <a:rect l="l" t="t" r="r" b="b"/>
              <a:pathLst>
                <a:path w="2721609" h="2759075">
                  <a:moveTo>
                    <a:pt x="2616327" y="0"/>
                  </a:moveTo>
                  <a:lnTo>
                    <a:pt x="105282" y="0"/>
                  </a:lnTo>
                  <a:lnTo>
                    <a:pt x="64293" y="8290"/>
                  </a:lnTo>
                  <a:lnTo>
                    <a:pt x="30829" y="30892"/>
                  </a:lnTo>
                  <a:lnTo>
                    <a:pt x="8270" y="64400"/>
                  </a:lnTo>
                  <a:lnTo>
                    <a:pt x="0" y="105409"/>
                  </a:lnTo>
                  <a:lnTo>
                    <a:pt x="0" y="2653284"/>
                  </a:lnTo>
                  <a:lnTo>
                    <a:pt x="8270" y="2694273"/>
                  </a:lnTo>
                  <a:lnTo>
                    <a:pt x="30829" y="2727737"/>
                  </a:lnTo>
                  <a:lnTo>
                    <a:pt x="64293" y="2750296"/>
                  </a:lnTo>
                  <a:lnTo>
                    <a:pt x="105282" y="2758566"/>
                  </a:lnTo>
                  <a:lnTo>
                    <a:pt x="2616327" y="2758566"/>
                  </a:lnTo>
                  <a:lnTo>
                    <a:pt x="2657316" y="2750296"/>
                  </a:lnTo>
                  <a:lnTo>
                    <a:pt x="2690780" y="2727737"/>
                  </a:lnTo>
                  <a:lnTo>
                    <a:pt x="2713339" y="2694273"/>
                  </a:lnTo>
                  <a:lnTo>
                    <a:pt x="2721609" y="2653284"/>
                  </a:lnTo>
                  <a:lnTo>
                    <a:pt x="2721609" y="105409"/>
                  </a:lnTo>
                  <a:lnTo>
                    <a:pt x="2713339" y="64400"/>
                  </a:lnTo>
                  <a:lnTo>
                    <a:pt x="2690780" y="30892"/>
                  </a:lnTo>
                  <a:lnTo>
                    <a:pt x="2657316" y="8290"/>
                  </a:lnTo>
                  <a:lnTo>
                    <a:pt x="2616327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166229" y="4912867"/>
              <a:ext cx="1801495" cy="1800225"/>
            </a:xfrm>
            <a:custGeom>
              <a:avLst/>
              <a:gdLst/>
              <a:ahLst/>
              <a:cxnLst/>
              <a:rect l="l" t="t" r="r" b="b"/>
              <a:pathLst>
                <a:path w="1801495" h="1800225">
                  <a:moveTo>
                    <a:pt x="1450467" y="879729"/>
                  </a:moveTo>
                  <a:lnTo>
                    <a:pt x="1415834" y="876973"/>
                  </a:lnTo>
                  <a:lnTo>
                    <a:pt x="1381353" y="875017"/>
                  </a:lnTo>
                  <a:lnTo>
                    <a:pt x="1313307" y="872490"/>
                  </a:lnTo>
                  <a:lnTo>
                    <a:pt x="1171956" y="871093"/>
                  </a:lnTo>
                  <a:lnTo>
                    <a:pt x="979271" y="867092"/>
                  </a:lnTo>
                  <a:lnTo>
                    <a:pt x="930910" y="866775"/>
                  </a:lnTo>
                  <a:lnTo>
                    <a:pt x="930846" y="807593"/>
                  </a:lnTo>
                  <a:lnTo>
                    <a:pt x="930719" y="770242"/>
                  </a:lnTo>
                  <a:lnTo>
                    <a:pt x="930643" y="762889"/>
                  </a:lnTo>
                  <a:lnTo>
                    <a:pt x="930503" y="747115"/>
                  </a:lnTo>
                  <a:lnTo>
                    <a:pt x="930427" y="738251"/>
                  </a:lnTo>
                  <a:lnTo>
                    <a:pt x="930313" y="726821"/>
                  </a:lnTo>
                  <a:lnTo>
                    <a:pt x="930198" y="718185"/>
                  </a:lnTo>
                  <a:lnTo>
                    <a:pt x="929411" y="674052"/>
                  </a:lnTo>
                  <a:lnTo>
                    <a:pt x="928027" y="627126"/>
                  </a:lnTo>
                  <a:lnTo>
                    <a:pt x="925068" y="488569"/>
                  </a:lnTo>
                  <a:lnTo>
                    <a:pt x="923772" y="453948"/>
                  </a:lnTo>
                  <a:lnTo>
                    <a:pt x="922083" y="419468"/>
                  </a:lnTo>
                  <a:lnTo>
                    <a:pt x="920102" y="385254"/>
                  </a:lnTo>
                  <a:lnTo>
                    <a:pt x="917956" y="351409"/>
                  </a:lnTo>
                  <a:lnTo>
                    <a:pt x="880364" y="351409"/>
                  </a:lnTo>
                  <a:lnTo>
                    <a:pt x="877620" y="385254"/>
                  </a:lnTo>
                  <a:lnTo>
                    <a:pt x="875703" y="419468"/>
                  </a:lnTo>
                  <a:lnTo>
                    <a:pt x="874344" y="453948"/>
                  </a:lnTo>
                  <a:lnTo>
                    <a:pt x="872070" y="524637"/>
                  </a:lnTo>
                  <a:lnTo>
                    <a:pt x="868807" y="625729"/>
                  </a:lnTo>
                  <a:lnTo>
                    <a:pt x="867994" y="653859"/>
                  </a:lnTo>
                  <a:lnTo>
                    <a:pt x="867752" y="670560"/>
                  </a:lnTo>
                  <a:lnTo>
                    <a:pt x="867689" y="674052"/>
                  </a:lnTo>
                  <a:lnTo>
                    <a:pt x="867575" y="682002"/>
                  </a:lnTo>
                  <a:lnTo>
                    <a:pt x="867511" y="694283"/>
                  </a:lnTo>
                  <a:lnTo>
                    <a:pt x="867410" y="738251"/>
                  </a:lnTo>
                  <a:lnTo>
                    <a:pt x="856132" y="712914"/>
                  </a:lnTo>
                  <a:lnTo>
                    <a:pt x="844486" y="686879"/>
                  </a:lnTo>
                  <a:lnTo>
                    <a:pt x="833120" y="660565"/>
                  </a:lnTo>
                  <a:lnTo>
                    <a:pt x="822706" y="634365"/>
                  </a:lnTo>
                  <a:lnTo>
                    <a:pt x="766445" y="508762"/>
                  </a:lnTo>
                  <a:lnTo>
                    <a:pt x="751433" y="477431"/>
                  </a:lnTo>
                  <a:lnTo>
                    <a:pt x="722058" y="414705"/>
                  </a:lnTo>
                  <a:lnTo>
                    <a:pt x="707136" y="383286"/>
                  </a:lnTo>
                  <a:lnTo>
                    <a:pt x="671195" y="397637"/>
                  </a:lnTo>
                  <a:lnTo>
                    <a:pt x="682218" y="430199"/>
                  </a:lnTo>
                  <a:lnTo>
                    <a:pt x="693674" y="462699"/>
                  </a:lnTo>
                  <a:lnTo>
                    <a:pt x="705408" y="495160"/>
                  </a:lnTo>
                  <a:lnTo>
                    <a:pt x="717296" y="527558"/>
                  </a:lnTo>
                  <a:lnTo>
                    <a:pt x="766445" y="656082"/>
                  </a:lnTo>
                  <a:lnTo>
                    <a:pt x="776986" y="682917"/>
                  </a:lnTo>
                  <a:lnTo>
                    <a:pt x="797598" y="736066"/>
                  </a:lnTo>
                  <a:lnTo>
                    <a:pt x="808228" y="762889"/>
                  </a:lnTo>
                  <a:lnTo>
                    <a:pt x="787654" y="742721"/>
                  </a:lnTo>
                  <a:lnTo>
                    <a:pt x="746506" y="703618"/>
                  </a:lnTo>
                  <a:lnTo>
                    <a:pt x="627888" y="589661"/>
                  </a:lnTo>
                  <a:lnTo>
                    <a:pt x="576402" y="542937"/>
                  </a:lnTo>
                  <a:lnTo>
                    <a:pt x="523875" y="497332"/>
                  </a:lnTo>
                  <a:lnTo>
                    <a:pt x="497967" y="524637"/>
                  </a:lnTo>
                  <a:lnTo>
                    <a:pt x="588772" y="627126"/>
                  </a:lnTo>
                  <a:lnTo>
                    <a:pt x="682625" y="726821"/>
                  </a:lnTo>
                  <a:lnTo>
                    <a:pt x="702310" y="747115"/>
                  </a:lnTo>
                  <a:lnTo>
                    <a:pt x="742302" y="787247"/>
                  </a:lnTo>
                  <a:lnTo>
                    <a:pt x="762000" y="807593"/>
                  </a:lnTo>
                  <a:lnTo>
                    <a:pt x="710399" y="786168"/>
                  </a:lnTo>
                  <a:lnTo>
                    <a:pt x="528193" y="718185"/>
                  </a:lnTo>
                  <a:lnTo>
                    <a:pt x="495719" y="706602"/>
                  </a:lnTo>
                  <a:lnTo>
                    <a:pt x="430796" y="682002"/>
                  </a:lnTo>
                  <a:lnTo>
                    <a:pt x="398272" y="670560"/>
                  </a:lnTo>
                  <a:lnTo>
                    <a:pt x="383743" y="706602"/>
                  </a:lnTo>
                  <a:lnTo>
                    <a:pt x="383997" y="706602"/>
                  </a:lnTo>
                  <a:lnTo>
                    <a:pt x="508000" y="765683"/>
                  </a:lnTo>
                  <a:lnTo>
                    <a:pt x="635000" y="822071"/>
                  </a:lnTo>
                  <a:lnTo>
                    <a:pt x="660209" y="833729"/>
                  </a:lnTo>
                  <a:lnTo>
                    <a:pt x="685939" y="844956"/>
                  </a:lnTo>
                  <a:lnTo>
                    <a:pt x="712165" y="855916"/>
                  </a:lnTo>
                  <a:lnTo>
                    <a:pt x="738886" y="866775"/>
                  </a:lnTo>
                  <a:lnTo>
                    <a:pt x="710539" y="867232"/>
                  </a:lnTo>
                  <a:lnTo>
                    <a:pt x="653300" y="869251"/>
                  </a:lnTo>
                  <a:lnTo>
                    <a:pt x="487807" y="872490"/>
                  </a:lnTo>
                  <a:lnTo>
                    <a:pt x="454012" y="873810"/>
                  </a:lnTo>
                  <a:lnTo>
                    <a:pt x="350774" y="879729"/>
                  </a:lnTo>
                  <a:lnTo>
                    <a:pt x="350774" y="917321"/>
                  </a:lnTo>
                  <a:lnTo>
                    <a:pt x="385343" y="920013"/>
                  </a:lnTo>
                  <a:lnTo>
                    <a:pt x="419811" y="921931"/>
                  </a:lnTo>
                  <a:lnTo>
                    <a:pt x="624967" y="928878"/>
                  </a:lnTo>
                  <a:lnTo>
                    <a:pt x="867410" y="931799"/>
                  </a:lnTo>
                  <a:lnTo>
                    <a:pt x="867498" y="963320"/>
                  </a:lnTo>
                  <a:lnTo>
                    <a:pt x="867625" y="987933"/>
                  </a:lnTo>
                  <a:lnTo>
                    <a:pt x="867714" y="998778"/>
                  </a:lnTo>
                  <a:lnTo>
                    <a:pt x="867816" y="1009459"/>
                  </a:lnTo>
                  <a:lnTo>
                    <a:pt x="867905" y="1019873"/>
                  </a:lnTo>
                  <a:lnTo>
                    <a:pt x="868578" y="1073150"/>
                  </a:lnTo>
                  <a:lnTo>
                    <a:pt x="869213" y="1112088"/>
                  </a:lnTo>
                  <a:lnTo>
                    <a:pt x="870331" y="1174242"/>
                  </a:lnTo>
                  <a:lnTo>
                    <a:pt x="874649" y="1311275"/>
                  </a:lnTo>
                  <a:lnTo>
                    <a:pt x="877100" y="1379816"/>
                  </a:lnTo>
                  <a:lnTo>
                    <a:pt x="881761" y="1448435"/>
                  </a:lnTo>
                  <a:lnTo>
                    <a:pt x="917956" y="1448435"/>
                  </a:lnTo>
                  <a:lnTo>
                    <a:pt x="922083" y="1379816"/>
                  </a:lnTo>
                  <a:lnTo>
                    <a:pt x="925068" y="1311275"/>
                  </a:lnTo>
                  <a:lnTo>
                    <a:pt x="927989" y="1174242"/>
                  </a:lnTo>
                  <a:lnTo>
                    <a:pt x="929665" y="1145616"/>
                  </a:lnTo>
                  <a:lnTo>
                    <a:pt x="930541" y="1116457"/>
                  </a:lnTo>
                  <a:lnTo>
                    <a:pt x="930770" y="1095883"/>
                  </a:lnTo>
                  <a:lnTo>
                    <a:pt x="930884" y="1073150"/>
                  </a:lnTo>
                  <a:lnTo>
                    <a:pt x="930910" y="1058672"/>
                  </a:lnTo>
                  <a:lnTo>
                    <a:pt x="941997" y="1085507"/>
                  </a:lnTo>
                  <a:lnTo>
                    <a:pt x="953490" y="1112088"/>
                  </a:lnTo>
                  <a:lnTo>
                    <a:pt x="977138" y="1165479"/>
                  </a:lnTo>
                  <a:lnTo>
                    <a:pt x="1033399" y="1289558"/>
                  </a:lnTo>
                  <a:lnTo>
                    <a:pt x="1048105" y="1320812"/>
                  </a:lnTo>
                  <a:lnTo>
                    <a:pt x="1062393" y="1351711"/>
                  </a:lnTo>
                  <a:lnTo>
                    <a:pt x="1076947" y="1382598"/>
                  </a:lnTo>
                  <a:lnTo>
                    <a:pt x="1092454" y="1413764"/>
                  </a:lnTo>
                  <a:lnTo>
                    <a:pt x="1125728" y="1400810"/>
                  </a:lnTo>
                  <a:lnTo>
                    <a:pt x="1114425" y="1368336"/>
                  </a:lnTo>
                  <a:lnTo>
                    <a:pt x="1090790" y="1303375"/>
                  </a:lnTo>
                  <a:lnTo>
                    <a:pt x="1079500" y="1270889"/>
                  </a:lnTo>
                  <a:lnTo>
                    <a:pt x="1031875" y="1142492"/>
                  </a:lnTo>
                  <a:lnTo>
                    <a:pt x="1019924" y="1112393"/>
                  </a:lnTo>
                  <a:lnTo>
                    <a:pt x="1010450" y="1088326"/>
                  </a:lnTo>
                  <a:lnTo>
                    <a:pt x="1000061" y="1061275"/>
                  </a:lnTo>
                  <a:lnTo>
                    <a:pt x="999109" y="1058672"/>
                  </a:lnTo>
                  <a:lnTo>
                    <a:pt x="990092" y="1034161"/>
                  </a:lnTo>
                  <a:lnTo>
                    <a:pt x="1032103" y="1075309"/>
                  </a:lnTo>
                  <a:lnTo>
                    <a:pt x="1075182" y="1116457"/>
                  </a:lnTo>
                  <a:lnTo>
                    <a:pt x="1176274" y="1210310"/>
                  </a:lnTo>
                  <a:lnTo>
                    <a:pt x="1252131" y="1279093"/>
                  </a:lnTo>
                  <a:lnTo>
                    <a:pt x="1278636" y="1302639"/>
                  </a:lnTo>
                  <a:lnTo>
                    <a:pt x="1303274" y="1276604"/>
                  </a:lnTo>
                  <a:lnTo>
                    <a:pt x="1212342" y="1174242"/>
                  </a:lnTo>
                  <a:lnTo>
                    <a:pt x="1118616" y="1073150"/>
                  </a:lnTo>
                  <a:lnTo>
                    <a:pt x="1097965" y="1051699"/>
                  </a:lnTo>
                  <a:lnTo>
                    <a:pt x="1080884" y="1034161"/>
                  </a:lnTo>
                  <a:lnTo>
                    <a:pt x="1056830" y="1009459"/>
                  </a:lnTo>
                  <a:lnTo>
                    <a:pt x="1036193" y="987933"/>
                  </a:lnTo>
                  <a:lnTo>
                    <a:pt x="1090358" y="1009459"/>
                  </a:lnTo>
                  <a:lnTo>
                    <a:pt x="1117409" y="1019873"/>
                  </a:lnTo>
                  <a:lnTo>
                    <a:pt x="1273048" y="1077468"/>
                  </a:lnTo>
                  <a:lnTo>
                    <a:pt x="1305445" y="1088720"/>
                  </a:lnTo>
                  <a:lnTo>
                    <a:pt x="1370355" y="1112393"/>
                  </a:lnTo>
                  <a:lnTo>
                    <a:pt x="1402842" y="1123696"/>
                  </a:lnTo>
                  <a:lnTo>
                    <a:pt x="1415796" y="1090422"/>
                  </a:lnTo>
                  <a:lnTo>
                    <a:pt x="1291717" y="1031240"/>
                  </a:lnTo>
                  <a:lnTo>
                    <a:pt x="1195120" y="987933"/>
                  </a:lnTo>
                  <a:lnTo>
                    <a:pt x="1166241" y="974979"/>
                  </a:lnTo>
                  <a:lnTo>
                    <a:pt x="1060704" y="928878"/>
                  </a:lnTo>
                  <a:lnTo>
                    <a:pt x="1089126" y="928433"/>
                  </a:lnTo>
                  <a:lnTo>
                    <a:pt x="1147051" y="926414"/>
                  </a:lnTo>
                  <a:lnTo>
                    <a:pt x="1313307" y="923036"/>
                  </a:lnTo>
                  <a:lnTo>
                    <a:pt x="1347139" y="921677"/>
                  </a:lnTo>
                  <a:lnTo>
                    <a:pt x="1450467" y="915924"/>
                  </a:lnTo>
                  <a:lnTo>
                    <a:pt x="1450467" y="879729"/>
                  </a:lnTo>
                  <a:close/>
                </a:path>
                <a:path w="1801495" h="1800225">
                  <a:moveTo>
                    <a:pt x="1801241" y="899287"/>
                  </a:moveTo>
                  <a:lnTo>
                    <a:pt x="1800021" y="852944"/>
                  </a:lnTo>
                  <a:lnTo>
                    <a:pt x="1799971" y="851382"/>
                  </a:lnTo>
                  <a:lnTo>
                    <a:pt x="1796376" y="805840"/>
                  </a:lnTo>
                  <a:lnTo>
                    <a:pt x="1796275" y="804443"/>
                  </a:lnTo>
                  <a:lnTo>
                    <a:pt x="1790166" y="758050"/>
                  </a:lnTo>
                  <a:lnTo>
                    <a:pt x="1781721" y="712419"/>
                  </a:lnTo>
                  <a:lnTo>
                    <a:pt x="1771040" y="667778"/>
                  </a:lnTo>
                  <a:lnTo>
                    <a:pt x="1758073" y="623747"/>
                  </a:lnTo>
                  <a:lnTo>
                    <a:pt x="1743011" y="580821"/>
                  </a:lnTo>
                  <a:lnTo>
                    <a:pt x="1725853" y="538911"/>
                  </a:lnTo>
                  <a:lnTo>
                    <a:pt x="1716024" y="517994"/>
                  </a:lnTo>
                  <a:lnTo>
                    <a:pt x="1716024" y="899287"/>
                  </a:lnTo>
                  <a:lnTo>
                    <a:pt x="1714627" y="947051"/>
                  </a:lnTo>
                  <a:lnTo>
                    <a:pt x="1710512" y="994117"/>
                  </a:lnTo>
                  <a:lnTo>
                    <a:pt x="1703743" y="1040371"/>
                  </a:lnTo>
                  <a:lnTo>
                    <a:pt x="1694408" y="1085786"/>
                  </a:lnTo>
                  <a:lnTo>
                    <a:pt x="1682572" y="1130249"/>
                  </a:lnTo>
                  <a:lnTo>
                    <a:pt x="1668322" y="1173695"/>
                  </a:lnTo>
                  <a:lnTo>
                    <a:pt x="1651736" y="1216050"/>
                  </a:lnTo>
                  <a:lnTo>
                    <a:pt x="1632877" y="1257236"/>
                  </a:lnTo>
                  <a:lnTo>
                    <a:pt x="1611845" y="1297165"/>
                  </a:lnTo>
                  <a:lnTo>
                    <a:pt x="1588706" y="1335773"/>
                  </a:lnTo>
                  <a:lnTo>
                    <a:pt x="1563535" y="1372958"/>
                  </a:lnTo>
                  <a:lnTo>
                    <a:pt x="1536420" y="1408671"/>
                  </a:lnTo>
                  <a:lnTo>
                    <a:pt x="1507426" y="1442821"/>
                  </a:lnTo>
                  <a:lnTo>
                    <a:pt x="1476641" y="1475333"/>
                  </a:lnTo>
                  <a:lnTo>
                    <a:pt x="1444129" y="1506131"/>
                  </a:lnTo>
                  <a:lnTo>
                    <a:pt x="1409979" y="1535125"/>
                  </a:lnTo>
                  <a:lnTo>
                    <a:pt x="1374279" y="1562252"/>
                  </a:lnTo>
                  <a:lnTo>
                    <a:pt x="1337081" y="1587423"/>
                  </a:lnTo>
                  <a:lnTo>
                    <a:pt x="1298486" y="1610563"/>
                  </a:lnTo>
                  <a:lnTo>
                    <a:pt x="1258544" y="1631607"/>
                  </a:lnTo>
                  <a:lnTo>
                    <a:pt x="1217371" y="1650453"/>
                  </a:lnTo>
                  <a:lnTo>
                    <a:pt x="1175004" y="1667052"/>
                  </a:lnTo>
                  <a:lnTo>
                    <a:pt x="1131557" y="1681302"/>
                  </a:lnTo>
                  <a:lnTo>
                    <a:pt x="1087081" y="1693138"/>
                  </a:lnTo>
                  <a:lnTo>
                    <a:pt x="1041666" y="1702485"/>
                  </a:lnTo>
                  <a:lnTo>
                    <a:pt x="995387" y="1709254"/>
                  </a:lnTo>
                  <a:lnTo>
                    <a:pt x="948321" y="1713369"/>
                  </a:lnTo>
                  <a:lnTo>
                    <a:pt x="900557" y="1714754"/>
                  </a:lnTo>
                  <a:lnTo>
                    <a:pt x="852792" y="1713369"/>
                  </a:lnTo>
                  <a:lnTo>
                    <a:pt x="805738" y="1709254"/>
                  </a:lnTo>
                  <a:lnTo>
                    <a:pt x="759472" y="1702485"/>
                  </a:lnTo>
                  <a:lnTo>
                    <a:pt x="714057" y="1693138"/>
                  </a:lnTo>
                  <a:lnTo>
                    <a:pt x="669594" y="1681302"/>
                  </a:lnTo>
                  <a:lnTo>
                    <a:pt x="626148" y="1667052"/>
                  </a:lnTo>
                  <a:lnTo>
                    <a:pt x="583793" y="1650453"/>
                  </a:lnTo>
                  <a:lnTo>
                    <a:pt x="542607" y="1631607"/>
                  </a:lnTo>
                  <a:lnTo>
                    <a:pt x="502678" y="1610563"/>
                  </a:lnTo>
                  <a:lnTo>
                    <a:pt x="464070" y="1587423"/>
                  </a:lnTo>
                  <a:lnTo>
                    <a:pt x="426885" y="1562252"/>
                  </a:lnTo>
                  <a:lnTo>
                    <a:pt x="391172" y="1535125"/>
                  </a:lnTo>
                  <a:lnTo>
                    <a:pt x="357022" y="1506131"/>
                  </a:lnTo>
                  <a:lnTo>
                    <a:pt x="324510" y="1475333"/>
                  </a:lnTo>
                  <a:lnTo>
                    <a:pt x="293712" y="1442821"/>
                  </a:lnTo>
                  <a:lnTo>
                    <a:pt x="264718" y="1408671"/>
                  </a:lnTo>
                  <a:lnTo>
                    <a:pt x="237591" y="1372958"/>
                  </a:lnTo>
                  <a:lnTo>
                    <a:pt x="212420" y="1335773"/>
                  </a:lnTo>
                  <a:lnTo>
                    <a:pt x="189280" y="1297165"/>
                  </a:lnTo>
                  <a:lnTo>
                    <a:pt x="168236" y="1257236"/>
                  </a:lnTo>
                  <a:lnTo>
                    <a:pt x="149390" y="1216050"/>
                  </a:lnTo>
                  <a:lnTo>
                    <a:pt x="132791" y="1173695"/>
                  </a:lnTo>
                  <a:lnTo>
                    <a:pt x="118541" y="1130249"/>
                  </a:lnTo>
                  <a:lnTo>
                    <a:pt x="106794" y="1086142"/>
                  </a:lnTo>
                  <a:lnTo>
                    <a:pt x="97383" y="1040511"/>
                  </a:lnTo>
                  <a:lnTo>
                    <a:pt x="90589" y="994117"/>
                  </a:lnTo>
                  <a:lnTo>
                    <a:pt x="86588" y="948436"/>
                  </a:lnTo>
                  <a:lnTo>
                    <a:pt x="85128" y="900684"/>
                  </a:lnTo>
                  <a:lnTo>
                    <a:pt x="85090" y="899287"/>
                  </a:lnTo>
                  <a:lnTo>
                    <a:pt x="86423" y="852944"/>
                  </a:lnTo>
                  <a:lnTo>
                    <a:pt x="86474" y="851382"/>
                  </a:lnTo>
                  <a:lnTo>
                    <a:pt x="90449" y="805840"/>
                  </a:lnTo>
                  <a:lnTo>
                    <a:pt x="90576" y="804443"/>
                  </a:lnTo>
                  <a:lnTo>
                    <a:pt x="90589" y="804202"/>
                  </a:lnTo>
                  <a:lnTo>
                    <a:pt x="97332" y="758050"/>
                  </a:lnTo>
                  <a:lnTo>
                    <a:pt x="97358" y="757821"/>
                  </a:lnTo>
                  <a:lnTo>
                    <a:pt x="106680" y="712419"/>
                  </a:lnTo>
                  <a:lnTo>
                    <a:pt x="118541" y="667778"/>
                  </a:lnTo>
                  <a:lnTo>
                    <a:pt x="132791" y="624281"/>
                  </a:lnTo>
                  <a:lnTo>
                    <a:pt x="149313" y="582091"/>
                  </a:lnTo>
                  <a:lnTo>
                    <a:pt x="168236" y="540689"/>
                  </a:lnTo>
                  <a:lnTo>
                    <a:pt x="189280" y="500748"/>
                  </a:lnTo>
                  <a:lnTo>
                    <a:pt x="212420" y="462140"/>
                  </a:lnTo>
                  <a:lnTo>
                    <a:pt x="237591" y="424954"/>
                  </a:lnTo>
                  <a:lnTo>
                    <a:pt x="264718" y="389267"/>
                  </a:lnTo>
                  <a:lnTo>
                    <a:pt x="293712" y="355155"/>
                  </a:lnTo>
                  <a:lnTo>
                    <a:pt x="324510" y="322681"/>
                  </a:lnTo>
                  <a:lnTo>
                    <a:pt x="357022" y="291934"/>
                  </a:lnTo>
                  <a:lnTo>
                    <a:pt x="391172" y="262978"/>
                  </a:lnTo>
                  <a:lnTo>
                    <a:pt x="426885" y="235915"/>
                  </a:lnTo>
                  <a:lnTo>
                    <a:pt x="464070" y="210794"/>
                  </a:lnTo>
                  <a:lnTo>
                    <a:pt x="502678" y="187706"/>
                  </a:lnTo>
                  <a:lnTo>
                    <a:pt x="542607" y="166712"/>
                  </a:lnTo>
                  <a:lnTo>
                    <a:pt x="583793" y="147916"/>
                  </a:lnTo>
                  <a:lnTo>
                    <a:pt x="626148" y="131368"/>
                  </a:lnTo>
                  <a:lnTo>
                    <a:pt x="669594" y="117157"/>
                  </a:lnTo>
                  <a:lnTo>
                    <a:pt x="714057" y="105359"/>
                  </a:lnTo>
                  <a:lnTo>
                    <a:pt x="759472" y="96062"/>
                  </a:lnTo>
                  <a:lnTo>
                    <a:pt x="805738" y="89319"/>
                  </a:lnTo>
                  <a:lnTo>
                    <a:pt x="852792" y="85217"/>
                  </a:lnTo>
                  <a:lnTo>
                    <a:pt x="900557" y="83820"/>
                  </a:lnTo>
                  <a:lnTo>
                    <a:pt x="948321" y="85217"/>
                  </a:lnTo>
                  <a:lnTo>
                    <a:pt x="995387" y="89319"/>
                  </a:lnTo>
                  <a:lnTo>
                    <a:pt x="1041666" y="96062"/>
                  </a:lnTo>
                  <a:lnTo>
                    <a:pt x="1087081" y="105359"/>
                  </a:lnTo>
                  <a:lnTo>
                    <a:pt x="1131557" y="117157"/>
                  </a:lnTo>
                  <a:lnTo>
                    <a:pt x="1175004" y="131368"/>
                  </a:lnTo>
                  <a:lnTo>
                    <a:pt x="1217371" y="147916"/>
                  </a:lnTo>
                  <a:lnTo>
                    <a:pt x="1258544" y="166712"/>
                  </a:lnTo>
                  <a:lnTo>
                    <a:pt x="1298486" y="187706"/>
                  </a:lnTo>
                  <a:lnTo>
                    <a:pt x="1337081" y="210794"/>
                  </a:lnTo>
                  <a:lnTo>
                    <a:pt x="1374279" y="235915"/>
                  </a:lnTo>
                  <a:lnTo>
                    <a:pt x="1409979" y="262978"/>
                  </a:lnTo>
                  <a:lnTo>
                    <a:pt x="1444129" y="291934"/>
                  </a:lnTo>
                  <a:lnTo>
                    <a:pt x="1476641" y="322681"/>
                  </a:lnTo>
                  <a:lnTo>
                    <a:pt x="1507426" y="355155"/>
                  </a:lnTo>
                  <a:lnTo>
                    <a:pt x="1536420" y="389267"/>
                  </a:lnTo>
                  <a:lnTo>
                    <a:pt x="1563535" y="424954"/>
                  </a:lnTo>
                  <a:lnTo>
                    <a:pt x="1588706" y="462140"/>
                  </a:lnTo>
                  <a:lnTo>
                    <a:pt x="1611845" y="500748"/>
                  </a:lnTo>
                  <a:lnTo>
                    <a:pt x="1632877" y="540689"/>
                  </a:lnTo>
                  <a:lnTo>
                    <a:pt x="1651736" y="581888"/>
                  </a:lnTo>
                  <a:lnTo>
                    <a:pt x="1668322" y="624281"/>
                  </a:lnTo>
                  <a:lnTo>
                    <a:pt x="1682521" y="667639"/>
                  </a:lnTo>
                  <a:lnTo>
                    <a:pt x="1694421" y="712419"/>
                  </a:lnTo>
                  <a:lnTo>
                    <a:pt x="1703743" y="757821"/>
                  </a:lnTo>
                  <a:lnTo>
                    <a:pt x="1710512" y="804202"/>
                  </a:lnTo>
                  <a:lnTo>
                    <a:pt x="1714627" y="851382"/>
                  </a:lnTo>
                  <a:lnTo>
                    <a:pt x="1716024" y="899287"/>
                  </a:lnTo>
                  <a:lnTo>
                    <a:pt x="1716024" y="517994"/>
                  </a:lnTo>
                  <a:lnTo>
                    <a:pt x="1685544" y="458406"/>
                  </a:lnTo>
                  <a:lnTo>
                    <a:pt x="1662506" y="419938"/>
                  </a:lnTo>
                  <a:lnTo>
                    <a:pt x="1637652" y="382739"/>
                  </a:lnTo>
                  <a:lnTo>
                    <a:pt x="1611020" y="346862"/>
                  </a:lnTo>
                  <a:lnTo>
                    <a:pt x="1582674" y="312394"/>
                  </a:lnTo>
                  <a:lnTo>
                    <a:pt x="1552689" y="279374"/>
                  </a:lnTo>
                  <a:lnTo>
                    <a:pt x="1521129" y="247878"/>
                  </a:lnTo>
                  <a:lnTo>
                    <a:pt x="1488046" y="217970"/>
                  </a:lnTo>
                  <a:lnTo>
                    <a:pt x="1453502" y="189687"/>
                  </a:lnTo>
                  <a:lnTo>
                    <a:pt x="1417574" y="163118"/>
                  </a:lnTo>
                  <a:lnTo>
                    <a:pt x="1380312" y="138328"/>
                  </a:lnTo>
                  <a:lnTo>
                    <a:pt x="1341780" y="115354"/>
                  </a:lnTo>
                  <a:lnTo>
                    <a:pt x="1302042" y="94284"/>
                  </a:lnTo>
                  <a:lnTo>
                    <a:pt x="1261160" y="75158"/>
                  </a:lnTo>
                  <a:lnTo>
                    <a:pt x="1219200" y="58051"/>
                  </a:lnTo>
                  <a:lnTo>
                    <a:pt x="1176235" y="43027"/>
                  </a:lnTo>
                  <a:lnTo>
                    <a:pt x="1132662" y="30251"/>
                  </a:lnTo>
                  <a:lnTo>
                    <a:pt x="1087780" y="19532"/>
                  </a:lnTo>
                  <a:lnTo>
                    <a:pt x="1042047" y="11087"/>
                  </a:lnTo>
                  <a:lnTo>
                    <a:pt x="995565" y="4965"/>
                  </a:lnTo>
                  <a:lnTo>
                    <a:pt x="948359" y="1257"/>
                  </a:lnTo>
                  <a:lnTo>
                    <a:pt x="900557" y="0"/>
                  </a:lnTo>
                  <a:lnTo>
                    <a:pt x="852805" y="1257"/>
                  </a:lnTo>
                  <a:lnTo>
                    <a:pt x="805700" y="4965"/>
                  </a:lnTo>
                  <a:lnTo>
                    <a:pt x="759294" y="11087"/>
                  </a:lnTo>
                  <a:lnTo>
                    <a:pt x="713663" y="19532"/>
                  </a:lnTo>
                  <a:lnTo>
                    <a:pt x="668845" y="30251"/>
                  </a:lnTo>
                  <a:lnTo>
                    <a:pt x="624928" y="43180"/>
                  </a:lnTo>
                  <a:lnTo>
                    <a:pt x="581964" y="58254"/>
                  </a:lnTo>
                  <a:lnTo>
                    <a:pt x="540016" y="75412"/>
                  </a:lnTo>
                  <a:lnTo>
                    <a:pt x="499135" y="94589"/>
                  </a:lnTo>
                  <a:lnTo>
                    <a:pt x="459409" y="115722"/>
                  </a:lnTo>
                  <a:lnTo>
                    <a:pt x="420890" y="138760"/>
                  </a:lnTo>
                  <a:lnTo>
                    <a:pt x="383628" y="163626"/>
                  </a:lnTo>
                  <a:lnTo>
                    <a:pt x="347700" y="190258"/>
                  </a:lnTo>
                  <a:lnTo>
                    <a:pt x="313156" y="218605"/>
                  </a:lnTo>
                  <a:lnTo>
                    <a:pt x="280085" y="248589"/>
                  </a:lnTo>
                  <a:lnTo>
                    <a:pt x="248513" y="280162"/>
                  </a:lnTo>
                  <a:lnTo>
                    <a:pt x="218541" y="313245"/>
                  </a:lnTo>
                  <a:lnTo>
                    <a:pt x="190195" y="347789"/>
                  </a:lnTo>
                  <a:lnTo>
                    <a:pt x="163576" y="383717"/>
                  </a:lnTo>
                  <a:lnTo>
                    <a:pt x="138709" y="420992"/>
                  </a:lnTo>
                  <a:lnTo>
                    <a:pt x="115684" y="459524"/>
                  </a:lnTo>
                  <a:lnTo>
                    <a:pt x="94551" y="499249"/>
                  </a:lnTo>
                  <a:lnTo>
                    <a:pt x="75374" y="540131"/>
                  </a:lnTo>
                  <a:lnTo>
                    <a:pt x="58305" y="581888"/>
                  </a:lnTo>
                  <a:lnTo>
                    <a:pt x="43154" y="625055"/>
                  </a:lnTo>
                  <a:lnTo>
                    <a:pt x="30226" y="668985"/>
                  </a:lnTo>
                  <a:lnTo>
                    <a:pt x="19507" y="713790"/>
                  </a:lnTo>
                  <a:lnTo>
                    <a:pt x="11061" y="759434"/>
                  </a:lnTo>
                  <a:lnTo>
                    <a:pt x="4953" y="805840"/>
                  </a:lnTo>
                  <a:lnTo>
                    <a:pt x="1371" y="851382"/>
                  </a:lnTo>
                  <a:lnTo>
                    <a:pt x="1244" y="852944"/>
                  </a:lnTo>
                  <a:lnTo>
                    <a:pt x="25" y="899287"/>
                  </a:lnTo>
                  <a:lnTo>
                    <a:pt x="0" y="900684"/>
                  </a:lnTo>
                  <a:lnTo>
                    <a:pt x="1206" y="947051"/>
                  </a:lnTo>
                  <a:lnTo>
                    <a:pt x="1244" y="948436"/>
                  </a:lnTo>
                  <a:lnTo>
                    <a:pt x="4851" y="994117"/>
                  </a:lnTo>
                  <a:lnTo>
                    <a:pt x="4953" y="995527"/>
                  </a:lnTo>
                  <a:lnTo>
                    <a:pt x="11061" y="1041908"/>
                  </a:lnTo>
                  <a:lnTo>
                    <a:pt x="19507" y="1087513"/>
                  </a:lnTo>
                  <a:lnTo>
                    <a:pt x="30226" y="1132293"/>
                  </a:lnTo>
                  <a:lnTo>
                    <a:pt x="43154" y="1176172"/>
                  </a:lnTo>
                  <a:lnTo>
                    <a:pt x="58216" y="1219098"/>
                  </a:lnTo>
                  <a:lnTo>
                    <a:pt x="75374" y="1260995"/>
                  </a:lnTo>
                  <a:lnTo>
                    <a:pt x="94551" y="1301813"/>
                  </a:lnTo>
                  <a:lnTo>
                    <a:pt x="115684" y="1341488"/>
                  </a:lnTo>
                  <a:lnTo>
                    <a:pt x="138709" y="1379956"/>
                  </a:lnTo>
                  <a:lnTo>
                    <a:pt x="163576" y="1417154"/>
                  </a:lnTo>
                  <a:lnTo>
                    <a:pt x="190195" y="1453007"/>
                  </a:lnTo>
                  <a:lnTo>
                    <a:pt x="218541" y="1487487"/>
                  </a:lnTo>
                  <a:lnTo>
                    <a:pt x="248513" y="1520494"/>
                  </a:lnTo>
                  <a:lnTo>
                    <a:pt x="280085" y="1551990"/>
                  </a:lnTo>
                  <a:lnTo>
                    <a:pt x="313156" y="1581899"/>
                  </a:lnTo>
                  <a:lnTo>
                    <a:pt x="347700" y="1610169"/>
                  </a:lnTo>
                  <a:lnTo>
                    <a:pt x="383628" y="1636737"/>
                  </a:lnTo>
                  <a:lnTo>
                    <a:pt x="420890" y="1661541"/>
                  </a:lnTo>
                  <a:lnTo>
                    <a:pt x="459409" y="1684502"/>
                  </a:lnTo>
                  <a:lnTo>
                    <a:pt x="499135" y="1705584"/>
                  </a:lnTo>
                  <a:lnTo>
                    <a:pt x="540016" y="1724698"/>
                  </a:lnTo>
                  <a:lnTo>
                    <a:pt x="581964" y="1741805"/>
                  </a:lnTo>
                  <a:lnTo>
                    <a:pt x="624928" y="1756829"/>
                  </a:lnTo>
                  <a:lnTo>
                    <a:pt x="668845" y="1769719"/>
                  </a:lnTo>
                  <a:lnTo>
                    <a:pt x="713663" y="1780400"/>
                  </a:lnTo>
                  <a:lnTo>
                    <a:pt x="759294" y="1788820"/>
                  </a:lnTo>
                  <a:lnTo>
                    <a:pt x="805700" y="1794903"/>
                  </a:lnTo>
                  <a:lnTo>
                    <a:pt x="852805" y="1798599"/>
                  </a:lnTo>
                  <a:lnTo>
                    <a:pt x="900557" y="1799844"/>
                  </a:lnTo>
                  <a:lnTo>
                    <a:pt x="948131" y="1798599"/>
                  </a:lnTo>
                  <a:lnTo>
                    <a:pt x="995197" y="1794903"/>
                  </a:lnTo>
                  <a:lnTo>
                    <a:pt x="1041527" y="1788820"/>
                  </a:lnTo>
                  <a:lnTo>
                    <a:pt x="1087107" y="1780400"/>
                  </a:lnTo>
                  <a:lnTo>
                    <a:pt x="1131862" y="1769719"/>
                  </a:lnTo>
                  <a:lnTo>
                    <a:pt x="1176235" y="1756689"/>
                  </a:lnTo>
                  <a:lnTo>
                    <a:pt x="1219200" y="1741614"/>
                  </a:lnTo>
                  <a:lnTo>
                    <a:pt x="1261160" y="1724456"/>
                  </a:lnTo>
                  <a:lnTo>
                    <a:pt x="1281823" y="1714754"/>
                  </a:lnTo>
                  <a:lnTo>
                    <a:pt x="1302042" y="1705267"/>
                  </a:lnTo>
                  <a:lnTo>
                    <a:pt x="1341780" y="1684134"/>
                  </a:lnTo>
                  <a:lnTo>
                    <a:pt x="1380312" y="1661096"/>
                  </a:lnTo>
                  <a:lnTo>
                    <a:pt x="1417574" y="1636242"/>
                  </a:lnTo>
                  <a:lnTo>
                    <a:pt x="1453502" y="1609598"/>
                  </a:lnTo>
                  <a:lnTo>
                    <a:pt x="1488046" y="1581264"/>
                  </a:lnTo>
                  <a:lnTo>
                    <a:pt x="1521129" y="1551279"/>
                  </a:lnTo>
                  <a:lnTo>
                    <a:pt x="1552689" y="1519720"/>
                  </a:lnTo>
                  <a:lnTo>
                    <a:pt x="1582674" y="1486636"/>
                  </a:lnTo>
                  <a:lnTo>
                    <a:pt x="1611020" y="1452092"/>
                  </a:lnTo>
                  <a:lnTo>
                    <a:pt x="1637652" y="1416164"/>
                  </a:lnTo>
                  <a:lnTo>
                    <a:pt x="1662506" y="1378902"/>
                  </a:lnTo>
                  <a:lnTo>
                    <a:pt x="1685544" y="1340383"/>
                  </a:lnTo>
                  <a:lnTo>
                    <a:pt x="1706676" y="1300645"/>
                  </a:lnTo>
                  <a:lnTo>
                    <a:pt x="1725853" y="1259776"/>
                  </a:lnTo>
                  <a:lnTo>
                    <a:pt x="1743011" y="1217828"/>
                  </a:lnTo>
                  <a:lnTo>
                    <a:pt x="1758073" y="1174864"/>
                  </a:lnTo>
                  <a:lnTo>
                    <a:pt x="1771002" y="1130947"/>
                  </a:lnTo>
                  <a:lnTo>
                    <a:pt x="1781721" y="1086142"/>
                  </a:lnTo>
                  <a:lnTo>
                    <a:pt x="1790166" y="1040511"/>
                  </a:lnTo>
                  <a:lnTo>
                    <a:pt x="1796275" y="994117"/>
                  </a:lnTo>
                  <a:lnTo>
                    <a:pt x="1799869" y="948436"/>
                  </a:lnTo>
                  <a:lnTo>
                    <a:pt x="1799983" y="947051"/>
                  </a:lnTo>
                  <a:lnTo>
                    <a:pt x="1801202" y="900684"/>
                  </a:lnTo>
                  <a:lnTo>
                    <a:pt x="1801241" y="89928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919">
                <a:solidFill>
                  <a:srgbClr val="173360"/>
                </a:solidFill>
                <a:latin typeface="Calibri"/>
                <a:cs typeface="Calibri"/>
              </a:rPr>
              <a:t>DWH</a:t>
            </a:r>
            <a:r>
              <a:rPr dirty="0" spc="2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360"/>
                </a:solidFill>
              </a:rPr>
              <a:t>현대화를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위한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처리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899578" y="1804506"/>
            <a:ext cx="9964420" cy="8482965"/>
            <a:chOff x="7899578" y="1804506"/>
            <a:chExt cx="9964420" cy="84829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578" y="1804506"/>
              <a:ext cx="9963808" cy="848249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292591" y="2081148"/>
              <a:ext cx="9103360" cy="7792084"/>
            </a:xfrm>
            <a:custGeom>
              <a:avLst/>
              <a:gdLst/>
              <a:ahLst/>
              <a:cxnLst/>
              <a:rect l="l" t="t" r="r" b="b"/>
              <a:pathLst>
                <a:path w="9103360" h="7792084">
                  <a:moveTo>
                    <a:pt x="8997569" y="0"/>
                  </a:moveTo>
                  <a:lnTo>
                    <a:pt x="105282" y="0"/>
                  </a:lnTo>
                  <a:lnTo>
                    <a:pt x="64293" y="8270"/>
                  </a:lnTo>
                  <a:lnTo>
                    <a:pt x="30829" y="30829"/>
                  </a:lnTo>
                  <a:lnTo>
                    <a:pt x="8270" y="64293"/>
                  </a:lnTo>
                  <a:lnTo>
                    <a:pt x="0" y="105282"/>
                  </a:lnTo>
                  <a:lnTo>
                    <a:pt x="0" y="7686294"/>
                  </a:lnTo>
                  <a:lnTo>
                    <a:pt x="8270" y="7727263"/>
                  </a:lnTo>
                  <a:lnTo>
                    <a:pt x="30829" y="7760720"/>
                  </a:lnTo>
                  <a:lnTo>
                    <a:pt x="64293" y="7783279"/>
                  </a:lnTo>
                  <a:lnTo>
                    <a:pt x="105282" y="7791551"/>
                  </a:lnTo>
                  <a:lnTo>
                    <a:pt x="8997569" y="7791551"/>
                  </a:lnTo>
                  <a:lnTo>
                    <a:pt x="9038558" y="7783279"/>
                  </a:lnTo>
                  <a:lnTo>
                    <a:pt x="9072022" y="7760720"/>
                  </a:lnTo>
                  <a:lnTo>
                    <a:pt x="9094581" y="7727263"/>
                  </a:lnTo>
                  <a:lnTo>
                    <a:pt x="9102852" y="7686294"/>
                  </a:lnTo>
                  <a:lnTo>
                    <a:pt x="9102852" y="105282"/>
                  </a:lnTo>
                  <a:lnTo>
                    <a:pt x="9094581" y="64293"/>
                  </a:lnTo>
                  <a:lnTo>
                    <a:pt x="9072022" y="30829"/>
                  </a:lnTo>
                  <a:lnTo>
                    <a:pt x="9038558" y="8270"/>
                  </a:lnTo>
                  <a:lnTo>
                    <a:pt x="89975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292591" y="2081148"/>
              <a:ext cx="9103360" cy="7792084"/>
            </a:xfrm>
            <a:custGeom>
              <a:avLst/>
              <a:gdLst/>
              <a:ahLst/>
              <a:cxnLst/>
              <a:rect l="l" t="t" r="r" b="b"/>
              <a:pathLst>
                <a:path w="9103360" h="7792084">
                  <a:moveTo>
                    <a:pt x="0" y="105282"/>
                  </a:moveTo>
                  <a:lnTo>
                    <a:pt x="8270" y="64293"/>
                  </a:lnTo>
                  <a:lnTo>
                    <a:pt x="30829" y="30829"/>
                  </a:lnTo>
                  <a:lnTo>
                    <a:pt x="64293" y="8270"/>
                  </a:lnTo>
                  <a:lnTo>
                    <a:pt x="105282" y="0"/>
                  </a:lnTo>
                  <a:lnTo>
                    <a:pt x="8997569" y="0"/>
                  </a:lnTo>
                  <a:lnTo>
                    <a:pt x="9038558" y="8270"/>
                  </a:lnTo>
                  <a:lnTo>
                    <a:pt x="9072022" y="30829"/>
                  </a:lnTo>
                  <a:lnTo>
                    <a:pt x="9094581" y="64293"/>
                  </a:lnTo>
                  <a:lnTo>
                    <a:pt x="9102852" y="105282"/>
                  </a:lnTo>
                  <a:lnTo>
                    <a:pt x="9102852" y="7686294"/>
                  </a:lnTo>
                  <a:lnTo>
                    <a:pt x="9094581" y="7727263"/>
                  </a:lnTo>
                  <a:lnTo>
                    <a:pt x="9072022" y="7760720"/>
                  </a:lnTo>
                  <a:lnTo>
                    <a:pt x="9038558" y="7783279"/>
                  </a:lnTo>
                  <a:lnTo>
                    <a:pt x="8997569" y="7791551"/>
                  </a:lnTo>
                  <a:lnTo>
                    <a:pt x="105282" y="7791551"/>
                  </a:lnTo>
                  <a:lnTo>
                    <a:pt x="64293" y="7783279"/>
                  </a:lnTo>
                  <a:lnTo>
                    <a:pt x="30829" y="7760720"/>
                  </a:lnTo>
                  <a:lnTo>
                    <a:pt x="8270" y="7727263"/>
                  </a:lnTo>
                  <a:lnTo>
                    <a:pt x="0" y="7686294"/>
                  </a:lnTo>
                  <a:lnTo>
                    <a:pt x="0" y="105282"/>
                  </a:lnTo>
                  <a:close/>
                </a:path>
              </a:pathLst>
            </a:custGeom>
            <a:ln w="28575">
              <a:solidFill>
                <a:srgbClr val="0D68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567928" y="3710177"/>
              <a:ext cx="535940" cy="5704840"/>
            </a:xfrm>
            <a:custGeom>
              <a:avLst/>
              <a:gdLst/>
              <a:ahLst/>
              <a:cxnLst/>
              <a:rect l="l" t="t" r="r" b="b"/>
              <a:pathLst>
                <a:path w="535940" h="5704840">
                  <a:moveTo>
                    <a:pt x="535686" y="2071878"/>
                  </a:moveTo>
                  <a:lnTo>
                    <a:pt x="531622" y="2026907"/>
                  </a:lnTo>
                  <a:lnTo>
                    <a:pt x="519938" y="1984590"/>
                  </a:lnTo>
                  <a:lnTo>
                    <a:pt x="501332" y="1945614"/>
                  </a:lnTo>
                  <a:lnTo>
                    <a:pt x="476516" y="1910689"/>
                  </a:lnTo>
                  <a:lnTo>
                    <a:pt x="446201" y="1880539"/>
                  </a:lnTo>
                  <a:lnTo>
                    <a:pt x="411111" y="1855851"/>
                  </a:lnTo>
                  <a:lnTo>
                    <a:pt x="371932" y="1837347"/>
                  </a:lnTo>
                  <a:lnTo>
                    <a:pt x="329399" y="1825726"/>
                  </a:lnTo>
                  <a:lnTo>
                    <a:pt x="322326" y="1825104"/>
                  </a:lnTo>
                  <a:lnTo>
                    <a:pt x="322326" y="496773"/>
                  </a:lnTo>
                  <a:lnTo>
                    <a:pt x="368109" y="484860"/>
                  </a:lnTo>
                  <a:lnTo>
                    <a:pt x="407263" y="466356"/>
                  </a:lnTo>
                  <a:lnTo>
                    <a:pt x="442341" y="441667"/>
                  </a:lnTo>
                  <a:lnTo>
                    <a:pt x="472630" y="411518"/>
                  </a:lnTo>
                  <a:lnTo>
                    <a:pt x="497433" y="376593"/>
                  </a:lnTo>
                  <a:lnTo>
                    <a:pt x="516013" y="337616"/>
                  </a:lnTo>
                  <a:lnTo>
                    <a:pt x="527697" y="295300"/>
                  </a:lnTo>
                  <a:lnTo>
                    <a:pt x="531749" y="250317"/>
                  </a:lnTo>
                  <a:lnTo>
                    <a:pt x="527697" y="205308"/>
                  </a:lnTo>
                  <a:lnTo>
                    <a:pt x="516013" y="162953"/>
                  </a:lnTo>
                  <a:lnTo>
                    <a:pt x="497433" y="123952"/>
                  </a:lnTo>
                  <a:lnTo>
                    <a:pt x="472630" y="89027"/>
                  </a:lnTo>
                  <a:lnTo>
                    <a:pt x="442341" y="58864"/>
                  </a:lnTo>
                  <a:lnTo>
                    <a:pt x="407263" y="34175"/>
                  </a:lnTo>
                  <a:lnTo>
                    <a:pt x="368109" y="15659"/>
                  </a:lnTo>
                  <a:lnTo>
                    <a:pt x="325589" y="4038"/>
                  </a:lnTo>
                  <a:lnTo>
                    <a:pt x="280416" y="0"/>
                  </a:lnTo>
                  <a:lnTo>
                    <a:pt x="235191" y="4038"/>
                  </a:lnTo>
                  <a:lnTo>
                    <a:pt x="192646" y="15659"/>
                  </a:lnTo>
                  <a:lnTo>
                    <a:pt x="153466" y="34163"/>
                  </a:lnTo>
                  <a:lnTo>
                    <a:pt x="118376" y="58864"/>
                  </a:lnTo>
                  <a:lnTo>
                    <a:pt x="88074" y="89027"/>
                  </a:lnTo>
                  <a:lnTo>
                    <a:pt x="63271" y="123952"/>
                  </a:lnTo>
                  <a:lnTo>
                    <a:pt x="44678" y="162953"/>
                  </a:lnTo>
                  <a:lnTo>
                    <a:pt x="32994" y="205308"/>
                  </a:lnTo>
                  <a:lnTo>
                    <a:pt x="28956" y="250317"/>
                  </a:lnTo>
                  <a:lnTo>
                    <a:pt x="32994" y="295300"/>
                  </a:lnTo>
                  <a:lnTo>
                    <a:pt x="44678" y="337616"/>
                  </a:lnTo>
                  <a:lnTo>
                    <a:pt x="63271" y="376593"/>
                  </a:lnTo>
                  <a:lnTo>
                    <a:pt x="88074" y="411518"/>
                  </a:lnTo>
                  <a:lnTo>
                    <a:pt x="118376" y="441667"/>
                  </a:lnTo>
                  <a:lnTo>
                    <a:pt x="153466" y="466356"/>
                  </a:lnTo>
                  <a:lnTo>
                    <a:pt x="192646" y="484860"/>
                  </a:lnTo>
                  <a:lnTo>
                    <a:pt x="228981" y="494792"/>
                  </a:lnTo>
                  <a:lnTo>
                    <a:pt x="228981" y="1828482"/>
                  </a:lnTo>
                  <a:lnTo>
                    <a:pt x="157365" y="1855851"/>
                  </a:lnTo>
                  <a:lnTo>
                    <a:pt x="122288" y="1880539"/>
                  </a:lnTo>
                  <a:lnTo>
                    <a:pt x="91998" y="1910689"/>
                  </a:lnTo>
                  <a:lnTo>
                    <a:pt x="67195" y="1945614"/>
                  </a:lnTo>
                  <a:lnTo>
                    <a:pt x="48615" y="1984590"/>
                  </a:lnTo>
                  <a:lnTo>
                    <a:pt x="36931" y="2026907"/>
                  </a:lnTo>
                  <a:lnTo>
                    <a:pt x="32893" y="2071878"/>
                  </a:lnTo>
                  <a:lnTo>
                    <a:pt x="36931" y="2116861"/>
                  </a:lnTo>
                  <a:lnTo>
                    <a:pt x="48615" y="2159177"/>
                  </a:lnTo>
                  <a:lnTo>
                    <a:pt x="67195" y="2198154"/>
                  </a:lnTo>
                  <a:lnTo>
                    <a:pt x="91998" y="2233079"/>
                  </a:lnTo>
                  <a:lnTo>
                    <a:pt x="122288" y="2263229"/>
                  </a:lnTo>
                  <a:lnTo>
                    <a:pt x="157365" y="2287917"/>
                  </a:lnTo>
                  <a:lnTo>
                    <a:pt x="196519" y="2306421"/>
                  </a:lnTo>
                  <a:lnTo>
                    <a:pt x="228981" y="2315299"/>
                  </a:lnTo>
                  <a:lnTo>
                    <a:pt x="228981" y="3472675"/>
                  </a:lnTo>
                  <a:lnTo>
                    <a:pt x="163741" y="3486315"/>
                  </a:lnTo>
                  <a:lnTo>
                    <a:pt x="124561" y="3504819"/>
                  </a:lnTo>
                  <a:lnTo>
                    <a:pt x="89471" y="3529520"/>
                  </a:lnTo>
                  <a:lnTo>
                    <a:pt x="59156" y="3559683"/>
                  </a:lnTo>
                  <a:lnTo>
                    <a:pt x="34340" y="3594608"/>
                  </a:lnTo>
                  <a:lnTo>
                    <a:pt x="15735" y="3633609"/>
                  </a:lnTo>
                  <a:lnTo>
                    <a:pt x="4051" y="3675964"/>
                  </a:lnTo>
                  <a:lnTo>
                    <a:pt x="0" y="3720973"/>
                  </a:lnTo>
                  <a:lnTo>
                    <a:pt x="4051" y="3765956"/>
                  </a:lnTo>
                  <a:lnTo>
                    <a:pt x="15735" y="3808272"/>
                  </a:lnTo>
                  <a:lnTo>
                    <a:pt x="34340" y="3847249"/>
                  </a:lnTo>
                  <a:lnTo>
                    <a:pt x="59156" y="3882174"/>
                  </a:lnTo>
                  <a:lnTo>
                    <a:pt x="89471" y="3912324"/>
                  </a:lnTo>
                  <a:lnTo>
                    <a:pt x="124561" y="3937012"/>
                  </a:lnTo>
                  <a:lnTo>
                    <a:pt x="163741" y="3955516"/>
                  </a:lnTo>
                  <a:lnTo>
                    <a:pt x="206273" y="3967137"/>
                  </a:lnTo>
                  <a:lnTo>
                    <a:pt x="228981" y="3969169"/>
                  </a:lnTo>
                  <a:lnTo>
                    <a:pt x="228981" y="5206352"/>
                  </a:lnTo>
                  <a:lnTo>
                    <a:pt x="163741" y="5219992"/>
                  </a:lnTo>
                  <a:lnTo>
                    <a:pt x="124561" y="5238496"/>
                  </a:lnTo>
                  <a:lnTo>
                    <a:pt x="89471" y="5263172"/>
                  </a:lnTo>
                  <a:lnTo>
                    <a:pt x="59156" y="5293322"/>
                  </a:lnTo>
                  <a:lnTo>
                    <a:pt x="34340" y="5328247"/>
                  </a:lnTo>
                  <a:lnTo>
                    <a:pt x="15735" y="5367223"/>
                  </a:lnTo>
                  <a:lnTo>
                    <a:pt x="4051" y="5409539"/>
                  </a:lnTo>
                  <a:lnTo>
                    <a:pt x="0" y="5454510"/>
                  </a:lnTo>
                  <a:lnTo>
                    <a:pt x="4051" y="5499493"/>
                  </a:lnTo>
                  <a:lnTo>
                    <a:pt x="15735" y="5541823"/>
                  </a:lnTo>
                  <a:lnTo>
                    <a:pt x="34340" y="5580799"/>
                  </a:lnTo>
                  <a:lnTo>
                    <a:pt x="59156" y="5615724"/>
                  </a:lnTo>
                  <a:lnTo>
                    <a:pt x="89471" y="5645874"/>
                  </a:lnTo>
                  <a:lnTo>
                    <a:pt x="124561" y="5670562"/>
                  </a:lnTo>
                  <a:lnTo>
                    <a:pt x="163741" y="5689066"/>
                  </a:lnTo>
                  <a:lnTo>
                    <a:pt x="206273" y="5700687"/>
                  </a:lnTo>
                  <a:lnTo>
                    <a:pt x="251460" y="5704713"/>
                  </a:lnTo>
                  <a:lnTo>
                    <a:pt x="296633" y="5700687"/>
                  </a:lnTo>
                  <a:lnTo>
                    <a:pt x="339153" y="5689066"/>
                  </a:lnTo>
                  <a:lnTo>
                    <a:pt x="378307" y="5670562"/>
                  </a:lnTo>
                  <a:lnTo>
                    <a:pt x="413385" y="5645874"/>
                  </a:lnTo>
                  <a:lnTo>
                    <a:pt x="443674" y="5615724"/>
                  </a:lnTo>
                  <a:lnTo>
                    <a:pt x="468477" y="5580799"/>
                  </a:lnTo>
                  <a:lnTo>
                    <a:pt x="487057" y="5541823"/>
                  </a:lnTo>
                  <a:lnTo>
                    <a:pt x="498741" y="5499493"/>
                  </a:lnTo>
                  <a:lnTo>
                    <a:pt x="502793" y="5454510"/>
                  </a:lnTo>
                  <a:lnTo>
                    <a:pt x="498741" y="5409539"/>
                  </a:lnTo>
                  <a:lnTo>
                    <a:pt x="487057" y="5367223"/>
                  </a:lnTo>
                  <a:lnTo>
                    <a:pt x="468477" y="5328247"/>
                  </a:lnTo>
                  <a:lnTo>
                    <a:pt x="443674" y="5293322"/>
                  </a:lnTo>
                  <a:lnTo>
                    <a:pt x="413385" y="5263172"/>
                  </a:lnTo>
                  <a:lnTo>
                    <a:pt x="378307" y="5238496"/>
                  </a:lnTo>
                  <a:lnTo>
                    <a:pt x="339153" y="5219992"/>
                  </a:lnTo>
                  <a:lnTo>
                    <a:pt x="322326" y="5215394"/>
                  </a:lnTo>
                  <a:lnTo>
                    <a:pt x="322326" y="3960126"/>
                  </a:lnTo>
                  <a:lnTo>
                    <a:pt x="378307" y="3937012"/>
                  </a:lnTo>
                  <a:lnTo>
                    <a:pt x="413385" y="3912324"/>
                  </a:lnTo>
                  <a:lnTo>
                    <a:pt x="443674" y="3882174"/>
                  </a:lnTo>
                  <a:lnTo>
                    <a:pt x="468477" y="3847249"/>
                  </a:lnTo>
                  <a:lnTo>
                    <a:pt x="487057" y="3808272"/>
                  </a:lnTo>
                  <a:lnTo>
                    <a:pt x="498741" y="3765956"/>
                  </a:lnTo>
                  <a:lnTo>
                    <a:pt x="502793" y="3720973"/>
                  </a:lnTo>
                  <a:lnTo>
                    <a:pt x="498741" y="3675964"/>
                  </a:lnTo>
                  <a:lnTo>
                    <a:pt x="487057" y="3633609"/>
                  </a:lnTo>
                  <a:lnTo>
                    <a:pt x="468477" y="3594608"/>
                  </a:lnTo>
                  <a:lnTo>
                    <a:pt x="443674" y="3559683"/>
                  </a:lnTo>
                  <a:lnTo>
                    <a:pt x="413385" y="3529520"/>
                  </a:lnTo>
                  <a:lnTo>
                    <a:pt x="378307" y="3504819"/>
                  </a:lnTo>
                  <a:lnTo>
                    <a:pt x="339153" y="3486315"/>
                  </a:lnTo>
                  <a:lnTo>
                    <a:pt x="322326" y="3481717"/>
                  </a:lnTo>
                  <a:lnTo>
                    <a:pt x="322326" y="2318677"/>
                  </a:lnTo>
                  <a:lnTo>
                    <a:pt x="371932" y="2306421"/>
                  </a:lnTo>
                  <a:lnTo>
                    <a:pt x="411111" y="2287917"/>
                  </a:lnTo>
                  <a:lnTo>
                    <a:pt x="446201" y="2263229"/>
                  </a:lnTo>
                  <a:lnTo>
                    <a:pt x="476516" y="2233079"/>
                  </a:lnTo>
                  <a:lnTo>
                    <a:pt x="501332" y="2198154"/>
                  </a:lnTo>
                  <a:lnTo>
                    <a:pt x="519938" y="2159177"/>
                  </a:lnTo>
                  <a:lnTo>
                    <a:pt x="531622" y="2116861"/>
                  </a:lnTo>
                  <a:lnTo>
                    <a:pt x="535686" y="2071878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660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r>
              <a:rPr dirty="0" spc="24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335">
                <a:solidFill>
                  <a:srgbClr val="173360"/>
                </a:solidFill>
                <a:latin typeface="Calibri"/>
                <a:cs typeface="Calibri"/>
              </a:rPr>
              <a:t>-</a:t>
            </a:r>
            <a:r>
              <a:rPr dirty="0" spc="24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pc="555">
                <a:solidFill>
                  <a:srgbClr val="173360"/>
                </a:solidFill>
                <a:latin typeface="Calibri"/>
                <a:cs typeface="Calibri"/>
              </a:rPr>
              <a:t>SQL</a:t>
            </a:r>
            <a:r>
              <a:rPr dirty="0" spc="555">
                <a:solidFill>
                  <a:srgbClr val="173360"/>
                </a:solidFill>
              </a:rPr>
              <a:t>를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이용한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스트림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-35">
                <a:solidFill>
                  <a:srgbClr val="173360"/>
                </a:solidFill>
              </a:rPr>
              <a:t>처리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1349375" y="2835148"/>
            <a:ext cx="1791335" cy="2016760"/>
            <a:chOff x="1349375" y="2835148"/>
            <a:chExt cx="1791335" cy="201676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9375" y="3247517"/>
              <a:ext cx="544322" cy="119506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93697" y="2835147"/>
              <a:ext cx="1247140" cy="2016760"/>
            </a:xfrm>
            <a:custGeom>
              <a:avLst/>
              <a:gdLst/>
              <a:ahLst/>
              <a:cxnLst/>
              <a:rect l="l" t="t" r="r" b="b"/>
              <a:pathLst>
                <a:path w="1247139" h="2016760">
                  <a:moveTo>
                    <a:pt x="1246593" y="1388795"/>
                  </a:moveTo>
                  <a:lnTo>
                    <a:pt x="1236726" y="1338707"/>
                  </a:lnTo>
                  <a:lnTo>
                    <a:pt x="1220622" y="1293444"/>
                  </a:lnTo>
                  <a:lnTo>
                    <a:pt x="1220558" y="1293241"/>
                  </a:lnTo>
                  <a:lnTo>
                    <a:pt x="1194587" y="1248702"/>
                  </a:lnTo>
                  <a:lnTo>
                    <a:pt x="1162596" y="1212900"/>
                  </a:lnTo>
                  <a:lnTo>
                    <a:pt x="1124927" y="1184033"/>
                  </a:lnTo>
                  <a:lnTo>
                    <a:pt x="1102639" y="1172756"/>
                  </a:lnTo>
                  <a:lnTo>
                    <a:pt x="1102639" y="1396771"/>
                  </a:lnTo>
                  <a:lnTo>
                    <a:pt x="1101788" y="1418945"/>
                  </a:lnTo>
                  <a:lnTo>
                    <a:pt x="1088390" y="1461135"/>
                  </a:lnTo>
                  <a:lnTo>
                    <a:pt x="1061808" y="1494332"/>
                  </a:lnTo>
                  <a:lnTo>
                    <a:pt x="1024382" y="1511808"/>
                  </a:lnTo>
                  <a:lnTo>
                    <a:pt x="995807" y="1515364"/>
                  </a:lnTo>
                  <a:lnTo>
                    <a:pt x="959853" y="1509725"/>
                  </a:lnTo>
                  <a:lnTo>
                    <a:pt x="927773" y="1493570"/>
                  </a:lnTo>
                  <a:lnTo>
                    <a:pt x="902627" y="1468056"/>
                  </a:lnTo>
                  <a:lnTo>
                    <a:pt x="887476" y="1434338"/>
                  </a:lnTo>
                  <a:lnTo>
                    <a:pt x="885532" y="1389583"/>
                  </a:lnTo>
                  <a:lnTo>
                    <a:pt x="899642" y="1348574"/>
                  </a:lnTo>
                  <a:lnTo>
                    <a:pt x="927354" y="1316062"/>
                  </a:lnTo>
                  <a:lnTo>
                    <a:pt x="966216" y="1296797"/>
                  </a:lnTo>
                  <a:lnTo>
                    <a:pt x="994283" y="1293241"/>
                  </a:lnTo>
                  <a:lnTo>
                    <a:pt x="1028915" y="1298892"/>
                  </a:lnTo>
                  <a:lnTo>
                    <a:pt x="1059535" y="1315046"/>
                  </a:lnTo>
                  <a:lnTo>
                    <a:pt x="1083945" y="1340561"/>
                  </a:lnTo>
                  <a:lnTo>
                    <a:pt x="1099947" y="1374267"/>
                  </a:lnTo>
                  <a:lnTo>
                    <a:pt x="1102639" y="1396771"/>
                  </a:lnTo>
                  <a:lnTo>
                    <a:pt x="1102639" y="1172756"/>
                  </a:lnTo>
                  <a:lnTo>
                    <a:pt x="1082789" y="1162697"/>
                  </a:lnTo>
                  <a:lnTo>
                    <a:pt x="1037805" y="1149578"/>
                  </a:lnTo>
                  <a:lnTo>
                    <a:pt x="1038618" y="1149578"/>
                  </a:lnTo>
                  <a:lnTo>
                    <a:pt x="989965" y="1144905"/>
                  </a:lnTo>
                  <a:lnTo>
                    <a:pt x="973785" y="1145438"/>
                  </a:lnTo>
                  <a:lnTo>
                    <a:pt x="957643" y="1146987"/>
                  </a:lnTo>
                  <a:lnTo>
                    <a:pt x="882726" y="1169987"/>
                  </a:lnTo>
                  <a:lnTo>
                    <a:pt x="844575" y="1193812"/>
                  </a:lnTo>
                  <a:lnTo>
                    <a:pt x="818146" y="1217612"/>
                  </a:lnTo>
                  <a:lnTo>
                    <a:pt x="676541" y="1131328"/>
                  </a:lnTo>
                  <a:lnTo>
                    <a:pt x="679907" y="1121498"/>
                  </a:lnTo>
                  <a:lnTo>
                    <a:pt x="689203" y="1075499"/>
                  </a:lnTo>
                  <a:lnTo>
                    <a:pt x="692404" y="1027684"/>
                  </a:lnTo>
                  <a:lnTo>
                    <a:pt x="689241" y="980567"/>
                  </a:lnTo>
                  <a:lnTo>
                    <a:pt x="689203" y="979906"/>
                  </a:lnTo>
                  <a:lnTo>
                    <a:pt x="679907" y="933919"/>
                  </a:lnTo>
                  <a:lnTo>
                    <a:pt x="674611" y="918464"/>
                  </a:lnTo>
                  <a:lnTo>
                    <a:pt x="818159" y="811758"/>
                  </a:lnTo>
                  <a:lnTo>
                    <a:pt x="877900" y="856272"/>
                  </a:lnTo>
                  <a:lnTo>
                    <a:pt x="925322" y="875411"/>
                  </a:lnTo>
                  <a:lnTo>
                    <a:pt x="973709" y="880884"/>
                  </a:lnTo>
                  <a:lnTo>
                    <a:pt x="989457" y="881380"/>
                  </a:lnTo>
                  <a:lnTo>
                    <a:pt x="1022146" y="879170"/>
                  </a:lnTo>
                  <a:lnTo>
                    <a:pt x="1086408" y="862418"/>
                  </a:lnTo>
                  <a:lnTo>
                    <a:pt x="1159446" y="818324"/>
                  </a:lnTo>
                  <a:lnTo>
                    <a:pt x="1193520" y="781685"/>
                  </a:lnTo>
                  <a:lnTo>
                    <a:pt x="1219390" y="738873"/>
                  </a:lnTo>
                  <a:lnTo>
                    <a:pt x="1221905" y="731774"/>
                  </a:lnTo>
                  <a:lnTo>
                    <a:pt x="1236726" y="690118"/>
                  </a:lnTo>
                  <a:lnTo>
                    <a:pt x="1246187" y="640016"/>
                  </a:lnTo>
                  <a:lnTo>
                    <a:pt x="1244841" y="591566"/>
                  </a:lnTo>
                  <a:lnTo>
                    <a:pt x="1244790" y="589318"/>
                  </a:lnTo>
                  <a:lnTo>
                    <a:pt x="1233576" y="539711"/>
                  </a:lnTo>
                  <a:lnTo>
                    <a:pt x="1220076" y="508050"/>
                  </a:lnTo>
                  <a:lnTo>
                    <a:pt x="1213612" y="492887"/>
                  </a:lnTo>
                  <a:lnTo>
                    <a:pt x="1183703" y="449795"/>
                  </a:lnTo>
                  <a:lnTo>
                    <a:pt x="1147318" y="414820"/>
                  </a:lnTo>
                  <a:lnTo>
                    <a:pt x="1105484" y="388277"/>
                  </a:lnTo>
                  <a:lnTo>
                    <a:pt x="1098537" y="385597"/>
                  </a:lnTo>
                  <a:lnTo>
                    <a:pt x="1098537" y="628929"/>
                  </a:lnTo>
                  <a:lnTo>
                    <a:pt x="1094232" y="651256"/>
                  </a:lnTo>
                  <a:lnTo>
                    <a:pt x="1077087" y="689775"/>
                  </a:lnTo>
                  <a:lnTo>
                    <a:pt x="1044702" y="717042"/>
                  </a:lnTo>
                  <a:lnTo>
                    <a:pt x="1002525" y="730923"/>
                  </a:lnTo>
                  <a:lnTo>
                    <a:pt x="987933" y="731774"/>
                  </a:lnTo>
                  <a:lnTo>
                    <a:pt x="981011" y="731608"/>
                  </a:lnTo>
                  <a:lnTo>
                    <a:pt x="940117" y="720674"/>
                  </a:lnTo>
                  <a:lnTo>
                    <a:pt x="908265" y="693712"/>
                  </a:lnTo>
                  <a:lnTo>
                    <a:pt x="887425" y="656209"/>
                  </a:lnTo>
                  <a:lnTo>
                    <a:pt x="881849" y="613867"/>
                  </a:lnTo>
                  <a:lnTo>
                    <a:pt x="884555" y="591566"/>
                  </a:lnTo>
                  <a:lnTo>
                    <a:pt x="904214" y="551624"/>
                  </a:lnTo>
                  <a:lnTo>
                    <a:pt x="937133" y="522732"/>
                  </a:lnTo>
                  <a:lnTo>
                    <a:pt x="976261" y="508647"/>
                  </a:lnTo>
                  <a:lnTo>
                    <a:pt x="988517" y="508050"/>
                  </a:lnTo>
                  <a:lnTo>
                    <a:pt x="997673" y="508050"/>
                  </a:lnTo>
                  <a:lnTo>
                    <a:pt x="1039202" y="519303"/>
                  </a:lnTo>
                  <a:lnTo>
                    <a:pt x="1072934" y="546201"/>
                  </a:lnTo>
                  <a:lnTo>
                    <a:pt x="1094155" y="585343"/>
                  </a:lnTo>
                  <a:lnTo>
                    <a:pt x="1098537" y="628929"/>
                  </a:lnTo>
                  <a:lnTo>
                    <a:pt x="1098537" y="385597"/>
                  </a:lnTo>
                  <a:lnTo>
                    <a:pt x="1059307" y="370459"/>
                  </a:lnTo>
                  <a:lnTo>
                    <a:pt x="1010310" y="362000"/>
                  </a:lnTo>
                  <a:lnTo>
                    <a:pt x="993775" y="361442"/>
                  </a:lnTo>
                  <a:lnTo>
                    <a:pt x="961021" y="363702"/>
                  </a:lnTo>
                  <a:lnTo>
                    <a:pt x="897191" y="381647"/>
                  </a:lnTo>
                  <a:lnTo>
                    <a:pt x="825195" y="426173"/>
                  </a:lnTo>
                  <a:lnTo>
                    <a:pt x="791146" y="462648"/>
                  </a:lnTo>
                  <a:lnTo>
                    <a:pt x="765276" y="505294"/>
                  </a:lnTo>
                  <a:lnTo>
                    <a:pt x="747903" y="552704"/>
                  </a:lnTo>
                  <a:lnTo>
                    <a:pt x="738352" y="604100"/>
                  </a:lnTo>
                  <a:lnTo>
                    <a:pt x="739698" y="651256"/>
                  </a:lnTo>
                  <a:lnTo>
                    <a:pt x="739800" y="654659"/>
                  </a:lnTo>
                  <a:lnTo>
                    <a:pt x="745883" y="680986"/>
                  </a:lnTo>
                  <a:lnTo>
                    <a:pt x="600646" y="789127"/>
                  </a:lnTo>
                  <a:lnTo>
                    <a:pt x="590321" y="777074"/>
                  </a:lnTo>
                  <a:lnTo>
                    <a:pt x="556983" y="746861"/>
                  </a:lnTo>
                  <a:lnTo>
                    <a:pt x="546989" y="739889"/>
                  </a:lnTo>
                  <a:lnTo>
                    <a:pt x="546989" y="1027684"/>
                  </a:lnTo>
                  <a:lnTo>
                    <a:pt x="541667" y="1073988"/>
                  </a:lnTo>
                  <a:lnTo>
                    <a:pt x="526529" y="1117028"/>
                  </a:lnTo>
                  <a:lnTo>
                    <a:pt x="502793" y="1155407"/>
                  </a:lnTo>
                  <a:lnTo>
                    <a:pt x="471690" y="1187704"/>
                  </a:lnTo>
                  <a:lnTo>
                    <a:pt x="434428" y="1212519"/>
                  </a:lnTo>
                  <a:lnTo>
                    <a:pt x="392226" y="1228445"/>
                  </a:lnTo>
                  <a:lnTo>
                    <a:pt x="346329" y="1234059"/>
                  </a:lnTo>
                  <a:lnTo>
                    <a:pt x="301244" y="1228445"/>
                  </a:lnTo>
                  <a:lnTo>
                    <a:pt x="259334" y="1212519"/>
                  </a:lnTo>
                  <a:lnTo>
                    <a:pt x="221983" y="1187704"/>
                  </a:lnTo>
                  <a:lnTo>
                    <a:pt x="190538" y="1155407"/>
                  </a:lnTo>
                  <a:lnTo>
                    <a:pt x="166382" y="1117028"/>
                  </a:lnTo>
                  <a:lnTo>
                    <a:pt x="150876" y="1073988"/>
                  </a:lnTo>
                  <a:lnTo>
                    <a:pt x="145415" y="1027684"/>
                  </a:lnTo>
                  <a:lnTo>
                    <a:pt x="150876" y="980567"/>
                  </a:lnTo>
                  <a:lnTo>
                    <a:pt x="166382" y="937260"/>
                  </a:lnTo>
                  <a:lnTo>
                    <a:pt x="190538" y="898994"/>
                  </a:lnTo>
                  <a:lnTo>
                    <a:pt x="221983" y="867067"/>
                  </a:lnTo>
                  <a:lnTo>
                    <a:pt x="259334" y="842695"/>
                  </a:lnTo>
                  <a:lnTo>
                    <a:pt x="301244" y="827151"/>
                  </a:lnTo>
                  <a:lnTo>
                    <a:pt x="346329" y="821702"/>
                  </a:lnTo>
                  <a:lnTo>
                    <a:pt x="392226" y="827151"/>
                  </a:lnTo>
                  <a:lnTo>
                    <a:pt x="434428" y="842695"/>
                  </a:lnTo>
                  <a:lnTo>
                    <a:pt x="471690" y="867067"/>
                  </a:lnTo>
                  <a:lnTo>
                    <a:pt x="502793" y="898994"/>
                  </a:lnTo>
                  <a:lnTo>
                    <a:pt x="526529" y="937260"/>
                  </a:lnTo>
                  <a:lnTo>
                    <a:pt x="541667" y="980567"/>
                  </a:lnTo>
                  <a:lnTo>
                    <a:pt x="546989" y="1027684"/>
                  </a:lnTo>
                  <a:lnTo>
                    <a:pt x="546989" y="739889"/>
                  </a:lnTo>
                  <a:lnTo>
                    <a:pt x="520153" y="721131"/>
                  </a:lnTo>
                  <a:lnTo>
                    <a:pt x="480225" y="700341"/>
                  </a:lnTo>
                  <a:lnTo>
                    <a:pt x="437667" y="684949"/>
                  </a:lnTo>
                  <a:lnTo>
                    <a:pt x="401574" y="677240"/>
                  </a:lnTo>
                  <a:lnTo>
                    <a:pt x="401574" y="510527"/>
                  </a:lnTo>
                  <a:lnTo>
                    <a:pt x="455168" y="487235"/>
                  </a:lnTo>
                  <a:lnTo>
                    <a:pt x="490613" y="461568"/>
                  </a:lnTo>
                  <a:lnTo>
                    <a:pt x="521373" y="430237"/>
                  </a:lnTo>
                  <a:lnTo>
                    <a:pt x="546671" y="393954"/>
                  </a:lnTo>
                  <a:lnTo>
                    <a:pt x="556285" y="373507"/>
                  </a:lnTo>
                  <a:lnTo>
                    <a:pt x="565721" y="353453"/>
                  </a:lnTo>
                  <a:lnTo>
                    <a:pt x="577735" y="309486"/>
                  </a:lnTo>
                  <a:lnTo>
                    <a:pt x="581914" y="262763"/>
                  </a:lnTo>
                  <a:lnTo>
                    <a:pt x="577926" y="215226"/>
                  </a:lnTo>
                  <a:lnTo>
                    <a:pt x="566394" y="170599"/>
                  </a:lnTo>
                  <a:lnTo>
                    <a:pt x="556844" y="149352"/>
                  </a:lnTo>
                  <a:lnTo>
                    <a:pt x="547979" y="129616"/>
                  </a:lnTo>
                  <a:lnTo>
                    <a:pt x="523303" y="92989"/>
                  </a:lnTo>
                  <a:lnTo>
                    <a:pt x="493014" y="61417"/>
                  </a:lnTo>
                  <a:lnTo>
                    <a:pt x="457771" y="35623"/>
                  </a:lnTo>
                  <a:lnTo>
                    <a:pt x="436499" y="25247"/>
                  </a:lnTo>
                  <a:lnTo>
                    <a:pt x="436499" y="262763"/>
                  </a:lnTo>
                  <a:lnTo>
                    <a:pt x="428256" y="306539"/>
                  </a:lnTo>
                  <a:lnTo>
                    <a:pt x="405536" y="341668"/>
                  </a:lnTo>
                  <a:lnTo>
                    <a:pt x="371335" y="365036"/>
                  </a:lnTo>
                  <a:lnTo>
                    <a:pt x="328676" y="373507"/>
                  </a:lnTo>
                  <a:lnTo>
                    <a:pt x="284416" y="365036"/>
                  </a:lnTo>
                  <a:lnTo>
                    <a:pt x="249491" y="341668"/>
                  </a:lnTo>
                  <a:lnTo>
                    <a:pt x="226555" y="306539"/>
                  </a:lnTo>
                  <a:lnTo>
                    <a:pt x="218313" y="262763"/>
                  </a:lnTo>
                  <a:lnTo>
                    <a:pt x="226555" y="217297"/>
                  </a:lnTo>
                  <a:lnTo>
                    <a:pt x="249491" y="181394"/>
                  </a:lnTo>
                  <a:lnTo>
                    <a:pt x="284416" y="157822"/>
                  </a:lnTo>
                  <a:lnTo>
                    <a:pt x="328676" y="149352"/>
                  </a:lnTo>
                  <a:lnTo>
                    <a:pt x="370103" y="157822"/>
                  </a:lnTo>
                  <a:lnTo>
                    <a:pt x="404444" y="181394"/>
                  </a:lnTo>
                  <a:lnTo>
                    <a:pt x="427837" y="217297"/>
                  </a:lnTo>
                  <a:lnTo>
                    <a:pt x="436499" y="262763"/>
                  </a:lnTo>
                  <a:lnTo>
                    <a:pt x="436499" y="25247"/>
                  </a:lnTo>
                  <a:lnTo>
                    <a:pt x="418198" y="16306"/>
                  </a:lnTo>
                  <a:lnTo>
                    <a:pt x="374954" y="4203"/>
                  </a:lnTo>
                  <a:lnTo>
                    <a:pt x="328676" y="0"/>
                  </a:lnTo>
                  <a:lnTo>
                    <a:pt x="282359" y="4203"/>
                  </a:lnTo>
                  <a:lnTo>
                    <a:pt x="238874" y="16306"/>
                  </a:lnTo>
                  <a:lnTo>
                    <a:pt x="198932" y="35623"/>
                  </a:lnTo>
                  <a:lnTo>
                    <a:pt x="163207" y="61417"/>
                  </a:lnTo>
                  <a:lnTo>
                    <a:pt x="132422" y="92989"/>
                  </a:lnTo>
                  <a:lnTo>
                    <a:pt x="107251" y="129616"/>
                  </a:lnTo>
                  <a:lnTo>
                    <a:pt x="88417" y="170599"/>
                  </a:lnTo>
                  <a:lnTo>
                    <a:pt x="76606" y="215226"/>
                  </a:lnTo>
                  <a:lnTo>
                    <a:pt x="72517" y="262763"/>
                  </a:lnTo>
                  <a:lnTo>
                    <a:pt x="76606" y="309486"/>
                  </a:lnTo>
                  <a:lnTo>
                    <a:pt x="88417" y="353453"/>
                  </a:lnTo>
                  <a:lnTo>
                    <a:pt x="107251" y="393954"/>
                  </a:lnTo>
                  <a:lnTo>
                    <a:pt x="132422" y="430237"/>
                  </a:lnTo>
                  <a:lnTo>
                    <a:pt x="163207" y="461568"/>
                  </a:lnTo>
                  <a:lnTo>
                    <a:pt x="198932" y="487235"/>
                  </a:lnTo>
                  <a:lnTo>
                    <a:pt x="238874" y="506463"/>
                  </a:lnTo>
                  <a:lnTo>
                    <a:pt x="256159" y="511276"/>
                  </a:lnTo>
                  <a:lnTo>
                    <a:pt x="256159" y="684695"/>
                  </a:lnTo>
                  <a:lnTo>
                    <a:pt x="212382" y="700341"/>
                  </a:lnTo>
                  <a:lnTo>
                    <a:pt x="172427" y="721131"/>
                  </a:lnTo>
                  <a:lnTo>
                    <a:pt x="135559" y="746861"/>
                  </a:lnTo>
                  <a:lnTo>
                    <a:pt x="102196" y="777074"/>
                  </a:lnTo>
                  <a:lnTo>
                    <a:pt x="72771" y="811339"/>
                  </a:lnTo>
                  <a:lnTo>
                    <a:pt x="47726" y="849198"/>
                  </a:lnTo>
                  <a:lnTo>
                    <a:pt x="27495" y="890206"/>
                  </a:lnTo>
                  <a:lnTo>
                    <a:pt x="12509" y="933919"/>
                  </a:lnTo>
                  <a:lnTo>
                    <a:pt x="3200" y="979906"/>
                  </a:lnTo>
                  <a:lnTo>
                    <a:pt x="0" y="1027684"/>
                  </a:lnTo>
                  <a:lnTo>
                    <a:pt x="3098" y="1073988"/>
                  </a:lnTo>
                  <a:lnTo>
                    <a:pt x="12509" y="1121498"/>
                  </a:lnTo>
                  <a:lnTo>
                    <a:pt x="27495" y="1165225"/>
                  </a:lnTo>
                  <a:lnTo>
                    <a:pt x="47726" y="1206246"/>
                  </a:lnTo>
                  <a:lnTo>
                    <a:pt x="72771" y="1244104"/>
                  </a:lnTo>
                  <a:lnTo>
                    <a:pt x="102196" y="1278356"/>
                  </a:lnTo>
                  <a:lnTo>
                    <a:pt x="135559" y="1308569"/>
                  </a:lnTo>
                  <a:lnTo>
                    <a:pt x="172427" y="1334274"/>
                  </a:lnTo>
                  <a:lnTo>
                    <a:pt x="212382" y="1355051"/>
                  </a:lnTo>
                  <a:lnTo>
                    <a:pt x="254965" y="1370444"/>
                  </a:lnTo>
                  <a:lnTo>
                    <a:pt x="256159" y="1370711"/>
                  </a:lnTo>
                  <a:lnTo>
                    <a:pt x="256159" y="1505534"/>
                  </a:lnTo>
                  <a:lnTo>
                    <a:pt x="198932" y="1529651"/>
                  </a:lnTo>
                  <a:lnTo>
                    <a:pt x="163207" y="1555445"/>
                  </a:lnTo>
                  <a:lnTo>
                    <a:pt x="132422" y="1587017"/>
                  </a:lnTo>
                  <a:lnTo>
                    <a:pt x="107251" y="1623644"/>
                  </a:lnTo>
                  <a:lnTo>
                    <a:pt x="88417" y="1664627"/>
                  </a:lnTo>
                  <a:lnTo>
                    <a:pt x="76606" y="1709254"/>
                  </a:lnTo>
                  <a:lnTo>
                    <a:pt x="72517" y="1756791"/>
                  </a:lnTo>
                  <a:lnTo>
                    <a:pt x="76606" y="1803514"/>
                  </a:lnTo>
                  <a:lnTo>
                    <a:pt x="88417" y="1847481"/>
                  </a:lnTo>
                  <a:lnTo>
                    <a:pt x="107251" y="1887982"/>
                  </a:lnTo>
                  <a:lnTo>
                    <a:pt x="132422" y="1924265"/>
                  </a:lnTo>
                  <a:lnTo>
                    <a:pt x="163207" y="1955596"/>
                  </a:lnTo>
                  <a:lnTo>
                    <a:pt x="198932" y="1981263"/>
                  </a:lnTo>
                  <a:lnTo>
                    <a:pt x="238874" y="2000491"/>
                  </a:lnTo>
                  <a:lnTo>
                    <a:pt x="282359" y="2012581"/>
                  </a:lnTo>
                  <a:lnTo>
                    <a:pt x="328676" y="2016760"/>
                  </a:lnTo>
                  <a:lnTo>
                    <a:pt x="373405" y="2012581"/>
                  </a:lnTo>
                  <a:lnTo>
                    <a:pt x="415836" y="2000491"/>
                  </a:lnTo>
                  <a:lnTo>
                    <a:pt x="455168" y="1981263"/>
                  </a:lnTo>
                  <a:lnTo>
                    <a:pt x="490613" y="1955596"/>
                  </a:lnTo>
                  <a:lnTo>
                    <a:pt x="521373" y="1924265"/>
                  </a:lnTo>
                  <a:lnTo>
                    <a:pt x="546671" y="1887982"/>
                  </a:lnTo>
                  <a:lnTo>
                    <a:pt x="565721" y="1847481"/>
                  </a:lnTo>
                  <a:lnTo>
                    <a:pt x="577735" y="1803514"/>
                  </a:lnTo>
                  <a:lnTo>
                    <a:pt x="581914" y="1756791"/>
                  </a:lnTo>
                  <a:lnTo>
                    <a:pt x="577926" y="1709254"/>
                  </a:lnTo>
                  <a:lnTo>
                    <a:pt x="566394" y="1664627"/>
                  </a:lnTo>
                  <a:lnTo>
                    <a:pt x="556844" y="1643380"/>
                  </a:lnTo>
                  <a:lnTo>
                    <a:pt x="547979" y="1623644"/>
                  </a:lnTo>
                  <a:lnTo>
                    <a:pt x="523303" y="1587017"/>
                  </a:lnTo>
                  <a:lnTo>
                    <a:pt x="493014" y="1555445"/>
                  </a:lnTo>
                  <a:lnTo>
                    <a:pt x="457771" y="1529651"/>
                  </a:lnTo>
                  <a:lnTo>
                    <a:pt x="436499" y="1519275"/>
                  </a:lnTo>
                  <a:lnTo>
                    <a:pt x="436499" y="1756791"/>
                  </a:lnTo>
                  <a:lnTo>
                    <a:pt x="428256" y="1800542"/>
                  </a:lnTo>
                  <a:lnTo>
                    <a:pt x="405536" y="1835632"/>
                  </a:lnTo>
                  <a:lnTo>
                    <a:pt x="371348" y="1858949"/>
                  </a:lnTo>
                  <a:lnTo>
                    <a:pt x="328676" y="1867408"/>
                  </a:lnTo>
                  <a:lnTo>
                    <a:pt x="284416" y="1858949"/>
                  </a:lnTo>
                  <a:lnTo>
                    <a:pt x="249491" y="1835632"/>
                  </a:lnTo>
                  <a:lnTo>
                    <a:pt x="226555" y="1800542"/>
                  </a:lnTo>
                  <a:lnTo>
                    <a:pt x="218313" y="1756791"/>
                  </a:lnTo>
                  <a:lnTo>
                    <a:pt x="226555" y="1711426"/>
                  </a:lnTo>
                  <a:lnTo>
                    <a:pt x="249491" y="1675511"/>
                  </a:lnTo>
                  <a:lnTo>
                    <a:pt x="284416" y="1651889"/>
                  </a:lnTo>
                  <a:lnTo>
                    <a:pt x="328676" y="1643380"/>
                  </a:lnTo>
                  <a:lnTo>
                    <a:pt x="370103" y="1651889"/>
                  </a:lnTo>
                  <a:lnTo>
                    <a:pt x="404444" y="1675511"/>
                  </a:lnTo>
                  <a:lnTo>
                    <a:pt x="427837" y="1711426"/>
                  </a:lnTo>
                  <a:lnTo>
                    <a:pt x="436499" y="1756791"/>
                  </a:lnTo>
                  <a:lnTo>
                    <a:pt x="436499" y="1519275"/>
                  </a:lnTo>
                  <a:lnTo>
                    <a:pt x="418198" y="1510334"/>
                  </a:lnTo>
                  <a:lnTo>
                    <a:pt x="401574" y="1505686"/>
                  </a:lnTo>
                  <a:lnTo>
                    <a:pt x="401574" y="1378153"/>
                  </a:lnTo>
                  <a:lnTo>
                    <a:pt x="480225" y="1355051"/>
                  </a:lnTo>
                  <a:lnTo>
                    <a:pt x="520153" y="1334274"/>
                  </a:lnTo>
                  <a:lnTo>
                    <a:pt x="556983" y="1308569"/>
                  </a:lnTo>
                  <a:lnTo>
                    <a:pt x="590321" y="1278356"/>
                  </a:lnTo>
                  <a:lnTo>
                    <a:pt x="605434" y="1260741"/>
                  </a:lnTo>
                  <a:lnTo>
                    <a:pt x="746163" y="1346606"/>
                  </a:lnTo>
                  <a:lnTo>
                    <a:pt x="739597" y="1384388"/>
                  </a:lnTo>
                  <a:lnTo>
                    <a:pt x="739609" y="1430058"/>
                  </a:lnTo>
                  <a:lnTo>
                    <a:pt x="747903" y="1475994"/>
                  </a:lnTo>
                  <a:lnTo>
                    <a:pt x="765708" y="1523339"/>
                  </a:lnTo>
                  <a:lnTo>
                    <a:pt x="791057" y="1564932"/>
                  </a:lnTo>
                  <a:lnTo>
                    <a:pt x="822909" y="1600225"/>
                  </a:lnTo>
                  <a:lnTo>
                    <a:pt x="860272" y="1628660"/>
                  </a:lnTo>
                  <a:lnTo>
                    <a:pt x="902131" y="1649653"/>
                  </a:lnTo>
                  <a:lnTo>
                    <a:pt x="947483" y="1662671"/>
                  </a:lnTo>
                  <a:lnTo>
                    <a:pt x="995299" y="1667129"/>
                  </a:lnTo>
                  <a:lnTo>
                    <a:pt x="1010970" y="1666163"/>
                  </a:lnTo>
                  <a:lnTo>
                    <a:pt x="1027201" y="1663801"/>
                  </a:lnTo>
                  <a:lnTo>
                    <a:pt x="1043482" y="1660918"/>
                  </a:lnTo>
                  <a:lnTo>
                    <a:pt x="1059307" y="1658366"/>
                  </a:lnTo>
                  <a:lnTo>
                    <a:pt x="1106716" y="1640027"/>
                  </a:lnTo>
                  <a:lnTo>
                    <a:pt x="1148410" y="1612747"/>
                  </a:lnTo>
                  <a:lnTo>
                    <a:pt x="1184122" y="1577606"/>
                  </a:lnTo>
                  <a:lnTo>
                    <a:pt x="1213612" y="1535684"/>
                  </a:lnTo>
                  <a:lnTo>
                    <a:pt x="1234808" y="1488960"/>
                  </a:lnTo>
                  <a:lnTo>
                    <a:pt x="1245882" y="1439443"/>
                  </a:lnTo>
                  <a:lnTo>
                    <a:pt x="1246479" y="1396771"/>
                  </a:lnTo>
                  <a:lnTo>
                    <a:pt x="1246593" y="138879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922779" y="5175325"/>
            <a:ext cx="1047750" cy="666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dirty="0" sz="2200" spc="280" b="1">
                <a:solidFill>
                  <a:srgbClr val="040430"/>
                </a:solidFill>
                <a:latin typeface="Calibri"/>
                <a:cs typeface="Calibri"/>
              </a:rPr>
              <a:t>Kafka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000" spc="235" i="1">
                <a:solidFill>
                  <a:srgbClr val="040430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464305" y="3587369"/>
            <a:ext cx="988060" cy="784860"/>
            <a:chOff x="3464305" y="3587369"/>
            <a:chExt cx="988060" cy="784860"/>
          </a:xfrm>
        </p:grpSpPr>
        <p:sp>
          <p:nvSpPr>
            <p:cNvPr id="13" name="object 13" descr=""/>
            <p:cNvSpPr/>
            <p:nvPr/>
          </p:nvSpPr>
          <p:spPr>
            <a:xfrm>
              <a:off x="3512057" y="3790061"/>
              <a:ext cx="893444" cy="3175"/>
            </a:xfrm>
            <a:custGeom>
              <a:avLst/>
              <a:gdLst/>
              <a:ahLst/>
              <a:cxnLst/>
              <a:rect l="l" t="t" r="r" b="b"/>
              <a:pathLst>
                <a:path w="893445" h="3175">
                  <a:moveTo>
                    <a:pt x="893190" y="0"/>
                  </a:moveTo>
                  <a:lnTo>
                    <a:pt x="0" y="3175"/>
                  </a:lnTo>
                </a:path>
              </a:pathLst>
            </a:custGeom>
            <a:ln w="76200">
              <a:solidFill>
                <a:srgbClr val="0CB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32782" y="3625469"/>
              <a:ext cx="181610" cy="327025"/>
            </a:xfrm>
            <a:custGeom>
              <a:avLst/>
              <a:gdLst/>
              <a:ahLst/>
              <a:cxnLst/>
              <a:rect l="l" t="t" r="r" b="b"/>
              <a:pathLst>
                <a:path w="181610" h="327025">
                  <a:moveTo>
                    <a:pt x="0" y="0"/>
                  </a:moveTo>
                  <a:lnTo>
                    <a:pt x="181101" y="165100"/>
                  </a:lnTo>
                  <a:lnTo>
                    <a:pt x="0" y="327025"/>
                  </a:lnTo>
                </a:path>
              </a:pathLst>
            </a:custGeom>
            <a:ln w="76200">
              <a:solidFill>
                <a:srgbClr val="0CB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11041" y="4166108"/>
              <a:ext cx="893444" cy="3810"/>
            </a:xfrm>
            <a:custGeom>
              <a:avLst/>
              <a:gdLst/>
              <a:ahLst/>
              <a:cxnLst/>
              <a:rect l="l" t="t" r="r" b="b"/>
              <a:pathLst>
                <a:path w="893445" h="3810">
                  <a:moveTo>
                    <a:pt x="0" y="3301"/>
                  </a:moveTo>
                  <a:lnTo>
                    <a:pt x="893191" y="0"/>
                  </a:lnTo>
                </a:path>
              </a:pathLst>
            </a:custGeom>
            <a:ln w="76199">
              <a:solidFill>
                <a:srgbClr val="0CB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502405" y="4006850"/>
              <a:ext cx="180975" cy="327025"/>
            </a:xfrm>
            <a:custGeom>
              <a:avLst/>
              <a:gdLst/>
              <a:ahLst/>
              <a:cxnLst/>
              <a:rect l="l" t="t" r="r" b="b"/>
              <a:pathLst>
                <a:path w="180975" h="327025">
                  <a:moveTo>
                    <a:pt x="180975" y="327025"/>
                  </a:moveTo>
                  <a:lnTo>
                    <a:pt x="0" y="161925"/>
                  </a:lnTo>
                  <a:lnTo>
                    <a:pt x="180975" y="0"/>
                  </a:lnTo>
                </a:path>
              </a:pathLst>
            </a:custGeom>
            <a:ln w="76200">
              <a:solidFill>
                <a:srgbClr val="0CB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350120" y="3712590"/>
            <a:ext cx="225996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9" b="1">
                <a:solidFill>
                  <a:srgbClr val="040430"/>
                </a:solidFill>
                <a:latin typeface="Calibri"/>
                <a:cs typeface="Calibri"/>
              </a:rPr>
              <a:t>Capture</a:t>
            </a:r>
            <a:r>
              <a:rPr dirty="0" sz="1800" spc="135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180" b="1">
                <a:solidFill>
                  <a:srgbClr val="040430"/>
                </a:solidFill>
                <a:latin typeface="Calibri"/>
                <a:cs typeface="Calibri"/>
              </a:rPr>
              <a:t>events,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235" b="1">
                <a:solidFill>
                  <a:srgbClr val="040430"/>
                </a:solidFill>
                <a:latin typeface="Calibri"/>
                <a:cs typeface="Calibri"/>
              </a:rPr>
              <a:t>launch</a:t>
            </a:r>
            <a:r>
              <a:rPr dirty="0" sz="1800" spc="125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040430"/>
                </a:solidFill>
                <a:latin typeface="Calibri"/>
                <a:cs typeface="Calibri"/>
              </a:rPr>
              <a:t>connectors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350120" y="5379542"/>
            <a:ext cx="254000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29" b="1">
                <a:solidFill>
                  <a:srgbClr val="040430"/>
                </a:solidFill>
                <a:latin typeface="Calibri"/>
                <a:cs typeface="Calibri"/>
              </a:rPr>
              <a:t>Perform</a:t>
            </a:r>
            <a:r>
              <a:rPr dirty="0" sz="1800" spc="105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220" b="1">
                <a:solidFill>
                  <a:srgbClr val="040430"/>
                </a:solidFill>
                <a:latin typeface="Calibri"/>
                <a:cs typeface="Calibri"/>
              </a:rPr>
              <a:t>continuous </a:t>
            </a:r>
            <a:r>
              <a:rPr dirty="0" sz="1800" spc="195" b="1">
                <a:solidFill>
                  <a:srgbClr val="040430"/>
                </a:solidFill>
                <a:latin typeface="Calibri"/>
                <a:cs typeface="Calibri"/>
              </a:rPr>
              <a:t>transformations </a:t>
            </a:r>
            <a:r>
              <a:rPr dirty="0" sz="1800" spc="185">
                <a:solidFill>
                  <a:srgbClr val="040430"/>
                </a:solidFill>
                <a:latin typeface="Calibri"/>
                <a:cs typeface="Calibri"/>
              </a:rPr>
              <a:t>(aggregate,</a:t>
            </a:r>
            <a:r>
              <a:rPr dirty="0" sz="1800" spc="105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040430"/>
                </a:solidFill>
                <a:latin typeface="Calibri"/>
                <a:cs typeface="Calibri"/>
              </a:rPr>
              <a:t>filter,</a:t>
            </a:r>
            <a:r>
              <a:rPr dirty="0" sz="1800" spc="125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040430"/>
                </a:solidFill>
                <a:latin typeface="Calibri"/>
                <a:cs typeface="Calibri"/>
              </a:rPr>
              <a:t>join)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350120" y="7192517"/>
            <a:ext cx="23844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20" b="1">
                <a:solidFill>
                  <a:srgbClr val="040430"/>
                </a:solidFill>
                <a:latin typeface="Calibri"/>
                <a:cs typeface="Calibri"/>
              </a:rPr>
              <a:t>Create</a:t>
            </a:r>
            <a:r>
              <a:rPr dirty="0" sz="1800" spc="11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190" b="1">
                <a:solidFill>
                  <a:srgbClr val="040430"/>
                </a:solidFill>
                <a:latin typeface="Calibri"/>
                <a:cs typeface="Calibri"/>
              </a:rPr>
              <a:t>materialized </a:t>
            </a:r>
            <a:r>
              <a:rPr dirty="0" sz="1800" spc="215" b="1">
                <a:solidFill>
                  <a:srgbClr val="040430"/>
                </a:solidFill>
                <a:latin typeface="Calibri"/>
                <a:cs typeface="Calibri"/>
              </a:rPr>
              <a:t>views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350120" y="8727693"/>
            <a:ext cx="26695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040430"/>
                </a:solidFill>
                <a:latin typeface="Calibri"/>
                <a:cs typeface="Calibri"/>
              </a:rPr>
              <a:t>Serve</a:t>
            </a:r>
            <a:r>
              <a:rPr dirty="0" sz="1800" spc="10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040430"/>
                </a:solidFill>
                <a:latin typeface="Calibri"/>
                <a:cs typeface="Calibri"/>
              </a:rPr>
              <a:t>lookups</a:t>
            </a:r>
            <a:r>
              <a:rPr dirty="0" sz="1800" spc="114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220" b="1">
                <a:solidFill>
                  <a:srgbClr val="040430"/>
                </a:solidFill>
                <a:latin typeface="Calibri"/>
                <a:cs typeface="Calibri"/>
              </a:rPr>
              <a:t>against </a:t>
            </a:r>
            <a:r>
              <a:rPr dirty="0" sz="1800" spc="200" b="1">
                <a:solidFill>
                  <a:srgbClr val="040430"/>
                </a:solidFill>
                <a:latin typeface="Calibri"/>
                <a:cs typeface="Calibri"/>
              </a:rPr>
              <a:t>materialized</a:t>
            </a:r>
            <a:r>
              <a:rPr dirty="0" sz="1800" spc="160" b="1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040430"/>
                </a:solidFill>
                <a:latin typeface="Calibri"/>
                <a:cs typeface="Calibri"/>
              </a:rPr>
              <a:t>views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2412091" y="3209035"/>
            <a:ext cx="4627880" cy="6341110"/>
            <a:chOff x="12412091" y="3209035"/>
            <a:chExt cx="4627880" cy="6341110"/>
          </a:xfrm>
        </p:grpSpPr>
        <p:sp>
          <p:nvSpPr>
            <p:cNvPr id="22" name="object 22" descr=""/>
            <p:cNvSpPr/>
            <p:nvPr/>
          </p:nvSpPr>
          <p:spPr>
            <a:xfrm>
              <a:off x="12412091" y="5163819"/>
              <a:ext cx="4627880" cy="1789430"/>
            </a:xfrm>
            <a:custGeom>
              <a:avLst/>
              <a:gdLst/>
              <a:ahLst/>
              <a:cxnLst/>
              <a:rect l="l" t="t" r="r" b="b"/>
              <a:pathLst>
                <a:path w="4627880" h="1789429">
                  <a:moveTo>
                    <a:pt x="4627626" y="0"/>
                  </a:moveTo>
                  <a:lnTo>
                    <a:pt x="0" y="0"/>
                  </a:lnTo>
                  <a:lnTo>
                    <a:pt x="0" y="1789176"/>
                  </a:lnTo>
                  <a:lnTo>
                    <a:pt x="4627626" y="1789176"/>
                  </a:lnTo>
                  <a:lnTo>
                    <a:pt x="4627626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33808" y="5240527"/>
              <a:ext cx="4172204" cy="152107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412091" y="6952869"/>
              <a:ext cx="4627880" cy="1789430"/>
            </a:xfrm>
            <a:custGeom>
              <a:avLst/>
              <a:gdLst/>
              <a:ahLst/>
              <a:cxnLst/>
              <a:rect l="l" t="t" r="r" b="b"/>
              <a:pathLst>
                <a:path w="4627880" h="1789429">
                  <a:moveTo>
                    <a:pt x="4627880" y="0"/>
                  </a:moveTo>
                  <a:lnTo>
                    <a:pt x="0" y="0"/>
                  </a:lnTo>
                  <a:lnTo>
                    <a:pt x="0" y="1789175"/>
                  </a:lnTo>
                  <a:lnTo>
                    <a:pt x="4627880" y="1789175"/>
                  </a:lnTo>
                  <a:lnTo>
                    <a:pt x="462788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68987" y="7043673"/>
              <a:ext cx="4361688" cy="131318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2412091" y="8626119"/>
              <a:ext cx="4627880" cy="923925"/>
            </a:xfrm>
            <a:custGeom>
              <a:avLst/>
              <a:gdLst/>
              <a:ahLst/>
              <a:cxnLst/>
              <a:rect l="l" t="t" r="r" b="b"/>
              <a:pathLst>
                <a:path w="4627880" h="923925">
                  <a:moveTo>
                    <a:pt x="4627880" y="0"/>
                  </a:moveTo>
                  <a:lnTo>
                    <a:pt x="0" y="0"/>
                  </a:lnTo>
                  <a:lnTo>
                    <a:pt x="0" y="923404"/>
                  </a:lnTo>
                  <a:lnTo>
                    <a:pt x="4627880" y="923404"/>
                  </a:lnTo>
                  <a:lnTo>
                    <a:pt x="462788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02591" y="8742552"/>
              <a:ext cx="2781808" cy="64623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2412091" y="3209035"/>
              <a:ext cx="4627880" cy="1955164"/>
            </a:xfrm>
            <a:custGeom>
              <a:avLst/>
              <a:gdLst/>
              <a:ahLst/>
              <a:cxnLst/>
              <a:rect l="l" t="t" r="r" b="b"/>
              <a:pathLst>
                <a:path w="4627880" h="1955164">
                  <a:moveTo>
                    <a:pt x="4627753" y="0"/>
                  </a:moveTo>
                  <a:lnTo>
                    <a:pt x="0" y="0"/>
                  </a:lnTo>
                  <a:lnTo>
                    <a:pt x="0" y="1954783"/>
                  </a:lnTo>
                  <a:lnTo>
                    <a:pt x="4627753" y="1954783"/>
                  </a:lnTo>
                  <a:lnTo>
                    <a:pt x="462775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23902" y="3245738"/>
              <a:ext cx="4580128" cy="1597152"/>
            </a:xfrm>
            <a:prstGeom prst="rect">
              <a:avLst/>
            </a:prstGeom>
          </p:spPr>
        </p:pic>
      </p:grpSp>
      <p:sp>
        <p:nvSpPr>
          <p:cNvPr id="30" name="object 30" descr=""/>
          <p:cNvSpPr/>
          <p:nvPr/>
        </p:nvSpPr>
        <p:spPr>
          <a:xfrm>
            <a:off x="914006" y="6397625"/>
            <a:ext cx="3050540" cy="777240"/>
          </a:xfrm>
          <a:custGeom>
            <a:avLst/>
            <a:gdLst/>
            <a:ahLst/>
            <a:cxnLst/>
            <a:rect l="l" t="t" r="r" b="b"/>
            <a:pathLst>
              <a:path w="3050540" h="777240">
                <a:moveTo>
                  <a:pt x="2920504" y="0"/>
                </a:moveTo>
                <a:lnTo>
                  <a:pt x="129540" y="0"/>
                </a:lnTo>
                <a:lnTo>
                  <a:pt x="79118" y="10185"/>
                </a:lnTo>
                <a:lnTo>
                  <a:pt x="37942" y="37957"/>
                </a:lnTo>
                <a:lnTo>
                  <a:pt x="10180" y="79134"/>
                </a:lnTo>
                <a:lnTo>
                  <a:pt x="0" y="129539"/>
                </a:lnTo>
                <a:lnTo>
                  <a:pt x="0" y="647700"/>
                </a:lnTo>
                <a:lnTo>
                  <a:pt x="10180" y="698158"/>
                </a:lnTo>
                <a:lnTo>
                  <a:pt x="37942" y="739330"/>
                </a:lnTo>
                <a:lnTo>
                  <a:pt x="79118" y="767072"/>
                </a:lnTo>
                <a:lnTo>
                  <a:pt x="129540" y="777239"/>
                </a:lnTo>
                <a:lnTo>
                  <a:pt x="2920504" y="777239"/>
                </a:lnTo>
                <a:lnTo>
                  <a:pt x="2970963" y="767072"/>
                </a:lnTo>
                <a:lnTo>
                  <a:pt x="3012135" y="739330"/>
                </a:lnTo>
                <a:lnTo>
                  <a:pt x="3039876" y="698158"/>
                </a:lnTo>
                <a:lnTo>
                  <a:pt x="3050044" y="647700"/>
                </a:lnTo>
                <a:lnTo>
                  <a:pt x="3050044" y="129539"/>
                </a:lnTo>
                <a:lnTo>
                  <a:pt x="3039876" y="79134"/>
                </a:lnTo>
                <a:lnTo>
                  <a:pt x="3012135" y="37957"/>
                </a:lnTo>
                <a:lnTo>
                  <a:pt x="2970963" y="10185"/>
                </a:lnTo>
                <a:lnTo>
                  <a:pt x="2920504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806955" y="6626733"/>
            <a:ext cx="1264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4" b="1">
                <a:solidFill>
                  <a:srgbClr val="FFFFFF"/>
                </a:solidFill>
                <a:latin typeface="Calibri"/>
                <a:cs typeface="Calibri"/>
              </a:rPr>
              <a:t>Transform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4426077" y="6397625"/>
            <a:ext cx="3050540" cy="777240"/>
          </a:xfrm>
          <a:custGeom>
            <a:avLst/>
            <a:gdLst/>
            <a:ahLst/>
            <a:cxnLst/>
            <a:rect l="l" t="t" r="r" b="b"/>
            <a:pathLst>
              <a:path w="3050540" h="777240">
                <a:moveTo>
                  <a:pt x="2920492" y="0"/>
                </a:moveTo>
                <a:lnTo>
                  <a:pt x="129539" y="0"/>
                </a:lnTo>
                <a:lnTo>
                  <a:pt x="79081" y="10185"/>
                </a:lnTo>
                <a:lnTo>
                  <a:pt x="37909" y="37957"/>
                </a:lnTo>
                <a:lnTo>
                  <a:pt x="10167" y="79134"/>
                </a:lnTo>
                <a:lnTo>
                  <a:pt x="0" y="129539"/>
                </a:lnTo>
                <a:lnTo>
                  <a:pt x="0" y="647700"/>
                </a:lnTo>
                <a:lnTo>
                  <a:pt x="10167" y="698158"/>
                </a:lnTo>
                <a:lnTo>
                  <a:pt x="37909" y="739330"/>
                </a:lnTo>
                <a:lnTo>
                  <a:pt x="79081" y="767072"/>
                </a:lnTo>
                <a:lnTo>
                  <a:pt x="129539" y="777239"/>
                </a:lnTo>
                <a:lnTo>
                  <a:pt x="2920492" y="777239"/>
                </a:lnTo>
                <a:lnTo>
                  <a:pt x="2970950" y="767072"/>
                </a:lnTo>
                <a:lnTo>
                  <a:pt x="3012122" y="739330"/>
                </a:lnTo>
                <a:lnTo>
                  <a:pt x="3039864" y="698158"/>
                </a:lnTo>
                <a:lnTo>
                  <a:pt x="3050031" y="647700"/>
                </a:lnTo>
                <a:lnTo>
                  <a:pt x="3050031" y="129539"/>
                </a:lnTo>
                <a:lnTo>
                  <a:pt x="3039864" y="79134"/>
                </a:lnTo>
                <a:lnTo>
                  <a:pt x="3012122" y="37957"/>
                </a:lnTo>
                <a:lnTo>
                  <a:pt x="2970950" y="10185"/>
                </a:lnTo>
                <a:lnTo>
                  <a:pt x="2920492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5625465" y="6626733"/>
            <a:ext cx="651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0" b="1">
                <a:solidFill>
                  <a:srgbClr val="FFFFFF"/>
                </a:solidFill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914006" y="7330313"/>
            <a:ext cx="3050540" cy="777875"/>
          </a:xfrm>
          <a:custGeom>
            <a:avLst/>
            <a:gdLst/>
            <a:ahLst/>
            <a:cxnLst/>
            <a:rect l="l" t="t" r="r" b="b"/>
            <a:pathLst>
              <a:path w="3050540" h="777875">
                <a:moveTo>
                  <a:pt x="2920504" y="0"/>
                </a:moveTo>
                <a:lnTo>
                  <a:pt x="129540" y="0"/>
                </a:lnTo>
                <a:lnTo>
                  <a:pt x="79118" y="10185"/>
                </a:lnTo>
                <a:lnTo>
                  <a:pt x="37942" y="37957"/>
                </a:lnTo>
                <a:lnTo>
                  <a:pt x="10180" y="79134"/>
                </a:lnTo>
                <a:lnTo>
                  <a:pt x="0" y="129539"/>
                </a:lnTo>
                <a:lnTo>
                  <a:pt x="0" y="647826"/>
                </a:lnTo>
                <a:lnTo>
                  <a:pt x="10180" y="698232"/>
                </a:lnTo>
                <a:lnTo>
                  <a:pt x="37942" y="739409"/>
                </a:lnTo>
                <a:lnTo>
                  <a:pt x="79118" y="767181"/>
                </a:lnTo>
                <a:lnTo>
                  <a:pt x="129540" y="777366"/>
                </a:lnTo>
                <a:lnTo>
                  <a:pt x="2920504" y="777366"/>
                </a:lnTo>
                <a:lnTo>
                  <a:pt x="2970963" y="767181"/>
                </a:lnTo>
                <a:lnTo>
                  <a:pt x="3012135" y="739409"/>
                </a:lnTo>
                <a:lnTo>
                  <a:pt x="3039876" y="698232"/>
                </a:lnTo>
                <a:lnTo>
                  <a:pt x="3050044" y="647826"/>
                </a:lnTo>
                <a:lnTo>
                  <a:pt x="3050044" y="129539"/>
                </a:lnTo>
                <a:lnTo>
                  <a:pt x="3039876" y="79134"/>
                </a:lnTo>
                <a:lnTo>
                  <a:pt x="3012135" y="37957"/>
                </a:lnTo>
                <a:lnTo>
                  <a:pt x="2970963" y="10185"/>
                </a:lnTo>
                <a:lnTo>
                  <a:pt x="2920504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2175764" y="7559420"/>
            <a:ext cx="525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5" b="1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4426077" y="7330313"/>
            <a:ext cx="3050540" cy="777875"/>
          </a:xfrm>
          <a:custGeom>
            <a:avLst/>
            <a:gdLst/>
            <a:ahLst/>
            <a:cxnLst/>
            <a:rect l="l" t="t" r="r" b="b"/>
            <a:pathLst>
              <a:path w="3050540" h="777875">
                <a:moveTo>
                  <a:pt x="2920492" y="0"/>
                </a:moveTo>
                <a:lnTo>
                  <a:pt x="129539" y="0"/>
                </a:lnTo>
                <a:lnTo>
                  <a:pt x="79081" y="10185"/>
                </a:lnTo>
                <a:lnTo>
                  <a:pt x="37909" y="37957"/>
                </a:lnTo>
                <a:lnTo>
                  <a:pt x="10167" y="79134"/>
                </a:lnTo>
                <a:lnTo>
                  <a:pt x="0" y="129539"/>
                </a:lnTo>
                <a:lnTo>
                  <a:pt x="0" y="647826"/>
                </a:lnTo>
                <a:lnTo>
                  <a:pt x="10167" y="698232"/>
                </a:lnTo>
                <a:lnTo>
                  <a:pt x="37909" y="739409"/>
                </a:lnTo>
                <a:lnTo>
                  <a:pt x="79081" y="767181"/>
                </a:lnTo>
                <a:lnTo>
                  <a:pt x="129539" y="777366"/>
                </a:lnTo>
                <a:lnTo>
                  <a:pt x="2920492" y="777366"/>
                </a:lnTo>
                <a:lnTo>
                  <a:pt x="2970950" y="767181"/>
                </a:lnTo>
                <a:lnTo>
                  <a:pt x="3012122" y="739409"/>
                </a:lnTo>
                <a:lnTo>
                  <a:pt x="3039864" y="698232"/>
                </a:lnTo>
                <a:lnTo>
                  <a:pt x="3050031" y="647826"/>
                </a:lnTo>
                <a:lnTo>
                  <a:pt x="3050031" y="129539"/>
                </a:lnTo>
                <a:lnTo>
                  <a:pt x="3039864" y="79134"/>
                </a:lnTo>
                <a:lnTo>
                  <a:pt x="3012122" y="37957"/>
                </a:lnTo>
                <a:lnTo>
                  <a:pt x="2970950" y="10185"/>
                </a:lnTo>
                <a:lnTo>
                  <a:pt x="2920492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5296280" y="7559420"/>
            <a:ext cx="1310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0" b="1">
                <a:solidFill>
                  <a:srgbClr val="FFFFFF"/>
                </a:solidFill>
                <a:latin typeface="Calibri"/>
                <a:cs typeface="Calibri"/>
              </a:rPr>
              <a:t>Aggregate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914006" y="8263128"/>
            <a:ext cx="3050540" cy="777240"/>
          </a:xfrm>
          <a:custGeom>
            <a:avLst/>
            <a:gdLst/>
            <a:ahLst/>
            <a:cxnLst/>
            <a:rect l="l" t="t" r="r" b="b"/>
            <a:pathLst>
              <a:path w="3050540" h="777240">
                <a:moveTo>
                  <a:pt x="2920504" y="0"/>
                </a:moveTo>
                <a:lnTo>
                  <a:pt x="129540" y="0"/>
                </a:lnTo>
                <a:lnTo>
                  <a:pt x="79118" y="10167"/>
                </a:lnTo>
                <a:lnTo>
                  <a:pt x="37942" y="37909"/>
                </a:lnTo>
                <a:lnTo>
                  <a:pt x="10180" y="79081"/>
                </a:lnTo>
                <a:lnTo>
                  <a:pt x="0" y="129540"/>
                </a:lnTo>
                <a:lnTo>
                  <a:pt x="0" y="647700"/>
                </a:lnTo>
                <a:lnTo>
                  <a:pt x="10180" y="698105"/>
                </a:lnTo>
                <a:lnTo>
                  <a:pt x="37942" y="739282"/>
                </a:lnTo>
                <a:lnTo>
                  <a:pt x="79118" y="767054"/>
                </a:lnTo>
                <a:lnTo>
                  <a:pt x="129540" y="777240"/>
                </a:lnTo>
                <a:lnTo>
                  <a:pt x="2920504" y="777240"/>
                </a:lnTo>
                <a:lnTo>
                  <a:pt x="2970963" y="767054"/>
                </a:lnTo>
                <a:lnTo>
                  <a:pt x="3012135" y="739282"/>
                </a:lnTo>
                <a:lnTo>
                  <a:pt x="3039876" y="698105"/>
                </a:lnTo>
                <a:lnTo>
                  <a:pt x="3050044" y="647700"/>
                </a:lnTo>
                <a:lnTo>
                  <a:pt x="3050044" y="129540"/>
                </a:lnTo>
                <a:lnTo>
                  <a:pt x="3039876" y="79081"/>
                </a:lnTo>
                <a:lnTo>
                  <a:pt x="3012135" y="37909"/>
                </a:lnTo>
                <a:lnTo>
                  <a:pt x="2970963" y="10167"/>
                </a:lnTo>
                <a:lnTo>
                  <a:pt x="2920504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918207" y="8492490"/>
            <a:ext cx="103949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0" b="1">
                <a:solidFill>
                  <a:srgbClr val="FFFFFF"/>
                </a:solidFill>
                <a:latin typeface="Calibri"/>
                <a:cs typeface="Calibri"/>
              </a:rPr>
              <a:t>Window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4426077" y="8263128"/>
            <a:ext cx="3050540" cy="777240"/>
          </a:xfrm>
          <a:custGeom>
            <a:avLst/>
            <a:gdLst/>
            <a:ahLst/>
            <a:cxnLst/>
            <a:rect l="l" t="t" r="r" b="b"/>
            <a:pathLst>
              <a:path w="3050540" h="777240">
                <a:moveTo>
                  <a:pt x="2920492" y="0"/>
                </a:moveTo>
                <a:lnTo>
                  <a:pt x="129539" y="0"/>
                </a:lnTo>
                <a:lnTo>
                  <a:pt x="79081" y="10167"/>
                </a:lnTo>
                <a:lnTo>
                  <a:pt x="37909" y="37909"/>
                </a:lnTo>
                <a:lnTo>
                  <a:pt x="10167" y="79081"/>
                </a:lnTo>
                <a:lnTo>
                  <a:pt x="0" y="129540"/>
                </a:lnTo>
                <a:lnTo>
                  <a:pt x="0" y="647700"/>
                </a:lnTo>
                <a:lnTo>
                  <a:pt x="10167" y="698105"/>
                </a:lnTo>
                <a:lnTo>
                  <a:pt x="37909" y="739282"/>
                </a:lnTo>
                <a:lnTo>
                  <a:pt x="79081" y="767054"/>
                </a:lnTo>
                <a:lnTo>
                  <a:pt x="129539" y="777240"/>
                </a:lnTo>
                <a:lnTo>
                  <a:pt x="2920492" y="777240"/>
                </a:lnTo>
                <a:lnTo>
                  <a:pt x="2970950" y="767054"/>
                </a:lnTo>
                <a:lnTo>
                  <a:pt x="3012122" y="739282"/>
                </a:lnTo>
                <a:lnTo>
                  <a:pt x="3039864" y="698105"/>
                </a:lnTo>
                <a:lnTo>
                  <a:pt x="3050031" y="647700"/>
                </a:lnTo>
                <a:lnTo>
                  <a:pt x="3050031" y="129540"/>
                </a:lnTo>
                <a:lnTo>
                  <a:pt x="3039864" y="79081"/>
                </a:lnTo>
                <a:lnTo>
                  <a:pt x="3012122" y="37909"/>
                </a:lnTo>
                <a:lnTo>
                  <a:pt x="2970950" y="10167"/>
                </a:lnTo>
                <a:lnTo>
                  <a:pt x="2920492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5572125" y="8492490"/>
            <a:ext cx="756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5" b="1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9513569" y="2186076"/>
            <a:ext cx="6569709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345" b="1" i="1">
                <a:solidFill>
                  <a:srgbClr val="0D68BB"/>
                </a:solidFill>
                <a:latin typeface="Calibri"/>
                <a:cs typeface="Calibri"/>
              </a:rPr>
              <a:t>End-</a:t>
            </a:r>
            <a:r>
              <a:rPr dirty="0" sz="2400" spc="225" b="1" i="1">
                <a:solidFill>
                  <a:srgbClr val="0D68BB"/>
                </a:solidFill>
                <a:latin typeface="Calibri"/>
                <a:cs typeface="Calibri"/>
              </a:rPr>
              <a:t>to-</a:t>
            </a:r>
            <a:r>
              <a:rPr dirty="0" sz="2400" spc="405" b="1" i="1">
                <a:solidFill>
                  <a:srgbClr val="0D68BB"/>
                </a:solidFill>
                <a:latin typeface="Calibri"/>
                <a:cs typeface="Calibri"/>
              </a:rPr>
              <a:t>End</a:t>
            </a:r>
            <a:r>
              <a:rPr dirty="0" sz="2400" spc="175" b="1" i="1">
                <a:solidFill>
                  <a:srgbClr val="0D68BB"/>
                </a:solidFill>
                <a:latin typeface="Calibri"/>
                <a:cs typeface="Calibri"/>
              </a:rPr>
              <a:t> </a:t>
            </a:r>
            <a:r>
              <a:rPr dirty="0" sz="2500" spc="-105" b="1" i="1">
                <a:solidFill>
                  <a:srgbClr val="0D68BB"/>
                </a:solidFill>
                <a:latin typeface="Malgun Gothic"/>
                <a:cs typeface="Malgun Gothic"/>
              </a:rPr>
              <a:t>실시간</a:t>
            </a:r>
            <a:r>
              <a:rPr dirty="0" sz="2500" spc="-200" b="1" i="1">
                <a:solidFill>
                  <a:srgbClr val="0D68BB"/>
                </a:solidFill>
                <a:latin typeface="Malgun Gothic"/>
                <a:cs typeface="Malgun Gothic"/>
              </a:rPr>
              <a:t> </a:t>
            </a:r>
            <a:r>
              <a:rPr dirty="0" sz="2500" spc="-100" b="1" i="1">
                <a:solidFill>
                  <a:srgbClr val="0D68BB"/>
                </a:solidFill>
                <a:latin typeface="Malgun Gothic"/>
                <a:cs typeface="Malgun Gothic"/>
              </a:rPr>
              <a:t>데이터</a:t>
            </a:r>
            <a:r>
              <a:rPr dirty="0" sz="2500" spc="-180" b="1" i="1">
                <a:solidFill>
                  <a:srgbClr val="0D68BB"/>
                </a:solidFill>
                <a:latin typeface="Malgun Gothic"/>
                <a:cs typeface="Malgun Gothic"/>
              </a:rPr>
              <a:t> </a:t>
            </a:r>
            <a:r>
              <a:rPr dirty="0" sz="2500" spc="-105" b="1" i="1">
                <a:solidFill>
                  <a:srgbClr val="0D68BB"/>
                </a:solidFill>
                <a:latin typeface="Malgun Gothic"/>
                <a:cs typeface="Malgun Gothic"/>
              </a:rPr>
              <a:t>흐름을</a:t>
            </a:r>
            <a:r>
              <a:rPr dirty="0" sz="2500" spc="-200" b="1" i="1">
                <a:solidFill>
                  <a:srgbClr val="0D68BB"/>
                </a:solidFill>
                <a:latin typeface="Malgun Gothic"/>
                <a:cs typeface="Malgun Gothic"/>
              </a:rPr>
              <a:t> </a:t>
            </a:r>
            <a:r>
              <a:rPr dirty="0" sz="2400" spc="280" b="1" i="1">
                <a:solidFill>
                  <a:srgbClr val="0D68BB"/>
                </a:solidFill>
                <a:latin typeface="Calibri"/>
                <a:cs typeface="Calibri"/>
              </a:rPr>
              <a:t>SQL</a:t>
            </a:r>
            <a:r>
              <a:rPr dirty="0" sz="2500" spc="280" b="1" i="1">
                <a:solidFill>
                  <a:srgbClr val="0D68BB"/>
                </a:solidFill>
                <a:latin typeface="Malgun Gothic"/>
                <a:cs typeface="Malgun Gothic"/>
              </a:rPr>
              <a:t>로</a:t>
            </a:r>
            <a:r>
              <a:rPr dirty="0" sz="2500" spc="-210" b="1" i="1">
                <a:solidFill>
                  <a:srgbClr val="0D68BB"/>
                </a:solidFill>
                <a:latin typeface="Malgun Gothic"/>
                <a:cs typeface="Malgun Gothic"/>
              </a:rPr>
              <a:t> </a:t>
            </a:r>
            <a:r>
              <a:rPr dirty="0" sz="2500" spc="-25" b="1" i="1">
                <a:solidFill>
                  <a:srgbClr val="0D68BB"/>
                </a:solidFill>
                <a:latin typeface="Malgun Gothic"/>
                <a:cs typeface="Malgun Gothic"/>
              </a:rPr>
              <a:t>구현</a:t>
            </a:r>
            <a:endParaRPr sz="2500">
              <a:latin typeface="Malgun Gothic"/>
              <a:cs typeface="Malgun Gothic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4801108" y="2907919"/>
            <a:ext cx="2068830" cy="2014220"/>
            <a:chOff x="4801108" y="2907919"/>
            <a:chExt cx="2068830" cy="2014220"/>
          </a:xfrm>
        </p:grpSpPr>
        <p:pic>
          <p:nvPicPr>
            <p:cNvPr id="44" name="object 4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17464" y="3669792"/>
              <a:ext cx="343026" cy="384047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5539613" y="3583050"/>
              <a:ext cx="835025" cy="929005"/>
            </a:xfrm>
            <a:custGeom>
              <a:avLst/>
              <a:gdLst/>
              <a:ahLst/>
              <a:cxnLst/>
              <a:rect l="l" t="t" r="r" b="b"/>
              <a:pathLst>
                <a:path w="835025" h="929004">
                  <a:moveTo>
                    <a:pt x="834771" y="439039"/>
                  </a:moveTo>
                  <a:lnTo>
                    <a:pt x="780415" y="360553"/>
                  </a:lnTo>
                  <a:lnTo>
                    <a:pt x="769048" y="351624"/>
                  </a:lnTo>
                  <a:lnTo>
                    <a:pt x="453517" y="0"/>
                  </a:lnTo>
                  <a:lnTo>
                    <a:pt x="396748" y="64897"/>
                  </a:lnTo>
                  <a:lnTo>
                    <a:pt x="685761" y="386715"/>
                  </a:lnTo>
                  <a:lnTo>
                    <a:pt x="347078" y="763955"/>
                  </a:lnTo>
                  <a:lnTo>
                    <a:pt x="56769" y="440436"/>
                  </a:lnTo>
                  <a:lnTo>
                    <a:pt x="0" y="503555"/>
                  </a:lnTo>
                  <a:lnTo>
                    <a:pt x="319024" y="858774"/>
                  </a:lnTo>
                  <a:lnTo>
                    <a:pt x="319443" y="858304"/>
                  </a:lnTo>
                  <a:lnTo>
                    <a:pt x="325120" y="867537"/>
                  </a:lnTo>
                  <a:lnTo>
                    <a:pt x="367284" y="914527"/>
                  </a:lnTo>
                  <a:lnTo>
                    <a:pt x="396367" y="929005"/>
                  </a:lnTo>
                  <a:lnTo>
                    <a:pt x="403656" y="928014"/>
                  </a:lnTo>
                  <a:lnTo>
                    <a:pt x="433120" y="899604"/>
                  </a:lnTo>
                  <a:lnTo>
                    <a:pt x="436143" y="882980"/>
                  </a:lnTo>
                  <a:lnTo>
                    <a:pt x="433120" y="866343"/>
                  </a:lnTo>
                  <a:lnTo>
                    <a:pt x="424053" y="851408"/>
                  </a:lnTo>
                  <a:lnTo>
                    <a:pt x="403707" y="828814"/>
                  </a:lnTo>
                  <a:lnTo>
                    <a:pt x="478409" y="745642"/>
                  </a:lnTo>
                  <a:lnTo>
                    <a:pt x="555244" y="831215"/>
                  </a:lnTo>
                  <a:lnTo>
                    <a:pt x="584327" y="844042"/>
                  </a:lnTo>
                  <a:lnTo>
                    <a:pt x="591604" y="843330"/>
                  </a:lnTo>
                  <a:lnTo>
                    <a:pt x="621030" y="816356"/>
                  </a:lnTo>
                  <a:lnTo>
                    <a:pt x="624078" y="799757"/>
                  </a:lnTo>
                  <a:lnTo>
                    <a:pt x="621030" y="783107"/>
                  </a:lnTo>
                  <a:lnTo>
                    <a:pt x="611886" y="768096"/>
                  </a:lnTo>
                  <a:lnTo>
                    <a:pt x="535025" y="682612"/>
                  </a:lnTo>
                  <a:lnTo>
                    <a:pt x="612724" y="596112"/>
                  </a:lnTo>
                  <a:lnTo>
                    <a:pt x="689610" y="681736"/>
                  </a:lnTo>
                  <a:lnTo>
                    <a:pt x="717169" y="696087"/>
                  </a:lnTo>
                  <a:lnTo>
                    <a:pt x="725335" y="695096"/>
                  </a:lnTo>
                  <a:lnTo>
                    <a:pt x="755319" y="666788"/>
                  </a:lnTo>
                  <a:lnTo>
                    <a:pt x="758342" y="650113"/>
                  </a:lnTo>
                  <a:lnTo>
                    <a:pt x="755319" y="633450"/>
                  </a:lnTo>
                  <a:lnTo>
                    <a:pt x="746252" y="618490"/>
                  </a:lnTo>
                  <a:lnTo>
                    <a:pt x="669455" y="532955"/>
                  </a:lnTo>
                  <a:lnTo>
                    <a:pt x="745985" y="447751"/>
                  </a:lnTo>
                  <a:lnTo>
                    <a:pt x="772363" y="476389"/>
                  </a:lnTo>
                  <a:lnTo>
                    <a:pt x="795020" y="483235"/>
                  </a:lnTo>
                  <a:lnTo>
                    <a:pt x="802297" y="482523"/>
                  </a:lnTo>
                  <a:lnTo>
                    <a:pt x="809409" y="480288"/>
                  </a:lnTo>
                  <a:lnTo>
                    <a:pt x="816216" y="476389"/>
                  </a:lnTo>
                  <a:lnTo>
                    <a:pt x="822579" y="470662"/>
                  </a:lnTo>
                  <a:lnTo>
                    <a:pt x="831723" y="455714"/>
                  </a:lnTo>
                  <a:lnTo>
                    <a:pt x="834771" y="43903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5044" y="3321304"/>
              <a:ext cx="326770" cy="36639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5346827" y="3370071"/>
              <a:ext cx="649605" cy="718820"/>
            </a:xfrm>
            <a:custGeom>
              <a:avLst/>
              <a:gdLst/>
              <a:ahLst/>
              <a:cxnLst/>
              <a:rect l="l" t="t" r="r" b="b"/>
              <a:pathLst>
                <a:path w="649604" h="718820">
                  <a:moveTo>
                    <a:pt x="250952" y="653415"/>
                  </a:moveTo>
                  <a:lnTo>
                    <a:pt x="219417" y="615581"/>
                  </a:lnTo>
                  <a:lnTo>
                    <a:pt x="190449" y="575284"/>
                  </a:lnTo>
                  <a:lnTo>
                    <a:pt x="164172" y="532765"/>
                  </a:lnTo>
                  <a:lnTo>
                    <a:pt x="140716" y="488226"/>
                  </a:lnTo>
                  <a:lnTo>
                    <a:pt x="120205" y="441921"/>
                  </a:lnTo>
                  <a:lnTo>
                    <a:pt x="102781" y="394068"/>
                  </a:lnTo>
                  <a:lnTo>
                    <a:pt x="88582" y="344893"/>
                  </a:lnTo>
                  <a:lnTo>
                    <a:pt x="77724" y="294640"/>
                  </a:lnTo>
                  <a:lnTo>
                    <a:pt x="0" y="312674"/>
                  </a:lnTo>
                  <a:lnTo>
                    <a:pt x="10210" y="363347"/>
                  </a:lnTo>
                  <a:lnTo>
                    <a:pt x="23456" y="413029"/>
                  </a:lnTo>
                  <a:lnTo>
                    <a:pt x="39649" y="461556"/>
                  </a:lnTo>
                  <a:lnTo>
                    <a:pt x="58712" y="508749"/>
                  </a:lnTo>
                  <a:lnTo>
                    <a:pt x="80556" y="554418"/>
                  </a:lnTo>
                  <a:lnTo>
                    <a:pt x="105117" y="598398"/>
                  </a:lnTo>
                  <a:lnTo>
                    <a:pt x="132321" y="640486"/>
                  </a:lnTo>
                  <a:lnTo>
                    <a:pt x="162077" y="680516"/>
                  </a:lnTo>
                  <a:lnTo>
                    <a:pt x="194310" y="718312"/>
                  </a:lnTo>
                  <a:lnTo>
                    <a:pt x="250952" y="653415"/>
                  </a:lnTo>
                  <a:close/>
                </a:path>
                <a:path w="649604" h="718820">
                  <a:moveTo>
                    <a:pt x="649224" y="216281"/>
                  </a:moveTo>
                  <a:lnTo>
                    <a:pt x="615226" y="180975"/>
                  </a:lnTo>
                  <a:lnTo>
                    <a:pt x="579247" y="148374"/>
                  </a:lnTo>
                  <a:lnTo>
                    <a:pt x="541439" y="118529"/>
                  </a:lnTo>
                  <a:lnTo>
                    <a:pt x="501942" y="91503"/>
                  </a:lnTo>
                  <a:lnTo>
                    <a:pt x="460946" y="67322"/>
                  </a:lnTo>
                  <a:lnTo>
                    <a:pt x="418592" y="46037"/>
                  </a:lnTo>
                  <a:lnTo>
                    <a:pt x="375031" y="27686"/>
                  </a:lnTo>
                  <a:lnTo>
                    <a:pt x="330441" y="12331"/>
                  </a:lnTo>
                  <a:lnTo>
                    <a:pt x="284988" y="0"/>
                  </a:lnTo>
                  <a:lnTo>
                    <a:pt x="268732" y="88265"/>
                  </a:lnTo>
                  <a:lnTo>
                    <a:pt x="313842" y="100215"/>
                  </a:lnTo>
                  <a:lnTo>
                    <a:pt x="357987" y="115658"/>
                  </a:lnTo>
                  <a:lnTo>
                    <a:pt x="400951" y="134543"/>
                  </a:lnTo>
                  <a:lnTo>
                    <a:pt x="442518" y="156832"/>
                  </a:lnTo>
                  <a:lnTo>
                    <a:pt x="482511" y="182511"/>
                  </a:lnTo>
                  <a:lnTo>
                    <a:pt x="520687" y="211518"/>
                  </a:lnTo>
                  <a:lnTo>
                    <a:pt x="556856" y="243827"/>
                  </a:lnTo>
                  <a:lnTo>
                    <a:pt x="590804" y="279400"/>
                  </a:lnTo>
                  <a:lnTo>
                    <a:pt x="649224" y="21628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801108" y="2907918"/>
              <a:ext cx="2068830" cy="2014220"/>
            </a:xfrm>
            <a:custGeom>
              <a:avLst/>
              <a:gdLst/>
              <a:ahLst/>
              <a:cxnLst/>
              <a:rect l="l" t="t" r="r" b="b"/>
              <a:pathLst>
                <a:path w="2068829" h="2014220">
                  <a:moveTo>
                    <a:pt x="830199" y="86360"/>
                  </a:moveTo>
                  <a:lnTo>
                    <a:pt x="825754" y="59182"/>
                  </a:lnTo>
                  <a:lnTo>
                    <a:pt x="812038" y="54610"/>
                  </a:lnTo>
                  <a:lnTo>
                    <a:pt x="594233" y="0"/>
                  </a:lnTo>
                  <a:lnTo>
                    <a:pt x="580644" y="0"/>
                  </a:lnTo>
                  <a:lnTo>
                    <a:pt x="558038" y="22733"/>
                  </a:lnTo>
                  <a:lnTo>
                    <a:pt x="562483" y="36449"/>
                  </a:lnTo>
                  <a:lnTo>
                    <a:pt x="584644" y="114935"/>
                  </a:lnTo>
                  <a:lnTo>
                    <a:pt x="431038" y="200025"/>
                  </a:lnTo>
                  <a:lnTo>
                    <a:pt x="313055" y="290957"/>
                  </a:lnTo>
                  <a:lnTo>
                    <a:pt x="217805" y="400050"/>
                  </a:lnTo>
                  <a:lnTo>
                    <a:pt x="136144" y="518287"/>
                  </a:lnTo>
                  <a:lnTo>
                    <a:pt x="68072" y="650240"/>
                  </a:lnTo>
                  <a:lnTo>
                    <a:pt x="27178" y="795655"/>
                  </a:lnTo>
                  <a:lnTo>
                    <a:pt x="0" y="945642"/>
                  </a:lnTo>
                  <a:lnTo>
                    <a:pt x="0" y="1022985"/>
                  </a:lnTo>
                  <a:lnTo>
                    <a:pt x="4445" y="1118489"/>
                  </a:lnTo>
                  <a:lnTo>
                    <a:pt x="36195" y="1295781"/>
                  </a:lnTo>
                  <a:lnTo>
                    <a:pt x="68072" y="1382141"/>
                  </a:lnTo>
                  <a:lnTo>
                    <a:pt x="108839" y="1409446"/>
                  </a:lnTo>
                  <a:lnTo>
                    <a:pt x="122428" y="1404874"/>
                  </a:lnTo>
                  <a:lnTo>
                    <a:pt x="140589" y="1395857"/>
                  </a:lnTo>
                  <a:lnTo>
                    <a:pt x="154178" y="1363980"/>
                  </a:lnTo>
                  <a:lnTo>
                    <a:pt x="149733" y="1350391"/>
                  </a:lnTo>
                  <a:lnTo>
                    <a:pt x="117983" y="1268476"/>
                  </a:lnTo>
                  <a:lnTo>
                    <a:pt x="86233" y="1104773"/>
                  </a:lnTo>
                  <a:lnTo>
                    <a:pt x="86233" y="1018413"/>
                  </a:lnTo>
                  <a:lnTo>
                    <a:pt x="90678" y="877443"/>
                  </a:lnTo>
                  <a:lnTo>
                    <a:pt x="172339" y="613791"/>
                  </a:lnTo>
                  <a:lnTo>
                    <a:pt x="322072" y="395605"/>
                  </a:lnTo>
                  <a:lnTo>
                    <a:pt x="530860" y="227330"/>
                  </a:lnTo>
                  <a:lnTo>
                    <a:pt x="606856" y="193548"/>
                  </a:lnTo>
                  <a:lnTo>
                    <a:pt x="621538" y="245491"/>
                  </a:lnTo>
                  <a:lnTo>
                    <a:pt x="630555" y="259207"/>
                  </a:lnTo>
                  <a:lnTo>
                    <a:pt x="657860" y="268224"/>
                  </a:lnTo>
                  <a:lnTo>
                    <a:pt x="671449" y="259207"/>
                  </a:lnTo>
                  <a:lnTo>
                    <a:pt x="821182" y="100076"/>
                  </a:lnTo>
                  <a:lnTo>
                    <a:pt x="830199" y="86360"/>
                  </a:lnTo>
                  <a:close/>
                </a:path>
                <a:path w="2068829" h="2014220">
                  <a:moveTo>
                    <a:pt x="1783207" y="1604645"/>
                  </a:moveTo>
                  <a:lnTo>
                    <a:pt x="1778635" y="1572768"/>
                  </a:lnTo>
                  <a:lnTo>
                    <a:pt x="1769618" y="1559179"/>
                  </a:lnTo>
                  <a:lnTo>
                    <a:pt x="1756016" y="1550035"/>
                  </a:lnTo>
                  <a:lnTo>
                    <a:pt x="1719707" y="1554607"/>
                  </a:lnTo>
                  <a:lnTo>
                    <a:pt x="1706118" y="1563751"/>
                  </a:lnTo>
                  <a:lnTo>
                    <a:pt x="1642491" y="1640967"/>
                  </a:lnTo>
                  <a:lnTo>
                    <a:pt x="1483741" y="1772920"/>
                  </a:lnTo>
                  <a:lnTo>
                    <a:pt x="1302258" y="1868297"/>
                  </a:lnTo>
                  <a:lnTo>
                    <a:pt x="1098042" y="1918335"/>
                  </a:lnTo>
                  <a:lnTo>
                    <a:pt x="989076" y="1922907"/>
                  </a:lnTo>
                  <a:lnTo>
                    <a:pt x="907415" y="1918335"/>
                  </a:lnTo>
                  <a:lnTo>
                    <a:pt x="753110" y="1891030"/>
                  </a:lnTo>
                  <a:lnTo>
                    <a:pt x="607949" y="1841119"/>
                  </a:lnTo>
                  <a:lnTo>
                    <a:pt x="476377" y="1768348"/>
                  </a:lnTo>
                  <a:lnTo>
                    <a:pt x="460616" y="1755216"/>
                  </a:lnTo>
                  <a:lnTo>
                    <a:pt x="508127" y="1704721"/>
                  </a:lnTo>
                  <a:lnTo>
                    <a:pt x="521716" y="1695577"/>
                  </a:lnTo>
                  <a:lnTo>
                    <a:pt x="512699" y="1668272"/>
                  </a:lnTo>
                  <a:lnTo>
                    <a:pt x="499110" y="1659255"/>
                  </a:lnTo>
                  <a:lnTo>
                    <a:pt x="267589" y="1600073"/>
                  </a:lnTo>
                  <a:lnTo>
                    <a:pt x="249428" y="1622806"/>
                  </a:lnTo>
                  <a:lnTo>
                    <a:pt x="249428" y="1636522"/>
                  </a:lnTo>
                  <a:lnTo>
                    <a:pt x="308483" y="1854708"/>
                  </a:lnTo>
                  <a:lnTo>
                    <a:pt x="313055" y="1863852"/>
                  </a:lnTo>
                  <a:lnTo>
                    <a:pt x="340233" y="1872869"/>
                  </a:lnTo>
                  <a:lnTo>
                    <a:pt x="358394" y="1863852"/>
                  </a:lnTo>
                  <a:lnTo>
                    <a:pt x="399630" y="1820024"/>
                  </a:lnTo>
                  <a:lnTo>
                    <a:pt x="426466" y="1841119"/>
                  </a:lnTo>
                  <a:lnTo>
                    <a:pt x="571627" y="1922907"/>
                  </a:lnTo>
                  <a:lnTo>
                    <a:pt x="730504" y="1981962"/>
                  </a:lnTo>
                  <a:lnTo>
                    <a:pt x="898398" y="2009267"/>
                  </a:lnTo>
                  <a:lnTo>
                    <a:pt x="989076" y="2013839"/>
                  </a:lnTo>
                  <a:lnTo>
                    <a:pt x="1107059" y="2009267"/>
                  </a:lnTo>
                  <a:lnTo>
                    <a:pt x="1329436" y="1954784"/>
                  </a:lnTo>
                  <a:lnTo>
                    <a:pt x="1529080" y="1850136"/>
                  </a:lnTo>
                  <a:lnTo>
                    <a:pt x="1706118" y="1709166"/>
                  </a:lnTo>
                  <a:lnTo>
                    <a:pt x="1774190" y="1622806"/>
                  </a:lnTo>
                  <a:lnTo>
                    <a:pt x="1783207" y="1604645"/>
                  </a:lnTo>
                  <a:close/>
                </a:path>
                <a:path w="2068829" h="2014220">
                  <a:moveTo>
                    <a:pt x="2068830" y="1145540"/>
                  </a:moveTo>
                  <a:lnTo>
                    <a:pt x="2064258" y="1122807"/>
                  </a:lnTo>
                  <a:lnTo>
                    <a:pt x="2046097" y="1113790"/>
                  </a:lnTo>
                  <a:lnTo>
                    <a:pt x="1984806" y="1099413"/>
                  </a:lnTo>
                  <a:lnTo>
                    <a:pt x="1987296" y="1082167"/>
                  </a:lnTo>
                  <a:lnTo>
                    <a:pt x="1987296" y="1018413"/>
                  </a:lnTo>
                  <a:lnTo>
                    <a:pt x="1982724" y="923036"/>
                  </a:lnTo>
                  <a:lnTo>
                    <a:pt x="1946402" y="745617"/>
                  </a:lnTo>
                  <a:lnTo>
                    <a:pt x="1882902" y="577469"/>
                  </a:lnTo>
                  <a:lnTo>
                    <a:pt x="1792097" y="427355"/>
                  </a:lnTo>
                  <a:lnTo>
                    <a:pt x="1678686" y="295529"/>
                  </a:lnTo>
                  <a:lnTo>
                    <a:pt x="1542542" y="186436"/>
                  </a:lnTo>
                  <a:lnTo>
                    <a:pt x="1388237" y="100076"/>
                  </a:lnTo>
                  <a:lnTo>
                    <a:pt x="1215898" y="45466"/>
                  </a:lnTo>
                  <a:lnTo>
                    <a:pt x="1129665" y="31877"/>
                  </a:lnTo>
                  <a:lnTo>
                    <a:pt x="1111504" y="27305"/>
                  </a:lnTo>
                  <a:lnTo>
                    <a:pt x="1088771" y="45466"/>
                  </a:lnTo>
                  <a:lnTo>
                    <a:pt x="1084199" y="63627"/>
                  </a:lnTo>
                  <a:lnTo>
                    <a:pt x="1079754" y="81915"/>
                  </a:lnTo>
                  <a:lnTo>
                    <a:pt x="1102360" y="104648"/>
                  </a:lnTo>
                  <a:lnTo>
                    <a:pt x="1125093" y="109093"/>
                  </a:lnTo>
                  <a:lnTo>
                    <a:pt x="1206754" y="122809"/>
                  </a:lnTo>
                  <a:lnTo>
                    <a:pt x="1361059" y="177292"/>
                  </a:lnTo>
                  <a:lnTo>
                    <a:pt x="1501775" y="254635"/>
                  </a:lnTo>
                  <a:lnTo>
                    <a:pt x="1624203" y="354711"/>
                  </a:lnTo>
                  <a:lnTo>
                    <a:pt x="1733169" y="472821"/>
                  </a:lnTo>
                  <a:lnTo>
                    <a:pt x="1814830" y="609219"/>
                  </a:lnTo>
                  <a:lnTo>
                    <a:pt x="1873885" y="763905"/>
                  </a:lnTo>
                  <a:lnTo>
                    <a:pt x="1901063" y="927481"/>
                  </a:lnTo>
                  <a:lnTo>
                    <a:pt x="1905635" y="1013968"/>
                  </a:lnTo>
                  <a:lnTo>
                    <a:pt x="1905635" y="1073023"/>
                  </a:lnTo>
                  <a:lnTo>
                    <a:pt x="1905038" y="1080693"/>
                  </a:lnTo>
                  <a:lnTo>
                    <a:pt x="1832864" y="1063752"/>
                  </a:lnTo>
                  <a:lnTo>
                    <a:pt x="1814690" y="1063752"/>
                  </a:lnTo>
                  <a:lnTo>
                    <a:pt x="1796542" y="1081913"/>
                  </a:lnTo>
                  <a:lnTo>
                    <a:pt x="1796542" y="1100074"/>
                  </a:lnTo>
                  <a:lnTo>
                    <a:pt x="1860042" y="1309243"/>
                  </a:lnTo>
                  <a:lnTo>
                    <a:pt x="1864614" y="1322832"/>
                  </a:lnTo>
                  <a:lnTo>
                    <a:pt x="1891792" y="1327404"/>
                  </a:lnTo>
                  <a:lnTo>
                    <a:pt x="1905508" y="1318260"/>
                  </a:lnTo>
                  <a:lnTo>
                    <a:pt x="2059686" y="1159129"/>
                  </a:lnTo>
                  <a:lnTo>
                    <a:pt x="2068830" y="114554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5137150" y="5175325"/>
            <a:ext cx="1238885" cy="666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95"/>
              </a:spcBef>
            </a:pPr>
            <a:r>
              <a:rPr dirty="0" sz="2200" spc="320" b="1">
                <a:solidFill>
                  <a:srgbClr val="040430"/>
                </a:solidFill>
                <a:latin typeface="Calibri"/>
                <a:cs typeface="Calibri"/>
              </a:rPr>
              <a:t>ksqlDB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000" spc="300" i="1">
                <a:solidFill>
                  <a:srgbClr val="040430"/>
                </a:solidFill>
                <a:latin typeface="Calibri"/>
                <a:cs typeface="Calibri"/>
              </a:rPr>
              <a:t>Compute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525">
                <a:solidFill>
                  <a:srgbClr val="173360"/>
                </a:solidFill>
                <a:latin typeface="Calibri"/>
                <a:cs typeface="Calibri"/>
              </a:rPr>
              <a:t>SIEM</a:t>
            </a:r>
            <a:r>
              <a:rPr dirty="0" spc="24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360"/>
                </a:solidFill>
              </a:rPr>
              <a:t>개선을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위한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처리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049142" y="2821410"/>
            <a:ext cx="16386810" cy="6381115"/>
            <a:chOff x="1049142" y="2821410"/>
            <a:chExt cx="16386810" cy="63811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142" y="2821410"/>
              <a:ext cx="16386311" cy="638107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427861" y="2925063"/>
              <a:ext cx="15554325" cy="5706110"/>
            </a:xfrm>
            <a:custGeom>
              <a:avLst/>
              <a:gdLst/>
              <a:ahLst/>
              <a:cxnLst/>
              <a:rect l="l" t="t" r="r" b="b"/>
              <a:pathLst>
                <a:path w="15554325" h="5706109">
                  <a:moveTo>
                    <a:pt x="15476727" y="0"/>
                  </a:moveTo>
                  <a:lnTo>
                    <a:pt x="77088" y="0"/>
                  </a:lnTo>
                  <a:lnTo>
                    <a:pt x="47095" y="6062"/>
                  </a:lnTo>
                  <a:lnTo>
                    <a:pt x="22590" y="22590"/>
                  </a:lnTo>
                  <a:lnTo>
                    <a:pt x="6062" y="47095"/>
                  </a:lnTo>
                  <a:lnTo>
                    <a:pt x="0" y="77088"/>
                  </a:lnTo>
                  <a:lnTo>
                    <a:pt x="0" y="5628639"/>
                  </a:lnTo>
                  <a:lnTo>
                    <a:pt x="6062" y="5658633"/>
                  </a:lnTo>
                  <a:lnTo>
                    <a:pt x="22590" y="5683138"/>
                  </a:lnTo>
                  <a:lnTo>
                    <a:pt x="47095" y="5699666"/>
                  </a:lnTo>
                  <a:lnTo>
                    <a:pt x="77088" y="5705729"/>
                  </a:lnTo>
                  <a:lnTo>
                    <a:pt x="15476727" y="5705729"/>
                  </a:lnTo>
                  <a:lnTo>
                    <a:pt x="15506721" y="5699666"/>
                  </a:lnTo>
                  <a:lnTo>
                    <a:pt x="15531226" y="5683138"/>
                  </a:lnTo>
                  <a:lnTo>
                    <a:pt x="15547754" y="5658633"/>
                  </a:lnTo>
                  <a:lnTo>
                    <a:pt x="15553817" y="5628639"/>
                  </a:lnTo>
                  <a:lnTo>
                    <a:pt x="15553817" y="77088"/>
                  </a:lnTo>
                  <a:lnTo>
                    <a:pt x="15547754" y="47095"/>
                  </a:lnTo>
                  <a:lnTo>
                    <a:pt x="15531226" y="22590"/>
                  </a:lnTo>
                  <a:lnTo>
                    <a:pt x="15506721" y="6062"/>
                  </a:lnTo>
                  <a:lnTo>
                    <a:pt x="15476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4639" y="4328286"/>
              <a:ext cx="8798052" cy="323481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879598" y="4556251"/>
            <a:ext cx="1771014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70">
                <a:solidFill>
                  <a:srgbClr val="173360"/>
                </a:solidFill>
                <a:latin typeface="Calibri"/>
                <a:cs typeface="Calibri"/>
              </a:rPr>
              <a:t>Application</a:t>
            </a:r>
            <a:r>
              <a:rPr dirty="0" sz="17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700" spc="170">
                <a:solidFill>
                  <a:srgbClr val="173360"/>
                </a:solidFill>
                <a:latin typeface="Calibri"/>
                <a:cs typeface="Calibri"/>
              </a:rPr>
              <a:t>logs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84017" y="5056758"/>
            <a:ext cx="146685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185">
                <a:solidFill>
                  <a:srgbClr val="173360"/>
                </a:solidFill>
                <a:latin typeface="Calibri"/>
                <a:cs typeface="Calibri"/>
              </a:rPr>
              <a:t>Network</a:t>
            </a:r>
            <a:r>
              <a:rPr dirty="0" sz="17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700" spc="165">
                <a:solidFill>
                  <a:srgbClr val="173360"/>
                </a:solidFill>
                <a:latin typeface="Calibri"/>
                <a:cs typeface="Calibri"/>
              </a:rPr>
              <a:t>logs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94101" y="5557520"/>
            <a:ext cx="155575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204">
                <a:solidFill>
                  <a:srgbClr val="173360"/>
                </a:solidFill>
                <a:latin typeface="Calibri"/>
                <a:cs typeface="Calibri"/>
              </a:rPr>
              <a:t>Database</a:t>
            </a:r>
            <a:r>
              <a:rPr dirty="0" sz="1700" spc="1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700" spc="170">
                <a:solidFill>
                  <a:srgbClr val="173360"/>
                </a:solidFill>
                <a:latin typeface="Calibri"/>
                <a:cs typeface="Calibri"/>
              </a:rPr>
              <a:t>logs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05809" y="6167120"/>
            <a:ext cx="84455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285">
                <a:solidFill>
                  <a:srgbClr val="173360"/>
                </a:solidFill>
                <a:latin typeface="Calibri"/>
                <a:cs typeface="Calibri"/>
              </a:rPr>
              <a:t>OS</a:t>
            </a:r>
            <a:r>
              <a:rPr dirty="0" sz="17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700" spc="170">
                <a:solidFill>
                  <a:srgbClr val="173360"/>
                </a:solidFill>
                <a:latin typeface="Calibri"/>
                <a:cs typeface="Calibri"/>
              </a:rPr>
              <a:t>logs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44290" y="6667881"/>
            <a:ext cx="80518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173360"/>
                </a:solidFill>
                <a:latin typeface="Calibri"/>
                <a:cs typeface="Calibri"/>
              </a:rPr>
              <a:t>…</a:t>
            </a:r>
            <a:r>
              <a:rPr dirty="0" sz="1700" spc="-2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700" spc="200">
                <a:solidFill>
                  <a:srgbClr val="173360"/>
                </a:solidFill>
                <a:latin typeface="Calibri"/>
                <a:cs typeface="Calibri"/>
              </a:rPr>
              <a:t>more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150100" y="3203701"/>
            <a:ext cx="3498215" cy="4843145"/>
            <a:chOff x="7150100" y="3203701"/>
            <a:chExt cx="3498215" cy="4843145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93070" y="3476243"/>
              <a:ext cx="554735" cy="55473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6991" y="7166482"/>
              <a:ext cx="554735" cy="55473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93070" y="7220966"/>
              <a:ext cx="554735" cy="55473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68638" y="7495120"/>
              <a:ext cx="551687" cy="55159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50100" y="3513835"/>
              <a:ext cx="588264" cy="58826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66988" y="3203701"/>
              <a:ext cx="554735" cy="554735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7132446" y="4136263"/>
            <a:ext cx="6464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60">
                <a:solidFill>
                  <a:srgbClr val="173360"/>
                </a:solidFill>
                <a:latin typeface="Calibri"/>
                <a:cs typeface="Calibri"/>
              </a:rPr>
              <a:t>Enrich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43619" y="3808857"/>
            <a:ext cx="6019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60">
                <a:solidFill>
                  <a:srgbClr val="173360"/>
                </a:solidFill>
                <a:latin typeface="Calibri"/>
                <a:cs typeface="Calibri"/>
              </a:rPr>
              <a:t>Route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110978" y="4081653"/>
            <a:ext cx="5194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05">
                <a:solidFill>
                  <a:srgbClr val="173360"/>
                </a:solidFill>
                <a:latin typeface="Calibri"/>
                <a:cs typeface="Calibri"/>
              </a:rPr>
              <a:t>Filter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245222" y="7784972"/>
            <a:ext cx="4203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0">
                <a:solidFill>
                  <a:srgbClr val="173360"/>
                </a:solidFill>
                <a:latin typeface="Calibri"/>
                <a:cs typeface="Calibri"/>
              </a:rPr>
              <a:t>Join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607043" y="8111997"/>
            <a:ext cx="6756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55">
                <a:solidFill>
                  <a:srgbClr val="173360"/>
                </a:solidFill>
                <a:latin typeface="Calibri"/>
                <a:cs typeface="Calibri"/>
              </a:rPr>
              <a:t>Detect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082021" y="7839582"/>
            <a:ext cx="5784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10">
                <a:solidFill>
                  <a:srgbClr val="173360"/>
                </a:solidFill>
                <a:latin typeface="Calibri"/>
                <a:cs typeface="Calibri"/>
              </a:rPr>
              <a:t>ML/AI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387335" y="4179442"/>
            <a:ext cx="7058025" cy="3223260"/>
            <a:chOff x="7387335" y="4179442"/>
            <a:chExt cx="7058025" cy="3223260"/>
          </a:xfrm>
        </p:grpSpPr>
        <p:sp>
          <p:nvSpPr>
            <p:cNvPr id="26" name="object 26" descr=""/>
            <p:cNvSpPr/>
            <p:nvPr/>
          </p:nvSpPr>
          <p:spPr>
            <a:xfrm>
              <a:off x="7387336" y="4179442"/>
              <a:ext cx="3040380" cy="3223260"/>
            </a:xfrm>
            <a:custGeom>
              <a:avLst/>
              <a:gdLst/>
              <a:ahLst/>
              <a:cxnLst/>
              <a:rect l="l" t="t" r="r" b="b"/>
              <a:pathLst>
                <a:path w="3040379" h="3223259">
                  <a:moveTo>
                    <a:pt x="114300" y="2384171"/>
                  </a:moveTo>
                  <a:lnTo>
                    <a:pt x="104775" y="2365121"/>
                  </a:lnTo>
                  <a:lnTo>
                    <a:pt x="57150" y="2269871"/>
                  </a:lnTo>
                  <a:lnTo>
                    <a:pt x="0" y="2384171"/>
                  </a:lnTo>
                  <a:lnTo>
                    <a:pt x="38100" y="2384171"/>
                  </a:lnTo>
                  <a:lnTo>
                    <a:pt x="38100" y="2831719"/>
                  </a:lnTo>
                  <a:lnTo>
                    <a:pt x="0" y="2831719"/>
                  </a:lnTo>
                  <a:lnTo>
                    <a:pt x="57150" y="2946019"/>
                  </a:lnTo>
                  <a:lnTo>
                    <a:pt x="104775" y="2850769"/>
                  </a:lnTo>
                  <a:lnTo>
                    <a:pt x="114300" y="2831719"/>
                  </a:lnTo>
                  <a:lnTo>
                    <a:pt x="76200" y="2831719"/>
                  </a:lnTo>
                  <a:lnTo>
                    <a:pt x="76200" y="2384171"/>
                  </a:lnTo>
                  <a:lnTo>
                    <a:pt x="114300" y="2384171"/>
                  </a:lnTo>
                  <a:close/>
                </a:path>
                <a:path w="3040379" h="3223259">
                  <a:moveTo>
                    <a:pt x="114300" y="441452"/>
                  </a:moveTo>
                  <a:lnTo>
                    <a:pt x="104775" y="422402"/>
                  </a:lnTo>
                  <a:lnTo>
                    <a:pt x="57150" y="327152"/>
                  </a:lnTo>
                  <a:lnTo>
                    <a:pt x="0" y="441452"/>
                  </a:lnTo>
                  <a:lnTo>
                    <a:pt x="38100" y="441452"/>
                  </a:lnTo>
                  <a:lnTo>
                    <a:pt x="38100" y="889000"/>
                  </a:lnTo>
                  <a:lnTo>
                    <a:pt x="0" y="889000"/>
                  </a:lnTo>
                  <a:lnTo>
                    <a:pt x="57150" y="1003300"/>
                  </a:lnTo>
                  <a:lnTo>
                    <a:pt x="104775" y="908050"/>
                  </a:lnTo>
                  <a:lnTo>
                    <a:pt x="114300" y="889000"/>
                  </a:lnTo>
                  <a:lnTo>
                    <a:pt x="76200" y="889000"/>
                  </a:lnTo>
                  <a:lnTo>
                    <a:pt x="76200" y="441452"/>
                  </a:lnTo>
                  <a:lnTo>
                    <a:pt x="114300" y="441452"/>
                  </a:lnTo>
                  <a:close/>
                </a:path>
                <a:path w="3040379" h="3223259">
                  <a:moveTo>
                    <a:pt x="1614297" y="2820162"/>
                  </a:moveTo>
                  <a:lnTo>
                    <a:pt x="1604772" y="2801112"/>
                  </a:lnTo>
                  <a:lnTo>
                    <a:pt x="1557147" y="2705862"/>
                  </a:lnTo>
                  <a:lnTo>
                    <a:pt x="1499997" y="2820162"/>
                  </a:lnTo>
                  <a:lnTo>
                    <a:pt x="1538097" y="2820162"/>
                  </a:lnTo>
                  <a:lnTo>
                    <a:pt x="1538097" y="3108579"/>
                  </a:lnTo>
                  <a:lnTo>
                    <a:pt x="1499997" y="3108579"/>
                  </a:lnTo>
                  <a:lnTo>
                    <a:pt x="1557147" y="3222879"/>
                  </a:lnTo>
                  <a:lnTo>
                    <a:pt x="1604772" y="3127629"/>
                  </a:lnTo>
                  <a:lnTo>
                    <a:pt x="1614297" y="3108579"/>
                  </a:lnTo>
                  <a:lnTo>
                    <a:pt x="1576197" y="3108579"/>
                  </a:lnTo>
                  <a:lnTo>
                    <a:pt x="1576197" y="2820162"/>
                  </a:lnTo>
                  <a:lnTo>
                    <a:pt x="1614297" y="2820162"/>
                  </a:lnTo>
                  <a:close/>
                </a:path>
                <a:path w="3040379" h="3223259">
                  <a:moveTo>
                    <a:pt x="1614297" y="114300"/>
                  </a:moveTo>
                  <a:lnTo>
                    <a:pt x="1604772" y="95250"/>
                  </a:lnTo>
                  <a:lnTo>
                    <a:pt x="1557147" y="0"/>
                  </a:lnTo>
                  <a:lnTo>
                    <a:pt x="1499997" y="114300"/>
                  </a:lnTo>
                  <a:lnTo>
                    <a:pt x="1538097" y="114300"/>
                  </a:lnTo>
                  <a:lnTo>
                    <a:pt x="1538097" y="402717"/>
                  </a:lnTo>
                  <a:lnTo>
                    <a:pt x="1499997" y="402717"/>
                  </a:lnTo>
                  <a:lnTo>
                    <a:pt x="1557147" y="517017"/>
                  </a:lnTo>
                  <a:lnTo>
                    <a:pt x="1604772" y="421767"/>
                  </a:lnTo>
                  <a:lnTo>
                    <a:pt x="1614297" y="402717"/>
                  </a:lnTo>
                  <a:lnTo>
                    <a:pt x="1576197" y="402717"/>
                  </a:lnTo>
                  <a:lnTo>
                    <a:pt x="1576197" y="114300"/>
                  </a:lnTo>
                  <a:lnTo>
                    <a:pt x="1614297" y="114300"/>
                  </a:lnTo>
                  <a:close/>
                </a:path>
                <a:path w="3040379" h="3223259">
                  <a:moveTo>
                    <a:pt x="3040253" y="2384171"/>
                  </a:moveTo>
                  <a:lnTo>
                    <a:pt x="3030728" y="2365121"/>
                  </a:lnTo>
                  <a:lnTo>
                    <a:pt x="2983103" y="2269871"/>
                  </a:lnTo>
                  <a:lnTo>
                    <a:pt x="2925953" y="2384171"/>
                  </a:lnTo>
                  <a:lnTo>
                    <a:pt x="2964053" y="2384171"/>
                  </a:lnTo>
                  <a:lnTo>
                    <a:pt x="2964053" y="2831719"/>
                  </a:lnTo>
                  <a:lnTo>
                    <a:pt x="2925953" y="2831719"/>
                  </a:lnTo>
                  <a:lnTo>
                    <a:pt x="2983103" y="2946019"/>
                  </a:lnTo>
                  <a:lnTo>
                    <a:pt x="3030728" y="2850769"/>
                  </a:lnTo>
                  <a:lnTo>
                    <a:pt x="3040253" y="2831719"/>
                  </a:lnTo>
                  <a:lnTo>
                    <a:pt x="3002153" y="2831719"/>
                  </a:lnTo>
                  <a:lnTo>
                    <a:pt x="3002153" y="2384171"/>
                  </a:lnTo>
                  <a:lnTo>
                    <a:pt x="3040253" y="2384171"/>
                  </a:lnTo>
                  <a:close/>
                </a:path>
                <a:path w="3040379" h="3223259">
                  <a:moveTo>
                    <a:pt x="3040253" y="441452"/>
                  </a:moveTo>
                  <a:lnTo>
                    <a:pt x="3030728" y="422402"/>
                  </a:lnTo>
                  <a:lnTo>
                    <a:pt x="2983103" y="327152"/>
                  </a:lnTo>
                  <a:lnTo>
                    <a:pt x="2925953" y="441452"/>
                  </a:lnTo>
                  <a:lnTo>
                    <a:pt x="2964053" y="441452"/>
                  </a:lnTo>
                  <a:lnTo>
                    <a:pt x="2964053" y="889000"/>
                  </a:lnTo>
                  <a:lnTo>
                    <a:pt x="2925953" y="889000"/>
                  </a:lnTo>
                  <a:lnTo>
                    <a:pt x="2983103" y="1003300"/>
                  </a:lnTo>
                  <a:lnTo>
                    <a:pt x="3030728" y="908050"/>
                  </a:lnTo>
                  <a:lnTo>
                    <a:pt x="3040253" y="889000"/>
                  </a:lnTo>
                  <a:lnTo>
                    <a:pt x="3002153" y="889000"/>
                  </a:lnTo>
                  <a:lnTo>
                    <a:pt x="3002153" y="441452"/>
                  </a:lnTo>
                  <a:lnTo>
                    <a:pt x="3040253" y="44145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46073" y="4573625"/>
              <a:ext cx="898385" cy="60759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3546201" y="4453000"/>
              <a:ext cx="899160" cy="253365"/>
            </a:xfrm>
            <a:custGeom>
              <a:avLst/>
              <a:gdLst/>
              <a:ahLst/>
              <a:cxnLst/>
              <a:rect l="l" t="t" r="r" b="b"/>
              <a:pathLst>
                <a:path w="899159" h="253364">
                  <a:moveTo>
                    <a:pt x="449325" y="0"/>
                  </a:moveTo>
                  <a:lnTo>
                    <a:pt x="376442" y="1652"/>
                  </a:lnTo>
                  <a:lnTo>
                    <a:pt x="307303" y="6436"/>
                  </a:lnTo>
                  <a:lnTo>
                    <a:pt x="242833" y="14093"/>
                  </a:lnTo>
                  <a:lnTo>
                    <a:pt x="183958" y="24363"/>
                  </a:lnTo>
                  <a:lnTo>
                    <a:pt x="131603" y="36988"/>
                  </a:lnTo>
                  <a:lnTo>
                    <a:pt x="86693" y="51709"/>
                  </a:lnTo>
                  <a:lnTo>
                    <a:pt x="50152" y="68266"/>
                  </a:lnTo>
                  <a:lnTo>
                    <a:pt x="5880" y="105853"/>
                  </a:lnTo>
                  <a:lnTo>
                    <a:pt x="0" y="126364"/>
                  </a:lnTo>
                  <a:lnTo>
                    <a:pt x="5880" y="146880"/>
                  </a:lnTo>
                  <a:lnTo>
                    <a:pt x="50152" y="184491"/>
                  </a:lnTo>
                  <a:lnTo>
                    <a:pt x="86693" y="201065"/>
                  </a:lnTo>
                  <a:lnTo>
                    <a:pt x="131603" y="215804"/>
                  </a:lnTo>
                  <a:lnTo>
                    <a:pt x="183958" y="228448"/>
                  </a:lnTo>
                  <a:lnTo>
                    <a:pt x="242833" y="238736"/>
                  </a:lnTo>
                  <a:lnTo>
                    <a:pt x="307303" y="246407"/>
                  </a:lnTo>
                  <a:lnTo>
                    <a:pt x="376442" y="251201"/>
                  </a:lnTo>
                  <a:lnTo>
                    <a:pt x="449325" y="252857"/>
                  </a:lnTo>
                  <a:lnTo>
                    <a:pt x="522243" y="251201"/>
                  </a:lnTo>
                  <a:lnTo>
                    <a:pt x="591410" y="246407"/>
                  </a:lnTo>
                  <a:lnTo>
                    <a:pt x="655901" y="238736"/>
                  </a:lnTo>
                  <a:lnTo>
                    <a:pt x="714792" y="228448"/>
                  </a:lnTo>
                  <a:lnTo>
                    <a:pt x="767159" y="215804"/>
                  </a:lnTo>
                  <a:lnTo>
                    <a:pt x="812077" y="201065"/>
                  </a:lnTo>
                  <a:lnTo>
                    <a:pt x="848623" y="184491"/>
                  </a:lnTo>
                  <a:lnTo>
                    <a:pt x="892898" y="146880"/>
                  </a:lnTo>
                  <a:lnTo>
                    <a:pt x="898778" y="126364"/>
                  </a:lnTo>
                  <a:lnTo>
                    <a:pt x="892898" y="105853"/>
                  </a:lnTo>
                  <a:lnTo>
                    <a:pt x="848623" y="68266"/>
                  </a:lnTo>
                  <a:lnTo>
                    <a:pt x="812077" y="51709"/>
                  </a:lnTo>
                  <a:lnTo>
                    <a:pt x="767159" y="36988"/>
                  </a:lnTo>
                  <a:lnTo>
                    <a:pt x="714792" y="24363"/>
                  </a:lnTo>
                  <a:lnTo>
                    <a:pt x="655901" y="14093"/>
                  </a:lnTo>
                  <a:lnTo>
                    <a:pt x="591410" y="6436"/>
                  </a:lnTo>
                  <a:lnTo>
                    <a:pt x="522243" y="1652"/>
                  </a:lnTo>
                  <a:lnTo>
                    <a:pt x="44932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546073" y="5534380"/>
              <a:ext cx="898385" cy="60759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3546201" y="5413755"/>
              <a:ext cx="899160" cy="253365"/>
            </a:xfrm>
            <a:custGeom>
              <a:avLst/>
              <a:gdLst/>
              <a:ahLst/>
              <a:cxnLst/>
              <a:rect l="l" t="t" r="r" b="b"/>
              <a:pathLst>
                <a:path w="899159" h="253364">
                  <a:moveTo>
                    <a:pt x="449325" y="0"/>
                  </a:moveTo>
                  <a:lnTo>
                    <a:pt x="376442" y="1655"/>
                  </a:lnTo>
                  <a:lnTo>
                    <a:pt x="307303" y="6449"/>
                  </a:lnTo>
                  <a:lnTo>
                    <a:pt x="242833" y="14120"/>
                  </a:lnTo>
                  <a:lnTo>
                    <a:pt x="183958" y="24408"/>
                  </a:lnTo>
                  <a:lnTo>
                    <a:pt x="131603" y="37052"/>
                  </a:lnTo>
                  <a:lnTo>
                    <a:pt x="86693" y="51791"/>
                  </a:lnTo>
                  <a:lnTo>
                    <a:pt x="50152" y="68365"/>
                  </a:lnTo>
                  <a:lnTo>
                    <a:pt x="5880" y="105976"/>
                  </a:lnTo>
                  <a:lnTo>
                    <a:pt x="0" y="126492"/>
                  </a:lnTo>
                  <a:lnTo>
                    <a:pt x="5880" y="146972"/>
                  </a:lnTo>
                  <a:lnTo>
                    <a:pt x="50152" y="184534"/>
                  </a:lnTo>
                  <a:lnTo>
                    <a:pt x="86693" y="201092"/>
                  </a:lnTo>
                  <a:lnTo>
                    <a:pt x="131603" y="215820"/>
                  </a:lnTo>
                  <a:lnTo>
                    <a:pt x="183958" y="228456"/>
                  </a:lnTo>
                  <a:lnTo>
                    <a:pt x="242833" y="238739"/>
                  </a:lnTo>
                  <a:lnTo>
                    <a:pt x="307303" y="246408"/>
                  </a:lnTo>
                  <a:lnTo>
                    <a:pt x="376442" y="251201"/>
                  </a:lnTo>
                  <a:lnTo>
                    <a:pt x="449325" y="252857"/>
                  </a:lnTo>
                  <a:lnTo>
                    <a:pt x="522243" y="251201"/>
                  </a:lnTo>
                  <a:lnTo>
                    <a:pt x="591410" y="246408"/>
                  </a:lnTo>
                  <a:lnTo>
                    <a:pt x="655901" y="238739"/>
                  </a:lnTo>
                  <a:lnTo>
                    <a:pt x="714792" y="228456"/>
                  </a:lnTo>
                  <a:lnTo>
                    <a:pt x="767159" y="215820"/>
                  </a:lnTo>
                  <a:lnTo>
                    <a:pt x="812077" y="201092"/>
                  </a:lnTo>
                  <a:lnTo>
                    <a:pt x="848623" y="184534"/>
                  </a:lnTo>
                  <a:lnTo>
                    <a:pt x="892898" y="146972"/>
                  </a:lnTo>
                  <a:lnTo>
                    <a:pt x="898778" y="126492"/>
                  </a:lnTo>
                  <a:lnTo>
                    <a:pt x="892898" y="105976"/>
                  </a:lnTo>
                  <a:lnTo>
                    <a:pt x="848623" y="68365"/>
                  </a:lnTo>
                  <a:lnTo>
                    <a:pt x="812077" y="51791"/>
                  </a:lnTo>
                  <a:lnTo>
                    <a:pt x="767159" y="37052"/>
                  </a:lnTo>
                  <a:lnTo>
                    <a:pt x="714792" y="24408"/>
                  </a:lnTo>
                  <a:lnTo>
                    <a:pt x="655901" y="14120"/>
                  </a:lnTo>
                  <a:lnTo>
                    <a:pt x="591410" y="6449"/>
                  </a:lnTo>
                  <a:lnTo>
                    <a:pt x="522243" y="1655"/>
                  </a:lnTo>
                  <a:lnTo>
                    <a:pt x="44932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546073" y="6495135"/>
              <a:ext cx="898385" cy="60759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3546201" y="6374510"/>
              <a:ext cx="899160" cy="253365"/>
            </a:xfrm>
            <a:custGeom>
              <a:avLst/>
              <a:gdLst/>
              <a:ahLst/>
              <a:cxnLst/>
              <a:rect l="l" t="t" r="r" b="b"/>
              <a:pathLst>
                <a:path w="899159" h="253365">
                  <a:moveTo>
                    <a:pt x="449325" y="0"/>
                  </a:moveTo>
                  <a:lnTo>
                    <a:pt x="376442" y="1655"/>
                  </a:lnTo>
                  <a:lnTo>
                    <a:pt x="307303" y="6449"/>
                  </a:lnTo>
                  <a:lnTo>
                    <a:pt x="242833" y="14120"/>
                  </a:lnTo>
                  <a:lnTo>
                    <a:pt x="183958" y="24408"/>
                  </a:lnTo>
                  <a:lnTo>
                    <a:pt x="131603" y="37052"/>
                  </a:lnTo>
                  <a:lnTo>
                    <a:pt x="86693" y="51791"/>
                  </a:lnTo>
                  <a:lnTo>
                    <a:pt x="50152" y="68365"/>
                  </a:lnTo>
                  <a:lnTo>
                    <a:pt x="5880" y="105976"/>
                  </a:lnTo>
                  <a:lnTo>
                    <a:pt x="0" y="126491"/>
                  </a:lnTo>
                  <a:lnTo>
                    <a:pt x="5880" y="147003"/>
                  </a:lnTo>
                  <a:lnTo>
                    <a:pt x="50152" y="184590"/>
                  </a:lnTo>
                  <a:lnTo>
                    <a:pt x="86693" y="201147"/>
                  </a:lnTo>
                  <a:lnTo>
                    <a:pt x="131603" y="215868"/>
                  </a:lnTo>
                  <a:lnTo>
                    <a:pt x="183958" y="228493"/>
                  </a:lnTo>
                  <a:lnTo>
                    <a:pt x="242833" y="238763"/>
                  </a:lnTo>
                  <a:lnTo>
                    <a:pt x="307303" y="246420"/>
                  </a:lnTo>
                  <a:lnTo>
                    <a:pt x="376442" y="251204"/>
                  </a:lnTo>
                  <a:lnTo>
                    <a:pt x="449325" y="252856"/>
                  </a:lnTo>
                  <a:lnTo>
                    <a:pt x="522243" y="251204"/>
                  </a:lnTo>
                  <a:lnTo>
                    <a:pt x="591410" y="246420"/>
                  </a:lnTo>
                  <a:lnTo>
                    <a:pt x="655901" y="238763"/>
                  </a:lnTo>
                  <a:lnTo>
                    <a:pt x="714792" y="228493"/>
                  </a:lnTo>
                  <a:lnTo>
                    <a:pt x="767159" y="215868"/>
                  </a:lnTo>
                  <a:lnTo>
                    <a:pt x="812077" y="201147"/>
                  </a:lnTo>
                  <a:lnTo>
                    <a:pt x="848623" y="184590"/>
                  </a:lnTo>
                  <a:lnTo>
                    <a:pt x="892898" y="147003"/>
                  </a:lnTo>
                  <a:lnTo>
                    <a:pt x="898778" y="126491"/>
                  </a:lnTo>
                  <a:lnTo>
                    <a:pt x="892898" y="105976"/>
                  </a:lnTo>
                  <a:lnTo>
                    <a:pt x="848623" y="68365"/>
                  </a:lnTo>
                  <a:lnTo>
                    <a:pt x="812077" y="51791"/>
                  </a:lnTo>
                  <a:lnTo>
                    <a:pt x="767159" y="37052"/>
                  </a:lnTo>
                  <a:lnTo>
                    <a:pt x="714792" y="24408"/>
                  </a:lnTo>
                  <a:lnTo>
                    <a:pt x="655901" y="14120"/>
                  </a:lnTo>
                  <a:lnTo>
                    <a:pt x="591410" y="6449"/>
                  </a:lnTo>
                  <a:lnTo>
                    <a:pt x="522243" y="1655"/>
                  </a:lnTo>
                  <a:lnTo>
                    <a:pt x="44932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4686026" y="4681854"/>
            <a:ext cx="8051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70">
                <a:solidFill>
                  <a:srgbClr val="173360"/>
                </a:solidFill>
                <a:latin typeface="Calibri"/>
                <a:cs typeface="Calibri"/>
              </a:rPr>
              <a:t>Splunk&gt;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7175226" y="9460874"/>
            <a:ext cx="244475" cy="17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00" spc="65">
                <a:solidFill>
                  <a:srgbClr val="173360"/>
                </a:solidFill>
                <a:latin typeface="Calibri"/>
                <a:cs typeface="Calibri"/>
              </a:rPr>
              <a:t>66</a:t>
            </a:fld>
            <a:endParaRPr sz="10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686026" y="5600522"/>
            <a:ext cx="64770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30">
                <a:solidFill>
                  <a:srgbClr val="173360"/>
                </a:solidFill>
                <a:latin typeface="Calibri"/>
                <a:cs typeface="Calibri"/>
              </a:rPr>
              <a:t>Elastic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4686026" y="6375019"/>
            <a:ext cx="129222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spc="160">
                <a:solidFill>
                  <a:srgbClr val="173360"/>
                </a:solidFill>
                <a:latin typeface="Calibri"/>
                <a:cs typeface="Calibri"/>
              </a:rPr>
              <a:t>Other</a:t>
            </a:r>
            <a:r>
              <a:rPr dirty="0" sz="1500" spc="4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500" spc="180">
                <a:solidFill>
                  <a:srgbClr val="173360"/>
                </a:solidFill>
                <a:latin typeface="Calibri"/>
                <a:cs typeface="Calibri"/>
              </a:rPr>
              <a:t>SIEM</a:t>
            </a:r>
            <a:r>
              <a:rPr dirty="0" sz="1500" spc="5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500" spc="-50">
                <a:solidFill>
                  <a:srgbClr val="173360"/>
                </a:solidFill>
                <a:latin typeface="Calibri"/>
                <a:cs typeface="Calibri"/>
              </a:rPr>
              <a:t>&amp; </a:t>
            </a:r>
            <a:r>
              <a:rPr dirty="0" sz="1500" spc="125">
                <a:solidFill>
                  <a:srgbClr val="173360"/>
                </a:solidFill>
                <a:latin typeface="Calibri"/>
                <a:cs typeface="Calibri"/>
              </a:rPr>
              <a:t>Observability </a:t>
            </a:r>
            <a:r>
              <a:rPr dirty="0" sz="1500" spc="110">
                <a:solidFill>
                  <a:srgbClr val="173360"/>
                </a:solidFill>
                <a:latin typeface="Calibri"/>
                <a:cs typeface="Calibri"/>
              </a:rPr>
              <a:t>Tools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880085" y="4993004"/>
            <a:ext cx="321310" cy="45085"/>
          </a:xfrm>
          <a:custGeom>
            <a:avLst/>
            <a:gdLst/>
            <a:ahLst/>
            <a:cxnLst/>
            <a:rect l="l" t="t" r="r" b="b"/>
            <a:pathLst>
              <a:path w="321309" h="45085">
                <a:moveTo>
                  <a:pt x="0" y="44831"/>
                </a:moveTo>
                <a:lnTo>
                  <a:pt x="320700" y="44831"/>
                </a:lnTo>
                <a:lnTo>
                  <a:pt x="320700" y="0"/>
                </a:lnTo>
                <a:lnTo>
                  <a:pt x="0" y="0"/>
                </a:lnTo>
                <a:lnTo>
                  <a:pt x="0" y="44831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880085" y="4823929"/>
            <a:ext cx="321310" cy="70485"/>
          </a:xfrm>
          <a:custGeom>
            <a:avLst/>
            <a:gdLst/>
            <a:ahLst/>
            <a:cxnLst/>
            <a:rect l="l" t="t" r="r" b="b"/>
            <a:pathLst>
              <a:path w="321309" h="70485">
                <a:moveTo>
                  <a:pt x="0" y="69888"/>
                </a:moveTo>
                <a:lnTo>
                  <a:pt x="320700" y="69888"/>
                </a:lnTo>
                <a:lnTo>
                  <a:pt x="320700" y="0"/>
                </a:lnTo>
                <a:lnTo>
                  <a:pt x="0" y="0"/>
                </a:lnTo>
                <a:lnTo>
                  <a:pt x="0" y="69888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2880086" y="5061927"/>
            <a:ext cx="321310" cy="681355"/>
          </a:xfrm>
          <a:custGeom>
            <a:avLst/>
            <a:gdLst/>
            <a:ahLst/>
            <a:cxnLst/>
            <a:rect l="l" t="t" r="r" b="b"/>
            <a:pathLst>
              <a:path w="321309" h="681354">
                <a:moveTo>
                  <a:pt x="320700" y="467360"/>
                </a:moveTo>
                <a:lnTo>
                  <a:pt x="0" y="467360"/>
                </a:lnTo>
                <a:lnTo>
                  <a:pt x="0" y="681266"/>
                </a:lnTo>
                <a:lnTo>
                  <a:pt x="320700" y="681266"/>
                </a:lnTo>
                <a:lnTo>
                  <a:pt x="320700" y="467360"/>
                </a:lnTo>
                <a:close/>
              </a:path>
              <a:path w="321309" h="681354">
                <a:moveTo>
                  <a:pt x="320700" y="233680"/>
                </a:moveTo>
                <a:lnTo>
                  <a:pt x="0" y="233680"/>
                </a:lnTo>
                <a:lnTo>
                  <a:pt x="0" y="447586"/>
                </a:lnTo>
                <a:lnTo>
                  <a:pt x="320700" y="447586"/>
                </a:lnTo>
                <a:lnTo>
                  <a:pt x="320700" y="233680"/>
                </a:lnTo>
                <a:close/>
              </a:path>
              <a:path w="321309" h="681354">
                <a:moveTo>
                  <a:pt x="320700" y="0"/>
                </a:moveTo>
                <a:lnTo>
                  <a:pt x="0" y="0"/>
                </a:lnTo>
                <a:lnTo>
                  <a:pt x="0" y="213906"/>
                </a:lnTo>
                <a:lnTo>
                  <a:pt x="320700" y="213906"/>
                </a:lnTo>
                <a:lnTo>
                  <a:pt x="3207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3200507" y="3502786"/>
            <a:ext cx="1286510" cy="1675764"/>
          </a:xfrm>
          <a:custGeom>
            <a:avLst/>
            <a:gdLst/>
            <a:ahLst/>
            <a:cxnLst/>
            <a:rect l="l" t="t" r="r" b="b"/>
            <a:pathLst>
              <a:path w="1286509" h="1675764">
                <a:moveTo>
                  <a:pt x="1286510" y="1073150"/>
                </a:moveTo>
                <a:lnTo>
                  <a:pt x="1270596" y="1065911"/>
                </a:lnTo>
                <a:lnTo>
                  <a:pt x="1208913" y="1037844"/>
                </a:lnTo>
                <a:lnTo>
                  <a:pt x="1209941" y="1065911"/>
                </a:lnTo>
                <a:lnTo>
                  <a:pt x="1209967" y="1066634"/>
                </a:lnTo>
                <a:lnTo>
                  <a:pt x="1195832" y="1067435"/>
                </a:lnTo>
                <a:lnTo>
                  <a:pt x="1165606" y="1070356"/>
                </a:lnTo>
                <a:lnTo>
                  <a:pt x="1106297" y="1078357"/>
                </a:lnTo>
                <a:lnTo>
                  <a:pt x="1048385" y="1089279"/>
                </a:lnTo>
                <a:lnTo>
                  <a:pt x="992505" y="1102868"/>
                </a:lnTo>
                <a:lnTo>
                  <a:pt x="938911" y="1118743"/>
                </a:lnTo>
                <a:lnTo>
                  <a:pt x="887984" y="1137031"/>
                </a:lnTo>
                <a:lnTo>
                  <a:pt x="840486" y="1157097"/>
                </a:lnTo>
                <a:lnTo>
                  <a:pt x="796798" y="1179068"/>
                </a:lnTo>
                <a:lnTo>
                  <a:pt x="757047" y="1202563"/>
                </a:lnTo>
                <a:lnTo>
                  <a:pt x="722122" y="1227582"/>
                </a:lnTo>
                <a:lnTo>
                  <a:pt x="692150" y="1253744"/>
                </a:lnTo>
                <a:lnTo>
                  <a:pt x="657987" y="1295146"/>
                </a:lnTo>
                <a:lnTo>
                  <a:pt x="638048" y="1338961"/>
                </a:lnTo>
                <a:lnTo>
                  <a:pt x="632968" y="1382903"/>
                </a:lnTo>
                <a:lnTo>
                  <a:pt x="630301" y="1395603"/>
                </a:lnTo>
                <a:lnTo>
                  <a:pt x="612902" y="1433830"/>
                </a:lnTo>
                <a:lnTo>
                  <a:pt x="581279" y="1471930"/>
                </a:lnTo>
                <a:lnTo>
                  <a:pt x="536702" y="1508887"/>
                </a:lnTo>
                <a:lnTo>
                  <a:pt x="500761" y="1532382"/>
                </a:lnTo>
                <a:lnTo>
                  <a:pt x="460121" y="1554480"/>
                </a:lnTo>
                <a:lnTo>
                  <a:pt x="415544" y="1575054"/>
                </a:lnTo>
                <a:lnTo>
                  <a:pt x="367284" y="1593723"/>
                </a:lnTo>
                <a:lnTo>
                  <a:pt x="316103" y="1610614"/>
                </a:lnTo>
                <a:lnTo>
                  <a:pt x="262128" y="1625092"/>
                </a:lnTo>
                <a:lnTo>
                  <a:pt x="205994" y="1637157"/>
                </a:lnTo>
                <a:lnTo>
                  <a:pt x="148463" y="1646555"/>
                </a:lnTo>
                <a:lnTo>
                  <a:pt x="89535" y="1652905"/>
                </a:lnTo>
                <a:lnTo>
                  <a:pt x="30099" y="1656207"/>
                </a:lnTo>
                <a:lnTo>
                  <a:pt x="254" y="1656715"/>
                </a:lnTo>
                <a:lnTo>
                  <a:pt x="304" y="1660906"/>
                </a:lnTo>
                <a:lnTo>
                  <a:pt x="406" y="1669034"/>
                </a:lnTo>
                <a:lnTo>
                  <a:pt x="508" y="1675765"/>
                </a:lnTo>
                <a:lnTo>
                  <a:pt x="30848" y="1675257"/>
                </a:lnTo>
                <a:lnTo>
                  <a:pt x="91427" y="1671955"/>
                </a:lnTo>
                <a:lnTo>
                  <a:pt x="151257" y="1665351"/>
                </a:lnTo>
                <a:lnTo>
                  <a:pt x="209804" y="1655826"/>
                </a:lnTo>
                <a:lnTo>
                  <a:pt x="266827" y="1643507"/>
                </a:lnTo>
                <a:lnTo>
                  <a:pt x="321691" y="1628775"/>
                </a:lnTo>
                <a:lnTo>
                  <a:pt x="373888" y="1611630"/>
                </a:lnTo>
                <a:lnTo>
                  <a:pt x="423291" y="1592453"/>
                </a:lnTo>
                <a:lnTo>
                  <a:pt x="468884" y="1571371"/>
                </a:lnTo>
                <a:lnTo>
                  <a:pt x="510794" y="1548511"/>
                </a:lnTo>
                <a:lnTo>
                  <a:pt x="548132" y="1524127"/>
                </a:lnTo>
                <a:lnTo>
                  <a:pt x="580771" y="1498473"/>
                </a:lnTo>
                <a:lnTo>
                  <a:pt x="607949" y="1471422"/>
                </a:lnTo>
                <a:lnTo>
                  <a:pt x="637540" y="1428877"/>
                </a:lnTo>
                <a:lnTo>
                  <a:pt x="652018" y="1384173"/>
                </a:lnTo>
                <a:lnTo>
                  <a:pt x="653669" y="1357630"/>
                </a:lnTo>
                <a:lnTo>
                  <a:pt x="656082" y="1344930"/>
                </a:lnTo>
                <a:lnTo>
                  <a:pt x="673481" y="1306195"/>
                </a:lnTo>
                <a:lnTo>
                  <a:pt x="705104" y="1267714"/>
                </a:lnTo>
                <a:lnTo>
                  <a:pt x="749681" y="1230630"/>
                </a:lnTo>
                <a:lnTo>
                  <a:pt x="785749" y="1207262"/>
                </a:lnTo>
                <a:lnTo>
                  <a:pt x="826389" y="1185037"/>
                </a:lnTo>
                <a:lnTo>
                  <a:pt x="871093" y="1164463"/>
                </a:lnTo>
                <a:lnTo>
                  <a:pt x="919226" y="1145540"/>
                </a:lnTo>
                <a:lnTo>
                  <a:pt x="970534" y="1128903"/>
                </a:lnTo>
                <a:lnTo>
                  <a:pt x="1024382" y="1114298"/>
                </a:lnTo>
                <a:lnTo>
                  <a:pt x="1080389" y="1102233"/>
                </a:lnTo>
                <a:lnTo>
                  <a:pt x="1138174" y="1092835"/>
                </a:lnTo>
                <a:lnTo>
                  <a:pt x="1196848" y="1086485"/>
                </a:lnTo>
                <a:lnTo>
                  <a:pt x="1210665" y="1085697"/>
                </a:lnTo>
                <a:lnTo>
                  <a:pt x="1211707" y="1114044"/>
                </a:lnTo>
                <a:lnTo>
                  <a:pt x="1286510" y="1073150"/>
                </a:lnTo>
                <a:close/>
              </a:path>
              <a:path w="1286509" h="1675764">
                <a:moveTo>
                  <a:pt x="1286510" y="31369"/>
                </a:moveTo>
                <a:lnTo>
                  <a:pt x="1276553" y="27432"/>
                </a:lnTo>
                <a:lnTo>
                  <a:pt x="1207262" y="0"/>
                </a:lnTo>
                <a:lnTo>
                  <a:pt x="1209776" y="28994"/>
                </a:lnTo>
                <a:lnTo>
                  <a:pt x="1164463" y="37846"/>
                </a:lnTo>
                <a:lnTo>
                  <a:pt x="1104646" y="56896"/>
                </a:lnTo>
                <a:lnTo>
                  <a:pt x="1046226" y="82804"/>
                </a:lnTo>
                <a:lnTo>
                  <a:pt x="989965" y="114808"/>
                </a:lnTo>
                <a:lnTo>
                  <a:pt x="936117" y="152539"/>
                </a:lnTo>
                <a:lnTo>
                  <a:pt x="885063" y="195465"/>
                </a:lnTo>
                <a:lnTo>
                  <a:pt x="837565" y="242963"/>
                </a:lnTo>
                <a:lnTo>
                  <a:pt x="793750" y="294640"/>
                </a:lnTo>
                <a:lnTo>
                  <a:pt x="754253" y="349885"/>
                </a:lnTo>
                <a:lnTo>
                  <a:pt x="719455" y="408305"/>
                </a:lnTo>
                <a:lnTo>
                  <a:pt x="689991" y="469392"/>
                </a:lnTo>
                <a:lnTo>
                  <a:pt x="666242" y="532511"/>
                </a:lnTo>
                <a:lnTo>
                  <a:pt x="648589" y="597154"/>
                </a:lnTo>
                <a:lnTo>
                  <a:pt x="637540" y="663067"/>
                </a:lnTo>
                <a:lnTo>
                  <a:pt x="632968" y="762254"/>
                </a:lnTo>
                <a:lnTo>
                  <a:pt x="630174" y="794258"/>
                </a:lnTo>
                <a:lnTo>
                  <a:pt x="619633" y="858266"/>
                </a:lnTo>
                <a:lnTo>
                  <a:pt x="602488" y="921131"/>
                </a:lnTo>
                <a:lnTo>
                  <a:pt x="579374" y="982599"/>
                </a:lnTo>
                <a:lnTo>
                  <a:pt x="550545" y="1042162"/>
                </a:lnTo>
                <a:lnTo>
                  <a:pt x="516636" y="1099185"/>
                </a:lnTo>
                <a:lnTo>
                  <a:pt x="478028" y="1153160"/>
                </a:lnTo>
                <a:lnTo>
                  <a:pt x="435356" y="1203579"/>
                </a:lnTo>
                <a:lnTo>
                  <a:pt x="388747" y="1249934"/>
                </a:lnTo>
                <a:lnTo>
                  <a:pt x="339090" y="1291844"/>
                </a:lnTo>
                <a:lnTo>
                  <a:pt x="286639" y="1328547"/>
                </a:lnTo>
                <a:lnTo>
                  <a:pt x="232029" y="1359662"/>
                </a:lnTo>
                <a:lnTo>
                  <a:pt x="175387" y="1384808"/>
                </a:lnTo>
                <a:lnTo>
                  <a:pt x="117602" y="1403223"/>
                </a:lnTo>
                <a:lnTo>
                  <a:pt x="59055" y="1414780"/>
                </a:lnTo>
                <a:lnTo>
                  <a:pt x="0" y="1418590"/>
                </a:lnTo>
                <a:lnTo>
                  <a:pt x="584" y="1433449"/>
                </a:lnTo>
                <a:lnTo>
                  <a:pt x="711" y="1436497"/>
                </a:lnTo>
                <a:lnTo>
                  <a:pt x="762" y="1437640"/>
                </a:lnTo>
                <a:lnTo>
                  <a:pt x="31369" y="1436497"/>
                </a:lnTo>
                <a:lnTo>
                  <a:pt x="92583" y="1428496"/>
                </a:lnTo>
                <a:lnTo>
                  <a:pt x="152908" y="1412875"/>
                </a:lnTo>
                <a:lnTo>
                  <a:pt x="211963" y="1390269"/>
                </a:lnTo>
                <a:lnTo>
                  <a:pt x="269494" y="1361186"/>
                </a:lnTo>
                <a:lnTo>
                  <a:pt x="324485" y="1326134"/>
                </a:lnTo>
                <a:lnTo>
                  <a:pt x="376936" y="1285875"/>
                </a:lnTo>
                <a:lnTo>
                  <a:pt x="426212" y="1240536"/>
                </a:lnTo>
                <a:lnTo>
                  <a:pt x="471932" y="1190879"/>
                </a:lnTo>
                <a:lnTo>
                  <a:pt x="513588" y="1137285"/>
                </a:lnTo>
                <a:lnTo>
                  <a:pt x="550799" y="1080389"/>
                </a:lnTo>
                <a:lnTo>
                  <a:pt x="582930" y="1020572"/>
                </a:lnTo>
                <a:lnTo>
                  <a:pt x="609600" y="958342"/>
                </a:lnTo>
                <a:lnTo>
                  <a:pt x="630428" y="894334"/>
                </a:lnTo>
                <a:lnTo>
                  <a:pt x="644652" y="828929"/>
                </a:lnTo>
                <a:lnTo>
                  <a:pt x="652018" y="762762"/>
                </a:lnTo>
                <a:lnTo>
                  <a:pt x="653796" y="697738"/>
                </a:lnTo>
                <a:lnTo>
                  <a:pt x="656463" y="665734"/>
                </a:lnTo>
                <a:lnTo>
                  <a:pt x="667004" y="601726"/>
                </a:lnTo>
                <a:lnTo>
                  <a:pt x="684276" y="538734"/>
                </a:lnTo>
                <a:lnTo>
                  <a:pt x="707263" y="477266"/>
                </a:lnTo>
                <a:lnTo>
                  <a:pt x="736092" y="417703"/>
                </a:lnTo>
                <a:lnTo>
                  <a:pt x="770001" y="360680"/>
                </a:lnTo>
                <a:lnTo>
                  <a:pt x="808482" y="306705"/>
                </a:lnTo>
                <a:lnTo>
                  <a:pt x="851281" y="256159"/>
                </a:lnTo>
                <a:lnTo>
                  <a:pt x="897636" y="209816"/>
                </a:lnTo>
                <a:lnTo>
                  <a:pt x="947420" y="167894"/>
                </a:lnTo>
                <a:lnTo>
                  <a:pt x="999871" y="131191"/>
                </a:lnTo>
                <a:lnTo>
                  <a:pt x="1054354" y="99949"/>
                </a:lnTo>
                <a:lnTo>
                  <a:pt x="1110869" y="74803"/>
                </a:lnTo>
                <a:lnTo>
                  <a:pt x="1168654" y="56388"/>
                </a:lnTo>
                <a:lnTo>
                  <a:pt x="1211427" y="48018"/>
                </a:lnTo>
                <a:lnTo>
                  <a:pt x="1213764" y="74803"/>
                </a:lnTo>
                <a:lnTo>
                  <a:pt x="1213866" y="75946"/>
                </a:lnTo>
                <a:lnTo>
                  <a:pt x="1286510" y="31369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3200634" y="5393181"/>
            <a:ext cx="1286510" cy="1299845"/>
          </a:xfrm>
          <a:custGeom>
            <a:avLst/>
            <a:gdLst/>
            <a:ahLst/>
            <a:cxnLst/>
            <a:rect l="l" t="t" r="r" b="b"/>
            <a:pathLst>
              <a:path w="1286509" h="1299845">
                <a:moveTo>
                  <a:pt x="651395" y="108991"/>
                </a:moveTo>
                <a:lnTo>
                  <a:pt x="651065" y="108204"/>
                </a:lnTo>
                <a:lnTo>
                  <a:pt x="650748" y="107442"/>
                </a:lnTo>
                <a:lnTo>
                  <a:pt x="647954" y="102362"/>
                </a:lnTo>
                <a:lnTo>
                  <a:pt x="647192" y="101092"/>
                </a:lnTo>
                <a:lnTo>
                  <a:pt x="646684" y="100584"/>
                </a:lnTo>
                <a:lnTo>
                  <a:pt x="642239" y="95504"/>
                </a:lnTo>
                <a:lnTo>
                  <a:pt x="603885" y="73406"/>
                </a:lnTo>
                <a:lnTo>
                  <a:pt x="561340" y="59055"/>
                </a:lnTo>
                <a:lnTo>
                  <a:pt x="487299" y="41529"/>
                </a:lnTo>
                <a:lnTo>
                  <a:pt x="443865" y="33655"/>
                </a:lnTo>
                <a:lnTo>
                  <a:pt x="396621" y="26416"/>
                </a:lnTo>
                <a:lnTo>
                  <a:pt x="346075" y="19812"/>
                </a:lnTo>
                <a:lnTo>
                  <a:pt x="292735" y="14097"/>
                </a:lnTo>
                <a:lnTo>
                  <a:pt x="236982" y="9271"/>
                </a:lnTo>
                <a:lnTo>
                  <a:pt x="179451" y="5334"/>
                </a:lnTo>
                <a:lnTo>
                  <a:pt x="120523" y="2413"/>
                </a:lnTo>
                <a:lnTo>
                  <a:pt x="60579" y="508"/>
                </a:lnTo>
                <a:lnTo>
                  <a:pt x="381" y="0"/>
                </a:lnTo>
                <a:lnTo>
                  <a:pt x="342" y="2413"/>
                </a:lnTo>
                <a:lnTo>
                  <a:pt x="215" y="11557"/>
                </a:lnTo>
                <a:lnTo>
                  <a:pt x="127" y="19050"/>
                </a:lnTo>
                <a:lnTo>
                  <a:pt x="60325" y="19558"/>
                </a:lnTo>
                <a:lnTo>
                  <a:pt x="119888" y="21336"/>
                </a:lnTo>
                <a:lnTo>
                  <a:pt x="178435" y="24384"/>
                </a:lnTo>
                <a:lnTo>
                  <a:pt x="235712" y="28194"/>
                </a:lnTo>
                <a:lnTo>
                  <a:pt x="290957" y="33020"/>
                </a:lnTo>
                <a:lnTo>
                  <a:pt x="343916" y="38735"/>
                </a:lnTo>
                <a:lnTo>
                  <a:pt x="417830" y="48768"/>
                </a:lnTo>
                <a:lnTo>
                  <a:pt x="462788" y="56261"/>
                </a:lnTo>
                <a:lnTo>
                  <a:pt x="503682" y="64389"/>
                </a:lnTo>
                <a:lnTo>
                  <a:pt x="556387" y="77470"/>
                </a:lnTo>
                <a:lnTo>
                  <a:pt x="597154" y="91186"/>
                </a:lnTo>
                <a:lnTo>
                  <a:pt x="628688" y="108991"/>
                </a:lnTo>
                <a:lnTo>
                  <a:pt x="629158" y="109347"/>
                </a:lnTo>
                <a:lnTo>
                  <a:pt x="628789" y="108991"/>
                </a:lnTo>
                <a:lnTo>
                  <a:pt x="651395" y="108991"/>
                </a:lnTo>
                <a:close/>
              </a:path>
              <a:path w="1286509" h="1299845">
                <a:moveTo>
                  <a:pt x="652653" y="115316"/>
                </a:moveTo>
                <a:lnTo>
                  <a:pt x="652348" y="113792"/>
                </a:lnTo>
                <a:lnTo>
                  <a:pt x="652246" y="113284"/>
                </a:lnTo>
                <a:lnTo>
                  <a:pt x="651891" y="111506"/>
                </a:lnTo>
                <a:lnTo>
                  <a:pt x="651637" y="110236"/>
                </a:lnTo>
                <a:lnTo>
                  <a:pt x="651522" y="109347"/>
                </a:lnTo>
                <a:lnTo>
                  <a:pt x="629158" y="109347"/>
                </a:lnTo>
                <a:lnTo>
                  <a:pt x="629005" y="109347"/>
                </a:lnTo>
                <a:lnTo>
                  <a:pt x="631672" y="112395"/>
                </a:lnTo>
                <a:lnTo>
                  <a:pt x="633272" y="115316"/>
                </a:lnTo>
                <a:lnTo>
                  <a:pt x="633514" y="115316"/>
                </a:lnTo>
                <a:lnTo>
                  <a:pt x="652653" y="115316"/>
                </a:lnTo>
                <a:close/>
              </a:path>
              <a:path w="1286509" h="1299845">
                <a:moveTo>
                  <a:pt x="1268387" y="233172"/>
                </a:moveTo>
                <a:lnTo>
                  <a:pt x="1222629" y="233172"/>
                </a:lnTo>
                <a:lnTo>
                  <a:pt x="1209967" y="233172"/>
                </a:lnTo>
                <a:lnTo>
                  <a:pt x="1209548" y="261620"/>
                </a:lnTo>
                <a:lnTo>
                  <a:pt x="1268387" y="233172"/>
                </a:lnTo>
                <a:close/>
              </a:path>
              <a:path w="1286509" h="1299845">
                <a:moveTo>
                  <a:pt x="1273390" y="1271524"/>
                </a:moveTo>
                <a:lnTo>
                  <a:pt x="1222121" y="1271524"/>
                </a:lnTo>
                <a:lnTo>
                  <a:pt x="1209649" y="1271524"/>
                </a:lnTo>
                <a:lnTo>
                  <a:pt x="1207897" y="1299337"/>
                </a:lnTo>
                <a:lnTo>
                  <a:pt x="1273390" y="1271524"/>
                </a:lnTo>
                <a:close/>
              </a:path>
              <a:path w="1286509" h="1299845">
                <a:moveTo>
                  <a:pt x="1286256" y="1266063"/>
                </a:moveTo>
                <a:lnTo>
                  <a:pt x="1212723" y="1223264"/>
                </a:lnTo>
                <a:lnTo>
                  <a:pt x="1211021" y="1249934"/>
                </a:lnTo>
                <a:lnTo>
                  <a:pt x="1210932" y="1251407"/>
                </a:lnTo>
                <a:lnTo>
                  <a:pt x="1197737" y="1250188"/>
                </a:lnTo>
                <a:lnTo>
                  <a:pt x="1139190" y="1239139"/>
                </a:lnTo>
                <a:lnTo>
                  <a:pt x="1082205" y="1223264"/>
                </a:lnTo>
                <a:lnTo>
                  <a:pt x="1026033" y="1202309"/>
                </a:lnTo>
                <a:lnTo>
                  <a:pt x="972312" y="1177417"/>
                </a:lnTo>
                <a:lnTo>
                  <a:pt x="921258" y="1148715"/>
                </a:lnTo>
                <a:lnTo>
                  <a:pt x="873125" y="1116330"/>
                </a:lnTo>
                <a:lnTo>
                  <a:pt x="828548" y="1080897"/>
                </a:lnTo>
                <a:lnTo>
                  <a:pt x="787908" y="1042670"/>
                </a:lnTo>
                <a:lnTo>
                  <a:pt x="751840" y="1002157"/>
                </a:lnTo>
                <a:lnTo>
                  <a:pt x="720471" y="959739"/>
                </a:lnTo>
                <a:lnTo>
                  <a:pt x="694690" y="915670"/>
                </a:lnTo>
                <a:lnTo>
                  <a:pt x="674624" y="870458"/>
                </a:lnTo>
                <a:lnTo>
                  <a:pt x="660781" y="824611"/>
                </a:lnTo>
                <a:lnTo>
                  <a:pt x="653872" y="779018"/>
                </a:lnTo>
                <a:lnTo>
                  <a:pt x="651852" y="731774"/>
                </a:lnTo>
                <a:lnTo>
                  <a:pt x="651764" y="729488"/>
                </a:lnTo>
                <a:lnTo>
                  <a:pt x="648970" y="704977"/>
                </a:lnTo>
                <a:lnTo>
                  <a:pt x="637794" y="656209"/>
                </a:lnTo>
                <a:lnTo>
                  <a:pt x="620014" y="608330"/>
                </a:lnTo>
                <a:lnTo>
                  <a:pt x="596138" y="561721"/>
                </a:lnTo>
                <a:lnTo>
                  <a:pt x="566420" y="516890"/>
                </a:lnTo>
                <a:lnTo>
                  <a:pt x="531622" y="473964"/>
                </a:lnTo>
                <a:lnTo>
                  <a:pt x="491871" y="433324"/>
                </a:lnTo>
                <a:lnTo>
                  <a:pt x="448056" y="395351"/>
                </a:lnTo>
                <a:lnTo>
                  <a:pt x="400431" y="360553"/>
                </a:lnTo>
                <a:lnTo>
                  <a:pt x="349504" y="329184"/>
                </a:lnTo>
                <a:lnTo>
                  <a:pt x="295656" y="301625"/>
                </a:lnTo>
                <a:lnTo>
                  <a:pt x="239522" y="278003"/>
                </a:lnTo>
                <a:lnTo>
                  <a:pt x="181356" y="259207"/>
                </a:lnTo>
                <a:lnTo>
                  <a:pt x="121793" y="245237"/>
                </a:lnTo>
                <a:lnTo>
                  <a:pt x="61087" y="236601"/>
                </a:lnTo>
                <a:lnTo>
                  <a:pt x="508" y="233680"/>
                </a:lnTo>
                <a:lnTo>
                  <a:pt x="25" y="251587"/>
                </a:lnTo>
                <a:lnTo>
                  <a:pt x="0" y="252603"/>
                </a:lnTo>
                <a:lnTo>
                  <a:pt x="30099" y="253365"/>
                </a:lnTo>
                <a:lnTo>
                  <a:pt x="59817" y="255651"/>
                </a:lnTo>
                <a:lnTo>
                  <a:pt x="118618" y="264033"/>
                </a:lnTo>
                <a:lnTo>
                  <a:pt x="176530" y="277622"/>
                </a:lnTo>
                <a:lnTo>
                  <a:pt x="233299" y="296037"/>
                </a:lnTo>
                <a:lnTo>
                  <a:pt x="287909" y="319024"/>
                </a:lnTo>
                <a:lnTo>
                  <a:pt x="340487" y="345948"/>
                </a:lnTo>
                <a:lnTo>
                  <a:pt x="390144" y="376555"/>
                </a:lnTo>
                <a:lnTo>
                  <a:pt x="436499" y="410591"/>
                </a:lnTo>
                <a:lnTo>
                  <a:pt x="479171" y="447421"/>
                </a:lnTo>
                <a:lnTo>
                  <a:pt x="517652" y="486918"/>
                </a:lnTo>
                <a:lnTo>
                  <a:pt x="551307" y="528574"/>
                </a:lnTo>
                <a:lnTo>
                  <a:pt x="580009" y="571881"/>
                </a:lnTo>
                <a:lnTo>
                  <a:pt x="602869" y="616585"/>
                </a:lnTo>
                <a:lnTo>
                  <a:pt x="619760" y="662178"/>
                </a:lnTo>
                <a:lnTo>
                  <a:pt x="630174" y="708533"/>
                </a:lnTo>
                <a:lnTo>
                  <a:pt x="633691" y="754253"/>
                </a:lnTo>
                <a:lnTo>
                  <a:pt x="634707" y="778256"/>
                </a:lnTo>
                <a:lnTo>
                  <a:pt x="642112" y="828167"/>
                </a:lnTo>
                <a:lnTo>
                  <a:pt x="656590" y="876554"/>
                </a:lnTo>
                <a:lnTo>
                  <a:pt x="677418" y="923925"/>
                </a:lnTo>
                <a:lnTo>
                  <a:pt x="704342" y="969772"/>
                </a:lnTo>
                <a:lnTo>
                  <a:pt x="736727" y="1013841"/>
                </a:lnTo>
                <a:lnTo>
                  <a:pt x="773938" y="1055624"/>
                </a:lnTo>
                <a:lnTo>
                  <a:pt x="815848" y="1094994"/>
                </a:lnTo>
                <a:lnTo>
                  <a:pt x="861568" y="1131443"/>
                </a:lnTo>
                <a:lnTo>
                  <a:pt x="910971" y="1164717"/>
                </a:lnTo>
                <a:lnTo>
                  <a:pt x="963295" y="1194181"/>
                </a:lnTo>
                <a:lnTo>
                  <a:pt x="1018286" y="1219835"/>
                </a:lnTo>
                <a:lnTo>
                  <a:pt x="1075563" y="1241171"/>
                </a:lnTo>
                <a:lnTo>
                  <a:pt x="1134491" y="1257554"/>
                </a:lnTo>
                <a:lnTo>
                  <a:pt x="1194562" y="1268984"/>
                </a:lnTo>
                <a:lnTo>
                  <a:pt x="1209725" y="1270393"/>
                </a:lnTo>
                <a:lnTo>
                  <a:pt x="1222222" y="1270393"/>
                </a:lnTo>
                <a:lnTo>
                  <a:pt x="1276083" y="1270393"/>
                </a:lnTo>
                <a:lnTo>
                  <a:pt x="1286256" y="1266063"/>
                </a:lnTo>
                <a:close/>
              </a:path>
              <a:path w="1286509" h="1299845">
                <a:moveTo>
                  <a:pt x="1286256" y="224536"/>
                </a:moveTo>
                <a:lnTo>
                  <a:pt x="1210691" y="185420"/>
                </a:lnTo>
                <a:lnTo>
                  <a:pt x="1210589" y="192024"/>
                </a:lnTo>
                <a:lnTo>
                  <a:pt x="1210487" y="198247"/>
                </a:lnTo>
                <a:lnTo>
                  <a:pt x="1210373" y="205867"/>
                </a:lnTo>
                <a:lnTo>
                  <a:pt x="1210259" y="213804"/>
                </a:lnTo>
                <a:lnTo>
                  <a:pt x="1166876" y="212725"/>
                </a:lnTo>
                <a:lnTo>
                  <a:pt x="1108329" y="209677"/>
                </a:lnTo>
                <a:lnTo>
                  <a:pt x="1050925" y="205867"/>
                </a:lnTo>
                <a:lnTo>
                  <a:pt x="995680" y="201041"/>
                </a:lnTo>
                <a:lnTo>
                  <a:pt x="917321" y="192024"/>
                </a:lnTo>
                <a:lnTo>
                  <a:pt x="869683" y="185420"/>
                </a:lnTo>
                <a:lnTo>
                  <a:pt x="802894" y="173736"/>
                </a:lnTo>
                <a:lnTo>
                  <a:pt x="764286" y="165354"/>
                </a:lnTo>
                <a:lnTo>
                  <a:pt x="715518" y="152273"/>
                </a:lnTo>
                <a:lnTo>
                  <a:pt x="679450" y="138430"/>
                </a:lnTo>
                <a:lnTo>
                  <a:pt x="658812" y="125730"/>
                </a:lnTo>
                <a:lnTo>
                  <a:pt x="657733" y="124891"/>
                </a:lnTo>
                <a:lnTo>
                  <a:pt x="657352" y="124587"/>
                </a:lnTo>
                <a:lnTo>
                  <a:pt x="656780" y="123825"/>
                </a:lnTo>
                <a:lnTo>
                  <a:pt x="655637" y="122555"/>
                </a:lnTo>
                <a:lnTo>
                  <a:pt x="654850" y="121691"/>
                </a:lnTo>
                <a:lnTo>
                  <a:pt x="654380" y="120777"/>
                </a:lnTo>
                <a:lnTo>
                  <a:pt x="654113" y="120269"/>
                </a:lnTo>
                <a:lnTo>
                  <a:pt x="653313" y="118745"/>
                </a:lnTo>
                <a:lnTo>
                  <a:pt x="653542" y="120269"/>
                </a:lnTo>
                <a:lnTo>
                  <a:pt x="653262" y="118745"/>
                </a:lnTo>
                <a:lnTo>
                  <a:pt x="653237" y="118605"/>
                </a:lnTo>
                <a:lnTo>
                  <a:pt x="653034" y="117475"/>
                </a:lnTo>
                <a:lnTo>
                  <a:pt x="652868" y="116586"/>
                </a:lnTo>
                <a:lnTo>
                  <a:pt x="633984" y="116586"/>
                </a:lnTo>
                <a:lnTo>
                  <a:pt x="633539" y="116586"/>
                </a:lnTo>
                <a:lnTo>
                  <a:pt x="633945" y="118605"/>
                </a:lnTo>
                <a:lnTo>
                  <a:pt x="634873" y="123825"/>
                </a:lnTo>
                <a:lnTo>
                  <a:pt x="634961" y="124587"/>
                </a:lnTo>
                <a:lnTo>
                  <a:pt x="635012" y="124891"/>
                </a:lnTo>
                <a:lnTo>
                  <a:pt x="635381" y="125730"/>
                </a:lnTo>
                <a:lnTo>
                  <a:pt x="635889" y="126619"/>
                </a:lnTo>
                <a:lnTo>
                  <a:pt x="638683" y="131699"/>
                </a:lnTo>
                <a:lnTo>
                  <a:pt x="638937" y="132334"/>
                </a:lnTo>
                <a:lnTo>
                  <a:pt x="639445" y="132969"/>
                </a:lnTo>
                <a:lnTo>
                  <a:pt x="639953" y="133477"/>
                </a:lnTo>
                <a:lnTo>
                  <a:pt x="644398" y="138430"/>
                </a:lnTo>
                <a:lnTo>
                  <a:pt x="682244" y="160401"/>
                </a:lnTo>
                <a:lnTo>
                  <a:pt x="724916" y="174879"/>
                </a:lnTo>
                <a:lnTo>
                  <a:pt x="778764" y="188214"/>
                </a:lnTo>
                <a:lnTo>
                  <a:pt x="842645" y="200279"/>
                </a:lnTo>
                <a:lnTo>
                  <a:pt x="889889" y="207645"/>
                </a:lnTo>
                <a:lnTo>
                  <a:pt x="966724" y="217170"/>
                </a:lnTo>
                <a:lnTo>
                  <a:pt x="1021334" y="222504"/>
                </a:lnTo>
                <a:lnTo>
                  <a:pt x="1106932" y="228727"/>
                </a:lnTo>
                <a:lnTo>
                  <a:pt x="1165860" y="231648"/>
                </a:lnTo>
                <a:lnTo>
                  <a:pt x="1209979" y="232841"/>
                </a:lnTo>
                <a:lnTo>
                  <a:pt x="1222629" y="232841"/>
                </a:lnTo>
                <a:lnTo>
                  <a:pt x="1269085" y="232841"/>
                </a:lnTo>
                <a:lnTo>
                  <a:pt x="1286256" y="224536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354704" y="3687698"/>
            <a:ext cx="1711960" cy="1293495"/>
          </a:xfrm>
          <a:custGeom>
            <a:avLst/>
            <a:gdLst/>
            <a:ahLst/>
            <a:cxnLst/>
            <a:rect l="l" t="t" r="r" b="b"/>
            <a:pathLst>
              <a:path w="1711960" h="1293495">
                <a:moveTo>
                  <a:pt x="1636903" y="1217295"/>
                </a:moveTo>
                <a:lnTo>
                  <a:pt x="1635722" y="1245615"/>
                </a:lnTo>
                <a:lnTo>
                  <a:pt x="1635716" y="1245771"/>
                </a:lnTo>
                <a:lnTo>
                  <a:pt x="1648460" y="1246377"/>
                </a:lnTo>
                <a:lnTo>
                  <a:pt x="1647612" y="1264539"/>
                </a:lnTo>
                <a:lnTo>
                  <a:pt x="1647571" y="1265427"/>
                </a:lnTo>
                <a:lnTo>
                  <a:pt x="1634897" y="1265427"/>
                </a:lnTo>
                <a:lnTo>
                  <a:pt x="1633728" y="1293495"/>
                </a:lnTo>
                <a:lnTo>
                  <a:pt x="1696189" y="1265427"/>
                </a:lnTo>
                <a:lnTo>
                  <a:pt x="1647571" y="1265427"/>
                </a:lnTo>
                <a:lnTo>
                  <a:pt x="1634924" y="1264772"/>
                </a:lnTo>
                <a:lnTo>
                  <a:pt x="1697649" y="1264772"/>
                </a:lnTo>
                <a:lnTo>
                  <a:pt x="1711452" y="1258570"/>
                </a:lnTo>
                <a:lnTo>
                  <a:pt x="1636903" y="1217295"/>
                </a:lnTo>
                <a:close/>
              </a:path>
              <a:path w="1711960" h="1293495">
                <a:moveTo>
                  <a:pt x="1635716" y="1245771"/>
                </a:moveTo>
                <a:lnTo>
                  <a:pt x="1634934" y="1264539"/>
                </a:lnTo>
                <a:lnTo>
                  <a:pt x="1634924" y="1264772"/>
                </a:lnTo>
                <a:lnTo>
                  <a:pt x="1647571" y="1265427"/>
                </a:lnTo>
                <a:lnTo>
                  <a:pt x="1648460" y="1246377"/>
                </a:lnTo>
                <a:lnTo>
                  <a:pt x="1635716" y="1245771"/>
                </a:lnTo>
                <a:close/>
              </a:path>
              <a:path w="1711960" h="1293495">
                <a:moveTo>
                  <a:pt x="381" y="0"/>
                </a:moveTo>
                <a:lnTo>
                  <a:pt x="307" y="3682"/>
                </a:lnTo>
                <a:lnTo>
                  <a:pt x="220" y="8000"/>
                </a:lnTo>
                <a:lnTo>
                  <a:pt x="99" y="14097"/>
                </a:lnTo>
                <a:lnTo>
                  <a:pt x="0" y="19050"/>
                </a:lnTo>
                <a:lnTo>
                  <a:pt x="40005" y="19939"/>
                </a:lnTo>
                <a:lnTo>
                  <a:pt x="79629" y="22605"/>
                </a:lnTo>
                <a:lnTo>
                  <a:pt x="119125" y="27050"/>
                </a:lnTo>
                <a:lnTo>
                  <a:pt x="158369" y="32893"/>
                </a:lnTo>
                <a:lnTo>
                  <a:pt x="197358" y="40640"/>
                </a:lnTo>
                <a:lnTo>
                  <a:pt x="235966" y="49656"/>
                </a:lnTo>
                <a:lnTo>
                  <a:pt x="274066" y="60198"/>
                </a:lnTo>
                <a:lnTo>
                  <a:pt x="311658" y="72262"/>
                </a:lnTo>
                <a:lnTo>
                  <a:pt x="348488" y="85598"/>
                </a:lnTo>
                <a:lnTo>
                  <a:pt x="384810" y="100329"/>
                </a:lnTo>
                <a:lnTo>
                  <a:pt x="420243" y="116204"/>
                </a:lnTo>
                <a:lnTo>
                  <a:pt x="454914" y="133350"/>
                </a:lnTo>
                <a:lnTo>
                  <a:pt x="488569" y="151637"/>
                </a:lnTo>
                <a:lnTo>
                  <a:pt x="552704" y="191262"/>
                </a:lnTo>
                <a:lnTo>
                  <a:pt x="612267" y="234696"/>
                </a:lnTo>
                <a:lnTo>
                  <a:pt x="666623" y="281559"/>
                </a:lnTo>
                <a:lnTo>
                  <a:pt x="714883" y="331342"/>
                </a:lnTo>
                <a:lnTo>
                  <a:pt x="756539" y="383413"/>
                </a:lnTo>
                <a:lnTo>
                  <a:pt x="790956" y="437388"/>
                </a:lnTo>
                <a:lnTo>
                  <a:pt x="817626" y="492887"/>
                </a:lnTo>
                <a:lnTo>
                  <a:pt x="836041" y="549275"/>
                </a:lnTo>
                <a:lnTo>
                  <a:pt x="843915" y="591820"/>
                </a:lnTo>
                <a:lnTo>
                  <a:pt x="846139" y="618998"/>
                </a:lnTo>
                <a:lnTo>
                  <a:pt x="846201" y="620140"/>
                </a:lnTo>
                <a:lnTo>
                  <a:pt x="846568" y="633984"/>
                </a:lnTo>
                <a:lnTo>
                  <a:pt x="846829" y="648715"/>
                </a:lnTo>
                <a:lnTo>
                  <a:pt x="846836" y="649097"/>
                </a:lnTo>
                <a:lnTo>
                  <a:pt x="847774" y="662939"/>
                </a:lnTo>
                <a:lnTo>
                  <a:pt x="854329" y="709040"/>
                </a:lnTo>
                <a:lnTo>
                  <a:pt x="866140" y="753363"/>
                </a:lnTo>
                <a:lnTo>
                  <a:pt x="889635" y="811784"/>
                </a:lnTo>
                <a:lnTo>
                  <a:pt x="921512" y="868552"/>
                </a:lnTo>
                <a:lnTo>
                  <a:pt x="960882" y="923289"/>
                </a:lnTo>
                <a:lnTo>
                  <a:pt x="1006983" y="975613"/>
                </a:lnTo>
                <a:lnTo>
                  <a:pt x="1059561" y="1025143"/>
                </a:lnTo>
                <a:lnTo>
                  <a:pt x="1117727" y="1071372"/>
                </a:lnTo>
                <a:lnTo>
                  <a:pt x="1180846" y="1113789"/>
                </a:lnTo>
                <a:lnTo>
                  <a:pt x="1214120" y="1133348"/>
                </a:lnTo>
                <a:lnTo>
                  <a:pt x="1248410" y="1151889"/>
                </a:lnTo>
                <a:lnTo>
                  <a:pt x="1283716" y="1169415"/>
                </a:lnTo>
                <a:lnTo>
                  <a:pt x="1319784" y="1185545"/>
                </a:lnTo>
                <a:lnTo>
                  <a:pt x="1356614" y="1200530"/>
                </a:lnTo>
                <a:lnTo>
                  <a:pt x="1394333" y="1214120"/>
                </a:lnTo>
                <a:lnTo>
                  <a:pt x="1432433" y="1226312"/>
                </a:lnTo>
                <a:lnTo>
                  <a:pt x="1471295" y="1237106"/>
                </a:lnTo>
                <a:lnTo>
                  <a:pt x="1510411" y="1246377"/>
                </a:lnTo>
                <a:lnTo>
                  <a:pt x="1550162" y="1254125"/>
                </a:lnTo>
                <a:lnTo>
                  <a:pt x="1590040" y="1260093"/>
                </a:lnTo>
                <a:lnTo>
                  <a:pt x="1630426" y="1264539"/>
                </a:lnTo>
                <a:lnTo>
                  <a:pt x="1634924" y="1264772"/>
                </a:lnTo>
                <a:lnTo>
                  <a:pt x="1635691" y="1246377"/>
                </a:lnTo>
                <a:lnTo>
                  <a:pt x="1635716" y="1245771"/>
                </a:lnTo>
                <a:lnTo>
                  <a:pt x="1592961" y="1241298"/>
                </a:lnTo>
                <a:lnTo>
                  <a:pt x="1553845" y="1235328"/>
                </a:lnTo>
                <a:lnTo>
                  <a:pt x="1514856" y="1227836"/>
                </a:lnTo>
                <a:lnTo>
                  <a:pt x="1476375" y="1218691"/>
                </a:lnTo>
                <a:lnTo>
                  <a:pt x="1438275" y="1208151"/>
                </a:lnTo>
                <a:lnTo>
                  <a:pt x="1400683" y="1196086"/>
                </a:lnTo>
                <a:lnTo>
                  <a:pt x="1363726" y="1182877"/>
                </a:lnTo>
                <a:lnTo>
                  <a:pt x="1327531" y="1168273"/>
                </a:lnTo>
                <a:lnTo>
                  <a:pt x="1292098" y="1152271"/>
                </a:lnTo>
                <a:lnTo>
                  <a:pt x="1257427" y="1135252"/>
                </a:lnTo>
                <a:lnTo>
                  <a:pt x="1223899" y="1116964"/>
                </a:lnTo>
                <a:lnTo>
                  <a:pt x="1159637" y="1077340"/>
                </a:lnTo>
                <a:lnTo>
                  <a:pt x="1100074" y="1033906"/>
                </a:lnTo>
                <a:lnTo>
                  <a:pt x="1045972" y="987298"/>
                </a:lnTo>
                <a:lnTo>
                  <a:pt x="997712" y="937513"/>
                </a:lnTo>
                <a:lnTo>
                  <a:pt x="956056" y="885571"/>
                </a:lnTo>
                <a:lnTo>
                  <a:pt x="921512" y="831596"/>
                </a:lnTo>
                <a:lnTo>
                  <a:pt x="894715" y="776224"/>
                </a:lnTo>
                <a:lnTo>
                  <a:pt x="876300" y="719836"/>
                </a:lnTo>
                <a:lnTo>
                  <a:pt x="868299" y="677163"/>
                </a:lnTo>
                <a:lnTo>
                  <a:pt x="865913" y="649097"/>
                </a:lnTo>
                <a:lnTo>
                  <a:pt x="865886" y="648715"/>
                </a:lnTo>
                <a:lnTo>
                  <a:pt x="865640" y="634491"/>
                </a:lnTo>
                <a:lnTo>
                  <a:pt x="865280" y="620140"/>
                </a:lnTo>
                <a:lnTo>
                  <a:pt x="865251" y="618998"/>
                </a:lnTo>
                <a:lnTo>
                  <a:pt x="864482" y="606043"/>
                </a:lnTo>
                <a:lnTo>
                  <a:pt x="864362" y="604012"/>
                </a:lnTo>
                <a:lnTo>
                  <a:pt x="857758" y="559053"/>
                </a:lnTo>
                <a:lnTo>
                  <a:pt x="845820" y="514476"/>
                </a:lnTo>
                <a:lnTo>
                  <a:pt x="822198" y="456184"/>
                </a:lnTo>
                <a:lnTo>
                  <a:pt x="790448" y="399414"/>
                </a:lnTo>
                <a:lnTo>
                  <a:pt x="751078" y="344804"/>
                </a:lnTo>
                <a:lnTo>
                  <a:pt x="704723" y="292480"/>
                </a:lnTo>
                <a:lnTo>
                  <a:pt x="652272" y="243077"/>
                </a:lnTo>
                <a:lnTo>
                  <a:pt x="594106" y="196850"/>
                </a:lnTo>
                <a:lnTo>
                  <a:pt x="530860" y="154431"/>
                </a:lnTo>
                <a:lnTo>
                  <a:pt x="497713" y="134874"/>
                </a:lnTo>
                <a:lnTo>
                  <a:pt x="463296" y="116204"/>
                </a:lnTo>
                <a:lnTo>
                  <a:pt x="427990" y="98805"/>
                </a:lnTo>
                <a:lnTo>
                  <a:pt x="391922" y="82676"/>
                </a:lnTo>
                <a:lnTo>
                  <a:pt x="354965" y="67691"/>
                </a:lnTo>
                <a:lnTo>
                  <a:pt x="317373" y="54228"/>
                </a:lnTo>
                <a:lnTo>
                  <a:pt x="279146" y="41909"/>
                </a:lnTo>
                <a:lnTo>
                  <a:pt x="240284" y="31115"/>
                </a:lnTo>
                <a:lnTo>
                  <a:pt x="201041" y="21844"/>
                </a:lnTo>
                <a:lnTo>
                  <a:pt x="161290" y="14097"/>
                </a:lnTo>
                <a:lnTo>
                  <a:pt x="121285" y="8000"/>
                </a:lnTo>
                <a:lnTo>
                  <a:pt x="80899" y="3682"/>
                </a:lnTo>
                <a:lnTo>
                  <a:pt x="40512" y="1016"/>
                </a:lnTo>
                <a:lnTo>
                  <a:pt x="381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354704" y="5588000"/>
            <a:ext cx="1729105" cy="1285240"/>
          </a:xfrm>
          <a:custGeom>
            <a:avLst/>
            <a:gdLst/>
            <a:ahLst/>
            <a:cxnLst/>
            <a:rect l="l" t="t" r="r" b="b"/>
            <a:pathLst>
              <a:path w="1729104" h="1285240">
                <a:moveTo>
                  <a:pt x="1652497" y="28688"/>
                </a:moveTo>
                <a:lnTo>
                  <a:pt x="1606423" y="33400"/>
                </a:lnTo>
                <a:lnTo>
                  <a:pt x="1566037" y="39497"/>
                </a:lnTo>
                <a:lnTo>
                  <a:pt x="1525905" y="47116"/>
                </a:lnTo>
                <a:lnTo>
                  <a:pt x="1486281" y="56387"/>
                </a:lnTo>
                <a:lnTo>
                  <a:pt x="1447038" y="67183"/>
                </a:lnTo>
                <a:lnTo>
                  <a:pt x="1408430" y="79248"/>
                </a:lnTo>
                <a:lnTo>
                  <a:pt x="1370457" y="92837"/>
                </a:lnTo>
                <a:lnTo>
                  <a:pt x="1333119" y="107569"/>
                </a:lnTo>
                <a:lnTo>
                  <a:pt x="1296670" y="123825"/>
                </a:lnTo>
                <a:lnTo>
                  <a:pt x="1261110" y="141097"/>
                </a:lnTo>
                <a:lnTo>
                  <a:pt x="1226439" y="159512"/>
                </a:lnTo>
                <a:lnTo>
                  <a:pt x="1192911" y="179070"/>
                </a:lnTo>
                <a:lnTo>
                  <a:pt x="1160399" y="199644"/>
                </a:lnTo>
                <a:lnTo>
                  <a:pt x="1098931" y="243712"/>
                </a:lnTo>
                <a:lnTo>
                  <a:pt x="1043051" y="291211"/>
                </a:lnTo>
                <a:lnTo>
                  <a:pt x="993013" y="341884"/>
                </a:lnTo>
                <a:lnTo>
                  <a:pt x="949706" y="395097"/>
                </a:lnTo>
                <a:lnTo>
                  <a:pt x="913765" y="450596"/>
                </a:lnTo>
                <a:lnTo>
                  <a:pt x="885698" y="507873"/>
                </a:lnTo>
                <a:lnTo>
                  <a:pt x="870331" y="551561"/>
                </a:lnTo>
                <a:lnTo>
                  <a:pt x="860171" y="595884"/>
                </a:lnTo>
                <a:lnTo>
                  <a:pt x="855345" y="640588"/>
                </a:lnTo>
                <a:lnTo>
                  <a:pt x="854837" y="669163"/>
                </a:lnTo>
                <a:lnTo>
                  <a:pt x="853821" y="683387"/>
                </a:lnTo>
                <a:lnTo>
                  <a:pt x="847598" y="725804"/>
                </a:lnTo>
                <a:lnTo>
                  <a:pt x="836168" y="767714"/>
                </a:lnTo>
                <a:lnTo>
                  <a:pt x="813435" y="823340"/>
                </a:lnTo>
                <a:lnTo>
                  <a:pt x="782447" y="877824"/>
                </a:lnTo>
                <a:lnTo>
                  <a:pt x="743966" y="930528"/>
                </a:lnTo>
                <a:lnTo>
                  <a:pt x="698373" y="981075"/>
                </a:lnTo>
                <a:lnTo>
                  <a:pt x="646684" y="1029080"/>
                </a:lnTo>
                <a:lnTo>
                  <a:pt x="589026" y="1074039"/>
                </a:lnTo>
                <a:lnTo>
                  <a:pt x="526542" y="1115314"/>
                </a:lnTo>
                <a:lnTo>
                  <a:pt x="493522" y="1134490"/>
                </a:lnTo>
                <a:lnTo>
                  <a:pt x="459486" y="1152652"/>
                </a:lnTo>
                <a:lnTo>
                  <a:pt x="424272" y="1169797"/>
                </a:lnTo>
                <a:lnTo>
                  <a:pt x="388747" y="1185417"/>
                </a:lnTo>
                <a:lnTo>
                  <a:pt x="352044" y="1200023"/>
                </a:lnTo>
                <a:lnTo>
                  <a:pt x="314706" y="1213230"/>
                </a:lnTo>
                <a:lnTo>
                  <a:pt x="276733" y="1225296"/>
                </a:lnTo>
                <a:lnTo>
                  <a:pt x="238379" y="1235710"/>
                </a:lnTo>
                <a:lnTo>
                  <a:pt x="199390" y="1244853"/>
                </a:lnTo>
                <a:lnTo>
                  <a:pt x="160020" y="1252347"/>
                </a:lnTo>
                <a:lnTo>
                  <a:pt x="120396" y="1258315"/>
                </a:lnTo>
                <a:lnTo>
                  <a:pt x="80518" y="1262634"/>
                </a:lnTo>
                <a:lnTo>
                  <a:pt x="40512" y="1265301"/>
                </a:lnTo>
                <a:lnTo>
                  <a:pt x="0" y="1266189"/>
                </a:lnTo>
                <a:lnTo>
                  <a:pt x="101" y="1271270"/>
                </a:lnTo>
                <a:lnTo>
                  <a:pt x="220" y="1277239"/>
                </a:lnTo>
                <a:lnTo>
                  <a:pt x="309" y="1281684"/>
                </a:lnTo>
                <a:lnTo>
                  <a:pt x="381" y="1285239"/>
                </a:lnTo>
                <a:lnTo>
                  <a:pt x="40894" y="1284351"/>
                </a:lnTo>
                <a:lnTo>
                  <a:pt x="81787" y="1281684"/>
                </a:lnTo>
                <a:lnTo>
                  <a:pt x="122428" y="1277239"/>
                </a:lnTo>
                <a:lnTo>
                  <a:pt x="162814" y="1271270"/>
                </a:lnTo>
                <a:lnTo>
                  <a:pt x="202946" y="1263523"/>
                </a:lnTo>
                <a:lnTo>
                  <a:pt x="242697" y="1254378"/>
                </a:lnTo>
                <a:lnTo>
                  <a:pt x="281813" y="1243711"/>
                </a:lnTo>
                <a:lnTo>
                  <a:pt x="320421" y="1231519"/>
                </a:lnTo>
                <a:lnTo>
                  <a:pt x="358394" y="1218057"/>
                </a:lnTo>
                <a:lnTo>
                  <a:pt x="395732" y="1203071"/>
                </a:lnTo>
                <a:lnTo>
                  <a:pt x="432181" y="1187069"/>
                </a:lnTo>
                <a:lnTo>
                  <a:pt x="467868" y="1169797"/>
                </a:lnTo>
                <a:lnTo>
                  <a:pt x="502412" y="1151382"/>
                </a:lnTo>
                <a:lnTo>
                  <a:pt x="536067" y="1131824"/>
                </a:lnTo>
                <a:lnTo>
                  <a:pt x="568579" y="1111250"/>
                </a:lnTo>
                <a:lnTo>
                  <a:pt x="629920" y="1067180"/>
                </a:lnTo>
                <a:lnTo>
                  <a:pt x="685927" y="1019810"/>
                </a:lnTo>
                <a:lnTo>
                  <a:pt x="735838" y="969137"/>
                </a:lnTo>
                <a:lnTo>
                  <a:pt x="779145" y="915924"/>
                </a:lnTo>
                <a:lnTo>
                  <a:pt x="815213" y="860678"/>
                </a:lnTo>
                <a:lnTo>
                  <a:pt x="843280" y="803528"/>
                </a:lnTo>
                <a:lnTo>
                  <a:pt x="858774" y="759587"/>
                </a:lnTo>
                <a:lnTo>
                  <a:pt x="868934" y="715263"/>
                </a:lnTo>
                <a:lnTo>
                  <a:pt x="873760" y="670433"/>
                </a:lnTo>
                <a:lnTo>
                  <a:pt x="874395" y="640969"/>
                </a:lnTo>
                <a:lnTo>
                  <a:pt x="875284" y="626872"/>
                </a:lnTo>
                <a:lnTo>
                  <a:pt x="881634" y="584580"/>
                </a:lnTo>
                <a:lnTo>
                  <a:pt x="893064" y="542416"/>
                </a:lnTo>
                <a:lnTo>
                  <a:pt x="916051" y="486790"/>
                </a:lnTo>
                <a:lnTo>
                  <a:pt x="947039" y="432435"/>
                </a:lnTo>
                <a:lnTo>
                  <a:pt x="985520" y="379857"/>
                </a:lnTo>
                <a:lnTo>
                  <a:pt x="1031113" y="329311"/>
                </a:lnTo>
                <a:lnTo>
                  <a:pt x="1082929" y="281304"/>
                </a:lnTo>
                <a:lnTo>
                  <a:pt x="1140460" y="236474"/>
                </a:lnTo>
                <a:lnTo>
                  <a:pt x="1203071" y="195199"/>
                </a:lnTo>
                <a:lnTo>
                  <a:pt x="1270000" y="157861"/>
                </a:lnTo>
                <a:lnTo>
                  <a:pt x="1305052" y="140842"/>
                </a:lnTo>
                <a:lnTo>
                  <a:pt x="1340866" y="125095"/>
                </a:lnTo>
                <a:lnTo>
                  <a:pt x="1377442" y="110489"/>
                </a:lnTo>
                <a:lnTo>
                  <a:pt x="1414780" y="97154"/>
                </a:lnTo>
                <a:lnTo>
                  <a:pt x="1452753" y="85344"/>
                </a:lnTo>
                <a:lnTo>
                  <a:pt x="1491234" y="74802"/>
                </a:lnTo>
                <a:lnTo>
                  <a:pt x="1530223" y="65659"/>
                </a:lnTo>
                <a:lnTo>
                  <a:pt x="1569593" y="58165"/>
                </a:lnTo>
                <a:lnTo>
                  <a:pt x="1609217" y="52197"/>
                </a:lnTo>
                <a:lnTo>
                  <a:pt x="1649095" y="47878"/>
                </a:lnTo>
                <a:lnTo>
                  <a:pt x="1653320" y="47688"/>
                </a:lnTo>
                <a:lnTo>
                  <a:pt x="1652508" y="28955"/>
                </a:lnTo>
                <a:lnTo>
                  <a:pt x="1652497" y="28688"/>
                </a:lnTo>
                <a:close/>
              </a:path>
              <a:path w="1729104" h="1285240">
                <a:moveTo>
                  <a:pt x="1713943" y="28066"/>
                </a:moveTo>
                <a:lnTo>
                  <a:pt x="1665097" y="28066"/>
                </a:lnTo>
                <a:lnTo>
                  <a:pt x="1665986" y="47116"/>
                </a:lnTo>
                <a:lnTo>
                  <a:pt x="1653320" y="47688"/>
                </a:lnTo>
                <a:lnTo>
                  <a:pt x="1654495" y="74802"/>
                </a:lnTo>
                <a:lnTo>
                  <a:pt x="1654556" y="76200"/>
                </a:lnTo>
                <a:lnTo>
                  <a:pt x="1728978" y="34798"/>
                </a:lnTo>
                <a:lnTo>
                  <a:pt x="1713943" y="28066"/>
                </a:lnTo>
                <a:close/>
              </a:path>
              <a:path w="1729104" h="1285240">
                <a:moveTo>
                  <a:pt x="1665097" y="28066"/>
                </a:moveTo>
                <a:lnTo>
                  <a:pt x="1652497" y="28688"/>
                </a:lnTo>
                <a:lnTo>
                  <a:pt x="1653295" y="47116"/>
                </a:lnTo>
                <a:lnTo>
                  <a:pt x="1653320" y="47688"/>
                </a:lnTo>
                <a:lnTo>
                  <a:pt x="1665986" y="47116"/>
                </a:lnTo>
                <a:lnTo>
                  <a:pt x="1665138" y="28955"/>
                </a:lnTo>
                <a:lnTo>
                  <a:pt x="1665097" y="28066"/>
                </a:lnTo>
                <a:close/>
              </a:path>
              <a:path w="1729104" h="1285240">
                <a:moveTo>
                  <a:pt x="1651254" y="0"/>
                </a:moveTo>
                <a:lnTo>
                  <a:pt x="1652470" y="28066"/>
                </a:lnTo>
                <a:lnTo>
                  <a:pt x="1652497" y="28688"/>
                </a:lnTo>
                <a:lnTo>
                  <a:pt x="1665097" y="28066"/>
                </a:lnTo>
                <a:lnTo>
                  <a:pt x="1713943" y="28066"/>
                </a:lnTo>
                <a:lnTo>
                  <a:pt x="1651254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363340" y="4740275"/>
            <a:ext cx="1720214" cy="474345"/>
          </a:xfrm>
          <a:custGeom>
            <a:avLst/>
            <a:gdLst/>
            <a:ahLst/>
            <a:cxnLst/>
            <a:rect l="l" t="t" r="r" b="b"/>
            <a:pathLst>
              <a:path w="1720214" h="474345">
                <a:moveTo>
                  <a:pt x="1644396" y="398017"/>
                </a:moveTo>
                <a:lnTo>
                  <a:pt x="1644293" y="404875"/>
                </a:lnTo>
                <a:lnTo>
                  <a:pt x="1644169" y="413130"/>
                </a:lnTo>
                <a:lnTo>
                  <a:pt x="1644085" y="418719"/>
                </a:lnTo>
                <a:lnTo>
                  <a:pt x="1643968" y="426526"/>
                </a:lnTo>
                <a:lnTo>
                  <a:pt x="1656714" y="426720"/>
                </a:lnTo>
                <a:lnTo>
                  <a:pt x="1656588" y="436245"/>
                </a:lnTo>
                <a:lnTo>
                  <a:pt x="1656461" y="445770"/>
                </a:lnTo>
                <a:lnTo>
                  <a:pt x="1643679" y="445770"/>
                </a:lnTo>
                <a:lnTo>
                  <a:pt x="1643253" y="474217"/>
                </a:lnTo>
                <a:lnTo>
                  <a:pt x="1702397" y="445770"/>
                </a:lnTo>
                <a:lnTo>
                  <a:pt x="1656461" y="445770"/>
                </a:lnTo>
                <a:lnTo>
                  <a:pt x="1643682" y="445582"/>
                </a:lnTo>
                <a:lnTo>
                  <a:pt x="1702788" y="445582"/>
                </a:lnTo>
                <a:lnTo>
                  <a:pt x="1720088" y="437261"/>
                </a:lnTo>
                <a:lnTo>
                  <a:pt x="1644396" y="398017"/>
                </a:lnTo>
                <a:close/>
              </a:path>
              <a:path w="1720214" h="474345">
                <a:moveTo>
                  <a:pt x="1643968" y="426526"/>
                </a:moveTo>
                <a:lnTo>
                  <a:pt x="1643877" y="432562"/>
                </a:lnTo>
                <a:lnTo>
                  <a:pt x="1643807" y="437261"/>
                </a:lnTo>
                <a:lnTo>
                  <a:pt x="1643682" y="445582"/>
                </a:lnTo>
                <a:lnTo>
                  <a:pt x="1656461" y="445770"/>
                </a:lnTo>
                <a:lnTo>
                  <a:pt x="1656588" y="436245"/>
                </a:lnTo>
                <a:lnTo>
                  <a:pt x="1656714" y="426720"/>
                </a:lnTo>
                <a:lnTo>
                  <a:pt x="1643968" y="426526"/>
                </a:lnTo>
                <a:close/>
              </a:path>
              <a:path w="1720214" h="474345">
                <a:moveTo>
                  <a:pt x="126" y="0"/>
                </a:moveTo>
                <a:lnTo>
                  <a:pt x="0" y="19050"/>
                </a:lnTo>
                <a:lnTo>
                  <a:pt x="40259" y="19303"/>
                </a:lnTo>
                <a:lnTo>
                  <a:pt x="80263" y="20320"/>
                </a:lnTo>
                <a:lnTo>
                  <a:pt x="120269" y="21844"/>
                </a:lnTo>
                <a:lnTo>
                  <a:pt x="159893" y="23875"/>
                </a:lnTo>
                <a:lnTo>
                  <a:pt x="238379" y="29590"/>
                </a:lnTo>
                <a:lnTo>
                  <a:pt x="276860" y="33274"/>
                </a:lnTo>
                <a:lnTo>
                  <a:pt x="314833" y="37464"/>
                </a:lnTo>
                <a:lnTo>
                  <a:pt x="424688" y="52450"/>
                </a:lnTo>
                <a:lnTo>
                  <a:pt x="493649" y="64770"/>
                </a:lnTo>
                <a:lnTo>
                  <a:pt x="558419" y="78359"/>
                </a:lnTo>
                <a:lnTo>
                  <a:pt x="618617" y="93217"/>
                </a:lnTo>
                <a:lnTo>
                  <a:pt x="673226" y="109474"/>
                </a:lnTo>
                <a:lnTo>
                  <a:pt x="721868" y="126364"/>
                </a:lnTo>
                <a:lnTo>
                  <a:pt x="763778" y="144272"/>
                </a:lnTo>
                <a:lnTo>
                  <a:pt x="798195" y="162687"/>
                </a:lnTo>
                <a:lnTo>
                  <a:pt x="834263" y="190500"/>
                </a:lnTo>
                <a:lnTo>
                  <a:pt x="848383" y="211836"/>
                </a:lnTo>
                <a:lnTo>
                  <a:pt x="848487" y="212089"/>
                </a:lnTo>
                <a:lnTo>
                  <a:pt x="849503" y="215011"/>
                </a:lnTo>
                <a:lnTo>
                  <a:pt x="849586" y="215488"/>
                </a:lnTo>
                <a:lnTo>
                  <a:pt x="849884" y="216408"/>
                </a:lnTo>
                <a:lnTo>
                  <a:pt x="849814" y="216788"/>
                </a:lnTo>
                <a:lnTo>
                  <a:pt x="850392" y="220090"/>
                </a:lnTo>
                <a:lnTo>
                  <a:pt x="850558" y="222758"/>
                </a:lnTo>
                <a:lnTo>
                  <a:pt x="850841" y="227964"/>
                </a:lnTo>
                <a:lnTo>
                  <a:pt x="850900" y="229108"/>
                </a:lnTo>
                <a:lnTo>
                  <a:pt x="852043" y="235330"/>
                </a:lnTo>
                <a:lnTo>
                  <a:pt x="872236" y="269494"/>
                </a:lnTo>
                <a:lnTo>
                  <a:pt x="912241" y="300482"/>
                </a:lnTo>
                <a:lnTo>
                  <a:pt x="948309" y="319913"/>
                </a:lnTo>
                <a:lnTo>
                  <a:pt x="991488" y="338200"/>
                </a:lnTo>
                <a:lnTo>
                  <a:pt x="1041273" y="355726"/>
                </a:lnTo>
                <a:lnTo>
                  <a:pt x="1096772" y="371983"/>
                </a:lnTo>
                <a:lnTo>
                  <a:pt x="1157478" y="387096"/>
                </a:lnTo>
                <a:lnTo>
                  <a:pt x="1223010" y="400938"/>
                </a:lnTo>
                <a:lnTo>
                  <a:pt x="1292606" y="413130"/>
                </a:lnTo>
                <a:lnTo>
                  <a:pt x="1365631" y="423799"/>
                </a:lnTo>
                <a:lnTo>
                  <a:pt x="1441323" y="432562"/>
                </a:lnTo>
                <a:lnTo>
                  <a:pt x="1480185" y="436245"/>
                </a:lnTo>
                <a:lnTo>
                  <a:pt x="1558925" y="441960"/>
                </a:lnTo>
                <a:lnTo>
                  <a:pt x="1598930" y="444119"/>
                </a:lnTo>
                <a:lnTo>
                  <a:pt x="1641093" y="445582"/>
                </a:lnTo>
                <a:lnTo>
                  <a:pt x="1643682" y="445582"/>
                </a:lnTo>
                <a:lnTo>
                  <a:pt x="1643807" y="437261"/>
                </a:lnTo>
                <a:lnTo>
                  <a:pt x="1643877" y="432562"/>
                </a:lnTo>
                <a:lnTo>
                  <a:pt x="1643968" y="426526"/>
                </a:lnTo>
                <a:lnTo>
                  <a:pt x="1641694" y="426526"/>
                </a:lnTo>
                <a:lnTo>
                  <a:pt x="1599946" y="425069"/>
                </a:lnTo>
                <a:lnTo>
                  <a:pt x="1560322" y="422910"/>
                </a:lnTo>
                <a:lnTo>
                  <a:pt x="1481963" y="417322"/>
                </a:lnTo>
                <a:lnTo>
                  <a:pt x="1405509" y="409448"/>
                </a:lnTo>
                <a:lnTo>
                  <a:pt x="1331595" y="399923"/>
                </a:lnTo>
                <a:lnTo>
                  <a:pt x="1260729" y="388492"/>
                </a:lnTo>
                <a:lnTo>
                  <a:pt x="1193800" y="375665"/>
                </a:lnTo>
                <a:lnTo>
                  <a:pt x="1131316" y="361314"/>
                </a:lnTo>
                <a:lnTo>
                  <a:pt x="1073785" y="345821"/>
                </a:lnTo>
                <a:lnTo>
                  <a:pt x="1022223" y="329184"/>
                </a:lnTo>
                <a:lnTo>
                  <a:pt x="976884" y="311785"/>
                </a:lnTo>
                <a:lnTo>
                  <a:pt x="938784" y="293750"/>
                </a:lnTo>
                <a:lnTo>
                  <a:pt x="896493" y="266319"/>
                </a:lnTo>
                <a:lnTo>
                  <a:pt x="871982" y="235838"/>
                </a:lnTo>
                <a:lnTo>
                  <a:pt x="869764" y="224154"/>
                </a:lnTo>
                <a:lnTo>
                  <a:pt x="869696" y="222758"/>
                </a:lnTo>
                <a:lnTo>
                  <a:pt x="869188" y="216788"/>
                </a:lnTo>
                <a:lnTo>
                  <a:pt x="869119" y="216408"/>
                </a:lnTo>
                <a:lnTo>
                  <a:pt x="849884" y="216408"/>
                </a:lnTo>
                <a:lnTo>
                  <a:pt x="849633" y="215488"/>
                </a:lnTo>
                <a:lnTo>
                  <a:pt x="868954" y="215488"/>
                </a:lnTo>
                <a:lnTo>
                  <a:pt x="868344" y="212089"/>
                </a:lnTo>
                <a:lnTo>
                  <a:pt x="868299" y="211836"/>
                </a:lnTo>
                <a:lnTo>
                  <a:pt x="847344" y="176657"/>
                </a:lnTo>
                <a:lnTo>
                  <a:pt x="807593" y="146176"/>
                </a:lnTo>
                <a:lnTo>
                  <a:pt x="771525" y="126873"/>
                </a:lnTo>
                <a:lnTo>
                  <a:pt x="728472" y="108585"/>
                </a:lnTo>
                <a:lnTo>
                  <a:pt x="678814" y="91186"/>
                </a:lnTo>
                <a:lnTo>
                  <a:pt x="623316" y="74802"/>
                </a:lnTo>
                <a:lnTo>
                  <a:pt x="562483" y="59816"/>
                </a:lnTo>
                <a:lnTo>
                  <a:pt x="497078" y="45974"/>
                </a:lnTo>
                <a:lnTo>
                  <a:pt x="427482" y="33654"/>
                </a:lnTo>
                <a:lnTo>
                  <a:pt x="354457" y="23113"/>
                </a:lnTo>
                <a:lnTo>
                  <a:pt x="278638" y="14224"/>
                </a:lnTo>
                <a:lnTo>
                  <a:pt x="239775" y="10667"/>
                </a:lnTo>
                <a:lnTo>
                  <a:pt x="160909" y="4825"/>
                </a:lnTo>
                <a:lnTo>
                  <a:pt x="121031" y="2794"/>
                </a:lnTo>
                <a:lnTo>
                  <a:pt x="80772" y="1270"/>
                </a:lnTo>
                <a:lnTo>
                  <a:pt x="40386" y="253"/>
                </a:lnTo>
                <a:lnTo>
                  <a:pt x="12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363340" y="5371591"/>
            <a:ext cx="1711960" cy="440690"/>
          </a:xfrm>
          <a:custGeom>
            <a:avLst/>
            <a:gdLst/>
            <a:ahLst/>
            <a:cxnLst/>
            <a:rect l="l" t="t" r="r" b="b"/>
            <a:pathLst>
              <a:path w="1711960" h="440689">
                <a:moveTo>
                  <a:pt x="1647952" y="28448"/>
                </a:moveTo>
                <a:lnTo>
                  <a:pt x="1551432" y="32004"/>
                </a:lnTo>
                <a:lnTo>
                  <a:pt x="1472946" y="37465"/>
                </a:lnTo>
                <a:lnTo>
                  <a:pt x="1434338" y="40894"/>
                </a:lnTo>
                <a:lnTo>
                  <a:pt x="1396364" y="44704"/>
                </a:lnTo>
                <a:lnTo>
                  <a:pt x="1322324" y="53594"/>
                </a:lnTo>
                <a:lnTo>
                  <a:pt x="1251331" y="64135"/>
                </a:lnTo>
                <a:lnTo>
                  <a:pt x="1184148" y="76200"/>
                </a:lnTo>
                <a:lnTo>
                  <a:pt x="1121156" y="89535"/>
                </a:lnTo>
                <a:lnTo>
                  <a:pt x="1063117" y="104012"/>
                </a:lnTo>
                <a:lnTo>
                  <a:pt x="1010793" y="119634"/>
                </a:lnTo>
                <a:lnTo>
                  <a:pt x="964564" y="136144"/>
                </a:lnTo>
                <a:lnTo>
                  <a:pt x="925068" y="153416"/>
                </a:lnTo>
                <a:lnTo>
                  <a:pt x="879475" y="181229"/>
                </a:lnTo>
                <a:lnTo>
                  <a:pt x="852297" y="211709"/>
                </a:lnTo>
                <a:lnTo>
                  <a:pt x="846455" y="233425"/>
                </a:lnTo>
                <a:lnTo>
                  <a:pt x="846201" y="236982"/>
                </a:lnTo>
                <a:lnTo>
                  <a:pt x="820674" y="272161"/>
                </a:lnTo>
                <a:lnTo>
                  <a:pt x="778383" y="297688"/>
                </a:lnTo>
                <a:lnTo>
                  <a:pt x="740283" y="314452"/>
                </a:lnTo>
                <a:lnTo>
                  <a:pt x="695071" y="330581"/>
                </a:lnTo>
                <a:lnTo>
                  <a:pt x="643636" y="345821"/>
                </a:lnTo>
                <a:lnTo>
                  <a:pt x="586486" y="360172"/>
                </a:lnTo>
                <a:lnTo>
                  <a:pt x="524129" y="373253"/>
                </a:lnTo>
                <a:lnTo>
                  <a:pt x="457454" y="385191"/>
                </a:lnTo>
                <a:lnTo>
                  <a:pt x="386969" y="395732"/>
                </a:lnTo>
                <a:lnTo>
                  <a:pt x="275589" y="408432"/>
                </a:lnTo>
                <a:lnTo>
                  <a:pt x="237362" y="411734"/>
                </a:lnTo>
                <a:lnTo>
                  <a:pt x="159258" y="417068"/>
                </a:lnTo>
                <a:lnTo>
                  <a:pt x="79883" y="420243"/>
                </a:lnTo>
                <a:lnTo>
                  <a:pt x="40005" y="421132"/>
                </a:lnTo>
                <a:lnTo>
                  <a:pt x="0" y="421386"/>
                </a:lnTo>
                <a:lnTo>
                  <a:pt x="126" y="440436"/>
                </a:lnTo>
                <a:lnTo>
                  <a:pt x="40259" y="440182"/>
                </a:lnTo>
                <a:lnTo>
                  <a:pt x="80391" y="439293"/>
                </a:lnTo>
                <a:lnTo>
                  <a:pt x="160020" y="436118"/>
                </a:lnTo>
                <a:lnTo>
                  <a:pt x="238633" y="430784"/>
                </a:lnTo>
                <a:lnTo>
                  <a:pt x="277241" y="427355"/>
                </a:lnTo>
                <a:lnTo>
                  <a:pt x="352679" y="419227"/>
                </a:lnTo>
                <a:lnTo>
                  <a:pt x="425323" y="409575"/>
                </a:lnTo>
                <a:lnTo>
                  <a:pt x="494538" y="398272"/>
                </a:lnTo>
                <a:lnTo>
                  <a:pt x="559562" y="385445"/>
                </a:lnTo>
                <a:lnTo>
                  <a:pt x="620141" y="371602"/>
                </a:lnTo>
                <a:lnTo>
                  <a:pt x="675386" y="356616"/>
                </a:lnTo>
                <a:lnTo>
                  <a:pt x="724662" y="340613"/>
                </a:lnTo>
                <a:lnTo>
                  <a:pt x="767588" y="323723"/>
                </a:lnTo>
                <a:lnTo>
                  <a:pt x="803158" y="306197"/>
                </a:lnTo>
                <a:lnTo>
                  <a:pt x="842899" y="278003"/>
                </a:lnTo>
                <a:lnTo>
                  <a:pt x="864997" y="240411"/>
                </a:lnTo>
                <a:lnTo>
                  <a:pt x="865378" y="234950"/>
                </a:lnTo>
                <a:lnTo>
                  <a:pt x="865759" y="230124"/>
                </a:lnTo>
                <a:lnTo>
                  <a:pt x="891921" y="195707"/>
                </a:lnTo>
                <a:lnTo>
                  <a:pt x="933958" y="170307"/>
                </a:lnTo>
                <a:lnTo>
                  <a:pt x="971931" y="153670"/>
                </a:lnTo>
                <a:lnTo>
                  <a:pt x="1017016" y="137668"/>
                </a:lnTo>
                <a:lnTo>
                  <a:pt x="1068451" y="122300"/>
                </a:lnTo>
                <a:lnTo>
                  <a:pt x="1125601" y="108077"/>
                </a:lnTo>
                <a:lnTo>
                  <a:pt x="1187831" y="94869"/>
                </a:lnTo>
                <a:lnTo>
                  <a:pt x="1254506" y="82931"/>
                </a:lnTo>
                <a:lnTo>
                  <a:pt x="1324991" y="72517"/>
                </a:lnTo>
                <a:lnTo>
                  <a:pt x="1398524" y="63627"/>
                </a:lnTo>
                <a:lnTo>
                  <a:pt x="1474724" y="56387"/>
                </a:lnTo>
                <a:lnTo>
                  <a:pt x="1552702" y="51054"/>
                </a:lnTo>
                <a:lnTo>
                  <a:pt x="1631823" y="47752"/>
                </a:lnTo>
                <a:lnTo>
                  <a:pt x="1635587" y="47752"/>
                </a:lnTo>
                <a:lnTo>
                  <a:pt x="1635484" y="40894"/>
                </a:lnTo>
                <a:lnTo>
                  <a:pt x="1635425" y="36957"/>
                </a:lnTo>
                <a:lnTo>
                  <a:pt x="1635301" y="28702"/>
                </a:lnTo>
                <a:lnTo>
                  <a:pt x="1647955" y="28702"/>
                </a:lnTo>
                <a:lnTo>
                  <a:pt x="1647952" y="28448"/>
                </a:lnTo>
                <a:close/>
              </a:path>
              <a:path w="1711960" h="440689">
                <a:moveTo>
                  <a:pt x="1693917" y="28448"/>
                </a:moveTo>
                <a:lnTo>
                  <a:pt x="1647952" y="28448"/>
                </a:lnTo>
                <a:lnTo>
                  <a:pt x="1647999" y="32004"/>
                </a:lnTo>
                <a:lnTo>
                  <a:pt x="1648117" y="40894"/>
                </a:lnTo>
                <a:lnTo>
                  <a:pt x="1648206" y="47498"/>
                </a:lnTo>
                <a:lnTo>
                  <a:pt x="1631822" y="47752"/>
                </a:lnTo>
                <a:lnTo>
                  <a:pt x="1635587" y="47752"/>
                </a:lnTo>
                <a:lnTo>
                  <a:pt x="1635674" y="53594"/>
                </a:lnTo>
                <a:lnTo>
                  <a:pt x="1635768" y="59817"/>
                </a:lnTo>
                <a:lnTo>
                  <a:pt x="1635888" y="67818"/>
                </a:lnTo>
                <a:lnTo>
                  <a:pt x="1636014" y="76200"/>
                </a:lnTo>
                <a:lnTo>
                  <a:pt x="1711579" y="36957"/>
                </a:lnTo>
                <a:lnTo>
                  <a:pt x="1693917" y="28448"/>
                </a:lnTo>
                <a:close/>
              </a:path>
              <a:path w="1711960" h="440689">
                <a:moveTo>
                  <a:pt x="1634871" y="0"/>
                </a:moveTo>
                <a:lnTo>
                  <a:pt x="1635297" y="28448"/>
                </a:lnTo>
                <a:lnTo>
                  <a:pt x="1635301" y="28702"/>
                </a:lnTo>
                <a:lnTo>
                  <a:pt x="1635425" y="36957"/>
                </a:lnTo>
                <a:lnTo>
                  <a:pt x="1635484" y="40894"/>
                </a:lnTo>
                <a:lnTo>
                  <a:pt x="1635587" y="47752"/>
                </a:lnTo>
                <a:lnTo>
                  <a:pt x="1631822" y="47752"/>
                </a:lnTo>
                <a:lnTo>
                  <a:pt x="1648206" y="47498"/>
                </a:lnTo>
                <a:lnTo>
                  <a:pt x="1648117" y="40894"/>
                </a:lnTo>
                <a:lnTo>
                  <a:pt x="1647999" y="32004"/>
                </a:lnTo>
                <a:lnTo>
                  <a:pt x="1647955" y="28702"/>
                </a:lnTo>
                <a:lnTo>
                  <a:pt x="1631061" y="28702"/>
                </a:lnTo>
                <a:lnTo>
                  <a:pt x="1647952" y="28448"/>
                </a:lnTo>
                <a:lnTo>
                  <a:pt x="1693917" y="28448"/>
                </a:lnTo>
                <a:lnTo>
                  <a:pt x="1634871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355725" y="8158860"/>
            <a:ext cx="4906010" cy="1219200"/>
          </a:xfrm>
          <a:custGeom>
            <a:avLst/>
            <a:gdLst/>
            <a:ahLst/>
            <a:cxnLst/>
            <a:rect l="l" t="t" r="r" b="b"/>
            <a:pathLst>
              <a:path w="4906010" h="1219200">
                <a:moveTo>
                  <a:pt x="4863846" y="0"/>
                </a:moveTo>
                <a:lnTo>
                  <a:pt x="41783" y="0"/>
                </a:lnTo>
                <a:lnTo>
                  <a:pt x="25556" y="3278"/>
                </a:lnTo>
                <a:lnTo>
                  <a:pt x="12271" y="12223"/>
                </a:lnTo>
                <a:lnTo>
                  <a:pt x="3296" y="25503"/>
                </a:lnTo>
                <a:lnTo>
                  <a:pt x="0" y="41782"/>
                </a:lnTo>
                <a:lnTo>
                  <a:pt x="0" y="1177366"/>
                </a:lnTo>
                <a:lnTo>
                  <a:pt x="3296" y="1193637"/>
                </a:lnTo>
                <a:lnTo>
                  <a:pt x="12271" y="1206922"/>
                </a:lnTo>
                <a:lnTo>
                  <a:pt x="25556" y="1215878"/>
                </a:lnTo>
                <a:lnTo>
                  <a:pt x="41783" y="1219161"/>
                </a:lnTo>
                <a:lnTo>
                  <a:pt x="4863846" y="1219161"/>
                </a:lnTo>
                <a:lnTo>
                  <a:pt x="4880125" y="1215878"/>
                </a:lnTo>
                <a:lnTo>
                  <a:pt x="4893405" y="1206922"/>
                </a:lnTo>
                <a:lnTo>
                  <a:pt x="4902350" y="1193637"/>
                </a:lnTo>
                <a:lnTo>
                  <a:pt x="4905629" y="1177366"/>
                </a:lnTo>
                <a:lnTo>
                  <a:pt x="4905629" y="41782"/>
                </a:lnTo>
                <a:lnTo>
                  <a:pt x="4902350" y="25503"/>
                </a:lnTo>
                <a:lnTo>
                  <a:pt x="4893405" y="12223"/>
                </a:lnTo>
                <a:lnTo>
                  <a:pt x="4880125" y="3278"/>
                </a:lnTo>
                <a:lnTo>
                  <a:pt x="486384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861820" y="8411082"/>
            <a:ext cx="3893820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09040" marR="5080" indent="-1196975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다양한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세트를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대규모로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 b="1">
                <a:solidFill>
                  <a:srgbClr val="173360"/>
                </a:solidFill>
                <a:latin typeface="Malgun Gothic"/>
                <a:cs typeface="Malgun Gothic"/>
              </a:rPr>
              <a:t>제공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0695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분석을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위한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처리</a:t>
            </a:r>
          </a:p>
        </p:txBody>
      </p:sp>
      <p:grpSp>
        <p:nvGrpSpPr>
          <p:cNvPr id="14" name="object 14" descr=""/>
          <p:cNvGrpSpPr/>
          <p:nvPr/>
        </p:nvGrpSpPr>
        <p:grpSpPr>
          <a:xfrm>
            <a:off x="1875535" y="2380869"/>
            <a:ext cx="1925955" cy="5357495"/>
            <a:chOff x="1875535" y="2380869"/>
            <a:chExt cx="1925955" cy="5357495"/>
          </a:xfrm>
        </p:grpSpPr>
        <p:sp>
          <p:nvSpPr>
            <p:cNvPr id="15" name="object 15" descr=""/>
            <p:cNvSpPr/>
            <p:nvPr/>
          </p:nvSpPr>
          <p:spPr>
            <a:xfrm>
              <a:off x="1875535" y="2380869"/>
              <a:ext cx="1925955" cy="5357495"/>
            </a:xfrm>
            <a:custGeom>
              <a:avLst/>
              <a:gdLst/>
              <a:ahLst/>
              <a:cxnLst/>
              <a:rect l="l" t="t" r="r" b="b"/>
              <a:pathLst>
                <a:path w="1925954" h="5357495">
                  <a:moveTo>
                    <a:pt x="1925447" y="0"/>
                  </a:moveTo>
                  <a:lnTo>
                    <a:pt x="0" y="0"/>
                  </a:lnTo>
                  <a:lnTo>
                    <a:pt x="0" y="5357368"/>
                  </a:lnTo>
                  <a:lnTo>
                    <a:pt x="1925447" y="5357368"/>
                  </a:lnTo>
                  <a:lnTo>
                    <a:pt x="1925447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566161" y="337667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4" y="0"/>
                  </a:moveTo>
                  <a:lnTo>
                    <a:pt x="25781" y="0"/>
                  </a:lnTo>
                  <a:lnTo>
                    <a:pt x="15644" y="2010"/>
                  </a:lnTo>
                  <a:lnTo>
                    <a:pt x="7461" y="7508"/>
                  </a:lnTo>
                  <a:lnTo>
                    <a:pt x="1992" y="15698"/>
                  </a:lnTo>
                  <a:lnTo>
                    <a:pt x="0" y="25780"/>
                  </a:lnTo>
                  <a:lnTo>
                    <a:pt x="0" y="413258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1" y="439038"/>
                  </a:lnTo>
                  <a:lnTo>
                    <a:pt x="413004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8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226"/>
                  </a:lnTo>
                  <a:lnTo>
                    <a:pt x="438912" y="38226"/>
                  </a:lnTo>
                  <a:lnTo>
                    <a:pt x="438912" y="25780"/>
                  </a:lnTo>
                  <a:lnTo>
                    <a:pt x="436899" y="15698"/>
                  </a:lnTo>
                  <a:lnTo>
                    <a:pt x="431387" y="7508"/>
                  </a:lnTo>
                  <a:lnTo>
                    <a:pt x="423160" y="2010"/>
                  </a:lnTo>
                  <a:lnTo>
                    <a:pt x="413004" y="0"/>
                  </a:lnTo>
                  <a:close/>
                </a:path>
                <a:path w="439419" h="439420">
                  <a:moveTo>
                    <a:pt x="438912" y="38226"/>
                  </a:moveTo>
                  <a:lnTo>
                    <a:pt x="399669" y="38226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22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890" y="3624580"/>
              <a:ext cx="299592" cy="29463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6288" y="4634215"/>
              <a:ext cx="320573" cy="4586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566162" y="4434585"/>
              <a:ext cx="475615" cy="1526540"/>
            </a:xfrm>
            <a:custGeom>
              <a:avLst/>
              <a:gdLst/>
              <a:ahLst/>
              <a:cxnLst/>
              <a:rect l="l" t="t" r="r" b="b"/>
              <a:pathLst>
                <a:path w="475614" h="1526539">
                  <a:moveTo>
                    <a:pt x="438912" y="1112901"/>
                  </a:moveTo>
                  <a:lnTo>
                    <a:pt x="436892" y="1102766"/>
                  </a:lnTo>
                  <a:lnTo>
                    <a:pt x="431380" y="1094587"/>
                  </a:lnTo>
                  <a:lnTo>
                    <a:pt x="423151" y="1089113"/>
                  </a:lnTo>
                  <a:lnTo>
                    <a:pt x="413004" y="1087120"/>
                  </a:lnTo>
                  <a:lnTo>
                    <a:pt x="399669" y="1087120"/>
                  </a:lnTo>
                  <a:lnTo>
                    <a:pt x="399669" y="1125220"/>
                  </a:lnTo>
                  <a:lnTo>
                    <a:pt x="399669" y="1486916"/>
                  </a:lnTo>
                  <a:lnTo>
                    <a:pt x="38100" y="1486916"/>
                  </a:lnTo>
                  <a:lnTo>
                    <a:pt x="38100" y="1125220"/>
                  </a:lnTo>
                  <a:lnTo>
                    <a:pt x="399669" y="1125220"/>
                  </a:lnTo>
                  <a:lnTo>
                    <a:pt x="399669" y="1087120"/>
                  </a:lnTo>
                  <a:lnTo>
                    <a:pt x="25781" y="1087120"/>
                  </a:lnTo>
                  <a:lnTo>
                    <a:pt x="15633" y="1089113"/>
                  </a:lnTo>
                  <a:lnTo>
                    <a:pt x="7454" y="1094587"/>
                  </a:lnTo>
                  <a:lnTo>
                    <a:pt x="1981" y="1102766"/>
                  </a:lnTo>
                  <a:lnTo>
                    <a:pt x="0" y="1112901"/>
                  </a:lnTo>
                  <a:lnTo>
                    <a:pt x="0" y="1500378"/>
                  </a:lnTo>
                  <a:lnTo>
                    <a:pt x="1981" y="1510525"/>
                  </a:lnTo>
                  <a:lnTo>
                    <a:pt x="7454" y="1518704"/>
                  </a:lnTo>
                  <a:lnTo>
                    <a:pt x="15633" y="1524177"/>
                  </a:lnTo>
                  <a:lnTo>
                    <a:pt x="25781" y="1526159"/>
                  </a:lnTo>
                  <a:lnTo>
                    <a:pt x="413004" y="1526159"/>
                  </a:lnTo>
                  <a:lnTo>
                    <a:pt x="423151" y="1524177"/>
                  </a:lnTo>
                  <a:lnTo>
                    <a:pt x="431380" y="1518704"/>
                  </a:lnTo>
                  <a:lnTo>
                    <a:pt x="436892" y="1510525"/>
                  </a:lnTo>
                  <a:lnTo>
                    <a:pt x="438912" y="1500378"/>
                  </a:lnTo>
                  <a:lnTo>
                    <a:pt x="438912" y="1486916"/>
                  </a:lnTo>
                  <a:lnTo>
                    <a:pt x="438912" y="1125220"/>
                  </a:lnTo>
                  <a:lnTo>
                    <a:pt x="438912" y="1112901"/>
                  </a:lnTo>
                  <a:close/>
                </a:path>
                <a:path w="475614" h="1526539">
                  <a:moveTo>
                    <a:pt x="475488" y="68580"/>
                  </a:moveTo>
                  <a:lnTo>
                    <a:pt x="473710" y="68580"/>
                  </a:lnTo>
                  <a:lnTo>
                    <a:pt x="471817" y="57277"/>
                  </a:lnTo>
                  <a:lnTo>
                    <a:pt x="466928" y="47815"/>
                  </a:lnTo>
                  <a:lnTo>
                    <a:pt x="460146" y="40081"/>
                  </a:lnTo>
                  <a:lnTo>
                    <a:pt x="452628" y="33909"/>
                  </a:lnTo>
                  <a:lnTo>
                    <a:pt x="443598" y="28943"/>
                  </a:lnTo>
                  <a:lnTo>
                    <a:pt x="440817" y="27635"/>
                  </a:lnTo>
                  <a:lnTo>
                    <a:pt x="440817" y="66802"/>
                  </a:lnTo>
                  <a:lnTo>
                    <a:pt x="440817" y="68580"/>
                  </a:lnTo>
                  <a:lnTo>
                    <a:pt x="440817" y="109359"/>
                  </a:lnTo>
                  <a:lnTo>
                    <a:pt x="440817" y="472694"/>
                  </a:lnTo>
                  <a:lnTo>
                    <a:pt x="427609" y="480860"/>
                  </a:lnTo>
                  <a:lnTo>
                    <a:pt x="373761" y="498094"/>
                  </a:lnTo>
                  <a:lnTo>
                    <a:pt x="310502" y="505612"/>
                  </a:lnTo>
                  <a:lnTo>
                    <a:pt x="274955" y="506603"/>
                  </a:lnTo>
                  <a:lnTo>
                    <a:pt x="238823" y="505612"/>
                  </a:lnTo>
                  <a:lnTo>
                    <a:pt x="175234" y="498094"/>
                  </a:lnTo>
                  <a:lnTo>
                    <a:pt x="129133" y="484619"/>
                  </a:lnTo>
                  <a:lnTo>
                    <a:pt x="108204" y="469900"/>
                  </a:lnTo>
                  <a:lnTo>
                    <a:pt x="108204" y="108877"/>
                  </a:lnTo>
                  <a:lnTo>
                    <a:pt x="116484" y="112699"/>
                  </a:lnTo>
                  <a:lnTo>
                    <a:pt x="128422" y="117081"/>
                  </a:lnTo>
                  <a:lnTo>
                    <a:pt x="169202" y="127723"/>
                  </a:lnTo>
                  <a:lnTo>
                    <a:pt x="237172" y="136245"/>
                  </a:lnTo>
                  <a:lnTo>
                    <a:pt x="274955" y="137414"/>
                  </a:lnTo>
                  <a:lnTo>
                    <a:pt x="312470" y="136245"/>
                  </a:lnTo>
                  <a:lnTo>
                    <a:pt x="379945" y="127723"/>
                  </a:lnTo>
                  <a:lnTo>
                    <a:pt x="421220" y="117233"/>
                  </a:lnTo>
                  <a:lnTo>
                    <a:pt x="440817" y="109359"/>
                  </a:lnTo>
                  <a:lnTo>
                    <a:pt x="440817" y="68580"/>
                  </a:lnTo>
                  <a:lnTo>
                    <a:pt x="439801" y="69596"/>
                  </a:lnTo>
                  <a:lnTo>
                    <a:pt x="438912" y="71374"/>
                  </a:lnTo>
                  <a:lnTo>
                    <a:pt x="434340" y="74168"/>
                  </a:lnTo>
                  <a:lnTo>
                    <a:pt x="373888" y="94030"/>
                  </a:lnTo>
                  <a:lnTo>
                    <a:pt x="310883" y="101498"/>
                  </a:lnTo>
                  <a:lnTo>
                    <a:pt x="274955" y="102489"/>
                  </a:lnTo>
                  <a:lnTo>
                    <a:pt x="238836" y="101498"/>
                  </a:lnTo>
                  <a:lnTo>
                    <a:pt x="175615" y="94030"/>
                  </a:lnTo>
                  <a:lnTo>
                    <a:pt x="129578" y="81038"/>
                  </a:lnTo>
                  <a:lnTo>
                    <a:pt x="109220" y="69596"/>
                  </a:lnTo>
                  <a:lnTo>
                    <a:pt x="109220" y="68580"/>
                  </a:lnTo>
                  <a:lnTo>
                    <a:pt x="150368" y="48514"/>
                  </a:lnTo>
                  <a:lnTo>
                    <a:pt x="205422" y="37795"/>
                  </a:lnTo>
                  <a:lnTo>
                    <a:pt x="274955" y="33909"/>
                  </a:lnTo>
                  <a:lnTo>
                    <a:pt x="310883" y="34912"/>
                  </a:lnTo>
                  <a:lnTo>
                    <a:pt x="373888" y="42379"/>
                  </a:lnTo>
                  <a:lnTo>
                    <a:pt x="410908" y="51955"/>
                  </a:lnTo>
                  <a:lnTo>
                    <a:pt x="440817" y="66802"/>
                  </a:lnTo>
                  <a:lnTo>
                    <a:pt x="440817" y="27635"/>
                  </a:lnTo>
                  <a:lnTo>
                    <a:pt x="380695" y="8851"/>
                  </a:lnTo>
                  <a:lnTo>
                    <a:pt x="312724" y="1016"/>
                  </a:lnTo>
                  <a:lnTo>
                    <a:pt x="274955" y="0"/>
                  </a:lnTo>
                  <a:lnTo>
                    <a:pt x="237299" y="1016"/>
                  </a:lnTo>
                  <a:lnTo>
                    <a:pt x="169583" y="8851"/>
                  </a:lnTo>
                  <a:lnTo>
                    <a:pt x="128422" y="19151"/>
                  </a:lnTo>
                  <a:lnTo>
                    <a:pt x="89560" y="40081"/>
                  </a:lnTo>
                  <a:lnTo>
                    <a:pt x="75311" y="68580"/>
                  </a:lnTo>
                  <a:lnTo>
                    <a:pt x="74422" y="68580"/>
                  </a:lnTo>
                  <a:lnTo>
                    <a:pt x="74422" y="469900"/>
                  </a:lnTo>
                  <a:lnTo>
                    <a:pt x="76098" y="480860"/>
                  </a:lnTo>
                  <a:lnTo>
                    <a:pt x="105803" y="511505"/>
                  </a:lnTo>
                  <a:lnTo>
                    <a:pt x="168833" y="532650"/>
                  </a:lnTo>
                  <a:lnTo>
                    <a:pt x="237159" y="541261"/>
                  </a:lnTo>
                  <a:lnTo>
                    <a:pt x="274955" y="542290"/>
                  </a:lnTo>
                  <a:lnTo>
                    <a:pt x="308444" y="541261"/>
                  </a:lnTo>
                  <a:lnTo>
                    <a:pt x="311175" y="541261"/>
                  </a:lnTo>
                  <a:lnTo>
                    <a:pt x="379945" y="532282"/>
                  </a:lnTo>
                  <a:lnTo>
                    <a:pt x="421741" y="521131"/>
                  </a:lnTo>
                  <a:lnTo>
                    <a:pt x="452005" y="506603"/>
                  </a:lnTo>
                  <a:lnTo>
                    <a:pt x="453605" y="505612"/>
                  </a:lnTo>
                  <a:lnTo>
                    <a:pt x="461657" y="498906"/>
                  </a:lnTo>
                  <a:lnTo>
                    <a:pt x="468655" y="490893"/>
                  </a:lnTo>
                  <a:lnTo>
                    <a:pt x="473608" y="481304"/>
                  </a:lnTo>
                  <a:lnTo>
                    <a:pt x="475488" y="469900"/>
                  </a:lnTo>
                  <a:lnTo>
                    <a:pt x="475488" y="6858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0890" y="5769609"/>
              <a:ext cx="299592" cy="29464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6288" y="6779245"/>
              <a:ext cx="320573" cy="4586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640584" y="6579488"/>
              <a:ext cx="401320" cy="542925"/>
            </a:xfrm>
            <a:custGeom>
              <a:avLst/>
              <a:gdLst/>
              <a:ahLst/>
              <a:cxnLst/>
              <a:rect l="l" t="t" r="r" b="b"/>
              <a:pathLst>
                <a:path w="401319" h="542925">
                  <a:moveTo>
                    <a:pt x="401066" y="68707"/>
                  </a:moveTo>
                  <a:lnTo>
                    <a:pt x="399288" y="68707"/>
                  </a:lnTo>
                  <a:lnTo>
                    <a:pt x="397395" y="57353"/>
                  </a:lnTo>
                  <a:lnTo>
                    <a:pt x="392506" y="47891"/>
                  </a:lnTo>
                  <a:lnTo>
                    <a:pt x="385724" y="40132"/>
                  </a:lnTo>
                  <a:lnTo>
                    <a:pt x="378206" y="33909"/>
                  </a:lnTo>
                  <a:lnTo>
                    <a:pt x="369176" y="29019"/>
                  </a:lnTo>
                  <a:lnTo>
                    <a:pt x="366395" y="27724"/>
                  </a:lnTo>
                  <a:lnTo>
                    <a:pt x="366395" y="66929"/>
                  </a:lnTo>
                  <a:lnTo>
                    <a:pt x="366395" y="68707"/>
                  </a:lnTo>
                  <a:lnTo>
                    <a:pt x="366395" y="109435"/>
                  </a:lnTo>
                  <a:lnTo>
                    <a:pt x="366395" y="472821"/>
                  </a:lnTo>
                  <a:lnTo>
                    <a:pt x="359029" y="477266"/>
                  </a:lnTo>
                  <a:lnTo>
                    <a:pt x="299339" y="498157"/>
                  </a:lnTo>
                  <a:lnTo>
                    <a:pt x="236080" y="505714"/>
                  </a:lnTo>
                  <a:lnTo>
                    <a:pt x="200533" y="506730"/>
                  </a:lnTo>
                  <a:lnTo>
                    <a:pt x="164401" y="505714"/>
                  </a:lnTo>
                  <a:lnTo>
                    <a:pt x="100812" y="498157"/>
                  </a:lnTo>
                  <a:lnTo>
                    <a:pt x="54711" y="484682"/>
                  </a:lnTo>
                  <a:lnTo>
                    <a:pt x="33782" y="470027"/>
                  </a:lnTo>
                  <a:lnTo>
                    <a:pt x="33782" y="109004"/>
                  </a:lnTo>
                  <a:lnTo>
                    <a:pt x="42062" y="112826"/>
                  </a:lnTo>
                  <a:lnTo>
                    <a:pt x="54419" y="117335"/>
                  </a:lnTo>
                  <a:lnTo>
                    <a:pt x="94780" y="127825"/>
                  </a:lnTo>
                  <a:lnTo>
                    <a:pt x="162750" y="136271"/>
                  </a:lnTo>
                  <a:lnTo>
                    <a:pt x="200533" y="137414"/>
                  </a:lnTo>
                  <a:lnTo>
                    <a:pt x="238048" y="136271"/>
                  </a:lnTo>
                  <a:lnTo>
                    <a:pt x="305523" y="127825"/>
                  </a:lnTo>
                  <a:lnTo>
                    <a:pt x="346798" y="117335"/>
                  </a:lnTo>
                  <a:lnTo>
                    <a:pt x="366395" y="109435"/>
                  </a:lnTo>
                  <a:lnTo>
                    <a:pt x="366395" y="68707"/>
                  </a:lnTo>
                  <a:lnTo>
                    <a:pt x="365379" y="69723"/>
                  </a:lnTo>
                  <a:lnTo>
                    <a:pt x="364490" y="71501"/>
                  </a:lnTo>
                  <a:lnTo>
                    <a:pt x="359918" y="74168"/>
                  </a:lnTo>
                  <a:lnTo>
                    <a:pt x="299466" y="94107"/>
                  </a:lnTo>
                  <a:lnTo>
                    <a:pt x="236461" y="101625"/>
                  </a:lnTo>
                  <a:lnTo>
                    <a:pt x="200533" y="102616"/>
                  </a:lnTo>
                  <a:lnTo>
                    <a:pt x="164414" y="101625"/>
                  </a:lnTo>
                  <a:lnTo>
                    <a:pt x="101193" y="94107"/>
                  </a:lnTo>
                  <a:lnTo>
                    <a:pt x="55156" y="81127"/>
                  </a:lnTo>
                  <a:lnTo>
                    <a:pt x="34798" y="69723"/>
                  </a:lnTo>
                  <a:lnTo>
                    <a:pt x="34798" y="68707"/>
                  </a:lnTo>
                  <a:lnTo>
                    <a:pt x="75946" y="48514"/>
                  </a:lnTo>
                  <a:lnTo>
                    <a:pt x="131000" y="37782"/>
                  </a:lnTo>
                  <a:lnTo>
                    <a:pt x="200533" y="33909"/>
                  </a:lnTo>
                  <a:lnTo>
                    <a:pt x="236461" y="34912"/>
                  </a:lnTo>
                  <a:lnTo>
                    <a:pt x="299466" y="42379"/>
                  </a:lnTo>
                  <a:lnTo>
                    <a:pt x="336486" y="52019"/>
                  </a:lnTo>
                  <a:lnTo>
                    <a:pt x="366395" y="66929"/>
                  </a:lnTo>
                  <a:lnTo>
                    <a:pt x="366395" y="27724"/>
                  </a:lnTo>
                  <a:lnTo>
                    <a:pt x="306273" y="8953"/>
                  </a:lnTo>
                  <a:lnTo>
                    <a:pt x="238302" y="1041"/>
                  </a:lnTo>
                  <a:lnTo>
                    <a:pt x="200533" y="0"/>
                  </a:lnTo>
                  <a:lnTo>
                    <a:pt x="162877" y="1041"/>
                  </a:lnTo>
                  <a:lnTo>
                    <a:pt x="95161" y="8953"/>
                  </a:lnTo>
                  <a:lnTo>
                    <a:pt x="54000" y="19253"/>
                  </a:lnTo>
                  <a:lnTo>
                    <a:pt x="15138" y="40132"/>
                  </a:lnTo>
                  <a:lnTo>
                    <a:pt x="889" y="68707"/>
                  </a:lnTo>
                  <a:lnTo>
                    <a:pt x="0" y="68707"/>
                  </a:lnTo>
                  <a:lnTo>
                    <a:pt x="0" y="470027"/>
                  </a:lnTo>
                  <a:lnTo>
                    <a:pt x="1663" y="480910"/>
                  </a:lnTo>
                  <a:lnTo>
                    <a:pt x="31381" y="511581"/>
                  </a:lnTo>
                  <a:lnTo>
                    <a:pt x="94411" y="532777"/>
                  </a:lnTo>
                  <a:lnTo>
                    <a:pt x="162737" y="541388"/>
                  </a:lnTo>
                  <a:lnTo>
                    <a:pt x="200533" y="542417"/>
                  </a:lnTo>
                  <a:lnTo>
                    <a:pt x="238048" y="541235"/>
                  </a:lnTo>
                  <a:lnTo>
                    <a:pt x="305523" y="532345"/>
                  </a:lnTo>
                  <a:lnTo>
                    <a:pt x="347319" y="521246"/>
                  </a:lnTo>
                  <a:lnTo>
                    <a:pt x="377571" y="506730"/>
                  </a:lnTo>
                  <a:lnTo>
                    <a:pt x="379222" y="505714"/>
                  </a:lnTo>
                  <a:lnTo>
                    <a:pt x="387235" y="499033"/>
                  </a:lnTo>
                  <a:lnTo>
                    <a:pt x="394233" y="491020"/>
                  </a:lnTo>
                  <a:lnTo>
                    <a:pt x="399186" y="481431"/>
                  </a:lnTo>
                  <a:lnTo>
                    <a:pt x="401066" y="470027"/>
                  </a:lnTo>
                  <a:lnTo>
                    <a:pt x="401066" y="6870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875535" y="2380869"/>
            <a:ext cx="1925955" cy="5357495"/>
          </a:xfrm>
          <a:prstGeom prst="rect">
            <a:avLst/>
          </a:prstGeom>
          <a:ln w="19050">
            <a:solidFill>
              <a:srgbClr val="221F1F"/>
            </a:solidFill>
          </a:ln>
        </p:spPr>
        <p:txBody>
          <a:bodyPr wrap="square" lIns="0" tIns="1733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65"/>
              </a:spcBef>
            </a:pP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Feature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600" spc="210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6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Input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190" b="1">
                <a:solidFill>
                  <a:srgbClr val="173360"/>
                </a:solidFill>
                <a:latin typeface="Calibri"/>
                <a:cs typeface="Calibri"/>
              </a:rPr>
              <a:t>App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250" b="1">
                <a:solidFill>
                  <a:srgbClr val="173360"/>
                </a:solidFill>
                <a:latin typeface="Calibri"/>
                <a:cs typeface="Calibri"/>
              </a:rPr>
              <a:t>DB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190" b="1">
                <a:solidFill>
                  <a:srgbClr val="173360"/>
                </a:solidFill>
                <a:latin typeface="Calibri"/>
                <a:cs typeface="Calibri"/>
              </a:rPr>
              <a:t>App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250" b="1">
                <a:solidFill>
                  <a:srgbClr val="173360"/>
                </a:solidFill>
                <a:latin typeface="Calibri"/>
                <a:cs typeface="Calibri"/>
              </a:rPr>
              <a:t>DB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090286" y="3592703"/>
            <a:ext cx="8194040" cy="3447415"/>
            <a:chOff x="5090286" y="3592703"/>
            <a:chExt cx="8194040" cy="3447415"/>
          </a:xfrm>
        </p:grpSpPr>
        <p:sp>
          <p:nvSpPr>
            <p:cNvPr id="25" name="object 25" descr=""/>
            <p:cNvSpPr/>
            <p:nvPr/>
          </p:nvSpPr>
          <p:spPr>
            <a:xfrm>
              <a:off x="5090286" y="5844667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 h="0">
                  <a:moveTo>
                    <a:pt x="0" y="0"/>
                  </a:moveTo>
                  <a:lnTo>
                    <a:pt x="8107299" y="0"/>
                  </a:lnTo>
                </a:path>
              </a:pathLst>
            </a:custGeom>
            <a:ln w="190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433440" y="4928743"/>
              <a:ext cx="7815580" cy="29845"/>
            </a:xfrm>
            <a:custGeom>
              <a:avLst/>
              <a:gdLst/>
              <a:ahLst/>
              <a:cxnLst/>
              <a:rect l="l" t="t" r="r" b="b"/>
              <a:pathLst>
                <a:path w="7815580" h="29845">
                  <a:moveTo>
                    <a:pt x="0" y="29337"/>
                  </a:moveTo>
                  <a:lnTo>
                    <a:pt x="7815580" y="0"/>
                  </a:lnTo>
                </a:path>
              </a:pathLst>
            </a:custGeom>
            <a:ln w="69850">
              <a:solidFill>
                <a:srgbClr val="221F1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240781" y="5169027"/>
              <a:ext cx="7637780" cy="17145"/>
            </a:xfrm>
            <a:custGeom>
              <a:avLst/>
              <a:gdLst/>
              <a:ahLst/>
              <a:cxnLst/>
              <a:rect l="l" t="t" r="r" b="b"/>
              <a:pathLst>
                <a:path w="7637780" h="17145">
                  <a:moveTo>
                    <a:pt x="0" y="16763"/>
                  </a:moveTo>
                  <a:lnTo>
                    <a:pt x="7637398" y="0"/>
                  </a:lnTo>
                </a:path>
              </a:pathLst>
            </a:custGeom>
            <a:ln w="69850">
              <a:solidFill>
                <a:srgbClr val="B4E0E3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33440" y="5396484"/>
              <a:ext cx="7640320" cy="4445"/>
            </a:xfrm>
            <a:custGeom>
              <a:avLst/>
              <a:gdLst/>
              <a:ahLst/>
              <a:cxnLst/>
              <a:rect l="l" t="t" r="r" b="b"/>
              <a:pathLst>
                <a:path w="7640319" h="4445">
                  <a:moveTo>
                    <a:pt x="0" y="4317"/>
                  </a:moveTo>
                  <a:lnTo>
                    <a:pt x="7639812" y="0"/>
                  </a:lnTo>
                </a:path>
              </a:pathLst>
            </a:custGeom>
            <a:ln w="69850">
              <a:solidFill>
                <a:srgbClr val="0074A1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240781" y="5611622"/>
              <a:ext cx="7696200" cy="11430"/>
            </a:xfrm>
            <a:custGeom>
              <a:avLst/>
              <a:gdLst/>
              <a:ahLst/>
              <a:cxnLst/>
              <a:rect l="l" t="t" r="r" b="b"/>
              <a:pathLst>
                <a:path w="7696200" h="11429">
                  <a:moveTo>
                    <a:pt x="0" y="11429"/>
                  </a:moveTo>
                  <a:lnTo>
                    <a:pt x="7695946" y="0"/>
                  </a:lnTo>
                </a:path>
              </a:pathLst>
            </a:custGeom>
            <a:ln w="69850">
              <a:solidFill>
                <a:srgbClr val="00AEB9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90286" y="4736465"/>
              <a:ext cx="8107680" cy="0"/>
            </a:xfrm>
            <a:custGeom>
              <a:avLst/>
              <a:gdLst/>
              <a:ahLst/>
              <a:cxnLst/>
              <a:rect l="l" t="t" r="r" b="b"/>
              <a:pathLst>
                <a:path w="8107680" h="0">
                  <a:moveTo>
                    <a:pt x="0" y="0"/>
                  </a:moveTo>
                  <a:lnTo>
                    <a:pt x="8107299" y="0"/>
                  </a:lnTo>
                </a:path>
              </a:pathLst>
            </a:custGeom>
            <a:ln w="190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669530" y="3592702"/>
              <a:ext cx="3007995" cy="3357245"/>
            </a:xfrm>
            <a:custGeom>
              <a:avLst/>
              <a:gdLst/>
              <a:ahLst/>
              <a:cxnLst/>
              <a:rect l="l" t="t" r="r" b="b"/>
              <a:pathLst>
                <a:path w="3007995" h="3357245">
                  <a:moveTo>
                    <a:pt x="76200" y="2307082"/>
                  </a:moveTo>
                  <a:lnTo>
                    <a:pt x="69850" y="2294382"/>
                  </a:lnTo>
                  <a:lnTo>
                    <a:pt x="38100" y="2230882"/>
                  </a:lnTo>
                  <a:lnTo>
                    <a:pt x="0" y="2307082"/>
                  </a:lnTo>
                  <a:lnTo>
                    <a:pt x="28575" y="2307082"/>
                  </a:lnTo>
                  <a:lnTo>
                    <a:pt x="28575" y="3357118"/>
                  </a:lnTo>
                  <a:lnTo>
                    <a:pt x="47625" y="3357118"/>
                  </a:lnTo>
                  <a:lnTo>
                    <a:pt x="47625" y="2307082"/>
                  </a:lnTo>
                  <a:lnTo>
                    <a:pt x="76200" y="2307082"/>
                  </a:lnTo>
                  <a:close/>
                </a:path>
                <a:path w="3007995" h="3357245">
                  <a:moveTo>
                    <a:pt x="76200" y="76847"/>
                  </a:moveTo>
                  <a:lnTo>
                    <a:pt x="69850" y="64147"/>
                  </a:lnTo>
                  <a:lnTo>
                    <a:pt x="38100" y="635"/>
                  </a:lnTo>
                  <a:lnTo>
                    <a:pt x="0" y="76847"/>
                  </a:lnTo>
                  <a:lnTo>
                    <a:pt x="28575" y="76847"/>
                  </a:lnTo>
                  <a:lnTo>
                    <a:pt x="28575" y="1126871"/>
                  </a:lnTo>
                  <a:lnTo>
                    <a:pt x="47625" y="1126871"/>
                  </a:lnTo>
                  <a:lnTo>
                    <a:pt x="47625" y="76847"/>
                  </a:lnTo>
                  <a:lnTo>
                    <a:pt x="76200" y="76847"/>
                  </a:lnTo>
                  <a:close/>
                </a:path>
                <a:path w="3007995" h="3357245">
                  <a:moveTo>
                    <a:pt x="3007614" y="3280283"/>
                  </a:moveTo>
                  <a:lnTo>
                    <a:pt x="2979039" y="3280283"/>
                  </a:lnTo>
                  <a:lnTo>
                    <a:pt x="2979039" y="2230247"/>
                  </a:lnTo>
                  <a:lnTo>
                    <a:pt x="2959989" y="2230247"/>
                  </a:lnTo>
                  <a:lnTo>
                    <a:pt x="2959989" y="3280283"/>
                  </a:lnTo>
                  <a:lnTo>
                    <a:pt x="2931414" y="3280283"/>
                  </a:lnTo>
                  <a:lnTo>
                    <a:pt x="2969514" y="3356483"/>
                  </a:lnTo>
                  <a:lnTo>
                    <a:pt x="3001264" y="3292983"/>
                  </a:lnTo>
                  <a:lnTo>
                    <a:pt x="3007614" y="3280283"/>
                  </a:lnTo>
                  <a:close/>
                </a:path>
                <a:path w="3007995" h="3357245">
                  <a:moveTo>
                    <a:pt x="3007614" y="1050036"/>
                  </a:moveTo>
                  <a:lnTo>
                    <a:pt x="2979039" y="1050036"/>
                  </a:lnTo>
                  <a:lnTo>
                    <a:pt x="2979039" y="0"/>
                  </a:lnTo>
                  <a:lnTo>
                    <a:pt x="2959989" y="0"/>
                  </a:lnTo>
                  <a:lnTo>
                    <a:pt x="2959989" y="1050036"/>
                  </a:lnTo>
                  <a:lnTo>
                    <a:pt x="2931414" y="1050036"/>
                  </a:lnTo>
                  <a:lnTo>
                    <a:pt x="2969514" y="1126236"/>
                  </a:lnTo>
                  <a:lnTo>
                    <a:pt x="3001264" y="1062736"/>
                  </a:lnTo>
                  <a:lnTo>
                    <a:pt x="3007614" y="105003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800342" y="3892524"/>
              <a:ext cx="4740910" cy="2801620"/>
            </a:xfrm>
            <a:custGeom>
              <a:avLst/>
              <a:gdLst/>
              <a:ahLst/>
              <a:cxnLst/>
              <a:rect l="l" t="t" r="r" b="b"/>
              <a:pathLst>
                <a:path w="4740909" h="2801620">
                  <a:moveTo>
                    <a:pt x="1804162" y="0"/>
                  </a:moveTo>
                  <a:lnTo>
                    <a:pt x="0" y="0"/>
                  </a:lnTo>
                  <a:lnTo>
                    <a:pt x="0" y="517804"/>
                  </a:lnTo>
                  <a:lnTo>
                    <a:pt x="1804162" y="517804"/>
                  </a:lnTo>
                  <a:lnTo>
                    <a:pt x="1804162" y="0"/>
                  </a:lnTo>
                  <a:close/>
                </a:path>
                <a:path w="4740909" h="2801620">
                  <a:moveTo>
                    <a:pt x="1809369" y="2338844"/>
                  </a:moveTo>
                  <a:lnTo>
                    <a:pt x="5207" y="2338844"/>
                  </a:lnTo>
                  <a:lnTo>
                    <a:pt x="5207" y="2745638"/>
                  </a:lnTo>
                  <a:lnTo>
                    <a:pt x="1809369" y="2745638"/>
                  </a:lnTo>
                  <a:lnTo>
                    <a:pt x="1809369" y="2338844"/>
                  </a:lnTo>
                  <a:close/>
                </a:path>
                <a:path w="4740909" h="2801620">
                  <a:moveTo>
                    <a:pt x="4740783" y="2283333"/>
                  </a:moveTo>
                  <a:lnTo>
                    <a:pt x="2936621" y="2283333"/>
                  </a:lnTo>
                  <a:lnTo>
                    <a:pt x="2936621" y="2801137"/>
                  </a:lnTo>
                  <a:lnTo>
                    <a:pt x="4740783" y="2801137"/>
                  </a:lnTo>
                  <a:lnTo>
                    <a:pt x="4740783" y="2283333"/>
                  </a:lnTo>
                  <a:close/>
                </a:path>
                <a:path w="4740909" h="2801620">
                  <a:moveTo>
                    <a:pt x="4740783" y="0"/>
                  </a:moveTo>
                  <a:lnTo>
                    <a:pt x="2936621" y="0"/>
                  </a:lnTo>
                  <a:lnTo>
                    <a:pt x="2936621" y="517804"/>
                  </a:lnTo>
                  <a:lnTo>
                    <a:pt x="4740783" y="517804"/>
                  </a:lnTo>
                  <a:lnTo>
                    <a:pt x="4740783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7619" y="3843528"/>
              <a:ext cx="3196208" cy="319620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8166480" y="4265930"/>
              <a:ext cx="2044064" cy="2044064"/>
            </a:xfrm>
            <a:custGeom>
              <a:avLst/>
              <a:gdLst/>
              <a:ahLst/>
              <a:cxnLst/>
              <a:rect l="l" t="t" r="r" b="b"/>
              <a:pathLst>
                <a:path w="2044065" h="2044064">
                  <a:moveTo>
                    <a:pt x="1021715" y="0"/>
                  </a:moveTo>
                  <a:lnTo>
                    <a:pt x="973619" y="1112"/>
                  </a:lnTo>
                  <a:lnTo>
                    <a:pt x="926096" y="4415"/>
                  </a:lnTo>
                  <a:lnTo>
                    <a:pt x="879194" y="9861"/>
                  </a:lnTo>
                  <a:lnTo>
                    <a:pt x="832962" y="17401"/>
                  </a:lnTo>
                  <a:lnTo>
                    <a:pt x="787450" y="26985"/>
                  </a:lnTo>
                  <a:lnTo>
                    <a:pt x="742706" y="38564"/>
                  </a:lnTo>
                  <a:lnTo>
                    <a:pt x="698780" y="52090"/>
                  </a:lnTo>
                  <a:lnTo>
                    <a:pt x="655720" y="67513"/>
                  </a:lnTo>
                  <a:lnTo>
                    <a:pt x="613576" y="84784"/>
                  </a:lnTo>
                  <a:lnTo>
                    <a:pt x="572397" y="103854"/>
                  </a:lnTo>
                  <a:lnTo>
                    <a:pt x="532232" y="124674"/>
                  </a:lnTo>
                  <a:lnTo>
                    <a:pt x="493130" y="147195"/>
                  </a:lnTo>
                  <a:lnTo>
                    <a:pt x="455139" y="171368"/>
                  </a:lnTo>
                  <a:lnTo>
                    <a:pt x="418310" y="197144"/>
                  </a:lnTo>
                  <a:lnTo>
                    <a:pt x="382691" y="224474"/>
                  </a:lnTo>
                  <a:lnTo>
                    <a:pt x="348331" y="253309"/>
                  </a:lnTo>
                  <a:lnTo>
                    <a:pt x="315279" y="283599"/>
                  </a:lnTo>
                  <a:lnTo>
                    <a:pt x="283585" y="315296"/>
                  </a:lnTo>
                  <a:lnTo>
                    <a:pt x="253297" y="348351"/>
                  </a:lnTo>
                  <a:lnTo>
                    <a:pt x="224464" y="382715"/>
                  </a:lnTo>
                  <a:lnTo>
                    <a:pt x="197136" y="418338"/>
                  </a:lnTo>
                  <a:lnTo>
                    <a:pt x="171362" y="455171"/>
                  </a:lnTo>
                  <a:lnTo>
                    <a:pt x="147190" y="493166"/>
                  </a:lnTo>
                  <a:lnTo>
                    <a:pt x="124670" y="532273"/>
                  </a:lnTo>
                  <a:lnTo>
                    <a:pt x="103851" y="572444"/>
                  </a:lnTo>
                  <a:lnTo>
                    <a:pt x="84781" y="613629"/>
                  </a:lnTo>
                  <a:lnTo>
                    <a:pt x="67511" y="655779"/>
                  </a:lnTo>
                  <a:lnTo>
                    <a:pt x="52089" y="698845"/>
                  </a:lnTo>
                  <a:lnTo>
                    <a:pt x="38564" y="742778"/>
                  </a:lnTo>
                  <a:lnTo>
                    <a:pt x="26985" y="787530"/>
                  </a:lnTo>
                  <a:lnTo>
                    <a:pt x="17401" y="833050"/>
                  </a:lnTo>
                  <a:lnTo>
                    <a:pt x="9861" y="879291"/>
                  </a:lnTo>
                  <a:lnTo>
                    <a:pt x="4415" y="926202"/>
                  </a:lnTo>
                  <a:lnTo>
                    <a:pt x="1112" y="973735"/>
                  </a:lnTo>
                  <a:lnTo>
                    <a:pt x="0" y="1021842"/>
                  </a:lnTo>
                  <a:lnTo>
                    <a:pt x="1112" y="1069937"/>
                  </a:lnTo>
                  <a:lnTo>
                    <a:pt x="4415" y="1117461"/>
                  </a:lnTo>
                  <a:lnTo>
                    <a:pt x="9861" y="1164365"/>
                  </a:lnTo>
                  <a:lnTo>
                    <a:pt x="17401" y="1210599"/>
                  </a:lnTo>
                  <a:lnTo>
                    <a:pt x="26985" y="1256113"/>
                  </a:lnTo>
                  <a:lnTo>
                    <a:pt x="38564" y="1300860"/>
                  </a:lnTo>
                  <a:lnTo>
                    <a:pt x="52089" y="1344789"/>
                  </a:lnTo>
                  <a:lnTo>
                    <a:pt x="67511" y="1387853"/>
                  </a:lnTo>
                  <a:lnTo>
                    <a:pt x="84781" y="1430000"/>
                  </a:lnTo>
                  <a:lnTo>
                    <a:pt x="103851" y="1471184"/>
                  </a:lnTo>
                  <a:lnTo>
                    <a:pt x="124670" y="1511354"/>
                  </a:lnTo>
                  <a:lnTo>
                    <a:pt x="147190" y="1550461"/>
                  </a:lnTo>
                  <a:lnTo>
                    <a:pt x="171362" y="1588456"/>
                  </a:lnTo>
                  <a:lnTo>
                    <a:pt x="197136" y="1625291"/>
                  </a:lnTo>
                  <a:lnTo>
                    <a:pt x="224464" y="1660915"/>
                  </a:lnTo>
                  <a:lnTo>
                    <a:pt x="253297" y="1695281"/>
                  </a:lnTo>
                  <a:lnTo>
                    <a:pt x="283585" y="1728338"/>
                  </a:lnTo>
                  <a:lnTo>
                    <a:pt x="315279" y="1760038"/>
                  </a:lnTo>
                  <a:lnTo>
                    <a:pt x="348331" y="1790331"/>
                  </a:lnTo>
                  <a:lnTo>
                    <a:pt x="382691" y="1819169"/>
                  </a:lnTo>
                  <a:lnTo>
                    <a:pt x="418310" y="1846502"/>
                  </a:lnTo>
                  <a:lnTo>
                    <a:pt x="455139" y="1872282"/>
                  </a:lnTo>
                  <a:lnTo>
                    <a:pt x="493130" y="1896459"/>
                  </a:lnTo>
                  <a:lnTo>
                    <a:pt x="532232" y="1918983"/>
                  </a:lnTo>
                  <a:lnTo>
                    <a:pt x="572397" y="1939807"/>
                  </a:lnTo>
                  <a:lnTo>
                    <a:pt x="613576" y="1958881"/>
                  </a:lnTo>
                  <a:lnTo>
                    <a:pt x="655720" y="1976155"/>
                  </a:lnTo>
                  <a:lnTo>
                    <a:pt x="698780" y="1991581"/>
                  </a:lnTo>
                  <a:lnTo>
                    <a:pt x="742706" y="2005109"/>
                  </a:lnTo>
                  <a:lnTo>
                    <a:pt x="787450" y="2016691"/>
                  </a:lnTo>
                  <a:lnTo>
                    <a:pt x="832962" y="2026278"/>
                  </a:lnTo>
                  <a:lnTo>
                    <a:pt x="879194" y="2033819"/>
                  </a:lnTo>
                  <a:lnTo>
                    <a:pt x="926096" y="2039267"/>
                  </a:lnTo>
                  <a:lnTo>
                    <a:pt x="973619" y="2042571"/>
                  </a:lnTo>
                  <a:lnTo>
                    <a:pt x="1021715" y="2043684"/>
                  </a:lnTo>
                  <a:lnTo>
                    <a:pt x="1069821" y="2042571"/>
                  </a:lnTo>
                  <a:lnTo>
                    <a:pt x="1117354" y="2039267"/>
                  </a:lnTo>
                  <a:lnTo>
                    <a:pt x="1164265" y="2033819"/>
                  </a:lnTo>
                  <a:lnTo>
                    <a:pt x="1210506" y="2026278"/>
                  </a:lnTo>
                  <a:lnTo>
                    <a:pt x="1256026" y="2016691"/>
                  </a:lnTo>
                  <a:lnTo>
                    <a:pt x="1300778" y="2005109"/>
                  </a:lnTo>
                  <a:lnTo>
                    <a:pt x="1344711" y="1991581"/>
                  </a:lnTo>
                  <a:lnTo>
                    <a:pt x="1387777" y="1976155"/>
                  </a:lnTo>
                  <a:lnTo>
                    <a:pt x="1429927" y="1958881"/>
                  </a:lnTo>
                  <a:lnTo>
                    <a:pt x="1471112" y="1939807"/>
                  </a:lnTo>
                  <a:lnTo>
                    <a:pt x="1511283" y="1918983"/>
                  </a:lnTo>
                  <a:lnTo>
                    <a:pt x="1550390" y="1896459"/>
                  </a:lnTo>
                  <a:lnTo>
                    <a:pt x="1588385" y="1872282"/>
                  </a:lnTo>
                  <a:lnTo>
                    <a:pt x="1625218" y="1846502"/>
                  </a:lnTo>
                  <a:lnTo>
                    <a:pt x="1660841" y="1819169"/>
                  </a:lnTo>
                  <a:lnTo>
                    <a:pt x="1695205" y="1790331"/>
                  </a:lnTo>
                  <a:lnTo>
                    <a:pt x="1728260" y="1760038"/>
                  </a:lnTo>
                  <a:lnTo>
                    <a:pt x="1759957" y="1728338"/>
                  </a:lnTo>
                  <a:lnTo>
                    <a:pt x="1790247" y="1695281"/>
                  </a:lnTo>
                  <a:lnTo>
                    <a:pt x="1819082" y="1660915"/>
                  </a:lnTo>
                  <a:lnTo>
                    <a:pt x="1846412" y="1625291"/>
                  </a:lnTo>
                  <a:lnTo>
                    <a:pt x="1872188" y="1588456"/>
                  </a:lnTo>
                  <a:lnTo>
                    <a:pt x="1896361" y="1550461"/>
                  </a:lnTo>
                  <a:lnTo>
                    <a:pt x="1918882" y="1511354"/>
                  </a:lnTo>
                  <a:lnTo>
                    <a:pt x="1939702" y="1471184"/>
                  </a:lnTo>
                  <a:lnTo>
                    <a:pt x="1958772" y="1430000"/>
                  </a:lnTo>
                  <a:lnTo>
                    <a:pt x="1976043" y="1387853"/>
                  </a:lnTo>
                  <a:lnTo>
                    <a:pt x="1991466" y="1344789"/>
                  </a:lnTo>
                  <a:lnTo>
                    <a:pt x="2004992" y="1300860"/>
                  </a:lnTo>
                  <a:lnTo>
                    <a:pt x="2016571" y="1256113"/>
                  </a:lnTo>
                  <a:lnTo>
                    <a:pt x="2026155" y="1210599"/>
                  </a:lnTo>
                  <a:lnTo>
                    <a:pt x="2033695" y="1164365"/>
                  </a:lnTo>
                  <a:lnTo>
                    <a:pt x="2039141" y="1117461"/>
                  </a:lnTo>
                  <a:lnTo>
                    <a:pt x="2042444" y="1069937"/>
                  </a:lnTo>
                  <a:lnTo>
                    <a:pt x="2043557" y="1021842"/>
                  </a:lnTo>
                  <a:lnTo>
                    <a:pt x="2042444" y="973735"/>
                  </a:lnTo>
                  <a:lnTo>
                    <a:pt x="2039141" y="926202"/>
                  </a:lnTo>
                  <a:lnTo>
                    <a:pt x="2033695" y="879291"/>
                  </a:lnTo>
                  <a:lnTo>
                    <a:pt x="2026155" y="833050"/>
                  </a:lnTo>
                  <a:lnTo>
                    <a:pt x="2016571" y="787530"/>
                  </a:lnTo>
                  <a:lnTo>
                    <a:pt x="2004992" y="742778"/>
                  </a:lnTo>
                  <a:lnTo>
                    <a:pt x="1991466" y="698845"/>
                  </a:lnTo>
                  <a:lnTo>
                    <a:pt x="1976043" y="655779"/>
                  </a:lnTo>
                  <a:lnTo>
                    <a:pt x="1958772" y="613629"/>
                  </a:lnTo>
                  <a:lnTo>
                    <a:pt x="1939702" y="572444"/>
                  </a:lnTo>
                  <a:lnTo>
                    <a:pt x="1918882" y="532273"/>
                  </a:lnTo>
                  <a:lnTo>
                    <a:pt x="1896361" y="493166"/>
                  </a:lnTo>
                  <a:lnTo>
                    <a:pt x="1872188" y="455171"/>
                  </a:lnTo>
                  <a:lnTo>
                    <a:pt x="1846412" y="418338"/>
                  </a:lnTo>
                  <a:lnTo>
                    <a:pt x="1819082" y="382715"/>
                  </a:lnTo>
                  <a:lnTo>
                    <a:pt x="1790247" y="348351"/>
                  </a:lnTo>
                  <a:lnTo>
                    <a:pt x="1759957" y="315296"/>
                  </a:lnTo>
                  <a:lnTo>
                    <a:pt x="1728260" y="283599"/>
                  </a:lnTo>
                  <a:lnTo>
                    <a:pt x="1695205" y="253309"/>
                  </a:lnTo>
                  <a:lnTo>
                    <a:pt x="1660841" y="224474"/>
                  </a:lnTo>
                  <a:lnTo>
                    <a:pt x="1625219" y="197144"/>
                  </a:lnTo>
                  <a:lnTo>
                    <a:pt x="1588385" y="171368"/>
                  </a:lnTo>
                  <a:lnTo>
                    <a:pt x="1550390" y="147195"/>
                  </a:lnTo>
                  <a:lnTo>
                    <a:pt x="1511283" y="124674"/>
                  </a:lnTo>
                  <a:lnTo>
                    <a:pt x="1471112" y="103854"/>
                  </a:lnTo>
                  <a:lnTo>
                    <a:pt x="1429927" y="84784"/>
                  </a:lnTo>
                  <a:lnTo>
                    <a:pt x="1387777" y="67513"/>
                  </a:lnTo>
                  <a:lnTo>
                    <a:pt x="1344711" y="52090"/>
                  </a:lnTo>
                  <a:lnTo>
                    <a:pt x="1300778" y="38564"/>
                  </a:lnTo>
                  <a:lnTo>
                    <a:pt x="1256026" y="26985"/>
                  </a:lnTo>
                  <a:lnTo>
                    <a:pt x="1210506" y="17401"/>
                  </a:lnTo>
                  <a:lnTo>
                    <a:pt x="1164265" y="9861"/>
                  </a:lnTo>
                  <a:lnTo>
                    <a:pt x="1117354" y="4415"/>
                  </a:lnTo>
                  <a:lnTo>
                    <a:pt x="1069821" y="1112"/>
                  </a:lnTo>
                  <a:lnTo>
                    <a:pt x="1021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287258" y="4390516"/>
              <a:ext cx="1801495" cy="1800225"/>
            </a:xfrm>
            <a:custGeom>
              <a:avLst/>
              <a:gdLst/>
              <a:ahLst/>
              <a:cxnLst/>
              <a:rect l="l" t="t" r="r" b="b"/>
              <a:pathLst>
                <a:path w="1801495" h="1800225">
                  <a:moveTo>
                    <a:pt x="1450467" y="879729"/>
                  </a:moveTo>
                  <a:lnTo>
                    <a:pt x="1415834" y="876922"/>
                  </a:lnTo>
                  <a:lnTo>
                    <a:pt x="1381353" y="874966"/>
                  </a:lnTo>
                  <a:lnTo>
                    <a:pt x="1313307" y="872490"/>
                  </a:lnTo>
                  <a:lnTo>
                    <a:pt x="1171956" y="871093"/>
                  </a:lnTo>
                  <a:lnTo>
                    <a:pt x="979271" y="867092"/>
                  </a:lnTo>
                  <a:lnTo>
                    <a:pt x="930910" y="866775"/>
                  </a:lnTo>
                  <a:lnTo>
                    <a:pt x="930846" y="807593"/>
                  </a:lnTo>
                  <a:lnTo>
                    <a:pt x="930719" y="770242"/>
                  </a:lnTo>
                  <a:lnTo>
                    <a:pt x="930643" y="762889"/>
                  </a:lnTo>
                  <a:lnTo>
                    <a:pt x="930503" y="747039"/>
                  </a:lnTo>
                  <a:lnTo>
                    <a:pt x="930427" y="738251"/>
                  </a:lnTo>
                  <a:lnTo>
                    <a:pt x="930313" y="726694"/>
                  </a:lnTo>
                  <a:lnTo>
                    <a:pt x="930198" y="718185"/>
                  </a:lnTo>
                  <a:lnTo>
                    <a:pt x="929411" y="674052"/>
                  </a:lnTo>
                  <a:lnTo>
                    <a:pt x="928027" y="627126"/>
                  </a:lnTo>
                  <a:lnTo>
                    <a:pt x="925068" y="488569"/>
                  </a:lnTo>
                  <a:lnTo>
                    <a:pt x="923772" y="453923"/>
                  </a:lnTo>
                  <a:lnTo>
                    <a:pt x="922083" y="419417"/>
                  </a:lnTo>
                  <a:lnTo>
                    <a:pt x="920102" y="385203"/>
                  </a:lnTo>
                  <a:lnTo>
                    <a:pt x="917956" y="351409"/>
                  </a:lnTo>
                  <a:lnTo>
                    <a:pt x="880364" y="351409"/>
                  </a:lnTo>
                  <a:lnTo>
                    <a:pt x="877620" y="385203"/>
                  </a:lnTo>
                  <a:lnTo>
                    <a:pt x="875703" y="419417"/>
                  </a:lnTo>
                  <a:lnTo>
                    <a:pt x="874344" y="453923"/>
                  </a:lnTo>
                  <a:lnTo>
                    <a:pt x="872070" y="524637"/>
                  </a:lnTo>
                  <a:lnTo>
                    <a:pt x="868807" y="625729"/>
                  </a:lnTo>
                  <a:lnTo>
                    <a:pt x="867994" y="653859"/>
                  </a:lnTo>
                  <a:lnTo>
                    <a:pt x="867752" y="670433"/>
                  </a:lnTo>
                  <a:lnTo>
                    <a:pt x="867689" y="674052"/>
                  </a:lnTo>
                  <a:lnTo>
                    <a:pt x="867575" y="681990"/>
                  </a:lnTo>
                  <a:lnTo>
                    <a:pt x="867511" y="694270"/>
                  </a:lnTo>
                  <a:lnTo>
                    <a:pt x="867410" y="738251"/>
                  </a:lnTo>
                  <a:lnTo>
                    <a:pt x="856132" y="712863"/>
                  </a:lnTo>
                  <a:lnTo>
                    <a:pt x="844486" y="686841"/>
                  </a:lnTo>
                  <a:lnTo>
                    <a:pt x="833120" y="660552"/>
                  </a:lnTo>
                  <a:lnTo>
                    <a:pt x="822706" y="634365"/>
                  </a:lnTo>
                  <a:lnTo>
                    <a:pt x="766445" y="508762"/>
                  </a:lnTo>
                  <a:lnTo>
                    <a:pt x="751433" y="477431"/>
                  </a:lnTo>
                  <a:lnTo>
                    <a:pt x="722058" y="414655"/>
                  </a:lnTo>
                  <a:lnTo>
                    <a:pt x="707136" y="383159"/>
                  </a:lnTo>
                  <a:lnTo>
                    <a:pt x="671068" y="397637"/>
                  </a:lnTo>
                  <a:lnTo>
                    <a:pt x="682155" y="430174"/>
                  </a:lnTo>
                  <a:lnTo>
                    <a:pt x="693648" y="462648"/>
                  </a:lnTo>
                  <a:lnTo>
                    <a:pt x="705408" y="495096"/>
                  </a:lnTo>
                  <a:lnTo>
                    <a:pt x="717296" y="527558"/>
                  </a:lnTo>
                  <a:lnTo>
                    <a:pt x="766445" y="656082"/>
                  </a:lnTo>
                  <a:lnTo>
                    <a:pt x="776986" y="682853"/>
                  </a:lnTo>
                  <a:lnTo>
                    <a:pt x="797598" y="735990"/>
                  </a:lnTo>
                  <a:lnTo>
                    <a:pt x="808228" y="762889"/>
                  </a:lnTo>
                  <a:lnTo>
                    <a:pt x="787654" y="742708"/>
                  </a:lnTo>
                  <a:lnTo>
                    <a:pt x="746493" y="703567"/>
                  </a:lnTo>
                  <a:lnTo>
                    <a:pt x="627888" y="589661"/>
                  </a:lnTo>
                  <a:lnTo>
                    <a:pt x="576402" y="542912"/>
                  </a:lnTo>
                  <a:lnTo>
                    <a:pt x="523875" y="497205"/>
                  </a:lnTo>
                  <a:lnTo>
                    <a:pt x="497840" y="524637"/>
                  </a:lnTo>
                  <a:lnTo>
                    <a:pt x="588772" y="627126"/>
                  </a:lnTo>
                  <a:lnTo>
                    <a:pt x="682625" y="726694"/>
                  </a:lnTo>
                  <a:lnTo>
                    <a:pt x="702310" y="747039"/>
                  </a:lnTo>
                  <a:lnTo>
                    <a:pt x="742302" y="787184"/>
                  </a:lnTo>
                  <a:lnTo>
                    <a:pt x="762000" y="807593"/>
                  </a:lnTo>
                  <a:lnTo>
                    <a:pt x="710399" y="786117"/>
                  </a:lnTo>
                  <a:lnTo>
                    <a:pt x="528193" y="718185"/>
                  </a:lnTo>
                  <a:lnTo>
                    <a:pt x="495719" y="706602"/>
                  </a:lnTo>
                  <a:lnTo>
                    <a:pt x="430911" y="681990"/>
                  </a:lnTo>
                  <a:lnTo>
                    <a:pt x="398272" y="670433"/>
                  </a:lnTo>
                  <a:lnTo>
                    <a:pt x="383743" y="706602"/>
                  </a:lnTo>
                  <a:lnTo>
                    <a:pt x="383997" y="706602"/>
                  </a:lnTo>
                  <a:lnTo>
                    <a:pt x="508000" y="765683"/>
                  </a:lnTo>
                  <a:lnTo>
                    <a:pt x="635000" y="822071"/>
                  </a:lnTo>
                  <a:lnTo>
                    <a:pt x="660209" y="833729"/>
                  </a:lnTo>
                  <a:lnTo>
                    <a:pt x="685939" y="844956"/>
                  </a:lnTo>
                  <a:lnTo>
                    <a:pt x="712165" y="855916"/>
                  </a:lnTo>
                  <a:lnTo>
                    <a:pt x="738886" y="866775"/>
                  </a:lnTo>
                  <a:lnTo>
                    <a:pt x="710539" y="867232"/>
                  </a:lnTo>
                  <a:lnTo>
                    <a:pt x="653300" y="869251"/>
                  </a:lnTo>
                  <a:lnTo>
                    <a:pt x="487807" y="872490"/>
                  </a:lnTo>
                  <a:lnTo>
                    <a:pt x="454012" y="873810"/>
                  </a:lnTo>
                  <a:lnTo>
                    <a:pt x="350774" y="879729"/>
                  </a:lnTo>
                  <a:lnTo>
                    <a:pt x="350774" y="917321"/>
                  </a:lnTo>
                  <a:lnTo>
                    <a:pt x="385343" y="920013"/>
                  </a:lnTo>
                  <a:lnTo>
                    <a:pt x="419811" y="921931"/>
                  </a:lnTo>
                  <a:lnTo>
                    <a:pt x="624967" y="928751"/>
                  </a:lnTo>
                  <a:lnTo>
                    <a:pt x="867410" y="931672"/>
                  </a:lnTo>
                  <a:lnTo>
                    <a:pt x="867537" y="974979"/>
                  </a:lnTo>
                  <a:lnTo>
                    <a:pt x="867625" y="987933"/>
                  </a:lnTo>
                  <a:lnTo>
                    <a:pt x="867727" y="998753"/>
                  </a:lnTo>
                  <a:lnTo>
                    <a:pt x="867816" y="1009421"/>
                  </a:lnTo>
                  <a:lnTo>
                    <a:pt x="868578" y="1073023"/>
                  </a:lnTo>
                  <a:lnTo>
                    <a:pt x="869213" y="1112088"/>
                  </a:lnTo>
                  <a:lnTo>
                    <a:pt x="870331" y="1174115"/>
                  </a:lnTo>
                  <a:lnTo>
                    <a:pt x="874649" y="1311275"/>
                  </a:lnTo>
                  <a:lnTo>
                    <a:pt x="877100" y="1379791"/>
                  </a:lnTo>
                  <a:lnTo>
                    <a:pt x="878979" y="1413637"/>
                  </a:lnTo>
                  <a:lnTo>
                    <a:pt x="879017" y="1414335"/>
                  </a:lnTo>
                  <a:lnTo>
                    <a:pt x="881761" y="1448308"/>
                  </a:lnTo>
                  <a:lnTo>
                    <a:pt x="917956" y="1448308"/>
                  </a:lnTo>
                  <a:lnTo>
                    <a:pt x="922083" y="1379791"/>
                  </a:lnTo>
                  <a:lnTo>
                    <a:pt x="925068" y="1311275"/>
                  </a:lnTo>
                  <a:lnTo>
                    <a:pt x="927989" y="1174115"/>
                  </a:lnTo>
                  <a:lnTo>
                    <a:pt x="929665" y="1145514"/>
                  </a:lnTo>
                  <a:lnTo>
                    <a:pt x="930541" y="1116457"/>
                  </a:lnTo>
                  <a:lnTo>
                    <a:pt x="930770" y="1095832"/>
                  </a:lnTo>
                  <a:lnTo>
                    <a:pt x="930884" y="1073023"/>
                  </a:lnTo>
                  <a:lnTo>
                    <a:pt x="930910" y="1058672"/>
                  </a:lnTo>
                  <a:lnTo>
                    <a:pt x="941997" y="1085507"/>
                  </a:lnTo>
                  <a:lnTo>
                    <a:pt x="953490" y="1112088"/>
                  </a:lnTo>
                  <a:lnTo>
                    <a:pt x="977138" y="1165479"/>
                  </a:lnTo>
                  <a:lnTo>
                    <a:pt x="1033399" y="1289558"/>
                  </a:lnTo>
                  <a:lnTo>
                    <a:pt x="1048105" y="1320761"/>
                  </a:lnTo>
                  <a:lnTo>
                    <a:pt x="1062393" y="1351648"/>
                  </a:lnTo>
                  <a:lnTo>
                    <a:pt x="1076947" y="1382522"/>
                  </a:lnTo>
                  <a:lnTo>
                    <a:pt x="1092454" y="1413637"/>
                  </a:lnTo>
                  <a:lnTo>
                    <a:pt x="1125728" y="1400683"/>
                  </a:lnTo>
                  <a:lnTo>
                    <a:pt x="1114425" y="1368234"/>
                  </a:lnTo>
                  <a:lnTo>
                    <a:pt x="1090790" y="1303350"/>
                  </a:lnTo>
                  <a:lnTo>
                    <a:pt x="1079500" y="1270889"/>
                  </a:lnTo>
                  <a:lnTo>
                    <a:pt x="1031875" y="1142365"/>
                  </a:lnTo>
                  <a:lnTo>
                    <a:pt x="1021054" y="1115326"/>
                  </a:lnTo>
                  <a:lnTo>
                    <a:pt x="1010412" y="1088275"/>
                  </a:lnTo>
                  <a:lnTo>
                    <a:pt x="1000048" y="1061224"/>
                  </a:lnTo>
                  <a:lnTo>
                    <a:pt x="999109" y="1058672"/>
                  </a:lnTo>
                  <a:lnTo>
                    <a:pt x="990092" y="1034161"/>
                  </a:lnTo>
                  <a:lnTo>
                    <a:pt x="1010843" y="1054722"/>
                  </a:lnTo>
                  <a:lnTo>
                    <a:pt x="1032065" y="1075270"/>
                  </a:lnTo>
                  <a:lnTo>
                    <a:pt x="1075182" y="1116457"/>
                  </a:lnTo>
                  <a:lnTo>
                    <a:pt x="1176274" y="1210310"/>
                  </a:lnTo>
                  <a:lnTo>
                    <a:pt x="1252131" y="1279080"/>
                  </a:lnTo>
                  <a:lnTo>
                    <a:pt x="1278636" y="1302639"/>
                  </a:lnTo>
                  <a:lnTo>
                    <a:pt x="1303274" y="1276604"/>
                  </a:lnTo>
                  <a:lnTo>
                    <a:pt x="1212342" y="1174115"/>
                  </a:lnTo>
                  <a:lnTo>
                    <a:pt x="1118616" y="1073023"/>
                  </a:lnTo>
                  <a:lnTo>
                    <a:pt x="1080947" y="1034161"/>
                  </a:lnTo>
                  <a:lnTo>
                    <a:pt x="1056830" y="1009421"/>
                  </a:lnTo>
                  <a:lnTo>
                    <a:pt x="1036193" y="987933"/>
                  </a:lnTo>
                  <a:lnTo>
                    <a:pt x="1117409" y="1019822"/>
                  </a:lnTo>
                  <a:lnTo>
                    <a:pt x="1273263" y="1077556"/>
                  </a:lnTo>
                  <a:lnTo>
                    <a:pt x="1305445" y="1088707"/>
                  </a:lnTo>
                  <a:lnTo>
                    <a:pt x="1370355" y="1112329"/>
                  </a:lnTo>
                  <a:lnTo>
                    <a:pt x="1402842" y="1123569"/>
                  </a:lnTo>
                  <a:lnTo>
                    <a:pt x="1415796" y="1090422"/>
                  </a:lnTo>
                  <a:lnTo>
                    <a:pt x="1291717" y="1031240"/>
                  </a:lnTo>
                  <a:lnTo>
                    <a:pt x="1195120" y="987933"/>
                  </a:lnTo>
                  <a:lnTo>
                    <a:pt x="1166241" y="974979"/>
                  </a:lnTo>
                  <a:lnTo>
                    <a:pt x="1060704" y="928751"/>
                  </a:lnTo>
                  <a:lnTo>
                    <a:pt x="1089126" y="928319"/>
                  </a:lnTo>
                  <a:lnTo>
                    <a:pt x="1147051" y="926401"/>
                  </a:lnTo>
                  <a:lnTo>
                    <a:pt x="1313307" y="923036"/>
                  </a:lnTo>
                  <a:lnTo>
                    <a:pt x="1347139" y="921664"/>
                  </a:lnTo>
                  <a:lnTo>
                    <a:pt x="1379194" y="920013"/>
                  </a:lnTo>
                  <a:lnTo>
                    <a:pt x="1379435" y="920013"/>
                  </a:lnTo>
                  <a:lnTo>
                    <a:pt x="1450467" y="915797"/>
                  </a:lnTo>
                  <a:lnTo>
                    <a:pt x="1450467" y="879729"/>
                  </a:lnTo>
                  <a:close/>
                </a:path>
                <a:path w="1801495" h="1800225">
                  <a:moveTo>
                    <a:pt x="1801241" y="899287"/>
                  </a:moveTo>
                  <a:lnTo>
                    <a:pt x="1800021" y="852932"/>
                  </a:lnTo>
                  <a:lnTo>
                    <a:pt x="1799971" y="851382"/>
                  </a:lnTo>
                  <a:lnTo>
                    <a:pt x="1796376" y="805815"/>
                  </a:lnTo>
                  <a:lnTo>
                    <a:pt x="1796275" y="804443"/>
                  </a:lnTo>
                  <a:lnTo>
                    <a:pt x="1790166" y="758050"/>
                  </a:lnTo>
                  <a:lnTo>
                    <a:pt x="1781721" y="712419"/>
                  </a:lnTo>
                  <a:lnTo>
                    <a:pt x="1771040" y="667778"/>
                  </a:lnTo>
                  <a:lnTo>
                    <a:pt x="1758073" y="623747"/>
                  </a:lnTo>
                  <a:lnTo>
                    <a:pt x="1743011" y="580821"/>
                  </a:lnTo>
                  <a:lnTo>
                    <a:pt x="1725853" y="538911"/>
                  </a:lnTo>
                  <a:lnTo>
                    <a:pt x="1716024" y="517994"/>
                  </a:lnTo>
                  <a:lnTo>
                    <a:pt x="1716024" y="899287"/>
                  </a:lnTo>
                  <a:lnTo>
                    <a:pt x="1714627" y="947051"/>
                  </a:lnTo>
                  <a:lnTo>
                    <a:pt x="1710512" y="994117"/>
                  </a:lnTo>
                  <a:lnTo>
                    <a:pt x="1703743" y="1040371"/>
                  </a:lnTo>
                  <a:lnTo>
                    <a:pt x="1694408" y="1085773"/>
                  </a:lnTo>
                  <a:lnTo>
                    <a:pt x="1682572" y="1130236"/>
                  </a:lnTo>
                  <a:lnTo>
                    <a:pt x="1668322" y="1173683"/>
                  </a:lnTo>
                  <a:lnTo>
                    <a:pt x="1651736" y="1216037"/>
                  </a:lnTo>
                  <a:lnTo>
                    <a:pt x="1632877" y="1257211"/>
                  </a:lnTo>
                  <a:lnTo>
                    <a:pt x="1611845" y="1297139"/>
                  </a:lnTo>
                  <a:lnTo>
                    <a:pt x="1588706" y="1335735"/>
                  </a:lnTo>
                  <a:lnTo>
                    <a:pt x="1563535" y="1372920"/>
                  </a:lnTo>
                  <a:lnTo>
                    <a:pt x="1536420" y="1408620"/>
                  </a:lnTo>
                  <a:lnTo>
                    <a:pt x="1507426" y="1442770"/>
                  </a:lnTo>
                  <a:lnTo>
                    <a:pt x="1476641" y="1475270"/>
                  </a:lnTo>
                  <a:lnTo>
                    <a:pt x="1444129" y="1506054"/>
                  </a:lnTo>
                  <a:lnTo>
                    <a:pt x="1409979" y="1535049"/>
                  </a:lnTo>
                  <a:lnTo>
                    <a:pt x="1374279" y="1562163"/>
                  </a:lnTo>
                  <a:lnTo>
                    <a:pt x="1337081" y="1587334"/>
                  </a:lnTo>
                  <a:lnTo>
                    <a:pt x="1298486" y="1610474"/>
                  </a:lnTo>
                  <a:lnTo>
                    <a:pt x="1258544" y="1631505"/>
                  </a:lnTo>
                  <a:lnTo>
                    <a:pt x="1217371" y="1650352"/>
                  </a:lnTo>
                  <a:lnTo>
                    <a:pt x="1175004" y="1666938"/>
                  </a:lnTo>
                  <a:lnTo>
                    <a:pt x="1131557" y="1681187"/>
                  </a:lnTo>
                  <a:lnTo>
                    <a:pt x="1087081" y="1693024"/>
                  </a:lnTo>
                  <a:lnTo>
                    <a:pt x="1041666" y="1702358"/>
                  </a:lnTo>
                  <a:lnTo>
                    <a:pt x="995387" y="1709127"/>
                  </a:lnTo>
                  <a:lnTo>
                    <a:pt x="948321" y="1713242"/>
                  </a:lnTo>
                  <a:lnTo>
                    <a:pt x="900557" y="1714627"/>
                  </a:lnTo>
                  <a:lnTo>
                    <a:pt x="852792" y="1713242"/>
                  </a:lnTo>
                  <a:lnTo>
                    <a:pt x="805738" y="1709127"/>
                  </a:lnTo>
                  <a:lnTo>
                    <a:pt x="759472" y="1702358"/>
                  </a:lnTo>
                  <a:lnTo>
                    <a:pt x="714057" y="1693024"/>
                  </a:lnTo>
                  <a:lnTo>
                    <a:pt x="669594" y="1681187"/>
                  </a:lnTo>
                  <a:lnTo>
                    <a:pt x="626148" y="1666938"/>
                  </a:lnTo>
                  <a:lnTo>
                    <a:pt x="583793" y="1650352"/>
                  </a:lnTo>
                  <a:lnTo>
                    <a:pt x="542607" y="1631505"/>
                  </a:lnTo>
                  <a:lnTo>
                    <a:pt x="502678" y="1610474"/>
                  </a:lnTo>
                  <a:lnTo>
                    <a:pt x="464070" y="1587334"/>
                  </a:lnTo>
                  <a:lnTo>
                    <a:pt x="426885" y="1562163"/>
                  </a:lnTo>
                  <a:lnTo>
                    <a:pt x="391172" y="1535049"/>
                  </a:lnTo>
                  <a:lnTo>
                    <a:pt x="357022" y="1506054"/>
                  </a:lnTo>
                  <a:lnTo>
                    <a:pt x="324510" y="1475270"/>
                  </a:lnTo>
                  <a:lnTo>
                    <a:pt x="293712" y="1442770"/>
                  </a:lnTo>
                  <a:lnTo>
                    <a:pt x="264718" y="1408620"/>
                  </a:lnTo>
                  <a:lnTo>
                    <a:pt x="237591" y="1372920"/>
                  </a:lnTo>
                  <a:lnTo>
                    <a:pt x="212420" y="1335735"/>
                  </a:lnTo>
                  <a:lnTo>
                    <a:pt x="189280" y="1297139"/>
                  </a:lnTo>
                  <a:lnTo>
                    <a:pt x="168236" y="1257211"/>
                  </a:lnTo>
                  <a:lnTo>
                    <a:pt x="149390" y="1216037"/>
                  </a:lnTo>
                  <a:lnTo>
                    <a:pt x="132791" y="1173683"/>
                  </a:lnTo>
                  <a:lnTo>
                    <a:pt x="118541" y="1130236"/>
                  </a:lnTo>
                  <a:lnTo>
                    <a:pt x="106794" y="1086142"/>
                  </a:lnTo>
                  <a:lnTo>
                    <a:pt x="97383" y="1040511"/>
                  </a:lnTo>
                  <a:lnTo>
                    <a:pt x="90589" y="994117"/>
                  </a:lnTo>
                  <a:lnTo>
                    <a:pt x="86588" y="948436"/>
                  </a:lnTo>
                  <a:lnTo>
                    <a:pt x="85128" y="900684"/>
                  </a:lnTo>
                  <a:lnTo>
                    <a:pt x="85090" y="899287"/>
                  </a:lnTo>
                  <a:lnTo>
                    <a:pt x="86423" y="852932"/>
                  </a:lnTo>
                  <a:lnTo>
                    <a:pt x="86474" y="851382"/>
                  </a:lnTo>
                  <a:lnTo>
                    <a:pt x="90449" y="805815"/>
                  </a:lnTo>
                  <a:lnTo>
                    <a:pt x="90576" y="804443"/>
                  </a:lnTo>
                  <a:lnTo>
                    <a:pt x="90589" y="804202"/>
                  </a:lnTo>
                  <a:lnTo>
                    <a:pt x="97332" y="758050"/>
                  </a:lnTo>
                  <a:lnTo>
                    <a:pt x="97358" y="757821"/>
                  </a:lnTo>
                  <a:lnTo>
                    <a:pt x="106680" y="712419"/>
                  </a:lnTo>
                  <a:lnTo>
                    <a:pt x="118541" y="667778"/>
                  </a:lnTo>
                  <a:lnTo>
                    <a:pt x="132791" y="624281"/>
                  </a:lnTo>
                  <a:lnTo>
                    <a:pt x="149326" y="582041"/>
                  </a:lnTo>
                  <a:lnTo>
                    <a:pt x="168236" y="540689"/>
                  </a:lnTo>
                  <a:lnTo>
                    <a:pt x="189280" y="500748"/>
                  </a:lnTo>
                  <a:lnTo>
                    <a:pt x="212420" y="462140"/>
                  </a:lnTo>
                  <a:lnTo>
                    <a:pt x="237591" y="424954"/>
                  </a:lnTo>
                  <a:lnTo>
                    <a:pt x="264718" y="389267"/>
                  </a:lnTo>
                  <a:lnTo>
                    <a:pt x="293712" y="355155"/>
                  </a:lnTo>
                  <a:lnTo>
                    <a:pt x="324510" y="322681"/>
                  </a:lnTo>
                  <a:lnTo>
                    <a:pt x="357022" y="291934"/>
                  </a:lnTo>
                  <a:lnTo>
                    <a:pt x="391172" y="262978"/>
                  </a:lnTo>
                  <a:lnTo>
                    <a:pt x="426885" y="235915"/>
                  </a:lnTo>
                  <a:lnTo>
                    <a:pt x="464070" y="210794"/>
                  </a:lnTo>
                  <a:lnTo>
                    <a:pt x="502678" y="187706"/>
                  </a:lnTo>
                  <a:lnTo>
                    <a:pt x="542607" y="166712"/>
                  </a:lnTo>
                  <a:lnTo>
                    <a:pt x="583793" y="147916"/>
                  </a:lnTo>
                  <a:lnTo>
                    <a:pt x="626148" y="131368"/>
                  </a:lnTo>
                  <a:lnTo>
                    <a:pt x="669594" y="117157"/>
                  </a:lnTo>
                  <a:lnTo>
                    <a:pt x="714057" y="105359"/>
                  </a:lnTo>
                  <a:lnTo>
                    <a:pt x="759472" y="96062"/>
                  </a:lnTo>
                  <a:lnTo>
                    <a:pt x="805738" y="89319"/>
                  </a:lnTo>
                  <a:lnTo>
                    <a:pt x="852792" y="85217"/>
                  </a:lnTo>
                  <a:lnTo>
                    <a:pt x="900557" y="83820"/>
                  </a:lnTo>
                  <a:lnTo>
                    <a:pt x="948321" y="85217"/>
                  </a:lnTo>
                  <a:lnTo>
                    <a:pt x="995387" y="89319"/>
                  </a:lnTo>
                  <a:lnTo>
                    <a:pt x="1041666" y="96062"/>
                  </a:lnTo>
                  <a:lnTo>
                    <a:pt x="1087081" y="105359"/>
                  </a:lnTo>
                  <a:lnTo>
                    <a:pt x="1131557" y="117157"/>
                  </a:lnTo>
                  <a:lnTo>
                    <a:pt x="1175004" y="131368"/>
                  </a:lnTo>
                  <a:lnTo>
                    <a:pt x="1217371" y="147916"/>
                  </a:lnTo>
                  <a:lnTo>
                    <a:pt x="1258544" y="166712"/>
                  </a:lnTo>
                  <a:lnTo>
                    <a:pt x="1298486" y="187706"/>
                  </a:lnTo>
                  <a:lnTo>
                    <a:pt x="1337081" y="210794"/>
                  </a:lnTo>
                  <a:lnTo>
                    <a:pt x="1374279" y="235915"/>
                  </a:lnTo>
                  <a:lnTo>
                    <a:pt x="1409979" y="262978"/>
                  </a:lnTo>
                  <a:lnTo>
                    <a:pt x="1444129" y="291934"/>
                  </a:lnTo>
                  <a:lnTo>
                    <a:pt x="1476641" y="322681"/>
                  </a:lnTo>
                  <a:lnTo>
                    <a:pt x="1507426" y="355155"/>
                  </a:lnTo>
                  <a:lnTo>
                    <a:pt x="1536420" y="389267"/>
                  </a:lnTo>
                  <a:lnTo>
                    <a:pt x="1563535" y="424954"/>
                  </a:lnTo>
                  <a:lnTo>
                    <a:pt x="1588706" y="462140"/>
                  </a:lnTo>
                  <a:lnTo>
                    <a:pt x="1611845" y="500748"/>
                  </a:lnTo>
                  <a:lnTo>
                    <a:pt x="1632877" y="540689"/>
                  </a:lnTo>
                  <a:lnTo>
                    <a:pt x="1651736" y="581888"/>
                  </a:lnTo>
                  <a:lnTo>
                    <a:pt x="1668322" y="624281"/>
                  </a:lnTo>
                  <a:lnTo>
                    <a:pt x="1682521" y="667639"/>
                  </a:lnTo>
                  <a:lnTo>
                    <a:pt x="1694421" y="712419"/>
                  </a:lnTo>
                  <a:lnTo>
                    <a:pt x="1703743" y="757821"/>
                  </a:lnTo>
                  <a:lnTo>
                    <a:pt x="1710512" y="804202"/>
                  </a:lnTo>
                  <a:lnTo>
                    <a:pt x="1714627" y="851382"/>
                  </a:lnTo>
                  <a:lnTo>
                    <a:pt x="1716024" y="899287"/>
                  </a:lnTo>
                  <a:lnTo>
                    <a:pt x="1716024" y="517994"/>
                  </a:lnTo>
                  <a:lnTo>
                    <a:pt x="1685544" y="458406"/>
                  </a:lnTo>
                  <a:lnTo>
                    <a:pt x="1662506" y="419938"/>
                  </a:lnTo>
                  <a:lnTo>
                    <a:pt x="1637652" y="382739"/>
                  </a:lnTo>
                  <a:lnTo>
                    <a:pt x="1611020" y="346862"/>
                  </a:lnTo>
                  <a:lnTo>
                    <a:pt x="1582674" y="312394"/>
                  </a:lnTo>
                  <a:lnTo>
                    <a:pt x="1552689" y="279374"/>
                  </a:lnTo>
                  <a:lnTo>
                    <a:pt x="1521129" y="247878"/>
                  </a:lnTo>
                  <a:lnTo>
                    <a:pt x="1488046" y="217970"/>
                  </a:lnTo>
                  <a:lnTo>
                    <a:pt x="1453502" y="189687"/>
                  </a:lnTo>
                  <a:lnTo>
                    <a:pt x="1417574" y="163118"/>
                  </a:lnTo>
                  <a:lnTo>
                    <a:pt x="1380312" y="138328"/>
                  </a:lnTo>
                  <a:lnTo>
                    <a:pt x="1341780" y="115354"/>
                  </a:lnTo>
                  <a:lnTo>
                    <a:pt x="1302042" y="94284"/>
                  </a:lnTo>
                  <a:lnTo>
                    <a:pt x="1261160" y="75158"/>
                  </a:lnTo>
                  <a:lnTo>
                    <a:pt x="1219200" y="58051"/>
                  </a:lnTo>
                  <a:lnTo>
                    <a:pt x="1176235" y="43027"/>
                  </a:lnTo>
                  <a:lnTo>
                    <a:pt x="1132636" y="30238"/>
                  </a:lnTo>
                  <a:lnTo>
                    <a:pt x="1087755" y="19519"/>
                  </a:lnTo>
                  <a:lnTo>
                    <a:pt x="1042035" y="11074"/>
                  </a:lnTo>
                  <a:lnTo>
                    <a:pt x="995553" y="4965"/>
                  </a:lnTo>
                  <a:lnTo>
                    <a:pt x="948359" y="1257"/>
                  </a:lnTo>
                  <a:lnTo>
                    <a:pt x="900557" y="0"/>
                  </a:lnTo>
                  <a:lnTo>
                    <a:pt x="852805" y="1257"/>
                  </a:lnTo>
                  <a:lnTo>
                    <a:pt x="805700" y="4965"/>
                  </a:lnTo>
                  <a:lnTo>
                    <a:pt x="759294" y="11074"/>
                  </a:lnTo>
                  <a:lnTo>
                    <a:pt x="713663" y="19519"/>
                  </a:lnTo>
                  <a:lnTo>
                    <a:pt x="668845" y="30238"/>
                  </a:lnTo>
                  <a:lnTo>
                    <a:pt x="624928" y="43167"/>
                  </a:lnTo>
                  <a:lnTo>
                    <a:pt x="581964" y="58229"/>
                  </a:lnTo>
                  <a:lnTo>
                    <a:pt x="540016" y="75387"/>
                  </a:lnTo>
                  <a:lnTo>
                    <a:pt x="499135" y="94564"/>
                  </a:lnTo>
                  <a:lnTo>
                    <a:pt x="459409" y="115697"/>
                  </a:lnTo>
                  <a:lnTo>
                    <a:pt x="420890" y="138734"/>
                  </a:lnTo>
                  <a:lnTo>
                    <a:pt x="383628" y="163588"/>
                  </a:lnTo>
                  <a:lnTo>
                    <a:pt x="347700" y="190220"/>
                  </a:lnTo>
                  <a:lnTo>
                    <a:pt x="313156" y="218567"/>
                  </a:lnTo>
                  <a:lnTo>
                    <a:pt x="280085" y="248551"/>
                  </a:lnTo>
                  <a:lnTo>
                    <a:pt x="248513" y="280111"/>
                  </a:lnTo>
                  <a:lnTo>
                    <a:pt x="218541" y="313194"/>
                  </a:lnTo>
                  <a:lnTo>
                    <a:pt x="190195" y="347738"/>
                  </a:lnTo>
                  <a:lnTo>
                    <a:pt x="163576" y="383667"/>
                  </a:lnTo>
                  <a:lnTo>
                    <a:pt x="138709" y="420928"/>
                  </a:lnTo>
                  <a:lnTo>
                    <a:pt x="115684" y="459460"/>
                  </a:lnTo>
                  <a:lnTo>
                    <a:pt x="94551" y="499198"/>
                  </a:lnTo>
                  <a:lnTo>
                    <a:pt x="75374" y="540080"/>
                  </a:lnTo>
                  <a:lnTo>
                    <a:pt x="58280" y="581888"/>
                  </a:lnTo>
                  <a:lnTo>
                    <a:pt x="43154" y="625005"/>
                  </a:lnTo>
                  <a:lnTo>
                    <a:pt x="30226" y="668934"/>
                  </a:lnTo>
                  <a:lnTo>
                    <a:pt x="19507" y="713752"/>
                  </a:lnTo>
                  <a:lnTo>
                    <a:pt x="11061" y="759409"/>
                  </a:lnTo>
                  <a:lnTo>
                    <a:pt x="4953" y="805815"/>
                  </a:lnTo>
                  <a:lnTo>
                    <a:pt x="1371" y="851382"/>
                  </a:lnTo>
                  <a:lnTo>
                    <a:pt x="1244" y="852932"/>
                  </a:lnTo>
                  <a:lnTo>
                    <a:pt x="25" y="899287"/>
                  </a:lnTo>
                  <a:lnTo>
                    <a:pt x="0" y="900684"/>
                  </a:lnTo>
                  <a:lnTo>
                    <a:pt x="1206" y="947051"/>
                  </a:lnTo>
                  <a:lnTo>
                    <a:pt x="1244" y="948436"/>
                  </a:lnTo>
                  <a:lnTo>
                    <a:pt x="4851" y="994117"/>
                  </a:lnTo>
                  <a:lnTo>
                    <a:pt x="4953" y="995514"/>
                  </a:lnTo>
                  <a:lnTo>
                    <a:pt x="11061" y="1041908"/>
                  </a:lnTo>
                  <a:lnTo>
                    <a:pt x="19507" y="1087513"/>
                  </a:lnTo>
                  <a:lnTo>
                    <a:pt x="30226" y="1132281"/>
                  </a:lnTo>
                  <a:lnTo>
                    <a:pt x="43154" y="1176159"/>
                  </a:lnTo>
                  <a:lnTo>
                    <a:pt x="58216" y="1219085"/>
                  </a:lnTo>
                  <a:lnTo>
                    <a:pt x="75374" y="1260970"/>
                  </a:lnTo>
                  <a:lnTo>
                    <a:pt x="94551" y="1301788"/>
                  </a:lnTo>
                  <a:lnTo>
                    <a:pt x="115684" y="1341462"/>
                  </a:lnTo>
                  <a:lnTo>
                    <a:pt x="138709" y="1379918"/>
                  </a:lnTo>
                  <a:lnTo>
                    <a:pt x="163576" y="1417104"/>
                  </a:lnTo>
                  <a:lnTo>
                    <a:pt x="190195" y="1452968"/>
                  </a:lnTo>
                  <a:lnTo>
                    <a:pt x="218541" y="1487424"/>
                  </a:lnTo>
                  <a:lnTo>
                    <a:pt x="248513" y="1520431"/>
                  </a:lnTo>
                  <a:lnTo>
                    <a:pt x="280085" y="1551927"/>
                  </a:lnTo>
                  <a:lnTo>
                    <a:pt x="313156" y="1581835"/>
                  </a:lnTo>
                  <a:lnTo>
                    <a:pt x="347700" y="1610093"/>
                  </a:lnTo>
                  <a:lnTo>
                    <a:pt x="383628" y="1636649"/>
                  </a:lnTo>
                  <a:lnTo>
                    <a:pt x="420890" y="1661452"/>
                  </a:lnTo>
                  <a:lnTo>
                    <a:pt x="459409" y="1684413"/>
                  </a:lnTo>
                  <a:lnTo>
                    <a:pt x="499135" y="1705483"/>
                  </a:lnTo>
                  <a:lnTo>
                    <a:pt x="540016" y="1724596"/>
                  </a:lnTo>
                  <a:lnTo>
                    <a:pt x="581964" y="1741690"/>
                  </a:lnTo>
                  <a:lnTo>
                    <a:pt x="624928" y="1756714"/>
                  </a:lnTo>
                  <a:lnTo>
                    <a:pt x="668845" y="1769605"/>
                  </a:lnTo>
                  <a:lnTo>
                    <a:pt x="713663" y="1780273"/>
                  </a:lnTo>
                  <a:lnTo>
                    <a:pt x="759294" y="1788693"/>
                  </a:lnTo>
                  <a:lnTo>
                    <a:pt x="805700" y="1794776"/>
                  </a:lnTo>
                  <a:lnTo>
                    <a:pt x="852805" y="1798472"/>
                  </a:lnTo>
                  <a:lnTo>
                    <a:pt x="900557" y="1799717"/>
                  </a:lnTo>
                  <a:lnTo>
                    <a:pt x="948131" y="1798472"/>
                  </a:lnTo>
                  <a:lnTo>
                    <a:pt x="995197" y="1794776"/>
                  </a:lnTo>
                  <a:lnTo>
                    <a:pt x="1041527" y="1788693"/>
                  </a:lnTo>
                  <a:lnTo>
                    <a:pt x="1087107" y="1780273"/>
                  </a:lnTo>
                  <a:lnTo>
                    <a:pt x="1131862" y="1769605"/>
                  </a:lnTo>
                  <a:lnTo>
                    <a:pt x="1176235" y="1756575"/>
                  </a:lnTo>
                  <a:lnTo>
                    <a:pt x="1219200" y="1741500"/>
                  </a:lnTo>
                  <a:lnTo>
                    <a:pt x="1261160" y="1724342"/>
                  </a:lnTo>
                  <a:lnTo>
                    <a:pt x="1302042" y="1705165"/>
                  </a:lnTo>
                  <a:lnTo>
                    <a:pt x="1341780" y="1684045"/>
                  </a:lnTo>
                  <a:lnTo>
                    <a:pt x="1380312" y="1661007"/>
                  </a:lnTo>
                  <a:lnTo>
                    <a:pt x="1417574" y="1636153"/>
                  </a:lnTo>
                  <a:lnTo>
                    <a:pt x="1453502" y="1609521"/>
                  </a:lnTo>
                  <a:lnTo>
                    <a:pt x="1488046" y="1581188"/>
                  </a:lnTo>
                  <a:lnTo>
                    <a:pt x="1521129" y="1551216"/>
                  </a:lnTo>
                  <a:lnTo>
                    <a:pt x="1552689" y="1519656"/>
                  </a:lnTo>
                  <a:lnTo>
                    <a:pt x="1582674" y="1486573"/>
                  </a:lnTo>
                  <a:lnTo>
                    <a:pt x="1611020" y="1452041"/>
                  </a:lnTo>
                  <a:lnTo>
                    <a:pt x="1637652" y="1416126"/>
                  </a:lnTo>
                  <a:lnTo>
                    <a:pt x="1662506" y="1378864"/>
                  </a:lnTo>
                  <a:lnTo>
                    <a:pt x="1685544" y="1340345"/>
                  </a:lnTo>
                  <a:lnTo>
                    <a:pt x="1706676" y="1300619"/>
                  </a:lnTo>
                  <a:lnTo>
                    <a:pt x="1725853" y="1259751"/>
                  </a:lnTo>
                  <a:lnTo>
                    <a:pt x="1743011" y="1217815"/>
                  </a:lnTo>
                  <a:lnTo>
                    <a:pt x="1758073" y="1174851"/>
                  </a:lnTo>
                  <a:lnTo>
                    <a:pt x="1771002" y="1130947"/>
                  </a:lnTo>
                  <a:lnTo>
                    <a:pt x="1781721" y="1086142"/>
                  </a:lnTo>
                  <a:lnTo>
                    <a:pt x="1790166" y="1040511"/>
                  </a:lnTo>
                  <a:lnTo>
                    <a:pt x="1796275" y="994117"/>
                  </a:lnTo>
                  <a:lnTo>
                    <a:pt x="1799869" y="948436"/>
                  </a:lnTo>
                  <a:lnTo>
                    <a:pt x="1799983" y="947051"/>
                  </a:lnTo>
                  <a:lnTo>
                    <a:pt x="1801202" y="900684"/>
                  </a:lnTo>
                  <a:lnTo>
                    <a:pt x="1801241" y="89928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860538" y="2840228"/>
            <a:ext cx="26562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18185" marR="5080" indent="-706120">
              <a:lnSpc>
                <a:spcPct val="100000"/>
              </a:lnSpc>
              <a:spcBef>
                <a:spcPts val="100"/>
              </a:spcBef>
            </a:pPr>
            <a:r>
              <a:rPr dirty="0" sz="2400" spc="245" b="1">
                <a:solidFill>
                  <a:srgbClr val="173360"/>
                </a:solidFill>
                <a:latin typeface="Calibri"/>
                <a:cs typeface="Calibri"/>
              </a:rPr>
              <a:t>Model</a:t>
            </a:r>
            <a:r>
              <a:rPr dirty="0" sz="2400" spc="15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05" b="1">
                <a:solidFill>
                  <a:srgbClr val="173360"/>
                </a:solidFill>
                <a:latin typeface="Calibri"/>
                <a:cs typeface="Calibri"/>
              </a:rPr>
              <a:t>Building</a:t>
            </a:r>
            <a:r>
              <a:rPr dirty="0" sz="2400" spc="18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-50" b="1">
                <a:solidFill>
                  <a:srgbClr val="173360"/>
                </a:solidFill>
                <a:latin typeface="Calibri"/>
                <a:cs typeface="Calibri"/>
              </a:rPr>
              <a:t>/ </a:t>
            </a:r>
            <a:r>
              <a:rPr dirty="0" sz="2400" spc="310" b="1">
                <a:solidFill>
                  <a:srgbClr val="173360"/>
                </a:solidFill>
                <a:latin typeface="Calibri"/>
                <a:cs typeface="Calibri"/>
              </a:rPr>
              <a:t>Scoring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630414" y="7141844"/>
            <a:ext cx="31178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00" b="1">
                <a:solidFill>
                  <a:srgbClr val="173360"/>
                </a:solidFill>
                <a:latin typeface="Calibri"/>
                <a:cs typeface="Calibri"/>
              </a:rPr>
              <a:t>Production</a:t>
            </a:r>
            <a:r>
              <a:rPr dirty="0" sz="2400" spc="18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10" b="1">
                <a:solidFill>
                  <a:srgbClr val="173360"/>
                </a:solidFill>
                <a:latin typeface="Calibri"/>
                <a:cs typeface="Calibri"/>
              </a:rPr>
              <a:t>ML</a:t>
            </a:r>
            <a:r>
              <a:rPr dirty="0" sz="2400" spc="16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35" b="1">
                <a:solidFill>
                  <a:srgbClr val="173360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6691248" y="8158860"/>
            <a:ext cx="4906010" cy="1219200"/>
          </a:xfrm>
          <a:custGeom>
            <a:avLst/>
            <a:gdLst/>
            <a:ahLst/>
            <a:cxnLst/>
            <a:rect l="l" t="t" r="r" b="b"/>
            <a:pathLst>
              <a:path w="4906009" h="1219200">
                <a:moveTo>
                  <a:pt x="4863719" y="0"/>
                </a:moveTo>
                <a:lnTo>
                  <a:pt x="41782" y="0"/>
                </a:lnTo>
                <a:lnTo>
                  <a:pt x="25503" y="3278"/>
                </a:lnTo>
                <a:lnTo>
                  <a:pt x="12223" y="12223"/>
                </a:lnTo>
                <a:lnTo>
                  <a:pt x="3278" y="25503"/>
                </a:lnTo>
                <a:lnTo>
                  <a:pt x="0" y="41782"/>
                </a:lnTo>
                <a:lnTo>
                  <a:pt x="0" y="1177366"/>
                </a:lnTo>
                <a:lnTo>
                  <a:pt x="3278" y="1193637"/>
                </a:lnTo>
                <a:lnTo>
                  <a:pt x="12223" y="1206922"/>
                </a:lnTo>
                <a:lnTo>
                  <a:pt x="25503" y="1215878"/>
                </a:lnTo>
                <a:lnTo>
                  <a:pt x="41782" y="1219161"/>
                </a:lnTo>
                <a:lnTo>
                  <a:pt x="4863719" y="1219161"/>
                </a:lnTo>
                <a:lnTo>
                  <a:pt x="4879998" y="1215878"/>
                </a:lnTo>
                <a:lnTo>
                  <a:pt x="4893278" y="1206922"/>
                </a:lnTo>
                <a:lnTo>
                  <a:pt x="4902223" y="1193637"/>
                </a:lnTo>
                <a:lnTo>
                  <a:pt x="4905502" y="1177366"/>
                </a:lnTo>
                <a:lnTo>
                  <a:pt x="4905502" y="41782"/>
                </a:lnTo>
                <a:lnTo>
                  <a:pt x="4902223" y="25503"/>
                </a:lnTo>
                <a:lnTo>
                  <a:pt x="4893278" y="12223"/>
                </a:lnTo>
                <a:lnTo>
                  <a:pt x="4879998" y="3278"/>
                </a:lnTo>
                <a:lnTo>
                  <a:pt x="4863719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7336281" y="8411082"/>
            <a:ext cx="3615054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모델을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173360"/>
                </a:solidFill>
                <a:latin typeface="Malgun Gothic"/>
                <a:cs typeface="Malgun Gothic"/>
              </a:rPr>
              <a:t>더</a:t>
            </a:r>
            <a:r>
              <a:rPr dirty="0" sz="2200" spc="-18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빠르게</a:t>
            </a:r>
            <a:r>
              <a:rPr dirty="0" sz="2200" spc="-16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학습시키고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프로덕션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환경으로</a:t>
            </a:r>
            <a:r>
              <a:rPr dirty="0" sz="2200" spc="-16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가져오기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12026645" y="8158860"/>
            <a:ext cx="4906010" cy="1219200"/>
          </a:xfrm>
          <a:custGeom>
            <a:avLst/>
            <a:gdLst/>
            <a:ahLst/>
            <a:cxnLst/>
            <a:rect l="l" t="t" r="r" b="b"/>
            <a:pathLst>
              <a:path w="4906009" h="1219200">
                <a:moveTo>
                  <a:pt x="4863846" y="0"/>
                </a:moveTo>
                <a:lnTo>
                  <a:pt x="41782" y="0"/>
                </a:lnTo>
                <a:lnTo>
                  <a:pt x="25503" y="3278"/>
                </a:lnTo>
                <a:lnTo>
                  <a:pt x="12223" y="12223"/>
                </a:lnTo>
                <a:lnTo>
                  <a:pt x="3278" y="25503"/>
                </a:lnTo>
                <a:lnTo>
                  <a:pt x="0" y="41782"/>
                </a:lnTo>
                <a:lnTo>
                  <a:pt x="0" y="1177366"/>
                </a:lnTo>
                <a:lnTo>
                  <a:pt x="3278" y="1193637"/>
                </a:lnTo>
                <a:lnTo>
                  <a:pt x="12223" y="1206922"/>
                </a:lnTo>
                <a:lnTo>
                  <a:pt x="25503" y="1215878"/>
                </a:lnTo>
                <a:lnTo>
                  <a:pt x="41782" y="1219161"/>
                </a:lnTo>
                <a:lnTo>
                  <a:pt x="4863846" y="1219161"/>
                </a:lnTo>
                <a:lnTo>
                  <a:pt x="4880072" y="1215878"/>
                </a:lnTo>
                <a:lnTo>
                  <a:pt x="4893357" y="1206922"/>
                </a:lnTo>
                <a:lnTo>
                  <a:pt x="4902332" y="1193637"/>
                </a:lnTo>
                <a:lnTo>
                  <a:pt x="4905629" y="1177366"/>
                </a:lnTo>
                <a:lnTo>
                  <a:pt x="4905629" y="41782"/>
                </a:lnTo>
                <a:lnTo>
                  <a:pt x="4902332" y="25503"/>
                </a:lnTo>
                <a:lnTo>
                  <a:pt x="4893357" y="12223"/>
                </a:lnTo>
                <a:lnTo>
                  <a:pt x="4880072" y="3278"/>
                </a:lnTo>
                <a:lnTo>
                  <a:pt x="4863846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12314301" y="8411082"/>
            <a:ext cx="433260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95"/>
              </a:spcBef>
            </a:pP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즉각적인</a:t>
            </a:r>
            <a:r>
              <a:rPr dirty="0" sz="2200" spc="-1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173360"/>
                </a:solidFill>
                <a:latin typeface="Malgun Gothic"/>
                <a:cs typeface="Malgun Gothic"/>
              </a:rPr>
              <a:t>조치</a:t>
            </a:r>
            <a:r>
              <a:rPr dirty="0" sz="2200" spc="-1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2200" spc="-1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의사</a:t>
            </a:r>
            <a:r>
              <a:rPr dirty="0" sz="2200" spc="-17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결정을</a:t>
            </a:r>
            <a:r>
              <a:rPr dirty="0" sz="2200" spc="-16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 b="1">
                <a:solidFill>
                  <a:srgbClr val="173360"/>
                </a:solidFill>
                <a:latin typeface="Malgun Gothic"/>
                <a:cs typeface="Malgun Gothic"/>
              </a:rPr>
              <a:t>위해 </a:t>
            </a:r>
            <a:r>
              <a:rPr dirty="0" sz="2200" spc="-20" b="1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2200" spc="-1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중요한</a:t>
            </a:r>
            <a:r>
              <a:rPr dirty="0" sz="2200" spc="-1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10" b="1">
                <a:solidFill>
                  <a:srgbClr val="173360"/>
                </a:solidFill>
                <a:latin typeface="Malgun Gothic"/>
                <a:cs typeface="Malgun Gothic"/>
              </a:rPr>
              <a:t>인사이트</a:t>
            </a:r>
            <a:r>
              <a:rPr dirty="0" sz="2200" spc="-1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200" spc="-25" b="1">
                <a:solidFill>
                  <a:srgbClr val="173360"/>
                </a:solidFill>
                <a:latin typeface="Malgun Gothic"/>
                <a:cs typeface="Malgun Gothic"/>
              </a:rPr>
              <a:t>도출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4487016" y="2243708"/>
            <a:ext cx="1925955" cy="5357495"/>
            <a:chOff x="14487016" y="2243708"/>
            <a:chExt cx="1925955" cy="5357495"/>
          </a:xfrm>
        </p:grpSpPr>
        <p:sp>
          <p:nvSpPr>
            <p:cNvPr id="43" name="object 43" descr=""/>
            <p:cNvSpPr/>
            <p:nvPr/>
          </p:nvSpPr>
          <p:spPr>
            <a:xfrm>
              <a:off x="14487016" y="2243708"/>
              <a:ext cx="1925955" cy="5357495"/>
            </a:xfrm>
            <a:custGeom>
              <a:avLst/>
              <a:gdLst/>
              <a:ahLst/>
              <a:cxnLst/>
              <a:rect l="l" t="t" r="r" b="b"/>
              <a:pathLst>
                <a:path w="1925955" h="5357495">
                  <a:moveTo>
                    <a:pt x="1925447" y="0"/>
                  </a:moveTo>
                  <a:lnTo>
                    <a:pt x="0" y="0"/>
                  </a:lnTo>
                  <a:lnTo>
                    <a:pt x="0" y="5357367"/>
                  </a:lnTo>
                  <a:lnTo>
                    <a:pt x="1925447" y="5357367"/>
                  </a:lnTo>
                  <a:lnTo>
                    <a:pt x="1925447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5177642" y="323951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1992"/>
                  </a:lnTo>
                  <a:lnTo>
                    <a:pt x="7461" y="7461"/>
                  </a:lnTo>
                  <a:lnTo>
                    <a:pt x="1992" y="15644"/>
                  </a:lnTo>
                  <a:lnTo>
                    <a:pt x="0" y="25780"/>
                  </a:lnTo>
                  <a:lnTo>
                    <a:pt x="0" y="413257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7"/>
                  </a:lnTo>
                  <a:lnTo>
                    <a:pt x="438912" y="399795"/>
                  </a:lnTo>
                  <a:lnTo>
                    <a:pt x="38100" y="399795"/>
                  </a:lnTo>
                  <a:lnTo>
                    <a:pt x="38100" y="38226"/>
                  </a:lnTo>
                  <a:lnTo>
                    <a:pt x="438912" y="38226"/>
                  </a:lnTo>
                  <a:lnTo>
                    <a:pt x="438912" y="25780"/>
                  </a:lnTo>
                  <a:lnTo>
                    <a:pt x="436899" y="15644"/>
                  </a:lnTo>
                  <a:lnTo>
                    <a:pt x="431387" y="7461"/>
                  </a:lnTo>
                  <a:lnTo>
                    <a:pt x="423160" y="199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226"/>
                  </a:moveTo>
                  <a:lnTo>
                    <a:pt x="399669" y="38226"/>
                  </a:lnTo>
                  <a:lnTo>
                    <a:pt x="399669" y="399795"/>
                  </a:lnTo>
                  <a:lnTo>
                    <a:pt x="438912" y="399795"/>
                  </a:lnTo>
                  <a:lnTo>
                    <a:pt x="438912" y="3822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22371" y="3487419"/>
              <a:ext cx="299593" cy="29463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5177642" y="5341238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1992"/>
                  </a:lnTo>
                  <a:lnTo>
                    <a:pt x="7461" y="7461"/>
                  </a:lnTo>
                  <a:lnTo>
                    <a:pt x="1992" y="15644"/>
                  </a:lnTo>
                  <a:lnTo>
                    <a:pt x="0" y="25781"/>
                  </a:lnTo>
                  <a:lnTo>
                    <a:pt x="0" y="413131"/>
                  </a:lnTo>
                  <a:lnTo>
                    <a:pt x="1992" y="423287"/>
                  </a:lnTo>
                  <a:lnTo>
                    <a:pt x="7461" y="431514"/>
                  </a:lnTo>
                  <a:lnTo>
                    <a:pt x="15644" y="43702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26"/>
                  </a:lnTo>
                  <a:lnTo>
                    <a:pt x="431387" y="431514"/>
                  </a:lnTo>
                  <a:lnTo>
                    <a:pt x="436899" y="423287"/>
                  </a:lnTo>
                  <a:lnTo>
                    <a:pt x="438912" y="413131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100"/>
                  </a:lnTo>
                  <a:lnTo>
                    <a:pt x="438912" y="38100"/>
                  </a:lnTo>
                  <a:lnTo>
                    <a:pt x="438912" y="25781"/>
                  </a:lnTo>
                  <a:lnTo>
                    <a:pt x="436899" y="15644"/>
                  </a:lnTo>
                  <a:lnTo>
                    <a:pt x="431387" y="7461"/>
                  </a:lnTo>
                  <a:lnTo>
                    <a:pt x="423160" y="199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100"/>
                  </a:moveTo>
                  <a:lnTo>
                    <a:pt x="399669" y="38100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1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22371" y="5589269"/>
              <a:ext cx="299593" cy="294639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5177642" y="4290313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2012"/>
                  </a:lnTo>
                  <a:lnTo>
                    <a:pt x="7461" y="7524"/>
                  </a:lnTo>
                  <a:lnTo>
                    <a:pt x="1992" y="15751"/>
                  </a:lnTo>
                  <a:lnTo>
                    <a:pt x="0" y="25908"/>
                  </a:lnTo>
                  <a:lnTo>
                    <a:pt x="0" y="413258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8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226"/>
                  </a:lnTo>
                  <a:lnTo>
                    <a:pt x="438912" y="38226"/>
                  </a:lnTo>
                  <a:lnTo>
                    <a:pt x="438912" y="25908"/>
                  </a:lnTo>
                  <a:lnTo>
                    <a:pt x="436899" y="15751"/>
                  </a:lnTo>
                  <a:lnTo>
                    <a:pt x="431387" y="7524"/>
                  </a:lnTo>
                  <a:lnTo>
                    <a:pt x="423160" y="201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226"/>
                  </a:moveTo>
                  <a:lnTo>
                    <a:pt x="399669" y="38226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22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22371" y="4538979"/>
              <a:ext cx="299593" cy="293370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5177642" y="6392037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19" h="439420">
                  <a:moveTo>
                    <a:pt x="413003" y="0"/>
                  </a:moveTo>
                  <a:lnTo>
                    <a:pt x="25780" y="0"/>
                  </a:lnTo>
                  <a:lnTo>
                    <a:pt x="15644" y="1992"/>
                  </a:lnTo>
                  <a:lnTo>
                    <a:pt x="7461" y="7461"/>
                  </a:lnTo>
                  <a:lnTo>
                    <a:pt x="1992" y="15644"/>
                  </a:lnTo>
                  <a:lnTo>
                    <a:pt x="0" y="25780"/>
                  </a:lnTo>
                  <a:lnTo>
                    <a:pt x="0" y="413258"/>
                  </a:lnTo>
                  <a:lnTo>
                    <a:pt x="1992" y="423394"/>
                  </a:lnTo>
                  <a:lnTo>
                    <a:pt x="7461" y="431577"/>
                  </a:lnTo>
                  <a:lnTo>
                    <a:pt x="15644" y="437046"/>
                  </a:lnTo>
                  <a:lnTo>
                    <a:pt x="25780" y="439038"/>
                  </a:lnTo>
                  <a:lnTo>
                    <a:pt x="413003" y="439038"/>
                  </a:lnTo>
                  <a:lnTo>
                    <a:pt x="423160" y="437046"/>
                  </a:lnTo>
                  <a:lnTo>
                    <a:pt x="431387" y="431577"/>
                  </a:lnTo>
                  <a:lnTo>
                    <a:pt x="436899" y="423394"/>
                  </a:lnTo>
                  <a:lnTo>
                    <a:pt x="438912" y="413258"/>
                  </a:lnTo>
                  <a:lnTo>
                    <a:pt x="438912" y="399796"/>
                  </a:lnTo>
                  <a:lnTo>
                    <a:pt x="38100" y="399796"/>
                  </a:lnTo>
                  <a:lnTo>
                    <a:pt x="38100" y="38100"/>
                  </a:lnTo>
                  <a:lnTo>
                    <a:pt x="438912" y="38100"/>
                  </a:lnTo>
                  <a:lnTo>
                    <a:pt x="438912" y="25780"/>
                  </a:lnTo>
                  <a:lnTo>
                    <a:pt x="436899" y="15644"/>
                  </a:lnTo>
                  <a:lnTo>
                    <a:pt x="431387" y="7461"/>
                  </a:lnTo>
                  <a:lnTo>
                    <a:pt x="423160" y="1992"/>
                  </a:lnTo>
                  <a:lnTo>
                    <a:pt x="413003" y="0"/>
                  </a:lnTo>
                  <a:close/>
                </a:path>
                <a:path w="439419" h="439420">
                  <a:moveTo>
                    <a:pt x="438912" y="38100"/>
                  </a:moveTo>
                  <a:lnTo>
                    <a:pt x="399669" y="38100"/>
                  </a:lnTo>
                  <a:lnTo>
                    <a:pt x="399669" y="399796"/>
                  </a:lnTo>
                  <a:lnTo>
                    <a:pt x="438912" y="399796"/>
                  </a:lnTo>
                  <a:lnTo>
                    <a:pt x="438912" y="381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22371" y="6639560"/>
              <a:ext cx="299593" cy="294639"/>
            </a:xfrm>
            <a:prstGeom prst="rect">
              <a:avLst/>
            </a:prstGeom>
          </p:spPr>
        </p:pic>
      </p:grpSp>
      <p:sp>
        <p:nvSpPr>
          <p:cNvPr id="52" name="object 52" descr=""/>
          <p:cNvSpPr txBox="1"/>
          <p:nvPr/>
        </p:nvSpPr>
        <p:spPr>
          <a:xfrm>
            <a:off x="14487016" y="2243708"/>
            <a:ext cx="1925955" cy="5357495"/>
          </a:xfrm>
          <a:prstGeom prst="rect">
            <a:avLst/>
          </a:prstGeom>
          <a:ln w="19050">
            <a:solidFill>
              <a:srgbClr val="221F1F"/>
            </a:solidFill>
          </a:ln>
        </p:spPr>
        <p:txBody>
          <a:bodyPr wrap="square" lIns="0" tIns="173355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1365"/>
              </a:spcBef>
            </a:pPr>
            <a:r>
              <a:rPr dirty="0" sz="1600" spc="170" b="1">
                <a:solidFill>
                  <a:srgbClr val="173360"/>
                </a:solidFill>
                <a:latin typeface="Calibri"/>
                <a:cs typeface="Calibri"/>
              </a:rPr>
              <a:t>Applications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600">
              <a:latin typeface="Calibri"/>
              <a:cs typeface="Calibri"/>
            </a:endParaRPr>
          </a:p>
          <a:p>
            <a:pPr algn="just" marL="771525" marR="762000">
              <a:lnSpc>
                <a:spcPct val="492600"/>
              </a:lnSpc>
              <a:spcBef>
                <a:spcPts val="5"/>
              </a:spcBef>
            </a:pPr>
            <a:r>
              <a:rPr dirty="0" sz="1400" spc="190" b="1">
                <a:solidFill>
                  <a:srgbClr val="173360"/>
                </a:solidFill>
                <a:latin typeface="Calibri"/>
                <a:cs typeface="Calibri"/>
              </a:rPr>
              <a:t>App App App App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7175226" y="9460874"/>
            <a:ext cx="244475" cy="1797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dirty="0" sz="1000" spc="65">
                <a:solidFill>
                  <a:srgbClr val="173360"/>
                </a:solidFill>
                <a:latin typeface="Calibri"/>
                <a:cs typeface="Calibri"/>
              </a:rPr>
              <a:t>66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674497"/>
            <a:ext cx="18288000" cy="9612630"/>
            <a:chOff x="0" y="674497"/>
            <a:chExt cx="18288000" cy="96126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9786"/>
              <a:ext cx="18287999" cy="936720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681569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161"/>
                  </a:moveTo>
                  <a:lnTo>
                    <a:pt x="438200" y="271348"/>
                  </a:lnTo>
                  <a:lnTo>
                    <a:pt x="427545" y="270751"/>
                  </a:lnTo>
                  <a:lnTo>
                    <a:pt x="418299" y="270383"/>
                  </a:lnTo>
                  <a:lnTo>
                    <a:pt x="418719" y="270383"/>
                  </a:ln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376"/>
                  </a:lnTo>
                  <a:lnTo>
                    <a:pt x="288163" y="268224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24"/>
                  </a:lnTo>
                  <a:lnTo>
                    <a:pt x="287782" y="212318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7982"/>
                  </a:lnTo>
                  <a:lnTo>
                    <a:pt x="286613" y="162306"/>
                  </a:lnTo>
                  <a:lnTo>
                    <a:pt x="286512" y="157480"/>
                  </a:lnTo>
                  <a:lnTo>
                    <a:pt x="286423" y="153174"/>
                  </a:lnTo>
                  <a:lnTo>
                    <a:pt x="286385" y="151130"/>
                  </a:lnTo>
                  <a:lnTo>
                    <a:pt x="286042" y="143129"/>
                  </a:lnTo>
                  <a:lnTo>
                    <a:pt x="285927" y="140449"/>
                  </a:lnTo>
                  <a:lnTo>
                    <a:pt x="285381" y="129781"/>
                  </a:lnTo>
                  <a:lnTo>
                    <a:pt x="284759" y="119189"/>
                  </a:lnTo>
                  <a:lnTo>
                    <a:pt x="284099" y="108712"/>
                  </a:lnTo>
                  <a:lnTo>
                    <a:pt x="272542" y="108712"/>
                  </a:lnTo>
                  <a:lnTo>
                    <a:pt x="271703" y="118618"/>
                  </a:lnTo>
                  <a:lnTo>
                    <a:pt x="271665" y="119189"/>
                  </a:lnTo>
                  <a:lnTo>
                    <a:pt x="271145" y="128333"/>
                  </a:lnTo>
                  <a:lnTo>
                    <a:pt x="271056" y="129781"/>
                  </a:lnTo>
                  <a:lnTo>
                    <a:pt x="268859" y="193675"/>
                  </a:lnTo>
                  <a:lnTo>
                    <a:pt x="268478" y="228473"/>
                  </a:lnTo>
                  <a:lnTo>
                    <a:pt x="265010" y="220624"/>
                  </a:lnTo>
                  <a:lnTo>
                    <a:pt x="260934" y="211455"/>
                  </a:lnTo>
                  <a:lnTo>
                    <a:pt x="257886" y="204419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562" y="147764"/>
                  </a:lnTo>
                  <a:lnTo>
                    <a:pt x="223481" y="128333"/>
                  </a:lnTo>
                  <a:lnTo>
                    <a:pt x="218821" y="118618"/>
                  </a:lnTo>
                  <a:lnTo>
                    <a:pt x="207772" y="123063"/>
                  </a:lnTo>
                  <a:lnTo>
                    <a:pt x="211162" y="133096"/>
                  </a:lnTo>
                  <a:lnTo>
                    <a:pt x="214693" y="143129"/>
                  </a:lnTo>
                  <a:lnTo>
                    <a:pt x="218300" y="153174"/>
                  </a:lnTo>
                  <a:lnTo>
                    <a:pt x="221996" y="163195"/>
                  </a:lnTo>
                  <a:lnTo>
                    <a:pt x="237236" y="202946"/>
                  </a:lnTo>
                  <a:lnTo>
                    <a:pt x="240906" y="212318"/>
                  </a:lnTo>
                  <a:lnTo>
                    <a:pt x="246913" y="227774"/>
                  </a:lnTo>
                  <a:lnTo>
                    <a:pt x="250190" y="236093"/>
                  </a:lnTo>
                  <a:lnTo>
                    <a:pt x="243801" y="229857"/>
                  </a:lnTo>
                  <a:lnTo>
                    <a:pt x="231038" y="217703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051" y="162306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178"/>
                  </a:lnTo>
                  <a:lnTo>
                    <a:pt x="229755" y="243624"/>
                  </a:lnTo>
                  <a:lnTo>
                    <a:pt x="235839" y="249936"/>
                  </a:lnTo>
                  <a:lnTo>
                    <a:pt x="133337" y="211061"/>
                  </a:lnTo>
                  <a:lnTo>
                    <a:pt x="123317" y="207518"/>
                  </a:lnTo>
                  <a:lnTo>
                    <a:pt x="118833" y="218655"/>
                  </a:lnTo>
                  <a:lnTo>
                    <a:pt x="119024" y="218655"/>
                  </a:lnTo>
                  <a:lnTo>
                    <a:pt x="157226" y="236982"/>
                  </a:lnTo>
                  <a:lnTo>
                    <a:pt x="196596" y="254381"/>
                  </a:lnTo>
                  <a:lnTo>
                    <a:pt x="204381" y="258013"/>
                  </a:lnTo>
                  <a:lnTo>
                    <a:pt x="212318" y="261493"/>
                  </a:lnTo>
                  <a:lnTo>
                    <a:pt x="220433" y="264883"/>
                  </a:lnTo>
                  <a:lnTo>
                    <a:pt x="228727" y="268224"/>
                  </a:lnTo>
                  <a:lnTo>
                    <a:pt x="219671" y="268376"/>
                  </a:lnTo>
                  <a:lnTo>
                    <a:pt x="202158" y="268986"/>
                  </a:lnTo>
                  <a:lnTo>
                    <a:pt x="188671" y="269189"/>
                  </a:lnTo>
                  <a:lnTo>
                    <a:pt x="189814" y="269189"/>
                  </a:lnTo>
                  <a:lnTo>
                    <a:pt x="151003" y="270002"/>
                  </a:lnTo>
                  <a:lnTo>
                    <a:pt x="140525" y="270383"/>
                  </a:lnTo>
                  <a:lnTo>
                    <a:pt x="129933" y="270891"/>
                  </a:lnTo>
                  <a:lnTo>
                    <a:pt x="108585" y="272161"/>
                  </a:lnTo>
                  <a:lnTo>
                    <a:pt x="108585" y="283845"/>
                  </a:lnTo>
                  <a:lnTo>
                    <a:pt x="119265" y="284670"/>
                  </a:lnTo>
                  <a:lnTo>
                    <a:pt x="129933" y="285267"/>
                  </a:lnTo>
                  <a:lnTo>
                    <a:pt x="193421" y="287401"/>
                  </a:lnTo>
                  <a:lnTo>
                    <a:pt x="268478" y="288290"/>
                  </a:lnTo>
                  <a:lnTo>
                    <a:pt x="268516" y="301752"/>
                  </a:lnTo>
                  <a:lnTo>
                    <a:pt x="268998" y="344233"/>
                  </a:lnTo>
                  <a:lnTo>
                    <a:pt x="269176" y="353568"/>
                  </a:lnTo>
                  <a:lnTo>
                    <a:pt x="269189" y="354469"/>
                  </a:lnTo>
                  <a:lnTo>
                    <a:pt x="269316" y="360680"/>
                  </a:lnTo>
                  <a:lnTo>
                    <a:pt x="269367" y="363347"/>
                  </a:lnTo>
                  <a:lnTo>
                    <a:pt x="270675" y="403098"/>
                  </a:lnTo>
                  <a:lnTo>
                    <a:pt x="271056" y="416293"/>
                  </a:lnTo>
                  <a:lnTo>
                    <a:pt x="271462" y="426974"/>
                  </a:lnTo>
                  <a:lnTo>
                    <a:pt x="272034" y="437515"/>
                  </a:lnTo>
                  <a:lnTo>
                    <a:pt x="272923" y="448183"/>
                  </a:lnTo>
                  <a:lnTo>
                    <a:pt x="284099" y="448183"/>
                  </a:lnTo>
                  <a:lnTo>
                    <a:pt x="286258" y="408698"/>
                  </a:lnTo>
                  <a:lnTo>
                    <a:pt x="287274" y="363347"/>
                  </a:lnTo>
                  <a:lnTo>
                    <a:pt x="287782" y="354469"/>
                  </a:lnTo>
                  <a:lnTo>
                    <a:pt x="287972" y="347726"/>
                  </a:lnTo>
                  <a:lnTo>
                    <a:pt x="288099" y="335915"/>
                  </a:lnTo>
                  <a:lnTo>
                    <a:pt x="288163" y="327533"/>
                  </a:lnTo>
                  <a:lnTo>
                    <a:pt x="291579" y="335915"/>
                  </a:lnTo>
                  <a:lnTo>
                    <a:pt x="295160" y="344233"/>
                  </a:lnTo>
                  <a:lnTo>
                    <a:pt x="302387" y="360680"/>
                  </a:lnTo>
                  <a:lnTo>
                    <a:pt x="319786" y="399034"/>
                  </a:lnTo>
                  <a:lnTo>
                    <a:pt x="324383" y="408698"/>
                  </a:lnTo>
                  <a:lnTo>
                    <a:pt x="328828" y="418274"/>
                  </a:lnTo>
                  <a:lnTo>
                    <a:pt x="333311" y="427863"/>
                  </a:lnTo>
                  <a:lnTo>
                    <a:pt x="338074" y="437515"/>
                  </a:lnTo>
                  <a:lnTo>
                    <a:pt x="348361" y="433451"/>
                  </a:lnTo>
                  <a:lnTo>
                    <a:pt x="344881" y="423430"/>
                  </a:lnTo>
                  <a:lnTo>
                    <a:pt x="337604" y="40335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2750" y="336867"/>
                  </a:lnTo>
                  <a:lnTo>
                    <a:pt x="309499" y="328422"/>
                  </a:lnTo>
                  <a:lnTo>
                    <a:pt x="309181" y="327533"/>
                  </a:lnTo>
                  <a:lnTo>
                    <a:pt x="306451" y="320040"/>
                  </a:lnTo>
                  <a:lnTo>
                    <a:pt x="312889" y="326402"/>
                  </a:lnTo>
                  <a:lnTo>
                    <a:pt x="364109" y="374523"/>
                  </a:lnTo>
                  <a:lnTo>
                    <a:pt x="395732" y="403098"/>
                  </a:lnTo>
                  <a:lnTo>
                    <a:pt x="403352" y="395097"/>
                  </a:lnTo>
                  <a:lnTo>
                    <a:pt x="375285" y="363347"/>
                  </a:lnTo>
                  <a:lnTo>
                    <a:pt x="346202" y="332105"/>
                  </a:lnTo>
                  <a:lnTo>
                    <a:pt x="327050" y="312356"/>
                  </a:lnTo>
                  <a:lnTo>
                    <a:pt x="320675" y="305689"/>
                  </a:lnTo>
                  <a:lnTo>
                    <a:pt x="337439" y="312356"/>
                  </a:lnTo>
                  <a:lnTo>
                    <a:pt x="345821" y="315595"/>
                  </a:lnTo>
                  <a:lnTo>
                    <a:pt x="393954" y="333375"/>
                  </a:lnTo>
                  <a:lnTo>
                    <a:pt x="404025" y="336867"/>
                  </a:lnTo>
                  <a:lnTo>
                    <a:pt x="424129" y="344233"/>
                  </a:lnTo>
                  <a:lnTo>
                    <a:pt x="434213" y="347726"/>
                  </a:lnTo>
                  <a:lnTo>
                    <a:pt x="438150" y="337439"/>
                  </a:lnTo>
                  <a:lnTo>
                    <a:pt x="399796" y="319151"/>
                  </a:lnTo>
                  <a:lnTo>
                    <a:pt x="369722" y="305689"/>
                  </a:lnTo>
                  <a:lnTo>
                    <a:pt x="328295" y="287401"/>
                  </a:lnTo>
                  <a:lnTo>
                    <a:pt x="337096" y="287274"/>
                  </a:lnTo>
                  <a:lnTo>
                    <a:pt x="355003" y="286651"/>
                  </a:lnTo>
                  <a:lnTo>
                    <a:pt x="403580" y="285686"/>
                  </a:lnTo>
                  <a:lnTo>
                    <a:pt x="405079" y="285686"/>
                  </a:lnTo>
                  <a:lnTo>
                    <a:pt x="415099" y="285267"/>
                  </a:lnTo>
                  <a:lnTo>
                    <a:pt x="415417" y="285267"/>
                  </a:lnTo>
                  <a:lnTo>
                    <a:pt x="448945" y="283464"/>
                  </a:lnTo>
                  <a:lnTo>
                    <a:pt x="448945" y="272161"/>
                  </a:lnTo>
                  <a:close/>
                </a:path>
                <a:path w="557530" h="557530">
                  <a:moveTo>
                    <a:pt x="557530" y="278257"/>
                  </a:moveTo>
                  <a:lnTo>
                    <a:pt x="553910" y="233629"/>
                  </a:lnTo>
                  <a:lnTo>
                    <a:pt x="543394" y="190766"/>
                  </a:lnTo>
                  <a:lnTo>
                    <a:pt x="531114" y="161632"/>
                  </a:lnTo>
                  <a:lnTo>
                    <a:pt x="531114" y="278257"/>
                  </a:lnTo>
                  <a:lnTo>
                    <a:pt x="527024" y="323507"/>
                  </a:lnTo>
                  <a:lnTo>
                    <a:pt x="515213" y="366268"/>
                  </a:lnTo>
                  <a:lnTo>
                    <a:pt x="496557" y="405434"/>
                  </a:lnTo>
                  <a:lnTo>
                    <a:pt x="471614" y="440677"/>
                  </a:lnTo>
                  <a:lnTo>
                    <a:pt x="441172" y="471119"/>
                  </a:lnTo>
                  <a:lnTo>
                    <a:pt x="405930" y="496062"/>
                  </a:lnTo>
                  <a:lnTo>
                    <a:pt x="366636" y="514769"/>
                  </a:lnTo>
                  <a:lnTo>
                    <a:pt x="324002" y="526529"/>
                  </a:lnTo>
                  <a:lnTo>
                    <a:pt x="278765" y="530606"/>
                  </a:lnTo>
                  <a:lnTo>
                    <a:pt x="233514" y="526529"/>
                  </a:lnTo>
                  <a:lnTo>
                    <a:pt x="190881" y="514769"/>
                  </a:lnTo>
                  <a:lnTo>
                    <a:pt x="151587" y="496062"/>
                  </a:lnTo>
                  <a:lnTo>
                    <a:pt x="116344" y="471119"/>
                  </a:lnTo>
                  <a:lnTo>
                    <a:pt x="85902" y="440677"/>
                  </a:lnTo>
                  <a:lnTo>
                    <a:pt x="60960" y="405434"/>
                  </a:lnTo>
                  <a:lnTo>
                    <a:pt x="42303" y="366268"/>
                  </a:lnTo>
                  <a:lnTo>
                    <a:pt x="30594" y="323875"/>
                  </a:lnTo>
                  <a:lnTo>
                    <a:pt x="26454" y="278765"/>
                  </a:lnTo>
                  <a:lnTo>
                    <a:pt x="26416" y="278257"/>
                  </a:lnTo>
                  <a:lnTo>
                    <a:pt x="30429" y="233629"/>
                  </a:lnTo>
                  <a:lnTo>
                    <a:pt x="30492" y="232918"/>
                  </a:lnTo>
                  <a:lnTo>
                    <a:pt x="42100" y="190766"/>
                  </a:lnTo>
                  <a:lnTo>
                    <a:pt x="60960" y="150914"/>
                  </a:lnTo>
                  <a:lnTo>
                    <a:pt x="85902" y="115697"/>
                  </a:lnTo>
                  <a:lnTo>
                    <a:pt x="116344" y="85280"/>
                  </a:lnTo>
                  <a:lnTo>
                    <a:pt x="151587" y="60375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02" y="29984"/>
                  </a:lnTo>
                  <a:lnTo>
                    <a:pt x="366636" y="41706"/>
                  </a:lnTo>
                  <a:lnTo>
                    <a:pt x="405930" y="60375"/>
                  </a:lnTo>
                  <a:lnTo>
                    <a:pt x="441172" y="85280"/>
                  </a:lnTo>
                  <a:lnTo>
                    <a:pt x="471614" y="115697"/>
                  </a:lnTo>
                  <a:lnTo>
                    <a:pt x="496468" y="150787"/>
                  </a:lnTo>
                  <a:lnTo>
                    <a:pt x="515289" y="190309"/>
                  </a:lnTo>
                  <a:lnTo>
                    <a:pt x="527024" y="232918"/>
                  </a:lnTo>
                  <a:lnTo>
                    <a:pt x="531114" y="278257"/>
                  </a:lnTo>
                  <a:lnTo>
                    <a:pt x="531114" y="161632"/>
                  </a:lnTo>
                  <a:lnTo>
                    <a:pt x="503656" y="113931"/>
                  </a:lnTo>
                  <a:lnTo>
                    <a:pt x="475767" y="81508"/>
                  </a:lnTo>
                  <a:lnTo>
                    <a:pt x="443268" y="53695"/>
                  </a:lnTo>
                  <a:lnTo>
                    <a:pt x="406920" y="31178"/>
                  </a:lnTo>
                  <a:lnTo>
                    <a:pt x="366890" y="14249"/>
                  </a:lnTo>
                  <a:lnTo>
                    <a:pt x="323964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822" y="232918"/>
                  </a:lnTo>
                  <a:lnTo>
                    <a:pt x="3771" y="233133"/>
                  </a:lnTo>
                  <a:lnTo>
                    <a:pt x="3644" y="233629"/>
                  </a:lnTo>
                  <a:lnTo>
                    <a:pt x="38" y="278257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875"/>
                  </a:lnTo>
                  <a:lnTo>
                    <a:pt x="14135" y="366268"/>
                  </a:lnTo>
                  <a:lnTo>
                    <a:pt x="31165" y="406590"/>
                  </a:lnTo>
                  <a:lnTo>
                    <a:pt x="53860" y="443052"/>
                  </a:lnTo>
                  <a:lnTo>
                    <a:pt x="81749" y="475475"/>
                  </a:lnTo>
                  <a:lnTo>
                    <a:pt x="114249" y="503301"/>
                  </a:lnTo>
                  <a:lnTo>
                    <a:pt x="150774" y="525945"/>
                  </a:lnTo>
                  <a:lnTo>
                    <a:pt x="190754" y="542823"/>
                  </a:lnTo>
                  <a:lnTo>
                    <a:pt x="233616" y="553377"/>
                  </a:lnTo>
                  <a:lnTo>
                    <a:pt x="278765" y="557022"/>
                  </a:lnTo>
                  <a:lnTo>
                    <a:pt x="323773" y="553377"/>
                  </a:lnTo>
                  <a:lnTo>
                    <a:pt x="366598" y="542823"/>
                  </a:lnTo>
                  <a:lnTo>
                    <a:pt x="406539" y="525945"/>
                  </a:lnTo>
                  <a:lnTo>
                    <a:pt x="443268" y="503161"/>
                  </a:lnTo>
                  <a:lnTo>
                    <a:pt x="475767" y="475272"/>
                  </a:lnTo>
                  <a:lnTo>
                    <a:pt x="503656" y="442772"/>
                  </a:lnTo>
                  <a:lnTo>
                    <a:pt x="526351" y="406247"/>
                  </a:lnTo>
                  <a:lnTo>
                    <a:pt x="543280" y="366268"/>
                  </a:lnTo>
                  <a:lnTo>
                    <a:pt x="553758" y="323875"/>
                  </a:lnTo>
                  <a:lnTo>
                    <a:pt x="557479" y="278765"/>
                  </a:lnTo>
                  <a:lnTo>
                    <a:pt x="557530" y="2782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1395" y="4638548"/>
            <a:ext cx="4157979" cy="863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 spc="875" i="1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dirty="0" sz="5500" spc="3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5500" spc="760" i="1">
                <a:solidFill>
                  <a:srgbClr val="FFFFFF"/>
                </a:solidFill>
                <a:latin typeface="Calibri"/>
                <a:cs typeface="Calibri"/>
              </a:rPr>
              <a:t>Study</a:t>
            </a:r>
            <a:endParaRPr sz="5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0"/>
            <a:ext cx="18288000" cy="10287635"/>
            <a:chOff x="0" y="30"/>
            <a:chExt cx="18288000" cy="102876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"/>
              <a:ext cx="18288000" cy="1028446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71626" y="1428749"/>
              <a:ext cx="8629650" cy="8858885"/>
            </a:xfrm>
            <a:custGeom>
              <a:avLst/>
              <a:gdLst/>
              <a:ahLst/>
              <a:cxnLst/>
              <a:rect l="l" t="t" r="r" b="b"/>
              <a:pathLst>
                <a:path w="8629650" h="8858885">
                  <a:moveTo>
                    <a:pt x="8542934" y="0"/>
                  </a:moveTo>
                  <a:lnTo>
                    <a:pt x="86283" y="0"/>
                  </a:lnTo>
                  <a:lnTo>
                    <a:pt x="52699" y="6796"/>
                  </a:lnTo>
                  <a:lnTo>
                    <a:pt x="25273" y="25320"/>
                  </a:lnTo>
                  <a:lnTo>
                    <a:pt x="6781" y="52774"/>
                  </a:lnTo>
                  <a:lnTo>
                    <a:pt x="0" y="86359"/>
                  </a:lnTo>
                  <a:lnTo>
                    <a:pt x="0" y="8858449"/>
                  </a:lnTo>
                  <a:lnTo>
                    <a:pt x="8629167" y="8858449"/>
                  </a:lnTo>
                  <a:lnTo>
                    <a:pt x="8629167" y="86359"/>
                  </a:lnTo>
                  <a:lnTo>
                    <a:pt x="8622390" y="52774"/>
                  </a:lnTo>
                  <a:lnTo>
                    <a:pt x="8603910" y="25320"/>
                  </a:lnTo>
                  <a:lnTo>
                    <a:pt x="8576500" y="6796"/>
                  </a:lnTo>
                  <a:lnTo>
                    <a:pt x="8542934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307972" y="2928366"/>
            <a:ext cx="7247255" cy="6609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0979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과제</a:t>
            </a:r>
            <a:r>
              <a:rPr dirty="0" sz="1800" b="1">
                <a:solidFill>
                  <a:srgbClr val="173360"/>
                </a:solidFill>
                <a:latin typeface="Calibri"/>
                <a:cs typeface="Calibri"/>
              </a:rPr>
              <a:t>:</a:t>
            </a:r>
            <a:r>
              <a:rPr dirty="0" sz="1800" spc="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운영상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격리된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브랜드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전반에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걸쳐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배치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기반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시스템에서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실시간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인사이트를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얻기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어려움으로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인해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아키텍처가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불안정하고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확장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불가능하며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표준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이하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솔루션</a:t>
            </a:r>
            <a:r>
              <a:rPr dirty="0" sz="1800" b="1">
                <a:solidFill>
                  <a:srgbClr val="173360"/>
                </a:solidFill>
                <a:latin typeface="Calibri"/>
                <a:cs typeface="Calibri"/>
              </a:rPr>
              <a:t>:</a:t>
            </a:r>
            <a:r>
              <a:rPr dirty="0" sz="1800" spc="6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18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r>
              <a:rPr dirty="0" sz="1800" spc="180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채택하여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레거시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인프라를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225">
                <a:solidFill>
                  <a:srgbClr val="173360"/>
                </a:solidFill>
                <a:latin typeface="Calibri"/>
                <a:cs typeface="Calibri"/>
              </a:rPr>
              <a:t>ETL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파이프라인으로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대체함으로써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기업이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보다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효과적으로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대응하고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새로운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기능의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출시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시간을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단축할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수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173360"/>
                </a:solidFill>
                <a:latin typeface="Malgun Gothic"/>
                <a:cs typeface="Malgun Gothic"/>
              </a:rPr>
              <a:t>있습니다</a:t>
            </a:r>
            <a:r>
              <a:rPr dirty="0" sz="18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결과</a:t>
            </a:r>
            <a:r>
              <a:rPr dirty="0" sz="1800" spc="-25" b="1">
                <a:solidFill>
                  <a:srgbClr val="1733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99085" marR="620395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송장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발행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동적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가격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업데이트를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위해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출시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시간을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70">
                <a:solidFill>
                  <a:srgbClr val="173360"/>
                </a:solidFill>
                <a:latin typeface="Malgun Gothic"/>
                <a:cs typeface="Malgun Gothic"/>
              </a:rPr>
              <a:t>몇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개월에서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몇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주일로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단축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세계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190">
                <a:solidFill>
                  <a:srgbClr val="173360"/>
                </a:solidFill>
                <a:latin typeface="Calibri"/>
                <a:cs typeface="Calibri"/>
              </a:rPr>
              <a:t>6000</a:t>
            </a:r>
            <a:r>
              <a:rPr dirty="0" sz="1800" spc="190">
                <a:solidFill>
                  <a:srgbClr val="173360"/>
                </a:solidFill>
                <a:latin typeface="Malgun Gothic"/>
                <a:cs typeface="Malgun Gothic"/>
              </a:rPr>
              <a:t>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매장을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지원하도록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워크로드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확장</a:t>
            </a:r>
            <a:endParaRPr sz="1800">
              <a:latin typeface="Malgun Gothic"/>
              <a:cs typeface="Malgun Gothic"/>
            </a:endParaRPr>
          </a:p>
          <a:p>
            <a:pPr marL="299085" marR="175260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인프라에서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고부가가치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프로젝트로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초점을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전환하여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수개월의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개발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시간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절약</a:t>
            </a:r>
            <a:endParaRPr sz="1800">
              <a:latin typeface="Malgun Gothic"/>
              <a:cs typeface="Malgun Gothic"/>
            </a:endParaRPr>
          </a:p>
          <a:p>
            <a:pPr marL="12700" marR="62865">
              <a:lnSpc>
                <a:spcPct val="100000"/>
              </a:lnSpc>
              <a:spcBef>
                <a:spcPts val="2160"/>
              </a:spcBef>
            </a:pPr>
            <a:r>
              <a:rPr dirty="0" sz="1800" spc="180">
                <a:solidFill>
                  <a:srgbClr val="173360"/>
                </a:solidFill>
                <a:latin typeface="Malgun Gothic"/>
                <a:cs typeface="Malgun Gothic"/>
              </a:rPr>
              <a:t>“</a:t>
            </a:r>
            <a:r>
              <a:rPr dirty="0" sz="1800" spc="180" b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1800" spc="180" b="1">
                <a:solidFill>
                  <a:srgbClr val="173360"/>
                </a:solidFill>
                <a:latin typeface="Malgun Gothic"/>
                <a:cs typeface="Malgun Gothic"/>
              </a:rPr>
              <a:t>는</a:t>
            </a:r>
            <a:r>
              <a:rPr dirty="0" sz="18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재고</a:t>
            </a:r>
            <a:r>
              <a:rPr dirty="0" sz="1800" spc="-1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800" spc="-1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동적</a:t>
            </a:r>
            <a:r>
              <a:rPr dirty="0" sz="1800" spc="-1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가격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책정과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같은</a:t>
            </a:r>
            <a:r>
              <a:rPr dirty="0" sz="1800" spc="-1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비즈니스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35" b="1">
                <a:solidFill>
                  <a:srgbClr val="173360"/>
                </a:solidFill>
                <a:latin typeface="Malgun Gothic"/>
                <a:cs typeface="Malgun Gothic"/>
              </a:rPr>
              <a:t>요구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사항을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충족하는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데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매우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중요한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현대적인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스트림</a:t>
            </a:r>
            <a:r>
              <a:rPr dirty="0" sz="1800" spc="-114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처리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10" b="1">
                <a:solidFill>
                  <a:srgbClr val="173360"/>
                </a:solidFill>
                <a:latin typeface="Malgun Gothic"/>
                <a:cs typeface="Malgun Gothic"/>
              </a:rPr>
              <a:t>아키텍처를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기반으로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배치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중심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프로세스에서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전환할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수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있게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해주었습니다</a:t>
            </a:r>
            <a:r>
              <a:rPr dirty="0" sz="1800" b="1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r>
              <a:rPr dirty="0" sz="1800" spc="7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또한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185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18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r>
              <a:rPr dirty="0" sz="1800" spc="180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dirty="0" sz="1800" spc="-1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운영</a:t>
            </a:r>
            <a:r>
              <a:rPr dirty="0" sz="1800" spc="-1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부담을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없앨</a:t>
            </a:r>
            <a:r>
              <a:rPr dirty="0" sz="1800" spc="-1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50">
                <a:solidFill>
                  <a:srgbClr val="173360"/>
                </a:solidFill>
                <a:latin typeface="Malgun Gothic"/>
                <a:cs typeface="Malgun Gothic"/>
              </a:rPr>
              <a:t>수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있으므로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플랫폼의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한계와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결과에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완전히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집중할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수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있습니다</a:t>
            </a:r>
            <a:r>
              <a:rPr dirty="0" sz="180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r>
              <a:rPr dirty="0" sz="1800" spc="2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이제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비즈니스는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우리에게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앞으로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나아갈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것을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요구하고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우리는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얼마나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빨리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나아가야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하는지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173360"/>
                </a:solidFill>
                <a:latin typeface="Malgun Gothic"/>
                <a:cs typeface="Malgun Gothic"/>
              </a:rPr>
              <a:t>묻습니다</a:t>
            </a:r>
            <a:r>
              <a:rPr dirty="0" sz="1800" spc="-10">
                <a:solidFill>
                  <a:srgbClr val="173360"/>
                </a:solidFill>
                <a:latin typeface="Calibri"/>
                <a:cs typeface="Calibri"/>
              </a:rPr>
              <a:t>.”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5"/>
              </a:spcBef>
            </a:pPr>
            <a:r>
              <a:rPr dirty="0" sz="1800" spc="160" b="1">
                <a:solidFill>
                  <a:srgbClr val="173360"/>
                </a:solidFill>
                <a:latin typeface="Calibri"/>
                <a:cs typeface="Calibri"/>
              </a:rPr>
              <a:t>—</a:t>
            </a:r>
            <a:r>
              <a:rPr dirty="0" sz="18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60" b="1">
                <a:solidFill>
                  <a:srgbClr val="173360"/>
                </a:solidFill>
                <a:latin typeface="Calibri"/>
                <a:cs typeface="Calibri"/>
              </a:rPr>
              <a:t>Advance</a:t>
            </a:r>
            <a:r>
              <a:rPr dirty="0" sz="1800" spc="9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29" b="1">
                <a:solidFill>
                  <a:srgbClr val="173360"/>
                </a:solidFill>
                <a:latin typeface="Calibri"/>
                <a:cs typeface="Calibri"/>
              </a:rPr>
              <a:t>Auto</a:t>
            </a:r>
            <a:r>
              <a:rPr dirty="0" sz="1800" spc="10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85" b="1">
                <a:solidFill>
                  <a:srgbClr val="173360"/>
                </a:solidFill>
                <a:latin typeface="Calibri"/>
                <a:cs typeface="Calibri"/>
              </a:rPr>
              <a:t>Parts</a:t>
            </a:r>
            <a:r>
              <a:rPr dirty="0" sz="1800" spc="185" b="1">
                <a:solidFill>
                  <a:srgbClr val="173360"/>
                </a:solidFill>
                <a:latin typeface="Malgun Gothic"/>
                <a:cs typeface="Malgun Gothic"/>
              </a:rPr>
              <a:t>의</a:t>
            </a:r>
            <a:r>
              <a:rPr dirty="0" sz="1800" spc="-1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분석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이사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320672" y="674497"/>
            <a:ext cx="16054705" cy="2158365"/>
            <a:chOff x="1320672" y="674497"/>
            <a:chExt cx="16054705" cy="2158365"/>
          </a:xfrm>
        </p:grpSpPr>
        <p:sp>
          <p:nvSpPr>
            <p:cNvPr id="7" name="object 7" descr=""/>
            <p:cNvSpPr/>
            <p:nvPr/>
          </p:nvSpPr>
          <p:spPr>
            <a:xfrm>
              <a:off x="16817341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20672" y="1851977"/>
              <a:ext cx="3018790" cy="981075"/>
            </a:xfrm>
            <a:custGeom>
              <a:avLst/>
              <a:gdLst/>
              <a:ahLst/>
              <a:cxnLst/>
              <a:rect l="l" t="t" r="r" b="b"/>
              <a:pathLst>
                <a:path w="3018790" h="981075">
                  <a:moveTo>
                    <a:pt x="3018663" y="0"/>
                  </a:moveTo>
                  <a:lnTo>
                    <a:pt x="0" y="0"/>
                  </a:lnTo>
                  <a:lnTo>
                    <a:pt x="0" y="980503"/>
                  </a:lnTo>
                  <a:lnTo>
                    <a:pt x="3018663" y="980503"/>
                  </a:lnTo>
                  <a:lnTo>
                    <a:pt x="3018663" y="0"/>
                  </a:lnTo>
                  <a:close/>
                </a:path>
              </a:pathLst>
            </a:custGeom>
            <a:solidFill>
              <a:srgbClr val="CE0D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8411" y="2045843"/>
              <a:ext cx="2624963" cy="6130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127160" y="4092206"/>
            <a:ext cx="2676525" cy="5479415"/>
            <a:chOff x="15127160" y="4092206"/>
            <a:chExt cx="2676525" cy="5479415"/>
          </a:xfrm>
        </p:grpSpPr>
        <p:sp>
          <p:nvSpPr>
            <p:cNvPr id="3" name="object 3" descr=""/>
            <p:cNvSpPr/>
            <p:nvPr/>
          </p:nvSpPr>
          <p:spPr>
            <a:xfrm>
              <a:off x="15131922" y="4096969"/>
              <a:ext cx="2667000" cy="5469890"/>
            </a:xfrm>
            <a:custGeom>
              <a:avLst/>
              <a:gdLst/>
              <a:ahLst/>
              <a:cxnLst/>
              <a:rect l="l" t="t" r="r" b="b"/>
              <a:pathLst>
                <a:path w="2667000" h="5469890">
                  <a:moveTo>
                    <a:pt x="0" y="5469636"/>
                  </a:moveTo>
                  <a:lnTo>
                    <a:pt x="2666746" y="5469636"/>
                  </a:lnTo>
                  <a:lnTo>
                    <a:pt x="2666746" y="0"/>
                  </a:lnTo>
                  <a:lnTo>
                    <a:pt x="0" y="0"/>
                  </a:lnTo>
                  <a:lnTo>
                    <a:pt x="0" y="5469636"/>
                  </a:lnTo>
                  <a:close/>
                </a:path>
              </a:pathLst>
            </a:custGeom>
            <a:ln w="952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83534" y="4593933"/>
              <a:ext cx="57207" cy="37138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490952" y="4672837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781"/>
                  </a:moveTo>
                  <a:lnTo>
                    <a:pt x="584454" y="398754"/>
                  </a:lnTo>
                  <a:lnTo>
                    <a:pt x="579716" y="392214"/>
                  </a:lnTo>
                  <a:lnTo>
                    <a:pt x="572833" y="387819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19"/>
                  </a:lnTo>
                  <a:lnTo>
                    <a:pt x="435190" y="392214"/>
                  </a:lnTo>
                  <a:lnTo>
                    <a:pt x="430403" y="398754"/>
                  </a:lnTo>
                  <a:lnTo>
                    <a:pt x="428625" y="406781"/>
                  </a:lnTo>
                  <a:lnTo>
                    <a:pt x="430403" y="414997"/>
                  </a:lnTo>
                  <a:lnTo>
                    <a:pt x="435190" y="421932"/>
                  </a:lnTo>
                  <a:lnTo>
                    <a:pt x="442125" y="426720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32"/>
                  </a:lnTo>
                  <a:lnTo>
                    <a:pt x="584454" y="414997"/>
                  </a:lnTo>
                  <a:lnTo>
                    <a:pt x="586232" y="406781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54" y="113068"/>
                  </a:lnTo>
                  <a:lnTo>
                    <a:pt x="579716" y="106540"/>
                  </a:lnTo>
                  <a:lnTo>
                    <a:pt x="572833" y="102184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84"/>
                  </a:lnTo>
                  <a:lnTo>
                    <a:pt x="435190" y="106540"/>
                  </a:lnTo>
                  <a:lnTo>
                    <a:pt x="430403" y="113068"/>
                  </a:lnTo>
                  <a:lnTo>
                    <a:pt x="428625" y="121158"/>
                  </a:lnTo>
                  <a:lnTo>
                    <a:pt x="430403" y="129362"/>
                  </a:lnTo>
                  <a:lnTo>
                    <a:pt x="435190" y="136245"/>
                  </a:lnTo>
                  <a:lnTo>
                    <a:pt x="442125" y="140982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82"/>
                  </a:lnTo>
                  <a:lnTo>
                    <a:pt x="579716" y="136245"/>
                  </a:lnTo>
                  <a:lnTo>
                    <a:pt x="584454" y="129362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419" y="285623"/>
                  </a:lnTo>
                  <a:lnTo>
                    <a:pt x="30962" y="289623"/>
                  </a:lnTo>
                  <a:lnTo>
                    <a:pt x="14922" y="300482"/>
                  </a:lnTo>
                  <a:lnTo>
                    <a:pt x="4013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13" y="498221"/>
                  </a:lnTo>
                  <a:lnTo>
                    <a:pt x="14922" y="514223"/>
                  </a:lnTo>
                  <a:lnTo>
                    <a:pt x="30962" y="525081"/>
                  </a:lnTo>
                  <a:lnTo>
                    <a:pt x="50419" y="529082"/>
                  </a:lnTo>
                  <a:lnTo>
                    <a:pt x="621665" y="529082"/>
                  </a:lnTo>
                  <a:lnTo>
                    <a:pt x="640676" y="525081"/>
                  </a:lnTo>
                  <a:lnTo>
                    <a:pt x="656780" y="514223"/>
                  </a:lnTo>
                  <a:lnTo>
                    <a:pt x="667918" y="498221"/>
                  </a:lnTo>
                  <a:lnTo>
                    <a:pt x="670610" y="485648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9589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720"/>
                  </a:lnTo>
                  <a:lnTo>
                    <a:pt x="628650" y="197612"/>
                  </a:lnTo>
                  <a:lnTo>
                    <a:pt x="626237" y="200025"/>
                  </a:lnTo>
                  <a:lnTo>
                    <a:pt x="45847" y="200025"/>
                  </a:lnTo>
                  <a:lnTo>
                    <a:pt x="43434" y="197612"/>
                  </a:lnTo>
                  <a:lnTo>
                    <a:pt x="43434" y="45720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720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419" y="0"/>
                  </a:lnTo>
                  <a:lnTo>
                    <a:pt x="30962" y="3987"/>
                  </a:lnTo>
                  <a:lnTo>
                    <a:pt x="14922" y="14795"/>
                  </a:lnTo>
                  <a:lnTo>
                    <a:pt x="4013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13" y="212496"/>
                  </a:lnTo>
                  <a:lnTo>
                    <a:pt x="14922" y="228549"/>
                  </a:lnTo>
                  <a:lnTo>
                    <a:pt x="30962" y="239445"/>
                  </a:lnTo>
                  <a:lnTo>
                    <a:pt x="50419" y="243459"/>
                  </a:lnTo>
                  <a:lnTo>
                    <a:pt x="621665" y="243459"/>
                  </a:lnTo>
                  <a:lnTo>
                    <a:pt x="640676" y="239445"/>
                  </a:lnTo>
                  <a:lnTo>
                    <a:pt x="656780" y="228549"/>
                  </a:lnTo>
                  <a:lnTo>
                    <a:pt x="667918" y="212496"/>
                  </a:lnTo>
                  <a:lnTo>
                    <a:pt x="670585" y="200025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37024" y="4593933"/>
              <a:ext cx="57207" cy="37138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6744442" y="4672837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781"/>
                  </a:moveTo>
                  <a:lnTo>
                    <a:pt x="584454" y="398754"/>
                  </a:lnTo>
                  <a:lnTo>
                    <a:pt x="579716" y="392214"/>
                  </a:lnTo>
                  <a:lnTo>
                    <a:pt x="572833" y="387819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19"/>
                  </a:lnTo>
                  <a:lnTo>
                    <a:pt x="435190" y="392214"/>
                  </a:lnTo>
                  <a:lnTo>
                    <a:pt x="430403" y="398754"/>
                  </a:lnTo>
                  <a:lnTo>
                    <a:pt x="428625" y="406781"/>
                  </a:lnTo>
                  <a:lnTo>
                    <a:pt x="430403" y="414997"/>
                  </a:lnTo>
                  <a:lnTo>
                    <a:pt x="435190" y="421932"/>
                  </a:lnTo>
                  <a:lnTo>
                    <a:pt x="442125" y="426720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32"/>
                  </a:lnTo>
                  <a:lnTo>
                    <a:pt x="584454" y="414997"/>
                  </a:lnTo>
                  <a:lnTo>
                    <a:pt x="586232" y="406781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54" y="113068"/>
                  </a:lnTo>
                  <a:lnTo>
                    <a:pt x="579716" y="106540"/>
                  </a:lnTo>
                  <a:lnTo>
                    <a:pt x="572833" y="102184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84"/>
                  </a:lnTo>
                  <a:lnTo>
                    <a:pt x="435190" y="106540"/>
                  </a:lnTo>
                  <a:lnTo>
                    <a:pt x="430403" y="113068"/>
                  </a:lnTo>
                  <a:lnTo>
                    <a:pt x="428625" y="121158"/>
                  </a:lnTo>
                  <a:lnTo>
                    <a:pt x="430403" y="129362"/>
                  </a:lnTo>
                  <a:lnTo>
                    <a:pt x="435190" y="136245"/>
                  </a:lnTo>
                  <a:lnTo>
                    <a:pt x="442125" y="140982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82"/>
                  </a:lnTo>
                  <a:lnTo>
                    <a:pt x="579716" y="136245"/>
                  </a:lnTo>
                  <a:lnTo>
                    <a:pt x="584454" y="129362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23"/>
                  </a:lnTo>
                  <a:lnTo>
                    <a:pt x="14859" y="300482"/>
                  </a:lnTo>
                  <a:lnTo>
                    <a:pt x="4000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00" y="498221"/>
                  </a:lnTo>
                  <a:lnTo>
                    <a:pt x="14859" y="514223"/>
                  </a:lnTo>
                  <a:lnTo>
                    <a:pt x="30861" y="525081"/>
                  </a:lnTo>
                  <a:lnTo>
                    <a:pt x="50292" y="529082"/>
                  </a:lnTo>
                  <a:lnTo>
                    <a:pt x="621665" y="529082"/>
                  </a:lnTo>
                  <a:lnTo>
                    <a:pt x="640676" y="525081"/>
                  </a:lnTo>
                  <a:lnTo>
                    <a:pt x="656780" y="514223"/>
                  </a:lnTo>
                  <a:lnTo>
                    <a:pt x="667918" y="498221"/>
                  </a:lnTo>
                  <a:lnTo>
                    <a:pt x="670610" y="485648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9589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720"/>
                  </a:lnTo>
                  <a:lnTo>
                    <a:pt x="628650" y="197612"/>
                  </a:lnTo>
                  <a:lnTo>
                    <a:pt x="626237" y="200025"/>
                  </a:lnTo>
                  <a:lnTo>
                    <a:pt x="45847" y="200025"/>
                  </a:lnTo>
                  <a:lnTo>
                    <a:pt x="43434" y="197612"/>
                  </a:lnTo>
                  <a:lnTo>
                    <a:pt x="43434" y="45720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720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3987"/>
                  </a:lnTo>
                  <a:lnTo>
                    <a:pt x="14859" y="14795"/>
                  </a:lnTo>
                  <a:lnTo>
                    <a:pt x="4000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00" y="212496"/>
                  </a:lnTo>
                  <a:lnTo>
                    <a:pt x="14859" y="228549"/>
                  </a:lnTo>
                  <a:lnTo>
                    <a:pt x="30861" y="239445"/>
                  </a:lnTo>
                  <a:lnTo>
                    <a:pt x="50292" y="243459"/>
                  </a:lnTo>
                  <a:lnTo>
                    <a:pt x="621665" y="243459"/>
                  </a:lnTo>
                  <a:lnTo>
                    <a:pt x="640676" y="239445"/>
                  </a:lnTo>
                  <a:lnTo>
                    <a:pt x="656780" y="228549"/>
                  </a:lnTo>
                  <a:lnTo>
                    <a:pt x="667918" y="212496"/>
                  </a:lnTo>
                  <a:lnTo>
                    <a:pt x="670585" y="200025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83534" y="6223850"/>
              <a:ext cx="57207" cy="37138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490952" y="6302755"/>
              <a:ext cx="672465" cy="528955"/>
            </a:xfrm>
            <a:custGeom>
              <a:avLst/>
              <a:gdLst/>
              <a:ahLst/>
              <a:cxnLst/>
              <a:rect l="l" t="t" r="r" b="b"/>
              <a:pathLst>
                <a:path w="672465" h="528954">
                  <a:moveTo>
                    <a:pt x="586232" y="406781"/>
                  </a:moveTo>
                  <a:lnTo>
                    <a:pt x="584454" y="398729"/>
                  </a:lnTo>
                  <a:lnTo>
                    <a:pt x="579716" y="392150"/>
                  </a:lnTo>
                  <a:lnTo>
                    <a:pt x="572833" y="387718"/>
                  </a:lnTo>
                  <a:lnTo>
                    <a:pt x="564642" y="386080"/>
                  </a:lnTo>
                  <a:lnTo>
                    <a:pt x="450342" y="386080"/>
                  </a:lnTo>
                  <a:lnTo>
                    <a:pt x="442125" y="387718"/>
                  </a:lnTo>
                  <a:lnTo>
                    <a:pt x="435190" y="392150"/>
                  </a:lnTo>
                  <a:lnTo>
                    <a:pt x="430403" y="398729"/>
                  </a:lnTo>
                  <a:lnTo>
                    <a:pt x="428625" y="406781"/>
                  </a:lnTo>
                  <a:lnTo>
                    <a:pt x="430403" y="414947"/>
                  </a:lnTo>
                  <a:lnTo>
                    <a:pt x="435190" y="421881"/>
                  </a:lnTo>
                  <a:lnTo>
                    <a:pt x="442125" y="426694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694"/>
                  </a:lnTo>
                  <a:lnTo>
                    <a:pt x="579716" y="421881"/>
                  </a:lnTo>
                  <a:lnTo>
                    <a:pt x="584454" y="414947"/>
                  </a:lnTo>
                  <a:lnTo>
                    <a:pt x="586232" y="406781"/>
                  </a:lnTo>
                  <a:close/>
                </a:path>
                <a:path w="672465" h="528954">
                  <a:moveTo>
                    <a:pt x="586232" y="121031"/>
                  </a:moveTo>
                  <a:lnTo>
                    <a:pt x="584454" y="113004"/>
                  </a:lnTo>
                  <a:lnTo>
                    <a:pt x="579716" y="106464"/>
                  </a:lnTo>
                  <a:lnTo>
                    <a:pt x="572833" y="102069"/>
                  </a:lnTo>
                  <a:lnTo>
                    <a:pt x="564642" y="100457"/>
                  </a:lnTo>
                  <a:lnTo>
                    <a:pt x="450342" y="100457"/>
                  </a:lnTo>
                  <a:lnTo>
                    <a:pt x="442125" y="102069"/>
                  </a:lnTo>
                  <a:lnTo>
                    <a:pt x="435190" y="106464"/>
                  </a:lnTo>
                  <a:lnTo>
                    <a:pt x="430403" y="113004"/>
                  </a:lnTo>
                  <a:lnTo>
                    <a:pt x="428625" y="121031"/>
                  </a:lnTo>
                  <a:lnTo>
                    <a:pt x="430403" y="129247"/>
                  </a:lnTo>
                  <a:lnTo>
                    <a:pt x="435190" y="136182"/>
                  </a:lnTo>
                  <a:lnTo>
                    <a:pt x="442125" y="140970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70"/>
                  </a:lnTo>
                  <a:lnTo>
                    <a:pt x="579716" y="136182"/>
                  </a:lnTo>
                  <a:lnTo>
                    <a:pt x="584454" y="129247"/>
                  </a:lnTo>
                  <a:lnTo>
                    <a:pt x="586232" y="121031"/>
                  </a:lnTo>
                  <a:close/>
                </a:path>
                <a:path w="672465" h="528954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521"/>
                  </a:lnTo>
                  <a:lnTo>
                    <a:pt x="45847" y="485521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419" y="285623"/>
                  </a:lnTo>
                  <a:lnTo>
                    <a:pt x="30962" y="289623"/>
                  </a:lnTo>
                  <a:lnTo>
                    <a:pt x="14922" y="300482"/>
                  </a:lnTo>
                  <a:lnTo>
                    <a:pt x="4013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13" y="498208"/>
                  </a:lnTo>
                  <a:lnTo>
                    <a:pt x="14922" y="514159"/>
                  </a:lnTo>
                  <a:lnTo>
                    <a:pt x="30962" y="524979"/>
                  </a:lnTo>
                  <a:lnTo>
                    <a:pt x="50419" y="528955"/>
                  </a:lnTo>
                  <a:lnTo>
                    <a:pt x="621665" y="528955"/>
                  </a:lnTo>
                  <a:lnTo>
                    <a:pt x="640676" y="524979"/>
                  </a:lnTo>
                  <a:lnTo>
                    <a:pt x="656780" y="514159"/>
                  </a:lnTo>
                  <a:lnTo>
                    <a:pt x="667918" y="498208"/>
                  </a:lnTo>
                  <a:lnTo>
                    <a:pt x="670636" y="485521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8954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593"/>
                  </a:lnTo>
                  <a:lnTo>
                    <a:pt x="628650" y="197612"/>
                  </a:lnTo>
                  <a:lnTo>
                    <a:pt x="626237" y="199898"/>
                  </a:lnTo>
                  <a:lnTo>
                    <a:pt x="45847" y="199898"/>
                  </a:lnTo>
                  <a:lnTo>
                    <a:pt x="43434" y="197612"/>
                  </a:lnTo>
                  <a:lnTo>
                    <a:pt x="43434" y="45593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593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419" y="0"/>
                  </a:lnTo>
                  <a:lnTo>
                    <a:pt x="30962" y="3987"/>
                  </a:lnTo>
                  <a:lnTo>
                    <a:pt x="14922" y="14795"/>
                  </a:lnTo>
                  <a:lnTo>
                    <a:pt x="4013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13" y="212471"/>
                  </a:lnTo>
                  <a:lnTo>
                    <a:pt x="14922" y="228473"/>
                  </a:lnTo>
                  <a:lnTo>
                    <a:pt x="30962" y="239331"/>
                  </a:lnTo>
                  <a:lnTo>
                    <a:pt x="50419" y="243332"/>
                  </a:lnTo>
                  <a:lnTo>
                    <a:pt x="621665" y="243332"/>
                  </a:lnTo>
                  <a:lnTo>
                    <a:pt x="640676" y="239331"/>
                  </a:lnTo>
                  <a:lnTo>
                    <a:pt x="656780" y="228473"/>
                  </a:lnTo>
                  <a:lnTo>
                    <a:pt x="667918" y="212471"/>
                  </a:lnTo>
                  <a:lnTo>
                    <a:pt x="670610" y="199898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37024" y="6223850"/>
              <a:ext cx="57207" cy="37138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6744442" y="6302755"/>
              <a:ext cx="672465" cy="528955"/>
            </a:xfrm>
            <a:custGeom>
              <a:avLst/>
              <a:gdLst/>
              <a:ahLst/>
              <a:cxnLst/>
              <a:rect l="l" t="t" r="r" b="b"/>
              <a:pathLst>
                <a:path w="672465" h="528954">
                  <a:moveTo>
                    <a:pt x="586232" y="406781"/>
                  </a:moveTo>
                  <a:lnTo>
                    <a:pt x="584454" y="398729"/>
                  </a:lnTo>
                  <a:lnTo>
                    <a:pt x="579716" y="392150"/>
                  </a:lnTo>
                  <a:lnTo>
                    <a:pt x="572833" y="387718"/>
                  </a:lnTo>
                  <a:lnTo>
                    <a:pt x="564642" y="386080"/>
                  </a:lnTo>
                  <a:lnTo>
                    <a:pt x="450342" y="386080"/>
                  </a:lnTo>
                  <a:lnTo>
                    <a:pt x="442125" y="387718"/>
                  </a:lnTo>
                  <a:lnTo>
                    <a:pt x="435190" y="392150"/>
                  </a:lnTo>
                  <a:lnTo>
                    <a:pt x="430403" y="398729"/>
                  </a:lnTo>
                  <a:lnTo>
                    <a:pt x="428625" y="406781"/>
                  </a:lnTo>
                  <a:lnTo>
                    <a:pt x="430403" y="414947"/>
                  </a:lnTo>
                  <a:lnTo>
                    <a:pt x="435190" y="421881"/>
                  </a:lnTo>
                  <a:lnTo>
                    <a:pt x="442125" y="426694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694"/>
                  </a:lnTo>
                  <a:lnTo>
                    <a:pt x="579716" y="421881"/>
                  </a:lnTo>
                  <a:lnTo>
                    <a:pt x="584454" y="414947"/>
                  </a:lnTo>
                  <a:lnTo>
                    <a:pt x="586232" y="406781"/>
                  </a:lnTo>
                  <a:close/>
                </a:path>
                <a:path w="672465" h="528954">
                  <a:moveTo>
                    <a:pt x="586232" y="121031"/>
                  </a:moveTo>
                  <a:lnTo>
                    <a:pt x="584454" y="113004"/>
                  </a:lnTo>
                  <a:lnTo>
                    <a:pt x="579716" y="106464"/>
                  </a:lnTo>
                  <a:lnTo>
                    <a:pt x="572833" y="102069"/>
                  </a:lnTo>
                  <a:lnTo>
                    <a:pt x="564642" y="100457"/>
                  </a:lnTo>
                  <a:lnTo>
                    <a:pt x="450342" y="100457"/>
                  </a:lnTo>
                  <a:lnTo>
                    <a:pt x="442125" y="102069"/>
                  </a:lnTo>
                  <a:lnTo>
                    <a:pt x="435190" y="106464"/>
                  </a:lnTo>
                  <a:lnTo>
                    <a:pt x="430403" y="113004"/>
                  </a:lnTo>
                  <a:lnTo>
                    <a:pt x="428625" y="121031"/>
                  </a:lnTo>
                  <a:lnTo>
                    <a:pt x="430403" y="129247"/>
                  </a:lnTo>
                  <a:lnTo>
                    <a:pt x="435190" y="136182"/>
                  </a:lnTo>
                  <a:lnTo>
                    <a:pt x="442125" y="140970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70"/>
                  </a:lnTo>
                  <a:lnTo>
                    <a:pt x="579716" y="136182"/>
                  </a:lnTo>
                  <a:lnTo>
                    <a:pt x="584454" y="129247"/>
                  </a:lnTo>
                  <a:lnTo>
                    <a:pt x="586232" y="121031"/>
                  </a:lnTo>
                  <a:close/>
                </a:path>
                <a:path w="672465" h="528954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521"/>
                  </a:lnTo>
                  <a:lnTo>
                    <a:pt x="45847" y="485521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23"/>
                  </a:lnTo>
                  <a:lnTo>
                    <a:pt x="14859" y="300482"/>
                  </a:lnTo>
                  <a:lnTo>
                    <a:pt x="4000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00" y="498208"/>
                  </a:lnTo>
                  <a:lnTo>
                    <a:pt x="14859" y="514159"/>
                  </a:lnTo>
                  <a:lnTo>
                    <a:pt x="30861" y="524979"/>
                  </a:lnTo>
                  <a:lnTo>
                    <a:pt x="50292" y="528955"/>
                  </a:lnTo>
                  <a:lnTo>
                    <a:pt x="621665" y="528955"/>
                  </a:lnTo>
                  <a:lnTo>
                    <a:pt x="640676" y="524979"/>
                  </a:lnTo>
                  <a:lnTo>
                    <a:pt x="656780" y="514159"/>
                  </a:lnTo>
                  <a:lnTo>
                    <a:pt x="667918" y="498208"/>
                  </a:lnTo>
                  <a:lnTo>
                    <a:pt x="670636" y="485521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8954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593"/>
                  </a:lnTo>
                  <a:lnTo>
                    <a:pt x="628650" y="197612"/>
                  </a:lnTo>
                  <a:lnTo>
                    <a:pt x="626237" y="199898"/>
                  </a:lnTo>
                  <a:lnTo>
                    <a:pt x="45847" y="199898"/>
                  </a:lnTo>
                  <a:lnTo>
                    <a:pt x="43434" y="197612"/>
                  </a:lnTo>
                  <a:lnTo>
                    <a:pt x="43434" y="45593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593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3987"/>
                  </a:lnTo>
                  <a:lnTo>
                    <a:pt x="14859" y="14795"/>
                  </a:lnTo>
                  <a:lnTo>
                    <a:pt x="4000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00" y="212471"/>
                  </a:lnTo>
                  <a:lnTo>
                    <a:pt x="14859" y="228473"/>
                  </a:lnTo>
                  <a:lnTo>
                    <a:pt x="30861" y="239331"/>
                  </a:lnTo>
                  <a:lnTo>
                    <a:pt x="50292" y="243332"/>
                  </a:lnTo>
                  <a:lnTo>
                    <a:pt x="621665" y="243332"/>
                  </a:lnTo>
                  <a:lnTo>
                    <a:pt x="640676" y="239331"/>
                  </a:lnTo>
                  <a:lnTo>
                    <a:pt x="656780" y="228473"/>
                  </a:lnTo>
                  <a:lnTo>
                    <a:pt x="667918" y="212471"/>
                  </a:lnTo>
                  <a:lnTo>
                    <a:pt x="670610" y="199898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21709" y="7664158"/>
              <a:ext cx="57207" cy="37138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6129127" y="7742935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90">
                  <a:moveTo>
                    <a:pt x="586359" y="406908"/>
                  </a:moveTo>
                  <a:lnTo>
                    <a:pt x="584568" y="398856"/>
                  </a:lnTo>
                  <a:lnTo>
                    <a:pt x="579780" y="392277"/>
                  </a:lnTo>
                  <a:lnTo>
                    <a:pt x="572846" y="387845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45"/>
                  </a:lnTo>
                  <a:lnTo>
                    <a:pt x="435190" y="392277"/>
                  </a:lnTo>
                  <a:lnTo>
                    <a:pt x="430403" y="398856"/>
                  </a:lnTo>
                  <a:lnTo>
                    <a:pt x="428625" y="406908"/>
                  </a:lnTo>
                  <a:lnTo>
                    <a:pt x="430403" y="415074"/>
                  </a:lnTo>
                  <a:lnTo>
                    <a:pt x="435190" y="422008"/>
                  </a:lnTo>
                  <a:lnTo>
                    <a:pt x="442125" y="426821"/>
                  </a:lnTo>
                  <a:lnTo>
                    <a:pt x="450342" y="428625"/>
                  </a:lnTo>
                  <a:lnTo>
                    <a:pt x="564642" y="428625"/>
                  </a:lnTo>
                  <a:lnTo>
                    <a:pt x="572846" y="426821"/>
                  </a:lnTo>
                  <a:lnTo>
                    <a:pt x="579780" y="422008"/>
                  </a:lnTo>
                  <a:lnTo>
                    <a:pt x="584568" y="415074"/>
                  </a:lnTo>
                  <a:lnTo>
                    <a:pt x="586359" y="406908"/>
                  </a:lnTo>
                  <a:close/>
                </a:path>
                <a:path w="672465" h="529590">
                  <a:moveTo>
                    <a:pt x="586359" y="121158"/>
                  </a:moveTo>
                  <a:lnTo>
                    <a:pt x="584568" y="113131"/>
                  </a:lnTo>
                  <a:lnTo>
                    <a:pt x="579780" y="106591"/>
                  </a:lnTo>
                  <a:lnTo>
                    <a:pt x="572846" y="102196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96"/>
                  </a:lnTo>
                  <a:lnTo>
                    <a:pt x="435190" y="106591"/>
                  </a:lnTo>
                  <a:lnTo>
                    <a:pt x="430403" y="113131"/>
                  </a:lnTo>
                  <a:lnTo>
                    <a:pt x="428625" y="121158"/>
                  </a:lnTo>
                  <a:lnTo>
                    <a:pt x="430403" y="129374"/>
                  </a:lnTo>
                  <a:lnTo>
                    <a:pt x="435190" y="136309"/>
                  </a:lnTo>
                  <a:lnTo>
                    <a:pt x="442125" y="141097"/>
                  </a:lnTo>
                  <a:lnTo>
                    <a:pt x="450342" y="142875"/>
                  </a:lnTo>
                  <a:lnTo>
                    <a:pt x="564642" y="142875"/>
                  </a:lnTo>
                  <a:lnTo>
                    <a:pt x="572846" y="141097"/>
                  </a:lnTo>
                  <a:lnTo>
                    <a:pt x="579780" y="136309"/>
                  </a:lnTo>
                  <a:lnTo>
                    <a:pt x="584568" y="129374"/>
                  </a:lnTo>
                  <a:lnTo>
                    <a:pt x="586359" y="121158"/>
                  </a:lnTo>
                  <a:close/>
                </a:path>
                <a:path w="672465" h="529590">
                  <a:moveTo>
                    <a:pt x="672084" y="336042"/>
                  </a:moveTo>
                  <a:lnTo>
                    <a:pt x="670610" y="329184"/>
                  </a:lnTo>
                  <a:lnTo>
                    <a:pt x="667918" y="316611"/>
                  </a:lnTo>
                  <a:lnTo>
                    <a:pt x="656793" y="300609"/>
                  </a:lnTo>
                  <a:lnTo>
                    <a:pt x="640740" y="289750"/>
                  </a:lnTo>
                  <a:lnTo>
                    <a:pt x="628650" y="287210"/>
                  </a:lnTo>
                  <a:lnTo>
                    <a:pt x="628650" y="331470"/>
                  </a:lnTo>
                  <a:lnTo>
                    <a:pt x="628650" y="483489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489"/>
                  </a:lnTo>
                  <a:lnTo>
                    <a:pt x="43434" y="331470"/>
                  </a:lnTo>
                  <a:lnTo>
                    <a:pt x="45847" y="329184"/>
                  </a:lnTo>
                  <a:lnTo>
                    <a:pt x="626237" y="329184"/>
                  </a:lnTo>
                  <a:lnTo>
                    <a:pt x="628650" y="331470"/>
                  </a:lnTo>
                  <a:lnTo>
                    <a:pt x="628650" y="287210"/>
                  </a:lnTo>
                  <a:lnTo>
                    <a:pt x="621792" y="285750"/>
                  </a:lnTo>
                  <a:lnTo>
                    <a:pt x="50419" y="285750"/>
                  </a:lnTo>
                  <a:lnTo>
                    <a:pt x="30962" y="289750"/>
                  </a:lnTo>
                  <a:lnTo>
                    <a:pt x="14922" y="300609"/>
                  </a:lnTo>
                  <a:lnTo>
                    <a:pt x="4013" y="316611"/>
                  </a:lnTo>
                  <a:lnTo>
                    <a:pt x="0" y="336042"/>
                  </a:lnTo>
                  <a:lnTo>
                    <a:pt x="0" y="478917"/>
                  </a:lnTo>
                  <a:lnTo>
                    <a:pt x="4013" y="498335"/>
                  </a:lnTo>
                  <a:lnTo>
                    <a:pt x="14922" y="514286"/>
                  </a:lnTo>
                  <a:lnTo>
                    <a:pt x="30962" y="525106"/>
                  </a:lnTo>
                  <a:lnTo>
                    <a:pt x="50419" y="529082"/>
                  </a:lnTo>
                  <a:lnTo>
                    <a:pt x="621792" y="529082"/>
                  </a:lnTo>
                  <a:lnTo>
                    <a:pt x="640740" y="525106"/>
                  </a:lnTo>
                  <a:lnTo>
                    <a:pt x="656793" y="514286"/>
                  </a:lnTo>
                  <a:lnTo>
                    <a:pt x="667918" y="498335"/>
                  </a:lnTo>
                  <a:lnTo>
                    <a:pt x="670636" y="485648"/>
                  </a:lnTo>
                  <a:lnTo>
                    <a:pt x="672084" y="478917"/>
                  </a:lnTo>
                  <a:lnTo>
                    <a:pt x="672084" y="336042"/>
                  </a:lnTo>
                  <a:close/>
                </a:path>
                <a:path w="672465" h="529590">
                  <a:moveTo>
                    <a:pt x="672084" y="50292"/>
                  </a:moveTo>
                  <a:lnTo>
                    <a:pt x="670610" y="43434"/>
                  </a:lnTo>
                  <a:lnTo>
                    <a:pt x="667918" y="30861"/>
                  </a:lnTo>
                  <a:lnTo>
                    <a:pt x="656793" y="14859"/>
                  </a:lnTo>
                  <a:lnTo>
                    <a:pt x="640740" y="4000"/>
                  </a:lnTo>
                  <a:lnTo>
                    <a:pt x="628650" y="1460"/>
                  </a:lnTo>
                  <a:lnTo>
                    <a:pt x="628650" y="45720"/>
                  </a:lnTo>
                  <a:lnTo>
                    <a:pt x="628650" y="197739"/>
                  </a:lnTo>
                  <a:lnTo>
                    <a:pt x="626237" y="200025"/>
                  </a:lnTo>
                  <a:lnTo>
                    <a:pt x="45847" y="200025"/>
                  </a:lnTo>
                  <a:lnTo>
                    <a:pt x="43434" y="197739"/>
                  </a:lnTo>
                  <a:lnTo>
                    <a:pt x="43434" y="45720"/>
                  </a:lnTo>
                  <a:lnTo>
                    <a:pt x="45847" y="43434"/>
                  </a:lnTo>
                  <a:lnTo>
                    <a:pt x="626237" y="43434"/>
                  </a:lnTo>
                  <a:lnTo>
                    <a:pt x="628650" y="45720"/>
                  </a:lnTo>
                  <a:lnTo>
                    <a:pt x="628650" y="1460"/>
                  </a:lnTo>
                  <a:lnTo>
                    <a:pt x="621792" y="0"/>
                  </a:lnTo>
                  <a:lnTo>
                    <a:pt x="50419" y="0"/>
                  </a:lnTo>
                  <a:lnTo>
                    <a:pt x="30962" y="4000"/>
                  </a:lnTo>
                  <a:lnTo>
                    <a:pt x="14922" y="14859"/>
                  </a:lnTo>
                  <a:lnTo>
                    <a:pt x="4013" y="30861"/>
                  </a:lnTo>
                  <a:lnTo>
                    <a:pt x="0" y="50292"/>
                  </a:lnTo>
                  <a:lnTo>
                    <a:pt x="0" y="193167"/>
                  </a:lnTo>
                  <a:lnTo>
                    <a:pt x="4013" y="212610"/>
                  </a:lnTo>
                  <a:lnTo>
                    <a:pt x="14922" y="228600"/>
                  </a:lnTo>
                  <a:lnTo>
                    <a:pt x="30962" y="239458"/>
                  </a:lnTo>
                  <a:lnTo>
                    <a:pt x="50419" y="243459"/>
                  </a:lnTo>
                  <a:lnTo>
                    <a:pt x="621792" y="243459"/>
                  </a:lnTo>
                  <a:lnTo>
                    <a:pt x="640740" y="239458"/>
                  </a:lnTo>
                  <a:lnTo>
                    <a:pt x="656793" y="228600"/>
                  </a:lnTo>
                  <a:lnTo>
                    <a:pt x="667918" y="212610"/>
                  </a:lnTo>
                  <a:lnTo>
                    <a:pt x="670610" y="200025"/>
                  </a:lnTo>
                  <a:lnTo>
                    <a:pt x="672084" y="193167"/>
                  </a:lnTo>
                  <a:lnTo>
                    <a:pt x="672084" y="5029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3494512" y="4435983"/>
            <a:ext cx="822960" cy="587375"/>
            <a:chOff x="13494512" y="4435983"/>
            <a:chExt cx="822960" cy="587375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94512" y="4611014"/>
              <a:ext cx="499275" cy="8811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3553440" y="4435983"/>
              <a:ext cx="763905" cy="587375"/>
            </a:xfrm>
            <a:custGeom>
              <a:avLst/>
              <a:gdLst/>
              <a:ahLst/>
              <a:cxnLst/>
              <a:rect l="l" t="t" r="r" b="b"/>
              <a:pathLst>
                <a:path w="763905" h="587375">
                  <a:moveTo>
                    <a:pt x="704723" y="0"/>
                  </a:moveTo>
                  <a:lnTo>
                    <a:pt x="58673" y="0"/>
                  </a:lnTo>
                  <a:lnTo>
                    <a:pt x="36111" y="4560"/>
                  </a:lnTo>
                  <a:lnTo>
                    <a:pt x="17430" y="17049"/>
                  </a:lnTo>
                  <a:lnTo>
                    <a:pt x="4702" y="35683"/>
                  </a:lnTo>
                  <a:lnTo>
                    <a:pt x="0" y="58674"/>
                  </a:lnTo>
                  <a:lnTo>
                    <a:pt x="0" y="528701"/>
                  </a:lnTo>
                  <a:lnTo>
                    <a:pt x="4702" y="551209"/>
                  </a:lnTo>
                  <a:lnTo>
                    <a:pt x="17430" y="569896"/>
                  </a:lnTo>
                  <a:lnTo>
                    <a:pt x="36111" y="582654"/>
                  </a:lnTo>
                  <a:lnTo>
                    <a:pt x="58673" y="587375"/>
                  </a:lnTo>
                  <a:lnTo>
                    <a:pt x="704723" y="587375"/>
                  </a:lnTo>
                  <a:lnTo>
                    <a:pt x="727840" y="582654"/>
                  </a:lnTo>
                  <a:lnTo>
                    <a:pt x="746505" y="569896"/>
                  </a:lnTo>
                  <a:lnTo>
                    <a:pt x="758979" y="551209"/>
                  </a:lnTo>
                  <a:lnTo>
                    <a:pt x="763523" y="528701"/>
                  </a:lnTo>
                  <a:lnTo>
                    <a:pt x="58673" y="528701"/>
                  </a:lnTo>
                  <a:lnTo>
                    <a:pt x="58673" y="58674"/>
                  </a:lnTo>
                  <a:lnTo>
                    <a:pt x="763523" y="58674"/>
                  </a:lnTo>
                  <a:lnTo>
                    <a:pt x="758979" y="35683"/>
                  </a:lnTo>
                  <a:lnTo>
                    <a:pt x="746505" y="17049"/>
                  </a:lnTo>
                  <a:lnTo>
                    <a:pt x="727840" y="4560"/>
                  </a:lnTo>
                  <a:lnTo>
                    <a:pt x="704723" y="0"/>
                  </a:lnTo>
                  <a:close/>
                </a:path>
                <a:path w="763905" h="587375">
                  <a:moveTo>
                    <a:pt x="763523" y="58674"/>
                  </a:moveTo>
                  <a:lnTo>
                    <a:pt x="704723" y="58674"/>
                  </a:lnTo>
                  <a:lnTo>
                    <a:pt x="704723" y="528701"/>
                  </a:lnTo>
                  <a:lnTo>
                    <a:pt x="763523" y="528701"/>
                  </a:lnTo>
                  <a:lnTo>
                    <a:pt x="763523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/>
          <p:nvPr/>
        </p:nvSpPr>
        <p:spPr>
          <a:xfrm>
            <a:off x="13686028" y="4992750"/>
            <a:ext cx="499745" cy="207010"/>
          </a:xfrm>
          <a:custGeom>
            <a:avLst/>
            <a:gdLst/>
            <a:ahLst/>
            <a:cxnLst/>
            <a:rect l="l" t="t" r="r" b="b"/>
            <a:pathLst>
              <a:path w="499744" h="207010">
                <a:moveTo>
                  <a:pt x="499364" y="177419"/>
                </a:moveTo>
                <a:lnTo>
                  <a:pt x="497078" y="165950"/>
                </a:lnTo>
                <a:lnTo>
                  <a:pt x="490816" y="156679"/>
                </a:lnTo>
                <a:lnTo>
                  <a:pt x="481457" y="150469"/>
                </a:lnTo>
                <a:lnTo>
                  <a:pt x="469900" y="148209"/>
                </a:lnTo>
                <a:lnTo>
                  <a:pt x="278511" y="148209"/>
                </a:lnTo>
                <a:lnTo>
                  <a:pt x="278511" y="0"/>
                </a:lnTo>
                <a:lnTo>
                  <a:pt x="219710" y="0"/>
                </a:lnTo>
                <a:lnTo>
                  <a:pt x="219710" y="148209"/>
                </a:lnTo>
                <a:lnTo>
                  <a:pt x="29464" y="148209"/>
                </a:lnTo>
                <a:lnTo>
                  <a:pt x="17894" y="150469"/>
                </a:lnTo>
                <a:lnTo>
                  <a:pt x="8534" y="156679"/>
                </a:lnTo>
                <a:lnTo>
                  <a:pt x="2273" y="165950"/>
                </a:lnTo>
                <a:lnTo>
                  <a:pt x="0" y="177419"/>
                </a:lnTo>
                <a:lnTo>
                  <a:pt x="2273" y="188506"/>
                </a:lnTo>
                <a:lnTo>
                  <a:pt x="8534" y="197916"/>
                </a:lnTo>
                <a:lnTo>
                  <a:pt x="17894" y="204444"/>
                </a:lnTo>
                <a:lnTo>
                  <a:pt x="29464" y="206883"/>
                </a:lnTo>
                <a:lnTo>
                  <a:pt x="469900" y="206883"/>
                </a:lnTo>
                <a:lnTo>
                  <a:pt x="481457" y="204444"/>
                </a:lnTo>
                <a:lnTo>
                  <a:pt x="490816" y="197916"/>
                </a:lnTo>
                <a:lnTo>
                  <a:pt x="497078" y="188506"/>
                </a:lnTo>
                <a:lnTo>
                  <a:pt x="499364" y="177419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1468607" y="5095747"/>
            <a:ext cx="822960" cy="587375"/>
            <a:chOff x="11468607" y="5095747"/>
            <a:chExt cx="822960" cy="587375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68607" y="5270779"/>
              <a:ext cx="499275" cy="8811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1527408" y="5095747"/>
              <a:ext cx="763905" cy="587375"/>
            </a:xfrm>
            <a:custGeom>
              <a:avLst/>
              <a:gdLst/>
              <a:ahLst/>
              <a:cxnLst/>
              <a:rect l="l" t="t" r="r" b="b"/>
              <a:pathLst>
                <a:path w="763904" h="587375">
                  <a:moveTo>
                    <a:pt x="704850" y="0"/>
                  </a:moveTo>
                  <a:lnTo>
                    <a:pt x="58674" y="0"/>
                  </a:lnTo>
                  <a:lnTo>
                    <a:pt x="36111" y="4562"/>
                  </a:lnTo>
                  <a:lnTo>
                    <a:pt x="17430" y="17065"/>
                  </a:lnTo>
                  <a:lnTo>
                    <a:pt x="4702" y="35736"/>
                  </a:lnTo>
                  <a:lnTo>
                    <a:pt x="0" y="58800"/>
                  </a:lnTo>
                  <a:lnTo>
                    <a:pt x="0" y="528701"/>
                  </a:lnTo>
                  <a:lnTo>
                    <a:pt x="4702" y="551209"/>
                  </a:lnTo>
                  <a:lnTo>
                    <a:pt x="17430" y="569896"/>
                  </a:lnTo>
                  <a:lnTo>
                    <a:pt x="36111" y="582654"/>
                  </a:lnTo>
                  <a:lnTo>
                    <a:pt x="58674" y="587375"/>
                  </a:lnTo>
                  <a:lnTo>
                    <a:pt x="704850" y="587375"/>
                  </a:lnTo>
                  <a:lnTo>
                    <a:pt x="727914" y="582654"/>
                  </a:lnTo>
                  <a:lnTo>
                    <a:pt x="746585" y="569896"/>
                  </a:lnTo>
                  <a:lnTo>
                    <a:pt x="759088" y="551209"/>
                  </a:lnTo>
                  <a:lnTo>
                    <a:pt x="763651" y="528701"/>
                  </a:lnTo>
                  <a:lnTo>
                    <a:pt x="58674" y="528701"/>
                  </a:lnTo>
                  <a:lnTo>
                    <a:pt x="58674" y="58800"/>
                  </a:lnTo>
                  <a:lnTo>
                    <a:pt x="763651" y="58800"/>
                  </a:lnTo>
                  <a:lnTo>
                    <a:pt x="759088" y="35736"/>
                  </a:lnTo>
                  <a:lnTo>
                    <a:pt x="746585" y="17065"/>
                  </a:lnTo>
                  <a:lnTo>
                    <a:pt x="727914" y="4562"/>
                  </a:lnTo>
                  <a:lnTo>
                    <a:pt x="704850" y="0"/>
                  </a:lnTo>
                  <a:close/>
                </a:path>
                <a:path w="763904" h="587375">
                  <a:moveTo>
                    <a:pt x="763651" y="58800"/>
                  </a:moveTo>
                  <a:lnTo>
                    <a:pt x="704850" y="58800"/>
                  </a:lnTo>
                  <a:lnTo>
                    <a:pt x="704850" y="528701"/>
                  </a:lnTo>
                  <a:lnTo>
                    <a:pt x="763651" y="528701"/>
                  </a:lnTo>
                  <a:lnTo>
                    <a:pt x="763651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/>
          <p:nvPr/>
        </p:nvSpPr>
        <p:spPr>
          <a:xfrm>
            <a:off x="11660124" y="5652655"/>
            <a:ext cx="499745" cy="207010"/>
          </a:xfrm>
          <a:custGeom>
            <a:avLst/>
            <a:gdLst/>
            <a:ahLst/>
            <a:cxnLst/>
            <a:rect l="l" t="t" r="r" b="b"/>
            <a:pathLst>
              <a:path w="499745" h="207010">
                <a:moveTo>
                  <a:pt x="499237" y="177279"/>
                </a:moveTo>
                <a:lnTo>
                  <a:pt x="496963" y="165811"/>
                </a:lnTo>
                <a:lnTo>
                  <a:pt x="490753" y="156540"/>
                </a:lnTo>
                <a:lnTo>
                  <a:pt x="481444" y="150329"/>
                </a:lnTo>
                <a:lnTo>
                  <a:pt x="469900" y="148069"/>
                </a:lnTo>
                <a:lnTo>
                  <a:pt x="278511" y="148069"/>
                </a:lnTo>
                <a:lnTo>
                  <a:pt x="278511" y="0"/>
                </a:lnTo>
                <a:lnTo>
                  <a:pt x="219710" y="0"/>
                </a:lnTo>
                <a:lnTo>
                  <a:pt x="219710" y="148069"/>
                </a:lnTo>
                <a:lnTo>
                  <a:pt x="29464" y="148069"/>
                </a:lnTo>
                <a:lnTo>
                  <a:pt x="17894" y="150329"/>
                </a:lnTo>
                <a:lnTo>
                  <a:pt x="8534" y="156540"/>
                </a:lnTo>
                <a:lnTo>
                  <a:pt x="2273" y="165811"/>
                </a:lnTo>
                <a:lnTo>
                  <a:pt x="0" y="177279"/>
                </a:lnTo>
                <a:lnTo>
                  <a:pt x="2273" y="188366"/>
                </a:lnTo>
                <a:lnTo>
                  <a:pt x="8534" y="197777"/>
                </a:lnTo>
                <a:lnTo>
                  <a:pt x="17894" y="204304"/>
                </a:lnTo>
                <a:lnTo>
                  <a:pt x="29464" y="206743"/>
                </a:lnTo>
                <a:lnTo>
                  <a:pt x="469900" y="206743"/>
                </a:lnTo>
                <a:lnTo>
                  <a:pt x="481444" y="204304"/>
                </a:lnTo>
                <a:lnTo>
                  <a:pt x="490753" y="197777"/>
                </a:lnTo>
                <a:lnTo>
                  <a:pt x="496963" y="188366"/>
                </a:lnTo>
                <a:lnTo>
                  <a:pt x="499237" y="177279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9472294" y="4428997"/>
            <a:ext cx="822325" cy="587375"/>
            <a:chOff x="9472294" y="4428997"/>
            <a:chExt cx="822325" cy="587375"/>
          </a:xfrm>
        </p:grpSpPr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72294" y="4604029"/>
              <a:ext cx="499275" cy="88112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531095" y="4428997"/>
              <a:ext cx="763905" cy="587375"/>
            </a:xfrm>
            <a:custGeom>
              <a:avLst/>
              <a:gdLst/>
              <a:ahLst/>
              <a:cxnLst/>
              <a:rect l="l" t="t" r="r" b="b"/>
              <a:pathLst>
                <a:path w="763904" h="587375">
                  <a:moveTo>
                    <a:pt x="704723" y="0"/>
                  </a:moveTo>
                  <a:lnTo>
                    <a:pt x="58674" y="0"/>
                  </a:lnTo>
                  <a:lnTo>
                    <a:pt x="36111" y="4562"/>
                  </a:lnTo>
                  <a:lnTo>
                    <a:pt x="17430" y="17065"/>
                  </a:lnTo>
                  <a:lnTo>
                    <a:pt x="4702" y="35736"/>
                  </a:lnTo>
                  <a:lnTo>
                    <a:pt x="0" y="58800"/>
                  </a:lnTo>
                  <a:lnTo>
                    <a:pt x="0" y="528701"/>
                  </a:lnTo>
                  <a:lnTo>
                    <a:pt x="4702" y="551209"/>
                  </a:lnTo>
                  <a:lnTo>
                    <a:pt x="17430" y="569896"/>
                  </a:lnTo>
                  <a:lnTo>
                    <a:pt x="36111" y="582654"/>
                  </a:lnTo>
                  <a:lnTo>
                    <a:pt x="58674" y="587375"/>
                  </a:lnTo>
                  <a:lnTo>
                    <a:pt x="704723" y="587375"/>
                  </a:lnTo>
                  <a:lnTo>
                    <a:pt x="727840" y="582654"/>
                  </a:lnTo>
                  <a:lnTo>
                    <a:pt x="746505" y="569896"/>
                  </a:lnTo>
                  <a:lnTo>
                    <a:pt x="758979" y="551209"/>
                  </a:lnTo>
                  <a:lnTo>
                    <a:pt x="763524" y="528701"/>
                  </a:lnTo>
                  <a:lnTo>
                    <a:pt x="58674" y="528701"/>
                  </a:lnTo>
                  <a:lnTo>
                    <a:pt x="58674" y="58800"/>
                  </a:lnTo>
                  <a:lnTo>
                    <a:pt x="763524" y="58800"/>
                  </a:lnTo>
                  <a:lnTo>
                    <a:pt x="758979" y="35736"/>
                  </a:lnTo>
                  <a:lnTo>
                    <a:pt x="746505" y="17065"/>
                  </a:lnTo>
                  <a:lnTo>
                    <a:pt x="727840" y="4562"/>
                  </a:lnTo>
                  <a:lnTo>
                    <a:pt x="704723" y="0"/>
                  </a:lnTo>
                  <a:close/>
                </a:path>
                <a:path w="763904" h="587375">
                  <a:moveTo>
                    <a:pt x="763524" y="58800"/>
                  </a:moveTo>
                  <a:lnTo>
                    <a:pt x="704723" y="58800"/>
                  </a:lnTo>
                  <a:lnTo>
                    <a:pt x="704723" y="528701"/>
                  </a:lnTo>
                  <a:lnTo>
                    <a:pt x="763524" y="528701"/>
                  </a:lnTo>
                  <a:lnTo>
                    <a:pt x="763524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24675" y="4092257"/>
            <a:ext cx="14510385" cy="2448560"/>
            <a:chOff x="424675" y="4092257"/>
            <a:chExt cx="14510385" cy="2448560"/>
          </a:xfrm>
        </p:grpSpPr>
        <p:sp>
          <p:nvSpPr>
            <p:cNvPr id="26" name="object 26" descr=""/>
            <p:cNvSpPr/>
            <p:nvPr/>
          </p:nvSpPr>
          <p:spPr>
            <a:xfrm>
              <a:off x="9663811" y="4985905"/>
              <a:ext cx="499745" cy="207010"/>
            </a:xfrm>
            <a:custGeom>
              <a:avLst/>
              <a:gdLst/>
              <a:ahLst/>
              <a:cxnLst/>
              <a:rect l="l" t="t" r="r" b="b"/>
              <a:pathLst>
                <a:path w="499745" h="207010">
                  <a:moveTo>
                    <a:pt x="499237" y="177279"/>
                  </a:moveTo>
                  <a:lnTo>
                    <a:pt x="496951" y="165811"/>
                  </a:lnTo>
                  <a:lnTo>
                    <a:pt x="490689" y="156540"/>
                  </a:lnTo>
                  <a:lnTo>
                    <a:pt x="481330" y="150329"/>
                  </a:lnTo>
                  <a:lnTo>
                    <a:pt x="469773" y="148069"/>
                  </a:lnTo>
                  <a:lnTo>
                    <a:pt x="278384" y="148069"/>
                  </a:lnTo>
                  <a:lnTo>
                    <a:pt x="278384" y="0"/>
                  </a:lnTo>
                  <a:lnTo>
                    <a:pt x="219583" y="0"/>
                  </a:lnTo>
                  <a:lnTo>
                    <a:pt x="219583" y="148069"/>
                  </a:lnTo>
                  <a:lnTo>
                    <a:pt x="29337" y="148069"/>
                  </a:lnTo>
                  <a:lnTo>
                    <a:pt x="17780" y="150329"/>
                  </a:lnTo>
                  <a:lnTo>
                    <a:pt x="8470" y="156540"/>
                  </a:lnTo>
                  <a:lnTo>
                    <a:pt x="2260" y="165811"/>
                  </a:lnTo>
                  <a:lnTo>
                    <a:pt x="0" y="177279"/>
                  </a:lnTo>
                  <a:lnTo>
                    <a:pt x="2260" y="188366"/>
                  </a:lnTo>
                  <a:lnTo>
                    <a:pt x="8470" y="197777"/>
                  </a:lnTo>
                  <a:lnTo>
                    <a:pt x="17780" y="204304"/>
                  </a:lnTo>
                  <a:lnTo>
                    <a:pt x="29337" y="206743"/>
                  </a:lnTo>
                  <a:lnTo>
                    <a:pt x="469773" y="206743"/>
                  </a:lnTo>
                  <a:lnTo>
                    <a:pt x="481330" y="204304"/>
                  </a:lnTo>
                  <a:lnTo>
                    <a:pt x="490689" y="197777"/>
                  </a:lnTo>
                  <a:lnTo>
                    <a:pt x="496951" y="188366"/>
                  </a:lnTo>
                  <a:lnTo>
                    <a:pt x="499237" y="17727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29437" y="4097020"/>
              <a:ext cx="14500860" cy="2439035"/>
            </a:xfrm>
            <a:custGeom>
              <a:avLst/>
              <a:gdLst/>
              <a:ahLst/>
              <a:cxnLst/>
              <a:rect l="l" t="t" r="r" b="b"/>
              <a:pathLst>
                <a:path w="14500860" h="2439034">
                  <a:moveTo>
                    <a:pt x="0" y="2439035"/>
                  </a:moveTo>
                  <a:lnTo>
                    <a:pt x="14500860" y="2439035"/>
                  </a:lnTo>
                  <a:lnTo>
                    <a:pt x="14500860" y="0"/>
                  </a:lnTo>
                  <a:lnTo>
                    <a:pt x="0" y="0"/>
                  </a:lnTo>
                  <a:lnTo>
                    <a:pt x="0" y="2439035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85719" y="5270779"/>
              <a:ext cx="499275" cy="88112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144520" y="5095747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4" h="763904">
                  <a:moveTo>
                    <a:pt x="763651" y="58674"/>
                  </a:moveTo>
                  <a:lnTo>
                    <a:pt x="759079" y="35687"/>
                  </a:lnTo>
                  <a:lnTo>
                    <a:pt x="746582" y="17056"/>
                  </a:lnTo>
                  <a:lnTo>
                    <a:pt x="727913" y="4572"/>
                  </a:lnTo>
                  <a:lnTo>
                    <a:pt x="704850" y="0"/>
                  </a:lnTo>
                  <a:lnTo>
                    <a:pt x="704850" y="58674"/>
                  </a:lnTo>
                  <a:lnTo>
                    <a:pt x="704850" y="528701"/>
                  </a:lnTo>
                  <a:lnTo>
                    <a:pt x="58674" y="528701"/>
                  </a:lnTo>
                  <a:lnTo>
                    <a:pt x="58674" y="58674"/>
                  </a:lnTo>
                  <a:lnTo>
                    <a:pt x="704850" y="58674"/>
                  </a:lnTo>
                  <a:lnTo>
                    <a:pt x="704850" y="0"/>
                  </a:lnTo>
                  <a:lnTo>
                    <a:pt x="58674" y="0"/>
                  </a:lnTo>
                  <a:lnTo>
                    <a:pt x="36106" y="4572"/>
                  </a:lnTo>
                  <a:lnTo>
                    <a:pt x="17424" y="17056"/>
                  </a:lnTo>
                  <a:lnTo>
                    <a:pt x="4699" y="35687"/>
                  </a:lnTo>
                  <a:lnTo>
                    <a:pt x="0" y="58674"/>
                  </a:lnTo>
                  <a:lnTo>
                    <a:pt x="0" y="528701"/>
                  </a:lnTo>
                  <a:lnTo>
                    <a:pt x="4699" y="551218"/>
                  </a:lnTo>
                  <a:lnTo>
                    <a:pt x="17424" y="569899"/>
                  </a:lnTo>
                  <a:lnTo>
                    <a:pt x="36106" y="582663"/>
                  </a:lnTo>
                  <a:lnTo>
                    <a:pt x="58674" y="587375"/>
                  </a:lnTo>
                  <a:lnTo>
                    <a:pt x="352425" y="587375"/>
                  </a:lnTo>
                  <a:lnTo>
                    <a:pt x="352425" y="704977"/>
                  </a:lnTo>
                  <a:lnTo>
                    <a:pt x="162179" y="704977"/>
                  </a:lnTo>
                  <a:lnTo>
                    <a:pt x="150609" y="707237"/>
                  </a:lnTo>
                  <a:lnTo>
                    <a:pt x="141249" y="713447"/>
                  </a:lnTo>
                  <a:lnTo>
                    <a:pt x="134988" y="722718"/>
                  </a:lnTo>
                  <a:lnTo>
                    <a:pt x="132715" y="734187"/>
                  </a:lnTo>
                  <a:lnTo>
                    <a:pt x="134988" y="745274"/>
                  </a:lnTo>
                  <a:lnTo>
                    <a:pt x="141249" y="754684"/>
                  </a:lnTo>
                  <a:lnTo>
                    <a:pt x="150609" y="761212"/>
                  </a:lnTo>
                  <a:lnTo>
                    <a:pt x="162179" y="763651"/>
                  </a:lnTo>
                  <a:lnTo>
                    <a:pt x="602615" y="763651"/>
                  </a:lnTo>
                  <a:lnTo>
                    <a:pt x="614159" y="761212"/>
                  </a:lnTo>
                  <a:lnTo>
                    <a:pt x="623468" y="754684"/>
                  </a:lnTo>
                  <a:lnTo>
                    <a:pt x="629678" y="745274"/>
                  </a:lnTo>
                  <a:lnTo>
                    <a:pt x="631952" y="734187"/>
                  </a:lnTo>
                  <a:lnTo>
                    <a:pt x="629678" y="722718"/>
                  </a:lnTo>
                  <a:lnTo>
                    <a:pt x="623468" y="713447"/>
                  </a:lnTo>
                  <a:lnTo>
                    <a:pt x="614159" y="707237"/>
                  </a:lnTo>
                  <a:lnTo>
                    <a:pt x="602615" y="704977"/>
                  </a:lnTo>
                  <a:lnTo>
                    <a:pt x="411226" y="704977"/>
                  </a:lnTo>
                  <a:lnTo>
                    <a:pt x="411226" y="587375"/>
                  </a:lnTo>
                  <a:lnTo>
                    <a:pt x="704850" y="587375"/>
                  </a:lnTo>
                  <a:lnTo>
                    <a:pt x="727913" y="582663"/>
                  </a:lnTo>
                  <a:lnTo>
                    <a:pt x="746582" y="569899"/>
                  </a:lnTo>
                  <a:lnTo>
                    <a:pt x="759079" y="551218"/>
                  </a:lnTo>
                  <a:lnTo>
                    <a:pt x="763651" y="528701"/>
                  </a:lnTo>
                  <a:lnTo>
                    <a:pt x="763651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9420415" y="2194369"/>
            <a:ext cx="2755900" cy="1661160"/>
            <a:chOff x="9420415" y="2194369"/>
            <a:chExt cx="2755900" cy="1661160"/>
          </a:xfrm>
        </p:grpSpPr>
        <p:sp>
          <p:nvSpPr>
            <p:cNvPr id="31" name="object 31" descr=""/>
            <p:cNvSpPr/>
            <p:nvPr/>
          </p:nvSpPr>
          <p:spPr>
            <a:xfrm>
              <a:off x="9425178" y="2199132"/>
              <a:ext cx="2746375" cy="1651635"/>
            </a:xfrm>
            <a:custGeom>
              <a:avLst/>
              <a:gdLst/>
              <a:ahLst/>
              <a:cxnLst/>
              <a:rect l="l" t="t" r="r" b="b"/>
              <a:pathLst>
                <a:path w="2746375" h="1651635">
                  <a:moveTo>
                    <a:pt x="0" y="1651508"/>
                  </a:moveTo>
                  <a:lnTo>
                    <a:pt x="2746248" y="1651508"/>
                  </a:lnTo>
                  <a:lnTo>
                    <a:pt x="2746248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9600311" y="2377948"/>
              <a:ext cx="2395855" cy="1223010"/>
            </a:xfrm>
            <a:custGeom>
              <a:avLst/>
              <a:gdLst/>
              <a:ahLst/>
              <a:cxnLst/>
              <a:rect l="l" t="t" r="r" b="b"/>
              <a:pathLst>
                <a:path w="2395854" h="1223010">
                  <a:moveTo>
                    <a:pt x="0" y="1222502"/>
                  </a:moveTo>
                  <a:lnTo>
                    <a:pt x="2395854" y="1222502"/>
                  </a:lnTo>
                  <a:lnTo>
                    <a:pt x="2395854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49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35944" y="2649562"/>
              <a:ext cx="57207" cy="37138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1143488" y="2728340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908"/>
                  </a:moveTo>
                  <a:lnTo>
                    <a:pt x="584441" y="398856"/>
                  </a:lnTo>
                  <a:lnTo>
                    <a:pt x="579653" y="392277"/>
                  </a:lnTo>
                  <a:lnTo>
                    <a:pt x="572719" y="387845"/>
                  </a:lnTo>
                  <a:lnTo>
                    <a:pt x="564515" y="386207"/>
                  </a:lnTo>
                  <a:lnTo>
                    <a:pt x="450215" y="386207"/>
                  </a:lnTo>
                  <a:lnTo>
                    <a:pt x="441998" y="387845"/>
                  </a:lnTo>
                  <a:lnTo>
                    <a:pt x="435063" y="392277"/>
                  </a:lnTo>
                  <a:lnTo>
                    <a:pt x="430276" y="398856"/>
                  </a:lnTo>
                  <a:lnTo>
                    <a:pt x="428498" y="406908"/>
                  </a:lnTo>
                  <a:lnTo>
                    <a:pt x="430276" y="415061"/>
                  </a:lnTo>
                  <a:lnTo>
                    <a:pt x="435063" y="421944"/>
                  </a:lnTo>
                  <a:lnTo>
                    <a:pt x="441998" y="426720"/>
                  </a:lnTo>
                  <a:lnTo>
                    <a:pt x="450215" y="428498"/>
                  </a:lnTo>
                  <a:lnTo>
                    <a:pt x="564515" y="428498"/>
                  </a:lnTo>
                  <a:lnTo>
                    <a:pt x="572719" y="426720"/>
                  </a:lnTo>
                  <a:lnTo>
                    <a:pt x="579653" y="421944"/>
                  </a:lnTo>
                  <a:lnTo>
                    <a:pt x="584441" y="415061"/>
                  </a:lnTo>
                  <a:lnTo>
                    <a:pt x="586232" y="406908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41" y="113131"/>
                  </a:lnTo>
                  <a:lnTo>
                    <a:pt x="579653" y="106591"/>
                  </a:lnTo>
                  <a:lnTo>
                    <a:pt x="572719" y="102196"/>
                  </a:lnTo>
                  <a:lnTo>
                    <a:pt x="564515" y="100584"/>
                  </a:lnTo>
                  <a:lnTo>
                    <a:pt x="450215" y="100584"/>
                  </a:lnTo>
                  <a:lnTo>
                    <a:pt x="441998" y="102196"/>
                  </a:lnTo>
                  <a:lnTo>
                    <a:pt x="435063" y="106591"/>
                  </a:lnTo>
                  <a:lnTo>
                    <a:pt x="430276" y="113131"/>
                  </a:lnTo>
                  <a:lnTo>
                    <a:pt x="428498" y="121158"/>
                  </a:lnTo>
                  <a:lnTo>
                    <a:pt x="430276" y="129374"/>
                  </a:lnTo>
                  <a:lnTo>
                    <a:pt x="435063" y="136309"/>
                  </a:lnTo>
                  <a:lnTo>
                    <a:pt x="441998" y="141097"/>
                  </a:lnTo>
                  <a:lnTo>
                    <a:pt x="450215" y="142875"/>
                  </a:lnTo>
                  <a:lnTo>
                    <a:pt x="564515" y="142875"/>
                  </a:lnTo>
                  <a:lnTo>
                    <a:pt x="572719" y="141097"/>
                  </a:lnTo>
                  <a:lnTo>
                    <a:pt x="579653" y="136309"/>
                  </a:lnTo>
                  <a:lnTo>
                    <a:pt x="584441" y="129374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1957" y="336042"/>
                  </a:moveTo>
                  <a:lnTo>
                    <a:pt x="670458" y="329057"/>
                  </a:lnTo>
                  <a:lnTo>
                    <a:pt x="667791" y="316598"/>
                  </a:lnTo>
                  <a:lnTo>
                    <a:pt x="656666" y="300545"/>
                  </a:lnTo>
                  <a:lnTo>
                    <a:pt x="640613" y="289648"/>
                  </a:lnTo>
                  <a:lnTo>
                    <a:pt x="628523" y="287083"/>
                  </a:lnTo>
                  <a:lnTo>
                    <a:pt x="628523" y="331470"/>
                  </a:lnTo>
                  <a:lnTo>
                    <a:pt x="628523" y="483362"/>
                  </a:lnTo>
                  <a:lnTo>
                    <a:pt x="626237" y="485648"/>
                  </a:lnTo>
                  <a:lnTo>
                    <a:pt x="45720" y="485648"/>
                  </a:lnTo>
                  <a:lnTo>
                    <a:pt x="43434" y="483362"/>
                  </a:lnTo>
                  <a:lnTo>
                    <a:pt x="43434" y="331470"/>
                  </a:lnTo>
                  <a:lnTo>
                    <a:pt x="45720" y="329057"/>
                  </a:lnTo>
                  <a:lnTo>
                    <a:pt x="626237" y="329057"/>
                  </a:lnTo>
                  <a:lnTo>
                    <a:pt x="628523" y="331470"/>
                  </a:lnTo>
                  <a:lnTo>
                    <a:pt x="628523" y="287083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48"/>
                  </a:lnTo>
                  <a:lnTo>
                    <a:pt x="14859" y="300545"/>
                  </a:lnTo>
                  <a:lnTo>
                    <a:pt x="4000" y="316598"/>
                  </a:lnTo>
                  <a:lnTo>
                    <a:pt x="0" y="336042"/>
                  </a:lnTo>
                  <a:lnTo>
                    <a:pt x="0" y="478917"/>
                  </a:lnTo>
                  <a:lnTo>
                    <a:pt x="4000" y="498335"/>
                  </a:lnTo>
                  <a:lnTo>
                    <a:pt x="14859" y="514286"/>
                  </a:lnTo>
                  <a:lnTo>
                    <a:pt x="30861" y="525106"/>
                  </a:lnTo>
                  <a:lnTo>
                    <a:pt x="50292" y="529082"/>
                  </a:lnTo>
                  <a:lnTo>
                    <a:pt x="621665" y="529082"/>
                  </a:lnTo>
                  <a:lnTo>
                    <a:pt x="640613" y="525106"/>
                  </a:lnTo>
                  <a:lnTo>
                    <a:pt x="656666" y="514286"/>
                  </a:lnTo>
                  <a:lnTo>
                    <a:pt x="667791" y="498335"/>
                  </a:lnTo>
                  <a:lnTo>
                    <a:pt x="670509" y="485648"/>
                  </a:lnTo>
                  <a:lnTo>
                    <a:pt x="671957" y="478917"/>
                  </a:lnTo>
                  <a:lnTo>
                    <a:pt x="671957" y="336042"/>
                  </a:lnTo>
                  <a:close/>
                </a:path>
                <a:path w="672465" h="529589">
                  <a:moveTo>
                    <a:pt x="671957" y="50292"/>
                  </a:moveTo>
                  <a:lnTo>
                    <a:pt x="670483" y="43434"/>
                  </a:lnTo>
                  <a:lnTo>
                    <a:pt x="667791" y="30861"/>
                  </a:lnTo>
                  <a:lnTo>
                    <a:pt x="656666" y="14859"/>
                  </a:lnTo>
                  <a:lnTo>
                    <a:pt x="640613" y="4000"/>
                  </a:lnTo>
                  <a:lnTo>
                    <a:pt x="628523" y="1460"/>
                  </a:lnTo>
                  <a:lnTo>
                    <a:pt x="628523" y="45720"/>
                  </a:lnTo>
                  <a:lnTo>
                    <a:pt x="628523" y="197739"/>
                  </a:lnTo>
                  <a:lnTo>
                    <a:pt x="626237" y="200025"/>
                  </a:lnTo>
                  <a:lnTo>
                    <a:pt x="45720" y="200025"/>
                  </a:lnTo>
                  <a:lnTo>
                    <a:pt x="43434" y="197739"/>
                  </a:lnTo>
                  <a:lnTo>
                    <a:pt x="43434" y="45720"/>
                  </a:lnTo>
                  <a:lnTo>
                    <a:pt x="45720" y="43434"/>
                  </a:lnTo>
                  <a:lnTo>
                    <a:pt x="626237" y="43434"/>
                  </a:lnTo>
                  <a:lnTo>
                    <a:pt x="628523" y="45720"/>
                  </a:lnTo>
                  <a:lnTo>
                    <a:pt x="628523" y="1460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4000"/>
                  </a:lnTo>
                  <a:lnTo>
                    <a:pt x="14859" y="14859"/>
                  </a:lnTo>
                  <a:lnTo>
                    <a:pt x="4000" y="30861"/>
                  </a:lnTo>
                  <a:lnTo>
                    <a:pt x="0" y="50292"/>
                  </a:lnTo>
                  <a:lnTo>
                    <a:pt x="0" y="193167"/>
                  </a:lnTo>
                  <a:lnTo>
                    <a:pt x="4000" y="212598"/>
                  </a:lnTo>
                  <a:lnTo>
                    <a:pt x="14859" y="228600"/>
                  </a:lnTo>
                  <a:lnTo>
                    <a:pt x="30861" y="239471"/>
                  </a:lnTo>
                  <a:lnTo>
                    <a:pt x="50292" y="243459"/>
                  </a:lnTo>
                  <a:lnTo>
                    <a:pt x="621665" y="243459"/>
                  </a:lnTo>
                  <a:lnTo>
                    <a:pt x="640613" y="239471"/>
                  </a:lnTo>
                  <a:lnTo>
                    <a:pt x="656666" y="228600"/>
                  </a:lnTo>
                  <a:lnTo>
                    <a:pt x="667791" y="212598"/>
                  </a:lnTo>
                  <a:lnTo>
                    <a:pt x="670483" y="200025"/>
                  </a:lnTo>
                  <a:lnTo>
                    <a:pt x="671957" y="193167"/>
                  </a:lnTo>
                  <a:lnTo>
                    <a:pt x="671957" y="5029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20961" y="3063844"/>
              <a:ext cx="342150" cy="48925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807067" y="2660269"/>
              <a:ext cx="440055" cy="586740"/>
            </a:xfrm>
            <a:custGeom>
              <a:avLst/>
              <a:gdLst/>
              <a:ahLst/>
              <a:cxnLst/>
              <a:rect l="l" t="t" r="r" b="b"/>
              <a:pathLst>
                <a:path w="440054" h="586739">
                  <a:moveTo>
                    <a:pt x="282448" y="0"/>
                  </a:moveTo>
                  <a:lnTo>
                    <a:pt x="24383" y="0"/>
                  </a:lnTo>
                  <a:lnTo>
                    <a:pt x="14787" y="2026"/>
                  </a:lnTo>
                  <a:lnTo>
                    <a:pt x="7048" y="7445"/>
                  </a:lnTo>
                  <a:lnTo>
                    <a:pt x="1881" y="15269"/>
                  </a:lnTo>
                  <a:lnTo>
                    <a:pt x="0" y="24510"/>
                  </a:lnTo>
                  <a:lnTo>
                    <a:pt x="0" y="561975"/>
                  </a:lnTo>
                  <a:lnTo>
                    <a:pt x="1881" y="571591"/>
                  </a:lnTo>
                  <a:lnTo>
                    <a:pt x="7048" y="579374"/>
                  </a:lnTo>
                  <a:lnTo>
                    <a:pt x="14787" y="584584"/>
                  </a:lnTo>
                  <a:lnTo>
                    <a:pt x="24383" y="586485"/>
                  </a:lnTo>
                  <a:lnTo>
                    <a:pt x="415289" y="586485"/>
                  </a:lnTo>
                  <a:lnTo>
                    <a:pt x="424906" y="584584"/>
                  </a:lnTo>
                  <a:lnTo>
                    <a:pt x="432688" y="579374"/>
                  </a:lnTo>
                  <a:lnTo>
                    <a:pt x="437899" y="571591"/>
                  </a:lnTo>
                  <a:lnTo>
                    <a:pt x="439800" y="561975"/>
                  </a:lnTo>
                  <a:lnTo>
                    <a:pt x="439800" y="550290"/>
                  </a:lnTo>
                  <a:lnTo>
                    <a:pt x="36067" y="550290"/>
                  </a:lnTo>
                  <a:lnTo>
                    <a:pt x="36067" y="37210"/>
                  </a:lnTo>
                  <a:lnTo>
                    <a:pt x="323771" y="37210"/>
                  </a:lnTo>
                  <a:lnTo>
                    <a:pt x="293115" y="7874"/>
                  </a:lnTo>
                  <a:lnTo>
                    <a:pt x="288289" y="2921"/>
                  </a:lnTo>
                  <a:lnTo>
                    <a:pt x="282448" y="0"/>
                  </a:lnTo>
                  <a:close/>
                </a:path>
                <a:path w="440054" h="586739">
                  <a:moveTo>
                    <a:pt x="323771" y="37210"/>
                  </a:moveTo>
                  <a:lnTo>
                    <a:pt x="270636" y="37210"/>
                  </a:lnTo>
                  <a:lnTo>
                    <a:pt x="402589" y="163195"/>
                  </a:lnTo>
                  <a:lnTo>
                    <a:pt x="402589" y="550290"/>
                  </a:lnTo>
                  <a:lnTo>
                    <a:pt x="439800" y="550290"/>
                  </a:lnTo>
                  <a:lnTo>
                    <a:pt x="439800" y="151510"/>
                  </a:lnTo>
                  <a:lnTo>
                    <a:pt x="436879" y="144652"/>
                  </a:lnTo>
                  <a:lnTo>
                    <a:pt x="431926" y="140715"/>
                  </a:lnTo>
                  <a:lnTo>
                    <a:pt x="323771" y="3721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69957" y="2678811"/>
              <a:ext cx="170942" cy="17106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01809" y="2784348"/>
              <a:ext cx="100711" cy="14770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0439543" y="2728806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272476" y="0"/>
                  </a:moveTo>
                  <a:lnTo>
                    <a:pt x="227141" y="0"/>
                  </a:lnTo>
                  <a:lnTo>
                    <a:pt x="182172" y="6259"/>
                  </a:lnTo>
                  <a:lnTo>
                    <a:pt x="138292" y="18779"/>
                  </a:lnTo>
                  <a:lnTo>
                    <a:pt x="96225" y="37558"/>
                  </a:lnTo>
                  <a:lnTo>
                    <a:pt x="56697" y="62597"/>
                  </a:lnTo>
                  <a:lnTo>
                    <a:pt x="20431" y="93896"/>
                  </a:lnTo>
                  <a:lnTo>
                    <a:pt x="0" y="125598"/>
                  </a:lnTo>
                  <a:lnTo>
                    <a:pt x="1851" y="135764"/>
                  </a:lnTo>
                  <a:lnTo>
                    <a:pt x="7477" y="144442"/>
                  </a:lnTo>
                  <a:lnTo>
                    <a:pt x="16156" y="150087"/>
                  </a:lnTo>
                  <a:lnTo>
                    <a:pt x="26336" y="151982"/>
                  </a:lnTo>
                  <a:lnTo>
                    <a:pt x="36516" y="150139"/>
                  </a:lnTo>
                  <a:lnTo>
                    <a:pt x="45196" y="144569"/>
                  </a:lnTo>
                  <a:lnTo>
                    <a:pt x="58150" y="131615"/>
                  </a:lnTo>
                  <a:lnTo>
                    <a:pt x="95795" y="100114"/>
                  </a:lnTo>
                  <a:lnTo>
                    <a:pt x="137158" y="76481"/>
                  </a:lnTo>
                  <a:lnTo>
                    <a:pt x="181175" y="60716"/>
                  </a:lnTo>
                  <a:lnTo>
                    <a:pt x="226785" y="52822"/>
                  </a:lnTo>
                  <a:lnTo>
                    <a:pt x="272927" y="52800"/>
                  </a:lnTo>
                  <a:lnTo>
                    <a:pt x="318537" y="60654"/>
                  </a:lnTo>
                  <a:lnTo>
                    <a:pt x="362555" y="76386"/>
                  </a:lnTo>
                  <a:lnTo>
                    <a:pt x="403917" y="99996"/>
                  </a:lnTo>
                  <a:lnTo>
                    <a:pt x="441563" y="131488"/>
                  </a:lnTo>
                  <a:lnTo>
                    <a:pt x="454517" y="144442"/>
                  </a:lnTo>
                  <a:lnTo>
                    <a:pt x="463178" y="150014"/>
                  </a:lnTo>
                  <a:lnTo>
                    <a:pt x="473328" y="151871"/>
                  </a:lnTo>
                  <a:lnTo>
                    <a:pt x="483502" y="150014"/>
                  </a:lnTo>
                  <a:lnTo>
                    <a:pt x="492236" y="144442"/>
                  </a:lnTo>
                  <a:lnTo>
                    <a:pt x="497790" y="135764"/>
                  </a:lnTo>
                  <a:lnTo>
                    <a:pt x="499617" y="125598"/>
                  </a:lnTo>
                  <a:lnTo>
                    <a:pt x="497754" y="115456"/>
                  </a:lnTo>
                  <a:lnTo>
                    <a:pt x="442984" y="62597"/>
                  </a:lnTo>
                  <a:lnTo>
                    <a:pt x="403430" y="37558"/>
                  </a:lnTo>
                  <a:lnTo>
                    <a:pt x="361345" y="18779"/>
                  </a:lnTo>
                  <a:lnTo>
                    <a:pt x="317452" y="6259"/>
                  </a:lnTo>
                  <a:lnTo>
                    <a:pt x="272476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845673" y="2787523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93345" y="0"/>
                  </a:moveTo>
                  <a:lnTo>
                    <a:pt x="98425" y="97662"/>
                  </a:lnTo>
                  <a:lnTo>
                    <a:pt x="0" y="102997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0451100" y="3026108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473265" y="0"/>
                  </a:moveTo>
                  <a:lnTo>
                    <a:pt x="463071" y="1843"/>
                  </a:lnTo>
                  <a:lnTo>
                    <a:pt x="454390" y="7413"/>
                  </a:lnTo>
                  <a:lnTo>
                    <a:pt x="441436" y="20367"/>
                  </a:lnTo>
                  <a:lnTo>
                    <a:pt x="403790" y="51867"/>
                  </a:lnTo>
                  <a:lnTo>
                    <a:pt x="362428" y="75501"/>
                  </a:lnTo>
                  <a:lnTo>
                    <a:pt x="318410" y="91266"/>
                  </a:lnTo>
                  <a:lnTo>
                    <a:pt x="272800" y="99160"/>
                  </a:lnTo>
                  <a:lnTo>
                    <a:pt x="226658" y="99181"/>
                  </a:lnTo>
                  <a:lnTo>
                    <a:pt x="181048" y="91327"/>
                  </a:lnTo>
                  <a:lnTo>
                    <a:pt x="137031" y="75596"/>
                  </a:lnTo>
                  <a:lnTo>
                    <a:pt x="95668" y="51986"/>
                  </a:lnTo>
                  <a:lnTo>
                    <a:pt x="58023" y="20494"/>
                  </a:lnTo>
                  <a:lnTo>
                    <a:pt x="45069" y="7540"/>
                  </a:lnTo>
                  <a:lnTo>
                    <a:pt x="36462" y="1968"/>
                  </a:lnTo>
                  <a:lnTo>
                    <a:pt x="0" y="26384"/>
                  </a:lnTo>
                  <a:lnTo>
                    <a:pt x="1887" y="36526"/>
                  </a:lnTo>
                  <a:lnTo>
                    <a:pt x="56602" y="89385"/>
                  </a:lnTo>
                  <a:lnTo>
                    <a:pt x="96156" y="114424"/>
                  </a:lnTo>
                  <a:lnTo>
                    <a:pt x="138243" y="133203"/>
                  </a:lnTo>
                  <a:lnTo>
                    <a:pt x="182139" y="145722"/>
                  </a:lnTo>
                  <a:lnTo>
                    <a:pt x="227121" y="151982"/>
                  </a:lnTo>
                  <a:lnTo>
                    <a:pt x="272464" y="151982"/>
                  </a:lnTo>
                  <a:lnTo>
                    <a:pt x="317446" y="145722"/>
                  </a:lnTo>
                  <a:lnTo>
                    <a:pt x="361342" y="133203"/>
                  </a:lnTo>
                  <a:lnTo>
                    <a:pt x="403429" y="114424"/>
                  </a:lnTo>
                  <a:lnTo>
                    <a:pt x="442984" y="89385"/>
                  </a:lnTo>
                  <a:lnTo>
                    <a:pt x="479282" y="58086"/>
                  </a:lnTo>
                  <a:lnTo>
                    <a:pt x="499618" y="26384"/>
                  </a:lnTo>
                  <a:lnTo>
                    <a:pt x="497790" y="16218"/>
                  </a:lnTo>
                  <a:lnTo>
                    <a:pt x="492236" y="7540"/>
                  </a:lnTo>
                  <a:lnTo>
                    <a:pt x="483483" y="1895"/>
                  </a:lnTo>
                  <a:lnTo>
                    <a:pt x="47326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446131" y="3016377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5079" y="102997"/>
                  </a:moveTo>
                  <a:lnTo>
                    <a:pt x="0" y="5333"/>
                  </a:lnTo>
                  <a:lnTo>
                    <a:pt x="98425" y="0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 descr=""/>
          <p:cNvGrpSpPr/>
          <p:nvPr/>
        </p:nvGrpSpPr>
        <p:grpSpPr>
          <a:xfrm>
            <a:off x="424662" y="2194369"/>
            <a:ext cx="4301490" cy="1661160"/>
            <a:chOff x="424662" y="2194369"/>
            <a:chExt cx="4301490" cy="1661160"/>
          </a:xfrm>
        </p:grpSpPr>
        <p:sp>
          <p:nvSpPr>
            <p:cNvPr id="44" name="object 44" descr=""/>
            <p:cNvSpPr/>
            <p:nvPr/>
          </p:nvSpPr>
          <p:spPr>
            <a:xfrm>
              <a:off x="429425" y="2199132"/>
              <a:ext cx="4291965" cy="1651635"/>
            </a:xfrm>
            <a:custGeom>
              <a:avLst/>
              <a:gdLst/>
              <a:ahLst/>
              <a:cxnLst/>
              <a:rect l="l" t="t" r="r" b="b"/>
              <a:pathLst>
                <a:path w="4291965" h="1651635">
                  <a:moveTo>
                    <a:pt x="0" y="1651508"/>
                  </a:moveTo>
                  <a:lnTo>
                    <a:pt x="4291457" y="1651508"/>
                  </a:lnTo>
                  <a:lnTo>
                    <a:pt x="4291457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243961" y="2413762"/>
              <a:ext cx="1294765" cy="1223010"/>
            </a:xfrm>
            <a:custGeom>
              <a:avLst/>
              <a:gdLst/>
              <a:ahLst/>
              <a:cxnLst/>
              <a:rect l="l" t="t" r="r" b="b"/>
              <a:pathLst>
                <a:path w="1294764" h="1223010">
                  <a:moveTo>
                    <a:pt x="0" y="1222502"/>
                  </a:moveTo>
                  <a:lnTo>
                    <a:pt x="1294257" y="1222502"/>
                  </a:lnTo>
                  <a:lnTo>
                    <a:pt x="1294257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5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582161" y="2694305"/>
              <a:ext cx="605155" cy="601980"/>
            </a:xfrm>
            <a:custGeom>
              <a:avLst/>
              <a:gdLst/>
              <a:ahLst/>
              <a:cxnLst/>
              <a:rect l="l" t="t" r="r" b="b"/>
              <a:pathLst>
                <a:path w="605154" h="601979">
                  <a:moveTo>
                    <a:pt x="84836" y="0"/>
                  </a:moveTo>
                  <a:lnTo>
                    <a:pt x="50673" y="0"/>
                  </a:lnTo>
                  <a:lnTo>
                    <a:pt x="31289" y="4133"/>
                  </a:lnTo>
                  <a:lnTo>
                    <a:pt x="15144" y="15351"/>
                  </a:lnTo>
                  <a:lnTo>
                    <a:pt x="4095" y="31878"/>
                  </a:lnTo>
                  <a:lnTo>
                    <a:pt x="0" y="51943"/>
                  </a:lnTo>
                  <a:lnTo>
                    <a:pt x="1142" y="51943"/>
                  </a:lnTo>
                  <a:lnTo>
                    <a:pt x="1142" y="549783"/>
                  </a:lnTo>
                  <a:lnTo>
                    <a:pt x="5274" y="569847"/>
                  </a:lnTo>
                  <a:lnTo>
                    <a:pt x="16478" y="586374"/>
                  </a:lnTo>
                  <a:lnTo>
                    <a:pt x="32968" y="597592"/>
                  </a:lnTo>
                  <a:lnTo>
                    <a:pt x="52959" y="601726"/>
                  </a:lnTo>
                  <a:lnTo>
                    <a:pt x="554354" y="601726"/>
                  </a:lnTo>
                  <a:lnTo>
                    <a:pt x="573758" y="597592"/>
                  </a:lnTo>
                  <a:lnTo>
                    <a:pt x="589946" y="586374"/>
                  </a:lnTo>
                  <a:lnTo>
                    <a:pt x="601039" y="569847"/>
                  </a:lnTo>
                  <a:lnTo>
                    <a:pt x="603227" y="559180"/>
                  </a:lnTo>
                  <a:lnTo>
                    <a:pt x="47116" y="559180"/>
                  </a:lnTo>
                  <a:lnTo>
                    <a:pt x="43561" y="555625"/>
                  </a:lnTo>
                  <a:lnTo>
                    <a:pt x="43561" y="47244"/>
                  </a:lnTo>
                  <a:lnTo>
                    <a:pt x="47116" y="44830"/>
                  </a:lnTo>
                  <a:lnTo>
                    <a:pt x="135313" y="44830"/>
                  </a:lnTo>
                  <a:lnTo>
                    <a:pt x="132645" y="31878"/>
                  </a:lnTo>
                  <a:lnTo>
                    <a:pt x="121427" y="15351"/>
                  </a:lnTo>
                  <a:lnTo>
                    <a:pt x="104900" y="4133"/>
                  </a:lnTo>
                  <a:lnTo>
                    <a:pt x="84836" y="0"/>
                  </a:lnTo>
                  <a:close/>
                </a:path>
                <a:path w="605154" h="601979">
                  <a:moveTo>
                    <a:pt x="602254" y="48387"/>
                  </a:moveTo>
                  <a:lnTo>
                    <a:pt x="552068" y="48387"/>
                  </a:lnTo>
                  <a:lnTo>
                    <a:pt x="560324" y="53086"/>
                  </a:lnTo>
                  <a:lnTo>
                    <a:pt x="560324" y="555625"/>
                  </a:lnTo>
                  <a:lnTo>
                    <a:pt x="556767" y="559180"/>
                  </a:lnTo>
                  <a:lnTo>
                    <a:pt x="603227" y="559180"/>
                  </a:lnTo>
                  <a:lnTo>
                    <a:pt x="605154" y="549783"/>
                  </a:lnTo>
                  <a:lnTo>
                    <a:pt x="605154" y="57785"/>
                  </a:lnTo>
                  <a:lnTo>
                    <a:pt x="602254" y="48387"/>
                  </a:lnTo>
                  <a:close/>
                </a:path>
                <a:path w="605154" h="601979">
                  <a:moveTo>
                    <a:pt x="135313" y="44830"/>
                  </a:moveTo>
                  <a:lnTo>
                    <a:pt x="50673" y="44830"/>
                  </a:lnTo>
                  <a:lnTo>
                    <a:pt x="50673" y="46100"/>
                  </a:lnTo>
                  <a:lnTo>
                    <a:pt x="89535" y="46100"/>
                  </a:lnTo>
                  <a:lnTo>
                    <a:pt x="91948" y="48387"/>
                  </a:lnTo>
                  <a:lnTo>
                    <a:pt x="91948" y="241808"/>
                  </a:lnTo>
                  <a:lnTo>
                    <a:pt x="126111" y="241808"/>
                  </a:lnTo>
                  <a:lnTo>
                    <a:pt x="201600" y="166370"/>
                  </a:lnTo>
                  <a:lnTo>
                    <a:pt x="136778" y="166370"/>
                  </a:lnTo>
                  <a:lnTo>
                    <a:pt x="136778" y="51943"/>
                  </a:lnTo>
                  <a:lnTo>
                    <a:pt x="135313" y="44830"/>
                  </a:lnTo>
                  <a:close/>
                </a:path>
                <a:path w="605154" h="601979">
                  <a:moveTo>
                    <a:pt x="368523" y="48387"/>
                  </a:moveTo>
                  <a:lnTo>
                    <a:pt x="319532" y="48387"/>
                  </a:lnTo>
                  <a:lnTo>
                    <a:pt x="326643" y="53086"/>
                  </a:lnTo>
                  <a:lnTo>
                    <a:pt x="326643" y="241808"/>
                  </a:lnTo>
                  <a:lnTo>
                    <a:pt x="360807" y="241808"/>
                  </a:lnTo>
                  <a:lnTo>
                    <a:pt x="436347" y="166370"/>
                  </a:lnTo>
                  <a:lnTo>
                    <a:pt x="371475" y="166370"/>
                  </a:lnTo>
                  <a:lnTo>
                    <a:pt x="371475" y="57785"/>
                  </a:lnTo>
                  <a:lnTo>
                    <a:pt x="368523" y="48387"/>
                  </a:lnTo>
                  <a:close/>
                </a:path>
                <a:path w="605154" h="601979">
                  <a:moveTo>
                    <a:pt x="310235" y="6046"/>
                  </a:moveTo>
                  <a:lnTo>
                    <a:pt x="282955" y="20066"/>
                  </a:lnTo>
                  <a:lnTo>
                    <a:pt x="136778" y="166370"/>
                  </a:lnTo>
                  <a:lnTo>
                    <a:pt x="201600" y="166370"/>
                  </a:lnTo>
                  <a:lnTo>
                    <a:pt x="313689" y="54355"/>
                  </a:lnTo>
                  <a:lnTo>
                    <a:pt x="319532" y="48387"/>
                  </a:lnTo>
                  <a:lnTo>
                    <a:pt x="368523" y="48387"/>
                  </a:lnTo>
                  <a:lnTo>
                    <a:pt x="362126" y="28013"/>
                  </a:lnTo>
                  <a:lnTo>
                    <a:pt x="339169" y="9731"/>
                  </a:lnTo>
                  <a:lnTo>
                    <a:pt x="310235" y="6046"/>
                  </a:lnTo>
                  <a:close/>
                </a:path>
                <a:path w="605154" h="601979">
                  <a:moveTo>
                    <a:pt x="544397" y="6046"/>
                  </a:moveTo>
                  <a:lnTo>
                    <a:pt x="516636" y="20066"/>
                  </a:lnTo>
                  <a:lnTo>
                    <a:pt x="371475" y="166370"/>
                  </a:lnTo>
                  <a:lnTo>
                    <a:pt x="436347" y="166370"/>
                  </a:lnTo>
                  <a:lnTo>
                    <a:pt x="548513" y="54355"/>
                  </a:lnTo>
                  <a:lnTo>
                    <a:pt x="552068" y="48387"/>
                  </a:lnTo>
                  <a:lnTo>
                    <a:pt x="602254" y="48387"/>
                  </a:lnTo>
                  <a:lnTo>
                    <a:pt x="595967" y="28013"/>
                  </a:lnTo>
                  <a:lnTo>
                    <a:pt x="573277" y="9731"/>
                  </a:lnTo>
                  <a:lnTo>
                    <a:pt x="544397" y="604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21226" y="3025761"/>
              <a:ext cx="118003" cy="117996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42969" y="3025761"/>
              <a:ext cx="118003" cy="117996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639813" y="2413762"/>
              <a:ext cx="2395855" cy="1223010"/>
            </a:xfrm>
            <a:custGeom>
              <a:avLst/>
              <a:gdLst/>
              <a:ahLst/>
              <a:cxnLst/>
              <a:rect l="l" t="t" r="r" b="b"/>
              <a:pathLst>
                <a:path w="2395855" h="1223010">
                  <a:moveTo>
                    <a:pt x="0" y="1222502"/>
                  </a:moveTo>
                  <a:lnTo>
                    <a:pt x="2395855" y="1222502"/>
                  </a:lnTo>
                  <a:lnTo>
                    <a:pt x="2395855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5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5458" y="2685249"/>
              <a:ext cx="57207" cy="371386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2182876" y="2764154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4" h="529589">
                  <a:moveTo>
                    <a:pt x="586232" y="406781"/>
                  </a:moveTo>
                  <a:lnTo>
                    <a:pt x="584454" y="398754"/>
                  </a:lnTo>
                  <a:lnTo>
                    <a:pt x="579716" y="392214"/>
                  </a:lnTo>
                  <a:lnTo>
                    <a:pt x="572833" y="387819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19"/>
                  </a:lnTo>
                  <a:lnTo>
                    <a:pt x="435190" y="392214"/>
                  </a:lnTo>
                  <a:lnTo>
                    <a:pt x="430403" y="398754"/>
                  </a:lnTo>
                  <a:lnTo>
                    <a:pt x="428625" y="406781"/>
                  </a:lnTo>
                  <a:lnTo>
                    <a:pt x="430403" y="414997"/>
                  </a:lnTo>
                  <a:lnTo>
                    <a:pt x="435190" y="421932"/>
                  </a:lnTo>
                  <a:lnTo>
                    <a:pt x="442125" y="426720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32"/>
                  </a:lnTo>
                  <a:lnTo>
                    <a:pt x="584454" y="414997"/>
                  </a:lnTo>
                  <a:lnTo>
                    <a:pt x="586232" y="406781"/>
                  </a:lnTo>
                  <a:close/>
                </a:path>
                <a:path w="672464" h="529589">
                  <a:moveTo>
                    <a:pt x="586232" y="121031"/>
                  </a:moveTo>
                  <a:lnTo>
                    <a:pt x="584454" y="113017"/>
                  </a:lnTo>
                  <a:lnTo>
                    <a:pt x="579716" y="106527"/>
                  </a:lnTo>
                  <a:lnTo>
                    <a:pt x="572833" y="102171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71"/>
                  </a:lnTo>
                  <a:lnTo>
                    <a:pt x="435190" y="106527"/>
                  </a:lnTo>
                  <a:lnTo>
                    <a:pt x="430403" y="113017"/>
                  </a:lnTo>
                  <a:lnTo>
                    <a:pt x="428625" y="121031"/>
                  </a:lnTo>
                  <a:lnTo>
                    <a:pt x="430403" y="129247"/>
                  </a:lnTo>
                  <a:lnTo>
                    <a:pt x="435190" y="136182"/>
                  </a:lnTo>
                  <a:lnTo>
                    <a:pt x="442125" y="140970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70"/>
                  </a:lnTo>
                  <a:lnTo>
                    <a:pt x="579716" y="136182"/>
                  </a:lnTo>
                  <a:lnTo>
                    <a:pt x="584454" y="129247"/>
                  </a:lnTo>
                  <a:lnTo>
                    <a:pt x="586232" y="121031"/>
                  </a:lnTo>
                  <a:close/>
                </a:path>
                <a:path w="672464" h="529589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94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419" y="285623"/>
                  </a:lnTo>
                  <a:lnTo>
                    <a:pt x="30962" y="289623"/>
                  </a:lnTo>
                  <a:lnTo>
                    <a:pt x="14922" y="300494"/>
                  </a:lnTo>
                  <a:lnTo>
                    <a:pt x="4013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13" y="498221"/>
                  </a:lnTo>
                  <a:lnTo>
                    <a:pt x="14909" y="514223"/>
                  </a:lnTo>
                  <a:lnTo>
                    <a:pt x="30962" y="525081"/>
                  </a:lnTo>
                  <a:lnTo>
                    <a:pt x="50419" y="529082"/>
                  </a:lnTo>
                  <a:lnTo>
                    <a:pt x="621665" y="529082"/>
                  </a:lnTo>
                  <a:lnTo>
                    <a:pt x="640676" y="525081"/>
                  </a:lnTo>
                  <a:lnTo>
                    <a:pt x="656780" y="514223"/>
                  </a:lnTo>
                  <a:lnTo>
                    <a:pt x="667918" y="498221"/>
                  </a:lnTo>
                  <a:lnTo>
                    <a:pt x="670610" y="485648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4" h="529589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593"/>
                  </a:lnTo>
                  <a:lnTo>
                    <a:pt x="628650" y="197612"/>
                  </a:lnTo>
                  <a:lnTo>
                    <a:pt x="626237" y="199898"/>
                  </a:lnTo>
                  <a:lnTo>
                    <a:pt x="45847" y="199898"/>
                  </a:lnTo>
                  <a:lnTo>
                    <a:pt x="43434" y="197612"/>
                  </a:lnTo>
                  <a:lnTo>
                    <a:pt x="43434" y="45593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593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419" y="0"/>
                  </a:lnTo>
                  <a:lnTo>
                    <a:pt x="30962" y="3987"/>
                  </a:lnTo>
                  <a:lnTo>
                    <a:pt x="14922" y="14795"/>
                  </a:lnTo>
                  <a:lnTo>
                    <a:pt x="4013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13" y="212471"/>
                  </a:lnTo>
                  <a:lnTo>
                    <a:pt x="14909" y="228473"/>
                  </a:lnTo>
                  <a:lnTo>
                    <a:pt x="30962" y="239331"/>
                  </a:lnTo>
                  <a:lnTo>
                    <a:pt x="50419" y="243332"/>
                  </a:lnTo>
                  <a:lnTo>
                    <a:pt x="621665" y="243332"/>
                  </a:lnTo>
                  <a:lnTo>
                    <a:pt x="640676" y="239331"/>
                  </a:lnTo>
                  <a:lnTo>
                    <a:pt x="656780" y="228473"/>
                  </a:lnTo>
                  <a:lnTo>
                    <a:pt x="667918" y="212471"/>
                  </a:lnTo>
                  <a:lnTo>
                    <a:pt x="670610" y="199898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0425" y="3099658"/>
              <a:ext cx="342150" cy="48925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846505" y="2696083"/>
              <a:ext cx="440055" cy="586740"/>
            </a:xfrm>
            <a:custGeom>
              <a:avLst/>
              <a:gdLst/>
              <a:ahLst/>
              <a:cxnLst/>
              <a:rect l="l" t="t" r="r" b="b"/>
              <a:pathLst>
                <a:path w="440055" h="586739">
                  <a:moveTo>
                    <a:pt x="282473" y="0"/>
                  </a:moveTo>
                  <a:lnTo>
                    <a:pt x="24409" y="0"/>
                  </a:lnTo>
                  <a:lnTo>
                    <a:pt x="14825" y="2024"/>
                  </a:lnTo>
                  <a:lnTo>
                    <a:pt x="7075" y="7429"/>
                  </a:lnTo>
                  <a:lnTo>
                    <a:pt x="1890" y="15216"/>
                  </a:lnTo>
                  <a:lnTo>
                    <a:pt x="0" y="24384"/>
                  </a:lnTo>
                  <a:lnTo>
                    <a:pt x="0" y="561975"/>
                  </a:lnTo>
                  <a:lnTo>
                    <a:pt x="1890" y="571571"/>
                  </a:lnTo>
                  <a:lnTo>
                    <a:pt x="7075" y="579310"/>
                  </a:lnTo>
                  <a:lnTo>
                    <a:pt x="14825" y="584477"/>
                  </a:lnTo>
                  <a:lnTo>
                    <a:pt x="24409" y="586359"/>
                  </a:lnTo>
                  <a:lnTo>
                    <a:pt x="415404" y="586359"/>
                  </a:lnTo>
                  <a:lnTo>
                    <a:pt x="424998" y="584477"/>
                  </a:lnTo>
                  <a:lnTo>
                    <a:pt x="432769" y="579310"/>
                  </a:lnTo>
                  <a:lnTo>
                    <a:pt x="437976" y="571571"/>
                  </a:lnTo>
                  <a:lnTo>
                    <a:pt x="439877" y="561975"/>
                  </a:lnTo>
                  <a:lnTo>
                    <a:pt x="439877" y="550164"/>
                  </a:lnTo>
                  <a:lnTo>
                    <a:pt x="36106" y="550164"/>
                  </a:lnTo>
                  <a:lnTo>
                    <a:pt x="36106" y="37084"/>
                  </a:lnTo>
                  <a:lnTo>
                    <a:pt x="323837" y="37084"/>
                  </a:lnTo>
                  <a:lnTo>
                    <a:pt x="293217" y="7747"/>
                  </a:lnTo>
                  <a:lnTo>
                    <a:pt x="288277" y="2921"/>
                  </a:lnTo>
                  <a:lnTo>
                    <a:pt x="282473" y="0"/>
                  </a:lnTo>
                  <a:close/>
                </a:path>
                <a:path w="440055" h="586739">
                  <a:moveTo>
                    <a:pt x="323837" y="37084"/>
                  </a:moveTo>
                  <a:lnTo>
                    <a:pt x="270700" y="37084"/>
                  </a:lnTo>
                  <a:lnTo>
                    <a:pt x="402666" y="163195"/>
                  </a:lnTo>
                  <a:lnTo>
                    <a:pt x="402666" y="550164"/>
                  </a:lnTo>
                  <a:lnTo>
                    <a:pt x="439877" y="550164"/>
                  </a:lnTo>
                  <a:lnTo>
                    <a:pt x="439877" y="151384"/>
                  </a:lnTo>
                  <a:lnTo>
                    <a:pt x="436829" y="144525"/>
                  </a:lnTo>
                  <a:lnTo>
                    <a:pt x="432003" y="140716"/>
                  </a:lnTo>
                  <a:lnTo>
                    <a:pt x="323837" y="370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9395" y="2714625"/>
              <a:ext cx="171018" cy="170942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41323" y="2820162"/>
              <a:ext cx="100622" cy="147574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479042" y="2764535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4" h="152400">
                  <a:moveTo>
                    <a:pt x="272480" y="0"/>
                  </a:moveTo>
                  <a:lnTo>
                    <a:pt x="227137" y="8"/>
                  </a:lnTo>
                  <a:lnTo>
                    <a:pt x="182155" y="6272"/>
                  </a:lnTo>
                  <a:lnTo>
                    <a:pt x="138259" y="18791"/>
                  </a:lnTo>
                  <a:lnTo>
                    <a:pt x="96172" y="37561"/>
                  </a:lnTo>
                  <a:lnTo>
                    <a:pt x="56617" y="62583"/>
                  </a:lnTo>
                  <a:lnTo>
                    <a:pt x="20320" y="93853"/>
                  </a:lnTo>
                  <a:lnTo>
                    <a:pt x="0" y="125666"/>
                  </a:lnTo>
                  <a:lnTo>
                    <a:pt x="1813" y="135846"/>
                  </a:lnTo>
                  <a:lnTo>
                    <a:pt x="7366" y="144526"/>
                  </a:lnTo>
                  <a:lnTo>
                    <a:pt x="16119" y="150098"/>
                  </a:lnTo>
                  <a:lnTo>
                    <a:pt x="26336" y="151955"/>
                  </a:lnTo>
                  <a:lnTo>
                    <a:pt x="36530" y="150098"/>
                  </a:lnTo>
                  <a:lnTo>
                    <a:pt x="45212" y="144526"/>
                  </a:lnTo>
                  <a:lnTo>
                    <a:pt x="58166" y="131699"/>
                  </a:lnTo>
                  <a:lnTo>
                    <a:pt x="95811" y="100165"/>
                  </a:lnTo>
                  <a:lnTo>
                    <a:pt x="137173" y="76513"/>
                  </a:lnTo>
                  <a:lnTo>
                    <a:pt x="181191" y="60743"/>
                  </a:lnTo>
                  <a:lnTo>
                    <a:pt x="226801" y="52853"/>
                  </a:lnTo>
                  <a:lnTo>
                    <a:pt x="272943" y="52843"/>
                  </a:lnTo>
                  <a:lnTo>
                    <a:pt x="318553" y="60710"/>
                  </a:lnTo>
                  <a:lnTo>
                    <a:pt x="362571" y="76455"/>
                  </a:lnTo>
                  <a:lnTo>
                    <a:pt x="403933" y="100076"/>
                  </a:lnTo>
                  <a:lnTo>
                    <a:pt x="441578" y="131572"/>
                  </a:lnTo>
                  <a:lnTo>
                    <a:pt x="454533" y="144526"/>
                  </a:lnTo>
                  <a:lnTo>
                    <a:pt x="463194" y="150044"/>
                  </a:lnTo>
                  <a:lnTo>
                    <a:pt x="473344" y="151907"/>
                  </a:lnTo>
                  <a:lnTo>
                    <a:pt x="483518" y="150080"/>
                  </a:lnTo>
                  <a:lnTo>
                    <a:pt x="492252" y="144526"/>
                  </a:lnTo>
                  <a:lnTo>
                    <a:pt x="497806" y="135792"/>
                  </a:lnTo>
                  <a:lnTo>
                    <a:pt x="499633" y="125618"/>
                  </a:lnTo>
                  <a:lnTo>
                    <a:pt x="497770" y="115468"/>
                  </a:lnTo>
                  <a:lnTo>
                    <a:pt x="443000" y="62557"/>
                  </a:lnTo>
                  <a:lnTo>
                    <a:pt x="403445" y="37525"/>
                  </a:lnTo>
                  <a:lnTo>
                    <a:pt x="361358" y="18756"/>
                  </a:lnTo>
                  <a:lnTo>
                    <a:pt x="317462" y="6248"/>
                  </a:lnTo>
                  <a:lnTo>
                    <a:pt x="27248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885187" y="2823210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93344" y="0"/>
                  </a:moveTo>
                  <a:lnTo>
                    <a:pt x="98425" y="97663"/>
                  </a:lnTo>
                  <a:lnTo>
                    <a:pt x="0" y="102997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490583" y="3061906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4" h="152400">
                  <a:moveTo>
                    <a:pt x="473281" y="0"/>
                  </a:moveTo>
                  <a:lnTo>
                    <a:pt x="463101" y="1857"/>
                  </a:lnTo>
                  <a:lnTo>
                    <a:pt x="454421" y="7429"/>
                  </a:lnTo>
                  <a:lnTo>
                    <a:pt x="441467" y="20256"/>
                  </a:lnTo>
                  <a:lnTo>
                    <a:pt x="403822" y="51790"/>
                  </a:lnTo>
                  <a:lnTo>
                    <a:pt x="362459" y="75441"/>
                  </a:lnTo>
                  <a:lnTo>
                    <a:pt x="318442" y="91211"/>
                  </a:lnTo>
                  <a:lnTo>
                    <a:pt x="272832" y="99101"/>
                  </a:lnTo>
                  <a:lnTo>
                    <a:pt x="226690" y="99112"/>
                  </a:lnTo>
                  <a:lnTo>
                    <a:pt x="181080" y="91244"/>
                  </a:lnTo>
                  <a:lnTo>
                    <a:pt x="137062" y="75500"/>
                  </a:lnTo>
                  <a:lnTo>
                    <a:pt x="95700" y="51879"/>
                  </a:lnTo>
                  <a:lnTo>
                    <a:pt x="58054" y="20383"/>
                  </a:lnTo>
                  <a:lnTo>
                    <a:pt x="45100" y="7429"/>
                  </a:lnTo>
                  <a:lnTo>
                    <a:pt x="36439" y="1910"/>
                  </a:lnTo>
                  <a:lnTo>
                    <a:pt x="0" y="26336"/>
                  </a:lnTo>
                  <a:lnTo>
                    <a:pt x="1863" y="36486"/>
                  </a:lnTo>
                  <a:lnTo>
                    <a:pt x="56633" y="89398"/>
                  </a:lnTo>
                  <a:lnTo>
                    <a:pt x="96187" y="114429"/>
                  </a:lnTo>
                  <a:lnTo>
                    <a:pt x="138272" y="133198"/>
                  </a:lnTo>
                  <a:lnTo>
                    <a:pt x="182165" y="145706"/>
                  </a:lnTo>
                  <a:lnTo>
                    <a:pt x="227141" y="151955"/>
                  </a:lnTo>
                  <a:lnTo>
                    <a:pt x="272476" y="151947"/>
                  </a:lnTo>
                  <a:lnTo>
                    <a:pt x="317445" y="145682"/>
                  </a:lnTo>
                  <a:lnTo>
                    <a:pt x="361325" y="133164"/>
                  </a:lnTo>
                  <a:lnTo>
                    <a:pt x="403392" y="114393"/>
                  </a:lnTo>
                  <a:lnTo>
                    <a:pt x="442920" y="89372"/>
                  </a:lnTo>
                  <a:lnTo>
                    <a:pt x="479186" y="58102"/>
                  </a:lnTo>
                  <a:lnTo>
                    <a:pt x="499618" y="26289"/>
                  </a:lnTo>
                  <a:lnTo>
                    <a:pt x="497766" y="16109"/>
                  </a:lnTo>
                  <a:lnTo>
                    <a:pt x="492140" y="7429"/>
                  </a:lnTo>
                  <a:lnTo>
                    <a:pt x="483461" y="1857"/>
                  </a:lnTo>
                  <a:lnTo>
                    <a:pt x="47328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485645" y="3052191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5079" y="102997"/>
                  </a:moveTo>
                  <a:lnTo>
                    <a:pt x="0" y="5333"/>
                  </a:lnTo>
                  <a:lnTo>
                    <a:pt x="98425" y="0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 descr=""/>
          <p:cNvGrpSpPr/>
          <p:nvPr/>
        </p:nvGrpSpPr>
        <p:grpSpPr>
          <a:xfrm>
            <a:off x="419912" y="6772782"/>
            <a:ext cx="14519910" cy="2804160"/>
            <a:chOff x="419912" y="6772782"/>
            <a:chExt cx="14519910" cy="2804160"/>
          </a:xfrm>
        </p:grpSpPr>
        <p:sp>
          <p:nvSpPr>
            <p:cNvPr id="61" name="object 61" descr=""/>
            <p:cNvSpPr/>
            <p:nvPr/>
          </p:nvSpPr>
          <p:spPr>
            <a:xfrm>
              <a:off x="429437" y="6782307"/>
              <a:ext cx="14500860" cy="2785110"/>
            </a:xfrm>
            <a:custGeom>
              <a:avLst/>
              <a:gdLst/>
              <a:ahLst/>
              <a:cxnLst/>
              <a:rect l="l" t="t" r="r" b="b"/>
              <a:pathLst>
                <a:path w="14500860" h="2785109">
                  <a:moveTo>
                    <a:pt x="14500860" y="0"/>
                  </a:moveTo>
                  <a:lnTo>
                    <a:pt x="0" y="0"/>
                  </a:lnTo>
                  <a:lnTo>
                    <a:pt x="0" y="2784602"/>
                  </a:lnTo>
                  <a:lnTo>
                    <a:pt x="14500860" y="2784602"/>
                  </a:lnTo>
                  <a:lnTo>
                    <a:pt x="14500860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29437" y="6782307"/>
              <a:ext cx="14500860" cy="2785110"/>
            </a:xfrm>
            <a:custGeom>
              <a:avLst/>
              <a:gdLst/>
              <a:ahLst/>
              <a:cxnLst/>
              <a:rect l="l" t="t" r="r" b="b"/>
              <a:pathLst>
                <a:path w="14500860" h="2785109">
                  <a:moveTo>
                    <a:pt x="0" y="2784602"/>
                  </a:moveTo>
                  <a:lnTo>
                    <a:pt x="14500860" y="2784602"/>
                  </a:lnTo>
                  <a:lnTo>
                    <a:pt x="14500860" y="0"/>
                  </a:lnTo>
                  <a:lnTo>
                    <a:pt x="0" y="0"/>
                  </a:lnTo>
                  <a:lnTo>
                    <a:pt x="0" y="2784602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901395" y="425272"/>
            <a:ext cx="12847955" cy="1301115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pc="450">
                <a:solidFill>
                  <a:srgbClr val="0074A1"/>
                </a:solidFill>
                <a:latin typeface="Calibri"/>
                <a:cs typeface="Calibri"/>
              </a:rPr>
              <a:t>[Before]</a:t>
            </a:r>
            <a:r>
              <a:rPr dirty="0" spc="225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360"/>
                </a:solidFill>
              </a:rPr>
              <a:t>레거시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인프라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및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아키텍처가</a:t>
            </a:r>
            <a:r>
              <a:rPr dirty="0" spc="-3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2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성능 </a:t>
            </a:r>
            <a:r>
              <a:rPr dirty="0">
                <a:solidFill>
                  <a:srgbClr val="173360"/>
                </a:solidFill>
              </a:rPr>
              <a:t>요구사항을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충족하지</a:t>
            </a:r>
            <a:r>
              <a:rPr dirty="0" spc="-32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못함</a:t>
            </a:r>
          </a:p>
        </p:txBody>
      </p:sp>
      <p:sp>
        <p:nvSpPr>
          <p:cNvPr id="64" name="object 64" descr=""/>
          <p:cNvSpPr txBox="1"/>
          <p:nvPr/>
        </p:nvSpPr>
        <p:spPr>
          <a:xfrm>
            <a:off x="900480" y="7602473"/>
            <a:ext cx="7016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305" b="1">
                <a:solidFill>
                  <a:srgbClr val="0D68BB"/>
                </a:solidFill>
                <a:latin typeface="Calibri"/>
                <a:cs typeface="Calibri"/>
              </a:rPr>
              <a:t>CRM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3683634" y="7602473"/>
            <a:ext cx="7886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5" b="1">
                <a:solidFill>
                  <a:srgbClr val="0D68BB"/>
                </a:solidFill>
                <a:latin typeface="Calibri"/>
                <a:cs typeface="Calibri"/>
              </a:rPr>
              <a:t>MDM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6410705" y="7602473"/>
            <a:ext cx="10693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335" b="1">
                <a:solidFill>
                  <a:srgbClr val="0D68BB"/>
                </a:solidFill>
                <a:latin typeface="Calibri"/>
                <a:cs typeface="Calibri"/>
              </a:rPr>
              <a:t>Legacy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9506204" y="7602473"/>
            <a:ext cx="73406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0" b="1">
                <a:solidFill>
                  <a:srgbClr val="0D68BB"/>
                </a:solidFill>
                <a:latin typeface="Calibri"/>
                <a:cs typeface="Calibri"/>
              </a:rPr>
              <a:t>ITSM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3592321" y="2194369"/>
            <a:ext cx="11343005" cy="1661160"/>
            <a:chOff x="3592321" y="2194369"/>
            <a:chExt cx="11343005" cy="1661160"/>
          </a:xfrm>
        </p:grpSpPr>
        <p:sp>
          <p:nvSpPr>
            <p:cNvPr id="69" name="object 69" descr=""/>
            <p:cNvSpPr/>
            <p:nvPr/>
          </p:nvSpPr>
          <p:spPr>
            <a:xfrm>
              <a:off x="12377673" y="2199132"/>
              <a:ext cx="2552700" cy="1651635"/>
            </a:xfrm>
            <a:custGeom>
              <a:avLst/>
              <a:gdLst/>
              <a:ahLst/>
              <a:cxnLst/>
              <a:rect l="l" t="t" r="r" b="b"/>
              <a:pathLst>
                <a:path w="2552700" h="1651635">
                  <a:moveTo>
                    <a:pt x="0" y="1651508"/>
                  </a:moveTo>
                  <a:lnTo>
                    <a:pt x="2552699" y="1651508"/>
                  </a:lnTo>
                  <a:lnTo>
                    <a:pt x="2552699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592321" y="3421786"/>
              <a:ext cx="605155" cy="361950"/>
            </a:xfrm>
            <a:custGeom>
              <a:avLst/>
              <a:gdLst/>
              <a:ahLst/>
              <a:cxnLst/>
              <a:rect l="l" t="t" r="r" b="b"/>
              <a:pathLst>
                <a:path w="605154" h="361950">
                  <a:moveTo>
                    <a:pt x="605104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605104" y="361797"/>
                  </a:lnTo>
                  <a:lnTo>
                    <a:pt x="605104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 txBox="1"/>
          <p:nvPr/>
        </p:nvSpPr>
        <p:spPr>
          <a:xfrm>
            <a:off x="3724783" y="3457701"/>
            <a:ext cx="34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80" b="1">
                <a:solidFill>
                  <a:srgbClr val="173360"/>
                </a:solidFill>
                <a:latin typeface="Calibri"/>
                <a:cs typeface="Calibri"/>
              </a:rPr>
              <a:t>DC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2480925" y="3421837"/>
            <a:ext cx="2346325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448309">
              <a:lnSpc>
                <a:spcPct val="100000"/>
              </a:lnSpc>
              <a:spcBef>
                <a:spcPts val="375"/>
              </a:spcBef>
            </a:pP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MOBILE/WEB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4922583" y="2194369"/>
            <a:ext cx="4301490" cy="1661160"/>
            <a:chOff x="4922583" y="2194369"/>
            <a:chExt cx="4301490" cy="1661160"/>
          </a:xfrm>
        </p:grpSpPr>
        <p:sp>
          <p:nvSpPr>
            <p:cNvPr id="74" name="object 74" descr=""/>
            <p:cNvSpPr/>
            <p:nvPr/>
          </p:nvSpPr>
          <p:spPr>
            <a:xfrm>
              <a:off x="4927346" y="2199132"/>
              <a:ext cx="4291965" cy="1651635"/>
            </a:xfrm>
            <a:custGeom>
              <a:avLst/>
              <a:gdLst/>
              <a:ahLst/>
              <a:cxnLst/>
              <a:rect l="l" t="t" r="r" b="b"/>
              <a:pathLst>
                <a:path w="4291965" h="1651635">
                  <a:moveTo>
                    <a:pt x="0" y="1651508"/>
                  </a:moveTo>
                  <a:lnTo>
                    <a:pt x="4291457" y="1651508"/>
                  </a:lnTo>
                  <a:lnTo>
                    <a:pt x="4291457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5105146" y="2391537"/>
              <a:ext cx="3936365" cy="1223010"/>
            </a:xfrm>
            <a:custGeom>
              <a:avLst/>
              <a:gdLst/>
              <a:ahLst/>
              <a:cxnLst/>
              <a:rect l="l" t="t" r="r" b="b"/>
              <a:pathLst>
                <a:path w="3936365" h="1223010">
                  <a:moveTo>
                    <a:pt x="2641854" y="1222502"/>
                  </a:moveTo>
                  <a:lnTo>
                    <a:pt x="3935983" y="1222502"/>
                  </a:lnTo>
                  <a:lnTo>
                    <a:pt x="3935983" y="0"/>
                  </a:lnTo>
                  <a:lnTo>
                    <a:pt x="2641854" y="0"/>
                  </a:lnTo>
                  <a:lnTo>
                    <a:pt x="2641854" y="1222502"/>
                  </a:lnTo>
                  <a:close/>
                </a:path>
                <a:path w="3936365" h="1223010">
                  <a:moveTo>
                    <a:pt x="0" y="1222502"/>
                  </a:moveTo>
                  <a:lnTo>
                    <a:pt x="2395854" y="1222502"/>
                  </a:lnTo>
                  <a:lnTo>
                    <a:pt x="2395854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5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098663" y="3421786"/>
              <a:ext cx="605155" cy="361950"/>
            </a:xfrm>
            <a:custGeom>
              <a:avLst/>
              <a:gdLst/>
              <a:ahLst/>
              <a:cxnLst/>
              <a:rect l="l" t="t" r="r" b="b"/>
              <a:pathLst>
                <a:path w="605154" h="361950">
                  <a:moveTo>
                    <a:pt x="605104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605104" y="361797"/>
                  </a:lnTo>
                  <a:lnTo>
                    <a:pt x="605104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8231505" y="3457701"/>
            <a:ext cx="34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80" b="1">
                <a:solidFill>
                  <a:srgbClr val="173360"/>
                </a:solidFill>
                <a:latin typeface="Calibri"/>
                <a:cs typeface="Calibri"/>
              </a:rPr>
              <a:t>DC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0069576" y="3421837"/>
            <a:ext cx="1457325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75"/>
              </a:spcBef>
            </a:pPr>
            <a:r>
              <a:rPr dirty="0" sz="1600" spc="225" b="1">
                <a:solidFill>
                  <a:srgbClr val="173360"/>
                </a:solidFill>
                <a:latin typeface="Calibri"/>
                <a:cs typeface="Calibri"/>
              </a:rPr>
              <a:t>Branch</a:t>
            </a:r>
            <a:r>
              <a:rPr dirty="0" sz="1600" spc="9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55" b="1">
                <a:solidFill>
                  <a:srgbClr val="173360"/>
                </a:solidFill>
                <a:latin typeface="Calibri"/>
                <a:cs typeface="Calibri"/>
              </a:rPr>
              <a:t>(PoS)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5395193" y="4227703"/>
            <a:ext cx="867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ECOMM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16686403" y="4227703"/>
            <a:ext cx="8477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173360"/>
                </a:solidFill>
                <a:latin typeface="Calibri"/>
                <a:cs typeface="Calibri"/>
              </a:rPr>
              <a:t>Catalog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6849725" y="6923658"/>
            <a:ext cx="519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OMS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5315057" y="6923658"/>
            <a:ext cx="10521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65" b="1">
                <a:solidFill>
                  <a:srgbClr val="173360"/>
                </a:solidFill>
                <a:latin typeface="Calibri"/>
                <a:cs typeface="Calibri"/>
              </a:rPr>
              <a:t>Inventory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83" name="object 8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05196" y="4433315"/>
            <a:ext cx="1075485" cy="919625"/>
          </a:xfrm>
          <a:prstGeom prst="rect">
            <a:avLst/>
          </a:prstGeom>
        </p:spPr>
      </p:pic>
      <p:sp>
        <p:nvSpPr>
          <p:cNvPr id="84" name="object 84" descr=""/>
          <p:cNvSpPr txBox="1"/>
          <p:nvPr/>
        </p:nvSpPr>
        <p:spPr>
          <a:xfrm>
            <a:off x="1165656" y="5277739"/>
            <a:ext cx="643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85" b="1">
                <a:solidFill>
                  <a:srgbClr val="173360"/>
                </a:solidFill>
                <a:latin typeface="Calibri"/>
                <a:cs typeface="Calibri"/>
              </a:rPr>
              <a:t>CCDB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3221482" y="5944616"/>
            <a:ext cx="6210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54" b="1">
                <a:solidFill>
                  <a:srgbClr val="173360"/>
                </a:solidFill>
                <a:latin typeface="Calibri"/>
                <a:cs typeface="Calibri"/>
              </a:rPr>
              <a:t>CTDB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86" name="object 8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76845" y="5278932"/>
            <a:ext cx="965619" cy="968832"/>
          </a:xfrm>
          <a:prstGeom prst="rect">
            <a:avLst/>
          </a:prstGeom>
        </p:spPr>
      </p:pic>
      <p:sp>
        <p:nvSpPr>
          <p:cNvPr id="87" name="object 87" descr=""/>
          <p:cNvSpPr txBox="1"/>
          <p:nvPr/>
        </p:nvSpPr>
        <p:spPr>
          <a:xfrm>
            <a:off x="9733915" y="5277739"/>
            <a:ext cx="377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10" b="1">
                <a:solidFill>
                  <a:srgbClr val="173360"/>
                </a:solidFill>
                <a:latin typeface="Calibri"/>
                <a:cs typeface="Calibri"/>
              </a:rPr>
              <a:t>HJ1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1702542" y="5944616"/>
            <a:ext cx="4178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HJ2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3712189" y="5277739"/>
            <a:ext cx="45783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65" b="1">
                <a:solidFill>
                  <a:srgbClr val="173360"/>
                </a:solidFill>
                <a:latin typeface="Calibri"/>
                <a:cs typeface="Calibri"/>
              </a:rPr>
              <a:t>JDA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0" name="object 90" descr=""/>
          <p:cNvSpPr/>
          <p:nvPr/>
        </p:nvSpPr>
        <p:spPr>
          <a:xfrm>
            <a:off x="12374931" y="7660496"/>
            <a:ext cx="1864995" cy="1071245"/>
          </a:xfrm>
          <a:custGeom>
            <a:avLst/>
            <a:gdLst/>
            <a:ahLst/>
            <a:cxnLst/>
            <a:rect l="l" t="t" r="r" b="b"/>
            <a:pathLst>
              <a:path w="1864994" h="1071245">
                <a:moveTo>
                  <a:pt x="1145013" y="0"/>
                </a:moveTo>
                <a:lnTo>
                  <a:pt x="1081786" y="5782"/>
                </a:lnTo>
                <a:lnTo>
                  <a:pt x="1014424" y="24780"/>
                </a:lnTo>
                <a:lnTo>
                  <a:pt x="952049" y="53590"/>
                </a:lnTo>
                <a:lnTo>
                  <a:pt x="901430" y="89995"/>
                </a:lnTo>
                <a:lnTo>
                  <a:pt x="861588" y="129990"/>
                </a:lnTo>
                <a:lnTo>
                  <a:pt x="831544" y="169569"/>
                </a:lnTo>
                <a:lnTo>
                  <a:pt x="810317" y="204728"/>
                </a:lnTo>
                <a:lnTo>
                  <a:pt x="790396" y="245760"/>
                </a:lnTo>
                <a:lnTo>
                  <a:pt x="766969" y="239008"/>
                </a:lnTo>
                <a:lnTo>
                  <a:pt x="727796" y="231488"/>
                </a:lnTo>
                <a:lnTo>
                  <a:pt x="676333" y="228131"/>
                </a:lnTo>
                <a:lnTo>
                  <a:pt x="616038" y="233869"/>
                </a:lnTo>
                <a:lnTo>
                  <a:pt x="550366" y="253634"/>
                </a:lnTo>
                <a:lnTo>
                  <a:pt x="488457" y="285819"/>
                </a:lnTo>
                <a:lnTo>
                  <a:pt x="439145" y="325601"/>
                </a:lnTo>
                <a:lnTo>
                  <a:pt x="401309" y="368977"/>
                </a:lnTo>
                <a:lnTo>
                  <a:pt x="373830" y="411945"/>
                </a:lnTo>
                <a:lnTo>
                  <a:pt x="355589" y="450501"/>
                </a:lnTo>
                <a:lnTo>
                  <a:pt x="342340" y="498363"/>
                </a:lnTo>
                <a:lnTo>
                  <a:pt x="322263" y="494848"/>
                </a:lnTo>
                <a:lnTo>
                  <a:pt x="244327" y="499268"/>
                </a:lnTo>
                <a:lnTo>
                  <a:pt x="193580" y="512898"/>
                </a:lnTo>
                <a:lnTo>
                  <a:pt x="139722" y="537936"/>
                </a:lnTo>
                <a:lnTo>
                  <a:pt x="86308" y="577230"/>
                </a:lnTo>
                <a:lnTo>
                  <a:pt x="55050" y="613817"/>
                </a:lnTo>
                <a:lnTo>
                  <a:pt x="30231" y="655224"/>
                </a:lnTo>
                <a:lnTo>
                  <a:pt x="12409" y="700488"/>
                </a:lnTo>
                <a:lnTo>
                  <a:pt x="2146" y="748644"/>
                </a:lnTo>
                <a:lnTo>
                  <a:pt x="0" y="798729"/>
                </a:lnTo>
                <a:lnTo>
                  <a:pt x="6531" y="849778"/>
                </a:lnTo>
                <a:lnTo>
                  <a:pt x="22300" y="900826"/>
                </a:lnTo>
                <a:lnTo>
                  <a:pt x="47072" y="945210"/>
                </a:lnTo>
                <a:lnTo>
                  <a:pt x="79403" y="983380"/>
                </a:lnTo>
                <a:lnTo>
                  <a:pt x="118032" y="1014923"/>
                </a:lnTo>
                <a:lnTo>
                  <a:pt x="161699" y="1039426"/>
                </a:lnTo>
                <a:lnTo>
                  <a:pt x="209145" y="1056475"/>
                </a:lnTo>
                <a:lnTo>
                  <a:pt x="259111" y="1065658"/>
                </a:lnTo>
                <a:lnTo>
                  <a:pt x="310336" y="1066561"/>
                </a:lnTo>
                <a:lnTo>
                  <a:pt x="1510613" y="1066561"/>
                </a:lnTo>
                <a:lnTo>
                  <a:pt x="1532865" y="1070744"/>
                </a:lnTo>
                <a:lnTo>
                  <a:pt x="1598374" y="1064347"/>
                </a:lnTo>
                <a:lnTo>
                  <a:pt x="1638629" y="1050813"/>
                </a:lnTo>
                <a:lnTo>
                  <a:pt x="1701887" y="1022177"/>
                </a:lnTo>
                <a:lnTo>
                  <a:pt x="1748642" y="987647"/>
                </a:lnTo>
                <a:lnTo>
                  <a:pt x="1780396" y="953140"/>
                </a:lnTo>
                <a:lnTo>
                  <a:pt x="1798649" y="924575"/>
                </a:lnTo>
                <a:lnTo>
                  <a:pt x="1816059" y="898469"/>
                </a:lnTo>
                <a:lnTo>
                  <a:pt x="1836157" y="859866"/>
                </a:lnTo>
                <a:lnTo>
                  <a:pt x="1853952" y="811418"/>
                </a:lnTo>
                <a:lnTo>
                  <a:pt x="1864449" y="755777"/>
                </a:lnTo>
                <a:lnTo>
                  <a:pt x="1862657" y="695594"/>
                </a:lnTo>
                <a:lnTo>
                  <a:pt x="1854560" y="653539"/>
                </a:lnTo>
                <a:lnTo>
                  <a:pt x="1840126" y="612848"/>
                </a:lnTo>
                <a:lnTo>
                  <a:pt x="1819739" y="573952"/>
                </a:lnTo>
                <a:lnTo>
                  <a:pt x="1793784" y="537277"/>
                </a:lnTo>
                <a:lnTo>
                  <a:pt x="1762644" y="503253"/>
                </a:lnTo>
                <a:lnTo>
                  <a:pt x="1726704" y="472307"/>
                </a:lnTo>
                <a:lnTo>
                  <a:pt x="1686347" y="444868"/>
                </a:lnTo>
                <a:lnTo>
                  <a:pt x="1641957" y="421364"/>
                </a:lnTo>
                <a:lnTo>
                  <a:pt x="1593919" y="402223"/>
                </a:lnTo>
                <a:lnTo>
                  <a:pt x="1542617" y="387873"/>
                </a:lnTo>
                <a:lnTo>
                  <a:pt x="1541960" y="374604"/>
                </a:lnTo>
                <a:lnTo>
                  <a:pt x="1531647" y="312210"/>
                </a:lnTo>
                <a:lnTo>
                  <a:pt x="1518614" y="268446"/>
                </a:lnTo>
                <a:lnTo>
                  <a:pt x="1498080" y="219877"/>
                </a:lnTo>
                <a:lnTo>
                  <a:pt x="1468357" y="169185"/>
                </a:lnTo>
                <a:lnTo>
                  <a:pt x="1427759" y="119050"/>
                </a:lnTo>
                <a:lnTo>
                  <a:pt x="1374596" y="72151"/>
                </a:lnTo>
                <a:lnTo>
                  <a:pt x="1334089" y="48069"/>
                </a:lnTo>
                <a:lnTo>
                  <a:pt x="1298642" y="31468"/>
                </a:lnTo>
                <a:lnTo>
                  <a:pt x="1254565" y="15890"/>
                </a:lnTo>
                <a:lnTo>
                  <a:pt x="1202981" y="4385"/>
                </a:lnTo>
                <a:lnTo>
                  <a:pt x="1145013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 txBox="1"/>
          <p:nvPr/>
        </p:nvSpPr>
        <p:spPr>
          <a:xfrm>
            <a:off x="13101573" y="7873441"/>
            <a:ext cx="400050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570" b="1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5000">
              <a:latin typeface="Calibri"/>
              <a:cs typeface="Calibri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1042022" y="2199220"/>
            <a:ext cx="16791305" cy="6585584"/>
            <a:chOff x="1042022" y="2199220"/>
            <a:chExt cx="16791305" cy="6585584"/>
          </a:xfrm>
        </p:grpSpPr>
        <p:sp>
          <p:nvSpPr>
            <p:cNvPr id="93" name="object 93" descr=""/>
            <p:cNvSpPr/>
            <p:nvPr/>
          </p:nvSpPr>
          <p:spPr>
            <a:xfrm>
              <a:off x="1223505" y="3774058"/>
              <a:ext cx="15885794" cy="5010785"/>
            </a:xfrm>
            <a:custGeom>
              <a:avLst/>
              <a:gdLst/>
              <a:ahLst/>
              <a:cxnLst/>
              <a:rect l="l" t="t" r="r" b="b"/>
              <a:pathLst>
                <a:path w="15885794" h="5010784">
                  <a:moveTo>
                    <a:pt x="292366" y="1909826"/>
                  </a:moveTo>
                  <a:lnTo>
                    <a:pt x="285800" y="1891411"/>
                  </a:lnTo>
                  <a:lnTo>
                    <a:pt x="263791" y="1829562"/>
                  </a:lnTo>
                  <a:lnTo>
                    <a:pt x="216801" y="1900682"/>
                  </a:lnTo>
                  <a:lnTo>
                    <a:pt x="245097" y="1904111"/>
                  </a:lnTo>
                  <a:lnTo>
                    <a:pt x="28359" y="3692652"/>
                  </a:lnTo>
                  <a:lnTo>
                    <a:pt x="0" y="3689223"/>
                  </a:lnTo>
                  <a:lnTo>
                    <a:pt x="28651" y="3769487"/>
                  </a:lnTo>
                  <a:lnTo>
                    <a:pt x="69646" y="3707511"/>
                  </a:lnTo>
                  <a:lnTo>
                    <a:pt x="75704" y="3698367"/>
                  </a:lnTo>
                  <a:lnTo>
                    <a:pt x="47269" y="3694938"/>
                  </a:lnTo>
                  <a:lnTo>
                    <a:pt x="264020" y="1906409"/>
                  </a:lnTo>
                  <a:lnTo>
                    <a:pt x="292366" y="1909826"/>
                  </a:lnTo>
                  <a:close/>
                </a:path>
                <a:path w="15885794" h="5010784">
                  <a:moveTo>
                    <a:pt x="6042914" y="2088642"/>
                  </a:moveTo>
                  <a:lnTo>
                    <a:pt x="5989332" y="2088642"/>
                  </a:lnTo>
                  <a:lnTo>
                    <a:pt x="5976544" y="2088642"/>
                  </a:lnTo>
                  <a:lnTo>
                    <a:pt x="5974219" y="2115947"/>
                  </a:lnTo>
                  <a:lnTo>
                    <a:pt x="6042914" y="2088642"/>
                  </a:lnTo>
                  <a:close/>
                </a:path>
                <a:path w="15885794" h="5010784">
                  <a:moveTo>
                    <a:pt x="6053340" y="1989201"/>
                  </a:moveTo>
                  <a:lnTo>
                    <a:pt x="6038659" y="1970151"/>
                  </a:lnTo>
                  <a:lnTo>
                    <a:pt x="6001397" y="1921764"/>
                  </a:lnTo>
                  <a:lnTo>
                    <a:pt x="5988926" y="1947468"/>
                  </a:lnTo>
                  <a:lnTo>
                    <a:pt x="4870970" y="1406144"/>
                  </a:lnTo>
                  <a:lnTo>
                    <a:pt x="4862715" y="1423289"/>
                  </a:lnTo>
                  <a:lnTo>
                    <a:pt x="5980595" y="1964639"/>
                  </a:lnTo>
                  <a:lnTo>
                    <a:pt x="5968123" y="1990344"/>
                  </a:lnTo>
                  <a:lnTo>
                    <a:pt x="6053340" y="1989201"/>
                  </a:lnTo>
                  <a:close/>
                </a:path>
                <a:path w="15885794" h="5010784">
                  <a:moveTo>
                    <a:pt x="6343282" y="4972177"/>
                  </a:moveTo>
                  <a:lnTo>
                    <a:pt x="6324232" y="4962652"/>
                  </a:lnTo>
                  <a:lnTo>
                    <a:pt x="6267081" y="4934077"/>
                  </a:lnTo>
                  <a:lnTo>
                    <a:pt x="6267081" y="4962652"/>
                  </a:lnTo>
                  <a:lnTo>
                    <a:pt x="4955806" y="4962652"/>
                  </a:lnTo>
                  <a:lnTo>
                    <a:pt x="4955806" y="4934077"/>
                  </a:lnTo>
                  <a:lnTo>
                    <a:pt x="4879606" y="4972177"/>
                  </a:lnTo>
                  <a:lnTo>
                    <a:pt x="4955806" y="5010277"/>
                  </a:lnTo>
                  <a:lnTo>
                    <a:pt x="4955806" y="4981702"/>
                  </a:lnTo>
                  <a:lnTo>
                    <a:pt x="6267081" y="4981702"/>
                  </a:lnTo>
                  <a:lnTo>
                    <a:pt x="6267081" y="5010277"/>
                  </a:lnTo>
                  <a:lnTo>
                    <a:pt x="6324232" y="4981702"/>
                  </a:lnTo>
                  <a:lnTo>
                    <a:pt x="6343282" y="4972177"/>
                  </a:lnTo>
                  <a:close/>
                </a:path>
                <a:path w="15885794" h="5010784">
                  <a:moveTo>
                    <a:pt x="7170814" y="4722114"/>
                  </a:moveTo>
                  <a:lnTo>
                    <a:pt x="7160654" y="4712335"/>
                  </a:lnTo>
                  <a:lnTo>
                    <a:pt x="7109473" y="4663059"/>
                  </a:lnTo>
                  <a:lnTo>
                    <a:pt x="7100925" y="4690402"/>
                  </a:lnTo>
                  <a:lnTo>
                    <a:pt x="5796305" y="4283545"/>
                  </a:lnTo>
                  <a:lnTo>
                    <a:pt x="5797486" y="4279773"/>
                  </a:lnTo>
                  <a:lnTo>
                    <a:pt x="5804801" y="4256278"/>
                  </a:lnTo>
                  <a:lnTo>
                    <a:pt x="5720727" y="4269867"/>
                  </a:lnTo>
                  <a:lnTo>
                    <a:pt x="5782195" y="4328922"/>
                  </a:lnTo>
                  <a:lnTo>
                    <a:pt x="5790654" y="4301731"/>
                  </a:lnTo>
                  <a:lnTo>
                    <a:pt x="7095261" y="4708550"/>
                  </a:lnTo>
                  <a:lnTo>
                    <a:pt x="7086740" y="4735830"/>
                  </a:lnTo>
                  <a:lnTo>
                    <a:pt x="7170814" y="4722114"/>
                  </a:lnTo>
                  <a:close/>
                </a:path>
                <a:path w="15885794" h="5010784">
                  <a:moveTo>
                    <a:pt x="8649856" y="4269867"/>
                  </a:moveTo>
                  <a:lnTo>
                    <a:pt x="8564893" y="4262755"/>
                  </a:lnTo>
                  <a:lnTo>
                    <a:pt x="8575510" y="4289336"/>
                  </a:lnTo>
                  <a:lnTo>
                    <a:pt x="7572261" y="4690110"/>
                  </a:lnTo>
                  <a:lnTo>
                    <a:pt x="7579373" y="4707763"/>
                  </a:lnTo>
                  <a:lnTo>
                    <a:pt x="8582558" y="4306976"/>
                  </a:lnTo>
                  <a:lnTo>
                    <a:pt x="8593214" y="4333621"/>
                  </a:lnTo>
                  <a:lnTo>
                    <a:pt x="8636762" y="4284599"/>
                  </a:lnTo>
                  <a:lnTo>
                    <a:pt x="8649856" y="4269867"/>
                  </a:lnTo>
                  <a:close/>
                </a:path>
                <a:path w="15885794" h="5010784">
                  <a:moveTo>
                    <a:pt x="9376042" y="4972177"/>
                  </a:moveTo>
                  <a:lnTo>
                    <a:pt x="9356992" y="4962652"/>
                  </a:lnTo>
                  <a:lnTo>
                    <a:pt x="9299842" y="4934077"/>
                  </a:lnTo>
                  <a:lnTo>
                    <a:pt x="9299842" y="4962652"/>
                  </a:lnTo>
                  <a:lnTo>
                    <a:pt x="8323847" y="4962652"/>
                  </a:lnTo>
                  <a:lnTo>
                    <a:pt x="8323847" y="4934077"/>
                  </a:lnTo>
                  <a:lnTo>
                    <a:pt x="8247647" y="4972177"/>
                  </a:lnTo>
                  <a:lnTo>
                    <a:pt x="8323847" y="5010277"/>
                  </a:lnTo>
                  <a:lnTo>
                    <a:pt x="8323847" y="4981702"/>
                  </a:lnTo>
                  <a:lnTo>
                    <a:pt x="9299842" y="4981702"/>
                  </a:lnTo>
                  <a:lnTo>
                    <a:pt x="9299842" y="5010277"/>
                  </a:lnTo>
                  <a:lnTo>
                    <a:pt x="9356992" y="4981702"/>
                  </a:lnTo>
                  <a:lnTo>
                    <a:pt x="9376042" y="4972177"/>
                  </a:lnTo>
                  <a:close/>
                </a:path>
                <a:path w="15885794" h="5010784">
                  <a:moveTo>
                    <a:pt x="15873349" y="784352"/>
                  </a:moveTo>
                  <a:lnTo>
                    <a:pt x="15821292" y="784352"/>
                  </a:lnTo>
                  <a:lnTo>
                    <a:pt x="15808490" y="784352"/>
                  </a:lnTo>
                  <a:lnTo>
                    <a:pt x="15806560" y="812038"/>
                  </a:lnTo>
                  <a:lnTo>
                    <a:pt x="15873349" y="784352"/>
                  </a:lnTo>
                  <a:close/>
                </a:path>
                <a:path w="15885794" h="5010784">
                  <a:moveTo>
                    <a:pt x="15885300" y="779399"/>
                  </a:moveTo>
                  <a:lnTo>
                    <a:pt x="15811894" y="735965"/>
                  </a:lnTo>
                  <a:lnTo>
                    <a:pt x="15809887" y="764527"/>
                  </a:lnTo>
                  <a:lnTo>
                    <a:pt x="14311059" y="657783"/>
                  </a:lnTo>
                  <a:lnTo>
                    <a:pt x="14238415" y="632358"/>
                  </a:lnTo>
                  <a:lnTo>
                    <a:pt x="14238415" y="652614"/>
                  </a:lnTo>
                  <a:lnTo>
                    <a:pt x="13441871" y="595871"/>
                  </a:lnTo>
                  <a:lnTo>
                    <a:pt x="13399351" y="570763"/>
                  </a:lnTo>
                  <a:lnTo>
                    <a:pt x="13399351" y="592848"/>
                  </a:lnTo>
                  <a:lnTo>
                    <a:pt x="13070840" y="569442"/>
                  </a:lnTo>
                  <a:lnTo>
                    <a:pt x="12508700" y="66878"/>
                  </a:lnTo>
                  <a:lnTo>
                    <a:pt x="13399351" y="592848"/>
                  </a:lnTo>
                  <a:lnTo>
                    <a:pt x="13399351" y="570763"/>
                  </a:lnTo>
                  <a:lnTo>
                    <a:pt x="12518657" y="50685"/>
                  </a:lnTo>
                  <a:lnTo>
                    <a:pt x="14238415" y="652614"/>
                  </a:lnTo>
                  <a:lnTo>
                    <a:pt x="14238415" y="632358"/>
                  </a:lnTo>
                  <a:lnTo>
                    <a:pt x="12433567" y="635"/>
                  </a:lnTo>
                  <a:lnTo>
                    <a:pt x="12430443" y="9486"/>
                  </a:lnTo>
                  <a:lnTo>
                    <a:pt x="12430277" y="9779"/>
                  </a:lnTo>
                  <a:lnTo>
                    <a:pt x="12424042" y="16764"/>
                  </a:lnTo>
                  <a:lnTo>
                    <a:pt x="13039789" y="567232"/>
                  </a:lnTo>
                  <a:lnTo>
                    <a:pt x="8600326" y="251015"/>
                  </a:lnTo>
                  <a:lnTo>
                    <a:pt x="9576956" y="18796"/>
                  </a:lnTo>
                  <a:lnTo>
                    <a:pt x="9572638" y="266"/>
                  </a:lnTo>
                  <a:lnTo>
                    <a:pt x="8537003" y="246507"/>
                  </a:lnTo>
                  <a:lnTo>
                    <a:pt x="8475142" y="242100"/>
                  </a:lnTo>
                  <a:lnTo>
                    <a:pt x="8475142" y="261213"/>
                  </a:lnTo>
                  <a:lnTo>
                    <a:pt x="8128317" y="343674"/>
                  </a:lnTo>
                  <a:lnTo>
                    <a:pt x="8094497" y="331431"/>
                  </a:lnTo>
                  <a:lnTo>
                    <a:pt x="8094497" y="351713"/>
                  </a:lnTo>
                  <a:lnTo>
                    <a:pt x="7981429" y="378599"/>
                  </a:lnTo>
                  <a:lnTo>
                    <a:pt x="7951698" y="364566"/>
                  </a:lnTo>
                  <a:lnTo>
                    <a:pt x="7951698" y="385660"/>
                  </a:lnTo>
                  <a:lnTo>
                    <a:pt x="6547967" y="719416"/>
                  </a:lnTo>
                  <a:lnTo>
                    <a:pt x="6502311" y="710946"/>
                  </a:lnTo>
                  <a:lnTo>
                    <a:pt x="6502311" y="730275"/>
                  </a:lnTo>
                  <a:lnTo>
                    <a:pt x="4950117" y="1099324"/>
                  </a:lnTo>
                  <a:lnTo>
                    <a:pt x="5930849" y="624205"/>
                  </a:lnTo>
                  <a:lnTo>
                    <a:pt x="6502311" y="730275"/>
                  </a:lnTo>
                  <a:lnTo>
                    <a:pt x="6502311" y="710946"/>
                  </a:lnTo>
                  <a:lnTo>
                    <a:pt x="5959729" y="610222"/>
                  </a:lnTo>
                  <a:lnTo>
                    <a:pt x="6910235" y="149758"/>
                  </a:lnTo>
                  <a:lnTo>
                    <a:pt x="7548562" y="195224"/>
                  </a:lnTo>
                  <a:lnTo>
                    <a:pt x="7951698" y="385660"/>
                  </a:lnTo>
                  <a:lnTo>
                    <a:pt x="7951698" y="364566"/>
                  </a:lnTo>
                  <a:lnTo>
                    <a:pt x="7601178" y="198970"/>
                  </a:lnTo>
                  <a:lnTo>
                    <a:pt x="7690231" y="205308"/>
                  </a:lnTo>
                  <a:lnTo>
                    <a:pt x="8094497" y="351713"/>
                  </a:lnTo>
                  <a:lnTo>
                    <a:pt x="8094497" y="331431"/>
                  </a:lnTo>
                  <a:lnTo>
                    <a:pt x="7759928" y="210273"/>
                  </a:lnTo>
                  <a:lnTo>
                    <a:pt x="8475142" y="261213"/>
                  </a:lnTo>
                  <a:lnTo>
                    <a:pt x="8475142" y="242100"/>
                  </a:lnTo>
                  <a:lnTo>
                    <a:pt x="7694155" y="186461"/>
                  </a:lnTo>
                  <a:lnTo>
                    <a:pt x="7624470" y="161239"/>
                  </a:lnTo>
                  <a:lnTo>
                    <a:pt x="7624470" y="181495"/>
                  </a:lnTo>
                  <a:lnTo>
                    <a:pt x="7553490" y="176441"/>
                  </a:lnTo>
                  <a:lnTo>
                    <a:pt x="7500861" y="151587"/>
                  </a:lnTo>
                  <a:lnTo>
                    <a:pt x="7500861" y="172694"/>
                  </a:lnTo>
                  <a:lnTo>
                    <a:pt x="6944677" y="133070"/>
                  </a:lnTo>
                  <a:lnTo>
                    <a:pt x="7177849" y="20116"/>
                  </a:lnTo>
                  <a:lnTo>
                    <a:pt x="7500861" y="172694"/>
                  </a:lnTo>
                  <a:lnTo>
                    <a:pt x="7500861" y="151587"/>
                  </a:lnTo>
                  <a:lnTo>
                    <a:pt x="7366254" y="87998"/>
                  </a:lnTo>
                  <a:lnTo>
                    <a:pt x="7624470" y="181495"/>
                  </a:lnTo>
                  <a:lnTo>
                    <a:pt x="7624470" y="161239"/>
                  </a:lnTo>
                  <a:lnTo>
                    <a:pt x="7182472" y="1181"/>
                  </a:lnTo>
                  <a:lnTo>
                    <a:pt x="7181863" y="889"/>
                  </a:lnTo>
                  <a:lnTo>
                    <a:pt x="7180974" y="635"/>
                  </a:lnTo>
                  <a:lnTo>
                    <a:pt x="7177735" y="9588"/>
                  </a:lnTo>
                  <a:lnTo>
                    <a:pt x="7173608" y="1016"/>
                  </a:lnTo>
                  <a:lnTo>
                    <a:pt x="6906615" y="130352"/>
                  </a:lnTo>
                  <a:lnTo>
                    <a:pt x="6872173" y="127901"/>
                  </a:lnTo>
                  <a:lnTo>
                    <a:pt x="6872173" y="147040"/>
                  </a:lnTo>
                  <a:lnTo>
                    <a:pt x="5928131" y="604354"/>
                  </a:lnTo>
                  <a:lnTo>
                    <a:pt x="4672050" y="371195"/>
                  </a:lnTo>
                  <a:lnTo>
                    <a:pt x="5078933" y="19329"/>
                  </a:lnTo>
                  <a:lnTo>
                    <a:pt x="6872173" y="147040"/>
                  </a:lnTo>
                  <a:lnTo>
                    <a:pt x="6872173" y="127901"/>
                  </a:lnTo>
                  <a:lnTo>
                    <a:pt x="5076583" y="0"/>
                  </a:lnTo>
                  <a:lnTo>
                    <a:pt x="5075885" y="9499"/>
                  </a:lnTo>
                  <a:lnTo>
                    <a:pt x="5073662" y="266"/>
                  </a:lnTo>
                  <a:lnTo>
                    <a:pt x="5039779" y="8369"/>
                  </a:lnTo>
                  <a:lnTo>
                    <a:pt x="5039779" y="27965"/>
                  </a:lnTo>
                  <a:lnTo>
                    <a:pt x="4648022" y="366737"/>
                  </a:lnTo>
                  <a:lnTo>
                    <a:pt x="4070972" y="259613"/>
                  </a:lnTo>
                  <a:lnTo>
                    <a:pt x="5039779" y="27965"/>
                  </a:lnTo>
                  <a:lnTo>
                    <a:pt x="5039779" y="8369"/>
                  </a:lnTo>
                  <a:lnTo>
                    <a:pt x="4024858" y="251053"/>
                  </a:lnTo>
                  <a:lnTo>
                    <a:pt x="3979176" y="242582"/>
                  </a:lnTo>
                  <a:lnTo>
                    <a:pt x="3979176" y="261975"/>
                  </a:lnTo>
                  <a:lnTo>
                    <a:pt x="2524582" y="609777"/>
                  </a:lnTo>
                  <a:lnTo>
                    <a:pt x="2661386" y="85674"/>
                  </a:lnTo>
                  <a:lnTo>
                    <a:pt x="2688983" y="92837"/>
                  </a:lnTo>
                  <a:lnTo>
                    <a:pt x="2683840" y="68580"/>
                  </a:lnTo>
                  <a:lnTo>
                    <a:pt x="2673464" y="19634"/>
                  </a:lnTo>
                  <a:lnTo>
                    <a:pt x="3979176" y="261975"/>
                  </a:lnTo>
                  <a:lnTo>
                    <a:pt x="3979176" y="242582"/>
                  </a:lnTo>
                  <a:lnTo>
                    <a:pt x="2673108" y="127"/>
                  </a:lnTo>
                  <a:lnTo>
                    <a:pt x="2671356" y="9690"/>
                  </a:lnTo>
                  <a:lnTo>
                    <a:pt x="2671330" y="9525"/>
                  </a:lnTo>
                  <a:lnTo>
                    <a:pt x="2615196" y="73660"/>
                  </a:lnTo>
                  <a:lnTo>
                    <a:pt x="2642844" y="80860"/>
                  </a:lnTo>
                  <a:lnTo>
                    <a:pt x="2503487" y="614819"/>
                  </a:lnTo>
                  <a:lnTo>
                    <a:pt x="2498026" y="616127"/>
                  </a:lnTo>
                  <a:lnTo>
                    <a:pt x="2498026" y="635723"/>
                  </a:lnTo>
                  <a:lnTo>
                    <a:pt x="2488920" y="670636"/>
                  </a:lnTo>
                  <a:lnTo>
                    <a:pt x="2433028" y="651256"/>
                  </a:lnTo>
                  <a:lnTo>
                    <a:pt x="2498026" y="635723"/>
                  </a:lnTo>
                  <a:lnTo>
                    <a:pt x="2498026" y="616127"/>
                  </a:lnTo>
                  <a:lnTo>
                    <a:pt x="2399563" y="639660"/>
                  </a:lnTo>
                  <a:lnTo>
                    <a:pt x="555764" y="520"/>
                  </a:lnTo>
                  <a:lnTo>
                    <a:pt x="549541" y="18542"/>
                  </a:lnTo>
                  <a:lnTo>
                    <a:pt x="2365108" y="647903"/>
                  </a:lnTo>
                  <a:lnTo>
                    <a:pt x="714133" y="1042644"/>
                  </a:lnTo>
                  <a:lnTo>
                    <a:pt x="707529" y="1014857"/>
                  </a:lnTo>
                  <a:lnTo>
                    <a:pt x="642251" y="1069721"/>
                  </a:lnTo>
                  <a:lnTo>
                    <a:pt x="725182" y="1089025"/>
                  </a:lnTo>
                  <a:lnTo>
                    <a:pt x="719251" y="1064133"/>
                  </a:lnTo>
                  <a:lnTo>
                    <a:pt x="718553" y="1061199"/>
                  </a:lnTo>
                  <a:lnTo>
                    <a:pt x="2398572" y="659498"/>
                  </a:lnTo>
                  <a:lnTo>
                    <a:pt x="2484082" y="689152"/>
                  </a:lnTo>
                  <a:lnTo>
                    <a:pt x="1617345" y="4010152"/>
                  </a:lnTo>
                  <a:lnTo>
                    <a:pt x="717054" y="4010152"/>
                  </a:lnTo>
                  <a:lnTo>
                    <a:pt x="717054" y="3981577"/>
                  </a:lnTo>
                  <a:lnTo>
                    <a:pt x="640854" y="4019677"/>
                  </a:lnTo>
                  <a:lnTo>
                    <a:pt x="717054" y="4057777"/>
                  </a:lnTo>
                  <a:lnTo>
                    <a:pt x="717054" y="4029202"/>
                  </a:lnTo>
                  <a:lnTo>
                    <a:pt x="1612379" y="4029202"/>
                  </a:lnTo>
                  <a:lnTo>
                    <a:pt x="1451394" y="4646066"/>
                  </a:lnTo>
                  <a:lnTo>
                    <a:pt x="1423682" y="4638802"/>
                  </a:lnTo>
                  <a:lnTo>
                    <a:pt x="1441335" y="4722114"/>
                  </a:lnTo>
                  <a:lnTo>
                    <a:pt x="1493012" y="4663186"/>
                  </a:lnTo>
                  <a:lnTo>
                    <a:pt x="1497469" y="4658106"/>
                  </a:lnTo>
                  <a:lnTo>
                    <a:pt x="1469821" y="4650879"/>
                  </a:lnTo>
                  <a:lnTo>
                    <a:pt x="1632077" y="4029202"/>
                  </a:lnTo>
                  <a:lnTo>
                    <a:pt x="2165997" y="4029202"/>
                  </a:lnTo>
                  <a:lnTo>
                    <a:pt x="2165997" y="4057777"/>
                  </a:lnTo>
                  <a:lnTo>
                    <a:pt x="2223147" y="4029202"/>
                  </a:lnTo>
                  <a:lnTo>
                    <a:pt x="2242197" y="4019677"/>
                  </a:lnTo>
                  <a:lnTo>
                    <a:pt x="2223147" y="4010152"/>
                  </a:lnTo>
                  <a:lnTo>
                    <a:pt x="2165997" y="3981577"/>
                  </a:lnTo>
                  <a:lnTo>
                    <a:pt x="2165997" y="4010152"/>
                  </a:lnTo>
                  <a:lnTo>
                    <a:pt x="1637055" y="4010152"/>
                  </a:lnTo>
                  <a:lnTo>
                    <a:pt x="2502230" y="695439"/>
                  </a:lnTo>
                  <a:lnTo>
                    <a:pt x="3706622" y="1112913"/>
                  </a:lnTo>
                  <a:lnTo>
                    <a:pt x="3697236" y="1139952"/>
                  </a:lnTo>
                  <a:lnTo>
                    <a:pt x="3754412" y="1132484"/>
                  </a:lnTo>
                  <a:lnTo>
                    <a:pt x="2748203" y="1659597"/>
                  </a:lnTo>
                  <a:lnTo>
                    <a:pt x="2734957" y="1634363"/>
                  </a:lnTo>
                  <a:lnTo>
                    <a:pt x="2685173" y="1703451"/>
                  </a:lnTo>
                  <a:lnTo>
                    <a:pt x="2770390" y="1701800"/>
                  </a:lnTo>
                  <a:lnTo>
                    <a:pt x="2760180" y="1682369"/>
                  </a:lnTo>
                  <a:lnTo>
                    <a:pt x="2757093" y="1676501"/>
                  </a:lnTo>
                  <a:lnTo>
                    <a:pt x="3786136" y="1137412"/>
                  </a:lnTo>
                  <a:lnTo>
                    <a:pt x="3781666" y="1128928"/>
                  </a:lnTo>
                  <a:lnTo>
                    <a:pt x="3781818" y="1128903"/>
                  </a:lnTo>
                  <a:lnTo>
                    <a:pt x="3781463" y="1128547"/>
                  </a:lnTo>
                  <a:lnTo>
                    <a:pt x="3777246" y="1120521"/>
                  </a:lnTo>
                  <a:lnTo>
                    <a:pt x="3774846" y="1121778"/>
                  </a:lnTo>
                  <a:lnTo>
                    <a:pt x="3770274" y="1117092"/>
                  </a:lnTo>
                  <a:lnTo>
                    <a:pt x="3722255" y="1067943"/>
                  </a:lnTo>
                  <a:lnTo>
                    <a:pt x="3712883" y="1094892"/>
                  </a:lnTo>
                  <a:lnTo>
                    <a:pt x="2507056" y="676922"/>
                  </a:lnTo>
                  <a:lnTo>
                    <a:pt x="2519134" y="630669"/>
                  </a:lnTo>
                  <a:lnTo>
                    <a:pt x="4025303" y="270535"/>
                  </a:lnTo>
                  <a:lnTo>
                    <a:pt x="4629569" y="382689"/>
                  </a:lnTo>
                  <a:lnTo>
                    <a:pt x="4375759" y="602183"/>
                  </a:lnTo>
                  <a:lnTo>
                    <a:pt x="4357128" y="580644"/>
                  </a:lnTo>
                  <a:lnTo>
                    <a:pt x="4324362" y="659257"/>
                  </a:lnTo>
                  <a:lnTo>
                    <a:pt x="4406912" y="638175"/>
                  </a:lnTo>
                  <a:lnTo>
                    <a:pt x="4395482" y="624967"/>
                  </a:lnTo>
                  <a:lnTo>
                    <a:pt x="4388243" y="616623"/>
                  </a:lnTo>
                  <a:lnTo>
                    <a:pt x="4653597" y="387146"/>
                  </a:lnTo>
                  <a:lnTo>
                    <a:pt x="5899251" y="618350"/>
                  </a:lnTo>
                  <a:lnTo>
                    <a:pt x="4934991" y="1085456"/>
                  </a:lnTo>
                  <a:lnTo>
                    <a:pt x="4932311" y="1074166"/>
                  </a:lnTo>
                  <a:lnTo>
                    <a:pt x="4927219" y="1078445"/>
                  </a:lnTo>
                  <a:lnTo>
                    <a:pt x="4918976" y="1061466"/>
                  </a:lnTo>
                  <a:lnTo>
                    <a:pt x="4873688" y="1120254"/>
                  </a:lnTo>
                  <a:lnTo>
                    <a:pt x="4871656" y="1120038"/>
                  </a:lnTo>
                  <a:lnTo>
                    <a:pt x="4868557" y="1119505"/>
                  </a:lnTo>
                  <a:lnTo>
                    <a:pt x="4868519" y="1119708"/>
                  </a:lnTo>
                  <a:lnTo>
                    <a:pt x="4867922" y="1119632"/>
                  </a:lnTo>
                  <a:lnTo>
                    <a:pt x="4866716" y="1130858"/>
                  </a:lnTo>
                  <a:lnTo>
                    <a:pt x="4865509" y="1138301"/>
                  </a:lnTo>
                  <a:lnTo>
                    <a:pt x="4865903" y="1138377"/>
                  </a:lnTo>
                  <a:lnTo>
                    <a:pt x="4865890" y="1138555"/>
                  </a:lnTo>
                  <a:lnTo>
                    <a:pt x="4868964" y="1138885"/>
                  </a:lnTo>
                  <a:lnTo>
                    <a:pt x="4897386" y="1143660"/>
                  </a:lnTo>
                  <a:lnTo>
                    <a:pt x="4943868" y="1166114"/>
                  </a:lnTo>
                  <a:lnTo>
                    <a:pt x="4943665" y="1151407"/>
                  </a:lnTo>
                  <a:lnTo>
                    <a:pt x="11345507" y="2223833"/>
                  </a:lnTo>
                  <a:lnTo>
                    <a:pt x="9747872" y="2694686"/>
                  </a:lnTo>
                  <a:lnTo>
                    <a:pt x="4847336" y="1236929"/>
                  </a:lnTo>
                  <a:lnTo>
                    <a:pt x="4848403" y="1233297"/>
                  </a:lnTo>
                  <a:lnTo>
                    <a:pt x="4855476" y="1209548"/>
                  </a:lnTo>
                  <a:lnTo>
                    <a:pt x="4771656" y="1224280"/>
                  </a:lnTo>
                  <a:lnTo>
                    <a:pt x="4833759" y="1282573"/>
                  </a:lnTo>
                  <a:lnTo>
                    <a:pt x="4841926" y="1255102"/>
                  </a:lnTo>
                  <a:lnTo>
                    <a:pt x="9714357" y="2704566"/>
                  </a:lnTo>
                  <a:lnTo>
                    <a:pt x="6942010" y="3521608"/>
                  </a:lnTo>
                  <a:lnTo>
                    <a:pt x="6545085" y="2470277"/>
                  </a:lnTo>
                  <a:lnTo>
                    <a:pt x="6527305" y="2477008"/>
                  </a:lnTo>
                  <a:lnTo>
                    <a:pt x="6923722" y="3526993"/>
                  </a:lnTo>
                  <a:lnTo>
                    <a:pt x="6336462" y="3700068"/>
                  </a:lnTo>
                  <a:lnTo>
                    <a:pt x="6316027" y="3678593"/>
                  </a:lnTo>
                  <a:lnTo>
                    <a:pt x="6316027" y="3706088"/>
                  </a:lnTo>
                  <a:lnTo>
                    <a:pt x="4459973" y="4253090"/>
                  </a:lnTo>
                  <a:lnTo>
                    <a:pt x="4423575" y="4244187"/>
                  </a:lnTo>
                  <a:lnTo>
                    <a:pt x="4423575" y="4263822"/>
                  </a:lnTo>
                  <a:lnTo>
                    <a:pt x="4284459" y="4304817"/>
                  </a:lnTo>
                  <a:lnTo>
                    <a:pt x="4285818" y="4230090"/>
                  </a:lnTo>
                  <a:lnTo>
                    <a:pt x="4423575" y="4263822"/>
                  </a:lnTo>
                  <a:lnTo>
                    <a:pt x="4423575" y="4244187"/>
                  </a:lnTo>
                  <a:lnTo>
                    <a:pt x="4286174" y="4210545"/>
                  </a:lnTo>
                  <a:lnTo>
                    <a:pt x="4327525" y="1947659"/>
                  </a:lnTo>
                  <a:lnTo>
                    <a:pt x="4671034" y="1976805"/>
                  </a:lnTo>
                  <a:lnTo>
                    <a:pt x="6316027" y="3706088"/>
                  </a:lnTo>
                  <a:lnTo>
                    <a:pt x="6316027" y="3678593"/>
                  </a:lnTo>
                  <a:lnTo>
                    <a:pt x="4699495" y="1979218"/>
                  </a:lnTo>
                  <a:lnTo>
                    <a:pt x="5976632" y="2087575"/>
                  </a:lnTo>
                  <a:lnTo>
                    <a:pt x="5989421" y="2087575"/>
                  </a:lnTo>
                  <a:lnTo>
                    <a:pt x="6045619" y="2087575"/>
                  </a:lnTo>
                  <a:lnTo>
                    <a:pt x="6053467" y="2084451"/>
                  </a:lnTo>
                  <a:lnTo>
                    <a:pt x="5980696" y="2040128"/>
                  </a:lnTo>
                  <a:lnTo>
                    <a:pt x="5978271" y="2068525"/>
                  </a:lnTo>
                  <a:lnTo>
                    <a:pt x="4679683" y="1958403"/>
                  </a:lnTo>
                  <a:lnTo>
                    <a:pt x="4651222" y="1928495"/>
                  </a:lnTo>
                  <a:lnTo>
                    <a:pt x="4651222" y="1955990"/>
                  </a:lnTo>
                  <a:lnTo>
                    <a:pt x="4327868" y="1928558"/>
                  </a:lnTo>
                  <a:lnTo>
                    <a:pt x="4332503" y="1675511"/>
                  </a:lnTo>
                  <a:lnTo>
                    <a:pt x="4332503" y="1674990"/>
                  </a:lnTo>
                  <a:lnTo>
                    <a:pt x="4332744" y="1662303"/>
                  </a:lnTo>
                  <a:lnTo>
                    <a:pt x="4332529" y="1674114"/>
                  </a:lnTo>
                  <a:lnTo>
                    <a:pt x="4332503" y="1674990"/>
                  </a:lnTo>
                  <a:lnTo>
                    <a:pt x="4361065" y="1675511"/>
                  </a:lnTo>
                  <a:lnTo>
                    <a:pt x="4354576" y="1661922"/>
                  </a:lnTo>
                  <a:lnTo>
                    <a:pt x="4337558" y="1626247"/>
                  </a:lnTo>
                  <a:lnTo>
                    <a:pt x="4651222" y="1955990"/>
                  </a:lnTo>
                  <a:lnTo>
                    <a:pt x="4651222" y="1928495"/>
                  </a:lnTo>
                  <a:lnTo>
                    <a:pt x="4331220" y="1592072"/>
                  </a:lnTo>
                  <a:lnTo>
                    <a:pt x="4324375" y="1598599"/>
                  </a:lnTo>
                  <a:lnTo>
                    <a:pt x="4317504" y="1605153"/>
                  </a:lnTo>
                  <a:lnTo>
                    <a:pt x="4319702" y="1607464"/>
                  </a:lnTo>
                  <a:lnTo>
                    <a:pt x="4284865" y="1674114"/>
                  </a:lnTo>
                  <a:lnTo>
                    <a:pt x="4313453" y="1674647"/>
                  </a:lnTo>
                  <a:lnTo>
                    <a:pt x="4313682" y="1662303"/>
                  </a:lnTo>
                  <a:lnTo>
                    <a:pt x="4313466" y="1674114"/>
                  </a:lnTo>
                  <a:lnTo>
                    <a:pt x="4313453" y="1674647"/>
                  </a:lnTo>
                  <a:lnTo>
                    <a:pt x="4308843" y="1926945"/>
                  </a:lnTo>
                  <a:lnTo>
                    <a:pt x="2685935" y="1789303"/>
                  </a:lnTo>
                  <a:lnTo>
                    <a:pt x="2684411" y="1808226"/>
                  </a:lnTo>
                  <a:lnTo>
                    <a:pt x="4308487" y="1946033"/>
                  </a:lnTo>
                  <a:lnTo>
                    <a:pt x="4267212" y="4205897"/>
                  </a:lnTo>
                  <a:lnTo>
                    <a:pt x="3542982" y="4028554"/>
                  </a:lnTo>
                  <a:lnTo>
                    <a:pt x="3543731" y="4025519"/>
                  </a:lnTo>
                  <a:lnTo>
                    <a:pt x="3549789" y="4000881"/>
                  </a:lnTo>
                  <a:lnTo>
                    <a:pt x="3466731" y="4019677"/>
                  </a:lnTo>
                  <a:lnTo>
                    <a:pt x="3531628" y="4074795"/>
                  </a:lnTo>
                  <a:lnTo>
                    <a:pt x="3538436" y="4047071"/>
                  </a:lnTo>
                  <a:lnTo>
                    <a:pt x="4266857" y="4225442"/>
                  </a:lnTo>
                  <a:lnTo>
                    <a:pt x="4265307" y="4310469"/>
                  </a:lnTo>
                  <a:lnTo>
                    <a:pt x="2051050" y="4963033"/>
                  </a:lnTo>
                  <a:lnTo>
                    <a:pt x="2056511" y="4981321"/>
                  </a:lnTo>
                  <a:lnTo>
                    <a:pt x="4264939" y="4330471"/>
                  </a:lnTo>
                  <a:lnTo>
                    <a:pt x="4259199" y="4645025"/>
                  </a:lnTo>
                  <a:lnTo>
                    <a:pt x="4259186" y="4645558"/>
                  </a:lnTo>
                  <a:lnTo>
                    <a:pt x="4230636" y="4645025"/>
                  </a:lnTo>
                  <a:lnTo>
                    <a:pt x="4267339" y="4721987"/>
                  </a:lnTo>
                  <a:lnTo>
                    <a:pt x="4300461" y="4658614"/>
                  </a:lnTo>
                  <a:lnTo>
                    <a:pt x="4306836" y="4646422"/>
                  </a:lnTo>
                  <a:lnTo>
                    <a:pt x="4278236" y="4645901"/>
                  </a:lnTo>
                  <a:lnTo>
                    <a:pt x="4284091" y="4324820"/>
                  </a:lnTo>
                  <a:lnTo>
                    <a:pt x="4460443" y="4272851"/>
                  </a:lnTo>
                  <a:lnTo>
                    <a:pt x="6427546" y="4754524"/>
                  </a:lnTo>
                  <a:lnTo>
                    <a:pt x="6420752" y="4782185"/>
                  </a:lnTo>
                  <a:lnTo>
                    <a:pt x="6503810" y="4763389"/>
                  </a:lnTo>
                  <a:lnTo>
                    <a:pt x="6496926" y="4757547"/>
                  </a:lnTo>
                  <a:lnTo>
                    <a:pt x="6438913" y="4708271"/>
                  </a:lnTo>
                  <a:lnTo>
                    <a:pt x="6432105" y="4735982"/>
                  </a:lnTo>
                  <a:lnTo>
                    <a:pt x="4496841" y="4262120"/>
                  </a:lnTo>
                  <a:lnTo>
                    <a:pt x="6330797" y="3721620"/>
                  </a:lnTo>
                  <a:lnTo>
                    <a:pt x="7236092" y="4673282"/>
                  </a:lnTo>
                  <a:lnTo>
                    <a:pt x="7215391" y="4693031"/>
                  </a:lnTo>
                  <a:lnTo>
                    <a:pt x="7295528" y="4721987"/>
                  </a:lnTo>
                  <a:lnTo>
                    <a:pt x="7283399" y="4682490"/>
                  </a:lnTo>
                  <a:lnTo>
                    <a:pt x="7270509" y="4640453"/>
                  </a:lnTo>
                  <a:lnTo>
                    <a:pt x="7249808" y="4660201"/>
                  </a:lnTo>
                  <a:lnTo>
                    <a:pt x="6351232" y="3715601"/>
                  </a:lnTo>
                  <a:lnTo>
                    <a:pt x="6930479" y="3544887"/>
                  </a:lnTo>
                  <a:lnTo>
                    <a:pt x="7349337" y="4654245"/>
                  </a:lnTo>
                  <a:lnTo>
                    <a:pt x="7322579" y="4664329"/>
                  </a:lnTo>
                  <a:lnTo>
                    <a:pt x="7385190" y="4722114"/>
                  </a:lnTo>
                  <a:lnTo>
                    <a:pt x="7390981" y="4666107"/>
                  </a:lnTo>
                  <a:lnTo>
                    <a:pt x="7393953" y="4637405"/>
                  </a:lnTo>
                  <a:lnTo>
                    <a:pt x="7367117" y="4647527"/>
                  </a:lnTo>
                  <a:lnTo>
                    <a:pt x="6948767" y="3539502"/>
                  </a:lnTo>
                  <a:lnTo>
                    <a:pt x="9747936" y="2714548"/>
                  </a:lnTo>
                  <a:lnTo>
                    <a:pt x="11144314" y="3129940"/>
                  </a:lnTo>
                  <a:lnTo>
                    <a:pt x="10222751" y="4651895"/>
                  </a:lnTo>
                  <a:lnTo>
                    <a:pt x="10198367" y="4637151"/>
                  </a:lnTo>
                  <a:lnTo>
                    <a:pt x="10191509" y="4721987"/>
                  </a:lnTo>
                  <a:lnTo>
                    <a:pt x="10263518" y="4676521"/>
                  </a:lnTo>
                  <a:lnTo>
                    <a:pt x="10257003" y="4672584"/>
                  </a:lnTo>
                  <a:lnTo>
                    <a:pt x="10239083" y="4661763"/>
                  </a:lnTo>
                  <a:lnTo>
                    <a:pt x="11163186" y="3135553"/>
                  </a:lnTo>
                  <a:lnTo>
                    <a:pt x="14739125" y="4199318"/>
                  </a:lnTo>
                  <a:lnTo>
                    <a:pt x="14730997" y="4226687"/>
                  </a:lnTo>
                  <a:lnTo>
                    <a:pt x="14814944" y="4211955"/>
                  </a:lnTo>
                  <a:lnTo>
                    <a:pt x="14805317" y="4202938"/>
                  </a:lnTo>
                  <a:lnTo>
                    <a:pt x="14752714" y="4153662"/>
                  </a:lnTo>
                  <a:lnTo>
                    <a:pt x="14744573" y="4181030"/>
                  </a:lnTo>
                  <a:lnTo>
                    <a:pt x="11173371" y="3118726"/>
                  </a:lnTo>
                  <a:lnTo>
                    <a:pt x="11681168" y="2280069"/>
                  </a:lnTo>
                  <a:lnTo>
                    <a:pt x="12116511" y="2352992"/>
                  </a:lnTo>
                  <a:lnTo>
                    <a:pt x="15145919" y="3783977"/>
                  </a:lnTo>
                  <a:lnTo>
                    <a:pt x="15133714" y="3809873"/>
                  </a:lnTo>
                  <a:lnTo>
                    <a:pt x="15218931" y="3807968"/>
                  </a:lnTo>
                  <a:lnTo>
                    <a:pt x="15204351" y="3789426"/>
                  </a:lnTo>
                  <a:lnTo>
                    <a:pt x="15166226" y="3740912"/>
                  </a:lnTo>
                  <a:lnTo>
                    <a:pt x="15154059" y="3766718"/>
                  </a:lnTo>
                  <a:lnTo>
                    <a:pt x="12185726" y="2364587"/>
                  </a:lnTo>
                  <a:lnTo>
                    <a:pt x="14133868" y="2690939"/>
                  </a:lnTo>
                  <a:lnTo>
                    <a:pt x="14129144" y="2719197"/>
                  </a:lnTo>
                  <a:lnTo>
                    <a:pt x="14210551" y="2694178"/>
                  </a:lnTo>
                  <a:lnTo>
                    <a:pt x="14208976" y="2693035"/>
                  </a:lnTo>
                  <a:lnTo>
                    <a:pt x="14141717" y="2644013"/>
                  </a:lnTo>
                  <a:lnTo>
                    <a:pt x="14137005" y="2672143"/>
                  </a:lnTo>
                  <a:lnTo>
                    <a:pt x="12122353" y="2334653"/>
                  </a:lnTo>
                  <a:lnTo>
                    <a:pt x="12053138" y="2301964"/>
                  </a:lnTo>
                  <a:lnTo>
                    <a:pt x="12053138" y="2323058"/>
                  </a:lnTo>
                  <a:lnTo>
                    <a:pt x="11691798" y="2262530"/>
                  </a:lnTo>
                  <a:lnTo>
                    <a:pt x="11743665" y="2176869"/>
                  </a:lnTo>
                  <a:lnTo>
                    <a:pt x="12053138" y="2323058"/>
                  </a:lnTo>
                  <a:lnTo>
                    <a:pt x="12053138" y="2301964"/>
                  </a:lnTo>
                  <a:lnTo>
                    <a:pt x="11753596" y="2160460"/>
                  </a:lnTo>
                  <a:lnTo>
                    <a:pt x="11780876" y="2115388"/>
                  </a:lnTo>
                  <a:lnTo>
                    <a:pt x="12391923" y="1935302"/>
                  </a:lnTo>
                  <a:lnTo>
                    <a:pt x="14862759" y="2196884"/>
                  </a:lnTo>
                  <a:lnTo>
                    <a:pt x="15370213" y="2650515"/>
                  </a:lnTo>
                  <a:lnTo>
                    <a:pt x="15351138" y="2671826"/>
                  </a:lnTo>
                  <a:lnTo>
                    <a:pt x="15433434" y="2694305"/>
                  </a:lnTo>
                  <a:lnTo>
                    <a:pt x="15419400" y="2658999"/>
                  </a:lnTo>
                  <a:lnTo>
                    <a:pt x="15401938" y="2615057"/>
                  </a:lnTo>
                  <a:lnTo>
                    <a:pt x="15382863" y="2636380"/>
                  </a:lnTo>
                  <a:lnTo>
                    <a:pt x="14895068" y="2200300"/>
                  </a:lnTo>
                  <a:lnTo>
                    <a:pt x="15760395" y="2291905"/>
                  </a:lnTo>
                  <a:lnTo>
                    <a:pt x="15757411" y="2320290"/>
                  </a:lnTo>
                  <a:lnTo>
                    <a:pt x="15824721" y="2295106"/>
                  </a:lnTo>
                  <a:lnTo>
                    <a:pt x="15833103" y="2298954"/>
                  </a:lnTo>
                  <a:lnTo>
                    <a:pt x="15836938" y="2290534"/>
                  </a:lnTo>
                  <a:lnTo>
                    <a:pt x="15837167" y="2290445"/>
                  </a:lnTo>
                  <a:lnTo>
                    <a:pt x="15837015" y="2290356"/>
                  </a:lnTo>
                  <a:lnTo>
                    <a:pt x="15840977" y="2281682"/>
                  </a:lnTo>
                  <a:lnTo>
                    <a:pt x="15778747" y="2253018"/>
                  </a:lnTo>
                  <a:lnTo>
                    <a:pt x="15765412" y="2244471"/>
                  </a:lnTo>
                  <a:lnTo>
                    <a:pt x="15765158" y="2246769"/>
                  </a:lnTo>
                  <a:lnTo>
                    <a:pt x="15763062" y="2245804"/>
                  </a:lnTo>
                  <a:lnTo>
                    <a:pt x="15763062" y="2266696"/>
                  </a:lnTo>
                  <a:lnTo>
                    <a:pt x="15762402" y="2272982"/>
                  </a:lnTo>
                  <a:lnTo>
                    <a:pt x="14870786" y="2178596"/>
                  </a:lnTo>
                  <a:lnTo>
                    <a:pt x="14838477" y="2149716"/>
                  </a:lnTo>
                  <a:lnTo>
                    <a:pt x="14838477" y="2175179"/>
                  </a:lnTo>
                  <a:lnTo>
                    <a:pt x="12439701" y="1921230"/>
                  </a:lnTo>
                  <a:lnTo>
                    <a:pt x="12646178" y="1860372"/>
                  </a:lnTo>
                  <a:lnTo>
                    <a:pt x="12654293" y="1887855"/>
                  </a:lnTo>
                  <a:lnTo>
                    <a:pt x="12707138" y="1838452"/>
                  </a:lnTo>
                  <a:lnTo>
                    <a:pt x="12716523" y="1829689"/>
                  </a:lnTo>
                  <a:lnTo>
                    <a:pt x="12632703" y="1814703"/>
                  </a:lnTo>
                  <a:lnTo>
                    <a:pt x="12640780" y="1842096"/>
                  </a:lnTo>
                  <a:lnTo>
                    <a:pt x="12390107" y="1915985"/>
                  </a:lnTo>
                  <a:lnTo>
                    <a:pt x="12342330" y="1910930"/>
                  </a:lnTo>
                  <a:lnTo>
                    <a:pt x="12342330" y="1930057"/>
                  </a:lnTo>
                  <a:lnTo>
                    <a:pt x="11795531" y="2091207"/>
                  </a:lnTo>
                  <a:lnTo>
                    <a:pt x="11920169" y="1885365"/>
                  </a:lnTo>
                  <a:lnTo>
                    <a:pt x="12342330" y="1930057"/>
                  </a:lnTo>
                  <a:lnTo>
                    <a:pt x="12342330" y="1910930"/>
                  </a:lnTo>
                  <a:lnTo>
                    <a:pt x="11931053" y="1867382"/>
                  </a:lnTo>
                  <a:lnTo>
                    <a:pt x="12218467" y="1392720"/>
                  </a:lnTo>
                  <a:lnTo>
                    <a:pt x="12242940" y="1407541"/>
                  </a:lnTo>
                  <a:lnTo>
                    <a:pt x="12245810" y="1371981"/>
                  </a:lnTo>
                  <a:lnTo>
                    <a:pt x="12249798" y="1322578"/>
                  </a:lnTo>
                  <a:lnTo>
                    <a:pt x="12177789" y="1368044"/>
                  </a:lnTo>
                  <a:lnTo>
                    <a:pt x="12202198" y="1382852"/>
                  </a:lnTo>
                  <a:lnTo>
                    <a:pt x="11910149" y="1865172"/>
                  </a:lnTo>
                  <a:lnTo>
                    <a:pt x="11899252" y="1864029"/>
                  </a:lnTo>
                  <a:lnTo>
                    <a:pt x="11899252" y="1883156"/>
                  </a:lnTo>
                  <a:lnTo>
                    <a:pt x="11768442" y="2099195"/>
                  </a:lnTo>
                  <a:lnTo>
                    <a:pt x="11753799" y="2103513"/>
                  </a:lnTo>
                  <a:lnTo>
                    <a:pt x="11753799" y="2123376"/>
                  </a:lnTo>
                  <a:lnTo>
                    <a:pt x="11736299" y="2152281"/>
                  </a:lnTo>
                  <a:lnTo>
                    <a:pt x="11726355" y="2147595"/>
                  </a:lnTo>
                  <a:lnTo>
                    <a:pt x="11726355" y="2168702"/>
                  </a:lnTo>
                  <a:lnTo>
                    <a:pt x="11671592" y="2259152"/>
                  </a:lnTo>
                  <a:lnTo>
                    <a:pt x="11660962" y="2257374"/>
                  </a:lnTo>
                  <a:lnTo>
                    <a:pt x="11660962" y="2276691"/>
                  </a:lnTo>
                  <a:lnTo>
                    <a:pt x="11154499" y="3113113"/>
                  </a:lnTo>
                  <a:lnTo>
                    <a:pt x="9781438" y="2704668"/>
                  </a:lnTo>
                  <a:lnTo>
                    <a:pt x="11388509" y="2231047"/>
                  </a:lnTo>
                  <a:lnTo>
                    <a:pt x="11660962" y="2276691"/>
                  </a:lnTo>
                  <a:lnTo>
                    <a:pt x="11660962" y="2257374"/>
                  </a:lnTo>
                  <a:lnTo>
                    <a:pt x="11430305" y="2218728"/>
                  </a:lnTo>
                  <a:lnTo>
                    <a:pt x="11677802" y="2145779"/>
                  </a:lnTo>
                  <a:lnTo>
                    <a:pt x="11726355" y="2168702"/>
                  </a:lnTo>
                  <a:lnTo>
                    <a:pt x="11726355" y="2147595"/>
                  </a:lnTo>
                  <a:lnTo>
                    <a:pt x="11705323" y="2137664"/>
                  </a:lnTo>
                  <a:lnTo>
                    <a:pt x="11753799" y="2123376"/>
                  </a:lnTo>
                  <a:lnTo>
                    <a:pt x="11753799" y="2103513"/>
                  </a:lnTo>
                  <a:lnTo>
                    <a:pt x="11679428" y="2125421"/>
                  </a:lnTo>
                  <a:lnTo>
                    <a:pt x="11651894" y="2112416"/>
                  </a:lnTo>
                  <a:lnTo>
                    <a:pt x="11651894" y="2133536"/>
                  </a:lnTo>
                  <a:lnTo>
                    <a:pt x="11387290" y="2211527"/>
                  </a:lnTo>
                  <a:lnTo>
                    <a:pt x="5181917" y="1172019"/>
                  </a:lnTo>
                  <a:lnTo>
                    <a:pt x="10143261" y="1697253"/>
                  </a:lnTo>
                  <a:lnTo>
                    <a:pt x="10142614" y="1698371"/>
                  </a:lnTo>
                  <a:lnTo>
                    <a:pt x="10168471" y="1699920"/>
                  </a:lnTo>
                  <a:lnTo>
                    <a:pt x="10897260" y="1777072"/>
                  </a:lnTo>
                  <a:lnTo>
                    <a:pt x="11651894" y="2133536"/>
                  </a:lnTo>
                  <a:lnTo>
                    <a:pt x="11651894" y="2112416"/>
                  </a:lnTo>
                  <a:lnTo>
                    <a:pt x="10954880" y="1783168"/>
                  </a:lnTo>
                  <a:lnTo>
                    <a:pt x="11899252" y="1883156"/>
                  </a:lnTo>
                  <a:lnTo>
                    <a:pt x="11899252" y="1864029"/>
                  </a:lnTo>
                  <a:lnTo>
                    <a:pt x="10902658" y="1758505"/>
                  </a:lnTo>
                  <a:lnTo>
                    <a:pt x="10845038" y="1731289"/>
                  </a:lnTo>
                  <a:lnTo>
                    <a:pt x="10845038" y="1752409"/>
                  </a:lnTo>
                  <a:lnTo>
                    <a:pt x="10216020" y="1685823"/>
                  </a:lnTo>
                  <a:lnTo>
                    <a:pt x="10212146" y="1679956"/>
                  </a:lnTo>
                  <a:lnTo>
                    <a:pt x="10180714" y="1632458"/>
                  </a:lnTo>
                  <a:lnTo>
                    <a:pt x="10166388" y="1657223"/>
                  </a:lnTo>
                  <a:lnTo>
                    <a:pt x="10156914" y="1651762"/>
                  </a:lnTo>
                  <a:lnTo>
                    <a:pt x="10156914" y="1673631"/>
                  </a:lnTo>
                  <a:lnTo>
                    <a:pt x="10153675" y="1679219"/>
                  </a:lnTo>
                  <a:lnTo>
                    <a:pt x="5026863" y="1136472"/>
                  </a:lnTo>
                  <a:lnTo>
                    <a:pt x="9136075" y="1085126"/>
                  </a:lnTo>
                  <a:lnTo>
                    <a:pt x="10156914" y="1673631"/>
                  </a:lnTo>
                  <a:lnTo>
                    <a:pt x="10156914" y="1651762"/>
                  </a:lnTo>
                  <a:lnTo>
                    <a:pt x="9173400" y="1084656"/>
                  </a:lnTo>
                  <a:lnTo>
                    <a:pt x="9424772" y="1081519"/>
                  </a:lnTo>
                  <a:lnTo>
                    <a:pt x="10845038" y="1752409"/>
                  </a:lnTo>
                  <a:lnTo>
                    <a:pt x="10845038" y="1731289"/>
                  </a:lnTo>
                  <a:lnTo>
                    <a:pt x="9468307" y="1080973"/>
                  </a:lnTo>
                  <a:lnTo>
                    <a:pt x="10086962" y="1073238"/>
                  </a:lnTo>
                  <a:lnTo>
                    <a:pt x="10585488" y="1253756"/>
                  </a:lnTo>
                  <a:lnTo>
                    <a:pt x="10575811" y="1280541"/>
                  </a:lnTo>
                  <a:lnTo>
                    <a:pt x="10660393" y="1270635"/>
                  </a:lnTo>
                  <a:lnTo>
                    <a:pt x="10648429" y="1258062"/>
                  </a:lnTo>
                  <a:lnTo>
                    <a:pt x="10601719" y="1208913"/>
                  </a:lnTo>
                  <a:lnTo>
                    <a:pt x="10592016" y="1235735"/>
                  </a:lnTo>
                  <a:lnTo>
                    <a:pt x="10141331" y="1072553"/>
                  </a:lnTo>
                  <a:lnTo>
                    <a:pt x="12167972" y="1047229"/>
                  </a:lnTo>
                  <a:lnTo>
                    <a:pt x="12173852" y="1057427"/>
                  </a:lnTo>
                  <a:lnTo>
                    <a:pt x="12174017" y="1069492"/>
                  </a:lnTo>
                  <a:lnTo>
                    <a:pt x="11088637" y="1695196"/>
                  </a:lnTo>
                  <a:lnTo>
                    <a:pt x="11098162" y="1711706"/>
                  </a:lnTo>
                  <a:lnTo>
                    <a:pt x="12188635" y="1083056"/>
                  </a:lnTo>
                  <a:lnTo>
                    <a:pt x="12202935" y="1107821"/>
                  </a:lnTo>
                  <a:lnTo>
                    <a:pt x="12234393" y="1060196"/>
                  </a:lnTo>
                  <a:lnTo>
                    <a:pt x="12249925" y="1036701"/>
                  </a:lnTo>
                  <a:lnTo>
                    <a:pt x="12249772" y="1036713"/>
                  </a:lnTo>
                  <a:lnTo>
                    <a:pt x="12231662" y="1027938"/>
                  </a:lnTo>
                  <a:lnTo>
                    <a:pt x="12173090" y="999617"/>
                  </a:lnTo>
                  <a:lnTo>
                    <a:pt x="12173458" y="1027938"/>
                  </a:lnTo>
                  <a:lnTo>
                    <a:pt x="12173458" y="1028103"/>
                  </a:lnTo>
                  <a:lnTo>
                    <a:pt x="10090467" y="1054138"/>
                  </a:lnTo>
                  <a:lnTo>
                    <a:pt x="10036111" y="1034465"/>
                  </a:lnTo>
                  <a:lnTo>
                    <a:pt x="10036111" y="1054823"/>
                  </a:lnTo>
                  <a:lnTo>
                    <a:pt x="9429013" y="1062405"/>
                  </a:lnTo>
                  <a:lnTo>
                    <a:pt x="9385478" y="1041844"/>
                  </a:lnTo>
                  <a:lnTo>
                    <a:pt x="9385478" y="1062951"/>
                  </a:lnTo>
                  <a:lnTo>
                    <a:pt x="9141066" y="1066012"/>
                  </a:lnTo>
                  <a:lnTo>
                    <a:pt x="9075941" y="1028446"/>
                  </a:lnTo>
                  <a:lnTo>
                    <a:pt x="9066416" y="1044956"/>
                  </a:lnTo>
                  <a:lnTo>
                    <a:pt x="9103728" y="1066469"/>
                  </a:lnTo>
                  <a:lnTo>
                    <a:pt x="4952504" y="1118349"/>
                  </a:lnTo>
                  <a:lnTo>
                    <a:pt x="6548552" y="738860"/>
                  </a:lnTo>
                  <a:lnTo>
                    <a:pt x="8128546" y="1032090"/>
                  </a:lnTo>
                  <a:lnTo>
                    <a:pt x="8123314" y="1060196"/>
                  </a:lnTo>
                  <a:lnTo>
                    <a:pt x="8205229" y="1036701"/>
                  </a:lnTo>
                  <a:lnTo>
                    <a:pt x="8202206" y="1034415"/>
                  </a:lnTo>
                  <a:lnTo>
                    <a:pt x="8137284" y="985266"/>
                  </a:lnTo>
                  <a:lnTo>
                    <a:pt x="8132026" y="1013434"/>
                  </a:lnTo>
                  <a:lnTo>
                    <a:pt x="6594208" y="728002"/>
                  </a:lnTo>
                  <a:lnTo>
                    <a:pt x="7979257" y="398678"/>
                  </a:lnTo>
                  <a:lnTo>
                    <a:pt x="9385478" y="1062951"/>
                  </a:lnTo>
                  <a:lnTo>
                    <a:pt x="9385478" y="1041844"/>
                  </a:lnTo>
                  <a:lnTo>
                    <a:pt x="8008988" y="391617"/>
                  </a:lnTo>
                  <a:lnTo>
                    <a:pt x="8127124" y="363524"/>
                  </a:lnTo>
                  <a:lnTo>
                    <a:pt x="9433700" y="836676"/>
                  </a:lnTo>
                  <a:lnTo>
                    <a:pt x="9071115" y="836676"/>
                  </a:lnTo>
                  <a:lnTo>
                    <a:pt x="9071115" y="855726"/>
                  </a:lnTo>
                  <a:lnTo>
                    <a:pt x="9486303" y="855726"/>
                  </a:lnTo>
                  <a:lnTo>
                    <a:pt x="10036111" y="1054823"/>
                  </a:lnTo>
                  <a:lnTo>
                    <a:pt x="10036111" y="1034465"/>
                  </a:lnTo>
                  <a:lnTo>
                    <a:pt x="9542488" y="855726"/>
                  </a:lnTo>
                  <a:lnTo>
                    <a:pt x="12173471" y="855726"/>
                  </a:lnTo>
                  <a:lnTo>
                    <a:pt x="12173471" y="884301"/>
                  </a:lnTo>
                  <a:lnTo>
                    <a:pt x="12230621" y="855726"/>
                  </a:lnTo>
                  <a:lnTo>
                    <a:pt x="12249671" y="846201"/>
                  </a:lnTo>
                  <a:lnTo>
                    <a:pt x="12230621" y="836676"/>
                  </a:lnTo>
                  <a:lnTo>
                    <a:pt x="12173471" y="808101"/>
                  </a:lnTo>
                  <a:lnTo>
                    <a:pt x="12173471" y="836676"/>
                  </a:lnTo>
                  <a:lnTo>
                    <a:pt x="9489884" y="836676"/>
                  </a:lnTo>
                  <a:lnTo>
                    <a:pt x="8160944" y="355485"/>
                  </a:lnTo>
                  <a:lnTo>
                    <a:pt x="8538451" y="265722"/>
                  </a:lnTo>
                  <a:lnTo>
                    <a:pt x="13062953" y="587933"/>
                  </a:lnTo>
                  <a:lnTo>
                    <a:pt x="14018476" y="1442135"/>
                  </a:lnTo>
                  <a:lnTo>
                    <a:pt x="13188836" y="1059942"/>
                  </a:lnTo>
                  <a:lnTo>
                    <a:pt x="13191287" y="1054608"/>
                  </a:lnTo>
                  <a:lnTo>
                    <a:pt x="13200774" y="1034034"/>
                  </a:lnTo>
                  <a:lnTo>
                    <a:pt x="13115684" y="1036701"/>
                  </a:lnTo>
                  <a:lnTo>
                    <a:pt x="13168897" y="1103249"/>
                  </a:lnTo>
                  <a:lnTo>
                    <a:pt x="13180848" y="1077290"/>
                  </a:lnTo>
                  <a:lnTo>
                    <a:pt x="14066914" y="1485430"/>
                  </a:lnTo>
                  <a:lnTo>
                    <a:pt x="14838477" y="2175179"/>
                  </a:lnTo>
                  <a:lnTo>
                    <a:pt x="14838477" y="2149716"/>
                  </a:lnTo>
                  <a:lnTo>
                    <a:pt x="14125753" y="1512531"/>
                  </a:lnTo>
                  <a:lnTo>
                    <a:pt x="15763062" y="2266696"/>
                  </a:lnTo>
                  <a:lnTo>
                    <a:pt x="15763062" y="2245804"/>
                  </a:lnTo>
                  <a:lnTo>
                    <a:pt x="14077341" y="1469250"/>
                  </a:lnTo>
                  <a:lnTo>
                    <a:pt x="13094005" y="590143"/>
                  </a:lnTo>
                  <a:lnTo>
                    <a:pt x="13436029" y="614502"/>
                  </a:lnTo>
                  <a:lnTo>
                    <a:pt x="14140091" y="1030274"/>
                  </a:lnTo>
                  <a:lnTo>
                    <a:pt x="14125588" y="1054862"/>
                  </a:lnTo>
                  <a:lnTo>
                    <a:pt x="14210551" y="1060704"/>
                  </a:lnTo>
                  <a:lnTo>
                    <a:pt x="14195031" y="1036701"/>
                  </a:lnTo>
                  <a:lnTo>
                    <a:pt x="14164323" y="989203"/>
                  </a:lnTo>
                  <a:lnTo>
                    <a:pt x="14149756" y="1013904"/>
                  </a:lnTo>
                  <a:lnTo>
                    <a:pt x="13478536" y="617537"/>
                  </a:lnTo>
                  <a:lnTo>
                    <a:pt x="14306715" y="676516"/>
                  </a:lnTo>
                  <a:lnTo>
                    <a:pt x="15358313" y="1044575"/>
                  </a:lnTo>
                  <a:lnTo>
                    <a:pt x="15348852" y="1071499"/>
                  </a:lnTo>
                  <a:lnTo>
                    <a:pt x="15433434" y="1060704"/>
                  </a:lnTo>
                  <a:lnTo>
                    <a:pt x="15421839" y="1048766"/>
                  </a:lnTo>
                  <a:lnTo>
                    <a:pt x="15374125" y="999617"/>
                  </a:lnTo>
                  <a:lnTo>
                    <a:pt x="15364651" y="1026541"/>
                  </a:lnTo>
                  <a:lnTo>
                    <a:pt x="14379359" y="681685"/>
                  </a:lnTo>
                  <a:lnTo>
                    <a:pt x="15808554" y="783450"/>
                  </a:lnTo>
                  <a:lnTo>
                    <a:pt x="15821355" y="783450"/>
                  </a:lnTo>
                  <a:lnTo>
                    <a:pt x="15875534" y="783450"/>
                  </a:lnTo>
                  <a:lnTo>
                    <a:pt x="15885300" y="779399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5073502" y="2199220"/>
              <a:ext cx="2759710" cy="896619"/>
            </a:xfrm>
            <a:custGeom>
              <a:avLst/>
              <a:gdLst/>
              <a:ahLst/>
              <a:cxnLst/>
              <a:rect l="l" t="t" r="r" b="b"/>
              <a:pathLst>
                <a:path w="2759709" h="896619">
                  <a:moveTo>
                    <a:pt x="2759329" y="0"/>
                  </a:moveTo>
                  <a:lnTo>
                    <a:pt x="0" y="0"/>
                  </a:lnTo>
                  <a:lnTo>
                    <a:pt x="0" y="896277"/>
                  </a:lnTo>
                  <a:lnTo>
                    <a:pt x="2759329" y="896277"/>
                  </a:lnTo>
                  <a:lnTo>
                    <a:pt x="2759329" y="0"/>
                  </a:lnTo>
                  <a:close/>
                </a:path>
              </a:pathLst>
            </a:custGeom>
            <a:solidFill>
              <a:srgbClr val="CE0D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254351" y="2376424"/>
              <a:ext cx="2399410" cy="560451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8085073" y="2672080"/>
              <a:ext cx="605155" cy="601980"/>
            </a:xfrm>
            <a:custGeom>
              <a:avLst/>
              <a:gdLst/>
              <a:ahLst/>
              <a:cxnLst/>
              <a:rect l="l" t="t" r="r" b="b"/>
              <a:pathLst>
                <a:path w="605154" h="601979">
                  <a:moveTo>
                    <a:pt x="84835" y="0"/>
                  </a:moveTo>
                  <a:lnTo>
                    <a:pt x="50673" y="0"/>
                  </a:lnTo>
                  <a:lnTo>
                    <a:pt x="31289" y="4133"/>
                  </a:lnTo>
                  <a:lnTo>
                    <a:pt x="15144" y="15351"/>
                  </a:lnTo>
                  <a:lnTo>
                    <a:pt x="4095" y="31878"/>
                  </a:lnTo>
                  <a:lnTo>
                    <a:pt x="0" y="51943"/>
                  </a:lnTo>
                  <a:lnTo>
                    <a:pt x="1143" y="51943"/>
                  </a:lnTo>
                  <a:lnTo>
                    <a:pt x="1143" y="549783"/>
                  </a:lnTo>
                  <a:lnTo>
                    <a:pt x="5274" y="569847"/>
                  </a:lnTo>
                  <a:lnTo>
                    <a:pt x="16478" y="586374"/>
                  </a:lnTo>
                  <a:lnTo>
                    <a:pt x="32968" y="597592"/>
                  </a:lnTo>
                  <a:lnTo>
                    <a:pt x="52958" y="601726"/>
                  </a:lnTo>
                  <a:lnTo>
                    <a:pt x="554354" y="601726"/>
                  </a:lnTo>
                  <a:lnTo>
                    <a:pt x="573758" y="597592"/>
                  </a:lnTo>
                  <a:lnTo>
                    <a:pt x="589946" y="586374"/>
                  </a:lnTo>
                  <a:lnTo>
                    <a:pt x="601039" y="569847"/>
                  </a:lnTo>
                  <a:lnTo>
                    <a:pt x="603227" y="559180"/>
                  </a:lnTo>
                  <a:lnTo>
                    <a:pt x="47117" y="559180"/>
                  </a:lnTo>
                  <a:lnTo>
                    <a:pt x="43560" y="555625"/>
                  </a:lnTo>
                  <a:lnTo>
                    <a:pt x="43560" y="47244"/>
                  </a:lnTo>
                  <a:lnTo>
                    <a:pt x="47117" y="44830"/>
                  </a:lnTo>
                  <a:lnTo>
                    <a:pt x="135313" y="44830"/>
                  </a:lnTo>
                  <a:lnTo>
                    <a:pt x="132645" y="31878"/>
                  </a:lnTo>
                  <a:lnTo>
                    <a:pt x="121427" y="15351"/>
                  </a:lnTo>
                  <a:lnTo>
                    <a:pt x="104900" y="4133"/>
                  </a:lnTo>
                  <a:lnTo>
                    <a:pt x="84835" y="0"/>
                  </a:lnTo>
                  <a:close/>
                </a:path>
                <a:path w="605154" h="601979">
                  <a:moveTo>
                    <a:pt x="602254" y="48387"/>
                  </a:moveTo>
                  <a:lnTo>
                    <a:pt x="552069" y="48387"/>
                  </a:lnTo>
                  <a:lnTo>
                    <a:pt x="560324" y="53086"/>
                  </a:lnTo>
                  <a:lnTo>
                    <a:pt x="560324" y="555625"/>
                  </a:lnTo>
                  <a:lnTo>
                    <a:pt x="556768" y="559180"/>
                  </a:lnTo>
                  <a:lnTo>
                    <a:pt x="603227" y="559180"/>
                  </a:lnTo>
                  <a:lnTo>
                    <a:pt x="605154" y="549783"/>
                  </a:lnTo>
                  <a:lnTo>
                    <a:pt x="605154" y="57785"/>
                  </a:lnTo>
                  <a:lnTo>
                    <a:pt x="602254" y="48387"/>
                  </a:lnTo>
                  <a:close/>
                </a:path>
                <a:path w="605154" h="601979">
                  <a:moveTo>
                    <a:pt x="135313" y="44830"/>
                  </a:moveTo>
                  <a:lnTo>
                    <a:pt x="50673" y="44830"/>
                  </a:lnTo>
                  <a:lnTo>
                    <a:pt x="50673" y="46100"/>
                  </a:lnTo>
                  <a:lnTo>
                    <a:pt x="89534" y="46100"/>
                  </a:lnTo>
                  <a:lnTo>
                    <a:pt x="91948" y="48387"/>
                  </a:lnTo>
                  <a:lnTo>
                    <a:pt x="91948" y="241935"/>
                  </a:lnTo>
                  <a:lnTo>
                    <a:pt x="126110" y="241935"/>
                  </a:lnTo>
                  <a:lnTo>
                    <a:pt x="201727" y="166370"/>
                  </a:lnTo>
                  <a:lnTo>
                    <a:pt x="136778" y="166370"/>
                  </a:lnTo>
                  <a:lnTo>
                    <a:pt x="136778" y="51943"/>
                  </a:lnTo>
                  <a:lnTo>
                    <a:pt x="135313" y="44830"/>
                  </a:lnTo>
                  <a:close/>
                </a:path>
                <a:path w="605154" h="601979">
                  <a:moveTo>
                    <a:pt x="368650" y="48387"/>
                  </a:moveTo>
                  <a:lnTo>
                    <a:pt x="319658" y="48387"/>
                  </a:lnTo>
                  <a:lnTo>
                    <a:pt x="326771" y="53086"/>
                  </a:lnTo>
                  <a:lnTo>
                    <a:pt x="326771" y="241935"/>
                  </a:lnTo>
                  <a:lnTo>
                    <a:pt x="360933" y="241935"/>
                  </a:lnTo>
                  <a:lnTo>
                    <a:pt x="436499" y="166370"/>
                  </a:lnTo>
                  <a:lnTo>
                    <a:pt x="371601" y="166370"/>
                  </a:lnTo>
                  <a:lnTo>
                    <a:pt x="371601" y="57785"/>
                  </a:lnTo>
                  <a:lnTo>
                    <a:pt x="368650" y="48387"/>
                  </a:lnTo>
                  <a:close/>
                </a:path>
                <a:path w="605154" h="601979">
                  <a:moveTo>
                    <a:pt x="310362" y="6046"/>
                  </a:moveTo>
                  <a:lnTo>
                    <a:pt x="283082" y="20066"/>
                  </a:lnTo>
                  <a:lnTo>
                    <a:pt x="136778" y="166370"/>
                  </a:lnTo>
                  <a:lnTo>
                    <a:pt x="201727" y="166370"/>
                  </a:lnTo>
                  <a:lnTo>
                    <a:pt x="313817" y="54355"/>
                  </a:lnTo>
                  <a:lnTo>
                    <a:pt x="319658" y="48387"/>
                  </a:lnTo>
                  <a:lnTo>
                    <a:pt x="368650" y="48387"/>
                  </a:lnTo>
                  <a:lnTo>
                    <a:pt x="362253" y="28013"/>
                  </a:lnTo>
                  <a:lnTo>
                    <a:pt x="339296" y="9731"/>
                  </a:lnTo>
                  <a:lnTo>
                    <a:pt x="310362" y="6046"/>
                  </a:lnTo>
                  <a:close/>
                </a:path>
                <a:path w="605154" h="601979">
                  <a:moveTo>
                    <a:pt x="544397" y="6046"/>
                  </a:moveTo>
                  <a:lnTo>
                    <a:pt x="516635" y="20066"/>
                  </a:lnTo>
                  <a:lnTo>
                    <a:pt x="371601" y="166370"/>
                  </a:lnTo>
                  <a:lnTo>
                    <a:pt x="436499" y="166370"/>
                  </a:lnTo>
                  <a:lnTo>
                    <a:pt x="548512" y="54355"/>
                  </a:lnTo>
                  <a:lnTo>
                    <a:pt x="552069" y="48387"/>
                  </a:lnTo>
                  <a:lnTo>
                    <a:pt x="602254" y="48387"/>
                  </a:lnTo>
                  <a:lnTo>
                    <a:pt x="595967" y="28013"/>
                  </a:lnTo>
                  <a:lnTo>
                    <a:pt x="573277" y="9731"/>
                  </a:lnTo>
                  <a:lnTo>
                    <a:pt x="544397" y="604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24138" y="3003663"/>
              <a:ext cx="118003" cy="117996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46008" y="3003663"/>
              <a:ext cx="118003" cy="117996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0779" y="2663025"/>
              <a:ext cx="57207" cy="371386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6648196" y="2741929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908"/>
                  </a:moveTo>
                  <a:lnTo>
                    <a:pt x="584454" y="398856"/>
                  </a:lnTo>
                  <a:lnTo>
                    <a:pt x="579716" y="392277"/>
                  </a:lnTo>
                  <a:lnTo>
                    <a:pt x="572833" y="387845"/>
                  </a:lnTo>
                  <a:lnTo>
                    <a:pt x="564642" y="386207"/>
                  </a:lnTo>
                  <a:lnTo>
                    <a:pt x="450215" y="386207"/>
                  </a:lnTo>
                  <a:lnTo>
                    <a:pt x="442010" y="387845"/>
                  </a:lnTo>
                  <a:lnTo>
                    <a:pt x="435127" y="392277"/>
                  </a:lnTo>
                  <a:lnTo>
                    <a:pt x="430390" y="398856"/>
                  </a:lnTo>
                  <a:lnTo>
                    <a:pt x="428625" y="406908"/>
                  </a:lnTo>
                  <a:lnTo>
                    <a:pt x="430390" y="415061"/>
                  </a:lnTo>
                  <a:lnTo>
                    <a:pt x="435127" y="421944"/>
                  </a:lnTo>
                  <a:lnTo>
                    <a:pt x="442010" y="426720"/>
                  </a:lnTo>
                  <a:lnTo>
                    <a:pt x="450215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44"/>
                  </a:lnTo>
                  <a:lnTo>
                    <a:pt x="584454" y="415061"/>
                  </a:lnTo>
                  <a:lnTo>
                    <a:pt x="586232" y="406908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54" y="113131"/>
                  </a:lnTo>
                  <a:lnTo>
                    <a:pt x="579716" y="106591"/>
                  </a:lnTo>
                  <a:lnTo>
                    <a:pt x="572833" y="102196"/>
                  </a:lnTo>
                  <a:lnTo>
                    <a:pt x="564642" y="100584"/>
                  </a:lnTo>
                  <a:lnTo>
                    <a:pt x="450215" y="100584"/>
                  </a:lnTo>
                  <a:lnTo>
                    <a:pt x="442010" y="102196"/>
                  </a:lnTo>
                  <a:lnTo>
                    <a:pt x="435127" y="106591"/>
                  </a:lnTo>
                  <a:lnTo>
                    <a:pt x="430390" y="113131"/>
                  </a:lnTo>
                  <a:lnTo>
                    <a:pt x="428625" y="121158"/>
                  </a:lnTo>
                  <a:lnTo>
                    <a:pt x="430390" y="129362"/>
                  </a:lnTo>
                  <a:lnTo>
                    <a:pt x="435127" y="136245"/>
                  </a:lnTo>
                  <a:lnTo>
                    <a:pt x="442010" y="140982"/>
                  </a:lnTo>
                  <a:lnTo>
                    <a:pt x="450215" y="142748"/>
                  </a:lnTo>
                  <a:lnTo>
                    <a:pt x="564642" y="142748"/>
                  </a:lnTo>
                  <a:lnTo>
                    <a:pt x="572833" y="140982"/>
                  </a:lnTo>
                  <a:lnTo>
                    <a:pt x="579716" y="136245"/>
                  </a:lnTo>
                  <a:lnTo>
                    <a:pt x="584454" y="129362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1957" y="336042"/>
                  </a:moveTo>
                  <a:lnTo>
                    <a:pt x="670458" y="329057"/>
                  </a:lnTo>
                  <a:lnTo>
                    <a:pt x="667791" y="316598"/>
                  </a:lnTo>
                  <a:lnTo>
                    <a:pt x="656666" y="300545"/>
                  </a:lnTo>
                  <a:lnTo>
                    <a:pt x="640613" y="289648"/>
                  </a:lnTo>
                  <a:lnTo>
                    <a:pt x="628523" y="287083"/>
                  </a:lnTo>
                  <a:lnTo>
                    <a:pt x="628523" y="331470"/>
                  </a:lnTo>
                  <a:lnTo>
                    <a:pt x="628523" y="483362"/>
                  </a:lnTo>
                  <a:lnTo>
                    <a:pt x="626237" y="485648"/>
                  </a:lnTo>
                  <a:lnTo>
                    <a:pt x="45720" y="485648"/>
                  </a:lnTo>
                  <a:lnTo>
                    <a:pt x="43434" y="483362"/>
                  </a:lnTo>
                  <a:lnTo>
                    <a:pt x="43434" y="331470"/>
                  </a:lnTo>
                  <a:lnTo>
                    <a:pt x="45720" y="329057"/>
                  </a:lnTo>
                  <a:lnTo>
                    <a:pt x="626237" y="329057"/>
                  </a:lnTo>
                  <a:lnTo>
                    <a:pt x="628523" y="331470"/>
                  </a:lnTo>
                  <a:lnTo>
                    <a:pt x="628523" y="287083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48"/>
                  </a:lnTo>
                  <a:lnTo>
                    <a:pt x="14859" y="300545"/>
                  </a:lnTo>
                  <a:lnTo>
                    <a:pt x="3987" y="316598"/>
                  </a:lnTo>
                  <a:lnTo>
                    <a:pt x="0" y="336042"/>
                  </a:lnTo>
                  <a:lnTo>
                    <a:pt x="0" y="478917"/>
                  </a:lnTo>
                  <a:lnTo>
                    <a:pt x="3987" y="498335"/>
                  </a:lnTo>
                  <a:lnTo>
                    <a:pt x="14859" y="514286"/>
                  </a:lnTo>
                  <a:lnTo>
                    <a:pt x="30861" y="525106"/>
                  </a:lnTo>
                  <a:lnTo>
                    <a:pt x="50292" y="529082"/>
                  </a:lnTo>
                  <a:lnTo>
                    <a:pt x="621665" y="529082"/>
                  </a:lnTo>
                  <a:lnTo>
                    <a:pt x="640613" y="525106"/>
                  </a:lnTo>
                  <a:lnTo>
                    <a:pt x="656666" y="514286"/>
                  </a:lnTo>
                  <a:lnTo>
                    <a:pt x="667791" y="498335"/>
                  </a:lnTo>
                  <a:lnTo>
                    <a:pt x="670509" y="485648"/>
                  </a:lnTo>
                  <a:lnTo>
                    <a:pt x="671957" y="478917"/>
                  </a:lnTo>
                  <a:lnTo>
                    <a:pt x="671957" y="336042"/>
                  </a:lnTo>
                  <a:close/>
                </a:path>
                <a:path w="672465" h="529589">
                  <a:moveTo>
                    <a:pt x="671957" y="50292"/>
                  </a:moveTo>
                  <a:lnTo>
                    <a:pt x="670458" y="43307"/>
                  </a:lnTo>
                  <a:lnTo>
                    <a:pt x="667791" y="30861"/>
                  </a:lnTo>
                  <a:lnTo>
                    <a:pt x="656666" y="14859"/>
                  </a:lnTo>
                  <a:lnTo>
                    <a:pt x="640613" y="4000"/>
                  </a:lnTo>
                  <a:lnTo>
                    <a:pt x="628523" y="1460"/>
                  </a:lnTo>
                  <a:lnTo>
                    <a:pt x="628523" y="45720"/>
                  </a:lnTo>
                  <a:lnTo>
                    <a:pt x="628523" y="197612"/>
                  </a:lnTo>
                  <a:lnTo>
                    <a:pt x="626237" y="200025"/>
                  </a:lnTo>
                  <a:lnTo>
                    <a:pt x="45720" y="200025"/>
                  </a:lnTo>
                  <a:lnTo>
                    <a:pt x="43434" y="197612"/>
                  </a:lnTo>
                  <a:lnTo>
                    <a:pt x="43434" y="45720"/>
                  </a:lnTo>
                  <a:lnTo>
                    <a:pt x="45720" y="43307"/>
                  </a:lnTo>
                  <a:lnTo>
                    <a:pt x="626237" y="43307"/>
                  </a:lnTo>
                  <a:lnTo>
                    <a:pt x="628523" y="45720"/>
                  </a:lnTo>
                  <a:lnTo>
                    <a:pt x="628523" y="1460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4000"/>
                  </a:lnTo>
                  <a:lnTo>
                    <a:pt x="14859" y="14859"/>
                  </a:lnTo>
                  <a:lnTo>
                    <a:pt x="3987" y="30861"/>
                  </a:lnTo>
                  <a:lnTo>
                    <a:pt x="0" y="50292"/>
                  </a:lnTo>
                  <a:lnTo>
                    <a:pt x="0" y="193167"/>
                  </a:lnTo>
                  <a:lnTo>
                    <a:pt x="3987" y="212598"/>
                  </a:lnTo>
                  <a:lnTo>
                    <a:pt x="14859" y="228600"/>
                  </a:lnTo>
                  <a:lnTo>
                    <a:pt x="30861" y="239458"/>
                  </a:lnTo>
                  <a:lnTo>
                    <a:pt x="50292" y="243459"/>
                  </a:lnTo>
                  <a:lnTo>
                    <a:pt x="621665" y="243459"/>
                  </a:lnTo>
                  <a:lnTo>
                    <a:pt x="640613" y="239458"/>
                  </a:lnTo>
                  <a:lnTo>
                    <a:pt x="656666" y="228600"/>
                  </a:lnTo>
                  <a:lnTo>
                    <a:pt x="667791" y="212598"/>
                  </a:lnTo>
                  <a:lnTo>
                    <a:pt x="670483" y="200025"/>
                  </a:lnTo>
                  <a:lnTo>
                    <a:pt x="671957" y="193167"/>
                  </a:lnTo>
                  <a:lnTo>
                    <a:pt x="671957" y="5029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25668" y="3077433"/>
              <a:ext cx="342150" cy="48925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5311774" y="2673858"/>
              <a:ext cx="440055" cy="586740"/>
            </a:xfrm>
            <a:custGeom>
              <a:avLst/>
              <a:gdLst/>
              <a:ahLst/>
              <a:cxnLst/>
              <a:rect l="l" t="t" r="r" b="b"/>
              <a:pathLst>
                <a:path w="440054" h="586739">
                  <a:moveTo>
                    <a:pt x="282448" y="0"/>
                  </a:moveTo>
                  <a:lnTo>
                    <a:pt x="24384" y="0"/>
                  </a:lnTo>
                  <a:lnTo>
                    <a:pt x="14841" y="2024"/>
                  </a:lnTo>
                  <a:lnTo>
                    <a:pt x="7096" y="7429"/>
                  </a:lnTo>
                  <a:lnTo>
                    <a:pt x="1899" y="15216"/>
                  </a:lnTo>
                  <a:lnTo>
                    <a:pt x="0" y="24384"/>
                  </a:lnTo>
                  <a:lnTo>
                    <a:pt x="0" y="561975"/>
                  </a:lnTo>
                  <a:lnTo>
                    <a:pt x="1899" y="571571"/>
                  </a:lnTo>
                  <a:lnTo>
                    <a:pt x="7096" y="579310"/>
                  </a:lnTo>
                  <a:lnTo>
                    <a:pt x="14841" y="584477"/>
                  </a:lnTo>
                  <a:lnTo>
                    <a:pt x="24384" y="586359"/>
                  </a:lnTo>
                  <a:lnTo>
                    <a:pt x="415416" y="586359"/>
                  </a:lnTo>
                  <a:lnTo>
                    <a:pt x="425013" y="584477"/>
                  </a:lnTo>
                  <a:lnTo>
                    <a:pt x="432752" y="579310"/>
                  </a:lnTo>
                  <a:lnTo>
                    <a:pt x="437919" y="571571"/>
                  </a:lnTo>
                  <a:lnTo>
                    <a:pt x="439800" y="561975"/>
                  </a:lnTo>
                  <a:lnTo>
                    <a:pt x="439800" y="550164"/>
                  </a:lnTo>
                  <a:lnTo>
                    <a:pt x="36067" y="550164"/>
                  </a:lnTo>
                  <a:lnTo>
                    <a:pt x="36067" y="37211"/>
                  </a:lnTo>
                  <a:lnTo>
                    <a:pt x="323973" y="37211"/>
                  </a:lnTo>
                  <a:lnTo>
                    <a:pt x="293242" y="7747"/>
                  </a:lnTo>
                  <a:lnTo>
                    <a:pt x="288289" y="2921"/>
                  </a:lnTo>
                  <a:lnTo>
                    <a:pt x="282448" y="0"/>
                  </a:lnTo>
                  <a:close/>
                </a:path>
                <a:path w="440054" h="586739">
                  <a:moveTo>
                    <a:pt x="323973" y="37211"/>
                  </a:moveTo>
                  <a:lnTo>
                    <a:pt x="270763" y="37211"/>
                  </a:lnTo>
                  <a:lnTo>
                    <a:pt x="402716" y="163195"/>
                  </a:lnTo>
                  <a:lnTo>
                    <a:pt x="402716" y="550164"/>
                  </a:lnTo>
                  <a:lnTo>
                    <a:pt x="439800" y="550164"/>
                  </a:lnTo>
                  <a:lnTo>
                    <a:pt x="439800" y="151511"/>
                  </a:lnTo>
                  <a:lnTo>
                    <a:pt x="436879" y="144652"/>
                  </a:lnTo>
                  <a:lnTo>
                    <a:pt x="431926" y="140716"/>
                  </a:lnTo>
                  <a:lnTo>
                    <a:pt x="323973" y="3721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74665" y="2692400"/>
              <a:ext cx="171069" cy="171069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06643" y="2797937"/>
              <a:ext cx="100583" cy="147701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5944345" y="2742395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272476" y="0"/>
                  </a:moveTo>
                  <a:lnTo>
                    <a:pt x="227141" y="0"/>
                  </a:lnTo>
                  <a:lnTo>
                    <a:pt x="182165" y="6259"/>
                  </a:lnTo>
                  <a:lnTo>
                    <a:pt x="138272" y="18779"/>
                  </a:lnTo>
                  <a:lnTo>
                    <a:pt x="96187" y="37558"/>
                  </a:lnTo>
                  <a:lnTo>
                    <a:pt x="56633" y="62597"/>
                  </a:lnTo>
                  <a:lnTo>
                    <a:pt x="20335" y="93896"/>
                  </a:lnTo>
                  <a:lnTo>
                    <a:pt x="0" y="125598"/>
                  </a:lnTo>
                  <a:lnTo>
                    <a:pt x="1827" y="135764"/>
                  </a:lnTo>
                  <a:lnTo>
                    <a:pt x="7381" y="144442"/>
                  </a:lnTo>
                  <a:lnTo>
                    <a:pt x="16079" y="150087"/>
                  </a:lnTo>
                  <a:lnTo>
                    <a:pt x="26288" y="151982"/>
                  </a:lnTo>
                  <a:lnTo>
                    <a:pt x="36474" y="150139"/>
                  </a:lnTo>
                  <a:lnTo>
                    <a:pt x="45100" y="144569"/>
                  </a:lnTo>
                  <a:lnTo>
                    <a:pt x="58054" y="131615"/>
                  </a:lnTo>
                  <a:lnTo>
                    <a:pt x="95704" y="100114"/>
                  </a:lnTo>
                  <a:lnTo>
                    <a:pt x="137078" y="76481"/>
                  </a:lnTo>
                  <a:lnTo>
                    <a:pt x="181113" y="60716"/>
                  </a:lnTo>
                  <a:lnTo>
                    <a:pt x="226743" y="52822"/>
                  </a:lnTo>
                  <a:lnTo>
                    <a:pt x="272906" y="52800"/>
                  </a:lnTo>
                  <a:lnTo>
                    <a:pt x="318536" y="60654"/>
                  </a:lnTo>
                  <a:lnTo>
                    <a:pt x="362570" y="76386"/>
                  </a:lnTo>
                  <a:lnTo>
                    <a:pt x="403945" y="99996"/>
                  </a:lnTo>
                  <a:lnTo>
                    <a:pt x="441594" y="131488"/>
                  </a:lnTo>
                  <a:lnTo>
                    <a:pt x="454548" y="144442"/>
                  </a:lnTo>
                  <a:lnTo>
                    <a:pt x="463155" y="150014"/>
                  </a:lnTo>
                  <a:lnTo>
                    <a:pt x="473297" y="151871"/>
                  </a:lnTo>
                  <a:lnTo>
                    <a:pt x="483463" y="150014"/>
                  </a:lnTo>
                  <a:lnTo>
                    <a:pt x="492140" y="144442"/>
                  </a:lnTo>
                  <a:lnTo>
                    <a:pt x="497766" y="135762"/>
                  </a:lnTo>
                  <a:lnTo>
                    <a:pt x="499617" y="125582"/>
                  </a:lnTo>
                  <a:lnTo>
                    <a:pt x="497730" y="115402"/>
                  </a:lnTo>
                  <a:lnTo>
                    <a:pt x="442920" y="62597"/>
                  </a:lnTo>
                  <a:lnTo>
                    <a:pt x="403392" y="37558"/>
                  </a:lnTo>
                  <a:lnTo>
                    <a:pt x="361325" y="18779"/>
                  </a:lnTo>
                  <a:lnTo>
                    <a:pt x="317445" y="6259"/>
                  </a:lnTo>
                  <a:lnTo>
                    <a:pt x="272476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350380" y="2801112"/>
              <a:ext cx="99060" cy="103505"/>
            </a:xfrm>
            <a:custGeom>
              <a:avLst/>
              <a:gdLst/>
              <a:ahLst/>
              <a:cxnLst/>
              <a:rect l="l" t="t" r="r" b="b"/>
              <a:pathLst>
                <a:path w="99060" h="103505">
                  <a:moveTo>
                    <a:pt x="93472" y="0"/>
                  </a:moveTo>
                  <a:lnTo>
                    <a:pt x="98552" y="97663"/>
                  </a:lnTo>
                  <a:lnTo>
                    <a:pt x="0" y="102997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955855" y="3039697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473281" y="0"/>
                  </a:moveTo>
                  <a:lnTo>
                    <a:pt x="463095" y="1843"/>
                  </a:lnTo>
                  <a:lnTo>
                    <a:pt x="454469" y="7413"/>
                  </a:lnTo>
                  <a:lnTo>
                    <a:pt x="441515" y="20367"/>
                  </a:lnTo>
                  <a:lnTo>
                    <a:pt x="403869" y="51867"/>
                  </a:lnTo>
                  <a:lnTo>
                    <a:pt x="362506" y="75501"/>
                  </a:lnTo>
                  <a:lnTo>
                    <a:pt x="318485" y="91266"/>
                  </a:lnTo>
                  <a:lnTo>
                    <a:pt x="272868" y="99160"/>
                  </a:lnTo>
                  <a:lnTo>
                    <a:pt x="226716" y="99181"/>
                  </a:lnTo>
                  <a:lnTo>
                    <a:pt x="181090" y="91327"/>
                  </a:lnTo>
                  <a:lnTo>
                    <a:pt x="137050" y="75596"/>
                  </a:lnTo>
                  <a:lnTo>
                    <a:pt x="95658" y="51986"/>
                  </a:lnTo>
                  <a:lnTo>
                    <a:pt x="57975" y="20494"/>
                  </a:lnTo>
                  <a:lnTo>
                    <a:pt x="45148" y="7540"/>
                  </a:lnTo>
                  <a:lnTo>
                    <a:pt x="36468" y="1950"/>
                  </a:lnTo>
                  <a:lnTo>
                    <a:pt x="0" y="26384"/>
                  </a:lnTo>
                  <a:lnTo>
                    <a:pt x="1857" y="36526"/>
                  </a:lnTo>
                  <a:lnTo>
                    <a:pt x="56678" y="89385"/>
                  </a:lnTo>
                  <a:lnTo>
                    <a:pt x="96224" y="114424"/>
                  </a:lnTo>
                  <a:lnTo>
                    <a:pt x="138299" y="133203"/>
                  </a:lnTo>
                  <a:lnTo>
                    <a:pt x="182180" y="145722"/>
                  </a:lnTo>
                  <a:lnTo>
                    <a:pt x="227145" y="151982"/>
                  </a:lnTo>
                  <a:lnTo>
                    <a:pt x="272472" y="151982"/>
                  </a:lnTo>
                  <a:lnTo>
                    <a:pt x="317437" y="145722"/>
                  </a:lnTo>
                  <a:lnTo>
                    <a:pt x="361318" y="133203"/>
                  </a:lnTo>
                  <a:lnTo>
                    <a:pt x="403393" y="114424"/>
                  </a:lnTo>
                  <a:lnTo>
                    <a:pt x="442939" y="89385"/>
                  </a:lnTo>
                  <a:lnTo>
                    <a:pt x="479234" y="58086"/>
                  </a:lnTo>
                  <a:lnTo>
                    <a:pt x="499618" y="26384"/>
                  </a:lnTo>
                  <a:lnTo>
                    <a:pt x="497760" y="16218"/>
                  </a:lnTo>
                  <a:lnTo>
                    <a:pt x="492188" y="7540"/>
                  </a:lnTo>
                  <a:lnTo>
                    <a:pt x="483490" y="1895"/>
                  </a:lnTo>
                  <a:lnTo>
                    <a:pt x="47328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5950838" y="3029966"/>
              <a:ext cx="99060" cy="103505"/>
            </a:xfrm>
            <a:custGeom>
              <a:avLst/>
              <a:gdLst/>
              <a:ahLst/>
              <a:cxnLst/>
              <a:rect l="l" t="t" r="r" b="b"/>
              <a:pathLst>
                <a:path w="99060" h="103505">
                  <a:moveTo>
                    <a:pt x="5080" y="102997"/>
                  </a:moveTo>
                  <a:lnTo>
                    <a:pt x="0" y="5333"/>
                  </a:lnTo>
                  <a:lnTo>
                    <a:pt x="98551" y="0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404469" y="2492209"/>
              <a:ext cx="88112" cy="499275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13228193" y="2595626"/>
              <a:ext cx="704850" cy="558165"/>
            </a:xfrm>
            <a:custGeom>
              <a:avLst/>
              <a:gdLst/>
              <a:ahLst/>
              <a:cxnLst/>
              <a:rect l="l" t="t" r="r" b="b"/>
              <a:pathLst>
                <a:path w="704850" h="558164">
                  <a:moveTo>
                    <a:pt x="646049" y="0"/>
                  </a:moveTo>
                  <a:lnTo>
                    <a:pt x="58674" y="0"/>
                  </a:lnTo>
                  <a:lnTo>
                    <a:pt x="35629" y="4542"/>
                  </a:lnTo>
                  <a:lnTo>
                    <a:pt x="17002" y="17002"/>
                  </a:lnTo>
                  <a:lnTo>
                    <a:pt x="4542" y="35629"/>
                  </a:lnTo>
                  <a:lnTo>
                    <a:pt x="0" y="58674"/>
                  </a:lnTo>
                  <a:lnTo>
                    <a:pt x="0" y="499237"/>
                  </a:lnTo>
                  <a:lnTo>
                    <a:pt x="4542" y="521799"/>
                  </a:lnTo>
                  <a:lnTo>
                    <a:pt x="17002" y="540480"/>
                  </a:lnTo>
                  <a:lnTo>
                    <a:pt x="35629" y="553208"/>
                  </a:lnTo>
                  <a:lnTo>
                    <a:pt x="58674" y="557910"/>
                  </a:lnTo>
                  <a:lnTo>
                    <a:pt x="646049" y="557910"/>
                  </a:lnTo>
                  <a:lnTo>
                    <a:pt x="668631" y="553208"/>
                  </a:lnTo>
                  <a:lnTo>
                    <a:pt x="687355" y="540480"/>
                  </a:lnTo>
                  <a:lnTo>
                    <a:pt x="700127" y="521799"/>
                  </a:lnTo>
                  <a:lnTo>
                    <a:pt x="704850" y="499237"/>
                  </a:lnTo>
                  <a:lnTo>
                    <a:pt x="58674" y="499237"/>
                  </a:lnTo>
                  <a:lnTo>
                    <a:pt x="58674" y="58674"/>
                  </a:lnTo>
                  <a:lnTo>
                    <a:pt x="704850" y="58674"/>
                  </a:lnTo>
                  <a:lnTo>
                    <a:pt x="700127" y="35629"/>
                  </a:lnTo>
                  <a:lnTo>
                    <a:pt x="687355" y="17002"/>
                  </a:lnTo>
                  <a:lnTo>
                    <a:pt x="668631" y="4542"/>
                  </a:lnTo>
                  <a:lnTo>
                    <a:pt x="646049" y="0"/>
                  </a:lnTo>
                  <a:close/>
                </a:path>
                <a:path w="704850" h="558164">
                  <a:moveTo>
                    <a:pt x="704850" y="58674"/>
                  </a:moveTo>
                  <a:lnTo>
                    <a:pt x="646049" y="58674"/>
                  </a:lnTo>
                  <a:lnTo>
                    <a:pt x="646049" y="499237"/>
                  </a:lnTo>
                  <a:lnTo>
                    <a:pt x="704850" y="499237"/>
                  </a:lnTo>
                  <a:lnTo>
                    <a:pt x="704850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3786104" y="2830576"/>
              <a:ext cx="264795" cy="411480"/>
            </a:xfrm>
            <a:custGeom>
              <a:avLst/>
              <a:gdLst/>
              <a:ahLst/>
              <a:cxnLst/>
              <a:rect l="l" t="t" r="r" b="b"/>
              <a:pathLst>
                <a:path w="264794" h="411480">
                  <a:moveTo>
                    <a:pt x="234950" y="0"/>
                  </a:moveTo>
                  <a:lnTo>
                    <a:pt x="29463" y="0"/>
                  </a:lnTo>
                  <a:lnTo>
                    <a:pt x="17895" y="2262"/>
                  </a:lnTo>
                  <a:lnTo>
                    <a:pt x="8540" y="8477"/>
                  </a:lnTo>
                  <a:lnTo>
                    <a:pt x="2282" y="17787"/>
                  </a:lnTo>
                  <a:lnTo>
                    <a:pt x="0" y="29337"/>
                  </a:lnTo>
                  <a:lnTo>
                    <a:pt x="0" y="381762"/>
                  </a:lnTo>
                  <a:lnTo>
                    <a:pt x="2282" y="392775"/>
                  </a:lnTo>
                  <a:lnTo>
                    <a:pt x="8540" y="402145"/>
                  </a:lnTo>
                  <a:lnTo>
                    <a:pt x="17895" y="408658"/>
                  </a:lnTo>
                  <a:lnTo>
                    <a:pt x="29463" y="411099"/>
                  </a:lnTo>
                  <a:lnTo>
                    <a:pt x="234950" y="411099"/>
                  </a:lnTo>
                  <a:lnTo>
                    <a:pt x="246518" y="408658"/>
                  </a:lnTo>
                  <a:lnTo>
                    <a:pt x="255873" y="402145"/>
                  </a:lnTo>
                  <a:lnTo>
                    <a:pt x="262131" y="392775"/>
                  </a:lnTo>
                  <a:lnTo>
                    <a:pt x="264413" y="381762"/>
                  </a:lnTo>
                  <a:lnTo>
                    <a:pt x="264413" y="29337"/>
                  </a:lnTo>
                  <a:lnTo>
                    <a:pt x="262131" y="17787"/>
                  </a:lnTo>
                  <a:lnTo>
                    <a:pt x="255873" y="8477"/>
                  </a:lnTo>
                  <a:lnTo>
                    <a:pt x="246518" y="2262"/>
                  </a:lnTo>
                  <a:lnTo>
                    <a:pt x="234950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3330428" y="2801238"/>
              <a:ext cx="749935" cy="469900"/>
            </a:xfrm>
            <a:custGeom>
              <a:avLst/>
              <a:gdLst/>
              <a:ahLst/>
              <a:cxnLst/>
              <a:rect l="l" t="t" r="r" b="b"/>
              <a:pathLst>
                <a:path w="749934" h="469900">
                  <a:moveTo>
                    <a:pt x="749427" y="58674"/>
                  </a:moveTo>
                  <a:lnTo>
                    <a:pt x="744702" y="35636"/>
                  </a:lnTo>
                  <a:lnTo>
                    <a:pt x="731926" y="17005"/>
                  </a:lnTo>
                  <a:lnTo>
                    <a:pt x="713206" y="4546"/>
                  </a:lnTo>
                  <a:lnTo>
                    <a:pt x="690626" y="0"/>
                  </a:lnTo>
                  <a:lnTo>
                    <a:pt x="690626" y="58674"/>
                  </a:lnTo>
                  <a:lnTo>
                    <a:pt x="690626" y="411099"/>
                  </a:lnTo>
                  <a:lnTo>
                    <a:pt x="485140" y="411099"/>
                  </a:lnTo>
                  <a:lnTo>
                    <a:pt x="485140" y="58674"/>
                  </a:lnTo>
                  <a:lnTo>
                    <a:pt x="690626" y="58674"/>
                  </a:lnTo>
                  <a:lnTo>
                    <a:pt x="690626" y="0"/>
                  </a:lnTo>
                  <a:lnTo>
                    <a:pt x="485140" y="0"/>
                  </a:lnTo>
                  <a:lnTo>
                    <a:pt x="462013" y="4546"/>
                  </a:lnTo>
                  <a:lnTo>
                    <a:pt x="443357" y="17005"/>
                  </a:lnTo>
                  <a:lnTo>
                    <a:pt x="430872" y="35636"/>
                  </a:lnTo>
                  <a:lnTo>
                    <a:pt x="426339" y="58674"/>
                  </a:lnTo>
                  <a:lnTo>
                    <a:pt x="426339" y="411099"/>
                  </a:lnTo>
                  <a:lnTo>
                    <a:pt x="279552" y="411099"/>
                  </a:lnTo>
                  <a:lnTo>
                    <a:pt x="279552" y="307708"/>
                  </a:lnTo>
                  <a:lnTo>
                    <a:pt x="220853" y="307708"/>
                  </a:lnTo>
                  <a:lnTo>
                    <a:pt x="220853" y="411099"/>
                  </a:lnTo>
                  <a:lnTo>
                    <a:pt x="29337" y="411099"/>
                  </a:lnTo>
                  <a:lnTo>
                    <a:pt x="18262" y="413385"/>
                  </a:lnTo>
                  <a:lnTo>
                    <a:pt x="8902" y="419633"/>
                  </a:lnTo>
                  <a:lnTo>
                    <a:pt x="2413" y="428942"/>
                  </a:lnTo>
                  <a:lnTo>
                    <a:pt x="0" y="440436"/>
                  </a:lnTo>
                  <a:lnTo>
                    <a:pt x="2413" y="451523"/>
                  </a:lnTo>
                  <a:lnTo>
                    <a:pt x="8902" y="460933"/>
                  </a:lnTo>
                  <a:lnTo>
                    <a:pt x="18262" y="467461"/>
                  </a:lnTo>
                  <a:lnTo>
                    <a:pt x="29337" y="469900"/>
                  </a:lnTo>
                  <a:lnTo>
                    <a:pt x="469900" y="469900"/>
                  </a:lnTo>
                  <a:lnTo>
                    <a:pt x="477354" y="468325"/>
                  </a:lnTo>
                  <a:lnTo>
                    <a:pt x="485140" y="469900"/>
                  </a:lnTo>
                  <a:lnTo>
                    <a:pt x="690626" y="469900"/>
                  </a:lnTo>
                  <a:lnTo>
                    <a:pt x="713206" y="465188"/>
                  </a:lnTo>
                  <a:lnTo>
                    <a:pt x="731926" y="452412"/>
                  </a:lnTo>
                  <a:lnTo>
                    <a:pt x="744702" y="433692"/>
                  </a:lnTo>
                  <a:lnTo>
                    <a:pt x="749427" y="411099"/>
                  </a:lnTo>
                  <a:lnTo>
                    <a:pt x="749427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2022" y="4628159"/>
              <a:ext cx="499275" cy="88112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1100823" y="4453127"/>
              <a:ext cx="763905" cy="763905"/>
            </a:xfrm>
            <a:custGeom>
              <a:avLst/>
              <a:gdLst/>
              <a:ahLst/>
              <a:cxnLst/>
              <a:rect l="l" t="t" r="r" b="b"/>
              <a:pathLst>
                <a:path w="763905" h="763904">
                  <a:moveTo>
                    <a:pt x="763663" y="58674"/>
                  </a:moveTo>
                  <a:lnTo>
                    <a:pt x="759091" y="35636"/>
                  </a:lnTo>
                  <a:lnTo>
                    <a:pt x="746594" y="17005"/>
                  </a:lnTo>
                  <a:lnTo>
                    <a:pt x="727925" y="4546"/>
                  </a:lnTo>
                  <a:lnTo>
                    <a:pt x="704862" y="0"/>
                  </a:lnTo>
                  <a:lnTo>
                    <a:pt x="704862" y="58674"/>
                  </a:lnTo>
                  <a:lnTo>
                    <a:pt x="704862" y="528701"/>
                  </a:lnTo>
                  <a:lnTo>
                    <a:pt x="58712" y="528701"/>
                  </a:lnTo>
                  <a:lnTo>
                    <a:pt x="58712" y="58674"/>
                  </a:lnTo>
                  <a:lnTo>
                    <a:pt x="704862" y="58674"/>
                  </a:lnTo>
                  <a:lnTo>
                    <a:pt x="704862" y="0"/>
                  </a:lnTo>
                  <a:lnTo>
                    <a:pt x="58712" y="0"/>
                  </a:lnTo>
                  <a:lnTo>
                    <a:pt x="36131" y="4546"/>
                  </a:lnTo>
                  <a:lnTo>
                    <a:pt x="17437" y="17005"/>
                  </a:lnTo>
                  <a:lnTo>
                    <a:pt x="4699" y="35636"/>
                  </a:lnTo>
                  <a:lnTo>
                    <a:pt x="0" y="58674"/>
                  </a:lnTo>
                  <a:lnTo>
                    <a:pt x="0" y="528701"/>
                  </a:lnTo>
                  <a:lnTo>
                    <a:pt x="4699" y="551218"/>
                  </a:lnTo>
                  <a:lnTo>
                    <a:pt x="17437" y="569899"/>
                  </a:lnTo>
                  <a:lnTo>
                    <a:pt x="36131" y="582663"/>
                  </a:lnTo>
                  <a:lnTo>
                    <a:pt x="58712" y="587375"/>
                  </a:lnTo>
                  <a:lnTo>
                    <a:pt x="352310" y="587375"/>
                  </a:lnTo>
                  <a:lnTo>
                    <a:pt x="352310" y="704850"/>
                  </a:lnTo>
                  <a:lnTo>
                    <a:pt x="162115" y="704850"/>
                  </a:lnTo>
                  <a:lnTo>
                    <a:pt x="150571" y="707136"/>
                  </a:lnTo>
                  <a:lnTo>
                    <a:pt x="141236" y="713384"/>
                  </a:lnTo>
                  <a:lnTo>
                    <a:pt x="134988" y="722693"/>
                  </a:lnTo>
                  <a:lnTo>
                    <a:pt x="132715" y="734187"/>
                  </a:lnTo>
                  <a:lnTo>
                    <a:pt x="134988" y="745223"/>
                  </a:lnTo>
                  <a:lnTo>
                    <a:pt x="141236" y="754634"/>
                  </a:lnTo>
                  <a:lnTo>
                    <a:pt x="150571" y="761199"/>
                  </a:lnTo>
                  <a:lnTo>
                    <a:pt x="162115" y="763651"/>
                  </a:lnTo>
                  <a:lnTo>
                    <a:pt x="602627" y="763651"/>
                  </a:lnTo>
                  <a:lnTo>
                    <a:pt x="614121" y="761199"/>
                  </a:lnTo>
                  <a:lnTo>
                    <a:pt x="623430" y="754634"/>
                  </a:lnTo>
                  <a:lnTo>
                    <a:pt x="629678" y="745223"/>
                  </a:lnTo>
                  <a:lnTo>
                    <a:pt x="631964" y="734187"/>
                  </a:lnTo>
                  <a:lnTo>
                    <a:pt x="629678" y="722693"/>
                  </a:lnTo>
                  <a:lnTo>
                    <a:pt x="623430" y="713384"/>
                  </a:lnTo>
                  <a:lnTo>
                    <a:pt x="614121" y="707136"/>
                  </a:lnTo>
                  <a:lnTo>
                    <a:pt x="602627" y="704850"/>
                  </a:lnTo>
                  <a:lnTo>
                    <a:pt x="411111" y="704850"/>
                  </a:lnTo>
                  <a:lnTo>
                    <a:pt x="411111" y="587375"/>
                  </a:lnTo>
                  <a:lnTo>
                    <a:pt x="704862" y="587375"/>
                  </a:lnTo>
                  <a:lnTo>
                    <a:pt x="727925" y="582663"/>
                  </a:lnTo>
                  <a:lnTo>
                    <a:pt x="746594" y="569899"/>
                  </a:lnTo>
                  <a:lnTo>
                    <a:pt x="759091" y="551218"/>
                  </a:lnTo>
                  <a:lnTo>
                    <a:pt x="763663" y="528701"/>
                  </a:lnTo>
                  <a:lnTo>
                    <a:pt x="763663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"/>
          <p:cNvSpPr txBox="1"/>
          <p:nvPr/>
        </p:nvSpPr>
        <p:spPr>
          <a:xfrm>
            <a:off x="1002753" y="3421786"/>
            <a:ext cx="1546860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75"/>
              </a:spcBef>
            </a:pPr>
            <a:r>
              <a:rPr dirty="0" sz="1600" spc="250" b="1">
                <a:solidFill>
                  <a:srgbClr val="173360"/>
                </a:solidFill>
                <a:latin typeface="Calibri"/>
                <a:cs typeface="Calibri"/>
              </a:rPr>
              <a:t>STORE</a:t>
            </a:r>
            <a:r>
              <a:rPr dirty="0" sz="1600" spc="10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173360"/>
                </a:solidFill>
                <a:latin typeface="Calibri"/>
                <a:cs typeface="Calibri"/>
              </a:rPr>
              <a:t>(PoS)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7" name="object 117" descr=""/>
          <p:cNvSpPr txBox="1"/>
          <p:nvPr/>
        </p:nvSpPr>
        <p:spPr>
          <a:xfrm>
            <a:off x="15660115" y="8461130"/>
            <a:ext cx="1612265" cy="918844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45"/>
              </a:spcBef>
            </a:pPr>
            <a:r>
              <a:rPr dirty="0" sz="1600" spc="185" b="1">
                <a:solidFill>
                  <a:srgbClr val="173360"/>
                </a:solidFill>
                <a:latin typeface="Calibri"/>
                <a:cs typeface="Calibri"/>
              </a:rPr>
              <a:t>Merchandising </a:t>
            </a:r>
            <a:r>
              <a:rPr dirty="0" sz="1600" spc="190" b="1">
                <a:solidFill>
                  <a:srgbClr val="173360"/>
                </a:solidFill>
                <a:latin typeface="Calibri"/>
                <a:cs typeface="Calibri"/>
              </a:rPr>
              <a:t>(Legacy)</a:t>
            </a:r>
            <a:endParaRPr sz="16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1245"/>
              </a:spcBef>
            </a:pPr>
            <a:r>
              <a:rPr dirty="0" sz="1600" spc="245" b="1">
                <a:solidFill>
                  <a:srgbClr val="0D68BB"/>
                </a:solidFill>
                <a:latin typeface="Calibri"/>
                <a:cs typeface="Calibri"/>
              </a:rPr>
              <a:t>ON</a:t>
            </a:r>
            <a:r>
              <a:rPr dirty="0" sz="1600" spc="80" b="1">
                <a:solidFill>
                  <a:srgbClr val="0D68BB"/>
                </a:solidFill>
                <a:latin typeface="Calibri"/>
                <a:cs typeface="Calibri"/>
              </a:rPr>
              <a:t> </a:t>
            </a:r>
            <a:r>
              <a:rPr dirty="0" sz="1600" spc="220" b="1">
                <a:solidFill>
                  <a:srgbClr val="0D68BB"/>
                </a:solidFill>
                <a:latin typeface="Calibri"/>
                <a:cs typeface="Calibri"/>
              </a:rPr>
              <a:t>PREMISES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2267457" y="8563898"/>
            <a:ext cx="79502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320" b="1">
                <a:solidFill>
                  <a:srgbClr val="0D68BB"/>
                </a:solidFill>
                <a:latin typeface="Calibri"/>
                <a:cs typeface="Calibri"/>
              </a:rPr>
              <a:t>WMS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5128640" y="8563898"/>
            <a:ext cx="72263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280" b="1">
                <a:solidFill>
                  <a:srgbClr val="0D68BB"/>
                </a:solidFill>
                <a:latin typeface="Calibri"/>
                <a:cs typeface="Calibri"/>
              </a:rPr>
              <a:t>HRM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7767066" y="8563898"/>
            <a:ext cx="150368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280" b="1">
                <a:solidFill>
                  <a:srgbClr val="0D68BB"/>
                </a:solidFill>
                <a:latin typeface="Calibri"/>
                <a:cs typeface="Calibri"/>
              </a:rPr>
              <a:t>Data</a:t>
            </a:r>
            <a:r>
              <a:rPr dirty="0" sz="2200" spc="140" b="1">
                <a:solidFill>
                  <a:srgbClr val="0D68BB"/>
                </a:solidFill>
                <a:latin typeface="Calibri"/>
                <a:cs typeface="Calibri"/>
              </a:rPr>
              <a:t> </a:t>
            </a:r>
            <a:r>
              <a:rPr dirty="0" sz="2200" spc="310" b="1">
                <a:solidFill>
                  <a:srgbClr val="0D68BB"/>
                </a:solidFill>
                <a:latin typeface="Calibri"/>
                <a:cs typeface="Calibri"/>
              </a:rPr>
              <a:t>Lake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10824209" y="8563898"/>
            <a:ext cx="118491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280" b="1">
                <a:solidFill>
                  <a:srgbClr val="0D68BB"/>
                </a:solidFill>
                <a:latin typeface="Calibri"/>
                <a:cs typeface="Calibri"/>
              </a:rPr>
              <a:t>Finance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6" name="object 116" descr=""/>
          <p:cNvSpPr txBox="1"/>
          <p:nvPr/>
        </p:nvSpPr>
        <p:spPr>
          <a:xfrm>
            <a:off x="5526023" y="3421786"/>
            <a:ext cx="1546860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75"/>
              </a:spcBef>
            </a:pPr>
            <a:r>
              <a:rPr dirty="0" sz="1600" spc="250" b="1">
                <a:solidFill>
                  <a:srgbClr val="173360"/>
                </a:solidFill>
                <a:latin typeface="Calibri"/>
                <a:cs typeface="Calibri"/>
              </a:rPr>
              <a:t>STORE</a:t>
            </a:r>
            <a:r>
              <a:rPr dirty="0" sz="1600" spc="10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173360"/>
                </a:solidFill>
                <a:latin typeface="Calibri"/>
                <a:cs typeface="Calibri"/>
              </a:rPr>
              <a:t>(PoS)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127160" y="4092206"/>
            <a:ext cx="2676525" cy="5479415"/>
            <a:chOff x="15127160" y="4092206"/>
            <a:chExt cx="2676525" cy="5479415"/>
          </a:xfrm>
        </p:grpSpPr>
        <p:sp>
          <p:nvSpPr>
            <p:cNvPr id="3" name="object 3" descr=""/>
            <p:cNvSpPr/>
            <p:nvPr/>
          </p:nvSpPr>
          <p:spPr>
            <a:xfrm>
              <a:off x="15131922" y="4096969"/>
              <a:ext cx="2667000" cy="5469890"/>
            </a:xfrm>
            <a:custGeom>
              <a:avLst/>
              <a:gdLst/>
              <a:ahLst/>
              <a:cxnLst/>
              <a:rect l="l" t="t" r="r" b="b"/>
              <a:pathLst>
                <a:path w="2667000" h="5469890">
                  <a:moveTo>
                    <a:pt x="0" y="5469636"/>
                  </a:moveTo>
                  <a:lnTo>
                    <a:pt x="2666746" y="5469636"/>
                  </a:lnTo>
                  <a:lnTo>
                    <a:pt x="2666746" y="0"/>
                  </a:lnTo>
                  <a:lnTo>
                    <a:pt x="0" y="0"/>
                  </a:lnTo>
                  <a:lnTo>
                    <a:pt x="0" y="5469636"/>
                  </a:lnTo>
                  <a:close/>
                </a:path>
              </a:pathLst>
            </a:custGeom>
            <a:ln w="952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83534" y="4593933"/>
              <a:ext cx="57207" cy="37138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490952" y="4672837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781"/>
                  </a:moveTo>
                  <a:lnTo>
                    <a:pt x="584454" y="398754"/>
                  </a:lnTo>
                  <a:lnTo>
                    <a:pt x="579716" y="392214"/>
                  </a:lnTo>
                  <a:lnTo>
                    <a:pt x="572833" y="387819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19"/>
                  </a:lnTo>
                  <a:lnTo>
                    <a:pt x="435190" y="392214"/>
                  </a:lnTo>
                  <a:lnTo>
                    <a:pt x="430403" y="398754"/>
                  </a:lnTo>
                  <a:lnTo>
                    <a:pt x="428625" y="406781"/>
                  </a:lnTo>
                  <a:lnTo>
                    <a:pt x="430403" y="414997"/>
                  </a:lnTo>
                  <a:lnTo>
                    <a:pt x="435190" y="421932"/>
                  </a:lnTo>
                  <a:lnTo>
                    <a:pt x="442125" y="426720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32"/>
                  </a:lnTo>
                  <a:lnTo>
                    <a:pt x="584454" y="414997"/>
                  </a:lnTo>
                  <a:lnTo>
                    <a:pt x="586232" y="406781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54" y="113068"/>
                  </a:lnTo>
                  <a:lnTo>
                    <a:pt x="579716" y="106540"/>
                  </a:lnTo>
                  <a:lnTo>
                    <a:pt x="572833" y="102184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84"/>
                  </a:lnTo>
                  <a:lnTo>
                    <a:pt x="435190" y="106540"/>
                  </a:lnTo>
                  <a:lnTo>
                    <a:pt x="430403" y="113068"/>
                  </a:lnTo>
                  <a:lnTo>
                    <a:pt x="428625" y="121158"/>
                  </a:lnTo>
                  <a:lnTo>
                    <a:pt x="430403" y="129362"/>
                  </a:lnTo>
                  <a:lnTo>
                    <a:pt x="435190" y="136245"/>
                  </a:lnTo>
                  <a:lnTo>
                    <a:pt x="442125" y="140982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82"/>
                  </a:lnTo>
                  <a:lnTo>
                    <a:pt x="579716" y="136245"/>
                  </a:lnTo>
                  <a:lnTo>
                    <a:pt x="584454" y="129362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419" y="285623"/>
                  </a:lnTo>
                  <a:lnTo>
                    <a:pt x="30962" y="289623"/>
                  </a:lnTo>
                  <a:lnTo>
                    <a:pt x="14922" y="300482"/>
                  </a:lnTo>
                  <a:lnTo>
                    <a:pt x="4013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13" y="498221"/>
                  </a:lnTo>
                  <a:lnTo>
                    <a:pt x="14922" y="514223"/>
                  </a:lnTo>
                  <a:lnTo>
                    <a:pt x="30962" y="525081"/>
                  </a:lnTo>
                  <a:lnTo>
                    <a:pt x="50419" y="529082"/>
                  </a:lnTo>
                  <a:lnTo>
                    <a:pt x="621665" y="529082"/>
                  </a:lnTo>
                  <a:lnTo>
                    <a:pt x="640676" y="525081"/>
                  </a:lnTo>
                  <a:lnTo>
                    <a:pt x="656780" y="514223"/>
                  </a:lnTo>
                  <a:lnTo>
                    <a:pt x="667918" y="498221"/>
                  </a:lnTo>
                  <a:lnTo>
                    <a:pt x="670610" y="485648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9589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720"/>
                  </a:lnTo>
                  <a:lnTo>
                    <a:pt x="628650" y="197612"/>
                  </a:lnTo>
                  <a:lnTo>
                    <a:pt x="626237" y="200025"/>
                  </a:lnTo>
                  <a:lnTo>
                    <a:pt x="45847" y="200025"/>
                  </a:lnTo>
                  <a:lnTo>
                    <a:pt x="43434" y="197612"/>
                  </a:lnTo>
                  <a:lnTo>
                    <a:pt x="43434" y="45720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720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419" y="0"/>
                  </a:lnTo>
                  <a:lnTo>
                    <a:pt x="30962" y="3987"/>
                  </a:lnTo>
                  <a:lnTo>
                    <a:pt x="14922" y="14795"/>
                  </a:lnTo>
                  <a:lnTo>
                    <a:pt x="4013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13" y="212496"/>
                  </a:lnTo>
                  <a:lnTo>
                    <a:pt x="14922" y="228549"/>
                  </a:lnTo>
                  <a:lnTo>
                    <a:pt x="30962" y="239445"/>
                  </a:lnTo>
                  <a:lnTo>
                    <a:pt x="50419" y="243459"/>
                  </a:lnTo>
                  <a:lnTo>
                    <a:pt x="621665" y="243459"/>
                  </a:lnTo>
                  <a:lnTo>
                    <a:pt x="640676" y="239445"/>
                  </a:lnTo>
                  <a:lnTo>
                    <a:pt x="656780" y="228549"/>
                  </a:lnTo>
                  <a:lnTo>
                    <a:pt x="667918" y="212496"/>
                  </a:lnTo>
                  <a:lnTo>
                    <a:pt x="670585" y="200025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37024" y="4593933"/>
              <a:ext cx="57207" cy="37138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6744442" y="4672837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781"/>
                  </a:moveTo>
                  <a:lnTo>
                    <a:pt x="584454" y="398754"/>
                  </a:lnTo>
                  <a:lnTo>
                    <a:pt x="579716" y="392214"/>
                  </a:lnTo>
                  <a:lnTo>
                    <a:pt x="572833" y="387819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19"/>
                  </a:lnTo>
                  <a:lnTo>
                    <a:pt x="435190" y="392214"/>
                  </a:lnTo>
                  <a:lnTo>
                    <a:pt x="430403" y="398754"/>
                  </a:lnTo>
                  <a:lnTo>
                    <a:pt x="428625" y="406781"/>
                  </a:lnTo>
                  <a:lnTo>
                    <a:pt x="430403" y="414997"/>
                  </a:lnTo>
                  <a:lnTo>
                    <a:pt x="435190" y="421932"/>
                  </a:lnTo>
                  <a:lnTo>
                    <a:pt x="442125" y="426720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32"/>
                  </a:lnTo>
                  <a:lnTo>
                    <a:pt x="584454" y="414997"/>
                  </a:lnTo>
                  <a:lnTo>
                    <a:pt x="586232" y="406781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54" y="113068"/>
                  </a:lnTo>
                  <a:lnTo>
                    <a:pt x="579716" y="106540"/>
                  </a:lnTo>
                  <a:lnTo>
                    <a:pt x="572833" y="102184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84"/>
                  </a:lnTo>
                  <a:lnTo>
                    <a:pt x="435190" y="106540"/>
                  </a:lnTo>
                  <a:lnTo>
                    <a:pt x="430403" y="113068"/>
                  </a:lnTo>
                  <a:lnTo>
                    <a:pt x="428625" y="121158"/>
                  </a:lnTo>
                  <a:lnTo>
                    <a:pt x="430403" y="129362"/>
                  </a:lnTo>
                  <a:lnTo>
                    <a:pt x="435190" y="136245"/>
                  </a:lnTo>
                  <a:lnTo>
                    <a:pt x="442125" y="140982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82"/>
                  </a:lnTo>
                  <a:lnTo>
                    <a:pt x="579716" y="136245"/>
                  </a:lnTo>
                  <a:lnTo>
                    <a:pt x="584454" y="129362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23"/>
                  </a:lnTo>
                  <a:lnTo>
                    <a:pt x="14859" y="300482"/>
                  </a:lnTo>
                  <a:lnTo>
                    <a:pt x="4000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00" y="498221"/>
                  </a:lnTo>
                  <a:lnTo>
                    <a:pt x="14859" y="514223"/>
                  </a:lnTo>
                  <a:lnTo>
                    <a:pt x="30861" y="525081"/>
                  </a:lnTo>
                  <a:lnTo>
                    <a:pt x="50292" y="529082"/>
                  </a:lnTo>
                  <a:lnTo>
                    <a:pt x="621665" y="529082"/>
                  </a:lnTo>
                  <a:lnTo>
                    <a:pt x="640676" y="525081"/>
                  </a:lnTo>
                  <a:lnTo>
                    <a:pt x="656780" y="514223"/>
                  </a:lnTo>
                  <a:lnTo>
                    <a:pt x="667918" y="498221"/>
                  </a:lnTo>
                  <a:lnTo>
                    <a:pt x="670610" y="485648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9589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720"/>
                  </a:lnTo>
                  <a:lnTo>
                    <a:pt x="628650" y="197612"/>
                  </a:lnTo>
                  <a:lnTo>
                    <a:pt x="626237" y="200025"/>
                  </a:lnTo>
                  <a:lnTo>
                    <a:pt x="45847" y="200025"/>
                  </a:lnTo>
                  <a:lnTo>
                    <a:pt x="43434" y="197612"/>
                  </a:lnTo>
                  <a:lnTo>
                    <a:pt x="43434" y="45720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720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3987"/>
                  </a:lnTo>
                  <a:lnTo>
                    <a:pt x="14859" y="14795"/>
                  </a:lnTo>
                  <a:lnTo>
                    <a:pt x="4000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00" y="212496"/>
                  </a:lnTo>
                  <a:lnTo>
                    <a:pt x="14859" y="228549"/>
                  </a:lnTo>
                  <a:lnTo>
                    <a:pt x="30861" y="239445"/>
                  </a:lnTo>
                  <a:lnTo>
                    <a:pt x="50292" y="243459"/>
                  </a:lnTo>
                  <a:lnTo>
                    <a:pt x="621665" y="243459"/>
                  </a:lnTo>
                  <a:lnTo>
                    <a:pt x="640676" y="239445"/>
                  </a:lnTo>
                  <a:lnTo>
                    <a:pt x="656780" y="228549"/>
                  </a:lnTo>
                  <a:lnTo>
                    <a:pt x="667918" y="212496"/>
                  </a:lnTo>
                  <a:lnTo>
                    <a:pt x="670585" y="200025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83534" y="6223850"/>
              <a:ext cx="57207" cy="37138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490952" y="6302755"/>
              <a:ext cx="672465" cy="528955"/>
            </a:xfrm>
            <a:custGeom>
              <a:avLst/>
              <a:gdLst/>
              <a:ahLst/>
              <a:cxnLst/>
              <a:rect l="l" t="t" r="r" b="b"/>
              <a:pathLst>
                <a:path w="672465" h="528954">
                  <a:moveTo>
                    <a:pt x="586232" y="406781"/>
                  </a:moveTo>
                  <a:lnTo>
                    <a:pt x="584454" y="398729"/>
                  </a:lnTo>
                  <a:lnTo>
                    <a:pt x="579716" y="392150"/>
                  </a:lnTo>
                  <a:lnTo>
                    <a:pt x="572833" y="387718"/>
                  </a:lnTo>
                  <a:lnTo>
                    <a:pt x="564642" y="386080"/>
                  </a:lnTo>
                  <a:lnTo>
                    <a:pt x="450342" y="386080"/>
                  </a:lnTo>
                  <a:lnTo>
                    <a:pt x="442125" y="387718"/>
                  </a:lnTo>
                  <a:lnTo>
                    <a:pt x="435190" y="392150"/>
                  </a:lnTo>
                  <a:lnTo>
                    <a:pt x="430403" y="398729"/>
                  </a:lnTo>
                  <a:lnTo>
                    <a:pt x="428625" y="406781"/>
                  </a:lnTo>
                  <a:lnTo>
                    <a:pt x="430403" y="414947"/>
                  </a:lnTo>
                  <a:lnTo>
                    <a:pt x="435190" y="421881"/>
                  </a:lnTo>
                  <a:lnTo>
                    <a:pt x="442125" y="426694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694"/>
                  </a:lnTo>
                  <a:lnTo>
                    <a:pt x="579716" y="421881"/>
                  </a:lnTo>
                  <a:lnTo>
                    <a:pt x="584454" y="414947"/>
                  </a:lnTo>
                  <a:lnTo>
                    <a:pt x="586232" y="406781"/>
                  </a:lnTo>
                  <a:close/>
                </a:path>
                <a:path w="672465" h="528954">
                  <a:moveTo>
                    <a:pt x="586232" y="121031"/>
                  </a:moveTo>
                  <a:lnTo>
                    <a:pt x="584454" y="113004"/>
                  </a:lnTo>
                  <a:lnTo>
                    <a:pt x="579716" y="106464"/>
                  </a:lnTo>
                  <a:lnTo>
                    <a:pt x="572833" y="102069"/>
                  </a:lnTo>
                  <a:lnTo>
                    <a:pt x="564642" y="100457"/>
                  </a:lnTo>
                  <a:lnTo>
                    <a:pt x="450342" y="100457"/>
                  </a:lnTo>
                  <a:lnTo>
                    <a:pt x="442125" y="102069"/>
                  </a:lnTo>
                  <a:lnTo>
                    <a:pt x="435190" y="106464"/>
                  </a:lnTo>
                  <a:lnTo>
                    <a:pt x="430403" y="113004"/>
                  </a:lnTo>
                  <a:lnTo>
                    <a:pt x="428625" y="121031"/>
                  </a:lnTo>
                  <a:lnTo>
                    <a:pt x="430403" y="129247"/>
                  </a:lnTo>
                  <a:lnTo>
                    <a:pt x="435190" y="136182"/>
                  </a:lnTo>
                  <a:lnTo>
                    <a:pt x="442125" y="140970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70"/>
                  </a:lnTo>
                  <a:lnTo>
                    <a:pt x="579716" y="136182"/>
                  </a:lnTo>
                  <a:lnTo>
                    <a:pt x="584454" y="129247"/>
                  </a:lnTo>
                  <a:lnTo>
                    <a:pt x="586232" y="121031"/>
                  </a:lnTo>
                  <a:close/>
                </a:path>
                <a:path w="672465" h="528954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521"/>
                  </a:lnTo>
                  <a:lnTo>
                    <a:pt x="45847" y="485521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419" y="285623"/>
                  </a:lnTo>
                  <a:lnTo>
                    <a:pt x="30962" y="289623"/>
                  </a:lnTo>
                  <a:lnTo>
                    <a:pt x="14922" y="300482"/>
                  </a:lnTo>
                  <a:lnTo>
                    <a:pt x="4013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13" y="498208"/>
                  </a:lnTo>
                  <a:lnTo>
                    <a:pt x="14922" y="514159"/>
                  </a:lnTo>
                  <a:lnTo>
                    <a:pt x="30962" y="524979"/>
                  </a:lnTo>
                  <a:lnTo>
                    <a:pt x="50419" y="528955"/>
                  </a:lnTo>
                  <a:lnTo>
                    <a:pt x="621665" y="528955"/>
                  </a:lnTo>
                  <a:lnTo>
                    <a:pt x="640676" y="524979"/>
                  </a:lnTo>
                  <a:lnTo>
                    <a:pt x="656780" y="514159"/>
                  </a:lnTo>
                  <a:lnTo>
                    <a:pt x="667918" y="498208"/>
                  </a:lnTo>
                  <a:lnTo>
                    <a:pt x="670636" y="485521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8954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593"/>
                  </a:lnTo>
                  <a:lnTo>
                    <a:pt x="628650" y="197612"/>
                  </a:lnTo>
                  <a:lnTo>
                    <a:pt x="626237" y="199898"/>
                  </a:lnTo>
                  <a:lnTo>
                    <a:pt x="45847" y="199898"/>
                  </a:lnTo>
                  <a:lnTo>
                    <a:pt x="43434" y="197612"/>
                  </a:lnTo>
                  <a:lnTo>
                    <a:pt x="43434" y="45593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593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419" y="0"/>
                  </a:lnTo>
                  <a:lnTo>
                    <a:pt x="30962" y="3987"/>
                  </a:lnTo>
                  <a:lnTo>
                    <a:pt x="14922" y="14795"/>
                  </a:lnTo>
                  <a:lnTo>
                    <a:pt x="4013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13" y="212471"/>
                  </a:lnTo>
                  <a:lnTo>
                    <a:pt x="14922" y="228473"/>
                  </a:lnTo>
                  <a:lnTo>
                    <a:pt x="30962" y="239331"/>
                  </a:lnTo>
                  <a:lnTo>
                    <a:pt x="50419" y="243332"/>
                  </a:lnTo>
                  <a:lnTo>
                    <a:pt x="621665" y="243332"/>
                  </a:lnTo>
                  <a:lnTo>
                    <a:pt x="640676" y="239331"/>
                  </a:lnTo>
                  <a:lnTo>
                    <a:pt x="656780" y="228473"/>
                  </a:lnTo>
                  <a:lnTo>
                    <a:pt x="667918" y="212471"/>
                  </a:lnTo>
                  <a:lnTo>
                    <a:pt x="670610" y="199898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37024" y="6223850"/>
              <a:ext cx="57207" cy="37138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6744442" y="6302755"/>
              <a:ext cx="672465" cy="528955"/>
            </a:xfrm>
            <a:custGeom>
              <a:avLst/>
              <a:gdLst/>
              <a:ahLst/>
              <a:cxnLst/>
              <a:rect l="l" t="t" r="r" b="b"/>
              <a:pathLst>
                <a:path w="672465" h="528954">
                  <a:moveTo>
                    <a:pt x="586232" y="406781"/>
                  </a:moveTo>
                  <a:lnTo>
                    <a:pt x="584454" y="398729"/>
                  </a:lnTo>
                  <a:lnTo>
                    <a:pt x="579716" y="392150"/>
                  </a:lnTo>
                  <a:lnTo>
                    <a:pt x="572833" y="387718"/>
                  </a:lnTo>
                  <a:lnTo>
                    <a:pt x="564642" y="386080"/>
                  </a:lnTo>
                  <a:lnTo>
                    <a:pt x="450342" y="386080"/>
                  </a:lnTo>
                  <a:lnTo>
                    <a:pt x="442125" y="387718"/>
                  </a:lnTo>
                  <a:lnTo>
                    <a:pt x="435190" y="392150"/>
                  </a:lnTo>
                  <a:lnTo>
                    <a:pt x="430403" y="398729"/>
                  </a:lnTo>
                  <a:lnTo>
                    <a:pt x="428625" y="406781"/>
                  </a:lnTo>
                  <a:lnTo>
                    <a:pt x="430403" y="414947"/>
                  </a:lnTo>
                  <a:lnTo>
                    <a:pt x="435190" y="421881"/>
                  </a:lnTo>
                  <a:lnTo>
                    <a:pt x="442125" y="426694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694"/>
                  </a:lnTo>
                  <a:lnTo>
                    <a:pt x="579716" y="421881"/>
                  </a:lnTo>
                  <a:lnTo>
                    <a:pt x="584454" y="414947"/>
                  </a:lnTo>
                  <a:lnTo>
                    <a:pt x="586232" y="406781"/>
                  </a:lnTo>
                  <a:close/>
                </a:path>
                <a:path w="672465" h="528954">
                  <a:moveTo>
                    <a:pt x="586232" y="121031"/>
                  </a:moveTo>
                  <a:lnTo>
                    <a:pt x="584454" y="113004"/>
                  </a:lnTo>
                  <a:lnTo>
                    <a:pt x="579716" y="106464"/>
                  </a:lnTo>
                  <a:lnTo>
                    <a:pt x="572833" y="102069"/>
                  </a:lnTo>
                  <a:lnTo>
                    <a:pt x="564642" y="100457"/>
                  </a:lnTo>
                  <a:lnTo>
                    <a:pt x="450342" y="100457"/>
                  </a:lnTo>
                  <a:lnTo>
                    <a:pt x="442125" y="102069"/>
                  </a:lnTo>
                  <a:lnTo>
                    <a:pt x="435190" y="106464"/>
                  </a:lnTo>
                  <a:lnTo>
                    <a:pt x="430403" y="113004"/>
                  </a:lnTo>
                  <a:lnTo>
                    <a:pt x="428625" y="121031"/>
                  </a:lnTo>
                  <a:lnTo>
                    <a:pt x="430403" y="129247"/>
                  </a:lnTo>
                  <a:lnTo>
                    <a:pt x="435190" y="136182"/>
                  </a:lnTo>
                  <a:lnTo>
                    <a:pt x="442125" y="140970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70"/>
                  </a:lnTo>
                  <a:lnTo>
                    <a:pt x="579716" y="136182"/>
                  </a:lnTo>
                  <a:lnTo>
                    <a:pt x="584454" y="129247"/>
                  </a:lnTo>
                  <a:lnTo>
                    <a:pt x="586232" y="121031"/>
                  </a:lnTo>
                  <a:close/>
                </a:path>
                <a:path w="672465" h="528954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82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521"/>
                  </a:lnTo>
                  <a:lnTo>
                    <a:pt x="45847" y="485521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23"/>
                  </a:lnTo>
                  <a:lnTo>
                    <a:pt x="14859" y="300482"/>
                  </a:lnTo>
                  <a:lnTo>
                    <a:pt x="4000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00" y="498208"/>
                  </a:lnTo>
                  <a:lnTo>
                    <a:pt x="14859" y="514159"/>
                  </a:lnTo>
                  <a:lnTo>
                    <a:pt x="30861" y="524979"/>
                  </a:lnTo>
                  <a:lnTo>
                    <a:pt x="50292" y="528955"/>
                  </a:lnTo>
                  <a:lnTo>
                    <a:pt x="621665" y="528955"/>
                  </a:lnTo>
                  <a:lnTo>
                    <a:pt x="640676" y="524979"/>
                  </a:lnTo>
                  <a:lnTo>
                    <a:pt x="656780" y="514159"/>
                  </a:lnTo>
                  <a:lnTo>
                    <a:pt x="667918" y="498208"/>
                  </a:lnTo>
                  <a:lnTo>
                    <a:pt x="670636" y="485521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5" h="528954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593"/>
                  </a:lnTo>
                  <a:lnTo>
                    <a:pt x="628650" y="197612"/>
                  </a:lnTo>
                  <a:lnTo>
                    <a:pt x="626237" y="199898"/>
                  </a:lnTo>
                  <a:lnTo>
                    <a:pt x="45847" y="199898"/>
                  </a:lnTo>
                  <a:lnTo>
                    <a:pt x="43434" y="197612"/>
                  </a:lnTo>
                  <a:lnTo>
                    <a:pt x="43434" y="45593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593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3987"/>
                  </a:lnTo>
                  <a:lnTo>
                    <a:pt x="14859" y="14795"/>
                  </a:lnTo>
                  <a:lnTo>
                    <a:pt x="4000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00" y="212471"/>
                  </a:lnTo>
                  <a:lnTo>
                    <a:pt x="14859" y="228473"/>
                  </a:lnTo>
                  <a:lnTo>
                    <a:pt x="30861" y="239331"/>
                  </a:lnTo>
                  <a:lnTo>
                    <a:pt x="50292" y="243332"/>
                  </a:lnTo>
                  <a:lnTo>
                    <a:pt x="621665" y="243332"/>
                  </a:lnTo>
                  <a:lnTo>
                    <a:pt x="640676" y="239331"/>
                  </a:lnTo>
                  <a:lnTo>
                    <a:pt x="656780" y="228473"/>
                  </a:lnTo>
                  <a:lnTo>
                    <a:pt x="667918" y="212471"/>
                  </a:lnTo>
                  <a:lnTo>
                    <a:pt x="670610" y="199898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21709" y="7664158"/>
              <a:ext cx="57207" cy="37138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6129127" y="7742935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90">
                  <a:moveTo>
                    <a:pt x="586359" y="406908"/>
                  </a:moveTo>
                  <a:lnTo>
                    <a:pt x="584568" y="398856"/>
                  </a:lnTo>
                  <a:lnTo>
                    <a:pt x="579780" y="392277"/>
                  </a:lnTo>
                  <a:lnTo>
                    <a:pt x="572846" y="387845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45"/>
                  </a:lnTo>
                  <a:lnTo>
                    <a:pt x="435190" y="392277"/>
                  </a:lnTo>
                  <a:lnTo>
                    <a:pt x="430403" y="398856"/>
                  </a:lnTo>
                  <a:lnTo>
                    <a:pt x="428625" y="406908"/>
                  </a:lnTo>
                  <a:lnTo>
                    <a:pt x="430403" y="415074"/>
                  </a:lnTo>
                  <a:lnTo>
                    <a:pt x="435190" y="422008"/>
                  </a:lnTo>
                  <a:lnTo>
                    <a:pt x="442125" y="426821"/>
                  </a:lnTo>
                  <a:lnTo>
                    <a:pt x="450342" y="428625"/>
                  </a:lnTo>
                  <a:lnTo>
                    <a:pt x="564642" y="428625"/>
                  </a:lnTo>
                  <a:lnTo>
                    <a:pt x="572846" y="426821"/>
                  </a:lnTo>
                  <a:lnTo>
                    <a:pt x="579780" y="422008"/>
                  </a:lnTo>
                  <a:lnTo>
                    <a:pt x="584568" y="415074"/>
                  </a:lnTo>
                  <a:lnTo>
                    <a:pt x="586359" y="406908"/>
                  </a:lnTo>
                  <a:close/>
                </a:path>
                <a:path w="672465" h="529590">
                  <a:moveTo>
                    <a:pt x="586359" y="121158"/>
                  </a:moveTo>
                  <a:lnTo>
                    <a:pt x="584568" y="113131"/>
                  </a:lnTo>
                  <a:lnTo>
                    <a:pt x="579780" y="106591"/>
                  </a:lnTo>
                  <a:lnTo>
                    <a:pt x="572846" y="102196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96"/>
                  </a:lnTo>
                  <a:lnTo>
                    <a:pt x="435190" y="106591"/>
                  </a:lnTo>
                  <a:lnTo>
                    <a:pt x="430403" y="113131"/>
                  </a:lnTo>
                  <a:lnTo>
                    <a:pt x="428625" y="121158"/>
                  </a:lnTo>
                  <a:lnTo>
                    <a:pt x="430403" y="129374"/>
                  </a:lnTo>
                  <a:lnTo>
                    <a:pt x="435190" y="136309"/>
                  </a:lnTo>
                  <a:lnTo>
                    <a:pt x="442125" y="141097"/>
                  </a:lnTo>
                  <a:lnTo>
                    <a:pt x="450342" y="142875"/>
                  </a:lnTo>
                  <a:lnTo>
                    <a:pt x="564642" y="142875"/>
                  </a:lnTo>
                  <a:lnTo>
                    <a:pt x="572846" y="141097"/>
                  </a:lnTo>
                  <a:lnTo>
                    <a:pt x="579780" y="136309"/>
                  </a:lnTo>
                  <a:lnTo>
                    <a:pt x="584568" y="129374"/>
                  </a:lnTo>
                  <a:lnTo>
                    <a:pt x="586359" y="121158"/>
                  </a:lnTo>
                  <a:close/>
                </a:path>
                <a:path w="672465" h="529590">
                  <a:moveTo>
                    <a:pt x="672084" y="336042"/>
                  </a:moveTo>
                  <a:lnTo>
                    <a:pt x="670610" y="329184"/>
                  </a:lnTo>
                  <a:lnTo>
                    <a:pt x="667918" y="316611"/>
                  </a:lnTo>
                  <a:lnTo>
                    <a:pt x="656793" y="300609"/>
                  </a:lnTo>
                  <a:lnTo>
                    <a:pt x="640740" y="289750"/>
                  </a:lnTo>
                  <a:lnTo>
                    <a:pt x="628650" y="287210"/>
                  </a:lnTo>
                  <a:lnTo>
                    <a:pt x="628650" y="331470"/>
                  </a:lnTo>
                  <a:lnTo>
                    <a:pt x="628650" y="483489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489"/>
                  </a:lnTo>
                  <a:lnTo>
                    <a:pt x="43434" y="331470"/>
                  </a:lnTo>
                  <a:lnTo>
                    <a:pt x="45847" y="329184"/>
                  </a:lnTo>
                  <a:lnTo>
                    <a:pt x="626237" y="329184"/>
                  </a:lnTo>
                  <a:lnTo>
                    <a:pt x="628650" y="331470"/>
                  </a:lnTo>
                  <a:lnTo>
                    <a:pt x="628650" y="287210"/>
                  </a:lnTo>
                  <a:lnTo>
                    <a:pt x="621792" y="285750"/>
                  </a:lnTo>
                  <a:lnTo>
                    <a:pt x="50419" y="285750"/>
                  </a:lnTo>
                  <a:lnTo>
                    <a:pt x="30962" y="289750"/>
                  </a:lnTo>
                  <a:lnTo>
                    <a:pt x="14922" y="300609"/>
                  </a:lnTo>
                  <a:lnTo>
                    <a:pt x="4013" y="316611"/>
                  </a:lnTo>
                  <a:lnTo>
                    <a:pt x="0" y="336042"/>
                  </a:lnTo>
                  <a:lnTo>
                    <a:pt x="0" y="478917"/>
                  </a:lnTo>
                  <a:lnTo>
                    <a:pt x="4013" y="498335"/>
                  </a:lnTo>
                  <a:lnTo>
                    <a:pt x="14922" y="514286"/>
                  </a:lnTo>
                  <a:lnTo>
                    <a:pt x="30962" y="525106"/>
                  </a:lnTo>
                  <a:lnTo>
                    <a:pt x="50419" y="529082"/>
                  </a:lnTo>
                  <a:lnTo>
                    <a:pt x="621792" y="529082"/>
                  </a:lnTo>
                  <a:lnTo>
                    <a:pt x="640740" y="525106"/>
                  </a:lnTo>
                  <a:lnTo>
                    <a:pt x="656793" y="514286"/>
                  </a:lnTo>
                  <a:lnTo>
                    <a:pt x="667918" y="498335"/>
                  </a:lnTo>
                  <a:lnTo>
                    <a:pt x="670636" y="485648"/>
                  </a:lnTo>
                  <a:lnTo>
                    <a:pt x="672084" y="478917"/>
                  </a:lnTo>
                  <a:lnTo>
                    <a:pt x="672084" y="336042"/>
                  </a:lnTo>
                  <a:close/>
                </a:path>
                <a:path w="672465" h="529590">
                  <a:moveTo>
                    <a:pt x="672084" y="50292"/>
                  </a:moveTo>
                  <a:lnTo>
                    <a:pt x="670610" y="43434"/>
                  </a:lnTo>
                  <a:lnTo>
                    <a:pt x="667918" y="30861"/>
                  </a:lnTo>
                  <a:lnTo>
                    <a:pt x="656793" y="14859"/>
                  </a:lnTo>
                  <a:lnTo>
                    <a:pt x="640740" y="4000"/>
                  </a:lnTo>
                  <a:lnTo>
                    <a:pt x="628650" y="1460"/>
                  </a:lnTo>
                  <a:lnTo>
                    <a:pt x="628650" y="45720"/>
                  </a:lnTo>
                  <a:lnTo>
                    <a:pt x="628650" y="197739"/>
                  </a:lnTo>
                  <a:lnTo>
                    <a:pt x="626237" y="200025"/>
                  </a:lnTo>
                  <a:lnTo>
                    <a:pt x="45847" y="200025"/>
                  </a:lnTo>
                  <a:lnTo>
                    <a:pt x="43434" y="197739"/>
                  </a:lnTo>
                  <a:lnTo>
                    <a:pt x="43434" y="45720"/>
                  </a:lnTo>
                  <a:lnTo>
                    <a:pt x="45847" y="43434"/>
                  </a:lnTo>
                  <a:lnTo>
                    <a:pt x="626237" y="43434"/>
                  </a:lnTo>
                  <a:lnTo>
                    <a:pt x="628650" y="45720"/>
                  </a:lnTo>
                  <a:lnTo>
                    <a:pt x="628650" y="1460"/>
                  </a:lnTo>
                  <a:lnTo>
                    <a:pt x="621792" y="0"/>
                  </a:lnTo>
                  <a:lnTo>
                    <a:pt x="50419" y="0"/>
                  </a:lnTo>
                  <a:lnTo>
                    <a:pt x="30962" y="4000"/>
                  </a:lnTo>
                  <a:lnTo>
                    <a:pt x="14922" y="14859"/>
                  </a:lnTo>
                  <a:lnTo>
                    <a:pt x="4013" y="30861"/>
                  </a:lnTo>
                  <a:lnTo>
                    <a:pt x="0" y="50292"/>
                  </a:lnTo>
                  <a:lnTo>
                    <a:pt x="0" y="193167"/>
                  </a:lnTo>
                  <a:lnTo>
                    <a:pt x="4013" y="212610"/>
                  </a:lnTo>
                  <a:lnTo>
                    <a:pt x="14922" y="228600"/>
                  </a:lnTo>
                  <a:lnTo>
                    <a:pt x="30962" y="239458"/>
                  </a:lnTo>
                  <a:lnTo>
                    <a:pt x="50419" y="243459"/>
                  </a:lnTo>
                  <a:lnTo>
                    <a:pt x="621792" y="243459"/>
                  </a:lnTo>
                  <a:lnTo>
                    <a:pt x="640740" y="239458"/>
                  </a:lnTo>
                  <a:lnTo>
                    <a:pt x="656793" y="228600"/>
                  </a:lnTo>
                  <a:lnTo>
                    <a:pt x="667918" y="212610"/>
                  </a:lnTo>
                  <a:lnTo>
                    <a:pt x="670610" y="200025"/>
                  </a:lnTo>
                  <a:lnTo>
                    <a:pt x="672084" y="193167"/>
                  </a:lnTo>
                  <a:lnTo>
                    <a:pt x="672084" y="5029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407893" y="4227703"/>
            <a:ext cx="8547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ECOMM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699103" y="4227703"/>
            <a:ext cx="8350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173360"/>
                </a:solidFill>
                <a:latin typeface="Calibri"/>
                <a:cs typeface="Calibri"/>
              </a:rPr>
              <a:t>Catalog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862425" y="6923658"/>
            <a:ext cx="5067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OMS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327757" y="6923658"/>
            <a:ext cx="10394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165" b="1">
                <a:solidFill>
                  <a:srgbClr val="173360"/>
                </a:solidFill>
                <a:latin typeface="Calibri"/>
                <a:cs typeface="Calibri"/>
              </a:rPr>
              <a:t>Inventory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24662" y="2194369"/>
            <a:ext cx="14511019" cy="1661160"/>
            <a:chOff x="424662" y="2194369"/>
            <a:chExt cx="14511019" cy="1661160"/>
          </a:xfrm>
        </p:grpSpPr>
        <p:sp>
          <p:nvSpPr>
            <p:cNvPr id="19" name="object 19" descr=""/>
            <p:cNvSpPr/>
            <p:nvPr/>
          </p:nvSpPr>
          <p:spPr>
            <a:xfrm>
              <a:off x="9425178" y="2199132"/>
              <a:ext cx="2746375" cy="1651635"/>
            </a:xfrm>
            <a:custGeom>
              <a:avLst/>
              <a:gdLst/>
              <a:ahLst/>
              <a:cxnLst/>
              <a:rect l="l" t="t" r="r" b="b"/>
              <a:pathLst>
                <a:path w="2746375" h="1651635">
                  <a:moveTo>
                    <a:pt x="0" y="1651508"/>
                  </a:moveTo>
                  <a:lnTo>
                    <a:pt x="2746248" y="1651508"/>
                  </a:lnTo>
                  <a:lnTo>
                    <a:pt x="2746248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600311" y="2377948"/>
              <a:ext cx="2395855" cy="1223010"/>
            </a:xfrm>
            <a:custGeom>
              <a:avLst/>
              <a:gdLst/>
              <a:ahLst/>
              <a:cxnLst/>
              <a:rect l="l" t="t" r="r" b="b"/>
              <a:pathLst>
                <a:path w="2395854" h="1223010">
                  <a:moveTo>
                    <a:pt x="0" y="1222502"/>
                  </a:moveTo>
                  <a:lnTo>
                    <a:pt x="2395854" y="1222502"/>
                  </a:lnTo>
                  <a:lnTo>
                    <a:pt x="2395854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49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35943" y="2649562"/>
              <a:ext cx="57207" cy="37138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1143488" y="2728340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908"/>
                  </a:moveTo>
                  <a:lnTo>
                    <a:pt x="584441" y="398856"/>
                  </a:lnTo>
                  <a:lnTo>
                    <a:pt x="579653" y="392277"/>
                  </a:lnTo>
                  <a:lnTo>
                    <a:pt x="572719" y="387845"/>
                  </a:lnTo>
                  <a:lnTo>
                    <a:pt x="564515" y="386207"/>
                  </a:lnTo>
                  <a:lnTo>
                    <a:pt x="450215" y="386207"/>
                  </a:lnTo>
                  <a:lnTo>
                    <a:pt x="441998" y="387845"/>
                  </a:lnTo>
                  <a:lnTo>
                    <a:pt x="435063" y="392277"/>
                  </a:lnTo>
                  <a:lnTo>
                    <a:pt x="430276" y="398856"/>
                  </a:lnTo>
                  <a:lnTo>
                    <a:pt x="428498" y="406908"/>
                  </a:lnTo>
                  <a:lnTo>
                    <a:pt x="430276" y="415061"/>
                  </a:lnTo>
                  <a:lnTo>
                    <a:pt x="435063" y="421944"/>
                  </a:lnTo>
                  <a:lnTo>
                    <a:pt x="441998" y="426720"/>
                  </a:lnTo>
                  <a:lnTo>
                    <a:pt x="450215" y="428498"/>
                  </a:lnTo>
                  <a:lnTo>
                    <a:pt x="564515" y="428498"/>
                  </a:lnTo>
                  <a:lnTo>
                    <a:pt x="572719" y="426720"/>
                  </a:lnTo>
                  <a:lnTo>
                    <a:pt x="579653" y="421944"/>
                  </a:lnTo>
                  <a:lnTo>
                    <a:pt x="584441" y="415061"/>
                  </a:lnTo>
                  <a:lnTo>
                    <a:pt x="586232" y="406908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41" y="113131"/>
                  </a:lnTo>
                  <a:lnTo>
                    <a:pt x="579653" y="106591"/>
                  </a:lnTo>
                  <a:lnTo>
                    <a:pt x="572719" y="102196"/>
                  </a:lnTo>
                  <a:lnTo>
                    <a:pt x="564515" y="100584"/>
                  </a:lnTo>
                  <a:lnTo>
                    <a:pt x="450215" y="100584"/>
                  </a:lnTo>
                  <a:lnTo>
                    <a:pt x="441998" y="102196"/>
                  </a:lnTo>
                  <a:lnTo>
                    <a:pt x="435063" y="106591"/>
                  </a:lnTo>
                  <a:lnTo>
                    <a:pt x="430276" y="113131"/>
                  </a:lnTo>
                  <a:lnTo>
                    <a:pt x="428498" y="121158"/>
                  </a:lnTo>
                  <a:lnTo>
                    <a:pt x="430276" y="129374"/>
                  </a:lnTo>
                  <a:lnTo>
                    <a:pt x="435063" y="136309"/>
                  </a:lnTo>
                  <a:lnTo>
                    <a:pt x="441998" y="141097"/>
                  </a:lnTo>
                  <a:lnTo>
                    <a:pt x="450215" y="142875"/>
                  </a:lnTo>
                  <a:lnTo>
                    <a:pt x="564515" y="142875"/>
                  </a:lnTo>
                  <a:lnTo>
                    <a:pt x="572719" y="141097"/>
                  </a:lnTo>
                  <a:lnTo>
                    <a:pt x="579653" y="136309"/>
                  </a:lnTo>
                  <a:lnTo>
                    <a:pt x="584441" y="129374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1957" y="336042"/>
                  </a:moveTo>
                  <a:lnTo>
                    <a:pt x="670458" y="329057"/>
                  </a:lnTo>
                  <a:lnTo>
                    <a:pt x="667791" y="316598"/>
                  </a:lnTo>
                  <a:lnTo>
                    <a:pt x="656666" y="300545"/>
                  </a:lnTo>
                  <a:lnTo>
                    <a:pt x="640613" y="289648"/>
                  </a:lnTo>
                  <a:lnTo>
                    <a:pt x="628523" y="287083"/>
                  </a:lnTo>
                  <a:lnTo>
                    <a:pt x="628523" y="331470"/>
                  </a:lnTo>
                  <a:lnTo>
                    <a:pt x="628523" y="483362"/>
                  </a:lnTo>
                  <a:lnTo>
                    <a:pt x="626237" y="485648"/>
                  </a:lnTo>
                  <a:lnTo>
                    <a:pt x="45720" y="485648"/>
                  </a:lnTo>
                  <a:lnTo>
                    <a:pt x="43434" y="483362"/>
                  </a:lnTo>
                  <a:lnTo>
                    <a:pt x="43434" y="331470"/>
                  </a:lnTo>
                  <a:lnTo>
                    <a:pt x="45720" y="329057"/>
                  </a:lnTo>
                  <a:lnTo>
                    <a:pt x="626237" y="329057"/>
                  </a:lnTo>
                  <a:lnTo>
                    <a:pt x="628523" y="331470"/>
                  </a:lnTo>
                  <a:lnTo>
                    <a:pt x="628523" y="287083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48"/>
                  </a:lnTo>
                  <a:lnTo>
                    <a:pt x="14859" y="300545"/>
                  </a:lnTo>
                  <a:lnTo>
                    <a:pt x="4000" y="316598"/>
                  </a:lnTo>
                  <a:lnTo>
                    <a:pt x="0" y="336042"/>
                  </a:lnTo>
                  <a:lnTo>
                    <a:pt x="0" y="478917"/>
                  </a:lnTo>
                  <a:lnTo>
                    <a:pt x="4000" y="498335"/>
                  </a:lnTo>
                  <a:lnTo>
                    <a:pt x="14859" y="514286"/>
                  </a:lnTo>
                  <a:lnTo>
                    <a:pt x="30861" y="525106"/>
                  </a:lnTo>
                  <a:lnTo>
                    <a:pt x="50292" y="529082"/>
                  </a:lnTo>
                  <a:lnTo>
                    <a:pt x="621665" y="529082"/>
                  </a:lnTo>
                  <a:lnTo>
                    <a:pt x="640613" y="525106"/>
                  </a:lnTo>
                  <a:lnTo>
                    <a:pt x="656666" y="514286"/>
                  </a:lnTo>
                  <a:lnTo>
                    <a:pt x="667791" y="498335"/>
                  </a:lnTo>
                  <a:lnTo>
                    <a:pt x="670509" y="485648"/>
                  </a:lnTo>
                  <a:lnTo>
                    <a:pt x="671957" y="478917"/>
                  </a:lnTo>
                  <a:lnTo>
                    <a:pt x="671957" y="336042"/>
                  </a:lnTo>
                  <a:close/>
                </a:path>
                <a:path w="672465" h="529589">
                  <a:moveTo>
                    <a:pt x="671957" y="50292"/>
                  </a:moveTo>
                  <a:lnTo>
                    <a:pt x="670483" y="43434"/>
                  </a:lnTo>
                  <a:lnTo>
                    <a:pt x="667791" y="30861"/>
                  </a:lnTo>
                  <a:lnTo>
                    <a:pt x="656666" y="14859"/>
                  </a:lnTo>
                  <a:lnTo>
                    <a:pt x="640613" y="4000"/>
                  </a:lnTo>
                  <a:lnTo>
                    <a:pt x="628523" y="1460"/>
                  </a:lnTo>
                  <a:lnTo>
                    <a:pt x="628523" y="45720"/>
                  </a:lnTo>
                  <a:lnTo>
                    <a:pt x="628523" y="197739"/>
                  </a:lnTo>
                  <a:lnTo>
                    <a:pt x="626237" y="200025"/>
                  </a:lnTo>
                  <a:lnTo>
                    <a:pt x="45720" y="200025"/>
                  </a:lnTo>
                  <a:lnTo>
                    <a:pt x="43434" y="197739"/>
                  </a:lnTo>
                  <a:lnTo>
                    <a:pt x="43434" y="45720"/>
                  </a:lnTo>
                  <a:lnTo>
                    <a:pt x="45720" y="43434"/>
                  </a:lnTo>
                  <a:lnTo>
                    <a:pt x="626237" y="43434"/>
                  </a:lnTo>
                  <a:lnTo>
                    <a:pt x="628523" y="45720"/>
                  </a:lnTo>
                  <a:lnTo>
                    <a:pt x="628523" y="1460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4000"/>
                  </a:lnTo>
                  <a:lnTo>
                    <a:pt x="14859" y="14859"/>
                  </a:lnTo>
                  <a:lnTo>
                    <a:pt x="4000" y="30861"/>
                  </a:lnTo>
                  <a:lnTo>
                    <a:pt x="0" y="50292"/>
                  </a:lnTo>
                  <a:lnTo>
                    <a:pt x="0" y="193167"/>
                  </a:lnTo>
                  <a:lnTo>
                    <a:pt x="4000" y="212598"/>
                  </a:lnTo>
                  <a:lnTo>
                    <a:pt x="14859" y="228600"/>
                  </a:lnTo>
                  <a:lnTo>
                    <a:pt x="30861" y="239471"/>
                  </a:lnTo>
                  <a:lnTo>
                    <a:pt x="50292" y="243459"/>
                  </a:lnTo>
                  <a:lnTo>
                    <a:pt x="621665" y="243459"/>
                  </a:lnTo>
                  <a:lnTo>
                    <a:pt x="640613" y="239471"/>
                  </a:lnTo>
                  <a:lnTo>
                    <a:pt x="656666" y="228600"/>
                  </a:lnTo>
                  <a:lnTo>
                    <a:pt x="667791" y="212598"/>
                  </a:lnTo>
                  <a:lnTo>
                    <a:pt x="670483" y="200025"/>
                  </a:lnTo>
                  <a:lnTo>
                    <a:pt x="671957" y="193167"/>
                  </a:lnTo>
                  <a:lnTo>
                    <a:pt x="671957" y="5029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961" y="3063844"/>
              <a:ext cx="342150" cy="48925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807066" y="2660269"/>
              <a:ext cx="440055" cy="586740"/>
            </a:xfrm>
            <a:custGeom>
              <a:avLst/>
              <a:gdLst/>
              <a:ahLst/>
              <a:cxnLst/>
              <a:rect l="l" t="t" r="r" b="b"/>
              <a:pathLst>
                <a:path w="440054" h="586739">
                  <a:moveTo>
                    <a:pt x="282448" y="0"/>
                  </a:moveTo>
                  <a:lnTo>
                    <a:pt x="24383" y="0"/>
                  </a:lnTo>
                  <a:lnTo>
                    <a:pt x="14787" y="2026"/>
                  </a:lnTo>
                  <a:lnTo>
                    <a:pt x="7048" y="7445"/>
                  </a:lnTo>
                  <a:lnTo>
                    <a:pt x="1881" y="15269"/>
                  </a:lnTo>
                  <a:lnTo>
                    <a:pt x="0" y="24510"/>
                  </a:lnTo>
                  <a:lnTo>
                    <a:pt x="0" y="561975"/>
                  </a:lnTo>
                  <a:lnTo>
                    <a:pt x="1881" y="571591"/>
                  </a:lnTo>
                  <a:lnTo>
                    <a:pt x="7048" y="579374"/>
                  </a:lnTo>
                  <a:lnTo>
                    <a:pt x="14787" y="584584"/>
                  </a:lnTo>
                  <a:lnTo>
                    <a:pt x="24383" y="586485"/>
                  </a:lnTo>
                  <a:lnTo>
                    <a:pt x="415289" y="586485"/>
                  </a:lnTo>
                  <a:lnTo>
                    <a:pt x="424906" y="584584"/>
                  </a:lnTo>
                  <a:lnTo>
                    <a:pt x="432688" y="579374"/>
                  </a:lnTo>
                  <a:lnTo>
                    <a:pt x="437899" y="571591"/>
                  </a:lnTo>
                  <a:lnTo>
                    <a:pt x="439800" y="561975"/>
                  </a:lnTo>
                  <a:lnTo>
                    <a:pt x="439800" y="550290"/>
                  </a:lnTo>
                  <a:lnTo>
                    <a:pt x="36067" y="550290"/>
                  </a:lnTo>
                  <a:lnTo>
                    <a:pt x="36067" y="37210"/>
                  </a:lnTo>
                  <a:lnTo>
                    <a:pt x="323771" y="37210"/>
                  </a:lnTo>
                  <a:lnTo>
                    <a:pt x="293115" y="7874"/>
                  </a:lnTo>
                  <a:lnTo>
                    <a:pt x="288289" y="2921"/>
                  </a:lnTo>
                  <a:lnTo>
                    <a:pt x="282448" y="0"/>
                  </a:lnTo>
                  <a:close/>
                </a:path>
                <a:path w="440054" h="586739">
                  <a:moveTo>
                    <a:pt x="323771" y="37210"/>
                  </a:moveTo>
                  <a:lnTo>
                    <a:pt x="270636" y="37210"/>
                  </a:lnTo>
                  <a:lnTo>
                    <a:pt x="402589" y="163195"/>
                  </a:lnTo>
                  <a:lnTo>
                    <a:pt x="402589" y="550290"/>
                  </a:lnTo>
                  <a:lnTo>
                    <a:pt x="439800" y="550290"/>
                  </a:lnTo>
                  <a:lnTo>
                    <a:pt x="439800" y="151510"/>
                  </a:lnTo>
                  <a:lnTo>
                    <a:pt x="436879" y="144652"/>
                  </a:lnTo>
                  <a:lnTo>
                    <a:pt x="431926" y="140715"/>
                  </a:lnTo>
                  <a:lnTo>
                    <a:pt x="323771" y="3721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69956" y="2678811"/>
              <a:ext cx="170942" cy="17106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01808" y="2784348"/>
              <a:ext cx="100711" cy="14770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0439542" y="2728806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272476" y="0"/>
                  </a:moveTo>
                  <a:lnTo>
                    <a:pt x="227141" y="0"/>
                  </a:lnTo>
                  <a:lnTo>
                    <a:pt x="182172" y="6259"/>
                  </a:lnTo>
                  <a:lnTo>
                    <a:pt x="138292" y="18779"/>
                  </a:lnTo>
                  <a:lnTo>
                    <a:pt x="96225" y="37558"/>
                  </a:lnTo>
                  <a:lnTo>
                    <a:pt x="56697" y="62597"/>
                  </a:lnTo>
                  <a:lnTo>
                    <a:pt x="20431" y="93896"/>
                  </a:lnTo>
                  <a:lnTo>
                    <a:pt x="0" y="125598"/>
                  </a:lnTo>
                  <a:lnTo>
                    <a:pt x="1851" y="135764"/>
                  </a:lnTo>
                  <a:lnTo>
                    <a:pt x="7477" y="144442"/>
                  </a:lnTo>
                  <a:lnTo>
                    <a:pt x="16156" y="150087"/>
                  </a:lnTo>
                  <a:lnTo>
                    <a:pt x="26336" y="151982"/>
                  </a:lnTo>
                  <a:lnTo>
                    <a:pt x="36516" y="150139"/>
                  </a:lnTo>
                  <a:lnTo>
                    <a:pt x="45196" y="144569"/>
                  </a:lnTo>
                  <a:lnTo>
                    <a:pt x="58150" y="131615"/>
                  </a:lnTo>
                  <a:lnTo>
                    <a:pt x="95795" y="100114"/>
                  </a:lnTo>
                  <a:lnTo>
                    <a:pt x="137158" y="76481"/>
                  </a:lnTo>
                  <a:lnTo>
                    <a:pt x="181175" y="60716"/>
                  </a:lnTo>
                  <a:lnTo>
                    <a:pt x="226785" y="52822"/>
                  </a:lnTo>
                  <a:lnTo>
                    <a:pt x="272927" y="52800"/>
                  </a:lnTo>
                  <a:lnTo>
                    <a:pt x="318537" y="60654"/>
                  </a:lnTo>
                  <a:lnTo>
                    <a:pt x="362555" y="76386"/>
                  </a:lnTo>
                  <a:lnTo>
                    <a:pt x="403917" y="99996"/>
                  </a:lnTo>
                  <a:lnTo>
                    <a:pt x="441563" y="131488"/>
                  </a:lnTo>
                  <a:lnTo>
                    <a:pt x="454517" y="144442"/>
                  </a:lnTo>
                  <a:lnTo>
                    <a:pt x="463178" y="150014"/>
                  </a:lnTo>
                  <a:lnTo>
                    <a:pt x="473328" y="151871"/>
                  </a:lnTo>
                  <a:lnTo>
                    <a:pt x="483502" y="150014"/>
                  </a:lnTo>
                  <a:lnTo>
                    <a:pt x="492236" y="144442"/>
                  </a:lnTo>
                  <a:lnTo>
                    <a:pt x="497790" y="135764"/>
                  </a:lnTo>
                  <a:lnTo>
                    <a:pt x="499617" y="125598"/>
                  </a:lnTo>
                  <a:lnTo>
                    <a:pt x="497754" y="115456"/>
                  </a:lnTo>
                  <a:lnTo>
                    <a:pt x="442984" y="62597"/>
                  </a:lnTo>
                  <a:lnTo>
                    <a:pt x="403430" y="37558"/>
                  </a:lnTo>
                  <a:lnTo>
                    <a:pt x="361345" y="18779"/>
                  </a:lnTo>
                  <a:lnTo>
                    <a:pt x="317452" y="6259"/>
                  </a:lnTo>
                  <a:lnTo>
                    <a:pt x="272476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845673" y="2787523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93345" y="0"/>
                  </a:moveTo>
                  <a:lnTo>
                    <a:pt x="98425" y="97662"/>
                  </a:lnTo>
                  <a:lnTo>
                    <a:pt x="0" y="102997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451100" y="3026108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473265" y="0"/>
                  </a:moveTo>
                  <a:lnTo>
                    <a:pt x="463071" y="1843"/>
                  </a:lnTo>
                  <a:lnTo>
                    <a:pt x="454390" y="7413"/>
                  </a:lnTo>
                  <a:lnTo>
                    <a:pt x="441436" y="20367"/>
                  </a:lnTo>
                  <a:lnTo>
                    <a:pt x="403790" y="51867"/>
                  </a:lnTo>
                  <a:lnTo>
                    <a:pt x="362428" y="75501"/>
                  </a:lnTo>
                  <a:lnTo>
                    <a:pt x="318410" y="91266"/>
                  </a:lnTo>
                  <a:lnTo>
                    <a:pt x="272800" y="99160"/>
                  </a:lnTo>
                  <a:lnTo>
                    <a:pt x="226658" y="99181"/>
                  </a:lnTo>
                  <a:lnTo>
                    <a:pt x="181048" y="91327"/>
                  </a:lnTo>
                  <a:lnTo>
                    <a:pt x="137031" y="75596"/>
                  </a:lnTo>
                  <a:lnTo>
                    <a:pt x="95668" y="51986"/>
                  </a:lnTo>
                  <a:lnTo>
                    <a:pt x="58023" y="20494"/>
                  </a:lnTo>
                  <a:lnTo>
                    <a:pt x="45069" y="7540"/>
                  </a:lnTo>
                  <a:lnTo>
                    <a:pt x="36462" y="1968"/>
                  </a:lnTo>
                  <a:lnTo>
                    <a:pt x="0" y="26384"/>
                  </a:lnTo>
                  <a:lnTo>
                    <a:pt x="1887" y="36526"/>
                  </a:lnTo>
                  <a:lnTo>
                    <a:pt x="56602" y="89385"/>
                  </a:lnTo>
                  <a:lnTo>
                    <a:pt x="96156" y="114424"/>
                  </a:lnTo>
                  <a:lnTo>
                    <a:pt x="138243" y="133203"/>
                  </a:lnTo>
                  <a:lnTo>
                    <a:pt x="182139" y="145722"/>
                  </a:lnTo>
                  <a:lnTo>
                    <a:pt x="227121" y="151982"/>
                  </a:lnTo>
                  <a:lnTo>
                    <a:pt x="272464" y="151982"/>
                  </a:lnTo>
                  <a:lnTo>
                    <a:pt x="317446" y="145722"/>
                  </a:lnTo>
                  <a:lnTo>
                    <a:pt x="361342" y="133203"/>
                  </a:lnTo>
                  <a:lnTo>
                    <a:pt x="403429" y="114424"/>
                  </a:lnTo>
                  <a:lnTo>
                    <a:pt x="442984" y="89385"/>
                  </a:lnTo>
                  <a:lnTo>
                    <a:pt x="479282" y="58086"/>
                  </a:lnTo>
                  <a:lnTo>
                    <a:pt x="499618" y="26384"/>
                  </a:lnTo>
                  <a:lnTo>
                    <a:pt x="497790" y="16218"/>
                  </a:lnTo>
                  <a:lnTo>
                    <a:pt x="492236" y="7540"/>
                  </a:lnTo>
                  <a:lnTo>
                    <a:pt x="483483" y="1895"/>
                  </a:lnTo>
                  <a:lnTo>
                    <a:pt x="47326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446130" y="3016377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5079" y="102997"/>
                  </a:moveTo>
                  <a:lnTo>
                    <a:pt x="0" y="5333"/>
                  </a:lnTo>
                  <a:lnTo>
                    <a:pt x="98425" y="0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29425" y="2199132"/>
              <a:ext cx="4291965" cy="1651635"/>
            </a:xfrm>
            <a:custGeom>
              <a:avLst/>
              <a:gdLst/>
              <a:ahLst/>
              <a:cxnLst/>
              <a:rect l="l" t="t" r="r" b="b"/>
              <a:pathLst>
                <a:path w="4291965" h="1651635">
                  <a:moveTo>
                    <a:pt x="0" y="1651508"/>
                  </a:moveTo>
                  <a:lnTo>
                    <a:pt x="4291457" y="1651508"/>
                  </a:lnTo>
                  <a:lnTo>
                    <a:pt x="4291457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243961" y="2413762"/>
              <a:ext cx="1294765" cy="1223010"/>
            </a:xfrm>
            <a:custGeom>
              <a:avLst/>
              <a:gdLst/>
              <a:ahLst/>
              <a:cxnLst/>
              <a:rect l="l" t="t" r="r" b="b"/>
              <a:pathLst>
                <a:path w="1294764" h="1223010">
                  <a:moveTo>
                    <a:pt x="0" y="1222502"/>
                  </a:moveTo>
                  <a:lnTo>
                    <a:pt x="1294257" y="1222502"/>
                  </a:lnTo>
                  <a:lnTo>
                    <a:pt x="1294257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5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582161" y="2694305"/>
              <a:ext cx="605155" cy="601980"/>
            </a:xfrm>
            <a:custGeom>
              <a:avLst/>
              <a:gdLst/>
              <a:ahLst/>
              <a:cxnLst/>
              <a:rect l="l" t="t" r="r" b="b"/>
              <a:pathLst>
                <a:path w="605154" h="601979">
                  <a:moveTo>
                    <a:pt x="84836" y="0"/>
                  </a:moveTo>
                  <a:lnTo>
                    <a:pt x="50673" y="0"/>
                  </a:lnTo>
                  <a:lnTo>
                    <a:pt x="31289" y="4133"/>
                  </a:lnTo>
                  <a:lnTo>
                    <a:pt x="15144" y="15351"/>
                  </a:lnTo>
                  <a:lnTo>
                    <a:pt x="4095" y="31878"/>
                  </a:lnTo>
                  <a:lnTo>
                    <a:pt x="0" y="51943"/>
                  </a:lnTo>
                  <a:lnTo>
                    <a:pt x="1142" y="51943"/>
                  </a:lnTo>
                  <a:lnTo>
                    <a:pt x="1142" y="549783"/>
                  </a:lnTo>
                  <a:lnTo>
                    <a:pt x="5274" y="569847"/>
                  </a:lnTo>
                  <a:lnTo>
                    <a:pt x="16478" y="586374"/>
                  </a:lnTo>
                  <a:lnTo>
                    <a:pt x="32968" y="597592"/>
                  </a:lnTo>
                  <a:lnTo>
                    <a:pt x="52959" y="601726"/>
                  </a:lnTo>
                  <a:lnTo>
                    <a:pt x="554354" y="601726"/>
                  </a:lnTo>
                  <a:lnTo>
                    <a:pt x="573758" y="597592"/>
                  </a:lnTo>
                  <a:lnTo>
                    <a:pt x="589946" y="586374"/>
                  </a:lnTo>
                  <a:lnTo>
                    <a:pt x="601039" y="569847"/>
                  </a:lnTo>
                  <a:lnTo>
                    <a:pt x="603227" y="559180"/>
                  </a:lnTo>
                  <a:lnTo>
                    <a:pt x="47116" y="559180"/>
                  </a:lnTo>
                  <a:lnTo>
                    <a:pt x="43561" y="555625"/>
                  </a:lnTo>
                  <a:lnTo>
                    <a:pt x="43561" y="47244"/>
                  </a:lnTo>
                  <a:lnTo>
                    <a:pt x="47116" y="44830"/>
                  </a:lnTo>
                  <a:lnTo>
                    <a:pt x="135313" y="44830"/>
                  </a:lnTo>
                  <a:lnTo>
                    <a:pt x="132645" y="31878"/>
                  </a:lnTo>
                  <a:lnTo>
                    <a:pt x="121427" y="15351"/>
                  </a:lnTo>
                  <a:lnTo>
                    <a:pt x="104900" y="4133"/>
                  </a:lnTo>
                  <a:lnTo>
                    <a:pt x="84836" y="0"/>
                  </a:lnTo>
                  <a:close/>
                </a:path>
                <a:path w="605154" h="601979">
                  <a:moveTo>
                    <a:pt x="602254" y="48387"/>
                  </a:moveTo>
                  <a:lnTo>
                    <a:pt x="552068" y="48387"/>
                  </a:lnTo>
                  <a:lnTo>
                    <a:pt x="560324" y="53086"/>
                  </a:lnTo>
                  <a:lnTo>
                    <a:pt x="560324" y="555625"/>
                  </a:lnTo>
                  <a:lnTo>
                    <a:pt x="556767" y="559180"/>
                  </a:lnTo>
                  <a:lnTo>
                    <a:pt x="603227" y="559180"/>
                  </a:lnTo>
                  <a:lnTo>
                    <a:pt x="605154" y="549783"/>
                  </a:lnTo>
                  <a:lnTo>
                    <a:pt x="605154" y="57785"/>
                  </a:lnTo>
                  <a:lnTo>
                    <a:pt x="602254" y="48387"/>
                  </a:lnTo>
                  <a:close/>
                </a:path>
                <a:path w="605154" h="601979">
                  <a:moveTo>
                    <a:pt x="135313" y="44830"/>
                  </a:moveTo>
                  <a:lnTo>
                    <a:pt x="50673" y="44830"/>
                  </a:lnTo>
                  <a:lnTo>
                    <a:pt x="50673" y="46100"/>
                  </a:lnTo>
                  <a:lnTo>
                    <a:pt x="89535" y="46100"/>
                  </a:lnTo>
                  <a:lnTo>
                    <a:pt x="91948" y="48387"/>
                  </a:lnTo>
                  <a:lnTo>
                    <a:pt x="91948" y="241808"/>
                  </a:lnTo>
                  <a:lnTo>
                    <a:pt x="126111" y="241808"/>
                  </a:lnTo>
                  <a:lnTo>
                    <a:pt x="201600" y="166370"/>
                  </a:lnTo>
                  <a:lnTo>
                    <a:pt x="136778" y="166370"/>
                  </a:lnTo>
                  <a:lnTo>
                    <a:pt x="136778" y="51943"/>
                  </a:lnTo>
                  <a:lnTo>
                    <a:pt x="135313" y="44830"/>
                  </a:lnTo>
                  <a:close/>
                </a:path>
                <a:path w="605154" h="601979">
                  <a:moveTo>
                    <a:pt x="368523" y="48387"/>
                  </a:moveTo>
                  <a:lnTo>
                    <a:pt x="319532" y="48387"/>
                  </a:lnTo>
                  <a:lnTo>
                    <a:pt x="326643" y="53086"/>
                  </a:lnTo>
                  <a:lnTo>
                    <a:pt x="326643" y="241808"/>
                  </a:lnTo>
                  <a:lnTo>
                    <a:pt x="360807" y="241808"/>
                  </a:lnTo>
                  <a:lnTo>
                    <a:pt x="436347" y="166370"/>
                  </a:lnTo>
                  <a:lnTo>
                    <a:pt x="371475" y="166370"/>
                  </a:lnTo>
                  <a:lnTo>
                    <a:pt x="371475" y="57785"/>
                  </a:lnTo>
                  <a:lnTo>
                    <a:pt x="368523" y="48387"/>
                  </a:lnTo>
                  <a:close/>
                </a:path>
                <a:path w="605154" h="601979">
                  <a:moveTo>
                    <a:pt x="310235" y="6046"/>
                  </a:moveTo>
                  <a:lnTo>
                    <a:pt x="282955" y="20066"/>
                  </a:lnTo>
                  <a:lnTo>
                    <a:pt x="136778" y="166370"/>
                  </a:lnTo>
                  <a:lnTo>
                    <a:pt x="201600" y="166370"/>
                  </a:lnTo>
                  <a:lnTo>
                    <a:pt x="313689" y="54355"/>
                  </a:lnTo>
                  <a:lnTo>
                    <a:pt x="319532" y="48387"/>
                  </a:lnTo>
                  <a:lnTo>
                    <a:pt x="368523" y="48387"/>
                  </a:lnTo>
                  <a:lnTo>
                    <a:pt x="362126" y="28013"/>
                  </a:lnTo>
                  <a:lnTo>
                    <a:pt x="339169" y="9731"/>
                  </a:lnTo>
                  <a:lnTo>
                    <a:pt x="310235" y="6046"/>
                  </a:lnTo>
                  <a:close/>
                </a:path>
                <a:path w="605154" h="601979">
                  <a:moveTo>
                    <a:pt x="544397" y="6046"/>
                  </a:moveTo>
                  <a:lnTo>
                    <a:pt x="516636" y="20066"/>
                  </a:lnTo>
                  <a:lnTo>
                    <a:pt x="371475" y="166370"/>
                  </a:lnTo>
                  <a:lnTo>
                    <a:pt x="436347" y="166370"/>
                  </a:lnTo>
                  <a:lnTo>
                    <a:pt x="548513" y="54355"/>
                  </a:lnTo>
                  <a:lnTo>
                    <a:pt x="552068" y="48387"/>
                  </a:lnTo>
                  <a:lnTo>
                    <a:pt x="602254" y="48387"/>
                  </a:lnTo>
                  <a:lnTo>
                    <a:pt x="595967" y="28013"/>
                  </a:lnTo>
                  <a:lnTo>
                    <a:pt x="573277" y="9731"/>
                  </a:lnTo>
                  <a:lnTo>
                    <a:pt x="544397" y="604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1226" y="3025761"/>
              <a:ext cx="118003" cy="117996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42969" y="3025761"/>
              <a:ext cx="118003" cy="117996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639813" y="2413762"/>
              <a:ext cx="2395855" cy="1223010"/>
            </a:xfrm>
            <a:custGeom>
              <a:avLst/>
              <a:gdLst/>
              <a:ahLst/>
              <a:cxnLst/>
              <a:rect l="l" t="t" r="r" b="b"/>
              <a:pathLst>
                <a:path w="2395855" h="1223010">
                  <a:moveTo>
                    <a:pt x="0" y="1222502"/>
                  </a:moveTo>
                  <a:lnTo>
                    <a:pt x="2395855" y="1222502"/>
                  </a:lnTo>
                  <a:lnTo>
                    <a:pt x="2395855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5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5458" y="2685249"/>
              <a:ext cx="57207" cy="371386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182876" y="2764154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4" h="529589">
                  <a:moveTo>
                    <a:pt x="586232" y="406781"/>
                  </a:moveTo>
                  <a:lnTo>
                    <a:pt x="584454" y="398754"/>
                  </a:lnTo>
                  <a:lnTo>
                    <a:pt x="579716" y="392214"/>
                  </a:lnTo>
                  <a:lnTo>
                    <a:pt x="572833" y="387819"/>
                  </a:lnTo>
                  <a:lnTo>
                    <a:pt x="564642" y="386207"/>
                  </a:lnTo>
                  <a:lnTo>
                    <a:pt x="450342" y="386207"/>
                  </a:lnTo>
                  <a:lnTo>
                    <a:pt x="442125" y="387819"/>
                  </a:lnTo>
                  <a:lnTo>
                    <a:pt x="435190" y="392214"/>
                  </a:lnTo>
                  <a:lnTo>
                    <a:pt x="430403" y="398754"/>
                  </a:lnTo>
                  <a:lnTo>
                    <a:pt x="428625" y="406781"/>
                  </a:lnTo>
                  <a:lnTo>
                    <a:pt x="430403" y="414997"/>
                  </a:lnTo>
                  <a:lnTo>
                    <a:pt x="435190" y="421932"/>
                  </a:lnTo>
                  <a:lnTo>
                    <a:pt x="442125" y="426720"/>
                  </a:lnTo>
                  <a:lnTo>
                    <a:pt x="450342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32"/>
                  </a:lnTo>
                  <a:lnTo>
                    <a:pt x="584454" y="414997"/>
                  </a:lnTo>
                  <a:lnTo>
                    <a:pt x="586232" y="406781"/>
                  </a:lnTo>
                  <a:close/>
                </a:path>
                <a:path w="672464" h="529589">
                  <a:moveTo>
                    <a:pt x="586232" y="121031"/>
                  </a:moveTo>
                  <a:lnTo>
                    <a:pt x="584454" y="113017"/>
                  </a:lnTo>
                  <a:lnTo>
                    <a:pt x="579716" y="106527"/>
                  </a:lnTo>
                  <a:lnTo>
                    <a:pt x="572833" y="102171"/>
                  </a:lnTo>
                  <a:lnTo>
                    <a:pt x="564642" y="100584"/>
                  </a:lnTo>
                  <a:lnTo>
                    <a:pt x="450342" y="100584"/>
                  </a:lnTo>
                  <a:lnTo>
                    <a:pt x="442125" y="102171"/>
                  </a:lnTo>
                  <a:lnTo>
                    <a:pt x="435190" y="106527"/>
                  </a:lnTo>
                  <a:lnTo>
                    <a:pt x="430403" y="113017"/>
                  </a:lnTo>
                  <a:lnTo>
                    <a:pt x="428625" y="121031"/>
                  </a:lnTo>
                  <a:lnTo>
                    <a:pt x="430403" y="129247"/>
                  </a:lnTo>
                  <a:lnTo>
                    <a:pt x="435190" y="136182"/>
                  </a:lnTo>
                  <a:lnTo>
                    <a:pt x="442125" y="140970"/>
                  </a:lnTo>
                  <a:lnTo>
                    <a:pt x="450342" y="142748"/>
                  </a:lnTo>
                  <a:lnTo>
                    <a:pt x="564642" y="142748"/>
                  </a:lnTo>
                  <a:lnTo>
                    <a:pt x="572833" y="140970"/>
                  </a:lnTo>
                  <a:lnTo>
                    <a:pt x="579716" y="136182"/>
                  </a:lnTo>
                  <a:lnTo>
                    <a:pt x="584454" y="129247"/>
                  </a:lnTo>
                  <a:lnTo>
                    <a:pt x="586232" y="121031"/>
                  </a:lnTo>
                  <a:close/>
                </a:path>
                <a:path w="672464" h="529589">
                  <a:moveTo>
                    <a:pt x="672084" y="335915"/>
                  </a:moveTo>
                  <a:lnTo>
                    <a:pt x="670610" y="329057"/>
                  </a:lnTo>
                  <a:lnTo>
                    <a:pt x="667918" y="316484"/>
                  </a:lnTo>
                  <a:lnTo>
                    <a:pt x="656780" y="300494"/>
                  </a:lnTo>
                  <a:lnTo>
                    <a:pt x="640676" y="289623"/>
                  </a:lnTo>
                  <a:lnTo>
                    <a:pt x="628650" y="287096"/>
                  </a:lnTo>
                  <a:lnTo>
                    <a:pt x="628650" y="331343"/>
                  </a:lnTo>
                  <a:lnTo>
                    <a:pt x="628650" y="483362"/>
                  </a:lnTo>
                  <a:lnTo>
                    <a:pt x="626237" y="485648"/>
                  </a:lnTo>
                  <a:lnTo>
                    <a:pt x="45847" y="485648"/>
                  </a:lnTo>
                  <a:lnTo>
                    <a:pt x="43434" y="483362"/>
                  </a:lnTo>
                  <a:lnTo>
                    <a:pt x="43434" y="331343"/>
                  </a:lnTo>
                  <a:lnTo>
                    <a:pt x="45847" y="329057"/>
                  </a:lnTo>
                  <a:lnTo>
                    <a:pt x="626237" y="329057"/>
                  </a:lnTo>
                  <a:lnTo>
                    <a:pt x="628650" y="331343"/>
                  </a:lnTo>
                  <a:lnTo>
                    <a:pt x="628650" y="287096"/>
                  </a:lnTo>
                  <a:lnTo>
                    <a:pt x="621665" y="285623"/>
                  </a:lnTo>
                  <a:lnTo>
                    <a:pt x="50419" y="285623"/>
                  </a:lnTo>
                  <a:lnTo>
                    <a:pt x="30962" y="289623"/>
                  </a:lnTo>
                  <a:lnTo>
                    <a:pt x="14922" y="300494"/>
                  </a:lnTo>
                  <a:lnTo>
                    <a:pt x="4013" y="316484"/>
                  </a:lnTo>
                  <a:lnTo>
                    <a:pt x="0" y="335915"/>
                  </a:lnTo>
                  <a:lnTo>
                    <a:pt x="0" y="478790"/>
                  </a:lnTo>
                  <a:lnTo>
                    <a:pt x="4013" y="498221"/>
                  </a:lnTo>
                  <a:lnTo>
                    <a:pt x="14909" y="514223"/>
                  </a:lnTo>
                  <a:lnTo>
                    <a:pt x="30962" y="525081"/>
                  </a:lnTo>
                  <a:lnTo>
                    <a:pt x="50419" y="529082"/>
                  </a:lnTo>
                  <a:lnTo>
                    <a:pt x="621665" y="529082"/>
                  </a:lnTo>
                  <a:lnTo>
                    <a:pt x="640676" y="525081"/>
                  </a:lnTo>
                  <a:lnTo>
                    <a:pt x="656780" y="514223"/>
                  </a:lnTo>
                  <a:lnTo>
                    <a:pt x="667918" y="498221"/>
                  </a:lnTo>
                  <a:lnTo>
                    <a:pt x="670610" y="485648"/>
                  </a:lnTo>
                  <a:lnTo>
                    <a:pt x="672084" y="478790"/>
                  </a:lnTo>
                  <a:lnTo>
                    <a:pt x="672084" y="335915"/>
                  </a:lnTo>
                  <a:close/>
                </a:path>
                <a:path w="672464" h="529589">
                  <a:moveTo>
                    <a:pt x="672084" y="50165"/>
                  </a:moveTo>
                  <a:lnTo>
                    <a:pt x="670610" y="43307"/>
                  </a:lnTo>
                  <a:lnTo>
                    <a:pt x="667918" y="30759"/>
                  </a:lnTo>
                  <a:lnTo>
                    <a:pt x="656780" y="14795"/>
                  </a:lnTo>
                  <a:lnTo>
                    <a:pt x="640676" y="3987"/>
                  </a:lnTo>
                  <a:lnTo>
                    <a:pt x="628650" y="1473"/>
                  </a:lnTo>
                  <a:lnTo>
                    <a:pt x="628650" y="45593"/>
                  </a:lnTo>
                  <a:lnTo>
                    <a:pt x="628650" y="197612"/>
                  </a:lnTo>
                  <a:lnTo>
                    <a:pt x="626237" y="199898"/>
                  </a:lnTo>
                  <a:lnTo>
                    <a:pt x="45847" y="199898"/>
                  </a:lnTo>
                  <a:lnTo>
                    <a:pt x="43434" y="197612"/>
                  </a:lnTo>
                  <a:lnTo>
                    <a:pt x="43434" y="45593"/>
                  </a:lnTo>
                  <a:lnTo>
                    <a:pt x="45847" y="43307"/>
                  </a:lnTo>
                  <a:lnTo>
                    <a:pt x="626237" y="43307"/>
                  </a:lnTo>
                  <a:lnTo>
                    <a:pt x="628650" y="45593"/>
                  </a:lnTo>
                  <a:lnTo>
                    <a:pt x="628650" y="1473"/>
                  </a:lnTo>
                  <a:lnTo>
                    <a:pt x="621665" y="0"/>
                  </a:lnTo>
                  <a:lnTo>
                    <a:pt x="50419" y="0"/>
                  </a:lnTo>
                  <a:lnTo>
                    <a:pt x="30962" y="3987"/>
                  </a:lnTo>
                  <a:lnTo>
                    <a:pt x="14922" y="14795"/>
                  </a:lnTo>
                  <a:lnTo>
                    <a:pt x="4013" y="30759"/>
                  </a:lnTo>
                  <a:lnTo>
                    <a:pt x="0" y="50165"/>
                  </a:lnTo>
                  <a:lnTo>
                    <a:pt x="0" y="193040"/>
                  </a:lnTo>
                  <a:lnTo>
                    <a:pt x="4013" y="212471"/>
                  </a:lnTo>
                  <a:lnTo>
                    <a:pt x="14909" y="228473"/>
                  </a:lnTo>
                  <a:lnTo>
                    <a:pt x="30962" y="239331"/>
                  </a:lnTo>
                  <a:lnTo>
                    <a:pt x="50419" y="243332"/>
                  </a:lnTo>
                  <a:lnTo>
                    <a:pt x="621665" y="243332"/>
                  </a:lnTo>
                  <a:lnTo>
                    <a:pt x="640676" y="239331"/>
                  </a:lnTo>
                  <a:lnTo>
                    <a:pt x="656780" y="228473"/>
                  </a:lnTo>
                  <a:lnTo>
                    <a:pt x="667918" y="212471"/>
                  </a:lnTo>
                  <a:lnTo>
                    <a:pt x="670610" y="199898"/>
                  </a:lnTo>
                  <a:lnTo>
                    <a:pt x="672084" y="193040"/>
                  </a:lnTo>
                  <a:lnTo>
                    <a:pt x="672084" y="501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0425" y="3099658"/>
              <a:ext cx="342150" cy="48925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846505" y="2696083"/>
              <a:ext cx="440055" cy="586740"/>
            </a:xfrm>
            <a:custGeom>
              <a:avLst/>
              <a:gdLst/>
              <a:ahLst/>
              <a:cxnLst/>
              <a:rect l="l" t="t" r="r" b="b"/>
              <a:pathLst>
                <a:path w="440055" h="586739">
                  <a:moveTo>
                    <a:pt x="282473" y="0"/>
                  </a:moveTo>
                  <a:lnTo>
                    <a:pt x="24409" y="0"/>
                  </a:lnTo>
                  <a:lnTo>
                    <a:pt x="14825" y="2024"/>
                  </a:lnTo>
                  <a:lnTo>
                    <a:pt x="7075" y="7429"/>
                  </a:lnTo>
                  <a:lnTo>
                    <a:pt x="1890" y="15216"/>
                  </a:lnTo>
                  <a:lnTo>
                    <a:pt x="0" y="24384"/>
                  </a:lnTo>
                  <a:lnTo>
                    <a:pt x="0" y="561975"/>
                  </a:lnTo>
                  <a:lnTo>
                    <a:pt x="1890" y="571571"/>
                  </a:lnTo>
                  <a:lnTo>
                    <a:pt x="7075" y="579310"/>
                  </a:lnTo>
                  <a:lnTo>
                    <a:pt x="14825" y="584477"/>
                  </a:lnTo>
                  <a:lnTo>
                    <a:pt x="24409" y="586359"/>
                  </a:lnTo>
                  <a:lnTo>
                    <a:pt x="415404" y="586359"/>
                  </a:lnTo>
                  <a:lnTo>
                    <a:pt x="424998" y="584477"/>
                  </a:lnTo>
                  <a:lnTo>
                    <a:pt x="432769" y="579310"/>
                  </a:lnTo>
                  <a:lnTo>
                    <a:pt x="437976" y="571571"/>
                  </a:lnTo>
                  <a:lnTo>
                    <a:pt x="439877" y="561975"/>
                  </a:lnTo>
                  <a:lnTo>
                    <a:pt x="439877" y="550164"/>
                  </a:lnTo>
                  <a:lnTo>
                    <a:pt x="36106" y="550164"/>
                  </a:lnTo>
                  <a:lnTo>
                    <a:pt x="36106" y="37084"/>
                  </a:lnTo>
                  <a:lnTo>
                    <a:pt x="323837" y="37084"/>
                  </a:lnTo>
                  <a:lnTo>
                    <a:pt x="293217" y="7747"/>
                  </a:lnTo>
                  <a:lnTo>
                    <a:pt x="288277" y="2921"/>
                  </a:lnTo>
                  <a:lnTo>
                    <a:pt x="282473" y="0"/>
                  </a:lnTo>
                  <a:close/>
                </a:path>
                <a:path w="440055" h="586739">
                  <a:moveTo>
                    <a:pt x="323837" y="37084"/>
                  </a:moveTo>
                  <a:lnTo>
                    <a:pt x="270700" y="37084"/>
                  </a:lnTo>
                  <a:lnTo>
                    <a:pt x="402666" y="163195"/>
                  </a:lnTo>
                  <a:lnTo>
                    <a:pt x="402666" y="550164"/>
                  </a:lnTo>
                  <a:lnTo>
                    <a:pt x="439877" y="550164"/>
                  </a:lnTo>
                  <a:lnTo>
                    <a:pt x="439877" y="151384"/>
                  </a:lnTo>
                  <a:lnTo>
                    <a:pt x="436829" y="144525"/>
                  </a:lnTo>
                  <a:lnTo>
                    <a:pt x="432003" y="140716"/>
                  </a:lnTo>
                  <a:lnTo>
                    <a:pt x="323837" y="370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9395" y="2714625"/>
              <a:ext cx="171018" cy="170942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1323" y="2820162"/>
              <a:ext cx="100622" cy="14757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479042" y="2764535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4" h="152400">
                  <a:moveTo>
                    <a:pt x="272480" y="0"/>
                  </a:moveTo>
                  <a:lnTo>
                    <a:pt x="227137" y="8"/>
                  </a:lnTo>
                  <a:lnTo>
                    <a:pt x="182155" y="6272"/>
                  </a:lnTo>
                  <a:lnTo>
                    <a:pt x="138259" y="18791"/>
                  </a:lnTo>
                  <a:lnTo>
                    <a:pt x="96172" y="37561"/>
                  </a:lnTo>
                  <a:lnTo>
                    <a:pt x="56617" y="62583"/>
                  </a:lnTo>
                  <a:lnTo>
                    <a:pt x="20320" y="93853"/>
                  </a:lnTo>
                  <a:lnTo>
                    <a:pt x="0" y="125666"/>
                  </a:lnTo>
                  <a:lnTo>
                    <a:pt x="1813" y="135846"/>
                  </a:lnTo>
                  <a:lnTo>
                    <a:pt x="7366" y="144526"/>
                  </a:lnTo>
                  <a:lnTo>
                    <a:pt x="16119" y="150098"/>
                  </a:lnTo>
                  <a:lnTo>
                    <a:pt x="26336" y="151955"/>
                  </a:lnTo>
                  <a:lnTo>
                    <a:pt x="36530" y="150098"/>
                  </a:lnTo>
                  <a:lnTo>
                    <a:pt x="45212" y="144526"/>
                  </a:lnTo>
                  <a:lnTo>
                    <a:pt x="58166" y="131699"/>
                  </a:lnTo>
                  <a:lnTo>
                    <a:pt x="95811" y="100165"/>
                  </a:lnTo>
                  <a:lnTo>
                    <a:pt x="137173" y="76513"/>
                  </a:lnTo>
                  <a:lnTo>
                    <a:pt x="181191" y="60743"/>
                  </a:lnTo>
                  <a:lnTo>
                    <a:pt x="226801" y="52853"/>
                  </a:lnTo>
                  <a:lnTo>
                    <a:pt x="272943" y="52843"/>
                  </a:lnTo>
                  <a:lnTo>
                    <a:pt x="318553" y="60710"/>
                  </a:lnTo>
                  <a:lnTo>
                    <a:pt x="362571" y="76455"/>
                  </a:lnTo>
                  <a:lnTo>
                    <a:pt x="403933" y="100076"/>
                  </a:lnTo>
                  <a:lnTo>
                    <a:pt x="441578" y="131572"/>
                  </a:lnTo>
                  <a:lnTo>
                    <a:pt x="454533" y="144526"/>
                  </a:lnTo>
                  <a:lnTo>
                    <a:pt x="463194" y="150044"/>
                  </a:lnTo>
                  <a:lnTo>
                    <a:pt x="473344" y="151907"/>
                  </a:lnTo>
                  <a:lnTo>
                    <a:pt x="483518" y="150080"/>
                  </a:lnTo>
                  <a:lnTo>
                    <a:pt x="492252" y="144526"/>
                  </a:lnTo>
                  <a:lnTo>
                    <a:pt x="497806" y="135792"/>
                  </a:lnTo>
                  <a:lnTo>
                    <a:pt x="499633" y="125618"/>
                  </a:lnTo>
                  <a:lnTo>
                    <a:pt x="497770" y="115468"/>
                  </a:lnTo>
                  <a:lnTo>
                    <a:pt x="443000" y="62557"/>
                  </a:lnTo>
                  <a:lnTo>
                    <a:pt x="403445" y="37525"/>
                  </a:lnTo>
                  <a:lnTo>
                    <a:pt x="361358" y="18756"/>
                  </a:lnTo>
                  <a:lnTo>
                    <a:pt x="317462" y="6248"/>
                  </a:lnTo>
                  <a:lnTo>
                    <a:pt x="27248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885187" y="2823210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93344" y="0"/>
                  </a:moveTo>
                  <a:lnTo>
                    <a:pt x="98425" y="97663"/>
                  </a:lnTo>
                  <a:lnTo>
                    <a:pt x="0" y="102997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490583" y="3061906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4" h="152400">
                  <a:moveTo>
                    <a:pt x="473281" y="0"/>
                  </a:moveTo>
                  <a:lnTo>
                    <a:pt x="463101" y="1857"/>
                  </a:lnTo>
                  <a:lnTo>
                    <a:pt x="454421" y="7429"/>
                  </a:lnTo>
                  <a:lnTo>
                    <a:pt x="441467" y="20256"/>
                  </a:lnTo>
                  <a:lnTo>
                    <a:pt x="403822" y="51790"/>
                  </a:lnTo>
                  <a:lnTo>
                    <a:pt x="362459" y="75441"/>
                  </a:lnTo>
                  <a:lnTo>
                    <a:pt x="318442" y="91211"/>
                  </a:lnTo>
                  <a:lnTo>
                    <a:pt x="272832" y="99101"/>
                  </a:lnTo>
                  <a:lnTo>
                    <a:pt x="226690" y="99112"/>
                  </a:lnTo>
                  <a:lnTo>
                    <a:pt x="181080" y="91244"/>
                  </a:lnTo>
                  <a:lnTo>
                    <a:pt x="137062" y="75500"/>
                  </a:lnTo>
                  <a:lnTo>
                    <a:pt x="95700" y="51879"/>
                  </a:lnTo>
                  <a:lnTo>
                    <a:pt x="58054" y="20383"/>
                  </a:lnTo>
                  <a:lnTo>
                    <a:pt x="45100" y="7429"/>
                  </a:lnTo>
                  <a:lnTo>
                    <a:pt x="36439" y="1910"/>
                  </a:lnTo>
                  <a:lnTo>
                    <a:pt x="0" y="26336"/>
                  </a:lnTo>
                  <a:lnTo>
                    <a:pt x="1863" y="36486"/>
                  </a:lnTo>
                  <a:lnTo>
                    <a:pt x="56633" y="89398"/>
                  </a:lnTo>
                  <a:lnTo>
                    <a:pt x="96187" y="114429"/>
                  </a:lnTo>
                  <a:lnTo>
                    <a:pt x="138272" y="133198"/>
                  </a:lnTo>
                  <a:lnTo>
                    <a:pt x="182165" y="145706"/>
                  </a:lnTo>
                  <a:lnTo>
                    <a:pt x="227141" y="151955"/>
                  </a:lnTo>
                  <a:lnTo>
                    <a:pt x="272476" y="151947"/>
                  </a:lnTo>
                  <a:lnTo>
                    <a:pt x="317445" y="145682"/>
                  </a:lnTo>
                  <a:lnTo>
                    <a:pt x="361325" y="133164"/>
                  </a:lnTo>
                  <a:lnTo>
                    <a:pt x="403392" y="114393"/>
                  </a:lnTo>
                  <a:lnTo>
                    <a:pt x="442920" y="89372"/>
                  </a:lnTo>
                  <a:lnTo>
                    <a:pt x="479186" y="58102"/>
                  </a:lnTo>
                  <a:lnTo>
                    <a:pt x="499618" y="26289"/>
                  </a:lnTo>
                  <a:lnTo>
                    <a:pt x="497766" y="16109"/>
                  </a:lnTo>
                  <a:lnTo>
                    <a:pt x="492140" y="7429"/>
                  </a:lnTo>
                  <a:lnTo>
                    <a:pt x="483461" y="1857"/>
                  </a:lnTo>
                  <a:lnTo>
                    <a:pt x="47328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85645" y="3052191"/>
              <a:ext cx="98425" cy="103505"/>
            </a:xfrm>
            <a:custGeom>
              <a:avLst/>
              <a:gdLst/>
              <a:ahLst/>
              <a:cxnLst/>
              <a:rect l="l" t="t" r="r" b="b"/>
              <a:pathLst>
                <a:path w="98425" h="103505">
                  <a:moveTo>
                    <a:pt x="5079" y="102997"/>
                  </a:moveTo>
                  <a:lnTo>
                    <a:pt x="0" y="5333"/>
                  </a:lnTo>
                  <a:lnTo>
                    <a:pt x="98425" y="0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2377674" y="2199132"/>
              <a:ext cx="2552700" cy="1651635"/>
            </a:xfrm>
            <a:custGeom>
              <a:avLst/>
              <a:gdLst/>
              <a:ahLst/>
              <a:cxnLst/>
              <a:rect l="l" t="t" r="r" b="b"/>
              <a:pathLst>
                <a:path w="2552700" h="1651635">
                  <a:moveTo>
                    <a:pt x="0" y="1651508"/>
                  </a:moveTo>
                  <a:lnTo>
                    <a:pt x="2552699" y="1651508"/>
                  </a:lnTo>
                  <a:lnTo>
                    <a:pt x="2552699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592321" y="3421786"/>
              <a:ext cx="605155" cy="361950"/>
            </a:xfrm>
            <a:custGeom>
              <a:avLst/>
              <a:gdLst/>
              <a:ahLst/>
              <a:cxnLst/>
              <a:rect l="l" t="t" r="r" b="b"/>
              <a:pathLst>
                <a:path w="605154" h="361950">
                  <a:moveTo>
                    <a:pt x="605104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605104" y="361797"/>
                  </a:lnTo>
                  <a:lnTo>
                    <a:pt x="605104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3724783" y="3457701"/>
            <a:ext cx="34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80" b="1">
                <a:solidFill>
                  <a:srgbClr val="173360"/>
                </a:solidFill>
                <a:latin typeface="Calibri"/>
                <a:cs typeface="Calibri"/>
              </a:rPr>
              <a:t>DC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2480925" y="3421786"/>
            <a:ext cx="2346325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448309">
              <a:lnSpc>
                <a:spcPct val="100000"/>
              </a:lnSpc>
              <a:spcBef>
                <a:spcPts val="375"/>
              </a:spcBef>
            </a:pP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MOBILE/WEB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4922583" y="2194369"/>
            <a:ext cx="4301490" cy="1661160"/>
            <a:chOff x="4922583" y="2194369"/>
            <a:chExt cx="4301490" cy="1661160"/>
          </a:xfrm>
        </p:grpSpPr>
        <p:sp>
          <p:nvSpPr>
            <p:cNvPr id="52" name="object 52" descr=""/>
            <p:cNvSpPr/>
            <p:nvPr/>
          </p:nvSpPr>
          <p:spPr>
            <a:xfrm>
              <a:off x="4927346" y="2199132"/>
              <a:ext cx="4291965" cy="1651635"/>
            </a:xfrm>
            <a:custGeom>
              <a:avLst/>
              <a:gdLst/>
              <a:ahLst/>
              <a:cxnLst/>
              <a:rect l="l" t="t" r="r" b="b"/>
              <a:pathLst>
                <a:path w="4291965" h="1651635">
                  <a:moveTo>
                    <a:pt x="0" y="1651508"/>
                  </a:moveTo>
                  <a:lnTo>
                    <a:pt x="4291457" y="1651508"/>
                  </a:lnTo>
                  <a:lnTo>
                    <a:pt x="4291457" y="0"/>
                  </a:lnTo>
                  <a:lnTo>
                    <a:pt x="0" y="0"/>
                  </a:lnTo>
                  <a:lnTo>
                    <a:pt x="0" y="1651508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105146" y="2391537"/>
              <a:ext cx="3936365" cy="1223010"/>
            </a:xfrm>
            <a:custGeom>
              <a:avLst/>
              <a:gdLst/>
              <a:ahLst/>
              <a:cxnLst/>
              <a:rect l="l" t="t" r="r" b="b"/>
              <a:pathLst>
                <a:path w="3936365" h="1223010">
                  <a:moveTo>
                    <a:pt x="2641854" y="1222502"/>
                  </a:moveTo>
                  <a:lnTo>
                    <a:pt x="3936110" y="1222502"/>
                  </a:lnTo>
                  <a:lnTo>
                    <a:pt x="3936110" y="0"/>
                  </a:lnTo>
                  <a:lnTo>
                    <a:pt x="2641854" y="0"/>
                  </a:lnTo>
                  <a:lnTo>
                    <a:pt x="2641854" y="1222502"/>
                  </a:lnTo>
                  <a:close/>
                </a:path>
                <a:path w="3936365" h="1223010">
                  <a:moveTo>
                    <a:pt x="0" y="1222502"/>
                  </a:moveTo>
                  <a:lnTo>
                    <a:pt x="2395854" y="1222502"/>
                  </a:lnTo>
                  <a:lnTo>
                    <a:pt x="2395854" y="0"/>
                  </a:lnTo>
                  <a:lnTo>
                    <a:pt x="0" y="0"/>
                  </a:lnTo>
                  <a:lnTo>
                    <a:pt x="0" y="1222502"/>
                  </a:lnTo>
                  <a:close/>
                </a:path>
              </a:pathLst>
            </a:custGeom>
            <a:ln w="1905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098663" y="3421786"/>
              <a:ext cx="605155" cy="361950"/>
            </a:xfrm>
            <a:custGeom>
              <a:avLst/>
              <a:gdLst/>
              <a:ahLst/>
              <a:cxnLst/>
              <a:rect l="l" t="t" r="r" b="b"/>
              <a:pathLst>
                <a:path w="605154" h="361950">
                  <a:moveTo>
                    <a:pt x="605104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605104" y="361797"/>
                  </a:lnTo>
                  <a:lnTo>
                    <a:pt x="605104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8231505" y="3457701"/>
            <a:ext cx="3422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80" b="1">
                <a:solidFill>
                  <a:srgbClr val="173360"/>
                </a:solidFill>
                <a:latin typeface="Calibri"/>
                <a:cs typeface="Calibri"/>
              </a:rPr>
              <a:t>DC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069576" y="3421786"/>
            <a:ext cx="1457960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375"/>
              </a:spcBef>
            </a:pPr>
            <a:r>
              <a:rPr dirty="0" sz="1600" spc="225" b="1">
                <a:solidFill>
                  <a:srgbClr val="173360"/>
                </a:solidFill>
                <a:latin typeface="Calibri"/>
                <a:cs typeface="Calibri"/>
              </a:rPr>
              <a:t>Branch</a:t>
            </a:r>
            <a:r>
              <a:rPr dirty="0" sz="1600" spc="9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55" b="1">
                <a:solidFill>
                  <a:srgbClr val="173360"/>
                </a:solidFill>
                <a:latin typeface="Calibri"/>
                <a:cs typeface="Calibri"/>
              </a:rPr>
              <a:t>(PoS)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424675" y="2492209"/>
            <a:ext cx="14510385" cy="7079615"/>
            <a:chOff x="424675" y="2492209"/>
            <a:chExt cx="14510385" cy="7079615"/>
          </a:xfrm>
        </p:grpSpPr>
        <p:sp>
          <p:nvSpPr>
            <p:cNvPr id="58" name="object 58" descr=""/>
            <p:cNvSpPr/>
            <p:nvPr/>
          </p:nvSpPr>
          <p:spPr>
            <a:xfrm>
              <a:off x="8085074" y="2672079"/>
              <a:ext cx="605155" cy="601980"/>
            </a:xfrm>
            <a:custGeom>
              <a:avLst/>
              <a:gdLst/>
              <a:ahLst/>
              <a:cxnLst/>
              <a:rect l="l" t="t" r="r" b="b"/>
              <a:pathLst>
                <a:path w="605154" h="601979">
                  <a:moveTo>
                    <a:pt x="84835" y="0"/>
                  </a:moveTo>
                  <a:lnTo>
                    <a:pt x="50673" y="0"/>
                  </a:lnTo>
                  <a:lnTo>
                    <a:pt x="31289" y="4133"/>
                  </a:lnTo>
                  <a:lnTo>
                    <a:pt x="15144" y="15351"/>
                  </a:lnTo>
                  <a:lnTo>
                    <a:pt x="4095" y="31878"/>
                  </a:lnTo>
                  <a:lnTo>
                    <a:pt x="0" y="51943"/>
                  </a:lnTo>
                  <a:lnTo>
                    <a:pt x="1143" y="51943"/>
                  </a:lnTo>
                  <a:lnTo>
                    <a:pt x="1143" y="549783"/>
                  </a:lnTo>
                  <a:lnTo>
                    <a:pt x="5274" y="569847"/>
                  </a:lnTo>
                  <a:lnTo>
                    <a:pt x="16478" y="586374"/>
                  </a:lnTo>
                  <a:lnTo>
                    <a:pt x="32968" y="597592"/>
                  </a:lnTo>
                  <a:lnTo>
                    <a:pt x="52958" y="601726"/>
                  </a:lnTo>
                  <a:lnTo>
                    <a:pt x="554354" y="601726"/>
                  </a:lnTo>
                  <a:lnTo>
                    <a:pt x="573758" y="597592"/>
                  </a:lnTo>
                  <a:lnTo>
                    <a:pt x="589946" y="586374"/>
                  </a:lnTo>
                  <a:lnTo>
                    <a:pt x="601039" y="569847"/>
                  </a:lnTo>
                  <a:lnTo>
                    <a:pt x="603227" y="559180"/>
                  </a:lnTo>
                  <a:lnTo>
                    <a:pt x="47117" y="559180"/>
                  </a:lnTo>
                  <a:lnTo>
                    <a:pt x="43560" y="555625"/>
                  </a:lnTo>
                  <a:lnTo>
                    <a:pt x="43560" y="47244"/>
                  </a:lnTo>
                  <a:lnTo>
                    <a:pt x="47117" y="44830"/>
                  </a:lnTo>
                  <a:lnTo>
                    <a:pt x="135313" y="44830"/>
                  </a:lnTo>
                  <a:lnTo>
                    <a:pt x="132645" y="31878"/>
                  </a:lnTo>
                  <a:lnTo>
                    <a:pt x="121427" y="15351"/>
                  </a:lnTo>
                  <a:lnTo>
                    <a:pt x="104900" y="4133"/>
                  </a:lnTo>
                  <a:lnTo>
                    <a:pt x="84835" y="0"/>
                  </a:lnTo>
                  <a:close/>
                </a:path>
                <a:path w="605154" h="601979">
                  <a:moveTo>
                    <a:pt x="602254" y="48387"/>
                  </a:moveTo>
                  <a:lnTo>
                    <a:pt x="552069" y="48387"/>
                  </a:lnTo>
                  <a:lnTo>
                    <a:pt x="560324" y="53086"/>
                  </a:lnTo>
                  <a:lnTo>
                    <a:pt x="560324" y="555625"/>
                  </a:lnTo>
                  <a:lnTo>
                    <a:pt x="556768" y="559180"/>
                  </a:lnTo>
                  <a:lnTo>
                    <a:pt x="603227" y="559180"/>
                  </a:lnTo>
                  <a:lnTo>
                    <a:pt x="605154" y="549783"/>
                  </a:lnTo>
                  <a:lnTo>
                    <a:pt x="605154" y="57785"/>
                  </a:lnTo>
                  <a:lnTo>
                    <a:pt x="602254" y="48387"/>
                  </a:lnTo>
                  <a:close/>
                </a:path>
                <a:path w="605154" h="601979">
                  <a:moveTo>
                    <a:pt x="135313" y="44830"/>
                  </a:moveTo>
                  <a:lnTo>
                    <a:pt x="50673" y="44830"/>
                  </a:lnTo>
                  <a:lnTo>
                    <a:pt x="50673" y="46100"/>
                  </a:lnTo>
                  <a:lnTo>
                    <a:pt x="89534" y="46100"/>
                  </a:lnTo>
                  <a:lnTo>
                    <a:pt x="91948" y="48387"/>
                  </a:lnTo>
                  <a:lnTo>
                    <a:pt x="91948" y="241935"/>
                  </a:lnTo>
                  <a:lnTo>
                    <a:pt x="126110" y="241935"/>
                  </a:lnTo>
                  <a:lnTo>
                    <a:pt x="201727" y="166370"/>
                  </a:lnTo>
                  <a:lnTo>
                    <a:pt x="136778" y="166370"/>
                  </a:lnTo>
                  <a:lnTo>
                    <a:pt x="136778" y="51943"/>
                  </a:lnTo>
                  <a:lnTo>
                    <a:pt x="135313" y="44830"/>
                  </a:lnTo>
                  <a:close/>
                </a:path>
                <a:path w="605154" h="601979">
                  <a:moveTo>
                    <a:pt x="368650" y="48387"/>
                  </a:moveTo>
                  <a:lnTo>
                    <a:pt x="319658" y="48387"/>
                  </a:lnTo>
                  <a:lnTo>
                    <a:pt x="326771" y="53086"/>
                  </a:lnTo>
                  <a:lnTo>
                    <a:pt x="326771" y="241935"/>
                  </a:lnTo>
                  <a:lnTo>
                    <a:pt x="360933" y="241935"/>
                  </a:lnTo>
                  <a:lnTo>
                    <a:pt x="436499" y="166370"/>
                  </a:lnTo>
                  <a:lnTo>
                    <a:pt x="371601" y="166370"/>
                  </a:lnTo>
                  <a:lnTo>
                    <a:pt x="371601" y="57785"/>
                  </a:lnTo>
                  <a:lnTo>
                    <a:pt x="368650" y="48387"/>
                  </a:lnTo>
                  <a:close/>
                </a:path>
                <a:path w="605154" h="601979">
                  <a:moveTo>
                    <a:pt x="310362" y="6046"/>
                  </a:moveTo>
                  <a:lnTo>
                    <a:pt x="283082" y="20066"/>
                  </a:lnTo>
                  <a:lnTo>
                    <a:pt x="136778" y="166370"/>
                  </a:lnTo>
                  <a:lnTo>
                    <a:pt x="201727" y="166370"/>
                  </a:lnTo>
                  <a:lnTo>
                    <a:pt x="313817" y="54355"/>
                  </a:lnTo>
                  <a:lnTo>
                    <a:pt x="319658" y="48387"/>
                  </a:lnTo>
                  <a:lnTo>
                    <a:pt x="368650" y="48387"/>
                  </a:lnTo>
                  <a:lnTo>
                    <a:pt x="362253" y="28013"/>
                  </a:lnTo>
                  <a:lnTo>
                    <a:pt x="339296" y="9731"/>
                  </a:lnTo>
                  <a:lnTo>
                    <a:pt x="310362" y="6046"/>
                  </a:lnTo>
                  <a:close/>
                </a:path>
                <a:path w="605154" h="601979">
                  <a:moveTo>
                    <a:pt x="544397" y="6046"/>
                  </a:moveTo>
                  <a:lnTo>
                    <a:pt x="516635" y="20066"/>
                  </a:lnTo>
                  <a:lnTo>
                    <a:pt x="371601" y="166370"/>
                  </a:lnTo>
                  <a:lnTo>
                    <a:pt x="436499" y="166370"/>
                  </a:lnTo>
                  <a:lnTo>
                    <a:pt x="548512" y="54355"/>
                  </a:lnTo>
                  <a:lnTo>
                    <a:pt x="552069" y="48387"/>
                  </a:lnTo>
                  <a:lnTo>
                    <a:pt x="602254" y="48387"/>
                  </a:lnTo>
                  <a:lnTo>
                    <a:pt x="595967" y="28013"/>
                  </a:lnTo>
                  <a:lnTo>
                    <a:pt x="573277" y="9731"/>
                  </a:lnTo>
                  <a:lnTo>
                    <a:pt x="544397" y="604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24138" y="3003663"/>
              <a:ext cx="118003" cy="117996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46008" y="3003663"/>
              <a:ext cx="118003" cy="117996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0778" y="2663024"/>
              <a:ext cx="57207" cy="371386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6648196" y="2741929"/>
              <a:ext cx="672465" cy="529590"/>
            </a:xfrm>
            <a:custGeom>
              <a:avLst/>
              <a:gdLst/>
              <a:ahLst/>
              <a:cxnLst/>
              <a:rect l="l" t="t" r="r" b="b"/>
              <a:pathLst>
                <a:path w="672465" h="529589">
                  <a:moveTo>
                    <a:pt x="586232" y="406908"/>
                  </a:moveTo>
                  <a:lnTo>
                    <a:pt x="584454" y="398856"/>
                  </a:lnTo>
                  <a:lnTo>
                    <a:pt x="579716" y="392277"/>
                  </a:lnTo>
                  <a:lnTo>
                    <a:pt x="572833" y="387845"/>
                  </a:lnTo>
                  <a:lnTo>
                    <a:pt x="564642" y="386207"/>
                  </a:lnTo>
                  <a:lnTo>
                    <a:pt x="450215" y="386207"/>
                  </a:lnTo>
                  <a:lnTo>
                    <a:pt x="442010" y="387845"/>
                  </a:lnTo>
                  <a:lnTo>
                    <a:pt x="435127" y="392277"/>
                  </a:lnTo>
                  <a:lnTo>
                    <a:pt x="430390" y="398856"/>
                  </a:lnTo>
                  <a:lnTo>
                    <a:pt x="428625" y="406908"/>
                  </a:lnTo>
                  <a:lnTo>
                    <a:pt x="430390" y="415061"/>
                  </a:lnTo>
                  <a:lnTo>
                    <a:pt x="435127" y="421944"/>
                  </a:lnTo>
                  <a:lnTo>
                    <a:pt x="442010" y="426720"/>
                  </a:lnTo>
                  <a:lnTo>
                    <a:pt x="450215" y="428498"/>
                  </a:lnTo>
                  <a:lnTo>
                    <a:pt x="564642" y="428498"/>
                  </a:lnTo>
                  <a:lnTo>
                    <a:pt x="572833" y="426720"/>
                  </a:lnTo>
                  <a:lnTo>
                    <a:pt x="579716" y="421944"/>
                  </a:lnTo>
                  <a:lnTo>
                    <a:pt x="584454" y="415061"/>
                  </a:lnTo>
                  <a:lnTo>
                    <a:pt x="586232" y="406908"/>
                  </a:lnTo>
                  <a:close/>
                </a:path>
                <a:path w="672465" h="529589">
                  <a:moveTo>
                    <a:pt x="586232" y="121158"/>
                  </a:moveTo>
                  <a:lnTo>
                    <a:pt x="584454" y="113131"/>
                  </a:lnTo>
                  <a:lnTo>
                    <a:pt x="579716" y="106591"/>
                  </a:lnTo>
                  <a:lnTo>
                    <a:pt x="572833" y="102196"/>
                  </a:lnTo>
                  <a:lnTo>
                    <a:pt x="564642" y="100584"/>
                  </a:lnTo>
                  <a:lnTo>
                    <a:pt x="450215" y="100584"/>
                  </a:lnTo>
                  <a:lnTo>
                    <a:pt x="442010" y="102196"/>
                  </a:lnTo>
                  <a:lnTo>
                    <a:pt x="435127" y="106591"/>
                  </a:lnTo>
                  <a:lnTo>
                    <a:pt x="430390" y="113131"/>
                  </a:lnTo>
                  <a:lnTo>
                    <a:pt x="428625" y="121158"/>
                  </a:lnTo>
                  <a:lnTo>
                    <a:pt x="430390" y="129362"/>
                  </a:lnTo>
                  <a:lnTo>
                    <a:pt x="435127" y="136245"/>
                  </a:lnTo>
                  <a:lnTo>
                    <a:pt x="442010" y="140982"/>
                  </a:lnTo>
                  <a:lnTo>
                    <a:pt x="450215" y="142748"/>
                  </a:lnTo>
                  <a:lnTo>
                    <a:pt x="564642" y="142748"/>
                  </a:lnTo>
                  <a:lnTo>
                    <a:pt x="572833" y="140982"/>
                  </a:lnTo>
                  <a:lnTo>
                    <a:pt x="579716" y="136245"/>
                  </a:lnTo>
                  <a:lnTo>
                    <a:pt x="584454" y="129362"/>
                  </a:lnTo>
                  <a:lnTo>
                    <a:pt x="586232" y="121158"/>
                  </a:lnTo>
                  <a:close/>
                </a:path>
                <a:path w="672465" h="529589">
                  <a:moveTo>
                    <a:pt x="671957" y="336042"/>
                  </a:moveTo>
                  <a:lnTo>
                    <a:pt x="670458" y="329057"/>
                  </a:lnTo>
                  <a:lnTo>
                    <a:pt x="667791" y="316598"/>
                  </a:lnTo>
                  <a:lnTo>
                    <a:pt x="656666" y="300545"/>
                  </a:lnTo>
                  <a:lnTo>
                    <a:pt x="640613" y="289648"/>
                  </a:lnTo>
                  <a:lnTo>
                    <a:pt x="628523" y="287083"/>
                  </a:lnTo>
                  <a:lnTo>
                    <a:pt x="628523" y="331470"/>
                  </a:lnTo>
                  <a:lnTo>
                    <a:pt x="628523" y="483362"/>
                  </a:lnTo>
                  <a:lnTo>
                    <a:pt x="626237" y="485648"/>
                  </a:lnTo>
                  <a:lnTo>
                    <a:pt x="45720" y="485648"/>
                  </a:lnTo>
                  <a:lnTo>
                    <a:pt x="43434" y="483362"/>
                  </a:lnTo>
                  <a:lnTo>
                    <a:pt x="43434" y="331470"/>
                  </a:lnTo>
                  <a:lnTo>
                    <a:pt x="45720" y="329057"/>
                  </a:lnTo>
                  <a:lnTo>
                    <a:pt x="626237" y="329057"/>
                  </a:lnTo>
                  <a:lnTo>
                    <a:pt x="628523" y="331470"/>
                  </a:lnTo>
                  <a:lnTo>
                    <a:pt x="628523" y="287083"/>
                  </a:lnTo>
                  <a:lnTo>
                    <a:pt x="621665" y="285623"/>
                  </a:lnTo>
                  <a:lnTo>
                    <a:pt x="50292" y="285623"/>
                  </a:lnTo>
                  <a:lnTo>
                    <a:pt x="30861" y="289648"/>
                  </a:lnTo>
                  <a:lnTo>
                    <a:pt x="14859" y="300545"/>
                  </a:lnTo>
                  <a:lnTo>
                    <a:pt x="3987" y="316598"/>
                  </a:lnTo>
                  <a:lnTo>
                    <a:pt x="0" y="336042"/>
                  </a:lnTo>
                  <a:lnTo>
                    <a:pt x="0" y="478917"/>
                  </a:lnTo>
                  <a:lnTo>
                    <a:pt x="3987" y="498335"/>
                  </a:lnTo>
                  <a:lnTo>
                    <a:pt x="14859" y="514286"/>
                  </a:lnTo>
                  <a:lnTo>
                    <a:pt x="30861" y="525106"/>
                  </a:lnTo>
                  <a:lnTo>
                    <a:pt x="50292" y="529082"/>
                  </a:lnTo>
                  <a:lnTo>
                    <a:pt x="621665" y="529082"/>
                  </a:lnTo>
                  <a:lnTo>
                    <a:pt x="640613" y="525106"/>
                  </a:lnTo>
                  <a:lnTo>
                    <a:pt x="656666" y="514286"/>
                  </a:lnTo>
                  <a:lnTo>
                    <a:pt x="667791" y="498335"/>
                  </a:lnTo>
                  <a:lnTo>
                    <a:pt x="670509" y="485648"/>
                  </a:lnTo>
                  <a:lnTo>
                    <a:pt x="671957" y="478917"/>
                  </a:lnTo>
                  <a:lnTo>
                    <a:pt x="671957" y="336042"/>
                  </a:lnTo>
                  <a:close/>
                </a:path>
                <a:path w="672465" h="529589">
                  <a:moveTo>
                    <a:pt x="671957" y="50292"/>
                  </a:moveTo>
                  <a:lnTo>
                    <a:pt x="670458" y="43307"/>
                  </a:lnTo>
                  <a:lnTo>
                    <a:pt x="667791" y="30861"/>
                  </a:lnTo>
                  <a:lnTo>
                    <a:pt x="656666" y="14859"/>
                  </a:lnTo>
                  <a:lnTo>
                    <a:pt x="640613" y="4000"/>
                  </a:lnTo>
                  <a:lnTo>
                    <a:pt x="628523" y="1460"/>
                  </a:lnTo>
                  <a:lnTo>
                    <a:pt x="628523" y="45720"/>
                  </a:lnTo>
                  <a:lnTo>
                    <a:pt x="628523" y="197612"/>
                  </a:lnTo>
                  <a:lnTo>
                    <a:pt x="626237" y="200025"/>
                  </a:lnTo>
                  <a:lnTo>
                    <a:pt x="45720" y="200025"/>
                  </a:lnTo>
                  <a:lnTo>
                    <a:pt x="43434" y="197612"/>
                  </a:lnTo>
                  <a:lnTo>
                    <a:pt x="43434" y="45720"/>
                  </a:lnTo>
                  <a:lnTo>
                    <a:pt x="45720" y="43307"/>
                  </a:lnTo>
                  <a:lnTo>
                    <a:pt x="626237" y="43307"/>
                  </a:lnTo>
                  <a:lnTo>
                    <a:pt x="628523" y="45720"/>
                  </a:lnTo>
                  <a:lnTo>
                    <a:pt x="628523" y="1460"/>
                  </a:lnTo>
                  <a:lnTo>
                    <a:pt x="621665" y="0"/>
                  </a:lnTo>
                  <a:lnTo>
                    <a:pt x="50292" y="0"/>
                  </a:lnTo>
                  <a:lnTo>
                    <a:pt x="30861" y="4000"/>
                  </a:lnTo>
                  <a:lnTo>
                    <a:pt x="14859" y="14859"/>
                  </a:lnTo>
                  <a:lnTo>
                    <a:pt x="3987" y="30861"/>
                  </a:lnTo>
                  <a:lnTo>
                    <a:pt x="0" y="50292"/>
                  </a:lnTo>
                  <a:lnTo>
                    <a:pt x="0" y="193167"/>
                  </a:lnTo>
                  <a:lnTo>
                    <a:pt x="3987" y="212598"/>
                  </a:lnTo>
                  <a:lnTo>
                    <a:pt x="14859" y="228600"/>
                  </a:lnTo>
                  <a:lnTo>
                    <a:pt x="30861" y="239458"/>
                  </a:lnTo>
                  <a:lnTo>
                    <a:pt x="50292" y="243459"/>
                  </a:lnTo>
                  <a:lnTo>
                    <a:pt x="621665" y="243459"/>
                  </a:lnTo>
                  <a:lnTo>
                    <a:pt x="640613" y="239458"/>
                  </a:lnTo>
                  <a:lnTo>
                    <a:pt x="656666" y="228600"/>
                  </a:lnTo>
                  <a:lnTo>
                    <a:pt x="667791" y="212598"/>
                  </a:lnTo>
                  <a:lnTo>
                    <a:pt x="670483" y="200025"/>
                  </a:lnTo>
                  <a:lnTo>
                    <a:pt x="671957" y="193167"/>
                  </a:lnTo>
                  <a:lnTo>
                    <a:pt x="671957" y="5029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5669" y="3077433"/>
              <a:ext cx="342150" cy="4892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5311775" y="2673857"/>
              <a:ext cx="440055" cy="586740"/>
            </a:xfrm>
            <a:custGeom>
              <a:avLst/>
              <a:gdLst/>
              <a:ahLst/>
              <a:cxnLst/>
              <a:rect l="l" t="t" r="r" b="b"/>
              <a:pathLst>
                <a:path w="440054" h="586739">
                  <a:moveTo>
                    <a:pt x="282448" y="0"/>
                  </a:moveTo>
                  <a:lnTo>
                    <a:pt x="24384" y="0"/>
                  </a:lnTo>
                  <a:lnTo>
                    <a:pt x="14841" y="2024"/>
                  </a:lnTo>
                  <a:lnTo>
                    <a:pt x="7096" y="7429"/>
                  </a:lnTo>
                  <a:lnTo>
                    <a:pt x="1899" y="15216"/>
                  </a:lnTo>
                  <a:lnTo>
                    <a:pt x="0" y="24384"/>
                  </a:lnTo>
                  <a:lnTo>
                    <a:pt x="0" y="561975"/>
                  </a:lnTo>
                  <a:lnTo>
                    <a:pt x="1899" y="571571"/>
                  </a:lnTo>
                  <a:lnTo>
                    <a:pt x="7096" y="579310"/>
                  </a:lnTo>
                  <a:lnTo>
                    <a:pt x="14841" y="584477"/>
                  </a:lnTo>
                  <a:lnTo>
                    <a:pt x="24384" y="586359"/>
                  </a:lnTo>
                  <a:lnTo>
                    <a:pt x="415416" y="586359"/>
                  </a:lnTo>
                  <a:lnTo>
                    <a:pt x="425013" y="584477"/>
                  </a:lnTo>
                  <a:lnTo>
                    <a:pt x="432752" y="579310"/>
                  </a:lnTo>
                  <a:lnTo>
                    <a:pt x="437919" y="571571"/>
                  </a:lnTo>
                  <a:lnTo>
                    <a:pt x="439800" y="561975"/>
                  </a:lnTo>
                  <a:lnTo>
                    <a:pt x="439800" y="550164"/>
                  </a:lnTo>
                  <a:lnTo>
                    <a:pt x="36067" y="550164"/>
                  </a:lnTo>
                  <a:lnTo>
                    <a:pt x="36067" y="37211"/>
                  </a:lnTo>
                  <a:lnTo>
                    <a:pt x="323973" y="37211"/>
                  </a:lnTo>
                  <a:lnTo>
                    <a:pt x="293242" y="7747"/>
                  </a:lnTo>
                  <a:lnTo>
                    <a:pt x="288289" y="2921"/>
                  </a:lnTo>
                  <a:lnTo>
                    <a:pt x="282448" y="0"/>
                  </a:lnTo>
                  <a:close/>
                </a:path>
                <a:path w="440054" h="586739">
                  <a:moveTo>
                    <a:pt x="323973" y="37211"/>
                  </a:moveTo>
                  <a:lnTo>
                    <a:pt x="270763" y="37211"/>
                  </a:lnTo>
                  <a:lnTo>
                    <a:pt x="402716" y="163195"/>
                  </a:lnTo>
                  <a:lnTo>
                    <a:pt x="402716" y="550164"/>
                  </a:lnTo>
                  <a:lnTo>
                    <a:pt x="439800" y="550164"/>
                  </a:lnTo>
                  <a:lnTo>
                    <a:pt x="439800" y="151511"/>
                  </a:lnTo>
                  <a:lnTo>
                    <a:pt x="436879" y="144652"/>
                  </a:lnTo>
                  <a:lnTo>
                    <a:pt x="431926" y="140716"/>
                  </a:lnTo>
                  <a:lnTo>
                    <a:pt x="323973" y="3721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4664" y="2692399"/>
              <a:ext cx="171069" cy="171069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06644" y="2797936"/>
              <a:ext cx="100583" cy="147701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5944346" y="2742394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272476" y="0"/>
                  </a:moveTo>
                  <a:lnTo>
                    <a:pt x="227141" y="0"/>
                  </a:lnTo>
                  <a:lnTo>
                    <a:pt x="182165" y="6259"/>
                  </a:lnTo>
                  <a:lnTo>
                    <a:pt x="138272" y="18779"/>
                  </a:lnTo>
                  <a:lnTo>
                    <a:pt x="96187" y="37558"/>
                  </a:lnTo>
                  <a:lnTo>
                    <a:pt x="56633" y="62597"/>
                  </a:lnTo>
                  <a:lnTo>
                    <a:pt x="20335" y="93896"/>
                  </a:lnTo>
                  <a:lnTo>
                    <a:pt x="0" y="125598"/>
                  </a:lnTo>
                  <a:lnTo>
                    <a:pt x="1827" y="135764"/>
                  </a:lnTo>
                  <a:lnTo>
                    <a:pt x="7381" y="144442"/>
                  </a:lnTo>
                  <a:lnTo>
                    <a:pt x="16079" y="150087"/>
                  </a:lnTo>
                  <a:lnTo>
                    <a:pt x="26288" y="151982"/>
                  </a:lnTo>
                  <a:lnTo>
                    <a:pt x="36474" y="150139"/>
                  </a:lnTo>
                  <a:lnTo>
                    <a:pt x="45100" y="144569"/>
                  </a:lnTo>
                  <a:lnTo>
                    <a:pt x="58054" y="131615"/>
                  </a:lnTo>
                  <a:lnTo>
                    <a:pt x="95704" y="100114"/>
                  </a:lnTo>
                  <a:lnTo>
                    <a:pt x="137078" y="76481"/>
                  </a:lnTo>
                  <a:lnTo>
                    <a:pt x="181113" y="60716"/>
                  </a:lnTo>
                  <a:lnTo>
                    <a:pt x="226743" y="52822"/>
                  </a:lnTo>
                  <a:lnTo>
                    <a:pt x="272906" y="52800"/>
                  </a:lnTo>
                  <a:lnTo>
                    <a:pt x="318536" y="60654"/>
                  </a:lnTo>
                  <a:lnTo>
                    <a:pt x="362570" y="76386"/>
                  </a:lnTo>
                  <a:lnTo>
                    <a:pt x="403945" y="99996"/>
                  </a:lnTo>
                  <a:lnTo>
                    <a:pt x="441594" y="131488"/>
                  </a:lnTo>
                  <a:lnTo>
                    <a:pt x="454548" y="144442"/>
                  </a:lnTo>
                  <a:lnTo>
                    <a:pt x="463155" y="150014"/>
                  </a:lnTo>
                  <a:lnTo>
                    <a:pt x="473297" y="151871"/>
                  </a:lnTo>
                  <a:lnTo>
                    <a:pt x="483463" y="150014"/>
                  </a:lnTo>
                  <a:lnTo>
                    <a:pt x="492140" y="144442"/>
                  </a:lnTo>
                  <a:lnTo>
                    <a:pt x="497766" y="135762"/>
                  </a:lnTo>
                  <a:lnTo>
                    <a:pt x="499617" y="125582"/>
                  </a:lnTo>
                  <a:lnTo>
                    <a:pt x="497730" y="115402"/>
                  </a:lnTo>
                  <a:lnTo>
                    <a:pt x="442920" y="62597"/>
                  </a:lnTo>
                  <a:lnTo>
                    <a:pt x="403392" y="37558"/>
                  </a:lnTo>
                  <a:lnTo>
                    <a:pt x="361325" y="18779"/>
                  </a:lnTo>
                  <a:lnTo>
                    <a:pt x="317445" y="6259"/>
                  </a:lnTo>
                  <a:lnTo>
                    <a:pt x="272476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350381" y="2801111"/>
              <a:ext cx="99060" cy="103505"/>
            </a:xfrm>
            <a:custGeom>
              <a:avLst/>
              <a:gdLst/>
              <a:ahLst/>
              <a:cxnLst/>
              <a:rect l="l" t="t" r="r" b="b"/>
              <a:pathLst>
                <a:path w="99060" h="103505">
                  <a:moveTo>
                    <a:pt x="93472" y="0"/>
                  </a:moveTo>
                  <a:lnTo>
                    <a:pt x="98552" y="97663"/>
                  </a:lnTo>
                  <a:lnTo>
                    <a:pt x="0" y="102997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955855" y="3039697"/>
              <a:ext cx="499745" cy="152400"/>
            </a:xfrm>
            <a:custGeom>
              <a:avLst/>
              <a:gdLst/>
              <a:ahLst/>
              <a:cxnLst/>
              <a:rect l="l" t="t" r="r" b="b"/>
              <a:pathLst>
                <a:path w="499745" h="152400">
                  <a:moveTo>
                    <a:pt x="473281" y="0"/>
                  </a:moveTo>
                  <a:lnTo>
                    <a:pt x="463095" y="1843"/>
                  </a:lnTo>
                  <a:lnTo>
                    <a:pt x="454469" y="7413"/>
                  </a:lnTo>
                  <a:lnTo>
                    <a:pt x="441515" y="20367"/>
                  </a:lnTo>
                  <a:lnTo>
                    <a:pt x="403869" y="51867"/>
                  </a:lnTo>
                  <a:lnTo>
                    <a:pt x="362506" y="75501"/>
                  </a:lnTo>
                  <a:lnTo>
                    <a:pt x="318485" y="91266"/>
                  </a:lnTo>
                  <a:lnTo>
                    <a:pt x="272868" y="99160"/>
                  </a:lnTo>
                  <a:lnTo>
                    <a:pt x="226716" y="99181"/>
                  </a:lnTo>
                  <a:lnTo>
                    <a:pt x="181090" y="91327"/>
                  </a:lnTo>
                  <a:lnTo>
                    <a:pt x="137050" y="75596"/>
                  </a:lnTo>
                  <a:lnTo>
                    <a:pt x="95658" y="51986"/>
                  </a:lnTo>
                  <a:lnTo>
                    <a:pt x="57975" y="20494"/>
                  </a:lnTo>
                  <a:lnTo>
                    <a:pt x="45148" y="7540"/>
                  </a:lnTo>
                  <a:lnTo>
                    <a:pt x="36468" y="1950"/>
                  </a:lnTo>
                  <a:lnTo>
                    <a:pt x="0" y="26384"/>
                  </a:lnTo>
                  <a:lnTo>
                    <a:pt x="1857" y="36526"/>
                  </a:lnTo>
                  <a:lnTo>
                    <a:pt x="56678" y="89385"/>
                  </a:lnTo>
                  <a:lnTo>
                    <a:pt x="96224" y="114424"/>
                  </a:lnTo>
                  <a:lnTo>
                    <a:pt x="138299" y="133203"/>
                  </a:lnTo>
                  <a:lnTo>
                    <a:pt x="182180" y="145722"/>
                  </a:lnTo>
                  <a:lnTo>
                    <a:pt x="227145" y="151982"/>
                  </a:lnTo>
                  <a:lnTo>
                    <a:pt x="272472" y="151982"/>
                  </a:lnTo>
                  <a:lnTo>
                    <a:pt x="317437" y="145722"/>
                  </a:lnTo>
                  <a:lnTo>
                    <a:pt x="361318" y="133203"/>
                  </a:lnTo>
                  <a:lnTo>
                    <a:pt x="403393" y="114424"/>
                  </a:lnTo>
                  <a:lnTo>
                    <a:pt x="442939" y="89385"/>
                  </a:lnTo>
                  <a:lnTo>
                    <a:pt x="479234" y="58086"/>
                  </a:lnTo>
                  <a:lnTo>
                    <a:pt x="499618" y="26384"/>
                  </a:lnTo>
                  <a:lnTo>
                    <a:pt x="497760" y="16218"/>
                  </a:lnTo>
                  <a:lnTo>
                    <a:pt x="492188" y="7540"/>
                  </a:lnTo>
                  <a:lnTo>
                    <a:pt x="483490" y="1895"/>
                  </a:lnTo>
                  <a:lnTo>
                    <a:pt x="473281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950839" y="3029965"/>
              <a:ext cx="99060" cy="103505"/>
            </a:xfrm>
            <a:custGeom>
              <a:avLst/>
              <a:gdLst/>
              <a:ahLst/>
              <a:cxnLst/>
              <a:rect l="l" t="t" r="r" b="b"/>
              <a:pathLst>
                <a:path w="99060" h="103505">
                  <a:moveTo>
                    <a:pt x="5080" y="102997"/>
                  </a:moveTo>
                  <a:lnTo>
                    <a:pt x="0" y="5333"/>
                  </a:lnTo>
                  <a:lnTo>
                    <a:pt x="98551" y="0"/>
                  </a:lnTo>
                </a:path>
              </a:pathLst>
            </a:custGeom>
            <a:ln w="381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404469" y="2492209"/>
              <a:ext cx="88112" cy="499275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13228193" y="2595625"/>
              <a:ext cx="704850" cy="558165"/>
            </a:xfrm>
            <a:custGeom>
              <a:avLst/>
              <a:gdLst/>
              <a:ahLst/>
              <a:cxnLst/>
              <a:rect l="l" t="t" r="r" b="b"/>
              <a:pathLst>
                <a:path w="704850" h="558164">
                  <a:moveTo>
                    <a:pt x="646049" y="0"/>
                  </a:moveTo>
                  <a:lnTo>
                    <a:pt x="58674" y="0"/>
                  </a:lnTo>
                  <a:lnTo>
                    <a:pt x="35629" y="4542"/>
                  </a:lnTo>
                  <a:lnTo>
                    <a:pt x="17002" y="17002"/>
                  </a:lnTo>
                  <a:lnTo>
                    <a:pt x="4542" y="35629"/>
                  </a:lnTo>
                  <a:lnTo>
                    <a:pt x="0" y="58674"/>
                  </a:lnTo>
                  <a:lnTo>
                    <a:pt x="0" y="499237"/>
                  </a:lnTo>
                  <a:lnTo>
                    <a:pt x="4542" y="521799"/>
                  </a:lnTo>
                  <a:lnTo>
                    <a:pt x="17002" y="540480"/>
                  </a:lnTo>
                  <a:lnTo>
                    <a:pt x="35629" y="553208"/>
                  </a:lnTo>
                  <a:lnTo>
                    <a:pt x="58674" y="557910"/>
                  </a:lnTo>
                  <a:lnTo>
                    <a:pt x="646049" y="557910"/>
                  </a:lnTo>
                  <a:lnTo>
                    <a:pt x="668631" y="553208"/>
                  </a:lnTo>
                  <a:lnTo>
                    <a:pt x="687355" y="540480"/>
                  </a:lnTo>
                  <a:lnTo>
                    <a:pt x="700127" y="521799"/>
                  </a:lnTo>
                  <a:lnTo>
                    <a:pt x="704850" y="499237"/>
                  </a:lnTo>
                  <a:lnTo>
                    <a:pt x="58674" y="499237"/>
                  </a:lnTo>
                  <a:lnTo>
                    <a:pt x="58674" y="58674"/>
                  </a:lnTo>
                  <a:lnTo>
                    <a:pt x="704850" y="58674"/>
                  </a:lnTo>
                  <a:lnTo>
                    <a:pt x="700127" y="35629"/>
                  </a:lnTo>
                  <a:lnTo>
                    <a:pt x="687355" y="17002"/>
                  </a:lnTo>
                  <a:lnTo>
                    <a:pt x="668631" y="4542"/>
                  </a:lnTo>
                  <a:lnTo>
                    <a:pt x="646049" y="0"/>
                  </a:lnTo>
                  <a:close/>
                </a:path>
                <a:path w="704850" h="558164">
                  <a:moveTo>
                    <a:pt x="704850" y="58674"/>
                  </a:moveTo>
                  <a:lnTo>
                    <a:pt x="646049" y="58674"/>
                  </a:lnTo>
                  <a:lnTo>
                    <a:pt x="646049" y="499237"/>
                  </a:lnTo>
                  <a:lnTo>
                    <a:pt x="704850" y="499237"/>
                  </a:lnTo>
                  <a:lnTo>
                    <a:pt x="704850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3786104" y="2830575"/>
              <a:ext cx="264795" cy="411480"/>
            </a:xfrm>
            <a:custGeom>
              <a:avLst/>
              <a:gdLst/>
              <a:ahLst/>
              <a:cxnLst/>
              <a:rect l="l" t="t" r="r" b="b"/>
              <a:pathLst>
                <a:path w="264794" h="411480">
                  <a:moveTo>
                    <a:pt x="234950" y="0"/>
                  </a:moveTo>
                  <a:lnTo>
                    <a:pt x="29463" y="0"/>
                  </a:lnTo>
                  <a:lnTo>
                    <a:pt x="17895" y="2262"/>
                  </a:lnTo>
                  <a:lnTo>
                    <a:pt x="8540" y="8477"/>
                  </a:lnTo>
                  <a:lnTo>
                    <a:pt x="2282" y="17787"/>
                  </a:lnTo>
                  <a:lnTo>
                    <a:pt x="0" y="29337"/>
                  </a:lnTo>
                  <a:lnTo>
                    <a:pt x="0" y="381762"/>
                  </a:lnTo>
                  <a:lnTo>
                    <a:pt x="2282" y="392775"/>
                  </a:lnTo>
                  <a:lnTo>
                    <a:pt x="8540" y="402145"/>
                  </a:lnTo>
                  <a:lnTo>
                    <a:pt x="17895" y="408658"/>
                  </a:lnTo>
                  <a:lnTo>
                    <a:pt x="29463" y="411099"/>
                  </a:lnTo>
                  <a:lnTo>
                    <a:pt x="234950" y="411099"/>
                  </a:lnTo>
                  <a:lnTo>
                    <a:pt x="246518" y="408658"/>
                  </a:lnTo>
                  <a:lnTo>
                    <a:pt x="255873" y="402145"/>
                  </a:lnTo>
                  <a:lnTo>
                    <a:pt x="262131" y="392775"/>
                  </a:lnTo>
                  <a:lnTo>
                    <a:pt x="264413" y="381762"/>
                  </a:lnTo>
                  <a:lnTo>
                    <a:pt x="264413" y="29337"/>
                  </a:lnTo>
                  <a:lnTo>
                    <a:pt x="262131" y="17787"/>
                  </a:lnTo>
                  <a:lnTo>
                    <a:pt x="255873" y="8477"/>
                  </a:lnTo>
                  <a:lnTo>
                    <a:pt x="246518" y="2262"/>
                  </a:lnTo>
                  <a:lnTo>
                    <a:pt x="234950" y="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3330428" y="2801238"/>
              <a:ext cx="749935" cy="469900"/>
            </a:xfrm>
            <a:custGeom>
              <a:avLst/>
              <a:gdLst/>
              <a:ahLst/>
              <a:cxnLst/>
              <a:rect l="l" t="t" r="r" b="b"/>
              <a:pathLst>
                <a:path w="749934" h="469900">
                  <a:moveTo>
                    <a:pt x="749427" y="58674"/>
                  </a:moveTo>
                  <a:lnTo>
                    <a:pt x="744702" y="35636"/>
                  </a:lnTo>
                  <a:lnTo>
                    <a:pt x="731926" y="17005"/>
                  </a:lnTo>
                  <a:lnTo>
                    <a:pt x="713206" y="4546"/>
                  </a:lnTo>
                  <a:lnTo>
                    <a:pt x="690626" y="0"/>
                  </a:lnTo>
                  <a:lnTo>
                    <a:pt x="690626" y="58674"/>
                  </a:lnTo>
                  <a:lnTo>
                    <a:pt x="690626" y="411099"/>
                  </a:lnTo>
                  <a:lnTo>
                    <a:pt x="485140" y="411099"/>
                  </a:lnTo>
                  <a:lnTo>
                    <a:pt x="485140" y="58674"/>
                  </a:lnTo>
                  <a:lnTo>
                    <a:pt x="690626" y="58674"/>
                  </a:lnTo>
                  <a:lnTo>
                    <a:pt x="690626" y="0"/>
                  </a:lnTo>
                  <a:lnTo>
                    <a:pt x="485140" y="0"/>
                  </a:lnTo>
                  <a:lnTo>
                    <a:pt x="462013" y="4546"/>
                  </a:lnTo>
                  <a:lnTo>
                    <a:pt x="443357" y="17005"/>
                  </a:lnTo>
                  <a:lnTo>
                    <a:pt x="430872" y="35636"/>
                  </a:lnTo>
                  <a:lnTo>
                    <a:pt x="426339" y="58674"/>
                  </a:lnTo>
                  <a:lnTo>
                    <a:pt x="426339" y="411099"/>
                  </a:lnTo>
                  <a:lnTo>
                    <a:pt x="279552" y="411099"/>
                  </a:lnTo>
                  <a:lnTo>
                    <a:pt x="279552" y="307708"/>
                  </a:lnTo>
                  <a:lnTo>
                    <a:pt x="220853" y="307708"/>
                  </a:lnTo>
                  <a:lnTo>
                    <a:pt x="220853" y="411099"/>
                  </a:lnTo>
                  <a:lnTo>
                    <a:pt x="29337" y="411099"/>
                  </a:lnTo>
                  <a:lnTo>
                    <a:pt x="18262" y="413385"/>
                  </a:lnTo>
                  <a:lnTo>
                    <a:pt x="8902" y="419633"/>
                  </a:lnTo>
                  <a:lnTo>
                    <a:pt x="2413" y="428942"/>
                  </a:lnTo>
                  <a:lnTo>
                    <a:pt x="0" y="440436"/>
                  </a:lnTo>
                  <a:lnTo>
                    <a:pt x="2413" y="451523"/>
                  </a:lnTo>
                  <a:lnTo>
                    <a:pt x="8902" y="460933"/>
                  </a:lnTo>
                  <a:lnTo>
                    <a:pt x="18262" y="467461"/>
                  </a:lnTo>
                  <a:lnTo>
                    <a:pt x="29337" y="469900"/>
                  </a:lnTo>
                  <a:lnTo>
                    <a:pt x="469900" y="469900"/>
                  </a:lnTo>
                  <a:lnTo>
                    <a:pt x="477354" y="468325"/>
                  </a:lnTo>
                  <a:lnTo>
                    <a:pt x="485140" y="469900"/>
                  </a:lnTo>
                  <a:lnTo>
                    <a:pt x="690626" y="469900"/>
                  </a:lnTo>
                  <a:lnTo>
                    <a:pt x="713206" y="465188"/>
                  </a:lnTo>
                  <a:lnTo>
                    <a:pt x="731926" y="452412"/>
                  </a:lnTo>
                  <a:lnTo>
                    <a:pt x="744702" y="433692"/>
                  </a:lnTo>
                  <a:lnTo>
                    <a:pt x="749427" y="411099"/>
                  </a:lnTo>
                  <a:lnTo>
                    <a:pt x="749427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429437" y="4097274"/>
              <a:ext cx="14500860" cy="5469890"/>
            </a:xfrm>
            <a:custGeom>
              <a:avLst/>
              <a:gdLst/>
              <a:ahLst/>
              <a:cxnLst/>
              <a:rect l="l" t="t" r="r" b="b"/>
              <a:pathLst>
                <a:path w="14500860" h="5469890">
                  <a:moveTo>
                    <a:pt x="14500860" y="0"/>
                  </a:moveTo>
                  <a:lnTo>
                    <a:pt x="0" y="0"/>
                  </a:lnTo>
                  <a:lnTo>
                    <a:pt x="0" y="5469636"/>
                  </a:lnTo>
                  <a:lnTo>
                    <a:pt x="14500860" y="5469636"/>
                  </a:lnTo>
                  <a:lnTo>
                    <a:pt x="14500860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429437" y="4097274"/>
              <a:ext cx="14500860" cy="5469890"/>
            </a:xfrm>
            <a:custGeom>
              <a:avLst/>
              <a:gdLst/>
              <a:ahLst/>
              <a:cxnLst/>
              <a:rect l="l" t="t" r="r" b="b"/>
              <a:pathLst>
                <a:path w="14500860" h="5469890">
                  <a:moveTo>
                    <a:pt x="0" y="5469636"/>
                  </a:moveTo>
                  <a:lnTo>
                    <a:pt x="14500860" y="5469636"/>
                  </a:lnTo>
                  <a:lnTo>
                    <a:pt x="14500860" y="0"/>
                  </a:lnTo>
                  <a:lnTo>
                    <a:pt x="0" y="0"/>
                  </a:lnTo>
                  <a:lnTo>
                    <a:pt x="0" y="5469636"/>
                  </a:lnTo>
                  <a:close/>
                </a:path>
              </a:pathLst>
            </a:custGeom>
            <a:ln w="9524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398" rIns="0" bIns="0" rtlCol="0" vert="horz">
            <a:spAutoFit/>
          </a:bodyPr>
          <a:lstStyle/>
          <a:p>
            <a:pPr marL="324485" marR="5080">
              <a:lnSpc>
                <a:spcPts val="4750"/>
              </a:lnSpc>
              <a:spcBef>
                <a:spcPts val="705"/>
              </a:spcBef>
            </a:pPr>
            <a:r>
              <a:rPr dirty="0" spc="380">
                <a:solidFill>
                  <a:srgbClr val="0074A1"/>
                </a:solidFill>
                <a:latin typeface="Calibri"/>
                <a:cs typeface="Calibri"/>
              </a:rPr>
              <a:t>[After]</a:t>
            </a:r>
            <a:r>
              <a:rPr dirty="0" spc="245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pc="49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pc="490">
                <a:solidFill>
                  <a:srgbClr val="173360"/>
                </a:solidFill>
              </a:rPr>
              <a:t>를</a:t>
            </a:r>
            <a:r>
              <a:rPr dirty="0" spc="-3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통한</a:t>
            </a:r>
            <a:r>
              <a:rPr dirty="0" spc="-30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송장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청구</a:t>
            </a:r>
            <a:r>
              <a:rPr dirty="0" spc="-30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및</a:t>
            </a:r>
            <a:r>
              <a:rPr dirty="0" spc="-30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동적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가격 </a:t>
            </a:r>
            <a:r>
              <a:rPr dirty="0">
                <a:solidFill>
                  <a:srgbClr val="173360"/>
                </a:solidFill>
              </a:rPr>
              <a:t>책정을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위한</a:t>
            </a:r>
            <a:r>
              <a:rPr dirty="0" spc="-30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미래형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</a:t>
            </a:r>
            <a:r>
              <a:rPr dirty="0" spc="-3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아키텍처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구현</a:t>
            </a:r>
          </a:p>
        </p:txBody>
      </p:sp>
      <p:sp>
        <p:nvSpPr>
          <p:cNvPr id="78" name="object 78" descr=""/>
          <p:cNvSpPr txBox="1"/>
          <p:nvPr/>
        </p:nvSpPr>
        <p:spPr>
          <a:xfrm>
            <a:off x="900480" y="7602473"/>
            <a:ext cx="7016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305" b="1">
                <a:solidFill>
                  <a:srgbClr val="0D68BB"/>
                </a:solidFill>
                <a:latin typeface="Calibri"/>
                <a:cs typeface="Calibri"/>
              </a:rPr>
              <a:t>CRM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3683634" y="7602473"/>
            <a:ext cx="7886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5" b="1">
                <a:solidFill>
                  <a:srgbClr val="0D68BB"/>
                </a:solidFill>
                <a:latin typeface="Calibri"/>
                <a:cs typeface="Calibri"/>
              </a:rPr>
              <a:t>MDM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6410705" y="7602473"/>
            <a:ext cx="10693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335" b="1">
                <a:solidFill>
                  <a:srgbClr val="0D68BB"/>
                </a:solidFill>
                <a:latin typeface="Calibri"/>
                <a:cs typeface="Calibri"/>
              </a:rPr>
              <a:t>Legacy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9506204" y="7602473"/>
            <a:ext cx="73406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210" b="1">
                <a:solidFill>
                  <a:srgbClr val="0D68BB"/>
                </a:solidFill>
                <a:latin typeface="Calibri"/>
                <a:cs typeface="Calibri"/>
              </a:rPr>
              <a:t>ITSM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698055" y="4443158"/>
            <a:ext cx="13964285" cy="2468245"/>
            <a:chOff x="698055" y="4443158"/>
            <a:chExt cx="13964285" cy="2468245"/>
          </a:xfrm>
        </p:grpSpPr>
        <p:sp>
          <p:nvSpPr>
            <p:cNvPr id="83" name="object 83" descr=""/>
            <p:cNvSpPr/>
            <p:nvPr/>
          </p:nvSpPr>
          <p:spPr>
            <a:xfrm>
              <a:off x="702818" y="4447921"/>
              <a:ext cx="13954760" cy="2458720"/>
            </a:xfrm>
            <a:custGeom>
              <a:avLst/>
              <a:gdLst/>
              <a:ahLst/>
              <a:cxnLst/>
              <a:rect l="l" t="t" r="r" b="b"/>
              <a:pathLst>
                <a:path w="13954760" h="2458720">
                  <a:moveTo>
                    <a:pt x="0" y="2458466"/>
                  </a:moveTo>
                  <a:lnTo>
                    <a:pt x="13954252" y="2458466"/>
                  </a:lnTo>
                  <a:lnTo>
                    <a:pt x="13954252" y="0"/>
                  </a:lnTo>
                  <a:lnTo>
                    <a:pt x="0" y="0"/>
                  </a:lnTo>
                  <a:lnTo>
                    <a:pt x="0" y="2458466"/>
                  </a:lnTo>
                  <a:close/>
                </a:path>
              </a:pathLst>
            </a:custGeom>
            <a:ln w="9525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006970" y="6368364"/>
              <a:ext cx="1977389" cy="319405"/>
            </a:xfrm>
            <a:custGeom>
              <a:avLst/>
              <a:gdLst/>
              <a:ahLst/>
              <a:cxnLst/>
              <a:rect l="l" t="t" r="r" b="b"/>
              <a:pathLst>
                <a:path w="1977389" h="319404">
                  <a:moveTo>
                    <a:pt x="1977263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263" y="319201"/>
                  </a:lnTo>
                  <a:lnTo>
                    <a:pt x="197726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295654" y="6498463"/>
              <a:ext cx="1399540" cy="190500"/>
            </a:xfrm>
            <a:custGeom>
              <a:avLst/>
              <a:gdLst/>
              <a:ahLst/>
              <a:cxnLst/>
              <a:rect l="l" t="t" r="r" b="b"/>
              <a:pathLst>
                <a:path w="1399539" h="190500">
                  <a:moveTo>
                    <a:pt x="0" y="0"/>
                  </a:moveTo>
                  <a:lnTo>
                    <a:pt x="0" y="190119"/>
                  </a:lnTo>
                </a:path>
                <a:path w="1399539" h="190500">
                  <a:moveTo>
                    <a:pt x="279781" y="0"/>
                  </a:moveTo>
                  <a:lnTo>
                    <a:pt x="279781" y="190119"/>
                  </a:lnTo>
                </a:path>
                <a:path w="1399539" h="190500">
                  <a:moveTo>
                    <a:pt x="559689" y="0"/>
                  </a:moveTo>
                  <a:lnTo>
                    <a:pt x="559689" y="190119"/>
                  </a:lnTo>
                </a:path>
                <a:path w="1399539" h="190500">
                  <a:moveTo>
                    <a:pt x="839470" y="0"/>
                  </a:moveTo>
                  <a:lnTo>
                    <a:pt x="839470" y="190119"/>
                  </a:lnTo>
                </a:path>
                <a:path w="1399539" h="190500">
                  <a:moveTo>
                    <a:pt x="1119251" y="0"/>
                  </a:moveTo>
                  <a:lnTo>
                    <a:pt x="1119251" y="190119"/>
                  </a:lnTo>
                </a:path>
                <a:path w="1399539" h="190500">
                  <a:moveTo>
                    <a:pt x="1399032" y="0"/>
                  </a:moveTo>
                  <a:lnTo>
                    <a:pt x="1399032" y="19011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222209" y="6136665"/>
              <a:ext cx="1546860" cy="361950"/>
            </a:xfrm>
            <a:custGeom>
              <a:avLst/>
              <a:gdLst/>
              <a:ahLst/>
              <a:cxnLst/>
              <a:rect l="l" t="t" r="r" b="b"/>
              <a:pathLst>
                <a:path w="1546860" h="361950">
                  <a:moveTo>
                    <a:pt x="1546859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546859" y="361797"/>
                  </a:lnTo>
                  <a:lnTo>
                    <a:pt x="1546859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1353058" y="6172961"/>
            <a:ext cx="12846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Revenue</a:t>
            </a:r>
            <a:r>
              <a:rPr dirty="0" sz="16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60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1600" spc="60" b="1">
                <a:solidFill>
                  <a:srgbClr val="D7365D"/>
                </a:solidFill>
                <a:latin typeface="Calibri"/>
                <a:cs typeface="Calibri"/>
              </a:rPr>
              <a:t>5</a:t>
            </a:r>
            <a:r>
              <a:rPr dirty="0" sz="1600" spc="60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1006970" y="4646955"/>
            <a:ext cx="1977389" cy="523240"/>
            <a:chOff x="1006970" y="4646955"/>
            <a:chExt cx="1977389" cy="523240"/>
          </a:xfrm>
        </p:grpSpPr>
        <p:sp>
          <p:nvSpPr>
            <p:cNvPr id="89" name="object 89" descr=""/>
            <p:cNvSpPr/>
            <p:nvPr/>
          </p:nvSpPr>
          <p:spPr>
            <a:xfrm>
              <a:off x="1006970" y="4844745"/>
              <a:ext cx="1977389" cy="319405"/>
            </a:xfrm>
            <a:custGeom>
              <a:avLst/>
              <a:gdLst/>
              <a:ahLst/>
              <a:cxnLst/>
              <a:rect l="l" t="t" r="r" b="b"/>
              <a:pathLst>
                <a:path w="1977389" h="319404">
                  <a:moveTo>
                    <a:pt x="1977263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263" y="319201"/>
                  </a:lnTo>
                  <a:lnTo>
                    <a:pt x="197726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95654" y="5008753"/>
              <a:ext cx="1399540" cy="156210"/>
            </a:xfrm>
            <a:custGeom>
              <a:avLst/>
              <a:gdLst/>
              <a:ahLst/>
              <a:cxnLst/>
              <a:rect l="l" t="t" r="r" b="b"/>
              <a:pathLst>
                <a:path w="1399539" h="156210">
                  <a:moveTo>
                    <a:pt x="0" y="0"/>
                  </a:moveTo>
                  <a:lnTo>
                    <a:pt x="0" y="156210"/>
                  </a:lnTo>
                </a:path>
                <a:path w="1399539" h="156210">
                  <a:moveTo>
                    <a:pt x="279781" y="0"/>
                  </a:moveTo>
                  <a:lnTo>
                    <a:pt x="279781" y="156210"/>
                  </a:lnTo>
                </a:path>
                <a:path w="1399539" h="156210">
                  <a:moveTo>
                    <a:pt x="559689" y="0"/>
                  </a:moveTo>
                  <a:lnTo>
                    <a:pt x="559689" y="156210"/>
                  </a:lnTo>
                </a:path>
                <a:path w="1399539" h="156210">
                  <a:moveTo>
                    <a:pt x="839470" y="0"/>
                  </a:moveTo>
                  <a:lnTo>
                    <a:pt x="839470" y="156210"/>
                  </a:lnTo>
                </a:path>
                <a:path w="1399539" h="156210">
                  <a:moveTo>
                    <a:pt x="1119251" y="0"/>
                  </a:moveTo>
                  <a:lnTo>
                    <a:pt x="1119251" y="156210"/>
                  </a:lnTo>
                </a:path>
                <a:path w="1399539" h="156210">
                  <a:moveTo>
                    <a:pt x="1399032" y="0"/>
                  </a:moveTo>
                  <a:lnTo>
                    <a:pt x="1399032" y="15621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25956" y="4646955"/>
              <a:ext cx="1539875" cy="361950"/>
            </a:xfrm>
            <a:custGeom>
              <a:avLst/>
              <a:gdLst/>
              <a:ahLst/>
              <a:cxnLst/>
              <a:rect l="l" t="t" r="r" b="b"/>
              <a:pathLst>
                <a:path w="1539875" h="361950">
                  <a:moveTo>
                    <a:pt x="1539621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539621" y="361797"/>
                  </a:lnTo>
                  <a:lnTo>
                    <a:pt x="1539621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1358900" y="4682438"/>
            <a:ext cx="1271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173360"/>
                </a:solidFill>
                <a:latin typeface="Calibri"/>
                <a:cs typeface="Calibri"/>
              </a:rPr>
              <a:t>Location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55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1600" spc="55" b="1">
                <a:solidFill>
                  <a:srgbClr val="D7365D"/>
                </a:solidFill>
                <a:latin typeface="Calibri"/>
                <a:cs typeface="Calibri"/>
              </a:rPr>
              <a:t>2</a:t>
            </a:r>
            <a:r>
              <a:rPr dirty="0" sz="1600" spc="55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2708910" y="5357393"/>
            <a:ext cx="1977389" cy="527685"/>
            <a:chOff x="2708910" y="5357393"/>
            <a:chExt cx="1977389" cy="527685"/>
          </a:xfrm>
        </p:grpSpPr>
        <p:sp>
          <p:nvSpPr>
            <p:cNvPr id="94" name="object 94" descr=""/>
            <p:cNvSpPr/>
            <p:nvPr/>
          </p:nvSpPr>
          <p:spPr>
            <a:xfrm>
              <a:off x="2708910" y="5558358"/>
              <a:ext cx="1977389" cy="319405"/>
            </a:xfrm>
            <a:custGeom>
              <a:avLst/>
              <a:gdLst/>
              <a:ahLst/>
              <a:cxnLst/>
              <a:rect l="l" t="t" r="r" b="b"/>
              <a:pathLst>
                <a:path w="1977389" h="319404">
                  <a:moveTo>
                    <a:pt x="1977263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263" y="319201"/>
                  </a:lnTo>
                  <a:lnTo>
                    <a:pt x="197726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2997581" y="5557266"/>
              <a:ext cx="1399540" cy="322580"/>
            </a:xfrm>
            <a:custGeom>
              <a:avLst/>
              <a:gdLst/>
              <a:ahLst/>
              <a:cxnLst/>
              <a:rect l="l" t="t" r="r" b="b"/>
              <a:pathLst>
                <a:path w="1399539" h="322579">
                  <a:moveTo>
                    <a:pt x="0" y="1143"/>
                  </a:moveTo>
                  <a:lnTo>
                    <a:pt x="0" y="322453"/>
                  </a:lnTo>
                </a:path>
                <a:path w="1399539" h="322579">
                  <a:moveTo>
                    <a:pt x="279907" y="161925"/>
                  </a:moveTo>
                  <a:lnTo>
                    <a:pt x="279907" y="321310"/>
                  </a:lnTo>
                </a:path>
                <a:path w="1399539" h="322579">
                  <a:moveTo>
                    <a:pt x="559689" y="161925"/>
                  </a:moveTo>
                  <a:lnTo>
                    <a:pt x="559689" y="321310"/>
                  </a:lnTo>
                </a:path>
                <a:path w="1399539" h="322579">
                  <a:moveTo>
                    <a:pt x="839469" y="161925"/>
                  </a:moveTo>
                  <a:lnTo>
                    <a:pt x="839469" y="321310"/>
                  </a:lnTo>
                </a:path>
                <a:path w="1399539" h="322579">
                  <a:moveTo>
                    <a:pt x="1119251" y="161925"/>
                  </a:moveTo>
                  <a:lnTo>
                    <a:pt x="1119251" y="321310"/>
                  </a:lnTo>
                </a:path>
                <a:path w="1399539" h="322579">
                  <a:moveTo>
                    <a:pt x="1399032" y="0"/>
                  </a:moveTo>
                  <a:lnTo>
                    <a:pt x="1399032" y="32131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3022219" y="5357393"/>
              <a:ext cx="1351280" cy="361950"/>
            </a:xfrm>
            <a:custGeom>
              <a:avLst/>
              <a:gdLst/>
              <a:ahLst/>
              <a:cxnLst/>
              <a:rect l="l" t="t" r="r" b="b"/>
              <a:pathLst>
                <a:path w="1351279" h="361950">
                  <a:moveTo>
                    <a:pt x="1350899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350899" y="361797"/>
                  </a:lnTo>
                  <a:lnTo>
                    <a:pt x="1350899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 txBox="1"/>
          <p:nvPr/>
        </p:nvSpPr>
        <p:spPr>
          <a:xfrm>
            <a:off x="3161538" y="5393563"/>
            <a:ext cx="10706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Pricing</a:t>
            </a:r>
            <a:r>
              <a:rPr dirty="0" sz="16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-25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1600" spc="-25" b="1">
                <a:solidFill>
                  <a:srgbClr val="D7365D"/>
                </a:solidFill>
                <a:latin typeface="Calibri"/>
                <a:cs typeface="Calibri"/>
              </a:rPr>
              <a:t>1</a:t>
            </a:r>
            <a:r>
              <a:rPr dirty="0" sz="1600" spc="-25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8" name="object 98" descr=""/>
          <p:cNvGrpSpPr/>
          <p:nvPr/>
        </p:nvGrpSpPr>
        <p:grpSpPr>
          <a:xfrm>
            <a:off x="4387596" y="4646955"/>
            <a:ext cx="1977389" cy="523240"/>
            <a:chOff x="4387596" y="4646955"/>
            <a:chExt cx="1977389" cy="523240"/>
          </a:xfrm>
        </p:grpSpPr>
        <p:sp>
          <p:nvSpPr>
            <p:cNvPr id="99" name="object 99" descr=""/>
            <p:cNvSpPr/>
            <p:nvPr/>
          </p:nvSpPr>
          <p:spPr>
            <a:xfrm>
              <a:off x="4387596" y="4844745"/>
              <a:ext cx="1977389" cy="319405"/>
            </a:xfrm>
            <a:custGeom>
              <a:avLst/>
              <a:gdLst/>
              <a:ahLst/>
              <a:cxnLst/>
              <a:rect l="l" t="t" r="r" b="b"/>
              <a:pathLst>
                <a:path w="1977389" h="319404">
                  <a:moveTo>
                    <a:pt x="1977263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263" y="319201"/>
                  </a:lnTo>
                  <a:lnTo>
                    <a:pt x="197726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4676267" y="4843653"/>
              <a:ext cx="1399540" cy="321310"/>
            </a:xfrm>
            <a:custGeom>
              <a:avLst/>
              <a:gdLst/>
              <a:ahLst/>
              <a:cxnLst/>
              <a:rect l="l" t="t" r="r" b="b"/>
              <a:pathLst>
                <a:path w="1399539" h="321310">
                  <a:moveTo>
                    <a:pt x="0" y="0"/>
                  </a:moveTo>
                  <a:lnTo>
                    <a:pt x="0" y="321310"/>
                  </a:lnTo>
                </a:path>
                <a:path w="1399539" h="321310">
                  <a:moveTo>
                    <a:pt x="279908" y="165100"/>
                  </a:moveTo>
                  <a:lnTo>
                    <a:pt x="279908" y="321310"/>
                  </a:lnTo>
                </a:path>
                <a:path w="1399539" h="321310">
                  <a:moveTo>
                    <a:pt x="559688" y="165100"/>
                  </a:moveTo>
                  <a:lnTo>
                    <a:pt x="559688" y="321310"/>
                  </a:lnTo>
                </a:path>
                <a:path w="1399539" h="321310">
                  <a:moveTo>
                    <a:pt x="839470" y="165100"/>
                  </a:moveTo>
                  <a:lnTo>
                    <a:pt x="839470" y="321310"/>
                  </a:lnTo>
                </a:path>
                <a:path w="1399539" h="321310">
                  <a:moveTo>
                    <a:pt x="1119251" y="165100"/>
                  </a:moveTo>
                  <a:lnTo>
                    <a:pt x="1119251" y="321310"/>
                  </a:lnTo>
                </a:path>
                <a:path w="1399539" h="321310">
                  <a:moveTo>
                    <a:pt x="1399032" y="0"/>
                  </a:moveTo>
                  <a:lnTo>
                    <a:pt x="1399032" y="32131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4842129" y="4646955"/>
              <a:ext cx="1068705" cy="361950"/>
            </a:xfrm>
            <a:custGeom>
              <a:avLst/>
              <a:gdLst/>
              <a:ahLst/>
              <a:cxnLst/>
              <a:rect l="l" t="t" r="r" b="b"/>
              <a:pathLst>
                <a:path w="1068704" h="361950">
                  <a:moveTo>
                    <a:pt x="1068298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068298" y="361797"/>
                  </a:lnTo>
                  <a:lnTo>
                    <a:pt x="1068298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 descr=""/>
          <p:cNvSpPr txBox="1"/>
          <p:nvPr/>
        </p:nvSpPr>
        <p:spPr>
          <a:xfrm>
            <a:off x="4952491" y="4682438"/>
            <a:ext cx="8477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95" b="1">
                <a:solidFill>
                  <a:srgbClr val="173360"/>
                </a:solidFill>
                <a:latin typeface="Calibri"/>
                <a:cs typeface="Calibri"/>
              </a:rPr>
              <a:t>Catalog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4373879" y="6136665"/>
            <a:ext cx="1977389" cy="544830"/>
            <a:chOff x="4373879" y="6136665"/>
            <a:chExt cx="1977389" cy="544830"/>
          </a:xfrm>
        </p:grpSpPr>
        <p:sp>
          <p:nvSpPr>
            <p:cNvPr id="104" name="object 104" descr=""/>
            <p:cNvSpPr/>
            <p:nvPr/>
          </p:nvSpPr>
          <p:spPr>
            <a:xfrm>
              <a:off x="4373879" y="6355918"/>
              <a:ext cx="1977389" cy="319405"/>
            </a:xfrm>
            <a:custGeom>
              <a:avLst/>
              <a:gdLst/>
              <a:ahLst/>
              <a:cxnLst/>
              <a:rect l="l" t="t" r="r" b="b"/>
              <a:pathLst>
                <a:path w="1977389" h="319404">
                  <a:moveTo>
                    <a:pt x="1977263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263" y="319201"/>
                  </a:lnTo>
                  <a:lnTo>
                    <a:pt x="197726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662550" y="6498462"/>
              <a:ext cx="1399540" cy="177800"/>
            </a:xfrm>
            <a:custGeom>
              <a:avLst/>
              <a:gdLst/>
              <a:ahLst/>
              <a:cxnLst/>
              <a:rect l="l" t="t" r="r" b="b"/>
              <a:pathLst>
                <a:path w="1399539" h="177800">
                  <a:moveTo>
                    <a:pt x="0" y="0"/>
                  </a:moveTo>
                  <a:lnTo>
                    <a:pt x="0" y="177673"/>
                  </a:lnTo>
                </a:path>
                <a:path w="1399539" h="177800">
                  <a:moveTo>
                    <a:pt x="279781" y="0"/>
                  </a:moveTo>
                  <a:lnTo>
                    <a:pt x="279781" y="177673"/>
                  </a:lnTo>
                </a:path>
                <a:path w="1399539" h="177800">
                  <a:moveTo>
                    <a:pt x="559562" y="0"/>
                  </a:moveTo>
                  <a:lnTo>
                    <a:pt x="559562" y="177673"/>
                  </a:lnTo>
                </a:path>
                <a:path w="1399539" h="177800">
                  <a:moveTo>
                    <a:pt x="839470" y="0"/>
                  </a:moveTo>
                  <a:lnTo>
                    <a:pt x="839470" y="177673"/>
                  </a:lnTo>
                </a:path>
                <a:path w="1399539" h="177800">
                  <a:moveTo>
                    <a:pt x="1119251" y="0"/>
                  </a:moveTo>
                  <a:lnTo>
                    <a:pt x="1119251" y="177673"/>
                  </a:lnTo>
                </a:path>
                <a:path w="1399539" h="177800">
                  <a:moveTo>
                    <a:pt x="1399032" y="0"/>
                  </a:moveTo>
                  <a:lnTo>
                    <a:pt x="1399032" y="17767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4535042" y="6136665"/>
              <a:ext cx="1654810" cy="361950"/>
            </a:xfrm>
            <a:custGeom>
              <a:avLst/>
              <a:gdLst/>
              <a:ahLst/>
              <a:cxnLst/>
              <a:rect l="l" t="t" r="r" b="b"/>
              <a:pathLst>
                <a:path w="1654810" h="361950">
                  <a:moveTo>
                    <a:pt x="1654810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654810" y="361797"/>
                  </a:lnTo>
                  <a:lnTo>
                    <a:pt x="1654810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 descr=""/>
          <p:cNvSpPr txBox="1"/>
          <p:nvPr/>
        </p:nvSpPr>
        <p:spPr>
          <a:xfrm>
            <a:off x="4660138" y="6172961"/>
            <a:ext cx="140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Customer</a:t>
            </a:r>
            <a:r>
              <a:rPr dirty="0" sz="16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85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1600" spc="85" b="1">
                <a:solidFill>
                  <a:srgbClr val="D7365D"/>
                </a:solidFill>
                <a:latin typeface="Calibri"/>
                <a:cs typeface="Calibri"/>
              </a:rPr>
              <a:t>6</a:t>
            </a:r>
            <a:r>
              <a:rPr dirty="0" sz="1600" spc="85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9556368" y="4733696"/>
            <a:ext cx="1977389" cy="531495"/>
            <a:chOff x="9556368" y="4733696"/>
            <a:chExt cx="1977389" cy="531495"/>
          </a:xfrm>
        </p:grpSpPr>
        <p:sp>
          <p:nvSpPr>
            <p:cNvPr id="109" name="object 109" descr=""/>
            <p:cNvSpPr/>
            <p:nvPr/>
          </p:nvSpPr>
          <p:spPr>
            <a:xfrm>
              <a:off x="9556368" y="4939995"/>
              <a:ext cx="1977389" cy="319405"/>
            </a:xfrm>
            <a:custGeom>
              <a:avLst/>
              <a:gdLst/>
              <a:ahLst/>
              <a:cxnLst/>
              <a:rect l="l" t="t" r="r" b="b"/>
              <a:pathLst>
                <a:path w="1977390" h="319404">
                  <a:moveTo>
                    <a:pt x="1977263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263" y="319201"/>
                  </a:lnTo>
                  <a:lnTo>
                    <a:pt x="197726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9845166" y="5095493"/>
              <a:ext cx="1398905" cy="165100"/>
            </a:xfrm>
            <a:custGeom>
              <a:avLst/>
              <a:gdLst/>
              <a:ahLst/>
              <a:cxnLst/>
              <a:rect l="l" t="t" r="r" b="b"/>
              <a:pathLst>
                <a:path w="1398904" h="165100">
                  <a:moveTo>
                    <a:pt x="0" y="0"/>
                  </a:moveTo>
                  <a:lnTo>
                    <a:pt x="0" y="164718"/>
                  </a:lnTo>
                </a:path>
                <a:path w="1398904" h="165100">
                  <a:moveTo>
                    <a:pt x="279780" y="0"/>
                  </a:moveTo>
                  <a:lnTo>
                    <a:pt x="279780" y="164718"/>
                  </a:lnTo>
                </a:path>
                <a:path w="1398904" h="165100">
                  <a:moveTo>
                    <a:pt x="559561" y="0"/>
                  </a:moveTo>
                  <a:lnTo>
                    <a:pt x="559561" y="164718"/>
                  </a:lnTo>
                </a:path>
                <a:path w="1398904" h="165100">
                  <a:moveTo>
                    <a:pt x="839342" y="0"/>
                  </a:moveTo>
                  <a:lnTo>
                    <a:pt x="839342" y="164718"/>
                  </a:lnTo>
                </a:path>
                <a:path w="1398904" h="165100">
                  <a:moveTo>
                    <a:pt x="1119124" y="0"/>
                  </a:moveTo>
                  <a:lnTo>
                    <a:pt x="1119124" y="164718"/>
                  </a:lnTo>
                </a:path>
                <a:path w="1398904" h="165100">
                  <a:moveTo>
                    <a:pt x="1398904" y="0"/>
                  </a:moveTo>
                  <a:lnTo>
                    <a:pt x="1398904" y="164718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9729596" y="4733696"/>
              <a:ext cx="1631314" cy="361950"/>
            </a:xfrm>
            <a:custGeom>
              <a:avLst/>
              <a:gdLst/>
              <a:ahLst/>
              <a:cxnLst/>
              <a:rect l="l" t="t" r="r" b="b"/>
              <a:pathLst>
                <a:path w="1631315" h="361950">
                  <a:moveTo>
                    <a:pt x="1630806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630806" y="361797"/>
                  </a:lnTo>
                  <a:lnTo>
                    <a:pt x="1630806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 descr=""/>
          <p:cNvSpPr txBox="1"/>
          <p:nvPr/>
        </p:nvSpPr>
        <p:spPr>
          <a:xfrm>
            <a:off x="9847580" y="4769306"/>
            <a:ext cx="13950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75" b="1">
                <a:solidFill>
                  <a:srgbClr val="173360"/>
                </a:solidFill>
                <a:latin typeface="Calibri"/>
                <a:cs typeface="Calibri"/>
              </a:rPr>
              <a:t>Inventory</a:t>
            </a:r>
            <a:r>
              <a:rPr dirty="0" sz="1600" spc="110" b="1">
                <a:solidFill>
                  <a:srgbClr val="173360"/>
                </a:solidFill>
                <a:latin typeface="Calibri"/>
                <a:cs typeface="Calibri"/>
              </a:rPr>
              <a:t> (</a:t>
            </a:r>
            <a:r>
              <a:rPr dirty="0" sz="1600" spc="110" b="1">
                <a:solidFill>
                  <a:srgbClr val="D7365D"/>
                </a:solidFill>
                <a:latin typeface="Calibri"/>
                <a:cs typeface="Calibri"/>
              </a:rPr>
              <a:t>4</a:t>
            </a:r>
            <a:r>
              <a:rPr dirty="0" sz="1600" spc="110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9225788" y="5946165"/>
            <a:ext cx="1977389" cy="544830"/>
            <a:chOff x="9225788" y="5946165"/>
            <a:chExt cx="1977389" cy="544830"/>
          </a:xfrm>
        </p:grpSpPr>
        <p:sp>
          <p:nvSpPr>
            <p:cNvPr id="114" name="object 114" descr=""/>
            <p:cNvSpPr/>
            <p:nvPr/>
          </p:nvSpPr>
          <p:spPr>
            <a:xfrm>
              <a:off x="9225788" y="6165418"/>
              <a:ext cx="1977389" cy="319405"/>
            </a:xfrm>
            <a:custGeom>
              <a:avLst/>
              <a:gdLst/>
              <a:ahLst/>
              <a:cxnLst/>
              <a:rect l="l" t="t" r="r" b="b"/>
              <a:pathLst>
                <a:path w="1977390" h="319404">
                  <a:moveTo>
                    <a:pt x="1977263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263" y="319201"/>
                  </a:lnTo>
                  <a:lnTo>
                    <a:pt x="197726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9514586" y="6307962"/>
              <a:ext cx="1398905" cy="177800"/>
            </a:xfrm>
            <a:custGeom>
              <a:avLst/>
              <a:gdLst/>
              <a:ahLst/>
              <a:cxnLst/>
              <a:rect l="l" t="t" r="r" b="b"/>
              <a:pathLst>
                <a:path w="1398904" h="177800">
                  <a:moveTo>
                    <a:pt x="0" y="0"/>
                  </a:moveTo>
                  <a:lnTo>
                    <a:pt x="0" y="177673"/>
                  </a:lnTo>
                </a:path>
                <a:path w="1398904" h="177800">
                  <a:moveTo>
                    <a:pt x="279781" y="0"/>
                  </a:moveTo>
                  <a:lnTo>
                    <a:pt x="279781" y="177673"/>
                  </a:lnTo>
                </a:path>
                <a:path w="1398904" h="177800">
                  <a:moveTo>
                    <a:pt x="559562" y="0"/>
                  </a:moveTo>
                  <a:lnTo>
                    <a:pt x="559562" y="177673"/>
                  </a:lnTo>
                </a:path>
                <a:path w="1398904" h="177800">
                  <a:moveTo>
                    <a:pt x="839343" y="0"/>
                  </a:moveTo>
                  <a:lnTo>
                    <a:pt x="839343" y="177673"/>
                  </a:lnTo>
                </a:path>
                <a:path w="1398904" h="177800">
                  <a:moveTo>
                    <a:pt x="1119124" y="0"/>
                  </a:moveTo>
                  <a:lnTo>
                    <a:pt x="1119124" y="177673"/>
                  </a:lnTo>
                </a:path>
                <a:path w="1398904" h="177800">
                  <a:moveTo>
                    <a:pt x="1398905" y="0"/>
                  </a:moveTo>
                  <a:lnTo>
                    <a:pt x="1398905" y="17767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9444736" y="5946165"/>
              <a:ext cx="1654810" cy="361950"/>
            </a:xfrm>
            <a:custGeom>
              <a:avLst/>
              <a:gdLst/>
              <a:ahLst/>
              <a:cxnLst/>
              <a:rect l="l" t="t" r="r" b="b"/>
              <a:pathLst>
                <a:path w="1654809" h="361950">
                  <a:moveTo>
                    <a:pt x="1654810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654810" y="361797"/>
                  </a:lnTo>
                  <a:lnTo>
                    <a:pt x="1654810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9564369" y="5982461"/>
            <a:ext cx="1414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15" b="1">
                <a:solidFill>
                  <a:srgbClr val="173360"/>
                </a:solidFill>
                <a:latin typeface="Calibri"/>
                <a:cs typeface="Calibri"/>
              </a:rPr>
              <a:t>Employee</a:t>
            </a:r>
            <a:r>
              <a:rPr dirty="0" sz="1600" spc="13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70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1600" spc="70" b="1">
                <a:solidFill>
                  <a:srgbClr val="D7365D"/>
                </a:solidFill>
                <a:latin typeface="Calibri"/>
                <a:cs typeface="Calibri"/>
              </a:rPr>
              <a:t>7</a:t>
            </a:r>
            <a:r>
              <a:rPr dirty="0" sz="1600" spc="70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8" name="object 118" descr=""/>
          <p:cNvGrpSpPr/>
          <p:nvPr/>
        </p:nvGrpSpPr>
        <p:grpSpPr>
          <a:xfrm>
            <a:off x="12029820" y="5946165"/>
            <a:ext cx="1978025" cy="544830"/>
            <a:chOff x="12029820" y="5946165"/>
            <a:chExt cx="1978025" cy="544830"/>
          </a:xfrm>
        </p:grpSpPr>
        <p:sp>
          <p:nvSpPr>
            <p:cNvPr id="119" name="object 119" descr=""/>
            <p:cNvSpPr/>
            <p:nvPr/>
          </p:nvSpPr>
          <p:spPr>
            <a:xfrm>
              <a:off x="12029820" y="6165418"/>
              <a:ext cx="1978025" cy="319405"/>
            </a:xfrm>
            <a:custGeom>
              <a:avLst/>
              <a:gdLst/>
              <a:ahLst/>
              <a:cxnLst/>
              <a:rect l="l" t="t" r="r" b="b"/>
              <a:pathLst>
                <a:path w="1978025" h="319404">
                  <a:moveTo>
                    <a:pt x="1977644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644" y="319201"/>
                  </a:lnTo>
                  <a:lnTo>
                    <a:pt x="1977644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2318618" y="6164325"/>
              <a:ext cx="1399540" cy="321945"/>
            </a:xfrm>
            <a:custGeom>
              <a:avLst/>
              <a:gdLst/>
              <a:ahLst/>
              <a:cxnLst/>
              <a:rect l="l" t="t" r="r" b="b"/>
              <a:pathLst>
                <a:path w="1399540" h="321945">
                  <a:moveTo>
                    <a:pt x="0" y="0"/>
                  </a:moveTo>
                  <a:lnTo>
                    <a:pt x="0" y="321310"/>
                  </a:lnTo>
                </a:path>
                <a:path w="1399540" h="321945">
                  <a:moveTo>
                    <a:pt x="279780" y="143637"/>
                  </a:moveTo>
                  <a:lnTo>
                    <a:pt x="279780" y="321310"/>
                  </a:lnTo>
                </a:path>
                <a:path w="1399540" h="321945">
                  <a:moveTo>
                    <a:pt x="559561" y="143637"/>
                  </a:moveTo>
                  <a:lnTo>
                    <a:pt x="559561" y="321563"/>
                  </a:lnTo>
                </a:path>
                <a:path w="1399540" h="321945">
                  <a:moveTo>
                    <a:pt x="839342" y="143637"/>
                  </a:moveTo>
                  <a:lnTo>
                    <a:pt x="839342" y="321563"/>
                  </a:lnTo>
                </a:path>
                <a:path w="1399540" h="321945">
                  <a:moveTo>
                    <a:pt x="1119123" y="143637"/>
                  </a:moveTo>
                  <a:lnTo>
                    <a:pt x="1119123" y="321563"/>
                  </a:lnTo>
                </a:path>
                <a:path w="1399540" h="321945">
                  <a:moveTo>
                    <a:pt x="1399032" y="0"/>
                  </a:moveTo>
                  <a:lnTo>
                    <a:pt x="1399032" y="32156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2357607" y="5946165"/>
              <a:ext cx="1322070" cy="361950"/>
            </a:xfrm>
            <a:custGeom>
              <a:avLst/>
              <a:gdLst/>
              <a:ahLst/>
              <a:cxnLst/>
              <a:rect l="l" t="t" r="r" b="b"/>
              <a:pathLst>
                <a:path w="1322069" h="361950">
                  <a:moveTo>
                    <a:pt x="1321815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321815" y="361797"/>
                  </a:lnTo>
                  <a:lnTo>
                    <a:pt x="1321815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 descr=""/>
          <p:cNvSpPr txBox="1"/>
          <p:nvPr/>
        </p:nvSpPr>
        <p:spPr>
          <a:xfrm>
            <a:off x="12477368" y="5982461"/>
            <a:ext cx="10845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80" b="1">
                <a:solidFill>
                  <a:srgbClr val="173360"/>
                </a:solidFill>
                <a:latin typeface="Calibri"/>
                <a:cs typeface="Calibri"/>
              </a:rPr>
              <a:t>Orders</a:t>
            </a:r>
            <a:r>
              <a:rPr dirty="0" sz="16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95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1600" spc="95" b="1">
                <a:solidFill>
                  <a:srgbClr val="D7365D"/>
                </a:solidFill>
                <a:latin typeface="Calibri"/>
                <a:cs typeface="Calibri"/>
              </a:rPr>
              <a:t>8</a:t>
            </a:r>
            <a:r>
              <a:rPr dirty="0" sz="1600" spc="95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1214081" y="3775836"/>
            <a:ext cx="13682980" cy="4706620"/>
            <a:chOff x="1214081" y="3775836"/>
            <a:chExt cx="13682980" cy="4706620"/>
          </a:xfrm>
        </p:grpSpPr>
        <p:sp>
          <p:nvSpPr>
            <p:cNvPr id="124" name="object 124" descr=""/>
            <p:cNvSpPr/>
            <p:nvPr/>
          </p:nvSpPr>
          <p:spPr>
            <a:xfrm>
              <a:off x="12646405" y="5156453"/>
              <a:ext cx="1398905" cy="104139"/>
            </a:xfrm>
            <a:custGeom>
              <a:avLst/>
              <a:gdLst/>
              <a:ahLst/>
              <a:cxnLst/>
              <a:rect l="l" t="t" r="r" b="b"/>
              <a:pathLst>
                <a:path w="1398905" h="104139">
                  <a:moveTo>
                    <a:pt x="0" y="0"/>
                  </a:moveTo>
                  <a:lnTo>
                    <a:pt x="0" y="103759"/>
                  </a:lnTo>
                </a:path>
                <a:path w="1398905" h="104139">
                  <a:moveTo>
                    <a:pt x="279780" y="0"/>
                  </a:moveTo>
                  <a:lnTo>
                    <a:pt x="279780" y="103759"/>
                  </a:lnTo>
                </a:path>
                <a:path w="1398905" h="104139">
                  <a:moveTo>
                    <a:pt x="559561" y="0"/>
                  </a:moveTo>
                  <a:lnTo>
                    <a:pt x="559561" y="103759"/>
                  </a:lnTo>
                </a:path>
                <a:path w="1398905" h="104139">
                  <a:moveTo>
                    <a:pt x="839342" y="0"/>
                  </a:moveTo>
                  <a:lnTo>
                    <a:pt x="839342" y="103759"/>
                  </a:lnTo>
                </a:path>
                <a:path w="1398905" h="104139">
                  <a:moveTo>
                    <a:pt x="1119124" y="0"/>
                  </a:moveTo>
                  <a:lnTo>
                    <a:pt x="1119124" y="103759"/>
                  </a:lnTo>
                </a:path>
                <a:path w="1398905" h="104139">
                  <a:moveTo>
                    <a:pt x="1398905" y="0"/>
                  </a:moveTo>
                  <a:lnTo>
                    <a:pt x="1398905" y="103759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14081" y="3775836"/>
              <a:ext cx="13682980" cy="4706620"/>
            </a:xfrm>
            <a:custGeom>
              <a:avLst/>
              <a:gdLst/>
              <a:ahLst/>
              <a:cxnLst/>
              <a:rect l="l" t="t" r="r" b="b"/>
              <a:pathLst>
                <a:path w="13682980" h="4706620">
                  <a:moveTo>
                    <a:pt x="76238" y="3096768"/>
                  </a:moveTo>
                  <a:lnTo>
                    <a:pt x="69875" y="3084068"/>
                  </a:lnTo>
                  <a:lnTo>
                    <a:pt x="38100" y="3020568"/>
                  </a:lnTo>
                  <a:lnTo>
                    <a:pt x="0" y="3096768"/>
                  </a:lnTo>
                  <a:lnTo>
                    <a:pt x="28575" y="3096768"/>
                  </a:lnTo>
                  <a:lnTo>
                    <a:pt x="28575" y="3725545"/>
                  </a:lnTo>
                  <a:lnTo>
                    <a:pt x="0" y="3725545"/>
                  </a:lnTo>
                  <a:lnTo>
                    <a:pt x="38100" y="3801745"/>
                  </a:lnTo>
                  <a:lnTo>
                    <a:pt x="69875" y="3738245"/>
                  </a:lnTo>
                  <a:lnTo>
                    <a:pt x="76238" y="3725545"/>
                  </a:lnTo>
                  <a:lnTo>
                    <a:pt x="47625" y="3725545"/>
                  </a:lnTo>
                  <a:lnTo>
                    <a:pt x="47625" y="3096768"/>
                  </a:lnTo>
                  <a:lnTo>
                    <a:pt x="76238" y="3096768"/>
                  </a:lnTo>
                  <a:close/>
                </a:path>
                <a:path w="13682980" h="4706620">
                  <a:moveTo>
                    <a:pt x="592493" y="76200"/>
                  </a:moveTo>
                  <a:lnTo>
                    <a:pt x="586143" y="63500"/>
                  </a:lnTo>
                  <a:lnTo>
                    <a:pt x="554393" y="0"/>
                  </a:lnTo>
                  <a:lnTo>
                    <a:pt x="516293" y="76200"/>
                  </a:lnTo>
                  <a:lnTo>
                    <a:pt x="544868" y="76200"/>
                  </a:lnTo>
                  <a:lnTo>
                    <a:pt x="544868" y="704977"/>
                  </a:lnTo>
                  <a:lnTo>
                    <a:pt x="516293" y="704977"/>
                  </a:lnTo>
                  <a:lnTo>
                    <a:pt x="554393" y="781177"/>
                  </a:lnTo>
                  <a:lnTo>
                    <a:pt x="586143" y="717677"/>
                  </a:lnTo>
                  <a:lnTo>
                    <a:pt x="592493" y="704977"/>
                  </a:lnTo>
                  <a:lnTo>
                    <a:pt x="563918" y="704977"/>
                  </a:lnTo>
                  <a:lnTo>
                    <a:pt x="563918" y="76200"/>
                  </a:lnTo>
                  <a:lnTo>
                    <a:pt x="592493" y="76200"/>
                  </a:lnTo>
                  <a:close/>
                </a:path>
                <a:path w="13682980" h="4706620">
                  <a:moveTo>
                    <a:pt x="1489113" y="3096768"/>
                  </a:moveTo>
                  <a:lnTo>
                    <a:pt x="1482763" y="3084068"/>
                  </a:lnTo>
                  <a:lnTo>
                    <a:pt x="1451013" y="3020568"/>
                  </a:lnTo>
                  <a:lnTo>
                    <a:pt x="1412913" y="3096768"/>
                  </a:lnTo>
                  <a:lnTo>
                    <a:pt x="1441488" y="3096768"/>
                  </a:lnTo>
                  <a:lnTo>
                    <a:pt x="1441488" y="4630039"/>
                  </a:lnTo>
                  <a:lnTo>
                    <a:pt x="1412913" y="4630039"/>
                  </a:lnTo>
                  <a:lnTo>
                    <a:pt x="1451013" y="4706239"/>
                  </a:lnTo>
                  <a:lnTo>
                    <a:pt x="1482763" y="4642739"/>
                  </a:lnTo>
                  <a:lnTo>
                    <a:pt x="1489113" y="4630039"/>
                  </a:lnTo>
                  <a:lnTo>
                    <a:pt x="1460538" y="4630039"/>
                  </a:lnTo>
                  <a:lnTo>
                    <a:pt x="1460538" y="3096768"/>
                  </a:lnTo>
                  <a:lnTo>
                    <a:pt x="1489113" y="3096768"/>
                  </a:lnTo>
                  <a:close/>
                </a:path>
                <a:path w="13682980" h="4706620">
                  <a:moveTo>
                    <a:pt x="2720124" y="76200"/>
                  </a:moveTo>
                  <a:lnTo>
                    <a:pt x="2713774" y="63500"/>
                  </a:lnTo>
                  <a:lnTo>
                    <a:pt x="2682024" y="0"/>
                  </a:lnTo>
                  <a:lnTo>
                    <a:pt x="2643924" y="76200"/>
                  </a:lnTo>
                  <a:lnTo>
                    <a:pt x="2672499" y="76200"/>
                  </a:lnTo>
                  <a:lnTo>
                    <a:pt x="2672499" y="704977"/>
                  </a:lnTo>
                  <a:lnTo>
                    <a:pt x="2643924" y="704977"/>
                  </a:lnTo>
                  <a:lnTo>
                    <a:pt x="2682024" y="781177"/>
                  </a:lnTo>
                  <a:lnTo>
                    <a:pt x="2713774" y="717677"/>
                  </a:lnTo>
                  <a:lnTo>
                    <a:pt x="2720124" y="704977"/>
                  </a:lnTo>
                  <a:lnTo>
                    <a:pt x="2691549" y="704977"/>
                  </a:lnTo>
                  <a:lnTo>
                    <a:pt x="2691549" y="76200"/>
                  </a:lnTo>
                  <a:lnTo>
                    <a:pt x="2720124" y="76200"/>
                  </a:lnTo>
                  <a:close/>
                </a:path>
                <a:path w="13682980" h="4706620">
                  <a:moveTo>
                    <a:pt x="2909862" y="3096768"/>
                  </a:moveTo>
                  <a:lnTo>
                    <a:pt x="2903512" y="3084068"/>
                  </a:lnTo>
                  <a:lnTo>
                    <a:pt x="2871762" y="3020568"/>
                  </a:lnTo>
                  <a:lnTo>
                    <a:pt x="2833662" y="3096768"/>
                  </a:lnTo>
                  <a:lnTo>
                    <a:pt x="2862237" y="3096768"/>
                  </a:lnTo>
                  <a:lnTo>
                    <a:pt x="2862237" y="3725545"/>
                  </a:lnTo>
                  <a:lnTo>
                    <a:pt x="2833662" y="3725545"/>
                  </a:lnTo>
                  <a:lnTo>
                    <a:pt x="2871762" y="3801745"/>
                  </a:lnTo>
                  <a:lnTo>
                    <a:pt x="2903512" y="3738245"/>
                  </a:lnTo>
                  <a:lnTo>
                    <a:pt x="2909862" y="3725545"/>
                  </a:lnTo>
                  <a:lnTo>
                    <a:pt x="2881287" y="3725545"/>
                  </a:lnTo>
                  <a:lnTo>
                    <a:pt x="2881287" y="3096768"/>
                  </a:lnTo>
                  <a:lnTo>
                    <a:pt x="2909862" y="3096768"/>
                  </a:lnTo>
                  <a:close/>
                </a:path>
                <a:path w="13682980" h="4706620">
                  <a:moveTo>
                    <a:pt x="4370489" y="3096768"/>
                  </a:moveTo>
                  <a:lnTo>
                    <a:pt x="4364139" y="3084068"/>
                  </a:lnTo>
                  <a:lnTo>
                    <a:pt x="4332389" y="3020568"/>
                  </a:lnTo>
                  <a:lnTo>
                    <a:pt x="4294289" y="3096768"/>
                  </a:lnTo>
                  <a:lnTo>
                    <a:pt x="4322864" y="3096768"/>
                  </a:lnTo>
                  <a:lnTo>
                    <a:pt x="4322864" y="4630039"/>
                  </a:lnTo>
                  <a:lnTo>
                    <a:pt x="4294289" y="4630039"/>
                  </a:lnTo>
                  <a:lnTo>
                    <a:pt x="4332389" y="4706239"/>
                  </a:lnTo>
                  <a:lnTo>
                    <a:pt x="4364139" y="4642739"/>
                  </a:lnTo>
                  <a:lnTo>
                    <a:pt x="4370489" y="4630039"/>
                  </a:lnTo>
                  <a:lnTo>
                    <a:pt x="4341914" y="4630039"/>
                  </a:lnTo>
                  <a:lnTo>
                    <a:pt x="4341914" y="3096768"/>
                  </a:lnTo>
                  <a:lnTo>
                    <a:pt x="4370489" y="3096768"/>
                  </a:lnTo>
                  <a:close/>
                </a:path>
                <a:path w="13682980" h="4706620">
                  <a:moveTo>
                    <a:pt x="5072037" y="76200"/>
                  </a:moveTo>
                  <a:lnTo>
                    <a:pt x="5065687" y="63500"/>
                  </a:lnTo>
                  <a:lnTo>
                    <a:pt x="5033937" y="0"/>
                  </a:lnTo>
                  <a:lnTo>
                    <a:pt x="4995837" y="76200"/>
                  </a:lnTo>
                  <a:lnTo>
                    <a:pt x="5024412" y="76200"/>
                  </a:lnTo>
                  <a:lnTo>
                    <a:pt x="5024412" y="704977"/>
                  </a:lnTo>
                  <a:lnTo>
                    <a:pt x="4995837" y="704977"/>
                  </a:lnTo>
                  <a:lnTo>
                    <a:pt x="5033937" y="781177"/>
                  </a:lnTo>
                  <a:lnTo>
                    <a:pt x="5065687" y="717677"/>
                  </a:lnTo>
                  <a:lnTo>
                    <a:pt x="5072037" y="704977"/>
                  </a:lnTo>
                  <a:lnTo>
                    <a:pt x="5043462" y="704977"/>
                  </a:lnTo>
                  <a:lnTo>
                    <a:pt x="5043462" y="76200"/>
                  </a:lnTo>
                  <a:lnTo>
                    <a:pt x="5072037" y="76200"/>
                  </a:lnTo>
                  <a:close/>
                </a:path>
                <a:path w="13682980" h="4706620">
                  <a:moveTo>
                    <a:pt x="5774093" y="3096768"/>
                  </a:moveTo>
                  <a:lnTo>
                    <a:pt x="5767743" y="3084068"/>
                  </a:lnTo>
                  <a:lnTo>
                    <a:pt x="5735993" y="3020568"/>
                  </a:lnTo>
                  <a:lnTo>
                    <a:pt x="5697893" y="3096768"/>
                  </a:lnTo>
                  <a:lnTo>
                    <a:pt x="5726468" y="3096768"/>
                  </a:lnTo>
                  <a:lnTo>
                    <a:pt x="5726468" y="3725545"/>
                  </a:lnTo>
                  <a:lnTo>
                    <a:pt x="5697893" y="3725545"/>
                  </a:lnTo>
                  <a:lnTo>
                    <a:pt x="5735993" y="3801745"/>
                  </a:lnTo>
                  <a:lnTo>
                    <a:pt x="5767743" y="3738245"/>
                  </a:lnTo>
                  <a:lnTo>
                    <a:pt x="5774093" y="3725545"/>
                  </a:lnTo>
                  <a:lnTo>
                    <a:pt x="5745518" y="3725545"/>
                  </a:lnTo>
                  <a:lnTo>
                    <a:pt x="5745518" y="3096768"/>
                  </a:lnTo>
                  <a:lnTo>
                    <a:pt x="5774093" y="3096768"/>
                  </a:lnTo>
                  <a:close/>
                </a:path>
                <a:path w="13682980" h="4706620">
                  <a:moveTo>
                    <a:pt x="7218083" y="76200"/>
                  </a:moveTo>
                  <a:lnTo>
                    <a:pt x="7211733" y="63500"/>
                  </a:lnTo>
                  <a:lnTo>
                    <a:pt x="7179983" y="0"/>
                  </a:lnTo>
                  <a:lnTo>
                    <a:pt x="7141883" y="76200"/>
                  </a:lnTo>
                  <a:lnTo>
                    <a:pt x="7170458" y="76200"/>
                  </a:lnTo>
                  <a:lnTo>
                    <a:pt x="7170458" y="704977"/>
                  </a:lnTo>
                  <a:lnTo>
                    <a:pt x="7141883" y="704977"/>
                  </a:lnTo>
                  <a:lnTo>
                    <a:pt x="7179983" y="781177"/>
                  </a:lnTo>
                  <a:lnTo>
                    <a:pt x="7211733" y="717677"/>
                  </a:lnTo>
                  <a:lnTo>
                    <a:pt x="7218083" y="704977"/>
                  </a:lnTo>
                  <a:lnTo>
                    <a:pt x="7189508" y="704977"/>
                  </a:lnTo>
                  <a:lnTo>
                    <a:pt x="7189508" y="76200"/>
                  </a:lnTo>
                  <a:lnTo>
                    <a:pt x="7218083" y="76200"/>
                  </a:lnTo>
                  <a:close/>
                </a:path>
                <a:path w="13682980" h="4706620">
                  <a:moveTo>
                    <a:pt x="7346988" y="3096768"/>
                  </a:moveTo>
                  <a:lnTo>
                    <a:pt x="7340638" y="3084068"/>
                  </a:lnTo>
                  <a:lnTo>
                    <a:pt x="7308888" y="3020568"/>
                  </a:lnTo>
                  <a:lnTo>
                    <a:pt x="7270788" y="3096768"/>
                  </a:lnTo>
                  <a:lnTo>
                    <a:pt x="7299363" y="3096768"/>
                  </a:lnTo>
                  <a:lnTo>
                    <a:pt x="7299363" y="4630039"/>
                  </a:lnTo>
                  <a:lnTo>
                    <a:pt x="7270788" y="4630039"/>
                  </a:lnTo>
                  <a:lnTo>
                    <a:pt x="7308888" y="4706239"/>
                  </a:lnTo>
                  <a:lnTo>
                    <a:pt x="7340638" y="4642739"/>
                  </a:lnTo>
                  <a:lnTo>
                    <a:pt x="7346988" y="4630039"/>
                  </a:lnTo>
                  <a:lnTo>
                    <a:pt x="7318413" y="4630039"/>
                  </a:lnTo>
                  <a:lnTo>
                    <a:pt x="7318413" y="3096768"/>
                  </a:lnTo>
                  <a:lnTo>
                    <a:pt x="7346988" y="3096768"/>
                  </a:lnTo>
                  <a:close/>
                </a:path>
                <a:path w="13682980" h="4706620">
                  <a:moveTo>
                    <a:pt x="8638451" y="3096768"/>
                  </a:moveTo>
                  <a:lnTo>
                    <a:pt x="8632101" y="3084068"/>
                  </a:lnTo>
                  <a:lnTo>
                    <a:pt x="8600351" y="3020568"/>
                  </a:lnTo>
                  <a:lnTo>
                    <a:pt x="8562251" y="3096768"/>
                  </a:lnTo>
                  <a:lnTo>
                    <a:pt x="8590826" y="3096768"/>
                  </a:lnTo>
                  <a:lnTo>
                    <a:pt x="8590826" y="3725545"/>
                  </a:lnTo>
                  <a:lnTo>
                    <a:pt x="8562251" y="3725545"/>
                  </a:lnTo>
                  <a:lnTo>
                    <a:pt x="8600351" y="3801745"/>
                  </a:lnTo>
                  <a:lnTo>
                    <a:pt x="8632101" y="3738245"/>
                  </a:lnTo>
                  <a:lnTo>
                    <a:pt x="8638451" y="3725545"/>
                  </a:lnTo>
                  <a:lnTo>
                    <a:pt x="8609876" y="3725545"/>
                  </a:lnTo>
                  <a:lnTo>
                    <a:pt x="8609876" y="3096768"/>
                  </a:lnTo>
                  <a:lnTo>
                    <a:pt x="8638451" y="3096768"/>
                  </a:lnTo>
                  <a:close/>
                </a:path>
                <a:path w="13682980" h="4706620">
                  <a:moveTo>
                    <a:pt x="9535579" y="76200"/>
                  </a:moveTo>
                  <a:lnTo>
                    <a:pt x="9529229" y="63500"/>
                  </a:lnTo>
                  <a:lnTo>
                    <a:pt x="9497479" y="0"/>
                  </a:lnTo>
                  <a:lnTo>
                    <a:pt x="9459379" y="76200"/>
                  </a:lnTo>
                  <a:lnTo>
                    <a:pt x="9487954" y="76200"/>
                  </a:lnTo>
                  <a:lnTo>
                    <a:pt x="9487954" y="704977"/>
                  </a:lnTo>
                  <a:lnTo>
                    <a:pt x="9459379" y="704977"/>
                  </a:lnTo>
                  <a:lnTo>
                    <a:pt x="9497479" y="781177"/>
                  </a:lnTo>
                  <a:lnTo>
                    <a:pt x="9529229" y="717677"/>
                  </a:lnTo>
                  <a:lnTo>
                    <a:pt x="9535579" y="704977"/>
                  </a:lnTo>
                  <a:lnTo>
                    <a:pt x="9507004" y="704977"/>
                  </a:lnTo>
                  <a:lnTo>
                    <a:pt x="9507004" y="76200"/>
                  </a:lnTo>
                  <a:lnTo>
                    <a:pt x="9535579" y="76200"/>
                  </a:lnTo>
                  <a:close/>
                </a:path>
                <a:path w="13682980" h="4706620">
                  <a:moveTo>
                    <a:pt x="10252113" y="3096768"/>
                  </a:moveTo>
                  <a:lnTo>
                    <a:pt x="10245763" y="3084068"/>
                  </a:lnTo>
                  <a:lnTo>
                    <a:pt x="10214013" y="3020568"/>
                  </a:lnTo>
                  <a:lnTo>
                    <a:pt x="10175913" y="3096768"/>
                  </a:lnTo>
                  <a:lnTo>
                    <a:pt x="10204488" y="3096768"/>
                  </a:lnTo>
                  <a:lnTo>
                    <a:pt x="10204488" y="4630039"/>
                  </a:lnTo>
                  <a:lnTo>
                    <a:pt x="10175913" y="4630039"/>
                  </a:lnTo>
                  <a:lnTo>
                    <a:pt x="10214013" y="4706239"/>
                  </a:lnTo>
                  <a:lnTo>
                    <a:pt x="10245763" y="4642739"/>
                  </a:lnTo>
                  <a:lnTo>
                    <a:pt x="10252113" y="4630039"/>
                  </a:lnTo>
                  <a:lnTo>
                    <a:pt x="10223538" y="4630039"/>
                  </a:lnTo>
                  <a:lnTo>
                    <a:pt x="10223538" y="3096768"/>
                  </a:lnTo>
                  <a:lnTo>
                    <a:pt x="10252113" y="3096768"/>
                  </a:lnTo>
                  <a:close/>
                </a:path>
                <a:path w="13682980" h="4706620">
                  <a:moveTo>
                    <a:pt x="12193181" y="3096768"/>
                  </a:moveTo>
                  <a:lnTo>
                    <a:pt x="12186831" y="3084068"/>
                  </a:lnTo>
                  <a:lnTo>
                    <a:pt x="12155081" y="3020568"/>
                  </a:lnTo>
                  <a:lnTo>
                    <a:pt x="12116981" y="3096768"/>
                  </a:lnTo>
                  <a:lnTo>
                    <a:pt x="12145556" y="3096768"/>
                  </a:lnTo>
                  <a:lnTo>
                    <a:pt x="12145556" y="3725545"/>
                  </a:lnTo>
                  <a:lnTo>
                    <a:pt x="12116981" y="3725545"/>
                  </a:lnTo>
                  <a:lnTo>
                    <a:pt x="12155081" y="3801745"/>
                  </a:lnTo>
                  <a:lnTo>
                    <a:pt x="12186831" y="3738245"/>
                  </a:lnTo>
                  <a:lnTo>
                    <a:pt x="12193181" y="3725545"/>
                  </a:lnTo>
                  <a:lnTo>
                    <a:pt x="12164606" y="3725545"/>
                  </a:lnTo>
                  <a:lnTo>
                    <a:pt x="12164606" y="3096768"/>
                  </a:lnTo>
                  <a:lnTo>
                    <a:pt x="12193181" y="3096768"/>
                  </a:lnTo>
                  <a:close/>
                </a:path>
                <a:path w="13682980" h="4706620">
                  <a:moveTo>
                    <a:pt x="12477915" y="76200"/>
                  </a:moveTo>
                  <a:lnTo>
                    <a:pt x="12471565" y="63500"/>
                  </a:lnTo>
                  <a:lnTo>
                    <a:pt x="12439815" y="0"/>
                  </a:lnTo>
                  <a:lnTo>
                    <a:pt x="12401715" y="76200"/>
                  </a:lnTo>
                  <a:lnTo>
                    <a:pt x="12430290" y="76200"/>
                  </a:lnTo>
                  <a:lnTo>
                    <a:pt x="12430290" y="704977"/>
                  </a:lnTo>
                  <a:lnTo>
                    <a:pt x="12401715" y="704977"/>
                  </a:lnTo>
                  <a:lnTo>
                    <a:pt x="12439815" y="781177"/>
                  </a:lnTo>
                  <a:lnTo>
                    <a:pt x="12471565" y="717677"/>
                  </a:lnTo>
                  <a:lnTo>
                    <a:pt x="12477915" y="704977"/>
                  </a:lnTo>
                  <a:lnTo>
                    <a:pt x="12449340" y="704977"/>
                  </a:lnTo>
                  <a:lnTo>
                    <a:pt x="12449340" y="76200"/>
                  </a:lnTo>
                  <a:lnTo>
                    <a:pt x="12477915" y="76200"/>
                  </a:lnTo>
                  <a:close/>
                </a:path>
                <a:path w="13682980" h="4706620">
                  <a:moveTo>
                    <a:pt x="13682383" y="1484757"/>
                  </a:moveTo>
                  <a:lnTo>
                    <a:pt x="13676033" y="1472057"/>
                  </a:lnTo>
                  <a:lnTo>
                    <a:pt x="13644283" y="1408557"/>
                  </a:lnTo>
                  <a:lnTo>
                    <a:pt x="13606183" y="1484757"/>
                  </a:lnTo>
                  <a:lnTo>
                    <a:pt x="13634758" y="1484757"/>
                  </a:lnTo>
                  <a:lnTo>
                    <a:pt x="13634758" y="2113534"/>
                  </a:lnTo>
                  <a:lnTo>
                    <a:pt x="13606183" y="2113534"/>
                  </a:lnTo>
                  <a:lnTo>
                    <a:pt x="13644283" y="2189734"/>
                  </a:lnTo>
                  <a:lnTo>
                    <a:pt x="13676033" y="2126234"/>
                  </a:lnTo>
                  <a:lnTo>
                    <a:pt x="13682383" y="2113534"/>
                  </a:lnTo>
                  <a:lnTo>
                    <a:pt x="13653808" y="2113534"/>
                  </a:lnTo>
                  <a:lnTo>
                    <a:pt x="13653808" y="1484757"/>
                  </a:lnTo>
                  <a:lnTo>
                    <a:pt x="13682383" y="1484757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2499848" y="5156453"/>
              <a:ext cx="1399540" cy="219075"/>
            </a:xfrm>
            <a:custGeom>
              <a:avLst/>
              <a:gdLst/>
              <a:ahLst/>
              <a:cxnLst/>
              <a:rect l="l" t="t" r="r" b="b"/>
              <a:pathLst>
                <a:path w="1399540" h="219075">
                  <a:moveTo>
                    <a:pt x="0" y="0"/>
                  </a:moveTo>
                  <a:lnTo>
                    <a:pt x="0" y="218821"/>
                  </a:lnTo>
                </a:path>
                <a:path w="1399540" h="219075">
                  <a:moveTo>
                    <a:pt x="279780" y="0"/>
                  </a:moveTo>
                  <a:lnTo>
                    <a:pt x="279780" y="218821"/>
                  </a:lnTo>
                </a:path>
                <a:path w="1399540" h="219075">
                  <a:moveTo>
                    <a:pt x="559561" y="0"/>
                  </a:moveTo>
                  <a:lnTo>
                    <a:pt x="559561" y="218821"/>
                  </a:lnTo>
                </a:path>
                <a:path w="1399540" h="219075">
                  <a:moveTo>
                    <a:pt x="839342" y="0"/>
                  </a:moveTo>
                  <a:lnTo>
                    <a:pt x="839342" y="218821"/>
                  </a:lnTo>
                </a:path>
                <a:path w="1399540" h="219075">
                  <a:moveTo>
                    <a:pt x="1119250" y="0"/>
                  </a:moveTo>
                  <a:lnTo>
                    <a:pt x="1119250" y="169037"/>
                  </a:lnTo>
                </a:path>
                <a:path w="1399540" h="219075">
                  <a:moveTo>
                    <a:pt x="1399032" y="0"/>
                  </a:moveTo>
                  <a:lnTo>
                    <a:pt x="1399032" y="218821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2363323" y="4837252"/>
              <a:ext cx="1978025" cy="319405"/>
            </a:xfrm>
            <a:custGeom>
              <a:avLst/>
              <a:gdLst/>
              <a:ahLst/>
              <a:cxnLst/>
              <a:rect l="l" t="t" r="r" b="b"/>
              <a:pathLst>
                <a:path w="1978025" h="319404">
                  <a:moveTo>
                    <a:pt x="1977644" y="0"/>
                  </a:moveTo>
                  <a:lnTo>
                    <a:pt x="0" y="0"/>
                  </a:lnTo>
                  <a:lnTo>
                    <a:pt x="0" y="319201"/>
                  </a:lnTo>
                  <a:lnTo>
                    <a:pt x="1977644" y="319201"/>
                  </a:lnTo>
                  <a:lnTo>
                    <a:pt x="1977644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2652120" y="5001133"/>
              <a:ext cx="1399540" cy="156845"/>
            </a:xfrm>
            <a:custGeom>
              <a:avLst/>
              <a:gdLst/>
              <a:ahLst/>
              <a:cxnLst/>
              <a:rect l="l" t="t" r="r" b="b"/>
              <a:pathLst>
                <a:path w="1399540" h="156845">
                  <a:moveTo>
                    <a:pt x="0" y="0"/>
                  </a:moveTo>
                  <a:lnTo>
                    <a:pt x="0" y="156590"/>
                  </a:lnTo>
                </a:path>
                <a:path w="1399540" h="156845">
                  <a:moveTo>
                    <a:pt x="279780" y="0"/>
                  </a:moveTo>
                  <a:lnTo>
                    <a:pt x="279780" y="156590"/>
                  </a:lnTo>
                </a:path>
                <a:path w="1399540" h="156845">
                  <a:moveTo>
                    <a:pt x="559561" y="0"/>
                  </a:moveTo>
                  <a:lnTo>
                    <a:pt x="559561" y="156590"/>
                  </a:lnTo>
                </a:path>
                <a:path w="1399540" h="156845">
                  <a:moveTo>
                    <a:pt x="839342" y="0"/>
                  </a:moveTo>
                  <a:lnTo>
                    <a:pt x="839342" y="156590"/>
                  </a:lnTo>
                </a:path>
                <a:path w="1399540" h="156845">
                  <a:moveTo>
                    <a:pt x="1119123" y="0"/>
                  </a:moveTo>
                  <a:lnTo>
                    <a:pt x="1119123" y="156590"/>
                  </a:lnTo>
                </a:path>
                <a:path w="1399540" h="156845">
                  <a:moveTo>
                    <a:pt x="1399032" y="0"/>
                  </a:moveTo>
                  <a:lnTo>
                    <a:pt x="1399032" y="156590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2582398" y="4639335"/>
              <a:ext cx="1539875" cy="361950"/>
            </a:xfrm>
            <a:custGeom>
              <a:avLst/>
              <a:gdLst/>
              <a:ahLst/>
              <a:cxnLst/>
              <a:rect l="l" t="t" r="r" b="b"/>
              <a:pathLst>
                <a:path w="1539875" h="361950">
                  <a:moveTo>
                    <a:pt x="1539621" y="0"/>
                  </a:moveTo>
                  <a:lnTo>
                    <a:pt x="0" y="0"/>
                  </a:lnTo>
                  <a:lnTo>
                    <a:pt x="0" y="361797"/>
                  </a:lnTo>
                  <a:lnTo>
                    <a:pt x="1539621" y="361797"/>
                  </a:lnTo>
                  <a:lnTo>
                    <a:pt x="1539621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 descr=""/>
          <p:cNvSpPr txBox="1"/>
          <p:nvPr/>
        </p:nvSpPr>
        <p:spPr>
          <a:xfrm>
            <a:off x="12694666" y="4675378"/>
            <a:ext cx="13163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204" b="1">
                <a:solidFill>
                  <a:srgbClr val="173360"/>
                </a:solidFill>
                <a:latin typeface="Calibri"/>
                <a:cs typeface="Calibri"/>
              </a:rPr>
              <a:t>Products</a:t>
            </a:r>
            <a:r>
              <a:rPr dirty="0" sz="16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60" b="1">
                <a:solidFill>
                  <a:srgbClr val="173360"/>
                </a:solidFill>
                <a:latin typeface="Calibri"/>
                <a:cs typeface="Calibri"/>
              </a:rPr>
              <a:t>(</a:t>
            </a:r>
            <a:r>
              <a:rPr dirty="0" sz="1600" spc="60" b="1">
                <a:solidFill>
                  <a:srgbClr val="D7365D"/>
                </a:solidFill>
                <a:latin typeface="Calibri"/>
                <a:cs typeface="Calibri"/>
              </a:rPr>
              <a:t>3</a:t>
            </a:r>
            <a:r>
              <a:rPr dirty="0" sz="1600" spc="60" b="1">
                <a:solidFill>
                  <a:srgbClr val="17336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1002753" y="3421786"/>
            <a:ext cx="1546860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375"/>
              </a:spcBef>
            </a:pPr>
            <a:r>
              <a:rPr dirty="0" sz="1600" spc="250" b="1">
                <a:solidFill>
                  <a:srgbClr val="173360"/>
                </a:solidFill>
                <a:latin typeface="Calibri"/>
                <a:cs typeface="Calibri"/>
              </a:rPr>
              <a:t>STORE</a:t>
            </a:r>
            <a:r>
              <a:rPr dirty="0" sz="1600" spc="10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173360"/>
                </a:solidFill>
                <a:latin typeface="Calibri"/>
                <a:cs typeface="Calibri"/>
              </a:rPr>
              <a:t>(PoS)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5526023" y="3421786"/>
            <a:ext cx="1546860" cy="361950"/>
          </a:xfrm>
          <a:prstGeom prst="rect">
            <a:avLst/>
          </a:prstGeom>
          <a:solidFill>
            <a:srgbClr val="040430"/>
          </a:solidFill>
        </p:spPr>
        <p:txBody>
          <a:bodyPr wrap="square" lIns="0" tIns="47625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75"/>
              </a:spcBef>
            </a:pPr>
            <a:r>
              <a:rPr dirty="0" sz="1600" spc="250" b="1">
                <a:solidFill>
                  <a:srgbClr val="173360"/>
                </a:solidFill>
                <a:latin typeface="Calibri"/>
                <a:cs typeface="Calibri"/>
              </a:rPr>
              <a:t>STORE</a:t>
            </a:r>
            <a:r>
              <a:rPr dirty="0" sz="1600" spc="10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173360"/>
                </a:solidFill>
                <a:latin typeface="Calibri"/>
                <a:cs typeface="Calibri"/>
              </a:rPr>
              <a:t>(PoS)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7737475" y="5323078"/>
            <a:ext cx="16122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8455" marR="5080" indent="-326390">
              <a:lnSpc>
                <a:spcPct val="100000"/>
              </a:lnSpc>
              <a:spcBef>
                <a:spcPts val="100"/>
              </a:spcBef>
            </a:pPr>
            <a:r>
              <a:rPr dirty="0" sz="2400" spc="295" b="1" i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2400" spc="295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2400" spc="325" b="1" i="1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4" name="object 134" descr=""/>
          <p:cNvGrpSpPr/>
          <p:nvPr/>
        </p:nvGrpSpPr>
        <p:grpSpPr>
          <a:xfrm>
            <a:off x="15073503" y="2199220"/>
            <a:ext cx="2759710" cy="896619"/>
            <a:chOff x="15073503" y="2199220"/>
            <a:chExt cx="2759710" cy="896619"/>
          </a:xfrm>
        </p:grpSpPr>
        <p:sp>
          <p:nvSpPr>
            <p:cNvPr id="135" name="object 135" descr=""/>
            <p:cNvSpPr/>
            <p:nvPr/>
          </p:nvSpPr>
          <p:spPr>
            <a:xfrm>
              <a:off x="15073503" y="2199220"/>
              <a:ext cx="2759710" cy="896619"/>
            </a:xfrm>
            <a:custGeom>
              <a:avLst/>
              <a:gdLst/>
              <a:ahLst/>
              <a:cxnLst/>
              <a:rect l="l" t="t" r="r" b="b"/>
              <a:pathLst>
                <a:path w="2759709" h="896619">
                  <a:moveTo>
                    <a:pt x="2759329" y="0"/>
                  </a:moveTo>
                  <a:lnTo>
                    <a:pt x="0" y="0"/>
                  </a:lnTo>
                  <a:lnTo>
                    <a:pt x="0" y="896277"/>
                  </a:lnTo>
                  <a:lnTo>
                    <a:pt x="2759329" y="896277"/>
                  </a:lnTo>
                  <a:lnTo>
                    <a:pt x="2759329" y="0"/>
                  </a:lnTo>
                  <a:close/>
                </a:path>
              </a:pathLst>
            </a:custGeom>
            <a:solidFill>
              <a:srgbClr val="CE0D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254351" y="2376424"/>
              <a:ext cx="2399410" cy="560451"/>
            </a:xfrm>
            <a:prstGeom prst="rect">
              <a:avLst/>
            </a:prstGeom>
          </p:spPr>
        </p:pic>
      </p:grpSp>
      <p:sp>
        <p:nvSpPr>
          <p:cNvPr id="137" name="object 137" descr=""/>
          <p:cNvSpPr/>
          <p:nvPr/>
        </p:nvSpPr>
        <p:spPr>
          <a:xfrm>
            <a:off x="12374931" y="7660496"/>
            <a:ext cx="1864995" cy="1071245"/>
          </a:xfrm>
          <a:custGeom>
            <a:avLst/>
            <a:gdLst/>
            <a:ahLst/>
            <a:cxnLst/>
            <a:rect l="l" t="t" r="r" b="b"/>
            <a:pathLst>
              <a:path w="1864994" h="1071245">
                <a:moveTo>
                  <a:pt x="1145013" y="0"/>
                </a:moveTo>
                <a:lnTo>
                  <a:pt x="1081786" y="5782"/>
                </a:lnTo>
                <a:lnTo>
                  <a:pt x="1014424" y="24780"/>
                </a:lnTo>
                <a:lnTo>
                  <a:pt x="952049" y="53590"/>
                </a:lnTo>
                <a:lnTo>
                  <a:pt x="901430" y="89995"/>
                </a:lnTo>
                <a:lnTo>
                  <a:pt x="861588" y="129990"/>
                </a:lnTo>
                <a:lnTo>
                  <a:pt x="831544" y="169569"/>
                </a:lnTo>
                <a:lnTo>
                  <a:pt x="810317" y="204728"/>
                </a:lnTo>
                <a:lnTo>
                  <a:pt x="790396" y="245760"/>
                </a:lnTo>
                <a:lnTo>
                  <a:pt x="766969" y="239008"/>
                </a:lnTo>
                <a:lnTo>
                  <a:pt x="727796" y="231488"/>
                </a:lnTo>
                <a:lnTo>
                  <a:pt x="676333" y="228131"/>
                </a:lnTo>
                <a:lnTo>
                  <a:pt x="616038" y="233869"/>
                </a:lnTo>
                <a:lnTo>
                  <a:pt x="550366" y="253634"/>
                </a:lnTo>
                <a:lnTo>
                  <a:pt x="488457" y="285819"/>
                </a:lnTo>
                <a:lnTo>
                  <a:pt x="439145" y="325601"/>
                </a:lnTo>
                <a:lnTo>
                  <a:pt x="401309" y="368977"/>
                </a:lnTo>
                <a:lnTo>
                  <a:pt x="373830" y="411945"/>
                </a:lnTo>
                <a:lnTo>
                  <a:pt x="355589" y="450501"/>
                </a:lnTo>
                <a:lnTo>
                  <a:pt x="342340" y="498363"/>
                </a:lnTo>
                <a:lnTo>
                  <a:pt x="322263" y="494848"/>
                </a:lnTo>
                <a:lnTo>
                  <a:pt x="244327" y="499268"/>
                </a:lnTo>
                <a:lnTo>
                  <a:pt x="193580" y="512898"/>
                </a:lnTo>
                <a:lnTo>
                  <a:pt x="139722" y="537936"/>
                </a:lnTo>
                <a:lnTo>
                  <a:pt x="86308" y="577230"/>
                </a:lnTo>
                <a:lnTo>
                  <a:pt x="55050" y="613817"/>
                </a:lnTo>
                <a:lnTo>
                  <a:pt x="30231" y="655224"/>
                </a:lnTo>
                <a:lnTo>
                  <a:pt x="12409" y="700488"/>
                </a:lnTo>
                <a:lnTo>
                  <a:pt x="2146" y="748644"/>
                </a:lnTo>
                <a:lnTo>
                  <a:pt x="0" y="798729"/>
                </a:lnTo>
                <a:lnTo>
                  <a:pt x="6531" y="849778"/>
                </a:lnTo>
                <a:lnTo>
                  <a:pt x="22300" y="900826"/>
                </a:lnTo>
                <a:lnTo>
                  <a:pt x="47072" y="945210"/>
                </a:lnTo>
                <a:lnTo>
                  <a:pt x="79403" y="983380"/>
                </a:lnTo>
                <a:lnTo>
                  <a:pt x="118032" y="1014923"/>
                </a:lnTo>
                <a:lnTo>
                  <a:pt x="161699" y="1039426"/>
                </a:lnTo>
                <a:lnTo>
                  <a:pt x="209145" y="1056475"/>
                </a:lnTo>
                <a:lnTo>
                  <a:pt x="259111" y="1065658"/>
                </a:lnTo>
                <a:lnTo>
                  <a:pt x="310336" y="1066561"/>
                </a:lnTo>
                <a:lnTo>
                  <a:pt x="1510613" y="1066561"/>
                </a:lnTo>
                <a:lnTo>
                  <a:pt x="1532865" y="1070744"/>
                </a:lnTo>
                <a:lnTo>
                  <a:pt x="1598374" y="1064347"/>
                </a:lnTo>
                <a:lnTo>
                  <a:pt x="1638629" y="1050813"/>
                </a:lnTo>
                <a:lnTo>
                  <a:pt x="1701887" y="1022177"/>
                </a:lnTo>
                <a:lnTo>
                  <a:pt x="1748642" y="987647"/>
                </a:lnTo>
                <a:lnTo>
                  <a:pt x="1780396" y="953140"/>
                </a:lnTo>
                <a:lnTo>
                  <a:pt x="1798649" y="924575"/>
                </a:lnTo>
                <a:lnTo>
                  <a:pt x="1816059" y="898469"/>
                </a:lnTo>
                <a:lnTo>
                  <a:pt x="1836157" y="859866"/>
                </a:lnTo>
                <a:lnTo>
                  <a:pt x="1853952" y="811418"/>
                </a:lnTo>
                <a:lnTo>
                  <a:pt x="1864449" y="755777"/>
                </a:lnTo>
                <a:lnTo>
                  <a:pt x="1862657" y="695594"/>
                </a:lnTo>
                <a:lnTo>
                  <a:pt x="1854560" y="653539"/>
                </a:lnTo>
                <a:lnTo>
                  <a:pt x="1840126" y="612848"/>
                </a:lnTo>
                <a:lnTo>
                  <a:pt x="1819739" y="573952"/>
                </a:lnTo>
                <a:lnTo>
                  <a:pt x="1793784" y="537277"/>
                </a:lnTo>
                <a:lnTo>
                  <a:pt x="1762644" y="503253"/>
                </a:lnTo>
                <a:lnTo>
                  <a:pt x="1726704" y="472307"/>
                </a:lnTo>
                <a:lnTo>
                  <a:pt x="1686347" y="444868"/>
                </a:lnTo>
                <a:lnTo>
                  <a:pt x="1641957" y="421364"/>
                </a:lnTo>
                <a:lnTo>
                  <a:pt x="1593919" y="402223"/>
                </a:lnTo>
                <a:lnTo>
                  <a:pt x="1542617" y="387873"/>
                </a:lnTo>
                <a:lnTo>
                  <a:pt x="1541960" y="374604"/>
                </a:lnTo>
                <a:lnTo>
                  <a:pt x="1531647" y="312210"/>
                </a:lnTo>
                <a:lnTo>
                  <a:pt x="1518614" y="268446"/>
                </a:lnTo>
                <a:lnTo>
                  <a:pt x="1498080" y="219877"/>
                </a:lnTo>
                <a:lnTo>
                  <a:pt x="1468357" y="169185"/>
                </a:lnTo>
                <a:lnTo>
                  <a:pt x="1427759" y="119050"/>
                </a:lnTo>
                <a:lnTo>
                  <a:pt x="1374596" y="72151"/>
                </a:lnTo>
                <a:lnTo>
                  <a:pt x="1334089" y="48069"/>
                </a:lnTo>
                <a:lnTo>
                  <a:pt x="1298642" y="31468"/>
                </a:lnTo>
                <a:lnTo>
                  <a:pt x="1254565" y="15890"/>
                </a:lnTo>
                <a:lnTo>
                  <a:pt x="1202981" y="4385"/>
                </a:lnTo>
                <a:lnTo>
                  <a:pt x="1145013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 descr=""/>
          <p:cNvSpPr txBox="1"/>
          <p:nvPr/>
        </p:nvSpPr>
        <p:spPr>
          <a:xfrm>
            <a:off x="13101573" y="7873441"/>
            <a:ext cx="400050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0" spc="570" b="1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139" name="object 139" descr=""/>
          <p:cNvSpPr/>
          <p:nvPr/>
        </p:nvSpPr>
        <p:spPr>
          <a:xfrm>
            <a:off x="6469380" y="5097398"/>
            <a:ext cx="1224915" cy="1243330"/>
          </a:xfrm>
          <a:custGeom>
            <a:avLst/>
            <a:gdLst/>
            <a:ahLst/>
            <a:cxnLst/>
            <a:rect l="l" t="t" r="r" b="b"/>
            <a:pathLst>
              <a:path w="1224915" h="1243329">
                <a:moveTo>
                  <a:pt x="986028" y="607695"/>
                </a:moveTo>
                <a:lnTo>
                  <a:pt x="962507" y="605764"/>
                </a:lnTo>
                <a:lnTo>
                  <a:pt x="939101" y="604393"/>
                </a:lnTo>
                <a:lnTo>
                  <a:pt x="892937" y="602615"/>
                </a:lnTo>
                <a:lnTo>
                  <a:pt x="796671" y="601726"/>
                </a:lnTo>
                <a:lnTo>
                  <a:pt x="673912" y="599020"/>
                </a:lnTo>
                <a:lnTo>
                  <a:pt x="632841" y="598678"/>
                </a:lnTo>
                <a:lnTo>
                  <a:pt x="632802" y="557911"/>
                </a:lnTo>
                <a:lnTo>
                  <a:pt x="632701" y="535876"/>
                </a:lnTo>
                <a:lnTo>
                  <a:pt x="632040" y="474472"/>
                </a:lnTo>
                <a:lnTo>
                  <a:pt x="630948" y="433197"/>
                </a:lnTo>
                <a:lnTo>
                  <a:pt x="629031" y="343535"/>
                </a:lnTo>
                <a:lnTo>
                  <a:pt x="628992" y="342036"/>
                </a:lnTo>
                <a:lnTo>
                  <a:pt x="628904" y="337439"/>
                </a:lnTo>
                <a:lnTo>
                  <a:pt x="627976" y="313550"/>
                </a:lnTo>
                <a:lnTo>
                  <a:pt x="626821" y="289763"/>
                </a:lnTo>
                <a:lnTo>
                  <a:pt x="625487" y="266153"/>
                </a:lnTo>
                <a:lnTo>
                  <a:pt x="624078" y="242824"/>
                </a:lnTo>
                <a:lnTo>
                  <a:pt x="598551" y="242824"/>
                </a:lnTo>
                <a:lnTo>
                  <a:pt x="595312" y="289763"/>
                </a:lnTo>
                <a:lnTo>
                  <a:pt x="593445" y="342036"/>
                </a:lnTo>
                <a:lnTo>
                  <a:pt x="590080" y="451688"/>
                </a:lnTo>
                <a:lnTo>
                  <a:pt x="590016" y="456285"/>
                </a:lnTo>
                <a:lnTo>
                  <a:pt x="589902" y="463169"/>
                </a:lnTo>
                <a:lnTo>
                  <a:pt x="589788" y="471131"/>
                </a:lnTo>
                <a:lnTo>
                  <a:pt x="589661" y="510032"/>
                </a:lnTo>
                <a:lnTo>
                  <a:pt x="582015" y="492480"/>
                </a:lnTo>
                <a:lnTo>
                  <a:pt x="574103" y="474472"/>
                </a:lnTo>
                <a:lnTo>
                  <a:pt x="566369" y="456285"/>
                </a:lnTo>
                <a:lnTo>
                  <a:pt x="559308" y="438150"/>
                </a:lnTo>
                <a:lnTo>
                  <a:pt x="521081" y="351409"/>
                </a:lnTo>
                <a:lnTo>
                  <a:pt x="510870" y="329768"/>
                </a:lnTo>
                <a:lnTo>
                  <a:pt x="490893" y="286385"/>
                </a:lnTo>
                <a:lnTo>
                  <a:pt x="480695" y="264668"/>
                </a:lnTo>
                <a:lnTo>
                  <a:pt x="456311" y="274701"/>
                </a:lnTo>
                <a:lnTo>
                  <a:pt x="463816" y="297167"/>
                </a:lnTo>
                <a:lnTo>
                  <a:pt x="471614" y="319595"/>
                </a:lnTo>
                <a:lnTo>
                  <a:pt x="479590" y="342036"/>
                </a:lnTo>
                <a:lnTo>
                  <a:pt x="487680" y="364490"/>
                </a:lnTo>
                <a:lnTo>
                  <a:pt x="521081" y="453136"/>
                </a:lnTo>
                <a:lnTo>
                  <a:pt x="528256" y="471678"/>
                </a:lnTo>
                <a:lnTo>
                  <a:pt x="542277" y="508393"/>
                </a:lnTo>
                <a:lnTo>
                  <a:pt x="549529" y="526923"/>
                </a:lnTo>
                <a:lnTo>
                  <a:pt x="535520" y="513054"/>
                </a:lnTo>
                <a:lnTo>
                  <a:pt x="507517" y="486016"/>
                </a:lnTo>
                <a:lnTo>
                  <a:pt x="426847" y="407289"/>
                </a:lnTo>
                <a:lnTo>
                  <a:pt x="391858" y="375031"/>
                </a:lnTo>
                <a:lnTo>
                  <a:pt x="356108" y="343535"/>
                </a:lnTo>
                <a:lnTo>
                  <a:pt x="338455" y="362458"/>
                </a:lnTo>
                <a:lnTo>
                  <a:pt x="400304" y="433197"/>
                </a:lnTo>
                <a:lnTo>
                  <a:pt x="464058" y="502031"/>
                </a:lnTo>
                <a:lnTo>
                  <a:pt x="477469" y="516077"/>
                </a:lnTo>
                <a:lnTo>
                  <a:pt x="504685" y="543814"/>
                </a:lnTo>
                <a:lnTo>
                  <a:pt x="518033" y="557911"/>
                </a:lnTo>
                <a:lnTo>
                  <a:pt x="464820" y="535876"/>
                </a:lnTo>
                <a:lnTo>
                  <a:pt x="359156" y="496062"/>
                </a:lnTo>
                <a:lnTo>
                  <a:pt x="337045" y="488086"/>
                </a:lnTo>
                <a:lnTo>
                  <a:pt x="292976" y="471131"/>
                </a:lnTo>
                <a:lnTo>
                  <a:pt x="270764" y="463169"/>
                </a:lnTo>
                <a:lnTo>
                  <a:pt x="261785" y="486016"/>
                </a:lnTo>
                <a:lnTo>
                  <a:pt x="261023" y="488086"/>
                </a:lnTo>
                <a:lnTo>
                  <a:pt x="345313" y="528955"/>
                </a:lnTo>
                <a:lnTo>
                  <a:pt x="431673" y="567817"/>
                </a:lnTo>
                <a:lnTo>
                  <a:pt x="448805" y="575919"/>
                </a:lnTo>
                <a:lnTo>
                  <a:pt x="466305" y="583679"/>
                </a:lnTo>
                <a:lnTo>
                  <a:pt x="484136" y="591235"/>
                </a:lnTo>
                <a:lnTo>
                  <a:pt x="502285" y="598678"/>
                </a:lnTo>
                <a:lnTo>
                  <a:pt x="482612" y="599020"/>
                </a:lnTo>
                <a:lnTo>
                  <a:pt x="444169" y="600392"/>
                </a:lnTo>
                <a:lnTo>
                  <a:pt x="418211" y="600824"/>
                </a:lnTo>
                <a:lnTo>
                  <a:pt x="419493" y="600824"/>
                </a:lnTo>
                <a:lnTo>
                  <a:pt x="331724" y="602615"/>
                </a:lnTo>
                <a:lnTo>
                  <a:pt x="308698" y="603554"/>
                </a:lnTo>
                <a:lnTo>
                  <a:pt x="238506" y="607695"/>
                </a:lnTo>
                <a:lnTo>
                  <a:pt x="238506" y="633603"/>
                </a:lnTo>
                <a:lnTo>
                  <a:pt x="262013" y="635469"/>
                </a:lnTo>
                <a:lnTo>
                  <a:pt x="285445" y="636803"/>
                </a:lnTo>
                <a:lnTo>
                  <a:pt x="424942" y="641604"/>
                </a:lnTo>
                <a:lnTo>
                  <a:pt x="589661" y="643636"/>
                </a:lnTo>
                <a:lnTo>
                  <a:pt x="589775" y="673481"/>
                </a:lnTo>
                <a:lnTo>
                  <a:pt x="590270" y="726503"/>
                </a:lnTo>
                <a:lnTo>
                  <a:pt x="590918" y="768210"/>
                </a:lnTo>
                <a:lnTo>
                  <a:pt x="591693" y="811149"/>
                </a:lnTo>
                <a:lnTo>
                  <a:pt x="595325" y="929309"/>
                </a:lnTo>
                <a:lnTo>
                  <a:pt x="597598" y="976503"/>
                </a:lnTo>
                <a:lnTo>
                  <a:pt x="597623" y="977049"/>
                </a:lnTo>
                <a:lnTo>
                  <a:pt x="599567" y="1000506"/>
                </a:lnTo>
                <a:lnTo>
                  <a:pt x="624078" y="1000506"/>
                </a:lnTo>
                <a:lnTo>
                  <a:pt x="626719" y="955027"/>
                </a:lnTo>
                <a:lnTo>
                  <a:pt x="628904" y="905764"/>
                </a:lnTo>
                <a:lnTo>
                  <a:pt x="630936" y="811149"/>
                </a:lnTo>
                <a:lnTo>
                  <a:pt x="632028" y="791349"/>
                </a:lnTo>
                <a:lnTo>
                  <a:pt x="632599" y="771271"/>
                </a:lnTo>
                <a:lnTo>
                  <a:pt x="632625" y="768210"/>
                </a:lnTo>
                <a:lnTo>
                  <a:pt x="632739" y="757008"/>
                </a:lnTo>
                <a:lnTo>
                  <a:pt x="632841" y="731266"/>
                </a:lnTo>
                <a:lnTo>
                  <a:pt x="640422" y="749858"/>
                </a:lnTo>
                <a:lnTo>
                  <a:pt x="648246" y="768210"/>
                </a:lnTo>
                <a:lnTo>
                  <a:pt x="664337" y="805053"/>
                </a:lnTo>
                <a:lnTo>
                  <a:pt x="702564" y="890778"/>
                </a:lnTo>
                <a:lnTo>
                  <a:pt x="712558" y="912342"/>
                </a:lnTo>
                <a:lnTo>
                  <a:pt x="722287" y="933691"/>
                </a:lnTo>
                <a:lnTo>
                  <a:pt x="732180" y="955027"/>
                </a:lnTo>
                <a:lnTo>
                  <a:pt x="742696" y="976503"/>
                </a:lnTo>
                <a:lnTo>
                  <a:pt x="765302" y="967613"/>
                </a:lnTo>
                <a:lnTo>
                  <a:pt x="757643" y="945159"/>
                </a:lnTo>
                <a:lnTo>
                  <a:pt x="741578" y="900341"/>
                </a:lnTo>
                <a:lnTo>
                  <a:pt x="733933" y="877951"/>
                </a:lnTo>
                <a:lnTo>
                  <a:pt x="701548" y="789178"/>
                </a:lnTo>
                <a:lnTo>
                  <a:pt x="693407" y="768413"/>
                </a:lnTo>
                <a:lnTo>
                  <a:pt x="687057" y="752043"/>
                </a:lnTo>
                <a:lnTo>
                  <a:pt x="679856" y="733056"/>
                </a:lnTo>
                <a:lnTo>
                  <a:pt x="679221" y="731266"/>
                </a:lnTo>
                <a:lnTo>
                  <a:pt x="673100" y="714375"/>
                </a:lnTo>
                <a:lnTo>
                  <a:pt x="701675" y="742784"/>
                </a:lnTo>
                <a:lnTo>
                  <a:pt x="731012" y="771271"/>
                </a:lnTo>
                <a:lnTo>
                  <a:pt x="799719" y="836041"/>
                </a:lnTo>
                <a:lnTo>
                  <a:pt x="833755" y="867587"/>
                </a:lnTo>
                <a:lnTo>
                  <a:pt x="869315" y="899795"/>
                </a:lnTo>
                <a:lnTo>
                  <a:pt x="886079" y="881888"/>
                </a:lnTo>
                <a:lnTo>
                  <a:pt x="824230" y="811149"/>
                </a:lnTo>
                <a:lnTo>
                  <a:pt x="760476" y="741299"/>
                </a:lnTo>
                <a:lnTo>
                  <a:pt x="746467" y="726503"/>
                </a:lnTo>
                <a:lnTo>
                  <a:pt x="734834" y="714375"/>
                </a:lnTo>
                <a:lnTo>
                  <a:pt x="718464" y="697306"/>
                </a:lnTo>
                <a:lnTo>
                  <a:pt x="704469" y="682498"/>
                </a:lnTo>
                <a:lnTo>
                  <a:pt x="741299" y="697306"/>
                </a:lnTo>
                <a:lnTo>
                  <a:pt x="759688" y="704469"/>
                </a:lnTo>
                <a:lnTo>
                  <a:pt x="865505" y="744220"/>
                </a:lnTo>
                <a:lnTo>
                  <a:pt x="887526" y="752043"/>
                </a:lnTo>
                <a:lnTo>
                  <a:pt x="931608" y="768413"/>
                </a:lnTo>
                <a:lnTo>
                  <a:pt x="953643" y="776224"/>
                </a:lnTo>
                <a:lnTo>
                  <a:pt x="962533" y="753237"/>
                </a:lnTo>
                <a:lnTo>
                  <a:pt x="878078" y="712343"/>
                </a:lnTo>
                <a:lnTo>
                  <a:pt x="812622" y="682498"/>
                </a:lnTo>
                <a:lnTo>
                  <a:pt x="792861" y="673481"/>
                </a:lnTo>
                <a:lnTo>
                  <a:pt x="721106" y="641604"/>
                </a:lnTo>
                <a:lnTo>
                  <a:pt x="740422" y="641286"/>
                </a:lnTo>
                <a:lnTo>
                  <a:pt x="779818" y="639889"/>
                </a:lnTo>
                <a:lnTo>
                  <a:pt x="892937" y="637540"/>
                </a:lnTo>
                <a:lnTo>
                  <a:pt x="915873" y="636625"/>
                </a:lnTo>
                <a:lnTo>
                  <a:pt x="986028" y="632587"/>
                </a:lnTo>
                <a:lnTo>
                  <a:pt x="986028" y="607695"/>
                </a:lnTo>
                <a:close/>
              </a:path>
              <a:path w="1224915" h="1243329">
                <a:moveTo>
                  <a:pt x="1224534" y="621157"/>
                </a:moveTo>
                <a:lnTo>
                  <a:pt x="1222717" y="573633"/>
                </a:lnTo>
                <a:lnTo>
                  <a:pt x="1222679" y="572630"/>
                </a:lnTo>
                <a:lnTo>
                  <a:pt x="1217345" y="526097"/>
                </a:lnTo>
                <a:lnTo>
                  <a:pt x="1208379" y="478993"/>
                </a:lnTo>
                <a:lnTo>
                  <a:pt x="1196086" y="433679"/>
                </a:lnTo>
                <a:lnTo>
                  <a:pt x="1180668" y="390055"/>
                </a:lnTo>
                <a:lnTo>
                  <a:pt x="1166622" y="358101"/>
                </a:lnTo>
                <a:lnTo>
                  <a:pt x="1166622" y="621157"/>
                </a:lnTo>
                <a:lnTo>
                  <a:pt x="1164564" y="669696"/>
                </a:lnTo>
                <a:lnTo>
                  <a:pt x="1158557" y="716978"/>
                </a:lnTo>
                <a:lnTo>
                  <a:pt x="1148740" y="763041"/>
                </a:lnTo>
                <a:lnTo>
                  <a:pt x="1135291" y="807643"/>
                </a:lnTo>
                <a:lnTo>
                  <a:pt x="1118374" y="850607"/>
                </a:lnTo>
                <a:lnTo>
                  <a:pt x="1098156" y="891768"/>
                </a:lnTo>
                <a:lnTo>
                  <a:pt x="1074813" y="930960"/>
                </a:lnTo>
                <a:lnTo>
                  <a:pt x="1048512" y="967994"/>
                </a:lnTo>
                <a:lnTo>
                  <a:pt x="1019416" y="1002715"/>
                </a:lnTo>
                <a:lnTo>
                  <a:pt x="987704" y="1034935"/>
                </a:lnTo>
                <a:lnTo>
                  <a:pt x="953541" y="1064501"/>
                </a:lnTo>
                <a:lnTo>
                  <a:pt x="917105" y="1091234"/>
                </a:lnTo>
                <a:lnTo>
                  <a:pt x="878535" y="1114958"/>
                </a:lnTo>
                <a:lnTo>
                  <a:pt x="838034" y="1135507"/>
                </a:lnTo>
                <a:lnTo>
                  <a:pt x="795756" y="1152690"/>
                </a:lnTo>
                <a:lnTo>
                  <a:pt x="751865" y="1166368"/>
                </a:lnTo>
                <a:lnTo>
                  <a:pt x="706551" y="1176350"/>
                </a:lnTo>
                <a:lnTo>
                  <a:pt x="659955" y="1182458"/>
                </a:lnTo>
                <a:lnTo>
                  <a:pt x="612267" y="1184529"/>
                </a:lnTo>
                <a:lnTo>
                  <a:pt x="564565" y="1182458"/>
                </a:lnTo>
                <a:lnTo>
                  <a:pt x="517969" y="1176350"/>
                </a:lnTo>
                <a:lnTo>
                  <a:pt x="472655" y="1166368"/>
                </a:lnTo>
                <a:lnTo>
                  <a:pt x="428764" y="1152690"/>
                </a:lnTo>
                <a:lnTo>
                  <a:pt x="386486" y="1135507"/>
                </a:lnTo>
                <a:lnTo>
                  <a:pt x="345986" y="1114958"/>
                </a:lnTo>
                <a:lnTo>
                  <a:pt x="307416" y="1091234"/>
                </a:lnTo>
                <a:lnTo>
                  <a:pt x="270979" y="1064501"/>
                </a:lnTo>
                <a:lnTo>
                  <a:pt x="236816" y="1034935"/>
                </a:lnTo>
                <a:lnTo>
                  <a:pt x="205105" y="1002715"/>
                </a:lnTo>
                <a:lnTo>
                  <a:pt x="176009" y="967994"/>
                </a:lnTo>
                <a:lnTo>
                  <a:pt x="149707" y="930960"/>
                </a:lnTo>
                <a:lnTo>
                  <a:pt x="126365" y="891768"/>
                </a:lnTo>
                <a:lnTo>
                  <a:pt x="106146" y="850607"/>
                </a:lnTo>
                <a:lnTo>
                  <a:pt x="89230" y="807643"/>
                </a:lnTo>
                <a:lnTo>
                  <a:pt x="75780" y="763041"/>
                </a:lnTo>
                <a:lnTo>
                  <a:pt x="66014" y="717219"/>
                </a:lnTo>
                <a:lnTo>
                  <a:pt x="59956" y="669696"/>
                </a:lnTo>
                <a:lnTo>
                  <a:pt x="57950" y="622173"/>
                </a:lnTo>
                <a:lnTo>
                  <a:pt x="57912" y="621157"/>
                </a:lnTo>
                <a:lnTo>
                  <a:pt x="59905" y="573633"/>
                </a:lnTo>
                <a:lnTo>
                  <a:pt x="59944" y="572630"/>
                </a:lnTo>
                <a:lnTo>
                  <a:pt x="65836" y="526097"/>
                </a:lnTo>
                <a:lnTo>
                  <a:pt x="65963" y="525119"/>
                </a:lnTo>
                <a:lnTo>
                  <a:pt x="75780" y="478993"/>
                </a:lnTo>
                <a:lnTo>
                  <a:pt x="89154" y="434606"/>
                </a:lnTo>
                <a:lnTo>
                  <a:pt x="89230" y="434352"/>
                </a:lnTo>
                <a:lnTo>
                  <a:pt x="106146" y="391363"/>
                </a:lnTo>
                <a:lnTo>
                  <a:pt x="126365" y="350189"/>
                </a:lnTo>
                <a:lnTo>
                  <a:pt x="149707" y="311023"/>
                </a:lnTo>
                <a:lnTo>
                  <a:pt x="176009" y="274002"/>
                </a:lnTo>
                <a:lnTo>
                  <a:pt x="205105" y="239318"/>
                </a:lnTo>
                <a:lnTo>
                  <a:pt x="236816" y="207137"/>
                </a:lnTo>
                <a:lnTo>
                  <a:pt x="270979" y="177622"/>
                </a:lnTo>
                <a:lnTo>
                  <a:pt x="307416" y="150952"/>
                </a:lnTo>
                <a:lnTo>
                  <a:pt x="345986" y="127279"/>
                </a:lnTo>
                <a:lnTo>
                  <a:pt x="386486" y="106794"/>
                </a:lnTo>
                <a:lnTo>
                  <a:pt x="428764" y="89649"/>
                </a:lnTo>
                <a:lnTo>
                  <a:pt x="472655" y="76022"/>
                </a:lnTo>
                <a:lnTo>
                  <a:pt x="517969" y="66078"/>
                </a:lnTo>
                <a:lnTo>
                  <a:pt x="564565" y="59982"/>
                </a:lnTo>
                <a:lnTo>
                  <a:pt x="612267" y="57912"/>
                </a:lnTo>
                <a:lnTo>
                  <a:pt x="659955" y="59982"/>
                </a:lnTo>
                <a:lnTo>
                  <a:pt x="706551" y="66078"/>
                </a:lnTo>
                <a:lnTo>
                  <a:pt x="751865" y="76022"/>
                </a:lnTo>
                <a:lnTo>
                  <a:pt x="795756" y="89649"/>
                </a:lnTo>
                <a:lnTo>
                  <a:pt x="838034" y="106794"/>
                </a:lnTo>
                <a:lnTo>
                  <a:pt x="878535" y="127279"/>
                </a:lnTo>
                <a:lnTo>
                  <a:pt x="917105" y="150952"/>
                </a:lnTo>
                <a:lnTo>
                  <a:pt x="953541" y="177622"/>
                </a:lnTo>
                <a:lnTo>
                  <a:pt x="987704" y="207137"/>
                </a:lnTo>
                <a:lnTo>
                  <a:pt x="1019416" y="239318"/>
                </a:lnTo>
                <a:lnTo>
                  <a:pt x="1048512" y="274002"/>
                </a:lnTo>
                <a:lnTo>
                  <a:pt x="1074813" y="311023"/>
                </a:lnTo>
                <a:lnTo>
                  <a:pt x="1098156" y="350189"/>
                </a:lnTo>
                <a:lnTo>
                  <a:pt x="1118374" y="391363"/>
                </a:lnTo>
                <a:lnTo>
                  <a:pt x="1135291" y="434352"/>
                </a:lnTo>
                <a:lnTo>
                  <a:pt x="1148664" y="478751"/>
                </a:lnTo>
                <a:lnTo>
                  <a:pt x="1148740" y="478993"/>
                </a:lnTo>
                <a:lnTo>
                  <a:pt x="1158557" y="525119"/>
                </a:lnTo>
                <a:lnTo>
                  <a:pt x="1164577" y="572630"/>
                </a:lnTo>
                <a:lnTo>
                  <a:pt x="1166622" y="621157"/>
                </a:lnTo>
                <a:lnTo>
                  <a:pt x="1166622" y="358101"/>
                </a:lnTo>
                <a:lnTo>
                  <a:pt x="1140802" y="307670"/>
                </a:lnTo>
                <a:lnTo>
                  <a:pt x="1116647" y="269176"/>
                </a:lnTo>
                <a:lnTo>
                  <a:pt x="1089837" y="232676"/>
                </a:lnTo>
                <a:lnTo>
                  <a:pt x="1060526" y="198297"/>
                </a:lnTo>
                <a:lnTo>
                  <a:pt x="1028852" y="166179"/>
                </a:lnTo>
                <a:lnTo>
                  <a:pt x="994956" y="136474"/>
                </a:lnTo>
                <a:lnTo>
                  <a:pt x="958964" y="109308"/>
                </a:lnTo>
                <a:lnTo>
                  <a:pt x="921029" y="84823"/>
                </a:lnTo>
                <a:lnTo>
                  <a:pt x="881265" y="63144"/>
                </a:lnTo>
                <a:lnTo>
                  <a:pt x="839825" y="44424"/>
                </a:lnTo>
                <a:lnTo>
                  <a:pt x="797115" y="28905"/>
                </a:lnTo>
                <a:lnTo>
                  <a:pt x="752665" y="16471"/>
                </a:lnTo>
                <a:lnTo>
                  <a:pt x="706945" y="7416"/>
                </a:lnTo>
                <a:lnTo>
                  <a:pt x="660095" y="1879"/>
                </a:lnTo>
                <a:lnTo>
                  <a:pt x="612267" y="0"/>
                </a:lnTo>
                <a:lnTo>
                  <a:pt x="564489" y="1879"/>
                </a:lnTo>
                <a:lnTo>
                  <a:pt x="517702" y="7416"/>
                </a:lnTo>
                <a:lnTo>
                  <a:pt x="472059" y="16471"/>
                </a:lnTo>
                <a:lnTo>
                  <a:pt x="427672" y="28905"/>
                </a:lnTo>
                <a:lnTo>
                  <a:pt x="384695" y="44577"/>
                </a:lnTo>
                <a:lnTo>
                  <a:pt x="343255" y="63347"/>
                </a:lnTo>
                <a:lnTo>
                  <a:pt x="303491" y="85077"/>
                </a:lnTo>
                <a:lnTo>
                  <a:pt x="265557" y="109639"/>
                </a:lnTo>
                <a:lnTo>
                  <a:pt x="229565" y="136880"/>
                </a:lnTo>
                <a:lnTo>
                  <a:pt x="195668" y="166662"/>
                </a:lnTo>
                <a:lnTo>
                  <a:pt x="163995" y="198843"/>
                </a:lnTo>
                <a:lnTo>
                  <a:pt x="134683" y="233286"/>
                </a:lnTo>
                <a:lnTo>
                  <a:pt x="107873" y="269862"/>
                </a:lnTo>
                <a:lnTo>
                  <a:pt x="83718" y="308419"/>
                </a:lnTo>
                <a:lnTo>
                  <a:pt x="62331" y="348818"/>
                </a:lnTo>
                <a:lnTo>
                  <a:pt x="43853" y="390931"/>
                </a:lnTo>
                <a:lnTo>
                  <a:pt x="28524" y="434352"/>
                </a:lnTo>
                <a:lnTo>
                  <a:pt x="16192" y="479704"/>
                </a:lnTo>
                <a:lnTo>
                  <a:pt x="7289" y="526097"/>
                </a:lnTo>
                <a:lnTo>
                  <a:pt x="1955" y="572630"/>
                </a:lnTo>
                <a:lnTo>
                  <a:pt x="38" y="621157"/>
                </a:lnTo>
                <a:lnTo>
                  <a:pt x="0" y="622173"/>
                </a:lnTo>
                <a:lnTo>
                  <a:pt x="1803" y="669696"/>
                </a:lnTo>
                <a:lnTo>
                  <a:pt x="1841" y="670699"/>
                </a:lnTo>
                <a:lnTo>
                  <a:pt x="7150" y="716978"/>
                </a:lnTo>
                <a:lnTo>
                  <a:pt x="7175" y="717219"/>
                </a:lnTo>
                <a:lnTo>
                  <a:pt x="16192" y="764552"/>
                </a:lnTo>
                <a:lnTo>
                  <a:pt x="28435" y="809599"/>
                </a:lnTo>
                <a:lnTo>
                  <a:pt x="43853" y="853211"/>
                </a:lnTo>
                <a:lnTo>
                  <a:pt x="62331" y="895261"/>
                </a:lnTo>
                <a:lnTo>
                  <a:pt x="83718" y="935583"/>
                </a:lnTo>
                <a:lnTo>
                  <a:pt x="107873" y="974064"/>
                </a:lnTo>
                <a:lnTo>
                  <a:pt x="134683" y="1010564"/>
                </a:lnTo>
                <a:lnTo>
                  <a:pt x="163995" y="1044930"/>
                </a:lnTo>
                <a:lnTo>
                  <a:pt x="195668" y="1077048"/>
                </a:lnTo>
                <a:lnTo>
                  <a:pt x="229565" y="1106754"/>
                </a:lnTo>
                <a:lnTo>
                  <a:pt x="265557" y="1133919"/>
                </a:lnTo>
                <a:lnTo>
                  <a:pt x="303491" y="1158405"/>
                </a:lnTo>
                <a:lnTo>
                  <a:pt x="343255" y="1180071"/>
                </a:lnTo>
                <a:lnTo>
                  <a:pt x="384695" y="1198791"/>
                </a:lnTo>
                <a:lnTo>
                  <a:pt x="427672" y="1214412"/>
                </a:lnTo>
                <a:lnTo>
                  <a:pt x="472059" y="1226807"/>
                </a:lnTo>
                <a:lnTo>
                  <a:pt x="517702" y="1235824"/>
                </a:lnTo>
                <a:lnTo>
                  <a:pt x="564489" y="1241336"/>
                </a:lnTo>
                <a:lnTo>
                  <a:pt x="612267" y="1243203"/>
                </a:lnTo>
                <a:lnTo>
                  <a:pt x="659866" y="1241336"/>
                </a:lnTo>
                <a:lnTo>
                  <a:pt x="706589" y="1235824"/>
                </a:lnTo>
                <a:lnTo>
                  <a:pt x="752182" y="1226807"/>
                </a:lnTo>
                <a:lnTo>
                  <a:pt x="796505" y="1214412"/>
                </a:lnTo>
                <a:lnTo>
                  <a:pt x="839825" y="1198638"/>
                </a:lnTo>
                <a:lnTo>
                  <a:pt x="870966" y="1184529"/>
                </a:lnTo>
                <a:lnTo>
                  <a:pt x="881265" y="1179868"/>
                </a:lnTo>
                <a:lnTo>
                  <a:pt x="921029" y="1158138"/>
                </a:lnTo>
                <a:lnTo>
                  <a:pt x="958964" y="1133589"/>
                </a:lnTo>
                <a:lnTo>
                  <a:pt x="994956" y="1106347"/>
                </a:lnTo>
                <a:lnTo>
                  <a:pt x="1028852" y="1076566"/>
                </a:lnTo>
                <a:lnTo>
                  <a:pt x="1060526" y="1044397"/>
                </a:lnTo>
                <a:lnTo>
                  <a:pt x="1089837" y="1009954"/>
                </a:lnTo>
                <a:lnTo>
                  <a:pt x="1116647" y="973378"/>
                </a:lnTo>
                <a:lnTo>
                  <a:pt x="1140802" y="934834"/>
                </a:lnTo>
                <a:lnTo>
                  <a:pt x="1162189" y="894435"/>
                </a:lnTo>
                <a:lnTo>
                  <a:pt x="1180668" y="852347"/>
                </a:lnTo>
                <a:lnTo>
                  <a:pt x="1196086" y="808672"/>
                </a:lnTo>
                <a:lnTo>
                  <a:pt x="1208328" y="763587"/>
                </a:lnTo>
                <a:lnTo>
                  <a:pt x="1217231" y="717219"/>
                </a:lnTo>
                <a:lnTo>
                  <a:pt x="1222565" y="670699"/>
                </a:lnTo>
                <a:lnTo>
                  <a:pt x="1224483" y="622173"/>
                </a:lnTo>
                <a:lnTo>
                  <a:pt x="1224534" y="621157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 txBox="1"/>
          <p:nvPr/>
        </p:nvSpPr>
        <p:spPr>
          <a:xfrm>
            <a:off x="15660115" y="8461130"/>
            <a:ext cx="1612265" cy="918844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45"/>
              </a:spcBef>
            </a:pPr>
            <a:r>
              <a:rPr dirty="0" sz="1600" spc="185" b="1">
                <a:solidFill>
                  <a:srgbClr val="173360"/>
                </a:solidFill>
                <a:latin typeface="Calibri"/>
                <a:cs typeface="Calibri"/>
              </a:rPr>
              <a:t>Merchandising </a:t>
            </a:r>
            <a:r>
              <a:rPr dirty="0" sz="1600" spc="190" b="1">
                <a:solidFill>
                  <a:srgbClr val="173360"/>
                </a:solidFill>
                <a:latin typeface="Calibri"/>
                <a:cs typeface="Calibri"/>
              </a:rPr>
              <a:t>(Legacy)</a:t>
            </a:r>
            <a:endParaRPr sz="16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1245"/>
              </a:spcBef>
            </a:pPr>
            <a:r>
              <a:rPr dirty="0" sz="1600" spc="245" b="1">
                <a:solidFill>
                  <a:srgbClr val="0D68BB"/>
                </a:solidFill>
                <a:latin typeface="Calibri"/>
                <a:cs typeface="Calibri"/>
              </a:rPr>
              <a:t>ON</a:t>
            </a:r>
            <a:r>
              <a:rPr dirty="0" sz="1600" spc="80" b="1">
                <a:solidFill>
                  <a:srgbClr val="0D68BB"/>
                </a:solidFill>
                <a:latin typeface="Calibri"/>
                <a:cs typeface="Calibri"/>
              </a:rPr>
              <a:t> </a:t>
            </a:r>
            <a:r>
              <a:rPr dirty="0" sz="1600" spc="220" b="1">
                <a:solidFill>
                  <a:srgbClr val="0D68BB"/>
                </a:solidFill>
                <a:latin typeface="Calibri"/>
                <a:cs typeface="Calibri"/>
              </a:rPr>
              <a:t>PREMISES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1" name="object 141" descr=""/>
          <p:cNvSpPr txBox="1"/>
          <p:nvPr/>
        </p:nvSpPr>
        <p:spPr>
          <a:xfrm>
            <a:off x="2267457" y="8563898"/>
            <a:ext cx="79502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320" b="1">
                <a:solidFill>
                  <a:srgbClr val="0D68BB"/>
                </a:solidFill>
                <a:latin typeface="Calibri"/>
                <a:cs typeface="Calibri"/>
              </a:rPr>
              <a:t>WMS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2" name="object 142" descr=""/>
          <p:cNvSpPr txBox="1"/>
          <p:nvPr/>
        </p:nvSpPr>
        <p:spPr>
          <a:xfrm>
            <a:off x="5128640" y="8563898"/>
            <a:ext cx="72263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280" b="1">
                <a:solidFill>
                  <a:srgbClr val="0D68BB"/>
                </a:solidFill>
                <a:latin typeface="Calibri"/>
                <a:cs typeface="Calibri"/>
              </a:rPr>
              <a:t>HRM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7767066" y="8563898"/>
            <a:ext cx="150368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280" b="1">
                <a:solidFill>
                  <a:srgbClr val="0D68BB"/>
                </a:solidFill>
                <a:latin typeface="Calibri"/>
                <a:cs typeface="Calibri"/>
              </a:rPr>
              <a:t>Data</a:t>
            </a:r>
            <a:r>
              <a:rPr dirty="0" sz="2200" spc="140" b="1">
                <a:solidFill>
                  <a:srgbClr val="0D68BB"/>
                </a:solidFill>
                <a:latin typeface="Calibri"/>
                <a:cs typeface="Calibri"/>
              </a:rPr>
              <a:t> </a:t>
            </a:r>
            <a:r>
              <a:rPr dirty="0" sz="2200" spc="310" b="1">
                <a:solidFill>
                  <a:srgbClr val="0D68BB"/>
                </a:solidFill>
                <a:latin typeface="Calibri"/>
                <a:cs typeface="Calibri"/>
              </a:rPr>
              <a:t>Lake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10824209" y="8563898"/>
            <a:ext cx="1184910" cy="36576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200" spc="280" b="1">
                <a:solidFill>
                  <a:srgbClr val="0D68BB"/>
                </a:solidFill>
                <a:latin typeface="Calibri"/>
                <a:cs typeface="Calibri"/>
              </a:rPr>
              <a:t>Finance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291701" y="1761363"/>
              <a:ext cx="8083550" cy="8526145"/>
            </a:xfrm>
            <a:custGeom>
              <a:avLst/>
              <a:gdLst/>
              <a:ahLst/>
              <a:cxnLst/>
              <a:rect l="l" t="t" r="r" b="b"/>
              <a:pathLst>
                <a:path w="8083550" h="8526145">
                  <a:moveTo>
                    <a:pt x="8002397" y="0"/>
                  </a:moveTo>
                  <a:lnTo>
                    <a:pt x="80899" y="0"/>
                  </a:lnTo>
                  <a:lnTo>
                    <a:pt x="49399" y="6353"/>
                  </a:lnTo>
                  <a:lnTo>
                    <a:pt x="23685" y="23685"/>
                  </a:lnTo>
                  <a:lnTo>
                    <a:pt x="6353" y="49399"/>
                  </a:lnTo>
                  <a:lnTo>
                    <a:pt x="0" y="80898"/>
                  </a:lnTo>
                  <a:lnTo>
                    <a:pt x="0" y="8525637"/>
                  </a:lnTo>
                  <a:lnTo>
                    <a:pt x="8083168" y="8525637"/>
                  </a:lnTo>
                  <a:lnTo>
                    <a:pt x="8083168" y="80898"/>
                  </a:lnTo>
                  <a:lnTo>
                    <a:pt x="8076817" y="49399"/>
                  </a:lnTo>
                  <a:lnTo>
                    <a:pt x="8059499" y="23685"/>
                  </a:lnTo>
                  <a:lnTo>
                    <a:pt x="8033823" y="6353"/>
                  </a:lnTo>
                  <a:lnTo>
                    <a:pt x="8002397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84918" y="2144458"/>
              <a:ext cx="6576949" cy="106889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873233" y="3447668"/>
            <a:ext cx="6868795" cy="6335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2729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과제</a:t>
            </a:r>
            <a:r>
              <a:rPr dirty="0" sz="1800" b="1">
                <a:solidFill>
                  <a:srgbClr val="173360"/>
                </a:solidFill>
                <a:latin typeface="Calibri"/>
                <a:cs typeface="Calibri"/>
              </a:rPr>
              <a:t>:</a:t>
            </a:r>
            <a:r>
              <a:rPr dirty="0" sz="1800" spc="5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60">
                <a:solidFill>
                  <a:srgbClr val="173360"/>
                </a:solidFill>
                <a:latin typeface="Calibri"/>
                <a:cs typeface="Calibri"/>
              </a:rPr>
              <a:t>Salesforce</a:t>
            </a:r>
            <a:r>
              <a:rPr dirty="0" sz="18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보고서와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내부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대시보드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간에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불일치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없이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분석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팀에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제공되는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데이터가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안정적이고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정확하도록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하여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35">
                <a:solidFill>
                  <a:srgbClr val="173360"/>
                </a:solidFill>
                <a:latin typeface="Malgun Gothic"/>
                <a:cs typeface="Malgun Gothic"/>
              </a:rPr>
              <a:t>예측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고객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분석을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가능하게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173360"/>
                </a:solidFill>
                <a:latin typeface="Malgun Gothic"/>
                <a:cs typeface="Malgun Gothic"/>
              </a:rPr>
              <a:t>합니다</a:t>
            </a:r>
            <a:r>
              <a:rPr dirty="0" sz="1800" spc="-2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솔루션</a:t>
            </a:r>
            <a:r>
              <a:rPr dirty="0" sz="1800" b="1">
                <a:solidFill>
                  <a:srgbClr val="173360"/>
                </a:solidFill>
                <a:latin typeface="Calibri"/>
                <a:cs typeface="Calibri"/>
              </a:rPr>
              <a:t>:</a:t>
            </a:r>
            <a:r>
              <a:rPr dirty="0" sz="1800" spc="3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1800" spc="5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173360"/>
                </a:solidFill>
                <a:latin typeface="Calibri"/>
                <a:cs typeface="Calibri"/>
              </a:rPr>
              <a:t>Cloud,</a:t>
            </a:r>
            <a:r>
              <a:rPr dirty="0" sz="1800" spc="8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완전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관리형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커넥터</a:t>
            </a:r>
            <a:r>
              <a:rPr dirty="0" sz="1800">
                <a:solidFill>
                  <a:srgbClr val="173360"/>
                </a:solidFill>
                <a:latin typeface="Calibri"/>
                <a:cs typeface="Calibri"/>
              </a:rPr>
              <a:t>,</a:t>
            </a:r>
            <a:r>
              <a:rPr dirty="0" sz="1800" spc="6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70">
                <a:solidFill>
                  <a:srgbClr val="173360"/>
                </a:solidFill>
                <a:latin typeface="Calibri"/>
                <a:cs typeface="Calibri"/>
              </a:rPr>
              <a:t>Schema</a:t>
            </a:r>
            <a:r>
              <a:rPr dirty="0" sz="1800" spc="5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173360"/>
                </a:solidFill>
                <a:latin typeface="Calibri"/>
                <a:cs typeface="Calibri"/>
              </a:rPr>
              <a:t>Registry, </a:t>
            </a:r>
            <a:r>
              <a:rPr dirty="0" sz="1800" spc="254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r>
              <a:rPr dirty="0" sz="18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204">
                <a:solidFill>
                  <a:srgbClr val="173360"/>
                </a:solidFill>
                <a:latin typeface="Calibri"/>
                <a:cs typeface="Calibri"/>
              </a:rPr>
              <a:t>Kafka</a:t>
            </a:r>
            <a:r>
              <a:rPr dirty="0" sz="1800" spc="8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173360"/>
                </a:solidFill>
                <a:latin typeface="Calibri"/>
                <a:cs typeface="Calibri"/>
              </a:rPr>
              <a:t>Streams</a:t>
            </a:r>
            <a:r>
              <a:rPr dirty="0" sz="1800" spc="190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225">
                <a:solidFill>
                  <a:srgbClr val="173360"/>
                </a:solidFill>
                <a:latin typeface="Calibri"/>
                <a:cs typeface="Calibri"/>
              </a:rPr>
              <a:t>ETL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파이프라인을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구축하여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250">
                <a:solidFill>
                  <a:srgbClr val="173360"/>
                </a:solidFill>
                <a:latin typeface="Calibri"/>
                <a:cs typeface="Calibri"/>
              </a:rPr>
              <a:t>SFDC</a:t>
            </a:r>
            <a:r>
              <a:rPr dirty="0" sz="1800" spc="250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dirty="0" sz="1800" spc="-1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웨어하우스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190">
                <a:solidFill>
                  <a:srgbClr val="173360"/>
                </a:solidFill>
                <a:latin typeface="Calibri"/>
                <a:cs typeface="Calibri"/>
              </a:rPr>
              <a:t>BigQuery</a:t>
            </a:r>
            <a:r>
              <a:rPr dirty="0" sz="1800" spc="190">
                <a:solidFill>
                  <a:srgbClr val="173360"/>
                </a:solidFill>
                <a:latin typeface="Malgun Gothic"/>
                <a:cs typeface="Malgun Gothic"/>
              </a:rPr>
              <a:t>로 </a:t>
            </a:r>
            <a:r>
              <a:rPr dirty="0" sz="1800" spc="-10">
                <a:solidFill>
                  <a:srgbClr val="173360"/>
                </a:solidFill>
                <a:latin typeface="Malgun Gothic"/>
                <a:cs typeface="Malgun Gothic"/>
              </a:rPr>
              <a:t>보냅니다</a:t>
            </a:r>
            <a:r>
              <a:rPr dirty="0" sz="18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결과</a:t>
            </a:r>
            <a:r>
              <a:rPr dirty="0" sz="1800" spc="-25" b="1">
                <a:solidFill>
                  <a:srgbClr val="1733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수집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처리가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가능한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확장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가능한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225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아키텍처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구축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 spc="200">
                <a:solidFill>
                  <a:srgbClr val="173360"/>
                </a:solidFill>
                <a:latin typeface="Calibri"/>
                <a:cs typeface="Calibri"/>
              </a:rPr>
              <a:t>BigQuery</a:t>
            </a:r>
            <a:r>
              <a:rPr dirty="0" sz="1800" spc="200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dirty="0" sz="1800" spc="-1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위한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6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기반</a:t>
            </a:r>
            <a:r>
              <a:rPr dirty="0" sz="1800" spc="-1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제공</a:t>
            </a:r>
            <a:endParaRPr sz="1800">
              <a:latin typeface="Malgun Gothic"/>
              <a:cs typeface="Malgun Gothic"/>
            </a:endParaRPr>
          </a:p>
          <a:p>
            <a:pPr marL="299085" marR="591185" indent="-287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조직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전체의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여러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팀에서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레코드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스트림을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활용할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55">
                <a:solidFill>
                  <a:srgbClr val="173360"/>
                </a:solidFill>
                <a:latin typeface="Malgun Gothic"/>
                <a:cs typeface="Malgun Gothic"/>
              </a:rPr>
              <a:t>수 </a:t>
            </a:r>
            <a:r>
              <a:rPr dirty="0" sz="1800" spc="-10">
                <a:solidFill>
                  <a:srgbClr val="173360"/>
                </a:solidFill>
                <a:latin typeface="Malgun Gothic"/>
                <a:cs typeface="Malgun Gothic"/>
              </a:rPr>
              <a:t>있습니다</a:t>
            </a:r>
            <a:r>
              <a:rPr dirty="0" sz="1800" spc="-10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315595">
              <a:lnSpc>
                <a:spcPct val="100000"/>
              </a:lnSpc>
              <a:spcBef>
                <a:spcPts val="2165"/>
              </a:spcBef>
            </a:pPr>
            <a:r>
              <a:rPr dirty="0" sz="1800" spc="-10">
                <a:solidFill>
                  <a:srgbClr val="173360"/>
                </a:solidFill>
                <a:latin typeface="Calibri"/>
                <a:cs typeface="Calibri"/>
              </a:rPr>
              <a:t>“</a:t>
            </a:r>
            <a:r>
              <a:rPr dirty="0" sz="1800" spc="-10" b="1">
                <a:solidFill>
                  <a:srgbClr val="173360"/>
                </a:solidFill>
                <a:latin typeface="Malgun Gothic"/>
                <a:cs typeface="Malgun Gothic"/>
              </a:rPr>
              <a:t>배치에서</a:t>
            </a:r>
            <a:r>
              <a:rPr dirty="0" sz="1800" spc="-1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210" b="1">
                <a:solidFill>
                  <a:srgbClr val="173360"/>
                </a:solidFill>
                <a:latin typeface="Calibri"/>
                <a:cs typeface="Calibri"/>
              </a:rPr>
              <a:t>ETL</a:t>
            </a:r>
            <a:r>
              <a:rPr dirty="0" sz="1800" spc="210" b="1">
                <a:solidFill>
                  <a:srgbClr val="173360"/>
                </a:solidFill>
                <a:latin typeface="Malgun Gothic"/>
                <a:cs typeface="Malgun Gothic"/>
              </a:rPr>
              <a:t>로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마이그레이션함으로써</a:t>
            </a:r>
            <a:r>
              <a:rPr dirty="0" sz="1800" spc="-114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우리의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영업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리더십은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파이프라인을</a:t>
            </a:r>
            <a:r>
              <a:rPr dirty="0" sz="1800" spc="-1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보다</a:t>
            </a:r>
            <a:r>
              <a:rPr dirty="0" sz="1800" spc="-114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정확하게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예측하고</a:t>
            </a:r>
            <a:r>
              <a:rPr dirty="0" sz="1800" spc="-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0" b="1">
                <a:solidFill>
                  <a:srgbClr val="173360"/>
                </a:solidFill>
                <a:latin typeface="Malgun Gothic"/>
                <a:cs typeface="Malgun Gothic"/>
              </a:rPr>
              <a:t>전체적인 </a:t>
            </a:r>
            <a:r>
              <a:rPr dirty="0" sz="1800" spc="245" b="1">
                <a:solidFill>
                  <a:srgbClr val="173360"/>
                </a:solidFill>
                <a:latin typeface="Calibri"/>
                <a:cs typeface="Calibri"/>
              </a:rPr>
              <a:t>customer</a:t>
            </a:r>
            <a:r>
              <a:rPr dirty="0" sz="1800" spc="11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173360"/>
                </a:solidFill>
                <a:latin typeface="Calibri"/>
                <a:cs typeface="Calibri"/>
              </a:rPr>
              <a:t>360</a:t>
            </a:r>
            <a:r>
              <a:rPr dirty="0" sz="1800" spc="11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75" b="1">
                <a:solidFill>
                  <a:srgbClr val="173360"/>
                </a:solidFill>
                <a:latin typeface="Calibri"/>
                <a:cs typeface="Calibri"/>
              </a:rPr>
              <a:t>view</a:t>
            </a:r>
            <a:r>
              <a:rPr dirty="0" sz="1800" spc="175" b="1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dirty="0" sz="1800" spc="-1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얻을</a:t>
            </a:r>
            <a:r>
              <a:rPr dirty="0" sz="1800" spc="-10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수</a:t>
            </a:r>
            <a:r>
              <a:rPr dirty="0" sz="18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있습니다</a:t>
            </a:r>
            <a:r>
              <a:rPr dirty="0" sz="1800" b="1">
                <a:solidFill>
                  <a:srgbClr val="173360"/>
                </a:solidFill>
                <a:latin typeface="Calibri"/>
                <a:cs typeface="Calibri"/>
              </a:rPr>
              <a:t>.</a:t>
            </a:r>
            <a:r>
              <a:rPr dirty="0" sz="18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1800" spc="7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r>
              <a:rPr dirty="0" sz="1800" spc="170">
                <a:solidFill>
                  <a:srgbClr val="173360"/>
                </a:solidFill>
                <a:latin typeface="Malgun Gothic"/>
                <a:cs typeface="Malgun Gothic"/>
              </a:rPr>
              <a:t>를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기반으로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내부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팀을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위해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더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많은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실시간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173360"/>
                </a:solidFill>
                <a:latin typeface="Malgun Gothic"/>
                <a:cs typeface="Malgun Gothic"/>
              </a:rPr>
              <a:t>기능을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계속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구축할</a:t>
            </a:r>
            <a:r>
              <a:rPr dirty="0" sz="1800" spc="-1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173360"/>
                </a:solidFill>
                <a:latin typeface="Malgun Gothic"/>
                <a:cs typeface="Malgun Gothic"/>
              </a:rPr>
              <a:t>수</a:t>
            </a:r>
            <a:r>
              <a:rPr dirty="0" sz="1800" spc="-1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173360"/>
                </a:solidFill>
                <a:latin typeface="Malgun Gothic"/>
                <a:cs typeface="Malgun Gothic"/>
              </a:rPr>
              <a:t>있습니다</a:t>
            </a:r>
            <a:r>
              <a:rPr dirty="0" sz="1800" spc="-10">
                <a:solidFill>
                  <a:srgbClr val="173360"/>
                </a:solidFill>
                <a:latin typeface="Calibri"/>
                <a:cs typeface="Calibri"/>
              </a:rPr>
              <a:t>.”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160" b="1">
                <a:solidFill>
                  <a:srgbClr val="173360"/>
                </a:solidFill>
                <a:latin typeface="Calibri"/>
                <a:cs typeface="Calibri"/>
              </a:rPr>
              <a:t>—</a:t>
            </a:r>
            <a:r>
              <a:rPr dirty="0" sz="18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15" b="1">
                <a:solidFill>
                  <a:srgbClr val="173360"/>
                </a:solidFill>
                <a:latin typeface="Calibri"/>
                <a:cs typeface="Calibri"/>
              </a:rPr>
              <a:t>Julie</a:t>
            </a:r>
            <a:r>
              <a:rPr dirty="0" sz="1800" spc="10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65" b="1">
                <a:solidFill>
                  <a:srgbClr val="173360"/>
                </a:solidFill>
                <a:latin typeface="Calibri"/>
                <a:cs typeface="Calibri"/>
              </a:rPr>
              <a:t>Wang,</a:t>
            </a:r>
            <a:r>
              <a:rPr dirty="0" sz="18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dirty="0" sz="18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800" spc="-1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과학</a:t>
            </a:r>
            <a:r>
              <a:rPr dirty="0" sz="1800" spc="-114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수석</a:t>
            </a:r>
            <a:r>
              <a:rPr dirty="0" sz="1800" spc="-114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이사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66808" y="2945123"/>
            <a:ext cx="2879725" cy="5534025"/>
            <a:chOff x="3166808" y="2945123"/>
            <a:chExt cx="2879725" cy="55340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6808" y="2945123"/>
              <a:ext cx="2879216" cy="553390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545458" y="3052318"/>
              <a:ext cx="2046605" cy="4853305"/>
            </a:xfrm>
            <a:custGeom>
              <a:avLst/>
              <a:gdLst/>
              <a:ahLst/>
              <a:cxnLst/>
              <a:rect l="l" t="t" r="r" b="b"/>
              <a:pathLst>
                <a:path w="2046604" h="4853305">
                  <a:moveTo>
                    <a:pt x="2018664" y="0"/>
                  </a:moveTo>
                  <a:lnTo>
                    <a:pt x="27558" y="0"/>
                  </a:lnTo>
                  <a:lnTo>
                    <a:pt x="16823" y="2164"/>
                  </a:lnTo>
                  <a:lnTo>
                    <a:pt x="8064" y="8080"/>
                  </a:lnTo>
                  <a:lnTo>
                    <a:pt x="2162" y="16877"/>
                  </a:lnTo>
                  <a:lnTo>
                    <a:pt x="0" y="27685"/>
                  </a:lnTo>
                  <a:lnTo>
                    <a:pt x="0" y="4825110"/>
                  </a:lnTo>
                  <a:lnTo>
                    <a:pt x="2162" y="4835866"/>
                  </a:lnTo>
                  <a:lnTo>
                    <a:pt x="8064" y="4844669"/>
                  </a:lnTo>
                  <a:lnTo>
                    <a:pt x="16823" y="4850614"/>
                  </a:lnTo>
                  <a:lnTo>
                    <a:pt x="27558" y="4852796"/>
                  </a:lnTo>
                  <a:lnTo>
                    <a:pt x="2018664" y="4852796"/>
                  </a:lnTo>
                  <a:lnTo>
                    <a:pt x="2029400" y="4850614"/>
                  </a:lnTo>
                  <a:lnTo>
                    <a:pt x="2038159" y="4844668"/>
                  </a:lnTo>
                  <a:lnTo>
                    <a:pt x="2044061" y="4835866"/>
                  </a:lnTo>
                  <a:lnTo>
                    <a:pt x="2046224" y="4825110"/>
                  </a:lnTo>
                  <a:lnTo>
                    <a:pt x="2046224" y="27685"/>
                  </a:lnTo>
                  <a:lnTo>
                    <a:pt x="2044061" y="16877"/>
                  </a:lnTo>
                  <a:lnTo>
                    <a:pt x="2038159" y="8080"/>
                  </a:lnTo>
                  <a:lnTo>
                    <a:pt x="2029400" y="2164"/>
                  </a:lnTo>
                  <a:lnTo>
                    <a:pt x="2018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7475618" y="3662426"/>
            <a:ext cx="6898005" cy="4399280"/>
            <a:chOff x="7475618" y="3662426"/>
            <a:chExt cx="6898005" cy="439928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5618" y="3662426"/>
              <a:ext cx="6897971" cy="439877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853680" y="3770757"/>
              <a:ext cx="6065520" cy="3715385"/>
            </a:xfrm>
            <a:custGeom>
              <a:avLst/>
              <a:gdLst/>
              <a:ahLst/>
              <a:cxnLst/>
              <a:rect l="l" t="t" r="r" b="b"/>
              <a:pathLst>
                <a:path w="6065519" h="3715384">
                  <a:moveTo>
                    <a:pt x="6014974" y="0"/>
                  </a:moveTo>
                  <a:lnTo>
                    <a:pt x="50165" y="0"/>
                  </a:lnTo>
                  <a:lnTo>
                    <a:pt x="30646" y="3944"/>
                  </a:lnTo>
                  <a:lnTo>
                    <a:pt x="14700" y="14700"/>
                  </a:lnTo>
                  <a:lnTo>
                    <a:pt x="3944" y="30646"/>
                  </a:lnTo>
                  <a:lnTo>
                    <a:pt x="0" y="50165"/>
                  </a:lnTo>
                  <a:lnTo>
                    <a:pt x="0" y="3664966"/>
                  </a:lnTo>
                  <a:lnTo>
                    <a:pt x="3944" y="3684484"/>
                  </a:lnTo>
                  <a:lnTo>
                    <a:pt x="14700" y="3700430"/>
                  </a:lnTo>
                  <a:lnTo>
                    <a:pt x="30646" y="3711186"/>
                  </a:lnTo>
                  <a:lnTo>
                    <a:pt x="50165" y="3715131"/>
                  </a:lnTo>
                  <a:lnTo>
                    <a:pt x="6014974" y="3715131"/>
                  </a:lnTo>
                  <a:lnTo>
                    <a:pt x="6034492" y="3711186"/>
                  </a:lnTo>
                  <a:lnTo>
                    <a:pt x="6050438" y="3700430"/>
                  </a:lnTo>
                  <a:lnTo>
                    <a:pt x="6061194" y="3684484"/>
                  </a:lnTo>
                  <a:lnTo>
                    <a:pt x="6065139" y="3664966"/>
                  </a:lnTo>
                  <a:lnTo>
                    <a:pt x="6065139" y="50165"/>
                  </a:lnTo>
                  <a:lnTo>
                    <a:pt x="6061194" y="30646"/>
                  </a:lnTo>
                  <a:lnTo>
                    <a:pt x="6050438" y="14700"/>
                  </a:lnTo>
                  <a:lnTo>
                    <a:pt x="6034492" y="3944"/>
                  </a:lnTo>
                  <a:lnTo>
                    <a:pt x="6014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3005835" y="3622294"/>
            <a:ext cx="1016000" cy="76200"/>
          </a:xfrm>
          <a:custGeom>
            <a:avLst/>
            <a:gdLst/>
            <a:ahLst/>
            <a:cxnLst/>
            <a:rect l="l" t="t" r="r" b="b"/>
            <a:pathLst>
              <a:path w="1016000" h="76200">
                <a:moveTo>
                  <a:pt x="939291" y="0"/>
                </a:moveTo>
                <a:lnTo>
                  <a:pt x="939291" y="76200"/>
                </a:lnTo>
                <a:lnTo>
                  <a:pt x="996441" y="47625"/>
                </a:lnTo>
                <a:lnTo>
                  <a:pt x="951991" y="47625"/>
                </a:lnTo>
                <a:lnTo>
                  <a:pt x="951991" y="28575"/>
                </a:lnTo>
                <a:lnTo>
                  <a:pt x="996441" y="28575"/>
                </a:lnTo>
                <a:lnTo>
                  <a:pt x="939291" y="0"/>
                </a:lnTo>
                <a:close/>
              </a:path>
              <a:path w="1016000" h="76200">
                <a:moveTo>
                  <a:pt x="939291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39291" y="47625"/>
                </a:lnTo>
                <a:lnTo>
                  <a:pt x="939291" y="28575"/>
                </a:lnTo>
                <a:close/>
              </a:path>
              <a:path w="1016000" h="76200">
                <a:moveTo>
                  <a:pt x="996441" y="28575"/>
                </a:moveTo>
                <a:lnTo>
                  <a:pt x="951991" y="28575"/>
                </a:lnTo>
                <a:lnTo>
                  <a:pt x="951991" y="47625"/>
                </a:lnTo>
                <a:lnTo>
                  <a:pt x="996441" y="47625"/>
                </a:lnTo>
                <a:lnTo>
                  <a:pt x="1015491" y="38100"/>
                </a:lnTo>
                <a:lnTo>
                  <a:pt x="996441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005835" y="4870577"/>
            <a:ext cx="1016000" cy="76200"/>
          </a:xfrm>
          <a:custGeom>
            <a:avLst/>
            <a:gdLst/>
            <a:ahLst/>
            <a:cxnLst/>
            <a:rect l="l" t="t" r="r" b="b"/>
            <a:pathLst>
              <a:path w="1016000" h="76200">
                <a:moveTo>
                  <a:pt x="939291" y="0"/>
                </a:moveTo>
                <a:lnTo>
                  <a:pt x="939291" y="76200"/>
                </a:lnTo>
                <a:lnTo>
                  <a:pt x="996441" y="47625"/>
                </a:lnTo>
                <a:lnTo>
                  <a:pt x="951991" y="47625"/>
                </a:lnTo>
                <a:lnTo>
                  <a:pt x="951991" y="28575"/>
                </a:lnTo>
                <a:lnTo>
                  <a:pt x="996441" y="28575"/>
                </a:lnTo>
                <a:lnTo>
                  <a:pt x="939291" y="0"/>
                </a:lnTo>
                <a:close/>
              </a:path>
              <a:path w="1016000" h="76200">
                <a:moveTo>
                  <a:pt x="939291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39291" y="47625"/>
                </a:lnTo>
                <a:lnTo>
                  <a:pt x="939291" y="28575"/>
                </a:lnTo>
                <a:close/>
              </a:path>
              <a:path w="1016000" h="76200">
                <a:moveTo>
                  <a:pt x="996441" y="28575"/>
                </a:moveTo>
                <a:lnTo>
                  <a:pt x="951991" y="28575"/>
                </a:lnTo>
                <a:lnTo>
                  <a:pt x="951991" y="47625"/>
                </a:lnTo>
                <a:lnTo>
                  <a:pt x="996441" y="47625"/>
                </a:lnTo>
                <a:lnTo>
                  <a:pt x="1015491" y="38100"/>
                </a:lnTo>
                <a:lnTo>
                  <a:pt x="996441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991485" y="6118859"/>
            <a:ext cx="1029969" cy="76200"/>
          </a:xfrm>
          <a:custGeom>
            <a:avLst/>
            <a:gdLst/>
            <a:ahLst/>
            <a:cxnLst/>
            <a:rect l="l" t="t" r="r" b="b"/>
            <a:pathLst>
              <a:path w="1029970" h="76200">
                <a:moveTo>
                  <a:pt x="953769" y="0"/>
                </a:moveTo>
                <a:lnTo>
                  <a:pt x="953769" y="76200"/>
                </a:lnTo>
                <a:lnTo>
                  <a:pt x="1010919" y="47625"/>
                </a:lnTo>
                <a:lnTo>
                  <a:pt x="966469" y="47625"/>
                </a:lnTo>
                <a:lnTo>
                  <a:pt x="966469" y="28575"/>
                </a:lnTo>
                <a:lnTo>
                  <a:pt x="1010919" y="28575"/>
                </a:lnTo>
                <a:lnTo>
                  <a:pt x="953769" y="0"/>
                </a:lnTo>
                <a:close/>
              </a:path>
              <a:path w="1029970" h="76200">
                <a:moveTo>
                  <a:pt x="953769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953769" y="47625"/>
                </a:lnTo>
                <a:lnTo>
                  <a:pt x="953769" y="28575"/>
                </a:lnTo>
                <a:close/>
              </a:path>
              <a:path w="1029970" h="76200">
                <a:moveTo>
                  <a:pt x="1010919" y="28575"/>
                </a:moveTo>
                <a:lnTo>
                  <a:pt x="966469" y="28575"/>
                </a:lnTo>
                <a:lnTo>
                  <a:pt x="966469" y="47625"/>
                </a:lnTo>
                <a:lnTo>
                  <a:pt x="1010919" y="47625"/>
                </a:lnTo>
                <a:lnTo>
                  <a:pt x="1029969" y="38100"/>
                </a:lnTo>
                <a:lnTo>
                  <a:pt x="1010919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397548" y="6987031"/>
            <a:ext cx="3623945" cy="836930"/>
            <a:chOff x="397548" y="6987031"/>
            <a:chExt cx="3623945" cy="836930"/>
          </a:xfrm>
        </p:grpSpPr>
        <p:sp>
          <p:nvSpPr>
            <p:cNvPr id="12" name="object 12" descr=""/>
            <p:cNvSpPr/>
            <p:nvPr/>
          </p:nvSpPr>
          <p:spPr>
            <a:xfrm>
              <a:off x="2991484" y="7367142"/>
              <a:ext cx="1029969" cy="76200"/>
            </a:xfrm>
            <a:custGeom>
              <a:avLst/>
              <a:gdLst/>
              <a:ahLst/>
              <a:cxnLst/>
              <a:rect l="l" t="t" r="r" b="b"/>
              <a:pathLst>
                <a:path w="1029970" h="76200">
                  <a:moveTo>
                    <a:pt x="953769" y="0"/>
                  </a:moveTo>
                  <a:lnTo>
                    <a:pt x="953769" y="76199"/>
                  </a:lnTo>
                  <a:lnTo>
                    <a:pt x="1010919" y="47624"/>
                  </a:lnTo>
                  <a:lnTo>
                    <a:pt x="966469" y="47624"/>
                  </a:lnTo>
                  <a:lnTo>
                    <a:pt x="966469" y="28574"/>
                  </a:lnTo>
                  <a:lnTo>
                    <a:pt x="1010919" y="28574"/>
                  </a:lnTo>
                  <a:lnTo>
                    <a:pt x="953769" y="0"/>
                  </a:lnTo>
                  <a:close/>
                </a:path>
                <a:path w="1029970" h="76200">
                  <a:moveTo>
                    <a:pt x="953769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953769" y="47624"/>
                  </a:lnTo>
                  <a:lnTo>
                    <a:pt x="953769" y="28574"/>
                  </a:lnTo>
                  <a:close/>
                </a:path>
                <a:path w="1029970" h="76200">
                  <a:moveTo>
                    <a:pt x="1010919" y="28574"/>
                  </a:moveTo>
                  <a:lnTo>
                    <a:pt x="966469" y="28574"/>
                  </a:lnTo>
                  <a:lnTo>
                    <a:pt x="966469" y="47624"/>
                  </a:lnTo>
                  <a:lnTo>
                    <a:pt x="1010919" y="47624"/>
                  </a:lnTo>
                  <a:lnTo>
                    <a:pt x="1029969" y="38099"/>
                  </a:lnTo>
                  <a:lnTo>
                    <a:pt x="1010919" y="2857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97548" y="6987031"/>
              <a:ext cx="2611120" cy="836930"/>
            </a:xfrm>
            <a:custGeom>
              <a:avLst/>
              <a:gdLst/>
              <a:ahLst/>
              <a:cxnLst/>
              <a:rect l="l" t="t" r="r" b="b"/>
              <a:pathLst>
                <a:path w="2611120" h="836929">
                  <a:moveTo>
                    <a:pt x="2551645" y="0"/>
                  </a:moveTo>
                  <a:lnTo>
                    <a:pt x="59308" y="0"/>
                  </a:lnTo>
                  <a:lnTo>
                    <a:pt x="36224" y="4659"/>
                  </a:lnTo>
                  <a:lnTo>
                    <a:pt x="17372" y="17367"/>
                  </a:lnTo>
                  <a:lnTo>
                    <a:pt x="4661" y="36218"/>
                  </a:lnTo>
                  <a:lnTo>
                    <a:pt x="0" y="59308"/>
                  </a:lnTo>
                  <a:lnTo>
                    <a:pt x="0" y="777112"/>
                  </a:lnTo>
                  <a:lnTo>
                    <a:pt x="4661" y="800203"/>
                  </a:lnTo>
                  <a:lnTo>
                    <a:pt x="17372" y="819054"/>
                  </a:lnTo>
                  <a:lnTo>
                    <a:pt x="36224" y="831762"/>
                  </a:lnTo>
                  <a:lnTo>
                    <a:pt x="59308" y="836421"/>
                  </a:lnTo>
                  <a:lnTo>
                    <a:pt x="2551645" y="836421"/>
                  </a:lnTo>
                  <a:lnTo>
                    <a:pt x="2574682" y="831762"/>
                  </a:lnTo>
                  <a:lnTo>
                    <a:pt x="2593540" y="819054"/>
                  </a:lnTo>
                  <a:lnTo>
                    <a:pt x="2606277" y="800203"/>
                  </a:lnTo>
                  <a:lnTo>
                    <a:pt x="2610954" y="777112"/>
                  </a:lnTo>
                  <a:lnTo>
                    <a:pt x="2610954" y="59308"/>
                  </a:lnTo>
                  <a:lnTo>
                    <a:pt x="2606277" y="36218"/>
                  </a:lnTo>
                  <a:lnTo>
                    <a:pt x="2593540" y="17367"/>
                  </a:lnTo>
                  <a:lnTo>
                    <a:pt x="2574682" y="4659"/>
                  </a:lnTo>
                  <a:lnTo>
                    <a:pt x="2551645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3638" rIns="0" bIns="0" rtlCol="0" vert="horz">
            <a:spAutoFit/>
          </a:bodyPr>
          <a:lstStyle/>
          <a:p>
            <a:pPr marL="324485">
              <a:lnSpc>
                <a:spcPct val="100000"/>
              </a:lnSpc>
              <a:spcBef>
                <a:spcPts val="105"/>
              </a:spcBef>
            </a:pPr>
            <a:r>
              <a:rPr dirty="0" spc="450">
                <a:solidFill>
                  <a:srgbClr val="0074A1"/>
                </a:solidFill>
                <a:latin typeface="Calibri"/>
                <a:cs typeface="Calibri"/>
              </a:rPr>
              <a:t>[Before]</a:t>
            </a:r>
            <a:r>
              <a:rPr dirty="0" spc="229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173360"/>
                </a:solidFill>
              </a:rPr>
              <a:t>분석</a:t>
            </a:r>
            <a:r>
              <a:rPr dirty="0" spc="-30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인프라</a:t>
            </a:r>
            <a:r>
              <a:rPr dirty="0" spc="-315">
                <a:solidFill>
                  <a:srgbClr val="173360"/>
                </a:solidFill>
              </a:rPr>
              <a:t> </a:t>
            </a:r>
            <a:r>
              <a:rPr dirty="0" spc="480">
                <a:solidFill>
                  <a:srgbClr val="173360"/>
                </a:solidFill>
                <a:latin typeface="Calibri"/>
                <a:cs typeface="Calibri"/>
              </a:rPr>
              <a:t>(ELT)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7209769" y="9456826"/>
            <a:ext cx="1720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35">
                <a:solidFill>
                  <a:srgbClr val="173360"/>
                </a:solidFill>
                <a:latin typeface="Calibri"/>
                <a:cs typeface="Calibri"/>
              </a:rPr>
              <a:t>73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97548" y="3242182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8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8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12698" y="3363214"/>
            <a:ext cx="17818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RDBMS/NoSQL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97548" y="4490465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8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8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41070" y="4611751"/>
            <a:ext cx="19246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185" b="1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175">
                <a:solidFill>
                  <a:srgbClr val="FFFFFF"/>
                </a:solidFill>
                <a:latin typeface="Calibri"/>
                <a:cs typeface="Calibri"/>
              </a:rPr>
              <a:t>CSV/JSON/XML…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61238" y="7108697"/>
            <a:ext cx="22834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04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1800" spc="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229" b="1">
                <a:solidFill>
                  <a:srgbClr val="FFFFFF"/>
                </a:solidFill>
                <a:latin typeface="Calibri"/>
                <a:cs typeface="Calibri"/>
              </a:rPr>
              <a:t>Events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800" spc="235">
                <a:solidFill>
                  <a:srgbClr val="FFFFFF"/>
                </a:solidFill>
                <a:latin typeface="Calibri"/>
                <a:cs typeface="Calibri"/>
              </a:rPr>
              <a:t>Webhook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97548" y="5738748"/>
            <a:ext cx="2611120" cy="836930"/>
          </a:xfrm>
          <a:custGeom>
            <a:avLst/>
            <a:gdLst/>
            <a:ahLst/>
            <a:cxnLst/>
            <a:rect l="l" t="t" r="r" b="b"/>
            <a:pathLst>
              <a:path w="2611120" h="836929">
                <a:moveTo>
                  <a:pt x="2551645" y="0"/>
                </a:moveTo>
                <a:lnTo>
                  <a:pt x="59308" y="0"/>
                </a:lnTo>
                <a:lnTo>
                  <a:pt x="36224" y="4659"/>
                </a:lnTo>
                <a:lnTo>
                  <a:pt x="17372" y="17367"/>
                </a:lnTo>
                <a:lnTo>
                  <a:pt x="4661" y="36218"/>
                </a:lnTo>
                <a:lnTo>
                  <a:pt x="0" y="59309"/>
                </a:lnTo>
                <a:lnTo>
                  <a:pt x="0" y="777113"/>
                </a:lnTo>
                <a:lnTo>
                  <a:pt x="4661" y="800203"/>
                </a:lnTo>
                <a:lnTo>
                  <a:pt x="17372" y="819054"/>
                </a:lnTo>
                <a:lnTo>
                  <a:pt x="36224" y="831762"/>
                </a:lnTo>
                <a:lnTo>
                  <a:pt x="59308" y="836422"/>
                </a:lnTo>
                <a:lnTo>
                  <a:pt x="2551645" y="836422"/>
                </a:lnTo>
                <a:lnTo>
                  <a:pt x="2574682" y="831762"/>
                </a:lnTo>
                <a:lnTo>
                  <a:pt x="2593540" y="819054"/>
                </a:lnTo>
                <a:lnTo>
                  <a:pt x="2606277" y="800203"/>
                </a:lnTo>
                <a:lnTo>
                  <a:pt x="2610954" y="777113"/>
                </a:lnTo>
                <a:lnTo>
                  <a:pt x="2610954" y="59309"/>
                </a:lnTo>
                <a:lnTo>
                  <a:pt x="2606277" y="36218"/>
                </a:lnTo>
                <a:lnTo>
                  <a:pt x="2593540" y="17367"/>
                </a:lnTo>
                <a:lnTo>
                  <a:pt x="2574682" y="4659"/>
                </a:lnTo>
                <a:lnTo>
                  <a:pt x="2551645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19150" y="5860160"/>
            <a:ext cx="21653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260" b="1">
                <a:solidFill>
                  <a:srgbClr val="FFFFFF"/>
                </a:solidFill>
                <a:latin typeface="Calibri"/>
                <a:cs typeface="Calibri"/>
              </a:rPr>
              <a:t>SaaS</a:t>
            </a:r>
            <a:r>
              <a:rPr dirty="0" sz="18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 b="1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1800" spc="265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FFFFFF"/>
                </a:solidFill>
                <a:latin typeface="Calibri"/>
                <a:cs typeface="Calibri"/>
              </a:rPr>
              <a:t>APIs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974078" y="4607686"/>
            <a:ext cx="814069" cy="1927225"/>
          </a:xfrm>
          <a:custGeom>
            <a:avLst/>
            <a:gdLst/>
            <a:ahLst/>
            <a:cxnLst/>
            <a:rect l="l" t="t" r="r" b="b"/>
            <a:pathLst>
              <a:path w="814070" h="1927225">
                <a:moveTo>
                  <a:pt x="813689" y="1888617"/>
                </a:moveTo>
                <a:lnTo>
                  <a:pt x="794639" y="1879092"/>
                </a:lnTo>
                <a:lnTo>
                  <a:pt x="737489" y="1850517"/>
                </a:lnTo>
                <a:lnTo>
                  <a:pt x="737489" y="1879092"/>
                </a:lnTo>
                <a:lnTo>
                  <a:pt x="0" y="1879092"/>
                </a:lnTo>
                <a:lnTo>
                  <a:pt x="0" y="1898142"/>
                </a:lnTo>
                <a:lnTo>
                  <a:pt x="737489" y="1898142"/>
                </a:lnTo>
                <a:lnTo>
                  <a:pt x="737489" y="1926717"/>
                </a:lnTo>
                <a:lnTo>
                  <a:pt x="794639" y="1898142"/>
                </a:lnTo>
                <a:lnTo>
                  <a:pt x="813689" y="1888617"/>
                </a:lnTo>
                <a:close/>
              </a:path>
              <a:path w="814070" h="1927225">
                <a:moveTo>
                  <a:pt x="813689" y="38100"/>
                </a:moveTo>
                <a:lnTo>
                  <a:pt x="794639" y="28575"/>
                </a:lnTo>
                <a:lnTo>
                  <a:pt x="737489" y="0"/>
                </a:lnTo>
                <a:lnTo>
                  <a:pt x="737489" y="28575"/>
                </a:lnTo>
                <a:lnTo>
                  <a:pt x="0" y="28575"/>
                </a:lnTo>
                <a:lnTo>
                  <a:pt x="0" y="47625"/>
                </a:lnTo>
                <a:lnTo>
                  <a:pt x="737489" y="47625"/>
                </a:lnTo>
                <a:lnTo>
                  <a:pt x="737489" y="76200"/>
                </a:lnTo>
                <a:lnTo>
                  <a:pt x="794639" y="47625"/>
                </a:lnTo>
                <a:lnTo>
                  <a:pt x="813689" y="3810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8535669" y="2293706"/>
            <a:ext cx="2432050" cy="77025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just" marL="12700" marR="5080">
              <a:lnSpc>
                <a:spcPct val="97000"/>
              </a:lnSpc>
              <a:spcBef>
                <a:spcPts val="190"/>
              </a:spcBef>
            </a:pPr>
            <a:r>
              <a:rPr dirty="0" sz="1650" spc="-114" b="1" i="1">
                <a:solidFill>
                  <a:srgbClr val="D7365D"/>
                </a:solidFill>
                <a:latin typeface="Malgun Gothic"/>
                <a:cs typeface="Malgun Gothic"/>
              </a:rPr>
              <a:t>배치</a:t>
            </a:r>
            <a:r>
              <a:rPr dirty="0" sz="1650" spc="-3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114" b="1" i="1">
                <a:solidFill>
                  <a:srgbClr val="D7365D"/>
                </a:solidFill>
                <a:latin typeface="Malgun Gothic"/>
                <a:cs typeface="Malgun Gothic"/>
              </a:rPr>
              <a:t>기반</a:t>
            </a:r>
            <a:r>
              <a:rPr dirty="0" sz="1650" spc="-3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프로세스로</a:t>
            </a:r>
            <a:r>
              <a:rPr dirty="0" sz="1650" spc="-5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인해 </a:t>
            </a:r>
            <a:r>
              <a:rPr dirty="0" sz="1650" spc="-95" b="1" i="1">
                <a:solidFill>
                  <a:srgbClr val="D7365D"/>
                </a:solidFill>
                <a:latin typeface="Malgun Gothic"/>
                <a:cs typeface="Malgun Gothic"/>
              </a:rPr>
              <a:t>실시간</a:t>
            </a:r>
            <a:r>
              <a:rPr dirty="0" sz="1650" spc="-5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80" b="1" i="1">
                <a:solidFill>
                  <a:srgbClr val="D7365D"/>
                </a:solidFill>
                <a:latin typeface="Malgun Gothic"/>
                <a:cs typeface="Malgun Gothic"/>
              </a:rPr>
              <a:t>수집에도</a:t>
            </a:r>
            <a:r>
              <a:rPr dirty="0" sz="1650" spc="-5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0" b="1" i="1">
                <a:solidFill>
                  <a:srgbClr val="D7365D"/>
                </a:solidFill>
                <a:latin typeface="Malgun Gothic"/>
                <a:cs typeface="Malgun Gothic"/>
              </a:rPr>
              <a:t>불구하고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데이터가</a:t>
            </a:r>
            <a:r>
              <a:rPr dirty="0" sz="1650" spc="-8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오래됨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3934947" y="4760086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0"/>
                </a:moveTo>
                <a:lnTo>
                  <a:pt x="609600" y="76200"/>
                </a:lnTo>
                <a:lnTo>
                  <a:pt x="666750" y="47625"/>
                </a:lnTo>
                <a:lnTo>
                  <a:pt x="622300" y="47625"/>
                </a:lnTo>
                <a:lnTo>
                  <a:pt x="622300" y="28575"/>
                </a:lnTo>
                <a:lnTo>
                  <a:pt x="666750" y="28575"/>
                </a:lnTo>
                <a:lnTo>
                  <a:pt x="609600" y="0"/>
                </a:lnTo>
                <a:close/>
              </a:path>
              <a:path w="685800" h="76200">
                <a:moveTo>
                  <a:pt x="6096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09600" y="47625"/>
                </a:lnTo>
                <a:lnTo>
                  <a:pt x="609600" y="28575"/>
                </a:lnTo>
                <a:close/>
              </a:path>
              <a:path w="685800" h="76200">
                <a:moveTo>
                  <a:pt x="666750" y="28575"/>
                </a:moveTo>
                <a:lnTo>
                  <a:pt x="622300" y="28575"/>
                </a:lnTo>
                <a:lnTo>
                  <a:pt x="622300" y="47625"/>
                </a:lnTo>
                <a:lnTo>
                  <a:pt x="666750" y="47625"/>
                </a:lnTo>
                <a:lnTo>
                  <a:pt x="685800" y="38100"/>
                </a:lnTo>
                <a:lnTo>
                  <a:pt x="666750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3934947" y="6686804"/>
            <a:ext cx="685800" cy="76200"/>
          </a:xfrm>
          <a:custGeom>
            <a:avLst/>
            <a:gdLst/>
            <a:ahLst/>
            <a:cxnLst/>
            <a:rect l="l" t="t" r="r" b="b"/>
            <a:pathLst>
              <a:path w="685800" h="76200">
                <a:moveTo>
                  <a:pt x="609600" y="0"/>
                </a:moveTo>
                <a:lnTo>
                  <a:pt x="609600" y="76200"/>
                </a:lnTo>
                <a:lnTo>
                  <a:pt x="666750" y="47625"/>
                </a:lnTo>
                <a:lnTo>
                  <a:pt x="622300" y="47625"/>
                </a:lnTo>
                <a:lnTo>
                  <a:pt x="622300" y="28575"/>
                </a:lnTo>
                <a:lnTo>
                  <a:pt x="666750" y="28575"/>
                </a:lnTo>
                <a:lnTo>
                  <a:pt x="609600" y="0"/>
                </a:lnTo>
                <a:close/>
              </a:path>
              <a:path w="685800" h="76200">
                <a:moveTo>
                  <a:pt x="6096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09600" y="47625"/>
                </a:lnTo>
                <a:lnTo>
                  <a:pt x="609600" y="28575"/>
                </a:lnTo>
                <a:close/>
              </a:path>
              <a:path w="685800" h="76200">
                <a:moveTo>
                  <a:pt x="666750" y="28575"/>
                </a:moveTo>
                <a:lnTo>
                  <a:pt x="622300" y="28575"/>
                </a:lnTo>
                <a:lnTo>
                  <a:pt x="622300" y="47625"/>
                </a:lnTo>
                <a:lnTo>
                  <a:pt x="666750" y="47625"/>
                </a:lnTo>
                <a:lnTo>
                  <a:pt x="685800" y="38100"/>
                </a:lnTo>
                <a:lnTo>
                  <a:pt x="666750" y="28575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 descr=""/>
          <p:cNvGrpSpPr/>
          <p:nvPr/>
        </p:nvGrpSpPr>
        <p:grpSpPr>
          <a:xfrm>
            <a:off x="7865491" y="2557907"/>
            <a:ext cx="4131310" cy="4262120"/>
            <a:chOff x="7865491" y="2557907"/>
            <a:chExt cx="4131310" cy="4262120"/>
          </a:xfrm>
        </p:grpSpPr>
        <p:sp>
          <p:nvSpPr>
            <p:cNvPr id="28" name="object 28" descr=""/>
            <p:cNvSpPr/>
            <p:nvPr/>
          </p:nvSpPr>
          <p:spPr>
            <a:xfrm>
              <a:off x="7865491" y="2557907"/>
              <a:ext cx="548005" cy="636905"/>
            </a:xfrm>
            <a:custGeom>
              <a:avLst/>
              <a:gdLst/>
              <a:ahLst/>
              <a:cxnLst/>
              <a:rect l="l" t="t" r="r" b="b"/>
              <a:pathLst>
                <a:path w="548004" h="636905">
                  <a:moveTo>
                    <a:pt x="28575" y="560324"/>
                  </a:moveTo>
                  <a:lnTo>
                    <a:pt x="0" y="560324"/>
                  </a:lnTo>
                  <a:lnTo>
                    <a:pt x="38100" y="636524"/>
                  </a:lnTo>
                  <a:lnTo>
                    <a:pt x="69850" y="573024"/>
                  </a:lnTo>
                  <a:lnTo>
                    <a:pt x="28575" y="573024"/>
                  </a:lnTo>
                  <a:lnTo>
                    <a:pt x="28575" y="560324"/>
                  </a:lnTo>
                  <a:close/>
                </a:path>
                <a:path w="548004" h="636905">
                  <a:moveTo>
                    <a:pt x="548004" y="0"/>
                  </a:moveTo>
                  <a:lnTo>
                    <a:pt x="32765" y="0"/>
                  </a:lnTo>
                  <a:lnTo>
                    <a:pt x="28575" y="4318"/>
                  </a:lnTo>
                  <a:lnTo>
                    <a:pt x="28575" y="573024"/>
                  </a:lnTo>
                  <a:lnTo>
                    <a:pt x="47625" y="573024"/>
                  </a:lnTo>
                  <a:lnTo>
                    <a:pt x="47625" y="19050"/>
                  </a:lnTo>
                  <a:lnTo>
                    <a:pt x="38100" y="19050"/>
                  </a:lnTo>
                  <a:lnTo>
                    <a:pt x="47625" y="9525"/>
                  </a:lnTo>
                  <a:lnTo>
                    <a:pt x="548004" y="9525"/>
                  </a:lnTo>
                  <a:lnTo>
                    <a:pt x="548004" y="0"/>
                  </a:lnTo>
                  <a:close/>
                </a:path>
                <a:path w="548004" h="636905">
                  <a:moveTo>
                    <a:pt x="76200" y="560324"/>
                  </a:moveTo>
                  <a:lnTo>
                    <a:pt x="47625" y="560324"/>
                  </a:lnTo>
                  <a:lnTo>
                    <a:pt x="47625" y="573024"/>
                  </a:lnTo>
                  <a:lnTo>
                    <a:pt x="69850" y="573024"/>
                  </a:lnTo>
                  <a:lnTo>
                    <a:pt x="76200" y="560324"/>
                  </a:lnTo>
                  <a:close/>
                </a:path>
                <a:path w="548004" h="636905">
                  <a:moveTo>
                    <a:pt x="47625" y="9525"/>
                  </a:moveTo>
                  <a:lnTo>
                    <a:pt x="38100" y="19050"/>
                  </a:lnTo>
                  <a:lnTo>
                    <a:pt x="47625" y="19050"/>
                  </a:lnTo>
                  <a:lnTo>
                    <a:pt x="47625" y="9525"/>
                  </a:lnTo>
                  <a:close/>
                </a:path>
                <a:path w="548004" h="636905">
                  <a:moveTo>
                    <a:pt x="548004" y="9525"/>
                  </a:moveTo>
                  <a:lnTo>
                    <a:pt x="47625" y="9525"/>
                  </a:lnTo>
                  <a:lnTo>
                    <a:pt x="47625" y="19050"/>
                  </a:lnTo>
                  <a:lnTo>
                    <a:pt x="548004" y="19050"/>
                  </a:lnTo>
                  <a:lnTo>
                    <a:pt x="548004" y="9525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393934" y="6234048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1542161" y="0"/>
                  </a:lnTo>
                  <a:lnTo>
                    <a:pt x="1561939" y="3990"/>
                  </a:lnTo>
                  <a:lnTo>
                    <a:pt x="1578086" y="14874"/>
                  </a:lnTo>
                  <a:lnTo>
                    <a:pt x="1588970" y="31021"/>
                  </a:lnTo>
                  <a:lnTo>
                    <a:pt x="1592961" y="50800"/>
                  </a:lnTo>
                  <a:lnTo>
                    <a:pt x="1592961" y="525399"/>
                  </a:lnTo>
                  <a:lnTo>
                    <a:pt x="1588970" y="545197"/>
                  </a:lnTo>
                  <a:lnTo>
                    <a:pt x="1578086" y="561387"/>
                  </a:lnTo>
                  <a:lnTo>
                    <a:pt x="1561939" y="572315"/>
                  </a:lnTo>
                  <a:lnTo>
                    <a:pt x="1542161" y="576326"/>
                  </a:lnTo>
                  <a:lnTo>
                    <a:pt x="50800" y="576326"/>
                  </a:lnTo>
                  <a:lnTo>
                    <a:pt x="31021" y="572315"/>
                  </a:lnTo>
                  <a:lnTo>
                    <a:pt x="14874" y="561387"/>
                  </a:lnTo>
                  <a:lnTo>
                    <a:pt x="3990" y="545197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15520415" y="4564888"/>
            <a:ext cx="1016000" cy="476884"/>
            <a:chOff x="15520415" y="4564888"/>
            <a:chExt cx="1016000" cy="476884"/>
          </a:xfrm>
        </p:grpSpPr>
        <p:sp>
          <p:nvSpPr>
            <p:cNvPr id="31" name="object 31" descr=""/>
            <p:cNvSpPr/>
            <p:nvPr/>
          </p:nvSpPr>
          <p:spPr>
            <a:xfrm>
              <a:off x="15520415" y="4760087"/>
              <a:ext cx="1016000" cy="76200"/>
            </a:xfrm>
            <a:custGeom>
              <a:avLst/>
              <a:gdLst/>
              <a:ahLst/>
              <a:cxnLst/>
              <a:rect l="l" t="t" r="r" b="b"/>
              <a:pathLst>
                <a:path w="1016000" h="76200">
                  <a:moveTo>
                    <a:pt x="939292" y="0"/>
                  </a:moveTo>
                  <a:lnTo>
                    <a:pt x="939292" y="76200"/>
                  </a:lnTo>
                  <a:lnTo>
                    <a:pt x="996442" y="47625"/>
                  </a:lnTo>
                  <a:lnTo>
                    <a:pt x="951992" y="47625"/>
                  </a:lnTo>
                  <a:lnTo>
                    <a:pt x="951992" y="28575"/>
                  </a:lnTo>
                  <a:lnTo>
                    <a:pt x="996442" y="28575"/>
                  </a:lnTo>
                  <a:lnTo>
                    <a:pt x="939292" y="0"/>
                  </a:lnTo>
                  <a:close/>
                </a:path>
                <a:path w="1016000" h="76200">
                  <a:moveTo>
                    <a:pt x="939292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939292" y="47625"/>
                  </a:lnTo>
                  <a:lnTo>
                    <a:pt x="939292" y="28575"/>
                  </a:lnTo>
                  <a:close/>
                </a:path>
                <a:path w="1016000" h="76200">
                  <a:moveTo>
                    <a:pt x="996442" y="28575"/>
                  </a:moveTo>
                  <a:lnTo>
                    <a:pt x="951992" y="28575"/>
                  </a:lnTo>
                  <a:lnTo>
                    <a:pt x="951992" y="47625"/>
                  </a:lnTo>
                  <a:lnTo>
                    <a:pt x="996442" y="47625"/>
                  </a:lnTo>
                  <a:lnTo>
                    <a:pt x="1015492" y="38100"/>
                  </a:lnTo>
                  <a:lnTo>
                    <a:pt x="996442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755492" y="4564888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125" y="0"/>
                  </a:moveTo>
                  <a:lnTo>
                    <a:pt x="190153" y="4835"/>
                  </a:lnTo>
                  <a:lnTo>
                    <a:pt x="145464" y="18704"/>
                  </a:lnTo>
                  <a:lnTo>
                    <a:pt x="105016" y="40652"/>
                  </a:lnTo>
                  <a:lnTo>
                    <a:pt x="69770" y="69723"/>
                  </a:lnTo>
                  <a:lnTo>
                    <a:pt x="40685" y="104961"/>
                  </a:lnTo>
                  <a:lnTo>
                    <a:pt x="18722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2" y="330858"/>
                  </a:lnTo>
                  <a:lnTo>
                    <a:pt x="40685" y="371329"/>
                  </a:lnTo>
                  <a:lnTo>
                    <a:pt x="69770" y="406590"/>
                  </a:lnTo>
                  <a:lnTo>
                    <a:pt x="105016" y="435684"/>
                  </a:lnTo>
                  <a:lnTo>
                    <a:pt x="145464" y="457652"/>
                  </a:lnTo>
                  <a:lnTo>
                    <a:pt x="190153" y="471536"/>
                  </a:lnTo>
                  <a:lnTo>
                    <a:pt x="238125" y="476376"/>
                  </a:lnTo>
                  <a:lnTo>
                    <a:pt x="286137" y="471536"/>
                  </a:lnTo>
                  <a:lnTo>
                    <a:pt x="330858" y="457652"/>
                  </a:lnTo>
                  <a:lnTo>
                    <a:pt x="371329" y="435684"/>
                  </a:lnTo>
                  <a:lnTo>
                    <a:pt x="406590" y="406590"/>
                  </a:lnTo>
                  <a:lnTo>
                    <a:pt x="435684" y="371329"/>
                  </a:lnTo>
                  <a:lnTo>
                    <a:pt x="457652" y="330858"/>
                  </a:lnTo>
                  <a:lnTo>
                    <a:pt x="471536" y="286137"/>
                  </a:lnTo>
                  <a:lnTo>
                    <a:pt x="476376" y="238125"/>
                  </a:lnTo>
                  <a:lnTo>
                    <a:pt x="471536" y="190117"/>
                  </a:lnTo>
                  <a:lnTo>
                    <a:pt x="457652" y="145411"/>
                  </a:lnTo>
                  <a:lnTo>
                    <a:pt x="435684" y="104961"/>
                  </a:lnTo>
                  <a:lnTo>
                    <a:pt x="406590" y="69723"/>
                  </a:lnTo>
                  <a:lnTo>
                    <a:pt x="371329" y="40652"/>
                  </a:lnTo>
                  <a:lnTo>
                    <a:pt x="330858" y="18704"/>
                  </a:lnTo>
                  <a:lnTo>
                    <a:pt x="286137" y="4835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5846298" y="4655565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30" h="295275">
                  <a:moveTo>
                    <a:pt x="315722" y="137414"/>
                  </a:moveTo>
                  <a:lnTo>
                    <a:pt x="293306" y="137414"/>
                  </a:lnTo>
                  <a:lnTo>
                    <a:pt x="287337" y="100634"/>
                  </a:lnTo>
                  <a:lnTo>
                    <a:pt x="271551" y="70256"/>
                  </a:lnTo>
                  <a:lnTo>
                    <a:pt x="271551" y="137414"/>
                  </a:lnTo>
                  <a:lnTo>
                    <a:pt x="161290" y="137414"/>
                  </a:lnTo>
                  <a:lnTo>
                    <a:pt x="161290" y="76454"/>
                  </a:lnTo>
                  <a:lnTo>
                    <a:pt x="133096" y="76454"/>
                  </a:lnTo>
                  <a:lnTo>
                    <a:pt x="133096" y="137414"/>
                  </a:lnTo>
                  <a:lnTo>
                    <a:pt x="133096" y="165354"/>
                  </a:lnTo>
                  <a:lnTo>
                    <a:pt x="269862" y="165354"/>
                  </a:lnTo>
                  <a:lnTo>
                    <a:pt x="263588" y="196303"/>
                  </a:lnTo>
                  <a:lnTo>
                    <a:pt x="236474" y="236474"/>
                  </a:lnTo>
                  <a:lnTo>
                    <a:pt x="196291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15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291" y="30861"/>
                  </a:lnTo>
                  <a:lnTo>
                    <a:pt x="236474" y="58115"/>
                  </a:lnTo>
                  <a:lnTo>
                    <a:pt x="263588" y="98310"/>
                  </a:lnTo>
                  <a:lnTo>
                    <a:pt x="271551" y="137414"/>
                  </a:lnTo>
                  <a:lnTo>
                    <a:pt x="271551" y="70256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947" y="165354"/>
                  </a:lnTo>
                  <a:lnTo>
                    <a:pt x="315722" y="165354"/>
                  </a:lnTo>
                  <a:lnTo>
                    <a:pt x="315722" y="137414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5846297" y="4655566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298" y="263600"/>
                  </a:lnTo>
                  <a:lnTo>
                    <a:pt x="236474" y="236474"/>
                  </a:lnTo>
                  <a:lnTo>
                    <a:pt x="263600" y="196298"/>
                  </a:lnTo>
                  <a:lnTo>
                    <a:pt x="273557" y="147193"/>
                  </a:lnTo>
                  <a:lnTo>
                    <a:pt x="263600" y="98301"/>
                  </a:lnTo>
                  <a:lnTo>
                    <a:pt x="236473" y="58102"/>
                  </a:lnTo>
                  <a:lnTo>
                    <a:pt x="196298" y="30857"/>
                  </a:lnTo>
                  <a:lnTo>
                    <a:pt x="147192" y="20828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8" y="147193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4" y="147193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2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3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5520415" y="6485509"/>
            <a:ext cx="1016000" cy="476884"/>
            <a:chOff x="15520415" y="6485509"/>
            <a:chExt cx="1016000" cy="476884"/>
          </a:xfrm>
        </p:grpSpPr>
        <p:sp>
          <p:nvSpPr>
            <p:cNvPr id="36" name="object 36" descr=""/>
            <p:cNvSpPr/>
            <p:nvPr/>
          </p:nvSpPr>
          <p:spPr>
            <a:xfrm>
              <a:off x="15520415" y="6686804"/>
              <a:ext cx="1016000" cy="76200"/>
            </a:xfrm>
            <a:custGeom>
              <a:avLst/>
              <a:gdLst/>
              <a:ahLst/>
              <a:cxnLst/>
              <a:rect l="l" t="t" r="r" b="b"/>
              <a:pathLst>
                <a:path w="1016000" h="76200">
                  <a:moveTo>
                    <a:pt x="939292" y="0"/>
                  </a:moveTo>
                  <a:lnTo>
                    <a:pt x="939292" y="76200"/>
                  </a:lnTo>
                  <a:lnTo>
                    <a:pt x="996442" y="47625"/>
                  </a:lnTo>
                  <a:lnTo>
                    <a:pt x="951992" y="47625"/>
                  </a:lnTo>
                  <a:lnTo>
                    <a:pt x="951992" y="28575"/>
                  </a:lnTo>
                  <a:lnTo>
                    <a:pt x="996442" y="28575"/>
                  </a:lnTo>
                  <a:lnTo>
                    <a:pt x="939292" y="0"/>
                  </a:lnTo>
                  <a:close/>
                </a:path>
                <a:path w="1016000" h="76200">
                  <a:moveTo>
                    <a:pt x="939292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939292" y="47625"/>
                  </a:lnTo>
                  <a:lnTo>
                    <a:pt x="939292" y="28575"/>
                  </a:lnTo>
                  <a:close/>
                </a:path>
                <a:path w="1016000" h="76200">
                  <a:moveTo>
                    <a:pt x="996442" y="28575"/>
                  </a:moveTo>
                  <a:lnTo>
                    <a:pt x="951992" y="28575"/>
                  </a:lnTo>
                  <a:lnTo>
                    <a:pt x="951992" y="47625"/>
                  </a:lnTo>
                  <a:lnTo>
                    <a:pt x="996442" y="47625"/>
                  </a:lnTo>
                  <a:lnTo>
                    <a:pt x="1015492" y="38100"/>
                  </a:lnTo>
                  <a:lnTo>
                    <a:pt x="996442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755492" y="6485509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4">
                  <a:moveTo>
                    <a:pt x="238125" y="0"/>
                  </a:moveTo>
                  <a:lnTo>
                    <a:pt x="190153" y="4835"/>
                  </a:lnTo>
                  <a:lnTo>
                    <a:pt x="145464" y="18704"/>
                  </a:lnTo>
                  <a:lnTo>
                    <a:pt x="105016" y="40652"/>
                  </a:lnTo>
                  <a:lnTo>
                    <a:pt x="69770" y="69723"/>
                  </a:lnTo>
                  <a:lnTo>
                    <a:pt x="40685" y="104961"/>
                  </a:lnTo>
                  <a:lnTo>
                    <a:pt x="18722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2" y="330858"/>
                  </a:lnTo>
                  <a:lnTo>
                    <a:pt x="40685" y="371329"/>
                  </a:lnTo>
                  <a:lnTo>
                    <a:pt x="69770" y="406590"/>
                  </a:lnTo>
                  <a:lnTo>
                    <a:pt x="105016" y="435684"/>
                  </a:lnTo>
                  <a:lnTo>
                    <a:pt x="145464" y="457652"/>
                  </a:lnTo>
                  <a:lnTo>
                    <a:pt x="190153" y="471536"/>
                  </a:lnTo>
                  <a:lnTo>
                    <a:pt x="238125" y="476376"/>
                  </a:lnTo>
                  <a:lnTo>
                    <a:pt x="286137" y="471536"/>
                  </a:lnTo>
                  <a:lnTo>
                    <a:pt x="330858" y="457652"/>
                  </a:lnTo>
                  <a:lnTo>
                    <a:pt x="371329" y="435684"/>
                  </a:lnTo>
                  <a:lnTo>
                    <a:pt x="406590" y="406590"/>
                  </a:lnTo>
                  <a:lnTo>
                    <a:pt x="435684" y="371329"/>
                  </a:lnTo>
                  <a:lnTo>
                    <a:pt x="457652" y="330858"/>
                  </a:lnTo>
                  <a:lnTo>
                    <a:pt x="471536" y="286137"/>
                  </a:lnTo>
                  <a:lnTo>
                    <a:pt x="476376" y="238125"/>
                  </a:lnTo>
                  <a:lnTo>
                    <a:pt x="471536" y="190117"/>
                  </a:lnTo>
                  <a:lnTo>
                    <a:pt x="457652" y="145411"/>
                  </a:lnTo>
                  <a:lnTo>
                    <a:pt x="435684" y="104961"/>
                  </a:lnTo>
                  <a:lnTo>
                    <a:pt x="406590" y="69723"/>
                  </a:lnTo>
                  <a:lnTo>
                    <a:pt x="371329" y="40652"/>
                  </a:lnTo>
                  <a:lnTo>
                    <a:pt x="330858" y="18704"/>
                  </a:lnTo>
                  <a:lnTo>
                    <a:pt x="286137" y="4835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846298" y="6576186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30" h="295275">
                  <a:moveTo>
                    <a:pt x="315722" y="138303"/>
                  </a:moveTo>
                  <a:lnTo>
                    <a:pt x="293446" y="138303"/>
                  </a:lnTo>
                  <a:lnTo>
                    <a:pt x="287337" y="100634"/>
                  </a:lnTo>
                  <a:lnTo>
                    <a:pt x="271741" y="70624"/>
                  </a:lnTo>
                  <a:lnTo>
                    <a:pt x="271741" y="138303"/>
                  </a:lnTo>
                  <a:lnTo>
                    <a:pt x="161290" y="138303"/>
                  </a:lnTo>
                  <a:lnTo>
                    <a:pt x="161290" y="77343"/>
                  </a:lnTo>
                  <a:lnTo>
                    <a:pt x="133096" y="77343"/>
                  </a:lnTo>
                  <a:lnTo>
                    <a:pt x="133096" y="138303"/>
                  </a:lnTo>
                  <a:lnTo>
                    <a:pt x="133096" y="166243"/>
                  </a:lnTo>
                  <a:lnTo>
                    <a:pt x="269684" y="166243"/>
                  </a:lnTo>
                  <a:lnTo>
                    <a:pt x="263588" y="196303"/>
                  </a:lnTo>
                  <a:lnTo>
                    <a:pt x="236474" y="236474"/>
                  </a:lnTo>
                  <a:lnTo>
                    <a:pt x="196291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291" y="30861"/>
                  </a:lnTo>
                  <a:lnTo>
                    <a:pt x="236474" y="58102"/>
                  </a:lnTo>
                  <a:lnTo>
                    <a:pt x="263588" y="98310"/>
                  </a:lnTo>
                  <a:lnTo>
                    <a:pt x="271741" y="138303"/>
                  </a:lnTo>
                  <a:lnTo>
                    <a:pt x="271741" y="70624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795" y="166243"/>
                  </a:lnTo>
                  <a:lnTo>
                    <a:pt x="315722" y="166243"/>
                  </a:lnTo>
                  <a:lnTo>
                    <a:pt x="315722" y="138303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5846297" y="6576187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298" y="263600"/>
                  </a:lnTo>
                  <a:lnTo>
                    <a:pt x="236474" y="236474"/>
                  </a:lnTo>
                  <a:lnTo>
                    <a:pt x="263600" y="196298"/>
                  </a:lnTo>
                  <a:lnTo>
                    <a:pt x="273557" y="147193"/>
                  </a:lnTo>
                  <a:lnTo>
                    <a:pt x="263600" y="98301"/>
                  </a:lnTo>
                  <a:lnTo>
                    <a:pt x="236473" y="58102"/>
                  </a:lnTo>
                  <a:lnTo>
                    <a:pt x="196298" y="30857"/>
                  </a:lnTo>
                  <a:lnTo>
                    <a:pt x="147192" y="20828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8" y="147193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4" y="147193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3"/>
                  </a:lnTo>
                  <a:lnTo>
                    <a:pt x="147192" y="0"/>
                  </a:lnTo>
                  <a:lnTo>
                    <a:pt x="100624" y="7493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3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4108048" y="5461761"/>
            <a:ext cx="1994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0" b="1" i="1">
                <a:solidFill>
                  <a:srgbClr val="173360"/>
                </a:solidFill>
                <a:latin typeface="Calibri"/>
                <a:cs typeface="Calibri"/>
              </a:rPr>
              <a:t>Report</a:t>
            </a:r>
            <a:r>
              <a:rPr dirty="0" sz="1800" spc="105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29" b="1" i="1">
                <a:solidFill>
                  <a:srgbClr val="173360"/>
                </a:solidFill>
                <a:latin typeface="Calibri"/>
                <a:cs typeface="Calibri"/>
              </a:rPr>
              <a:t>Datasets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4705203" y="4413377"/>
            <a:ext cx="763905" cy="763905"/>
            <a:chOff x="14705203" y="4413377"/>
            <a:chExt cx="763905" cy="763905"/>
          </a:xfrm>
        </p:grpSpPr>
        <p:sp>
          <p:nvSpPr>
            <p:cNvPr id="42" name="object 42" descr=""/>
            <p:cNvSpPr/>
            <p:nvPr/>
          </p:nvSpPr>
          <p:spPr>
            <a:xfrm>
              <a:off x="14705203" y="4413377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6" y="0"/>
                  </a:moveTo>
                  <a:lnTo>
                    <a:pt x="58673" y="0"/>
                  </a:lnTo>
                  <a:lnTo>
                    <a:pt x="35629" y="4544"/>
                  </a:lnTo>
                  <a:lnTo>
                    <a:pt x="17002" y="17018"/>
                  </a:lnTo>
                  <a:lnTo>
                    <a:pt x="4542" y="35683"/>
                  </a:lnTo>
                  <a:lnTo>
                    <a:pt x="0" y="58800"/>
                  </a:lnTo>
                  <a:lnTo>
                    <a:pt x="0" y="704850"/>
                  </a:lnTo>
                  <a:lnTo>
                    <a:pt x="4542" y="727432"/>
                  </a:lnTo>
                  <a:lnTo>
                    <a:pt x="17002" y="746156"/>
                  </a:lnTo>
                  <a:lnTo>
                    <a:pt x="35629" y="758928"/>
                  </a:lnTo>
                  <a:lnTo>
                    <a:pt x="58673" y="763651"/>
                  </a:lnTo>
                  <a:lnTo>
                    <a:pt x="499236" y="763651"/>
                  </a:lnTo>
                  <a:lnTo>
                    <a:pt x="521745" y="758928"/>
                  </a:lnTo>
                  <a:lnTo>
                    <a:pt x="540432" y="746156"/>
                  </a:lnTo>
                  <a:lnTo>
                    <a:pt x="553190" y="727432"/>
                  </a:lnTo>
                  <a:lnTo>
                    <a:pt x="557910" y="704850"/>
                  </a:lnTo>
                  <a:lnTo>
                    <a:pt x="58673" y="704850"/>
                  </a:lnTo>
                  <a:lnTo>
                    <a:pt x="58673" y="58800"/>
                  </a:lnTo>
                  <a:lnTo>
                    <a:pt x="557910" y="58800"/>
                  </a:lnTo>
                  <a:lnTo>
                    <a:pt x="553190" y="35683"/>
                  </a:lnTo>
                  <a:lnTo>
                    <a:pt x="540432" y="17018"/>
                  </a:lnTo>
                  <a:lnTo>
                    <a:pt x="521745" y="4544"/>
                  </a:lnTo>
                  <a:lnTo>
                    <a:pt x="499236" y="0"/>
                  </a:lnTo>
                  <a:close/>
                </a:path>
                <a:path w="558165" h="763904">
                  <a:moveTo>
                    <a:pt x="557910" y="58800"/>
                  </a:moveTo>
                  <a:lnTo>
                    <a:pt x="499236" y="58800"/>
                  </a:lnTo>
                  <a:lnTo>
                    <a:pt x="499236" y="704850"/>
                  </a:lnTo>
                  <a:lnTo>
                    <a:pt x="557910" y="704850"/>
                  </a:lnTo>
                  <a:lnTo>
                    <a:pt x="557910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81352" y="4926711"/>
              <a:ext cx="205613" cy="250316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5204440" y="4795266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4" h="382270">
                  <a:moveTo>
                    <a:pt x="205613" y="0"/>
                  </a:moveTo>
                  <a:lnTo>
                    <a:pt x="58673" y="0"/>
                  </a:lnTo>
                  <a:lnTo>
                    <a:pt x="35629" y="4542"/>
                  </a:lnTo>
                  <a:lnTo>
                    <a:pt x="17002" y="17002"/>
                  </a:lnTo>
                  <a:lnTo>
                    <a:pt x="4542" y="35629"/>
                  </a:lnTo>
                  <a:lnTo>
                    <a:pt x="0" y="58674"/>
                  </a:lnTo>
                  <a:lnTo>
                    <a:pt x="0" y="381762"/>
                  </a:lnTo>
                  <a:lnTo>
                    <a:pt x="205613" y="381762"/>
                  </a:lnTo>
                  <a:lnTo>
                    <a:pt x="228121" y="377039"/>
                  </a:lnTo>
                  <a:lnTo>
                    <a:pt x="246808" y="364267"/>
                  </a:lnTo>
                  <a:lnTo>
                    <a:pt x="259566" y="345543"/>
                  </a:lnTo>
                  <a:lnTo>
                    <a:pt x="264286" y="322961"/>
                  </a:lnTo>
                  <a:lnTo>
                    <a:pt x="58673" y="322961"/>
                  </a:lnTo>
                  <a:lnTo>
                    <a:pt x="58673" y="58674"/>
                  </a:lnTo>
                  <a:lnTo>
                    <a:pt x="264286" y="58674"/>
                  </a:lnTo>
                  <a:lnTo>
                    <a:pt x="259566" y="35629"/>
                  </a:lnTo>
                  <a:lnTo>
                    <a:pt x="246808" y="17002"/>
                  </a:lnTo>
                  <a:lnTo>
                    <a:pt x="228121" y="4542"/>
                  </a:lnTo>
                  <a:lnTo>
                    <a:pt x="205613" y="0"/>
                  </a:lnTo>
                  <a:close/>
                </a:path>
                <a:path w="264794" h="382270">
                  <a:moveTo>
                    <a:pt x="264286" y="58674"/>
                  </a:moveTo>
                  <a:lnTo>
                    <a:pt x="205613" y="58674"/>
                  </a:lnTo>
                  <a:lnTo>
                    <a:pt x="205613" y="322961"/>
                  </a:lnTo>
                  <a:lnTo>
                    <a:pt x="264286" y="322961"/>
                  </a:lnTo>
                  <a:lnTo>
                    <a:pt x="264286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95449" y="4588433"/>
              <a:ext cx="176225" cy="176225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14705203" y="6349619"/>
            <a:ext cx="763905" cy="763905"/>
            <a:chOff x="14705203" y="6349619"/>
            <a:chExt cx="763905" cy="763905"/>
          </a:xfrm>
        </p:grpSpPr>
        <p:sp>
          <p:nvSpPr>
            <p:cNvPr id="47" name="object 47" descr=""/>
            <p:cNvSpPr/>
            <p:nvPr/>
          </p:nvSpPr>
          <p:spPr>
            <a:xfrm>
              <a:off x="14705203" y="6349619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6" y="0"/>
                  </a:moveTo>
                  <a:lnTo>
                    <a:pt x="58673" y="0"/>
                  </a:lnTo>
                  <a:lnTo>
                    <a:pt x="35629" y="4562"/>
                  </a:lnTo>
                  <a:lnTo>
                    <a:pt x="17002" y="17065"/>
                  </a:lnTo>
                  <a:lnTo>
                    <a:pt x="4542" y="35736"/>
                  </a:lnTo>
                  <a:lnTo>
                    <a:pt x="0" y="58800"/>
                  </a:lnTo>
                  <a:lnTo>
                    <a:pt x="0" y="704976"/>
                  </a:lnTo>
                  <a:lnTo>
                    <a:pt x="4542" y="727539"/>
                  </a:lnTo>
                  <a:lnTo>
                    <a:pt x="17002" y="746220"/>
                  </a:lnTo>
                  <a:lnTo>
                    <a:pt x="35629" y="758948"/>
                  </a:lnTo>
                  <a:lnTo>
                    <a:pt x="58673" y="763650"/>
                  </a:lnTo>
                  <a:lnTo>
                    <a:pt x="499236" y="763650"/>
                  </a:lnTo>
                  <a:lnTo>
                    <a:pt x="521745" y="758948"/>
                  </a:lnTo>
                  <a:lnTo>
                    <a:pt x="540432" y="746220"/>
                  </a:lnTo>
                  <a:lnTo>
                    <a:pt x="553190" y="727539"/>
                  </a:lnTo>
                  <a:lnTo>
                    <a:pt x="557910" y="704976"/>
                  </a:lnTo>
                  <a:lnTo>
                    <a:pt x="58673" y="704976"/>
                  </a:lnTo>
                  <a:lnTo>
                    <a:pt x="58673" y="58800"/>
                  </a:lnTo>
                  <a:lnTo>
                    <a:pt x="557910" y="58800"/>
                  </a:lnTo>
                  <a:lnTo>
                    <a:pt x="553190" y="35736"/>
                  </a:lnTo>
                  <a:lnTo>
                    <a:pt x="540432" y="17065"/>
                  </a:lnTo>
                  <a:lnTo>
                    <a:pt x="521745" y="4562"/>
                  </a:lnTo>
                  <a:lnTo>
                    <a:pt x="499236" y="0"/>
                  </a:lnTo>
                  <a:close/>
                </a:path>
                <a:path w="558165" h="763904">
                  <a:moveTo>
                    <a:pt x="557910" y="58800"/>
                  </a:moveTo>
                  <a:lnTo>
                    <a:pt x="499236" y="58800"/>
                  </a:lnTo>
                  <a:lnTo>
                    <a:pt x="499236" y="704976"/>
                  </a:lnTo>
                  <a:lnTo>
                    <a:pt x="557910" y="704976"/>
                  </a:lnTo>
                  <a:lnTo>
                    <a:pt x="557910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81352" y="6863080"/>
              <a:ext cx="205613" cy="250190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5204440" y="6731508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4" h="382270">
                  <a:moveTo>
                    <a:pt x="205613" y="0"/>
                  </a:moveTo>
                  <a:lnTo>
                    <a:pt x="58673" y="0"/>
                  </a:lnTo>
                  <a:lnTo>
                    <a:pt x="35629" y="4560"/>
                  </a:lnTo>
                  <a:lnTo>
                    <a:pt x="17002" y="17049"/>
                  </a:lnTo>
                  <a:lnTo>
                    <a:pt x="4542" y="35683"/>
                  </a:lnTo>
                  <a:lnTo>
                    <a:pt x="0" y="58674"/>
                  </a:lnTo>
                  <a:lnTo>
                    <a:pt x="0" y="381762"/>
                  </a:lnTo>
                  <a:lnTo>
                    <a:pt x="205613" y="381762"/>
                  </a:lnTo>
                  <a:lnTo>
                    <a:pt x="228121" y="377059"/>
                  </a:lnTo>
                  <a:lnTo>
                    <a:pt x="246808" y="364331"/>
                  </a:lnTo>
                  <a:lnTo>
                    <a:pt x="259566" y="345650"/>
                  </a:lnTo>
                  <a:lnTo>
                    <a:pt x="264286" y="323088"/>
                  </a:lnTo>
                  <a:lnTo>
                    <a:pt x="58673" y="323088"/>
                  </a:lnTo>
                  <a:lnTo>
                    <a:pt x="58673" y="58674"/>
                  </a:lnTo>
                  <a:lnTo>
                    <a:pt x="264286" y="58674"/>
                  </a:lnTo>
                  <a:lnTo>
                    <a:pt x="259566" y="35683"/>
                  </a:lnTo>
                  <a:lnTo>
                    <a:pt x="246808" y="17049"/>
                  </a:lnTo>
                  <a:lnTo>
                    <a:pt x="228121" y="4560"/>
                  </a:lnTo>
                  <a:lnTo>
                    <a:pt x="205613" y="0"/>
                  </a:lnTo>
                  <a:close/>
                </a:path>
                <a:path w="264794" h="382270">
                  <a:moveTo>
                    <a:pt x="264286" y="58674"/>
                  </a:moveTo>
                  <a:lnTo>
                    <a:pt x="205613" y="58674"/>
                  </a:lnTo>
                  <a:lnTo>
                    <a:pt x="205613" y="323088"/>
                  </a:lnTo>
                  <a:lnTo>
                    <a:pt x="264286" y="323088"/>
                  </a:lnTo>
                  <a:lnTo>
                    <a:pt x="264286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95449" y="6524675"/>
              <a:ext cx="176225" cy="176225"/>
            </a:xfrm>
            <a:prstGeom prst="rect">
              <a:avLst/>
            </a:prstGeom>
          </p:spPr>
        </p:pic>
      </p:grpSp>
      <p:grpSp>
        <p:nvGrpSpPr>
          <p:cNvPr id="51" name="object 51" descr=""/>
          <p:cNvGrpSpPr/>
          <p:nvPr/>
        </p:nvGrpSpPr>
        <p:grpSpPr>
          <a:xfrm>
            <a:off x="16637127" y="4417695"/>
            <a:ext cx="763905" cy="755015"/>
            <a:chOff x="16637127" y="4417695"/>
            <a:chExt cx="763905" cy="755015"/>
          </a:xfrm>
        </p:grpSpPr>
        <p:sp>
          <p:nvSpPr>
            <p:cNvPr id="52" name="object 52" descr=""/>
            <p:cNvSpPr/>
            <p:nvPr/>
          </p:nvSpPr>
          <p:spPr>
            <a:xfrm>
              <a:off x="16637127" y="4417694"/>
              <a:ext cx="763905" cy="755015"/>
            </a:xfrm>
            <a:custGeom>
              <a:avLst/>
              <a:gdLst/>
              <a:ahLst/>
              <a:cxnLst/>
              <a:rect l="l" t="t" r="r" b="b"/>
              <a:pathLst>
                <a:path w="763905" h="755014">
                  <a:moveTo>
                    <a:pt x="201549" y="423926"/>
                  </a:moveTo>
                  <a:lnTo>
                    <a:pt x="199466" y="413334"/>
                  </a:lnTo>
                  <a:lnTo>
                    <a:pt x="193802" y="404368"/>
                  </a:lnTo>
                  <a:lnTo>
                    <a:pt x="185356" y="398183"/>
                  </a:lnTo>
                  <a:lnTo>
                    <a:pt x="175006" y="395859"/>
                  </a:lnTo>
                  <a:lnTo>
                    <a:pt x="164414" y="398183"/>
                  </a:lnTo>
                  <a:lnTo>
                    <a:pt x="155498" y="404368"/>
                  </a:lnTo>
                  <a:lnTo>
                    <a:pt x="149352" y="413334"/>
                  </a:lnTo>
                  <a:lnTo>
                    <a:pt x="147066" y="423926"/>
                  </a:lnTo>
                  <a:lnTo>
                    <a:pt x="147066" y="571119"/>
                  </a:lnTo>
                  <a:lnTo>
                    <a:pt x="149352" y="581583"/>
                  </a:lnTo>
                  <a:lnTo>
                    <a:pt x="155511" y="590461"/>
                  </a:lnTo>
                  <a:lnTo>
                    <a:pt x="164414" y="596633"/>
                  </a:lnTo>
                  <a:lnTo>
                    <a:pt x="175006" y="598932"/>
                  </a:lnTo>
                  <a:lnTo>
                    <a:pt x="185356" y="596633"/>
                  </a:lnTo>
                  <a:lnTo>
                    <a:pt x="193802" y="590461"/>
                  </a:lnTo>
                  <a:lnTo>
                    <a:pt x="199466" y="581583"/>
                  </a:lnTo>
                  <a:lnTo>
                    <a:pt x="201549" y="571119"/>
                  </a:lnTo>
                  <a:lnTo>
                    <a:pt x="201549" y="423926"/>
                  </a:lnTo>
                  <a:close/>
                </a:path>
                <a:path w="763905" h="755014">
                  <a:moveTo>
                    <a:pt x="348615" y="276733"/>
                  </a:moveTo>
                  <a:lnTo>
                    <a:pt x="346557" y="266153"/>
                  </a:lnTo>
                  <a:lnTo>
                    <a:pt x="340931" y="257238"/>
                  </a:lnTo>
                  <a:lnTo>
                    <a:pt x="332536" y="251091"/>
                  </a:lnTo>
                  <a:lnTo>
                    <a:pt x="322199" y="248793"/>
                  </a:lnTo>
                  <a:lnTo>
                    <a:pt x="311594" y="251091"/>
                  </a:lnTo>
                  <a:lnTo>
                    <a:pt x="302641" y="257238"/>
                  </a:lnTo>
                  <a:lnTo>
                    <a:pt x="296443" y="266153"/>
                  </a:lnTo>
                  <a:lnTo>
                    <a:pt x="294132" y="276733"/>
                  </a:lnTo>
                  <a:lnTo>
                    <a:pt x="294132" y="515112"/>
                  </a:lnTo>
                  <a:lnTo>
                    <a:pt x="296443" y="525640"/>
                  </a:lnTo>
                  <a:lnTo>
                    <a:pt x="302641" y="534568"/>
                  </a:lnTo>
                  <a:lnTo>
                    <a:pt x="311594" y="540740"/>
                  </a:lnTo>
                  <a:lnTo>
                    <a:pt x="322199" y="543052"/>
                  </a:lnTo>
                  <a:lnTo>
                    <a:pt x="332536" y="540740"/>
                  </a:lnTo>
                  <a:lnTo>
                    <a:pt x="340931" y="534568"/>
                  </a:lnTo>
                  <a:lnTo>
                    <a:pt x="346557" y="525640"/>
                  </a:lnTo>
                  <a:lnTo>
                    <a:pt x="348615" y="515112"/>
                  </a:lnTo>
                  <a:lnTo>
                    <a:pt x="348615" y="276733"/>
                  </a:lnTo>
                  <a:close/>
                </a:path>
                <a:path w="763905" h="755014">
                  <a:moveTo>
                    <a:pt x="495808" y="166370"/>
                  </a:moveTo>
                  <a:lnTo>
                    <a:pt x="493725" y="155790"/>
                  </a:lnTo>
                  <a:lnTo>
                    <a:pt x="488073" y="146875"/>
                  </a:lnTo>
                  <a:lnTo>
                    <a:pt x="479679" y="140728"/>
                  </a:lnTo>
                  <a:lnTo>
                    <a:pt x="469392" y="138430"/>
                  </a:lnTo>
                  <a:lnTo>
                    <a:pt x="458787" y="140728"/>
                  </a:lnTo>
                  <a:lnTo>
                    <a:pt x="449834" y="146875"/>
                  </a:lnTo>
                  <a:lnTo>
                    <a:pt x="443636" y="155790"/>
                  </a:lnTo>
                  <a:lnTo>
                    <a:pt x="441325" y="166370"/>
                  </a:lnTo>
                  <a:lnTo>
                    <a:pt x="441325" y="571119"/>
                  </a:lnTo>
                  <a:lnTo>
                    <a:pt x="443636" y="581583"/>
                  </a:lnTo>
                  <a:lnTo>
                    <a:pt x="449834" y="590461"/>
                  </a:lnTo>
                  <a:lnTo>
                    <a:pt x="458787" y="596633"/>
                  </a:lnTo>
                  <a:lnTo>
                    <a:pt x="469392" y="598932"/>
                  </a:lnTo>
                  <a:lnTo>
                    <a:pt x="479679" y="596633"/>
                  </a:lnTo>
                  <a:lnTo>
                    <a:pt x="488073" y="590461"/>
                  </a:lnTo>
                  <a:lnTo>
                    <a:pt x="493725" y="581583"/>
                  </a:lnTo>
                  <a:lnTo>
                    <a:pt x="495808" y="571119"/>
                  </a:lnTo>
                  <a:lnTo>
                    <a:pt x="495808" y="166370"/>
                  </a:lnTo>
                  <a:close/>
                </a:path>
                <a:path w="763905" h="755014">
                  <a:moveTo>
                    <a:pt x="763651" y="726948"/>
                  </a:moveTo>
                  <a:lnTo>
                    <a:pt x="761326" y="716356"/>
                  </a:lnTo>
                  <a:lnTo>
                    <a:pt x="755142" y="707390"/>
                  </a:lnTo>
                  <a:lnTo>
                    <a:pt x="746175" y="701205"/>
                  </a:lnTo>
                  <a:lnTo>
                    <a:pt x="735584" y="698881"/>
                  </a:lnTo>
                  <a:lnTo>
                    <a:pt x="58801" y="698881"/>
                  </a:lnTo>
                  <a:lnTo>
                    <a:pt x="54483" y="696087"/>
                  </a:lnTo>
                  <a:lnTo>
                    <a:pt x="54483" y="28067"/>
                  </a:lnTo>
                  <a:lnTo>
                    <a:pt x="27940" y="0"/>
                  </a:lnTo>
                  <a:lnTo>
                    <a:pt x="17348" y="2324"/>
                  </a:lnTo>
                  <a:lnTo>
                    <a:pt x="8445" y="8509"/>
                  </a:lnTo>
                  <a:lnTo>
                    <a:pt x="2286" y="17475"/>
                  </a:lnTo>
                  <a:lnTo>
                    <a:pt x="0" y="28067"/>
                  </a:lnTo>
                  <a:lnTo>
                    <a:pt x="0" y="690245"/>
                  </a:lnTo>
                  <a:lnTo>
                    <a:pt x="5130" y="715251"/>
                  </a:lnTo>
                  <a:lnTo>
                    <a:pt x="19088" y="735812"/>
                  </a:lnTo>
                  <a:lnTo>
                    <a:pt x="39700" y="749757"/>
                  </a:lnTo>
                  <a:lnTo>
                    <a:pt x="64770" y="754888"/>
                  </a:lnTo>
                  <a:lnTo>
                    <a:pt x="735584" y="754888"/>
                  </a:lnTo>
                  <a:lnTo>
                    <a:pt x="746175" y="752602"/>
                  </a:lnTo>
                  <a:lnTo>
                    <a:pt x="755142" y="746442"/>
                  </a:lnTo>
                  <a:lnTo>
                    <a:pt x="761326" y="737539"/>
                  </a:lnTo>
                  <a:lnTo>
                    <a:pt x="763651" y="72694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25645" y="4436910"/>
              <a:ext cx="73527" cy="514946"/>
            </a:xfrm>
            <a:prstGeom prst="rect">
              <a:avLst/>
            </a:prstGeom>
          </p:spPr>
        </p:pic>
      </p:grpSp>
      <p:grpSp>
        <p:nvGrpSpPr>
          <p:cNvPr id="54" name="object 54" descr=""/>
          <p:cNvGrpSpPr/>
          <p:nvPr/>
        </p:nvGrpSpPr>
        <p:grpSpPr>
          <a:xfrm>
            <a:off x="16637127" y="6341490"/>
            <a:ext cx="763905" cy="755015"/>
            <a:chOff x="16637127" y="6341490"/>
            <a:chExt cx="763905" cy="755015"/>
          </a:xfrm>
        </p:grpSpPr>
        <p:sp>
          <p:nvSpPr>
            <p:cNvPr id="55" name="object 55" descr=""/>
            <p:cNvSpPr/>
            <p:nvPr/>
          </p:nvSpPr>
          <p:spPr>
            <a:xfrm>
              <a:off x="16637127" y="6341490"/>
              <a:ext cx="763905" cy="755015"/>
            </a:xfrm>
            <a:custGeom>
              <a:avLst/>
              <a:gdLst/>
              <a:ahLst/>
              <a:cxnLst/>
              <a:rect l="l" t="t" r="r" b="b"/>
              <a:pathLst>
                <a:path w="763905" h="755015">
                  <a:moveTo>
                    <a:pt x="201549" y="423799"/>
                  </a:moveTo>
                  <a:lnTo>
                    <a:pt x="199466" y="413207"/>
                  </a:lnTo>
                  <a:lnTo>
                    <a:pt x="193802" y="404241"/>
                  </a:lnTo>
                  <a:lnTo>
                    <a:pt x="185356" y="398056"/>
                  </a:lnTo>
                  <a:lnTo>
                    <a:pt x="175006" y="395732"/>
                  </a:lnTo>
                  <a:lnTo>
                    <a:pt x="164414" y="398056"/>
                  </a:lnTo>
                  <a:lnTo>
                    <a:pt x="155498" y="404241"/>
                  </a:lnTo>
                  <a:lnTo>
                    <a:pt x="149352" y="413207"/>
                  </a:lnTo>
                  <a:lnTo>
                    <a:pt x="147066" y="423799"/>
                  </a:lnTo>
                  <a:lnTo>
                    <a:pt x="147066" y="570992"/>
                  </a:lnTo>
                  <a:lnTo>
                    <a:pt x="149352" y="581520"/>
                  </a:lnTo>
                  <a:lnTo>
                    <a:pt x="155511" y="590448"/>
                  </a:lnTo>
                  <a:lnTo>
                    <a:pt x="164414" y="596620"/>
                  </a:lnTo>
                  <a:lnTo>
                    <a:pt x="175006" y="598932"/>
                  </a:lnTo>
                  <a:lnTo>
                    <a:pt x="185356" y="596620"/>
                  </a:lnTo>
                  <a:lnTo>
                    <a:pt x="193802" y="590448"/>
                  </a:lnTo>
                  <a:lnTo>
                    <a:pt x="199466" y="581520"/>
                  </a:lnTo>
                  <a:lnTo>
                    <a:pt x="201549" y="570992"/>
                  </a:lnTo>
                  <a:lnTo>
                    <a:pt x="201549" y="423799"/>
                  </a:lnTo>
                  <a:close/>
                </a:path>
                <a:path w="763905" h="755015">
                  <a:moveTo>
                    <a:pt x="348615" y="276606"/>
                  </a:moveTo>
                  <a:lnTo>
                    <a:pt x="346557" y="266026"/>
                  </a:lnTo>
                  <a:lnTo>
                    <a:pt x="340931" y="257124"/>
                  </a:lnTo>
                  <a:lnTo>
                    <a:pt x="332536" y="250964"/>
                  </a:lnTo>
                  <a:lnTo>
                    <a:pt x="322199" y="248666"/>
                  </a:lnTo>
                  <a:lnTo>
                    <a:pt x="311594" y="250964"/>
                  </a:lnTo>
                  <a:lnTo>
                    <a:pt x="302641" y="257124"/>
                  </a:lnTo>
                  <a:lnTo>
                    <a:pt x="296443" y="266026"/>
                  </a:lnTo>
                  <a:lnTo>
                    <a:pt x="294132" y="276606"/>
                  </a:lnTo>
                  <a:lnTo>
                    <a:pt x="294132" y="515112"/>
                  </a:lnTo>
                  <a:lnTo>
                    <a:pt x="296443" y="525627"/>
                  </a:lnTo>
                  <a:lnTo>
                    <a:pt x="302641" y="534504"/>
                  </a:lnTo>
                  <a:lnTo>
                    <a:pt x="311594" y="540639"/>
                  </a:lnTo>
                  <a:lnTo>
                    <a:pt x="322199" y="542925"/>
                  </a:lnTo>
                  <a:lnTo>
                    <a:pt x="332536" y="540639"/>
                  </a:lnTo>
                  <a:lnTo>
                    <a:pt x="340931" y="534504"/>
                  </a:lnTo>
                  <a:lnTo>
                    <a:pt x="346557" y="525627"/>
                  </a:lnTo>
                  <a:lnTo>
                    <a:pt x="348615" y="515112"/>
                  </a:lnTo>
                  <a:lnTo>
                    <a:pt x="348615" y="276606"/>
                  </a:lnTo>
                  <a:close/>
                </a:path>
                <a:path w="763905" h="755015">
                  <a:moveTo>
                    <a:pt x="495808" y="166370"/>
                  </a:moveTo>
                  <a:lnTo>
                    <a:pt x="493725" y="155778"/>
                  </a:lnTo>
                  <a:lnTo>
                    <a:pt x="488073" y="146812"/>
                  </a:lnTo>
                  <a:lnTo>
                    <a:pt x="479679" y="140627"/>
                  </a:lnTo>
                  <a:lnTo>
                    <a:pt x="469392" y="138303"/>
                  </a:lnTo>
                  <a:lnTo>
                    <a:pt x="458787" y="140627"/>
                  </a:lnTo>
                  <a:lnTo>
                    <a:pt x="449834" y="146812"/>
                  </a:lnTo>
                  <a:lnTo>
                    <a:pt x="443636" y="155778"/>
                  </a:lnTo>
                  <a:lnTo>
                    <a:pt x="441325" y="166370"/>
                  </a:lnTo>
                  <a:lnTo>
                    <a:pt x="441325" y="570992"/>
                  </a:lnTo>
                  <a:lnTo>
                    <a:pt x="443636" y="581520"/>
                  </a:lnTo>
                  <a:lnTo>
                    <a:pt x="449834" y="590448"/>
                  </a:lnTo>
                  <a:lnTo>
                    <a:pt x="458787" y="596620"/>
                  </a:lnTo>
                  <a:lnTo>
                    <a:pt x="469392" y="598932"/>
                  </a:lnTo>
                  <a:lnTo>
                    <a:pt x="479679" y="596620"/>
                  </a:lnTo>
                  <a:lnTo>
                    <a:pt x="488073" y="590448"/>
                  </a:lnTo>
                  <a:lnTo>
                    <a:pt x="493725" y="581520"/>
                  </a:lnTo>
                  <a:lnTo>
                    <a:pt x="495808" y="570992"/>
                  </a:lnTo>
                  <a:lnTo>
                    <a:pt x="495808" y="166370"/>
                  </a:lnTo>
                  <a:close/>
                </a:path>
                <a:path w="763905" h="755015">
                  <a:moveTo>
                    <a:pt x="763651" y="726948"/>
                  </a:moveTo>
                  <a:lnTo>
                    <a:pt x="761326" y="716356"/>
                  </a:lnTo>
                  <a:lnTo>
                    <a:pt x="755142" y="707390"/>
                  </a:lnTo>
                  <a:lnTo>
                    <a:pt x="746175" y="701205"/>
                  </a:lnTo>
                  <a:lnTo>
                    <a:pt x="735584" y="698881"/>
                  </a:lnTo>
                  <a:lnTo>
                    <a:pt x="58801" y="698881"/>
                  </a:lnTo>
                  <a:lnTo>
                    <a:pt x="54483" y="695960"/>
                  </a:lnTo>
                  <a:lnTo>
                    <a:pt x="54483" y="28067"/>
                  </a:lnTo>
                  <a:lnTo>
                    <a:pt x="27940" y="0"/>
                  </a:lnTo>
                  <a:lnTo>
                    <a:pt x="17348" y="2324"/>
                  </a:lnTo>
                  <a:lnTo>
                    <a:pt x="8445" y="8509"/>
                  </a:lnTo>
                  <a:lnTo>
                    <a:pt x="2286" y="17475"/>
                  </a:lnTo>
                  <a:lnTo>
                    <a:pt x="0" y="28067"/>
                  </a:lnTo>
                  <a:lnTo>
                    <a:pt x="0" y="690130"/>
                  </a:lnTo>
                  <a:lnTo>
                    <a:pt x="5130" y="715124"/>
                  </a:lnTo>
                  <a:lnTo>
                    <a:pt x="19088" y="735685"/>
                  </a:lnTo>
                  <a:lnTo>
                    <a:pt x="39700" y="749630"/>
                  </a:lnTo>
                  <a:lnTo>
                    <a:pt x="64770" y="754761"/>
                  </a:lnTo>
                  <a:lnTo>
                    <a:pt x="735584" y="754761"/>
                  </a:lnTo>
                  <a:lnTo>
                    <a:pt x="746175" y="752487"/>
                  </a:lnTo>
                  <a:lnTo>
                    <a:pt x="755142" y="746379"/>
                  </a:lnTo>
                  <a:lnTo>
                    <a:pt x="761326" y="737514"/>
                  </a:lnTo>
                  <a:lnTo>
                    <a:pt x="763651" y="72694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25645" y="6360578"/>
              <a:ext cx="73527" cy="514946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16447135" y="5594096"/>
            <a:ext cx="1146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0" b="1" i="1">
                <a:solidFill>
                  <a:srgbClr val="173360"/>
                </a:solid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3140055" y="2038310"/>
            <a:ext cx="3707765" cy="7696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 marL="12700" marR="5080">
              <a:lnSpc>
                <a:spcPts val="1920"/>
              </a:lnSpc>
              <a:spcBef>
                <a:spcPts val="245"/>
              </a:spcBef>
            </a:pP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중복</a:t>
            </a:r>
            <a:r>
              <a:rPr dirty="0" sz="1650" spc="-12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처리로</a:t>
            </a:r>
            <a:r>
              <a:rPr dirty="0" sz="1650" spc="-114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인한</a:t>
            </a:r>
            <a:r>
              <a:rPr dirty="0" sz="1650" spc="-12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복잡성</a:t>
            </a:r>
            <a:r>
              <a:rPr dirty="0" sz="1650" spc="-12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b="1" i="1">
                <a:solidFill>
                  <a:srgbClr val="D7365D"/>
                </a:solidFill>
                <a:latin typeface="Malgun Gothic"/>
                <a:cs typeface="Malgun Gothic"/>
              </a:rPr>
              <a:t>증가</a:t>
            </a:r>
            <a:r>
              <a:rPr dirty="0" sz="1600" b="1" i="1">
                <a:solidFill>
                  <a:srgbClr val="D7365D"/>
                </a:solidFill>
                <a:latin typeface="Calibri"/>
                <a:cs typeface="Calibri"/>
              </a:rPr>
              <a:t>(</a:t>
            </a:r>
            <a:r>
              <a:rPr dirty="0" sz="1650" b="1" i="1">
                <a:solidFill>
                  <a:srgbClr val="D7365D"/>
                </a:solidFill>
                <a:latin typeface="Malgun Gothic"/>
                <a:cs typeface="Malgun Gothic"/>
              </a:rPr>
              <a:t>예</a:t>
            </a:r>
            <a:r>
              <a:rPr dirty="0" sz="1600" b="1" i="1">
                <a:solidFill>
                  <a:srgbClr val="D7365D"/>
                </a:solidFill>
                <a:latin typeface="Calibri"/>
                <a:cs typeface="Calibri"/>
              </a:rPr>
              <a:t>:</a:t>
            </a:r>
            <a:r>
              <a:rPr dirty="0" sz="1600" spc="45" b="1" i="1">
                <a:solidFill>
                  <a:srgbClr val="D7365D"/>
                </a:solidFill>
                <a:latin typeface="Calibri"/>
                <a:cs typeface="Calibri"/>
              </a:rPr>
              <a:t> </a:t>
            </a:r>
            <a:r>
              <a:rPr dirty="0" sz="1650" spc="-35" b="1" i="1">
                <a:solidFill>
                  <a:srgbClr val="D7365D"/>
                </a:solidFill>
                <a:latin typeface="Malgun Gothic"/>
                <a:cs typeface="Malgun Gothic"/>
              </a:rPr>
              <a:t>로드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전에</a:t>
            </a:r>
            <a:r>
              <a:rPr dirty="0" sz="1650" spc="-9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데이터를</a:t>
            </a:r>
            <a:r>
              <a:rPr dirty="0" sz="1650" spc="-8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다시</a:t>
            </a:r>
            <a:r>
              <a:rPr dirty="0" sz="1650" spc="-9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필터링하도록</a:t>
            </a:r>
            <a:r>
              <a:rPr dirty="0" sz="1650" spc="-7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데이터 </a:t>
            </a:r>
            <a:r>
              <a:rPr dirty="0" sz="1650" spc="-20" b="1" i="1">
                <a:solidFill>
                  <a:srgbClr val="D7365D"/>
                </a:solidFill>
                <a:latin typeface="Malgun Gothic"/>
                <a:cs typeface="Malgun Gothic"/>
              </a:rPr>
              <a:t>재변환</a:t>
            </a:r>
            <a:r>
              <a:rPr dirty="0" sz="1600" spc="-20" b="1" i="1">
                <a:solidFill>
                  <a:srgbClr val="D7365D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14955519" y="3279394"/>
            <a:ext cx="76200" cy="983615"/>
          </a:xfrm>
          <a:custGeom>
            <a:avLst/>
            <a:gdLst/>
            <a:ahLst/>
            <a:cxnLst/>
            <a:rect l="l" t="t" r="r" b="b"/>
            <a:pathLst>
              <a:path w="76200" h="983614">
                <a:moveTo>
                  <a:pt x="28655" y="907033"/>
                </a:moveTo>
                <a:lnTo>
                  <a:pt x="0" y="907033"/>
                </a:lnTo>
                <a:lnTo>
                  <a:pt x="38353" y="983106"/>
                </a:lnTo>
                <a:lnTo>
                  <a:pt x="69839" y="919606"/>
                </a:lnTo>
                <a:lnTo>
                  <a:pt x="28701" y="919606"/>
                </a:lnTo>
                <a:lnTo>
                  <a:pt x="28655" y="907033"/>
                </a:lnTo>
                <a:close/>
              </a:path>
              <a:path w="76200" h="983614">
                <a:moveTo>
                  <a:pt x="44323" y="0"/>
                </a:moveTo>
                <a:lnTo>
                  <a:pt x="25273" y="0"/>
                </a:lnTo>
                <a:lnTo>
                  <a:pt x="28655" y="907033"/>
                </a:lnTo>
                <a:lnTo>
                  <a:pt x="28701" y="919606"/>
                </a:lnTo>
                <a:lnTo>
                  <a:pt x="47752" y="919606"/>
                </a:lnTo>
                <a:lnTo>
                  <a:pt x="44323" y="0"/>
                </a:lnTo>
                <a:close/>
              </a:path>
              <a:path w="76200" h="983614">
                <a:moveTo>
                  <a:pt x="76074" y="907033"/>
                </a:moveTo>
                <a:lnTo>
                  <a:pt x="47705" y="907033"/>
                </a:lnTo>
                <a:lnTo>
                  <a:pt x="47752" y="919606"/>
                </a:lnTo>
                <a:lnTo>
                  <a:pt x="69839" y="919606"/>
                </a:lnTo>
                <a:lnTo>
                  <a:pt x="76074" y="907033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10761726" y="6362446"/>
            <a:ext cx="859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0D68B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0384408" y="4297679"/>
            <a:ext cx="1612265" cy="1856739"/>
            <a:chOff x="10384408" y="4297679"/>
            <a:chExt cx="1612265" cy="1856739"/>
          </a:xfrm>
        </p:grpSpPr>
        <p:sp>
          <p:nvSpPr>
            <p:cNvPr id="62" name="object 62" descr=""/>
            <p:cNvSpPr/>
            <p:nvPr/>
          </p:nvSpPr>
          <p:spPr>
            <a:xfrm>
              <a:off x="11152377" y="4803393"/>
              <a:ext cx="76200" cy="1350645"/>
            </a:xfrm>
            <a:custGeom>
              <a:avLst/>
              <a:gdLst/>
              <a:ahLst/>
              <a:cxnLst/>
              <a:rect l="l" t="t" r="r" b="b"/>
              <a:pathLst>
                <a:path w="76200" h="1350645">
                  <a:moveTo>
                    <a:pt x="28575" y="1274444"/>
                  </a:moveTo>
                  <a:lnTo>
                    <a:pt x="0" y="1274444"/>
                  </a:lnTo>
                  <a:lnTo>
                    <a:pt x="38100" y="1350644"/>
                  </a:lnTo>
                  <a:lnTo>
                    <a:pt x="69850" y="1287144"/>
                  </a:lnTo>
                  <a:lnTo>
                    <a:pt x="28575" y="1287144"/>
                  </a:lnTo>
                  <a:lnTo>
                    <a:pt x="28575" y="1274444"/>
                  </a:lnTo>
                  <a:close/>
                </a:path>
                <a:path w="76200" h="1350645">
                  <a:moveTo>
                    <a:pt x="47625" y="0"/>
                  </a:moveTo>
                  <a:lnTo>
                    <a:pt x="28575" y="0"/>
                  </a:lnTo>
                  <a:lnTo>
                    <a:pt x="28575" y="1287144"/>
                  </a:lnTo>
                  <a:lnTo>
                    <a:pt x="47625" y="1287144"/>
                  </a:lnTo>
                  <a:lnTo>
                    <a:pt x="47625" y="0"/>
                  </a:lnTo>
                  <a:close/>
                </a:path>
                <a:path w="76200" h="1350645">
                  <a:moveTo>
                    <a:pt x="76200" y="1274444"/>
                  </a:moveTo>
                  <a:lnTo>
                    <a:pt x="47625" y="1274444"/>
                  </a:lnTo>
                  <a:lnTo>
                    <a:pt x="47625" y="1287144"/>
                  </a:lnTo>
                  <a:lnTo>
                    <a:pt x="69850" y="1287144"/>
                  </a:lnTo>
                  <a:lnTo>
                    <a:pt x="76200" y="127444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393933" y="4307204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1542161" y="0"/>
                  </a:moveTo>
                  <a:lnTo>
                    <a:pt x="50800" y="0"/>
                  </a:lnTo>
                  <a:lnTo>
                    <a:pt x="31021" y="3990"/>
                  </a:lnTo>
                  <a:lnTo>
                    <a:pt x="14874" y="14874"/>
                  </a:lnTo>
                  <a:lnTo>
                    <a:pt x="3990" y="31021"/>
                  </a:lnTo>
                  <a:lnTo>
                    <a:pt x="0" y="50800"/>
                  </a:lnTo>
                  <a:lnTo>
                    <a:pt x="0" y="525399"/>
                  </a:lnTo>
                  <a:lnTo>
                    <a:pt x="3990" y="545250"/>
                  </a:lnTo>
                  <a:lnTo>
                    <a:pt x="14874" y="561435"/>
                  </a:lnTo>
                  <a:lnTo>
                    <a:pt x="31021" y="572333"/>
                  </a:lnTo>
                  <a:lnTo>
                    <a:pt x="50800" y="576326"/>
                  </a:lnTo>
                  <a:lnTo>
                    <a:pt x="1542161" y="576326"/>
                  </a:lnTo>
                  <a:lnTo>
                    <a:pt x="1561939" y="572333"/>
                  </a:lnTo>
                  <a:lnTo>
                    <a:pt x="1578086" y="561435"/>
                  </a:lnTo>
                  <a:lnTo>
                    <a:pt x="1588970" y="545250"/>
                  </a:lnTo>
                  <a:lnTo>
                    <a:pt x="1592961" y="525399"/>
                  </a:lnTo>
                  <a:lnTo>
                    <a:pt x="1592961" y="50800"/>
                  </a:lnTo>
                  <a:lnTo>
                    <a:pt x="1588970" y="31021"/>
                  </a:lnTo>
                  <a:lnTo>
                    <a:pt x="1578086" y="14874"/>
                  </a:lnTo>
                  <a:lnTo>
                    <a:pt x="1561939" y="3990"/>
                  </a:lnTo>
                  <a:lnTo>
                    <a:pt x="154216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393933" y="4307204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3990" y="31021"/>
                  </a:lnTo>
                  <a:lnTo>
                    <a:pt x="14874" y="14874"/>
                  </a:lnTo>
                  <a:lnTo>
                    <a:pt x="31021" y="3990"/>
                  </a:lnTo>
                  <a:lnTo>
                    <a:pt x="50800" y="0"/>
                  </a:lnTo>
                  <a:lnTo>
                    <a:pt x="1542161" y="0"/>
                  </a:lnTo>
                  <a:lnTo>
                    <a:pt x="1561939" y="3990"/>
                  </a:lnTo>
                  <a:lnTo>
                    <a:pt x="1578086" y="14874"/>
                  </a:lnTo>
                  <a:lnTo>
                    <a:pt x="1588970" y="31021"/>
                  </a:lnTo>
                  <a:lnTo>
                    <a:pt x="1592961" y="50800"/>
                  </a:lnTo>
                  <a:lnTo>
                    <a:pt x="1592961" y="525399"/>
                  </a:lnTo>
                  <a:lnTo>
                    <a:pt x="1588970" y="545250"/>
                  </a:lnTo>
                  <a:lnTo>
                    <a:pt x="1578086" y="561435"/>
                  </a:lnTo>
                  <a:lnTo>
                    <a:pt x="1561939" y="572333"/>
                  </a:lnTo>
                  <a:lnTo>
                    <a:pt x="1542161" y="576326"/>
                  </a:lnTo>
                  <a:lnTo>
                    <a:pt x="50800" y="576326"/>
                  </a:lnTo>
                  <a:lnTo>
                    <a:pt x="31021" y="572333"/>
                  </a:lnTo>
                  <a:lnTo>
                    <a:pt x="14874" y="561435"/>
                  </a:lnTo>
                  <a:lnTo>
                    <a:pt x="3990" y="545250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10548366" y="4435602"/>
            <a:ext cx="1286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0">
                <a:solidFill>
                  <a:srgbClr val="0D68BB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3225926" y="3414903"/>
            <a:ext cx="476884" cy="476884"/>
            <a:chOff x="3225926" y="3414903"/>
            <a:chExt cx="476884" cy="476884"/>
          </a:xfrm>
        </p:grpSpPr>
        <p:sp>
          <p:nvSpPr>
            <p:cNvPr id="67" name="object 67" descr=""/>
            <p:cNvSpPr/>
            <p:nvPr/>
          </p:nvSpPr>
          <p:spPr>
            <a:xfrm>
              <a:off x="3225926" y="3414903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5">
                  <a:moveTo>
                    <a:pt x="238251" y="0"/>
                  </a:moveTo>
                  <a:lnTo>
                    <a:pt x="190239" y="4840"/>
                  </a:lnTo>
                  <a:lnTo>
                    <a:pt x="145518" y="18722"/>
                  </a:lnTo>
                  <a:lnTo>
                    <a:pt x="105047" y="40685"/>
                  </a:lnTo>
                  <a:lnTo>
                    <a:pt x="69786" y="69770"/>
                  </a:lnTo>
                  <a:lnTo>
                    <a:pt x="40692" y="105016"/>
                  </a:lnTo>
                  <a:lnTo>
                    <a:pt x="18724" y="145464"/>
                  </a:lnTo>
                  <a:lnTo>
                    <a:pt x="4840" y="190153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5"/>
                  </a:lnTo>
                  <a:lnTo>
                    <a:pt x="471541" y="190153"/>
                  </a:lnTo>
                  <a:lnTo>
                    <a:pt x="457672" y="145464"/>
                  </a:lnTo>
                  <a:lnTo>
                    <a:pt x="435724" y="105016"/>
                  </a:lnTo>
                  <a:lnTo>
                    <a:pt x="406653" y="69770"/>
                  </a:lnTo>
                  <a:lnTo>
                    <a:pt x="371415" y="40685"/>
                  </a:lnTo>
                  <a:lnTo>
                    <a:pt x="330965" y="18722"/>
                  </a:lnTo>
                  <a:lnTo>
                    <a:pt x="286259" y="4840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3316732" y="3505707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922"/>
                  </a:moveTo>
                  <a:lnTo>
                    <a:pt x="293408" y="137922"/>
                  </a:lnTo>
                  <a:lnTo>
                    <a:pt x="287337" y="100520"/>
                  </a:lnTo>
                  <a:lnTo>
                    <a:pt x="271691" y="70421"/>
                  </a:lnTo>
                  <a:lnTo>
                    <a:pt x="271691" y="137922"/>
                  </a:lnTo>
                  <a:lnTo>
                    <a:pt x="161290" y="137922"/>
                  </a:lnTo>
                  <a:lnTo>
                    <a:pt x="161290" y="76962"/>
                  </a:lnTo>
                  <a:lnTo>
                    <a:pt x="133223" y="76962"/>
                  </a:lnTo>
                  <a:lnTo>
                    <a:pt x="133223" y="137922"/>
                  </a:lnTo>
                  <a:lnTo>
                    <a:pt x="133223" y="165862"/>
                  </a:lnTo>
                  <a:lnTo>
                    <a:pt x="269748" y="165862"/>
                  </a:lnTo>
                  <a:lnTo>
                    <a:pt x="263613" y="196176"/>
                  </a:lnTo>
                  <a:lnTo>
                    <a:pt x="236512" y="236359"/>
                  </a:lnTo>
                  <a:lnTo>
                    <a:pt x="196342" y="263474"/>
                  </a:lnTo>
                  <a:lnTo>
                    <a:pt x="147193" y="273443"/>
                  </a:lnTo>
                  <a:lnTo>
                    <a:pt x="98298" y="263474"/>
                  </a:lnTo>
                  <a:lnTo>
                    <a:pt x="58102" y="236359"/>
                  </a:lnTo>
                  <a:lnTo>
                    <a:pt x="30848" y="196176"/>
                  </a:lnTo>
                  <a:lnTo>
                    <a:pt x="20828" y="147066"/>
                  </a:lnTo>
                  <a:lnTo>
                    <a:pt x="30848" y="98183"/>
                  </a:lnTo>
                  <a:lnTo>
                    <a:pt x="58102" y="57975"/>
                  </a:lnTo>
                  <a:lnTo>
                    <a:pt x="98298" y="30734"/>
                  </a:lnTo>
                  <a:lnTo>
                    <a:pt x="147193" y="20701"/>
                  </a:lnTo>
                  <a:lnTo>
                    <a:pt x="196342" y="30734"/>
                  </a:lnTo>
                  <a:lnTo>
                    <a:pt x="236512" y="57975"/>
                  </a:lnTo>
                  <a:lnTo>
                    <a:pt x="263613" y="98183"/>
                  </a:lnTo>
                  <a:lnTo>
                    <a:pt x="271691" y="137922"/>
                  </a:lnTo>
                  <a:lnTo>
                    <a:pt x="271691" y="70421"/>
                  </a:lnTo>
                  <a:lnTo>
                    <a:pt x="234340" y="28333"/>
                  </a:lnTo>
                  <a:lnTo>
                    <a:pt x="193802" y="7480"/>
                  </a:lnTo>
                  <a:lnTo>
                    <a:pt x="147193" y="0"/>
                  </a:lnTo>
                  <a:lnTo>
                    <a:pt x="100622" y="7480"/>
                  </a:lnTo>
                  <a:lnTo>
                    <a:pt x="60210" y="28333"/>
                  </a:lnTo>
                  <a:lnTo>
                    <a:pt x="28359" y="60134"/>
                  </a:lnTo>
                  <a:lnTo>
                    <a:pt x="7493" y="100520"/>
                  </a:lnTo>
                  <a:lnTo>
                    <a:pt x="0" y="147066"/>
                  </a:lnTo>
                  <a:lnTo>
                    <a:pt x="7493" y="193687"/>
                  </a:lnTo>
                  <a:lnTo>
                    <a:pt x="28359" y="234226"/>
                  </a:lnTo>
                  <a:lnTo>
                    <a:pt x="60210" y="266230"/>
                  </a:lnTo>
                  <a:lnTo>
                    <a:pt x="100622" y="287223"/>
                  </a:lnTo>
                  <a:lnTo>
                    <a:pt x="147193" y="294767"/>
                  </a:lnTo>
                  <a:lnTo>
                    <a:pt x="193802" y="287223"/>
                  </a:lnTo>
                  <a:lnTo>
                    <a:pt x="234340" y="266230"/>
                  </a:lnTo>
                  <a:lnTo>
                    <a:pt x="266344" y="234226"/>
                  </a:lnTo>
                  <a:lnTo>
                    <a:pt x="287337" y="193687"/>
                  </a:lnTo>
                  <a:lnTo>
                    <a:pt x="291846" y="165862"/>
                  </a:lnTo>
                  <a:lnTo>
                    <a:pt x="315722" y="165862"/>
                  </a:lnTo>
                  <a:lnTo>
                    <a:pt x="315722" y="137922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3316731" y="3505708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431"/>
                  </a:moveTo>
                  <a:lnTo>
                    <a:pt x="196351" y="263473"/>
                  </a:lnTo>
                  <a:lnTo>
                    <a:pt x="236521" y="236347"/>
                  </a:lnTo>
                  <a:lnTo>
                    <a:pt x="263618" y="196171"/>
                  </a:lnTo>
                  <a:lnTo>
                    <a:pt x="273557" y="147066"/>
                  </a:lnTo>
                  <a:lnTo>
                    <a:pt x="263618" y="98174"/>
                  </a:lnTo>
                  <a:lnTo>
                    <a:pt x="236521" y="57975"/>
                  </a:lnTo>
                  <a:lnTo>
                    <a:pt x="196351" y="30730"/>
                  </a:lnTo>
                  <a:lnTo>
                    <a:pt x="147192" y="20700"/>
                  </a:lnTo>
                  <a:lnTo>
                    <a:pt x="98301" y="30730"/>
                  </a:lnTo>
                  <a:lnTo>
                    <a:pt x="58102" y="57975"/>
                  </a:lnTo>
                  <a:lnTo>
                    <a:pt x="30857" y="98174"/>
                  </a:lnTo>
                  <a:lnTo>
                    <a:pt x="20827" y="147066"/>
                  </a:lnTo>
                  <a:lnTo>
                    <a:pt x="30857" y="196171"/>
                  </a:lnTo>
                  <a:lnTo>
                    <a:pt x="58102" y="236347"/>
                  </a:lnTo>
                  <a:lnTo>
                    <a:pt x="98301" y="263473"/>
                  </a:lnTo>
                  <a:lnTo>
                    <a:pt x="147192" y="273431"/>
                  </a:lnTo>
                  <a:close/>
                </a:path>
                <a:path w="295275" h="295275">
                  <a:moveTo>
                    <a:pt x="147192" y="294767"/>
                  </a:moveTo>
                  <a:lnTo>
                    <a:pt x="193814" y="287221"/>
                  </a:lnTo>
                  <a:lnTo>
                    <a:pt x="234351" y="266221"/>
                  </a:lnTo>
                  <a:lnTo>
                    <a:pt x="266348" y="234224"/>
                  </a:lnTo>
                  <a:lnTo>
                    <a:pt x="287348" y="193687"/>
                  </a:lnTo>
                  <a:lnTo>
                    <a:pt x="294893" y="147066"/>
                  </a:lnTo>
                  <a:lnTo>
                    <a:pt x="287348" y="100510"/>
                  </a:lnTo>
                  <a:lnTo>
                    <a:pt x="266348" y="60130"/>
                  </a:lnTo>
                  <a:lnTo>
                    <a:pt x="234351" y="28322"/>
                  </a:lnTo>
                  <a:lnTo>
                    <a:pt x="193814" y="7479"/>
                  </a:lnTo>
                  <a:lnTo>
                    <a:pt x="147192" y="0"/>
                  </a:lnTo>
                  <a:lnTo>
                    <a:pt x="100624" y="7479"/>
                  </a:lnTo>
                  <a:lnTo>
                    <a:pt x="60213" y="28322"/>
                  </a:lnTo>
                  <a:lnTo>
                    <a:pt x="28366" y="60130"/>
                  </a:lnTo>
                  <a:lnTo>
                    <a:pt x="7492" y="100510"/>
                  </a:lnTo>
                  <a:lnTo>
                    <a:pt x="0" y="147066"/>
                  </a:lnTo>
                  <a:lnTo>
                    <a:pt x="7492" y="193687"/>
                  </a:lnTo>
                  <a:lnTo>
                    <a:pt x="28366" y="234224"/>
                  </a:lnTo>
                  <a:lnTo>
                    <a:pt x="60213" y="266221"/>
                  </a:lnTo>
                  <a:lnTo>
                    <a:pt x="100624" y="287221"/>
                  </a:lnTo>
                  <a:lnTo>
                    <a:pt x="147192" y="294767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 descr=""/>
          <p:cNvGrpSpPr/>
          <p:nvPr/>
        </p:nvGrpSpPr>
        <p:grpSpPr>
          <a:xfrm>
            <a:off x="3225926" y="4670552"/>
            <a:ext cx="476884" cy="476884"/>
            <a:chOff x="3225926" y="4670552"/>
            <a:chExt cx="476884" cy="476884"/>
          </a:xfrm>
        </p:grpSpPr>
        <p:sp>
          <p:nvSpPr>
            <p:cNvPr id="71" name="object 71" descr=""/>
            <p:cNvSpPr/>
            <p:nvPr/>
          </p:nvSpPr>
          <p:spPr>
            <a:xfrm>
              <a:off x="3225926" y="4670552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5">
                  <a:moveTo>
                    <a:pt x="238251" y="0"/>
                  </a:moveTo>
                  <a:lnTo>
                    <a:pt x="190239" y="4835"/>
                  </a:lnTo>
                  <a:lnTo>
                    <a:pt x="145518" y="18704"/>
                  </a:lnTo>
                  <a:lnTo>
                    <a:pt x="105047" y="40652"/>
                  </a:lnTo>
                  <a:lnTo>
                    <a:pt x="69786" y="69723"/>
                  </a:lnTo>
                  <a:lnTo>
                    <a:pt x="40692" y="104961"/>
                  </a:lnTo>
                  <a:lnTo>
                    <a:pt x="18724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5"/>
                  </a:lnTo>
                  <a:lnTo>
                    <a:pt x="471541" y="190117"/>
                  </a:lnTo>
                  <a:lnTo>
                    <a:pt x="457672" y="145411"/>
                  </a:lnTo>
                  <a:lnTo>
                    <a:pt x="435724" y="104961"/>
                  </a:lnTo>
                  <a:lnTo>
                    <a:pt x="406653" y="69723"/>
                  </a:lnTo>
                  <a:lnTo>
                    <a:pt x="371415" y="40652"/>
                  </a:lnTo>
                  <a:lnTo>
                    <a:pt x="330965" y="18704"/>
                  </a:lnTo>
                  <a:lnTo>
                    <a:pt x="286259" y="4835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316732" y="4761229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160"/>
                  </a:moveTo>
                  <a:lnTo>
                    <a:pt x="293255" y="137160"/>
                  </a:lnTo>
                  <a:lnTo>
                    <a:pt x="287337" y="100634"/>
                  </a:lnTo>
                  <a:lnTo>
                    <a:pt x="271513" y="70180"/>
                  </a:lnTo>
                  <a:lnTo>
                    <a:pt x="271513" y="137160"/>
                  </a:lnTo>
                  <a:lnTo>
                    <a:pt x="161290" y="137160"/>
                  </a:lnTo>
                  <a:lnTo>
                    <a:pt x="161290" y="77470"/>
                  </a:lnTo>
                  <a:lnTo>
                    <a:pt x="133223" y="77470"/>
                  </a:lnTo>
                  <a:lnTo>
                    <a:pt x="133223" y="137160"/>
                  </a:lnTo>
                  <a:lnTo>
                    <a:pt x="133223" y="166370"/>
                  </a:lnTo>
                  <a:lnTo>
                    <a:pt x="269671" y="166370"/>
                  </a:lnTo>
                  <a:lnTo>
                    <a:pt x="263613" y="196303"/>
                  </a:lnTo>
                  <a:lnTo>
                    <a:pt x="236512" y="236474"/>
                  </a:lnTo>
                  <a:lnTo>
                    <a:pt x="196342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342" y="30861"/>
                  </a:lnTo>
                  <a:lnTo>
                    <a:pt x="236512" y="58102"/>
                  </a:lnTo>
                  <a:lnTo>
                    <a:pt x="263613" y="98310"/>
                  </a:lnTo>
                  <a:lnTo>
                    <a:pt x="271513" y="137160"/>
                  </a:lnTo>
                  <a:lnTo>
                    <a:pt x="271513" y="70180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782" y="166370"/>
                  </a:lnTo>
                  <a:lnTo>
                    <a:pt x="315722" y="166370"/>
                  </a:lnTo>
                  <a:lnTo>
                    <a:pt x="315722" y="137160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3316731" y="4761230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351" y="263600"/>
                  </a:lnTo>
                  <a:lnTo>
                    <a:pt x="236521" y="236474"/>
                  </a:lnTo>
                  <a:lnTo>
                    <a:pt x="263618" y="196298"/>
                  </a:lnTo>
                  <a:lnTo>
                    <a:pt x="273557" y="147193"/>
                  </a:lnTo>
                  <a:lnTo>
                    <a:pt x="263618" y="98301"/>
                  </a:lnTo>
                  <a:lnTo>
                    <a:pt x="236521" y="58102"/>
                  </a:lnTo>
                  <a:lnTo>
                    <a:pt x="196351" y="30857"/>
                  </a:lnTo>
                  <a:lnTo>
                    <a:pt x="147192" y="20828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7" y="147193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3" y="147193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2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3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 descr=""/>
          <p:cNvGrpSpPr/>
          <p:nvPr/>
        </p:nvGrpSpPr>
        <p:grpSpPr>
          <a:xfrm>
            <a:off x="3225926" y="5918834"/>
            <a:ext cx="476884" cy="476884"/>
            <a:chOff x="3225926" y="5918834"/>
            <a:chExt cx="476884" cy="476884"/>
          </a:xfrm>
        </p:grpSpPr>
        <p:sp>
          <p:nvSpPr>
            <p:cNvPr id="75" name="object 75" descr=""/>
            <p:cNvSpPr/>
            <p:nvPr/>
          </p:nvSpPr>
          <p:spPr>
            <a:xfrm>
              <a:off x="3225926" y="5918834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5">
                  <a:moveTo>
                    <a:pt x="238251" y="0"/>
                  </a:moveTo>
                  <a:lnTo>
                    <a:pt x="190239" y="4835"/>
                  </a:lnTo>
                  <a:lnTo>
                    <a:pt x="145518" y="18704"/>
                  </a:lnTo>
                  <a:lnTo>
                    <a:pt x="105047" y="40652"/>
                  </a:lnTo>
                  <a:lnTo>
                    <a:pt x="69786" y="69723"/>
                  </a:lnTo>
                  <a:lnTo>
                    <a:pt x="40692" y="104961"/>
                  </a:lnTo>
                  <a:lnTo>
                    <a:pt x="18724" y="145411"/>
                  </a:lnTo>
                  <a:lnTo>
                    <a:pt x="4840" y="190117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5"/>
                  </a:lnTo>
                  <a:lnTo>
                    <a:pt x="471541" y="190117"/>
                  </a:lnTo>
                  <a:lnTo>
                    <a:pt x="457672" y="145411"/>
                  </a:lnTo>
                  <a:lnTo>
                    <a:pt x="435724" y="104961"/>
                  </a:lnTo>
                  <a:lnTo>
                    <a:pt x="406653" y="69723"/>
                  </a:lnTo>
                  <a:lnTo>
                    <a:pt x="371415" y="40652"/>
                  </a:lnTo>
                  <a:lnTo>
                    <a:pt x="330965" y="18704"/>
                  </a:lnTo>
                  <a:lnTo>
                    <a:pt x="286259" y="4835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3316732" y="6009512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287"/>
                  </a:moveTo>
                  <a:lnTo>
                    <a:pt x="293281" y="137287"/>
                  </a:lnTo>
                  <a:lnTo>
                    <a:pt x="287337" y="100634"/>
                  </a:lnTo>
                  <a:lnTo>
                    <a:pt x="271538" y="70231"/>
                  </a:lnTo>
                  <a:lnTo>
                    <a:pt x="271538" y="137287"/>
                  </a:lnTo>
                  <a:lnTo>
                    <a:pt x="161290" y="137287"/>
                  </a:lnTo>
                  <a:lnTo>
                    <a:pt x="161290" y="77597"/>
                  </a:lnTo>
                  <a:lnTo>
                    <a:pt x="133223" y="77597"/>
                  </a:lnTo>
                  <a:lnTo>
                    <a:pt x="133223" y="137287"/>
                  </a:lnTo>
                  <a:lnTo>
                    <a:pt x="133223" y="165227"/>
                  </a:lnTo>
                  <a:lnTo>
                    <a:pt x="269900" y="165227"/>
                  </a:lnTo>
                  <a:lnTo>
                    <a:pt x="263613" y="196303"/>
                  </a:lnTo>
                  <a:lnTo>
                    <a:pt x="236512" y="236474"/>
                  </a:lnTo>
                  <a:lnTo>
                    <a:pt x="196342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74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342" y="30861"/>
                  </a:lnTo>
                  <a:lnTo>
                    <a:pt x="236512" y="58102"/>
                  </a:lnTo>
                  <a:lnTo>
                    <a:pt x="263613" y="98310"/>
                  </a:lnTo>
                  <a:lnTo>
                    <a:pt x="271538" y="137287"/>
                  </a:lnTo>
                  <a:lnTo>
                    <a:pt x="271538" y="70231"/>
                  </a:lnTo>
                  <a:lnTo>
                    <a:pt x="234340" y="28371"/>
                  </a:lnTo>
                  <a:lnTo>
                    <a:pt x="193802" y="7493"/>
                  </a:lnTo>
                  <a:lnTo>
                    <a:pt x="147193" y="0"/>
                  </a:lnTo>
                  <a:lnTo>
                    <a:pt x="100622" y="7493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960" y="165227"/>
                  </a:lnTo>
                  <a:lnTo>
                    <a:pt x="315722" y="165227"/>
                  </a:lnTo>
                  <a:lnTo>
                    <a:pt x="315722" y="137287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316731" y="6009512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8"/>
                  </a:moveTo>
                  <a:lnTo>
                    <a:pt x="196351" y="263600"/>
                  </a:lnTo>
                  <a:lnTo>
                    <a:pt x="236521" y="236474"/>
                  </a:lnTo>
                  <a:lnTo>
                    <a:pt x="263618" y="196298"/>
                  </a:lnTo>
                  <a:lnTo>
                    <a:pt x="273557" y="147192"/>
                  </a:lnTo>
                  <a:lnTo>
                    <a:pt x="263618" y="98301"/>
                  </a:lnTo>
                  <a:lnTo>
                    <a:pt x="236521" y="58102"/>
                  </a:lnTo>
                  <a:lnTo>
                    <a:pt x="196351" y="30857"/>
                  </a:lnTo>
                  <a:lnTo>
                    <a:pt x="147192" y="20827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7" y="147192"/>
                  </a:lnTo>
                  <a:lnTo>
                    <a:pt x="30857" y="196298"/>
                  </a:lnTo>
                  <a:lnTo>
                    <a:pt x="58102" y="236473"/>
                  </a:lnTo>
                  <a:lnTo>
                    <a:pt x="98301" y="263600"/>
                  </a:lnTo>
                  <a:lnTo>
                    <a:pt x="147192" y="273558"/>
                  </a:lnTo>
                  <a:close/>
                </a:path>
                <a:path w="295275" h="295275">
                  <a:moveTo>
                    <a:pt x="147192" y="294894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3" y="147192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2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2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4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" name="object 78" descr=""/>
          <p:cNvGrpSpPr/>
          <p:nvPr/>
        </p:nvGrpSpPr>
        <p:grpSpPr>
          <a:xfrm>
            <a:off x="10952226" y="5240528"/>
            <a:ext cx="476884" cy="476884"/>
            <a:chOff x="10952226" y="5240528"/>
            <a:chExt cx="476884" cy="476884"/>
          </a:xfrm>
        </p:grpSpPr>
        <p:sp>
          <p:nvSpPr>
            <p:cNvPr id="79" name="object 79" descr=""/>
            <p:cNvSpPr/>
            <p:nvPr/>
          </p:nvSpPr>
          <p:spPr>
            <a:xfrm>
              <a:off x="10952226" y="5240528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251" y="0"/>
                  </a:moveTo>
                  <a:lnTo>
                    <a:pt x="190239" y="4840"/>
                  </a:lnTo>
                  <a:lnTo>
                    <a:pt x="145518" y="18722"/>
                  </a:lnTo>
                  <a:lnTo>
                    <a:pt x="105047" y="40685"/>
                  </a:lnTo>
                  <a:lnTo>
                    <a:pt x="69786" y="69770"/>
                  </a:lnTo>
                  <a:lnTo>
                    <a:pt x="40692" y="105016"/>
                  </a:lnTo>
                  <a:lnTo>
                    <a:pt x="18724" y="145464"/>
                  </a:lnTo>
                  <a:lnTo>
                    <a:pt x="4840" y="190153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5"/>
                  </a:lnTo>
                  <a:lnTo>
                    <a:pt x="471541" y="190153"/>
                  </a:lnTo>
                  <a:lnTo>
                    <a:pt x="457672" y="145464"/>
                  </a:lnTo>
                  <a:lnTo>
                    <a:pt x="435724" y="105016"/>
                  </a:lnTo>
                  <a:lnTo>
                    <a:pt x="406653" y="69770"/>
                  </a:lnTo>
                  <a:lnTo>
                    <a:pt x="371415" y="40685"/>
                  </a:lnTo>
                  <a:lnTo>
                    <a:pt x="330965" y="18722"/>
                  </a:lnTo>
                  <a:lnTo>
                    <a:pt x="286259" y="4840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1043031" y="5331332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287"/>
                  </a:moveTo>
                  <a:lnTo>
                    <a:pt x="293293" y="137287"/>
                  </a:lnTo>
                  <a:lnTo>
                    <a:pt x="287337" y="100520"/>
                  </a:lnTo>
                  <a:lnTo>
                    <a:pt x="271564" y="70180"/>
                  </a:lnTo>
                  <a:lnTo>
                    <a:pt x="271564" y="137287"/>
                  </a:lnTo>
                  <a:lnTo>
                    <a:pt x="161290" y="137287"/>
                  </a:lnTo>
                  <a:lnTo>
                    <a:pt x="161290" y="76327"/>
                  </a:lnTo>
                  <a:lnTo>
                    <a:pt x="133223" y="76327"/>
                  </a:lnTo>
                  <a:lnTo>
                    <a:pt x="133223" y="137287"/>
                  </a:lnTo>
                  <a:lnTo>
                    <a:pt x="133223" y="165227"/>
                  </a:lnTo>
                  <a:lnTo>
                    <a:pt x="269875" y="165227"/>
                  </a:lnTo>
                  <a:lnTo>
                    <a:pt x="263613" y="196176"/>
                  </a:lnTo>
                  <a:lnTo>
                    <a:pt x="236512" y="236347"/>
                  </a:lnTo>
                  <a:lnTo>
                    <a:pt x="196342" y="263474"/>
                  </a:lnTo>
                  <a:lnTo>
                    <a:pt x="147193" y="273431"/>
                  </a:lnTo>
                  <a:lnTo>
                    <a:pt x="98298" y="263474"/>
                  </a:lnTo>
                  <a:lnTo>
                    <a:pt x="58102" y="236347"/>
                  </a:lnTo>
                  <a:lnTo>
                    <a:pt x="30848" y="196176"/>
                  </a:lnTo>
                  <a:lnTo>
                    <a:pt x="20828" y="147066"/>
                  </a:lnTo>
                  <a:lnTo>
                    <a:pt x="30848" y="98183"/>
                  </a:lnTo>
                  <a:lnTo>
                    <a:pt x="58089" y="57975"/>
                  </a:lnTo>
                  <a:lnTo>
                    <a:pt x="98298" y="30734"/>
                  </a:lnTo>
                  <a:lnTo>
                    <a:pt x="147193" y="20701"/>
                  </a:lnTo>
                  <a:lnTo>
                    <a:pt x="196342" y="30734"/>
                  </a:lnTo>
                  <a:lnTo>
                    <a:pt x="236512" y="57975"/>
                  </a:lnTo>
                  <a:lnTo>
                    <a:pt x="263613" y="98183"/>
                  </a:lnTo>
                  <a:lnTo>
                    <a:pt x="271564" y="137287"/>
                  </a:lnTo>
                  <a:lnTo>
                    <a:pt x="271564" y="70180"/>
                  </a:lnTo>
                  <a:lnTo>
                    <a:pt x="234340" y="28333"/>
                  </a:lnTo>
                  <a:lnTo>
                    <a:pt x="193802" y="7480"/>
                  </a:lnTo>
                  <a:lnTo>
                    <a:pt x="147193" y="0"/>
                  </a:lnTo>
                  <a:lnTo>
                    <a:pt x="100622" y="7480"/>
                  </a:lnTo>
                  <a:lnTo>
                    <a:pt x="60210" y="28333"/>
                  </a:lnTo>
                  <a:lnTo>
                    <a:pt x="28359" y="60134"/>
                  </a:lnTo>
                  <a:lnTo>
                    <a:pt x="7493" y="100520"/>
                  </a:lnTo>
                  <a:lnTo>
                    <a:pt x="0" y="147066"/>
                  </a:lnTo>
                  <a:lnTo>
                    <a:pt x="7493" y="193687"/>
                  </a:lnTo>
                  <a:lnTo>
                    <a:pt x="28359" y="234226"/>
                  </a:lnTo>
                  <a:lnTo>
                    <a:pt x="60210" y="266230"/>
                  </a:lnTo>
                  <a:lnTo>
                    <a:pt x="100622" y="287223"/>
                  </a:lnTo>
                  <a:lnTo>
                    <a:pt x="147193" y="294767"/>
                  </a:lnTo>
                  <a:lnTo>
                    <a:pt x="193802" y="287223"/>
                  </a:lnTo>
                  <a:lnTo>
                    <a:pt x="220433" y="273431"/>
                  </a:lnTo>
                  <a:lnTo>
                    <a:pt x="234340" y="266230"/>
                  </a:lnTo>
                  <a:lnTo>
                    <a:pt x="266344" y="234226"/>
                  </a:lnTo>
                  <a:lnTo>
                    <a:pt x="287337" y="193687"/>
                  </a:lnTo>
                  <a:lnTo>
                    <a:pt x="291947" y="165227"/>
                  </a:lnTo>
                  <a:lnTo>
                    <a:pt x="315722" y="165227"/>
                  </a:lnTo>
                  <a:lnTo>
                    <a:pt x="315722" y="137287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1043031" y="5331333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3" y="273430"/>
                  </a:moveTo>
                  <a:lnTo>
                    <a:pt x="196351" y="263473"/>
                  </a:lnTo>
                  <a:lnTo>
                    <a:pt x="236521" y="236346"/>
                  </a:lnTo>
                  <a:lnTo>
                    <a:pt x="263618" y="196171"/>
                  </a:lnTo>
                  <a:lnTo>
                    <a:pt x="273558" y="147065"/>
                  </a:lnTo>
                  <a:lnTo>
                    <a:pt x="263618" y="98174"/>
                  </a:lnTo>
                  <a:lnTo>
                    <a:pt x="236521" y="57975"/>
                  </a:lnTo>
                  <a:lnTo>
                    <a:pt x="196351" y="30730"/>
                  </a:lnTo>
                  <a:lnTo>
                    <a:pt x="147193" y="20700"/>
                  </a:lnTo>
                  <a:lnTo>
                    <a:pt x="98301" y="30730"/>
                  </a:lnTo>
                  <a:lnTo>
                    <a:pt x="58102" y="57975"/>
                  </a:lnTo>
                  <a:lnTo>
                    <a:pt x="30857" y="98174"/>
                  </a:lnTo>
                  <a:lnTo>
                    <a:pt x="20827" y="147065"/>
                  </a:lnTo>
                  <a:lnTo>
                    <a:pt x="30857" y="196171"/>
                  </a:lnTo>
                  <a:lnTo>
                    <a:pt x="58102" y="236346"/>
                  </a:lnTo>
                  <a:lnTo>
                    <a:pt x="98301" y="263473"/>
                  </a:lnTo>
                  <a:lnTo>
                    <a:pt x="147193" y="273430"/>
                  </a:lnTo>
                  <a:close/>
                </a:path>
                <a:path w="295275" h="295275">
                  <a:moveTo>
                    <a:pt x="147193" y="294766"/>
                  </a:moveTo>
                  <a:lnTo>
                    <a:pt x="193814" y="287221"/>
                  </a:lnTo>
                  <a:lnTo>
                    <a:pt x="234351" y="266221"/>
                  </a:lnTo>
                  <a:lnTo>
                    <a:pt x="266348" y="234224"/>
                  </a:lnTo>
                  <a:lnTo>
                    <a:pt x="287348" y="193687"/>
                  </a:lnTo>
                  <a:lnTo>
                    <a:pt x="294894" y="147065"/>
                  </a:lnTo>
                  <a:lnTo>
                    <a:pt x="287348" y="100510"/>
                  </a:lnTo>
                  <a:lnTo>
                    <a:pt x="266348" y="60130"/>
                  </a:lnTo>
                  <a:lnTo>
                    <a:pt x="234351" y="28322"/>
                  </a:lnTo>
                  <a:lnTo>
                    <a:pt x="193814" y="7479"/>
                  </a:lnTo>
                  <a:lnTo>
                    <a:pt x="147193" y="0"/>
                  </a:lnTo>
                  <a:lnTo>
                    <a:pt x="100624" y="7479"/>
                  </a:lnTo>
                  <a:lnTo>
                    <a:pt x="60213" y="28322"/>
                  </a:lnTo>
                  <a:lnTo>
                    <a:pt x="28366" y="60130"/>
                  </a:lnTo>
                  <a:lnTo>
                    <a:pt x="7493" y="100510"/>
                  </a:lnTo>
                  <a:lnTo>
                    <a:pt x="0" y="147065"/>
                  </a:lnTo>
                  <a:lnTo>
                    <a:pt x="7493" y="193687"/>
                  </a:lnTo>
                  <a:lnTo>
                    <a:pt x="28366" y="234224"/>
                  </a:lnTo>
                  <a:lnTo>
                    <a:pt x="60213" y="266221"/>
                  </a:lnTo>
                  <a:lnTo>
                    <a:pt x="100624" y="287221"/>
                  </a:lnTo>
                  <a:lnTo>
                    <a:pt x="147193" y="294766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3225926" y="7167118"/>
            <a:ext cx="2299970" cy="476884"/>
            <a:chOff x="3225926" y="7167118"/>
            <a:chExt cx="2299970" cy="476884"/>
          </a:xfrm>
        </p:grpSpPr>
        <p:sp>
          <p:nvSpPr>
            <p:cNvPr id="83" name="object 83" descr=""/>
            <p:cNvSpPr/>
            <p:nvPr/>
          </p:nvSpPr>
          <p:spPr>
            <a:xfrm>
              <a:off x="3225926" y="7167118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5" h="476884">
                  <a:moveTo>
                    <a:pt x="238251" y="0"/>
                  </a:moveTo>
                  <a:lnTo>
                    <a:pt x="190239" y="4835"/>
                  </a:lnTo>
                  <a:lnTo>
                    <a:pt x="145518" y="18704"/>
                  </a:lnTo>
                  <a:lnTo>
                    <a:pt x="105047" y="40652"/>
                  </a:lnTo>
                  <a:lnTo>
                    <a:pt x="69786" y="69722"/>
                  </a:lnTo>
                  <a:lnTo>
                    <a:pt x="40692" y="104961"/>
                  </a:lnTo>
                  <a:lnTo>
                    <a:pt x="18724" y="145411"/>
                  </a:lnTo>
                  <a:lnTo>
                    <a:pt x="4840" y="190117"/>
                  </a:lnTo>
                  <a:lnTo>
                    <a:pt x="0" y="238124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59" y="471536"/>
                  </a:lnTo>
                  <a:lnTo>
                    <a:pt x="330965" y="457652"/>
                  </a:lnTo>
                  <a:lnTo>
                    <a:pt x="371415" y="435684"/>
                  </a:lnTo>
                  <a:lnTo>
                    <a:pt x="406653" y="406590"/>
                  </a:lnTo>
                  <a:lnTo>
                    <a:pt x="435724" y="371329"/>
                  </a:lnTo>
                  <a:lnTo>
                    <a:pt x="457672" y="330858"/>
                  </a:lnTo>
                  <a:lnTo>
                    <a:pt x="471541" y="286137"/>
                  </a:lnTo>
                  <a:lnTo>
                    <a:pt x="476376" y="238124"/>
                  </a:lnTo>
                  <a:lnTo>
                    <a:pt x="471541" y="190117"/>
                  </a:lnTo>
                  <a:lnTo>
                    <a:pt x="457672" y="145411"/>
                  </a:lnTo>
                  <a:lnTo>
                    <a:pt x="435724" y="104961"/>
                  </a:lnTo>
                  <a:lnTo>
                    <a:pt x="406653" y="69722"/>
                  </a:lnTo>
                  <a:lnTo>
                    <a:pt x="371415" y="40652"/>
                  </a:lnTo>
                  <a:lnTo>
                    <a:pt x="330965" y="18704"/>
                  </a:lnTo>
                  <a:lnTo>
                    <a:pt x="286259" y="4835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3316732" y="7257796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29" h="295275">
                  <a:moveTo>
                    <a:pt x="315722" y="137414"/>
                  </a:moveTo>
                  <a:lnTo>
                    <a:pt x="293306" y="137414"/>
                  </a:lnTo>
                  <a:lnTo>
                    <a:pt x="287337" y="100634"/>
                  </a:lnTo>
                  <a:lnTo>
                    <a:pt x="271564" y="70281"/>
                  </a:lnTo>
                  <a:lnTo>
                    <a:pt x="271564" y="137414"/>
                  </a:lnTo>
                  <a:lnTo>
                    <a:pt x="161290" y="137414"/>
                  </a:lnTo>
                  <a:lnTo>
                    <a:pt x="161290" y="76454"/>
                  </a:lnTo>
                  <a:lnTo>
                    <a:pt x="133223" y="76454"/>
                  </a:lnTo>
                  <a:lnTo>
                    <a:pt x="133223" y="137414"/>
                  </a:lnTo>
                  <a:lnTo>
                    <a:pt x="133223" y="165354"/>
                  </a:lnTo>
                  <a:lnTo>
                    <a:pt x="269875" y="165354"/>
                  </a:lnTo>
                  <a:lnTo>
                    <a:pt x="263613" y="196303"/>
                  </a:lnTo>
                  <a:lnTo>
                    <a:pt x="236512" y="236486"/>
                  </a:lnTo>
                  <a:lnTo>
                    <a:pt x="196342" y="263601"/>
                  </a:lnTo>
                  <a:lnTo>
                    <a:pt x="147193" y="273558"/>
                  </a:lnTo>
                  <a:lnTo>
                    <a:pt x="98298" y="263601"/>
                  </a:lnTo>
                  <a:lnTo>
                    <a:pt x="58102" y="236486"/>
                  </a:lnTo>
                  <a:lnTo>
                    <a:pt x="30848" y="196303"/>
                  </a:lnTo>
                  <a:lnTo>
                    <a:pt x="20828" y="147193"/>
                  </a:lnTo>
                  <a:lnTo>
                    <a:pt x="30848" y="98310"/>
                  </a:lnTo>
                  <a:lnTo>
                    <a:pt x="58102" y="58102"/>
                  </a:lnTo>
                  <a:lnTo>
                    <a:pt x="98298" y="30861"/>
                  </a:lnTo>
                  <a:lnTo>
                    <a:pt x="147193" y="20828"/>
                  </a:lnTo>
                  <a:lnTo>
                    <a:pt x="196342" y="30861"/>
                  </a:lnTo>
                  <a:lnTo>
                    <a:pt x="236512" y="58102"/>
                  </a:lnTo>
                  <a:lnTo>
                    <a:pt x="263613" y="98310"/>
                  </a:lnTo>
                  <a:lnTo>
                    <a:pt x="271564" y="137414"/>
                  </a:lnTo>
                  <a:lnTo>
                    <a:pt x="271564" y="70281"/>
                  </a:lnTo>
                  <a:lnTo>
                    <a:pt x="234340" y="28371"/>
                  </a:lnTo>
                  <a:lnTo>
                    <a:pt x="193802" y="7505"/>
                  </a:lnTo>
                  <a:lnTo>
                    <a:pt x="147193" y="0"/>
                  </a:lnTo>
                  <a:lnTo>
                    <a:pt x="100622" y="7505"/>
                  </a:lnTo>
                  <a:lnTo>
                    <a:pt x="60210" y="28371"/>
                  </a:lnTo>
                  <a:lnTo>
                    <a:pt x="28359" y="60223"/>
                  </a:lnTo>
                  <a:lnTo>
                    <a:pt x="7493" y="100634"/>
                  </a:lnTo>
                  <a:lnTo>
                    <a:pt x="0" y="147193"/>
                  </a:lnTo>
                  <a:lnTo>
                    <a:pt x="7493" y="193814"/>
                  </a:lnTo>
                  <a:lnTo>
                    <a:pt x="28359" y="234353"/>
                  </a:lnTo>
                  <a:lnTo>
                    <a:pt x="60210" y="266357"/>
                  </a:lnTo>
                  <a:lnTo>
                    <a:pt x="100622" y="287350"/>
                  </a:lnTo>
                  <a:lnTo>
                    <a:pt x="147193" y="294894"/>
                  </a:lnTo>
                  <a:lnTo>
                    <a:pt x="193802" y="287350"/>
                  </a:lnTo>
                  <a:lnTo>
                    <a:pt x="220433" y="273558"/>
                  </a:lnTo>
                  <a:lnTo>
                    <a:pt x="234340" y="266357"/>
                  </a:lnTo>
                  <a:lnTo>
                    <a:pt x="266344" y="234353"/>
                  </a:lnTo>
                  <a:lnTo>
                    <a:pt x="287337" y="193814"/>
                  </a:lnTo>
                  <a:lnTo>
                    <a:pt x="291947" y="165354"/>
                  </a:lnTo>
                  <a:lnTo>
                    <a:pt x="315722" y="165354"/>
                  </a:lnTo>
                  <a:lnTo>
                    <a:pt x="315722" y="137414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3316731" y="7257796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192" y="273557"/>
                  </a:moveTo>
                  <a:lnTo>
                    <a:pt x="196351" y="263600"/>
                  </a:lnTo>
                  <a:lnTo>
                    <a:pt x="236521" y="236473"/>
                  </a:lnTo>
                  <a:lnTo>
                    <a:pt x="263618" y="196298"/>
                  </a:lnTo>
                  <a:lnTo>
                    <a:pt x="273557" y="147192"/>
                  </a:lnTo>
                  <a:lnTo>
                    <a:pt x="263618" y="98301"/>
                  </a:lnTo>
                  <a:lnTo>
                    <a:pt x="236521" y="58102"/>
                  </a:lnTo>
                  <a:lnTo>
                    <a:pt x="196351" y="30857"/>
                  </a:lnTo>
                  <a:lnTo>
                    <a:pt x="147192" y="20827"/>
                  </a:lnTo>
                  <a:lnTo>
                    <a:pt x="98301" y="30857"/>
                  </a:lnTo>
                  <a:lnTo>
                    <a:pt x="58102" y="58102"/>
                  </a:lnTo>
                  <a:lnTo>
                    <a:pt x="30857" y="98301"/>
                  </a:lnTo>
                  <a:lnTo>
                    <a:pt x="20827" y="147192"/>
                  </a:lnTo>
                  <a:lnTo>
                    <a:pt x="30857" y="196298"/>
                  </a:lnTo>
                  <a:lnTo>
                    <a:pt x="58102" y="236474"/>
                  </a:lnTo>
                  <a:lnTo>
                    <a:pt x="98301" y="263600"/>
                  </a:lnTo>
                  <a:lnTo>
                    <a:pt x="147192" y="273557"/>
                  </a:lnTo>
                  <a:close/>
                </a:path>
                <a:path w="295275" h="295275">
                  <a:moveTo>
                    <a:pt x="147192" y="294893"/>
                  </a:moveTo>
                  <a:lnTo>
                    <a:pt x="193814" y="287348"/>
                  </a:lnTo>
                  <a:lnTo>
                    <a:pt x="234351" y="266348"/>
                  </a:lnTo>
                  <a:lnTo>
                    <a:pt x="266348" y="234351"/>
                  </a:lnTo>
                  <a:lnTo>
                    <a:pt x="287348" y="193814"/>
                  </a:lnTo>
                  <a:lnTo>
                    <a:pt x="294893" y="147192"/>
                  </a:lnTo>
                  <a:lnTo>
                    <a:pt x="287348" y="100624"/>
                  </a:lnTo>
                  <a:lnTo>
                    <a:pt x="266348" y="60213"/>
                  </a:lnTo>
                  <a:lnTo>
                    <a:pt x="234351" y="28366"/>
                  </a:lnTo>
                  <a:lnTo>
                    <a:pt x="193814" y="7493"/>
                  </a:lnTo>
                  <a:lnTo>
                    <a:pt x="147192" y="0"/>
                  </a:lnTo>
                  <a:lnTo>
                    <a:pt x="100624" y="7492"/>
                  </a:lnTo>
                  <a:lnTo>
                    <a:pt x="60213" y="28366"/>
                  </a:lnTo>
                  <a:lnTo>
                    <a:pt x="28366" y="60213"/>
                  </a:lnTo>
                  <a:lnTo>
                    <a:pt x="7492" y="100624"/>
                  </a:lnTo>
                  <a:lnTo>
                    <a:pt x="0" y="147192"/>
                  </a:lnTo>
                  <a:lnTo>
                    <a:pt x="7492" y="193814"/>
                  </a:lnTo>
                  <a:lnTo>
                    <a:pt x="28366" y="234351"/>
                  </a:lnTo>
                  <a:lnTo>
                    <a:pt x="60213" y="266348"/>
                  </a:lnTo>
                  <a:lnTo>
                    <a:pt x="100624" y="287348"/>
                  </a:lnTo>
                  <a:lnTo>
                    <a:pt x="147192" y="294893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51807" y="7167118"/>
              <a:ext cx="1473708" cy="445769"/>
            </a:xfrm>
            <a:prstGeom prst="rect">
              <a:avLst/>
            </a:prstGeom>
          </p:spPr>
        </p:pic>
      </p:grpSp>
      <p:sp>
        <p:nvSpPr>
          <p:cNvPr id="87" name="object 87" descr=""/>
          <p:cNvSpPr txBox="1"/>
          <p:nvPr/>
        </p:nvSpPr>
        <p:spPr>
          <a:xfrm>
            <a:off x="15733521" y="8186760"/>
            <a:ext cx="2170430" cy="7696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 marL="12700" marR="5080">
              <a:lnSpc>
                <a:spcPts val="1920"/>
              </a:lnSpc>
              <a:spcBef>
                <a:spcPts val="245"/>
              </a:spcBef>
            </a:pP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다운스트림</a:t>
            </a:r>
            <a:r>
              <a:rPr dirty="0" sz="1650" spc="-6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분석에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사용된</a:t>
            </a:r>
            <a:r>
              <a:rPr dirty="0" sz="1650" spc="-10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오래된</a:t>
            </a:r>
            <a:r>
              <a:rPr dirty="0" sz="1650" spc="-8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50" b="1" i="1">
                <a:solidFill>
                  <a:srgbClr val="D7365D"/>
                </a:solidFill>
                <a:latin typeface="Malgun Gothic"/>
                <a:cs typeface="Malgun Gothic"/>
              </a:rPr>
              <a:t>데이터가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오래된</a:t>
            </a:r>
            <a:r>
              <a:rPr dirty="0" sz="1650" spc="-10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결과로</a:t>
            </a:r>
            <a:r>
              <a:rPr dirty="0" sz="1650" spc="-8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이어짐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17040733" y="7224648"/>
            <a:ext cx="76200" cy="818515"/>
          </a:xfrm>
          <a:custGeom>
            <a:avLst/>
            <a:gdLst/>
            <a:ahLst/>
            <a:cxnLst/>
            <a:rect l="l" t="t" r="r" b="b"/>
            <a:pathLst>
              <a:path w="76200" h="818515">
                <a:moveTo>
                  <a:pt x="47625" y="63500"/>
                </a:moveTo>
                <a:lnTo>
                  <a:pt x="28575" y="63500"/>
                </a:lnTo>
                <a:lnTo>
                  <a:pt x="28575" y="818388"/>
                </a:lnTo>
                <a:lnTo>
                  <a:pt x="47625" y="818388"/>
                </a:lnTo>
                <a:lnTo>
                  <a:pt x="47625" y="63500"/>
                </a:lnTo>
                <a:close/>
              </a:path>
              <a:path w="76200" h="818515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18515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 txBox="1"/>
          <p:nvPr/>
        </p:nvSpPr>
        <p:spPr>
          <a:xfrm>
            <a:off x="5819902" y="5332552"/>
            <a:ext cx="172021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5" b="1" i="1">
                <a:solidFill>
                  <a:srgbClr val="173360"/>
                </a:solidFill>
                <a:latin typeface="Calibri"/>
                <a:cs typeface="Calibri"/>
              </a:rPr>
              <a:t>Raw</a:t>
            </a:r>
            <a:r>
              <a:rPr dirty="0" sz="1800" spc="120" b="1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800" spc="229" b="1" i="1">
                <a:solidFill>
                  <a:srgbClr val="173360"/>
                </a:solidFill>
                <a:latin typeface="Calibri"/>
                <a:cs typeface="Calibri"/>
              </a:rPr>
              <a:t>Datasets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6128765" y="3202304"/>
            <a:ext cx="763905" cy="763905"/>
            <a:chOff x="6128765" y="3202304"/>
            <a:chExt cx="763905" cy="763905"/>
          </a:xfrm>
        </p:grpSpPr>
        <p:sp>
          <p:nvSpPr>
            <p:cNvPr id="91" name="object 91" descr=""/>
            <p:cNvSpPr/>
            <p:nvPr/>
          </p:nvSpPr>
          <p:spPr>
            <a:xfrm>
              <a:off x="6128765" y="3202304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7" y="0"/>
                  </a:moveTo>
                  <a:lnTo>
                    <a:pt x="58674" y="0"/>
                  </a:lnTo>
                  <a:lnTo>
                    <a:pt x="35683" y="4564"/>
                  </a:lnTo>
                  <a:lnTo>
                    <a:pt x="17049" y="17081"/>
                  </a:lnTo>
                  <a:lnTo>
                    <a:pt x="4560" y="35790"/>
                  </a:lnTo>
                  <a:lnTo>
                    <a:pt x="0" y="58927"/>
                  </a:lnTo>
                  <a:lnTo>
                    <a:pt x="0" y="704977"/>
                  </a:lnTo>
                  <a:lnTo>
                    <a:pt x="4560" y="727539"/>
                  </a:lnTo>
                  <a:lnTo>
                    <a:pt x="17049" y="746220"/>
                  </a:lnTo>
                  <a:lnTo>
                    <a:pt x="35683" y="758948"/>
                  </a:lnTo>
                  <a:lnTo>
                    <a:pt x="58674" y="763651"/>
                  </a:lnTo>
                  <a:lnTo>
                    <a:pt x="499237" y="763651"/>
                  </a:lnTo>
                  <a:lnTo>
                    <a:pt x="521819" y="758948"/>
                  </a:lnTo>
                  <a:lnTo>
                    <a:pt x="540543" y="746220"/>
                  </a:lnTo>
                  <a:lnTo>
                    <a:pt x="553315" y="727539"/>
                  </a:lnTo>
                  <a:lnTo>
                    <a:pt x="558038" y="704977"/>
                  </a:lnTo>
                  <a:lnTo>
                    <a:pt x="58674" y="704977"/>
                  </a:lnTo>
                  <a:lnTo>
                    <a:pt x="58674" y="58927"/>
                  </a:lnTo>
                  <a:lnTo>
                    <a:pt x="558038" y="58927"/>
                  </a:lnTo>
                  <a:lnTo>
                    <a:pt x="553315" y="35790"/>
                  </a:lnTo>
                  <a:lnTo>
                    <a:pt x="540543" y="17081"/>
                  </a:lnTo>
                  <a:lnTo>
                    <a:pt x="521819" y="4564"/>
                  </a:lnTo>
                  <a:lnTo>
                    <a:pt x="499237" y="0"/>
                  </a:lnTo>
                  <a:close/>
                </a:path>
                <a:path w="558165" h="763904">
                  <a:moveTo>
                    <a:pt x="558038" y="58927"/>
                  </a:moveTo>
                  <a:lnTo>
                    <a:pt x="499237" y="58927"/>
                  </a:lnTo>
                  <a:lnTo>
                    <a:pt x="499237" y="704977"/>
                  </a:lnTo>
                  <a:lnTo>
                    <a:pt x="558038" y="704977"/>
                  </a:lnTo>
                  <a:lnTo>
                    <a:pt x="558038" y="5892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05041" y="3715765"/>
              <a:ext cx="205486" cy="250189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6628002" y="3584193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5" h="382270">
                  <a:moveTo>
                    <a:pt x="205740" y="0"/>
                  </a:moveTo>
                  <a:lnTo>
                    <a:pt x="58800" y="0"/>
                  </a:lnTo>
                  <a:lnTo>
                    <a:pt x="35736" y="4560"/>
                  </a:lnTo>
                  <a:lnTo>
                    <a:pt x="17065" y="17049"/>
                  </a:lnTo>
                  <a:lnTo>
                    <a:pt x="4562" y="35683"/>
                  </a:lnTo>
                  <a:lnTo>
                    <a:pt x="0" y="58674"/>
                  </a:lnTo>
                  <a:lnTo>
                    <a:pt x="0" y="381761"/>
                  </a:lnTo>
                  <a:lnTo>
                    <a:pt x="205740" y="381761"/>
                  </a:lnTo>
                  <a:lnTo>
                    <a:pt x="228248" y="377059"/>
                  </a:lnTo>
                  <a:lnTo>
                    <a:pt x="246935" y="364331"/>
                  </a:lnTo>
                  <a:lnTo>
                    <a:pt x="259693" y="345650"/>
                  </a:lnTo>
                  <a:lnTo>
                    <a:pt x="264414" y="323088"/>
                  </a:lnTo>
                  <a:lnTo>
                    <a:pt x="58800" y="323088"/>
                  </a:lnTo>
                  <a:lnTo>
                    <a:pt x="58800" y="58674"/>
                  </a:lnTo>
                  <a:lnTo>
                    <a:pt x="264414" y="58674"/>
                  </a:lnTo>
                  <a:lnTo>
                    <a:pt x="259693" y="35683"/>
                  </a:lnTo>
                  <a:lnTo>
                    <a:pt x="246935" y="17049"/>
                  </a:lnTo>
                  <a:lnTo>
                    <a:pt x="228248" y="4560"/>
                  </a:lnTo>
                  <a:lnTo>
                    <a:pt x="205740" y="0"/>
                  </a:lnTo>
                  <a:close/>
                </a:path>
                <a:path w="264795" h="382270">
                  <a:moveTo>
                    <a:pt x="264414" y="58674"/>
                  </a:moveTo>
                  <a:lnTo>
                    <a:pt x="205740" y="58674"/>
                  </a:lnTo>
                  <a:lnTo>
                    <a:pt x="205740" y="323088"/>
                  </a:lnTo>
                  <a:lnTo>
                    <a:pt x="264414" y="323088"/>
                  </a:lnTo>
                  <a:lnTo>
                    <a:pt x="264414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9138" y="3377361"/>
              <a:ext cx="176225" cy="176225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6128765" y="4456810"/>
            <a:ext cx="763905" cy="763905"/>
            <a:chOff x="6128765" y="4456810"/>
            <a:chExt cx="763905" cy="763905"/>
          </a:xfrm>
        </p:grpSpPr>
        <p:sp>
          <p:nvSpPr>
            <p:cNvPr id="96" name="object 96" descr=""/>
            <p:cNvSpPr/>
            <p:nvPr/>
          </p:nvSpPr>
          <p:spPr>
            <a:xfrm>
              <a:off x="6128765" y="4456810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7" y="0"/>
                  </a:moveTo>
                  <a:lnTo>
                    <a:pt x="58674" y="0"/>
                  </a:lnTo>
                  <a:lnTo>
                    <a:pt x="35683" y="4562"/>
                  </a:lnTo>
                  <a:lnTo>
                    <a:pt x="17049" y="17065"/>
                  </a:lnTo>
                  <a:lnTo>
                    <a:pt x="4560" y="35736"/>
                  </a:lnTo>
                  <a:lnTo>
                    <a:pt x="0" y="58800"/>
                  </a:lnTo>
                  <a:lnTo>
                    <a:pt x="0" y="704976"/>
                  </a:lnTo>
                  <a:lnTo>
                    <a:pt x="4560" y="727539"/>
                  </a:lnTo>
                  <a:lnTo>
                    <a:pt x="17049" y="746220"/>
                  </a:lnTo>
                  <a:lnTo>
                    <a:pt x="35683" y="758948"/>
                  </a:lnTo>
                  <a:lnTo>
                    <a:pt x="58674" y="763651"/>
                  </a:lnTo>
                  <a:lnTo>
                    <a:pt x="499237" y="763651"/>
                  </a:lnTo>
                  <a:lnTo>
                    <a:pt x="521819" y="758948"/>
                  </a:lnTo>
                  <a:lnTo>
                    <a:pt x="540543" y="746220"/>
                  </a:lnTo>
                  <a:lnTo>
                    <a:pt x="553315" y="727539"/>
                  </a:lnTo>
                  <a:lnTo>
                    <a:pt x="558038" y="704976"/>
                  </a:lnTo>
                  <a:lnTo>
                    <a:pt x="58674" y="704976"/>
                  </a:lnTo>
                  <a:lnTo>
                    <a:pt x="58674" y="58800"/>
                  </a:lnTo>
                  <a:lnTo>
                    <a:pt x="558038" y="58800"/>
                  </a:lnTo>
                  <a:lnTo>
                    <a:pt x="553315" y="35736"/>
                  </a:lnTo>
                  <a:lnTo>
                    <a:pt x="540543" y="17065"/>
                  </a:lnTo>
                  <a:lnTo>
                    <a:pt x="521819" y="4562"/>
                  </a:lnTo>
                  <a:lnTo>
                    <a:pt x="499237" y="0"/>
                  </a:lnTo>
                  <a:close/>
                </a:path>
                <a:path w="558165" h="763904">
                  <a:moveTo>
                    <a:pt x="558038" y="58800"/>
                  </a:moveTo>
                  <a:lnTo>
                    <a:pt x="499237" y="58800"/>
                  </a:lnTo>
                  <a:lnTo>
                    <a:pt x="499237" y="704976"/>
                  </a:lnTo>
                  <a:lnTo>
                    <a:pt x="558038" y="704976"/>
                  </a:lnTo>
                  <a:lnTo>
                    <a:pt x="558038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05041" y="4970271"/>
              <a:ext cx="205486" cy="250189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6628002" y="4838699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5" h="382270">
                  <a:moveTo>
                    <a:pt x="205740" y="0"/>
                  </a:moveTo>
                  <a:lnTo>
                    <a:pt x="58800" y="0"/>
                  </a:lnTo>
                  <a:lnTo>
                    <a:pt x="35736" y="4542"/>
                  </a:lnTo>
                  <a:lnTo>
                    <a:pt x="17065" y="17002"/>
                  </a:lnTo>
                  <a:lnTo>
                    <a:pt x="4562" y="35629"/>
                  </a:lnTo>
                  <a:lnTo>
                    <a:pt x="0" y="58674"/>
                  </a:lnTo>
                  <a:lnTo>
                    <a:pt x="0" y="381762"/>
                  </a:lnTo>
                  <a:lnTo>
                    <a:pt x="205740" y="381762"/>
                  </a:lnTo>
                  <a:lnTo>
                    <a:pt x="228248" y="377059"/>
                  </a:lnTo>
                  <a:lnTo>
                    <a:pt x="246935" y="364331"/>
                  </a:lnTo>
                  <a:lnTo>
                    <a:pt x="259693" y="345650"/>
                  </a:lnTo>
                  <a:lnTo>
                    <a:pt x="264414" y="323088"/>
                  </a:lnTo>
                  <a:lnTo>
                    <a:pt x="58800" y="323088"/>
                  </a:lnTo>
                  <a:lnTo>
                    <a:pt x="58800" y="58674"/>
                  </a:lnTo>
                  <a:lnTo>
                    <a:pt x="264414" y="58674"/>
                  </a:lnTo>
                  <a:lnTo>
                    <a:pt x="259693" y="35629"/>
                  </a:lnTo>
                  <a:lnTo>
                    <a:pt x="246935" y="17002"/>
                  </a:lnTo>
                  <a:lnTo>
                    <a:pt x="228248" y="4542"/>
                  </a:lnTo>
                  <a:lnTo>
                    <a:pt x="205740" y="0"/>
                  </a:lnTo>
                  <a:close/>
                </a:path>
                <a:path w="264795" h="382270">
                  <a:moveTo>
                    <a:pt x="264414" y="58674"/>
                  </a:moveTo>
                  <a:lnTo>
                    <a:pt x="205740" y="58674"/>
                  </a:lnTo>
                  <a:lnTo>
                    <a:pt x="205740" y="323088"/>
                  </a:lnTo>
                  <a:lnTo>
                    <a:pt x="264414" y="323088"/>
                  </a:lnTo>
                  <a:lnTo>
                    <a:pt x="264414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9138" y="4631867"/>
              <a:ext cx="176225" cy="176225"/>
            </a:xfrm>
            <a:prstGeom prst="rect">
              <a:avLst/>
            </a:prstGeom>
          </p:spPr>
        </p:pic>
      </p:grpSp>
      <p:grpSp>
        <p:nvGrpSpPr>
          <p:cNvPr id="100" name="object 100" descr=""/>
          <p:cNvGrpSpPr/>
          <p:nvPr/>
        </p:nvGrpSpPr>
        <p:grpSpPr>
          <a:xfrm>
            <a:off x="6128765" y="5711316"/>
            <a:ext cx="763905" cy="763905"/>
            <a:chOff x="6128765" y="5711316"/>
            <a:chExt cx="763905" cy="763905"/>
          </a:xfrm>
        </p:grpSpPr>
        <p:sp>
          <p:nvSpPr>
            <p:cNvPr id="101" name="object 101" descr=""/>
            <p:cNvSpPr/>
            <p:nvPr/>
          </p:nvSpPr>
          <p:spPr>
            <a:xfrm>
              <a:off x="6128765" y="5711316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7" y="0"/>
                  </a:moveTo>
                  <a:lnTo>
                    <a:pt x="58674" y="0"/>
                  </a:lnTo>
                  <a:lnTo>
                    <a:pt x="35683" y="4562"/>
                  </a:lnTo>
                  <a:lnTo>
                    <a:pt x="17049" y="17065"/>
                  </a:lnTo>
                  <a:lnTo>
                    <a:pt x="4560" y="35736"/>
                  </a:lnTo>
                  <a:lnTo>
                    <a:pt x="0" y="58800"/>
                  </a:lnTo>
                  <a:lnTo>
                    <a:pt x="0" y="704850"/>
                  </a:lnTo>
                  <a:lnTo>
                    <a:pt x="4560" y="727485"/>
                  </a:lnTo>
                  <a:lnTo>
                    <a:pt x="17049" y="746204"/>
                  </a:lnTo>
                  <a:lnTo>
                    <a:pt x="35683" y="758946"/>
                  </a:lnTo>
                  <a:lnTo>
                    <a:pt x="58674" y="763651"/>
                  </a:lnTo>
                  <a:lnTo>
                    <a:pt x="499237" y="763651"/>
                  </a:lnTo>
                  <a:lnTo>
                    <a:pt x="521819" y="758946"/>
                  </a:lnTo>
                  <a:lnTo>
                    <a:pt x="540543" y="746204"/>
                  </a:lnTo>
                  <a:lnTo>
                    <a:pt x="553315" y="727485"/>
                  </a:lnTo>
                  <a:lnTo>
                    <a:pt x="558038" y="704850"/>
                  </a:lnTo>
                  <a:lnTo>
                    <a:pt x="58674" y="704850"/>
                  </a:lnTo>
                  <a:lnTo>
                    <a:pt x="58674" y="58800"/>
                  </a:lnTo>
                  <a:lnTo>
                    <a:pt x="558038" y="58800"/>
                  </a:lnTo>
                  <a:lnTo>
                    <a:pt x="553315" y="35736"/>
                  </a:lnTo>
                  <a:lnTo>
                    <a:pt x="540543" y="17065"/>
                  </a:lnTo>
                  <a:lnTo>
                    <a:pt x="521819" y="4562"/>
                  </a:lnTo>
                  <a:lnTo>
                    <a:pt x="499237" y="0"/>
                  </a:lnTo>
                  <a:close/>
                </a:path>
                <a:path w="558165" h="763904">
                  <a:moveTo>
                    <a:pt x="558038" y="58800"/>
                  </a:moveTo>
                  <a:lnTo>
                    <a:pt x="499237" y="58800"/>
                  </a:lnTo>
                  <a:lnTo>
                    <a:pt x="499237" y="704850"/>
                  </a:lnTo>
                  <a:lnTo>
                    <a:pt x="558038" y="704850"/>
                  </a:lnTo>
                  <a:lnTo>
                    <a:pt x="558038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05041" y="6224650"/>
              <a:ext cx="205486" cy="250316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6628002" y="6093205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5" h="382270">
                  <a:moveTo>
                    <a:pt x="205740" y="0"/>
                  </a:moveTo>
                  <a:lnTo>
                    <a:pt x="58800" y="0"/>
                  </a:lnTo>
                  <a:lnTo>
                    <a:pt x="35736" y="4542"/>
                  </a:lnTo>
                  <a:lnTo>
                    <a:pt x="17065" y="17002"/>
                  </a:lnTo>
                  <a:lnTo>
                    <a:pt x="4562" y="35629"/>
                  </a:lnTo>
                  <a:lnTo>
                    <a:pt x="0" y="58674"/>
                  </a:lnTo>
                  <a:lnTo>
                    <a:pt x="0" y="381762"/>
                  </a:lnTo>
                  <a:lnTo>
                    <a:pt x="205740" y="381762"/>
                  </a:lnTo>
                  <a:lnTo>
                    <a:pt x="228248" y="377057"/>
                  </a:lnTo>
                  <a:lnTo>
                    <a:pt x="246935" y="364315"/>
                  </a:lnTo>
                  <a:lnTo>
                    <a:pt x="259693" y="345596"/>
                  </a:lnTo>
                  <a:lnTo>
                    <a:pt x="264414" y="322961"/>
                  </a:lnTo>
                  <a:lnTo>
                    <a:pt x="58800" y="322961"/>
                  </a:lnTo>
                  <a:lnTo>
                    <a:pt x="58800" y="58674"/>
                  </a:lnTo>
                  <a:lnTo>
                    <a:pt x="264414" y="58674"/>
                  </a:lnTo>
                  <a:lnTo>
                    <a:pt x="259693" y="35629"/>
                  </a:lnTo>
                  <a:lnTo>
                    <a:pt x="246935" y="17002"/>
                  </a:lnTo>
                  <a:lnTo>
                    <a:pt x="228248" y="4542"/>
                  </a:lnTo>
                  <a:lnTo>
                    <a:pt x="205740" y="0"/>
                  </a:lnTo>
                  <a:close/>
                </a:path>
                <a:path w="264795" h="382270">
                  <a:moveTo>
                    <a:pt x="264414" y="58674"/>
                  </a:moveTo>
                  <a:lnTo>
                    <a:pt x="205740" y="58674"/>
                  </a:lnTo>
                  <a:lnTo>
                    <a:pt x="205740" y="322961"/>
                  </a:lnTo>
                  <a:lnTo>
                    <a:pt x="264414" y="322961"/>
                  </a:lnTo>
                  <a:lnTo>
                    <a:pt x="264414" y="5867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9138" y="5886373"/>
              <a:ext cx="176225" cy="176225"/>
            </a:xfrm>
            <a:prstGeom prst="rect">
              <a:avLst/>
            </a:prstGeom>
          </p:spPr>
        </p:pic>
      </p:grpSp>
      <p:grpSp>
        <p:nvGrpSpPr>
          <p:cNvPr id="105" name="object 105" descr=""/>
          <p:cNvGrpSpPr/>
          <p:nvPr/>
        </p:nvGrpSpPr>
        <p:grpSpPr>
          <a:xfrm>
            <a:off x="6128765" y="6965822"/>
            <a:ext cx="763905" cy="763905"/>
            <a:chOff x="6128765" y="6965822"/>
            <a:chExt cx="763905" cy="763905"/>
          </a:xfrm>
        </p:grpSpPr>
        <p:sp>
          <p:nvSpPr>
            <p:cNvPr id="106" name="object 106" descr=""/>
            <p:cNvSpPr/>
            <p:nvPr/>
          </p:nvSpPr>
          <p:spPr>
            <a:xfrm>
              <a:off x="6128765" y="6965822"/>
              <a:ext cx="558165" cy="763905"/>
            </a:xfrm>
            <a:custGeom>
              <a:avLst/>
              <a:gdLst/>
              <a:ahLst/>
              <a:cxnLst/>
              <a:rect l="l" t="t" r="r" b="b"/>
              <a:pathLst>
                <a:path w="558165" h="763904">
                  <a:moveTo>
                    <a:pt x="499237" y="0"/>
                  </a:moveTo>
                  <a:lnTo>
                    <a:pt x="58674" y="0"/>
                  </a:lnTo>
                  <a:lnTo>
                    <a:pt x="35683" y="4544"/>
                  </a:lnTo>
                  <a:lnTo>
                    <a:pt x="17049" y="17018"/>
                  </a:lnTo>
                  <a:lnTo>
                    <a:pt x="4560" y="35683"/>
                  </a:lnTo>
                  <a:lnTo>
                    <a:pt x="0" y="58800"/>
                  </a:lnTo>
                  <a:lnTo>
                    <a:pt x="0" y="704850"/>
                  </a:lnTo>
                  <a:lnTo>
                    <a:pt x="4560" y="727412"/>
                  </a:lnTo>
                  <a:lnTo>
                    <a:pt x="17049" y="746093"/>
                  </a:lnTo>
                  <a:lnTo>
                    <a:pt x="35683" y="758821"/>
                  </a:lnTo>
                  <a:lnTo>
                    <a:pt x="58674" y="763524"/>
                  </a:lnTo>
                  <a:lnTo>
                    <a:pt x="499237" y="763524"/>
                  </a:lnTo>
                  <a:lnTo>
                    <a:pt x="521819" y="758821"/>
                  </a:lnTo>
                  <a:lnTo>
                    <a:pt x="540543" y="746093"/>
                  </a:lnTo>
                  <a:lnTo>
                    <a:pt x="553315" y="727412"/>
                  </a:lnTo>
                  <a:lnTo>
                    <a:pt x="558038" y="704850"/>
                  </a:lnTo>
                  <a:lnTo>
                    <a:pt x="58674" y="704850"/>
                  </a:lnTo>
                  <a:lnTo>
                    <a:pt x="58674" y="58800"/>
                  </a:lnTo>
                  <a:lnTo>
                    <a:pt x="558038" y="58800"/>
                  </a:lnTo>
                  <a:lnTo>
                    <a:pt x="553315" y="35683"/>
                  </a:lnTo>
                  <a:lnTo>
                    <a:pt x="540543" y="17018"/>
                  </a:lnTo>
                  <a:lnTo>
                    <a:pt x="521819" y="4544"/>
                  </a:lnTo>
                  <a:lnTo>
                    <a:pt x="499237" y="0"/>
                  </a:lnTo>
                  <a:close/>
                </a:path>
                <a:path w="558165" h="763904">
                  <a:moveTo>
                    <a:pt x="558038" y="58800"/>
                  </a:moveTo>
                  <a:lnTo>
                    <a:pt x="499237" y="58800"/>
                  </a:lnTo>
                  <a:lnTo>
                    <a:pt x="499237" y="704850"/>
                  </a:lnTo>
                  <a:lnTo>
                    <a:pt x="558038" y="704850"/>
                  </a:lnTo>
                  <a:lnTo>
                    <a:pt x="558038" y="588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05041" y="7479156"/>
              <a:ext cx="205486" cy="250190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6628002" y="7347584"/>
              <a:ext cx="264795" cy="382270"/>
            </a:xfrm>
            <a:custGeom>
              <a:avLst/>
              <a:gdLst/>
              <a:ahLst/>
              <a:cxnLst/>
              <a:rect l="l" t="t" r="r" b="b"/>
              <a:pathLst>
                <a:path w="264795" h="382270">
                  <a:moveTo>
                    <a:pt x="205740" y="0"/>
                  </a:moveTo>
                  <a:lnTo>
                    <a:pt x="58800" y="0"/>
                  </a:lnTo>
                  <a:lnTo>
                    <a:pt x="35736" y="4562"/>
                  </a:lnTo>
                  <a:lnTo>
                    <a:pt x="17065" y="17065"/>
                  </a:lnTo>
                  <a:lnTo>
                    <a:pt x="4562" y="35736"/>
                  </a:lnTo>
                  <a:lnTo>
                    <a:pt x="0" y="58801"/>
                  </a:lnTo>
                  <a:lnTo>
                    <a:pt x="0" y="381762"/>
                  </a:lnTo>
                  <a:lnTo>
                    <a:pt x="205740" y="381762"/>
                  </a:lnTo>
                  <a:lnTo>
                    <a:pt x="228248" y="377059"/>
                  </a:lnTo>
                  <a:lnTo>
                    <a:pt x="246935" y="364331"/>
                  </a:lnTo>
                  <a:lnTo>
                    <a:pt x="259693" y="345650"/>
                  </a:lnTo>
                  <a:lnTo>
                    <a:pt x="264414" y="323088"/>
                  </a:lnTo>
                  <a:lnTo>
                    <a:pt x="58800" y="323088"/>
                  </a:lnTo>
                  <a:lnTo>
                    <a:pt x="58800" y="58801"/>
                  </a:lnTo>
                  <a:lnTo>
                    <a:pt x="264414" y="58801"/>
                  </a:lnTo>
                  <a:lnTo>
                    <a:pt x="259693" y="35736"/>
                  </a:lnTo>
                  <a:lnTo>
                    <a:pt x="246935" y="17065"/>
                  </a:lnTo>
                  <a:lnTo>
                    <a:pt x="228248" y="4562"/>
                  </a:lnTo>
                  <a:lnTo>
                    <a:pt x="205740" y="0"/>
                  </a:lnTo>
                  <a:close/>
                </a:path>
                <a:path w="264795" h="382270">
                  <a:moveTo>
                    <a:pt x="264414" y="58801"/>
                  </a:moveTo>
                  <a:lnTo>
                    <a:pt x="205740" y="58801"/>
                  </a:lnTo>
                  <a:lnTo>
                    <a:pt x="205740" y="323088"/>
                  </a:lnTo>
                  <a:lnTo>
                    <a:pt x="264414" y="323088"/>
                  </a:lnTo>
                  <a:lnTo>
                    <a:pt x="264414" y="5880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9138" y="7140879"/>
              <a:ext cx="176225" cy="176225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7520940" y="3084576"/>
            <a:ext cx="3369945" cy="4490720"/>
            <a:chOff x="7520940" y="3084576"/>
            <a:chExt cx="3369945" cy="4490720"/>
          </a:xfrm>
        </p:grpSpPr>
        <p:pic>
          <p:nvPicPr>
            <p:cNvPr id="111" name="object 11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20940" y="3084576"/>
              <a:ext cx="3369690" cy="2508377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60055" y="3507232"/>
              <a:ext cx="2217293" cy="1354455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33132" y="5501640"/>
              <a:ext cx="3199129" cy="2073529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71485" y="5923927"/>
              <a:ext cx="2046477" cy="923404"/>
            </a:xfrm>
            <a:prstGeom prst="rect">
              <a:avLst/>
            </a:prstGeom>
          </p:spPr>
        </p:pic>
      </p:grpSp>
      <p:sp>
        <p:nvSpPr>
          <p:cNvPr id="115" name="object 115" descr=""/>
          <p:cNvSpPr/>
          <p:nvPr/>
        </p:nvSpPr>
        <p:spPr>
          <a:xfrm>
            <a:off x="12090400" y="6234048"/>
            <a:ext cx="1593215" cy="576580"/>
          </a:xfrm>
          <a:custGeom>
            <a:avLst/>
            <a:gdLst/>
            <a:ahLst/>
            <a:cxnLst/>
            <a:rect l="l" t="t" r="r" b="b"/>
            <a:pathLst>
              <a:path w="1593215" h="576579">
                <a:moveTo>
                  <a:pt x="0" y="50800"/>
                </a:moveTo>
                <a:lnTo>
                  <a:pt x="4010" y="31021"/>
                </a:lnTo>
                <a:lnTo>
                  <a:pt x="14938" y="14874"/>
                </a:lnTo>
                <a:lnTo>
                  <a:pt x="31128" y="3990"/>
                </a:lnTo>
                <a:lnTo>
                  <a:pt x="50926" y="0"/>
                </a:lnTo>
                <a:lnTo>
                  <a:pt x="1542161" y="0"/>
                </a:lnTo>
                <a:lnTo>
                  <a:pt x="1561959" y="3990"/>
                </a:lnTo>
                <a:lnTo>
                  <a:pt x="1578149" y="14874"/>
                </a:lnTo>
                <a:lnTo>
                  <a:pt x="1589077" y="31021"/>
                </a:lnTo>
                <a:lnTo>
                  <a:pt x="1593088" y="50800"/>
                </a:lnTo>
                <a:lnTo>
                  <a:pt x="1593088" y="525399"/>
                </a:lnTo>
                <a:lnTo>
                  <a:pt x="1589077" y="545197"/>
                </a:lnTo>
                <a:lnTo>
                  <a:pt x="1578149" y="561387"/>
                </a:lnTo>
                <a:lnTo>
                  <a:pt x="1561959" y="572315"/>
                </a:lnTo>
                <a:lnTo>
                  <a:pt x="1542161" y="576326"/>
                </a:lnTo>
                <a:lnTo>
                  <a:pt x="50926" y="576326"/>
                </a:lnTo>
                <a:lnTo>
                  <a:pt x="31128" y="572315"/>
                </a:lnTo>
                <a:lnTo>
                  <a:pt x="14938" y="561387"/>
                </a:lnTo>
                <a:lnTo>
                  <a:pt x="4010" y="545197"/>
                </a:lnTo>
                <a:lnTo>
                  <a:pt x="0" y="525399"/>
                </a:lnTo>
                <a:lnTo>
                  <a:pt x="0" y="50800"/>
                </a:lnTo>
                <a:close/>
              </a:path>
            </a:pathLst>
          </a:custGeom>
          <a:ln w="19050">
            <a:solidFill>
              <a:srgbClr val="0074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 descr=""/>
          <p:cNvSpPr txBox="1"/>
          <p:nvPr/>
        </p:nvSpPr>
        <p:spPr>
          <a:xfrm>
            <a:off x="12458192" y="6362446"/>
            <a:ext cx="859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75">
                <a:solidFill>
                  <a:srgbClr val="0D68BB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7" name="object 117" descr=""/>
          <p:cNvGrpSpPr/>
          <p:nvPr/>
        </p:nvGrpSpPr>
        <p:grpSpPr>
          <a:xfrm>
            <a:off x="12080875" y="4297679"/>
            <a:ext cx="1612265" cy="1856739"/>
            <a:chOff x="12080875" y="4297679"/>
            <a:chExt cx="1612265" cy="1856739"/>
          </a:xfrm>
        </p:grpSpPr>
        <p:sp>
          <p:nvSpPr>
            <p:cNvPr id="118" name="object 118" descr=""/>
            <p:cNvSpPr/>
            <p:nvPr/>
          </p:nvSpPr>
          <p:spPr>
            <a:xfrm>
              <a:off x="12848844" y="4803393"/>
              <a:ext cx="76200" cy="1350645"/>
            </a:xfrm>
            <a:custGeom>
              <a:avLst/>
              <a:gdLst/>
              <a:ahLst/>
              <a:cxnLst/>
              <a:rect l="l" t="t" r="r" b="b"/>
              <a:pathLst>
                <a:path w="76200" h="1350645">
                  <a:moveTo>
                    <a:pt x="28575" y="1274444"/>
                  </a:moveTo>
                  <a:lnTo>
                    <a:pt x="0" y="1274444"/>
                  </a:lnTo>
                  <a:lnTo>
                    <a:pt x="38100" y="1350644"/>
                  </a:lnTo>
                  <a:lnTo>
                    <a:pt x="69850" y="1287144"/>
                  </a:lnTo>
                  <a:lnTo>
                    <a:pt x="28575" y="1287144"/>
                  </a:lnTo>
                  <a:lnTo>
                    <a:pt x="28575" y="1274444"/>
                  </a:lnTo>
                  <a:close/>
                </a:path>
                <a:path w="76200" h="1350645">
                  <a:moveTo>
                    <a:pt x="47625" y="0"/>
                  </a:moveTo>
                  <a:lnTo>
                    <a:pt x="28575" y="0"/>
                  </a:lnTo>
                  <a:lnTo>
                    <a:pt x="28575" y="1287144"/>
                  </a:lnTo>
                  <a:lnTo>
                    <a:pt x="47625" y="1287144"/>
                  </a:lnTo>
                  <a:lnTo>
                    <a:pt x="47625" y="0"/>
                  </a:lnTo>
                  <a:close/>
                </a:path>
                <a:path w="76200" h="1350645">
                  <a:moveTo>
                    <a:pt x="76200" y="1274444"/>
                  </a:moveTo>
                  <a:lnTo>
                    <a:pt x="47625" y="1274444"/>
                  </a:lnTo>
                  <a:lnTo>
                    <a:pt x="47625" y="1287144"/>
                  </a:lnTo>
                  <a:lnTo>
                    <a:pt x="69850" y="1287144"/>
                  </a:lnTo>
                  <a:lnTo>
                    <a:pt x="76200" y="127444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2090400" y="4307204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1542161" y="0"/>
                  </a:moveTo>
                  <a:lnTo>
                    <a:pt x="50926" y="0"/>
                  </a:lnTo>
                  <a:lnTo>
                    <a:pt x="31128" y="3990"/>
                  </a:lnTo>
                  <a:lnTo>
                    <a:pt x="14938" y="14874"/>
                  </a:lnTo>
                  <a:lnTo>
                    <a:pt x="4010" y="31021"/>
                  </a:lnTo>
                  <a:lnTo>
                    <a:pt x="0" y="50800"/>
                  </a:lnTo>
                  <a:lnTo>
                    <a:pt x="0" y="525399"/>
                  </a:lnTo>
                  <a:lnTo>
                    <a:pt x="4010" y="545250"/>
                  </a:lnTo>
                  <a:lnTo>
                    <a:pt x="14938" y="561435"/>
                  </a:lnTo>
                  <a:lnTo>
                    <a:pt x="31128" y="572333"/>
                  </a:lnTo>
                  <a:lnTo>
                    <a:pt x="50926" y="576326"/>
                  </a:lnTo>
                  <a:lnTo>
                    <a:pt x="1542161" y="576326"/>
                  </a:lnTo>
                  <a:lnTo>
                    <a:pt x="1561959" y="572333"/>
                  </a:lnTo>
                  <a:lnTo>
                    <a:pt x="1578149" y="561435"/>
                  </a:lnTo>
                  <a:lnTo>
                    <a:pt x="1589077" y="545250"/>
                  </a:lnTo>
                  <a:lnTo>
                    <a:pt x="1593088" y="525399"/>
                  </a:lnTo>
                  <a:lnTo>
                    <a:pt x="1593088" y="50800"/>
                  </a:lnTo>
                  <a:lnTo>
                    <a:pt x="1589077" y="31021"/>
                  </a:lnTo>
                  <a:lnTo>
                    <a:pt x="1578149" y="14874"/>
                  </a:lnTo>
                  <a:lnTo>
                    <a:pt x="1561959" y="3990"/>
                  </a:lnTo>
                  <a:lnTo>
                    <a:pt x="154216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2090400" y="4307204"/>
              <a:ext cx="1593215" cy="576580"/>
            </a:xfrm>
            <a:custGeom>
              <a:avLst/>
              <a:gdLst/>
              <a:ahLst/>
              <a:cxnLst/>
              <a:rect l="l" t="t" r="r" b="b"/>
              <a:pathLst>
                <a:path w="1593215" h="576579">
                  <a:moveTo>
                    <a:pt x="0" y="50800"/>
                  </a:moveTo>
                  <a:lnTo>
                    <a:pt x="4010" y="31021"/>
                  </a:lnTo>
                  <a:lnTo>
                    <a:pt x="14938" y="14874"/>
                  </a:lnTo>
                  <a:lnTo>
                    <a:pt x="31128" y="3990"/>
                  </a:lnTo>
                  <a:lnTo>
                    <a:pt x="50926" y="0"/>
                  </a:lnTo>
                  <a:lnTo>
                    <a:pt x="1542161" y="0"/>
                  </a:lnTo>
                  <a:lnTo>
                    <a:pt x="1561959" y="3990"/>
                  </a:lnTo>
                  <a:lnTo>
                    <a:pt x="1578149" y="14874"/>
                  </a:lnTo>
                  <a:lnTo>
                    <a:pt x="1589077" y="31021"/>
                  </a:lnTo>
                  <a:lnTo>
                    <a:pt x="1593088" y="50800"/>
                  </a:lnTo>
                  <a:lnTo>
                    <a:pt x="1593088" y="525399"/>
                  </a:lnTo>
                  <a:lnTo>
                    <a:pt x="1589077" y="545250"/>
                  </a:lnTo>
                  <a:lnTo>
                    <a:pt x="1578149" y="561435"/>
                  </a:lnTo>
                  <a:lnTo>
                    <a:pt x="1561959" y="572333"/>
                  </a:lnTo>
                  <a:lnTo>
                    <a:pt x="1542161" y="576326"/>
                  </a:lnTo>
                  <a:lnTo>
                    <a:pt x="50926" y="576326"/>
                  </a:lnTo>
                  <a:lnTo>
                    <a:pt x="31128" y="572333"/>
                  </a:lnTo>
                  <a:lnTo>
                    <a:pt x="14938" y="561435"/>
                  </a:lnTo>
                  <a:lnTo>
                    <a:pt x="4010" y="545250"/>
                  </a:lnTo>
                  <a:lnTo>
                    <a:pt x="0" y="525399"/>
                  </a:lnTo>
                  <a:lnTo>
                    <a:pt x="0" y="50800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 descr=""/>
          <p:cNvSpPr txBox="1"/>
          <p:nvPr/>
        </p:nvSpPr>
        <p:spPr>
          <a:xfrm>
            <a:off x="12244831" y="4435602"/>
            <a:ext cx="1286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0">
                <a:solidFill>
                  <a:srgbClr val="0D68BB"/>
                </a:solidFill>
                <a:latin typeface="Calibri"/>
                <a:cs typeface="Calibri"/>
              </a:rPr>
              <a:t>Processing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2" name="object 122" descr=""/>
          <p:cNvGrpSpPr/>
          <p:nvPr/>
        </p:nvGrpSpPr>
        <p:grpSpPr>
          <a:xfrm>
            <a:off x="12648692" y="5240528"/>
            <a:ext cx="476884" cy="476884"/>
            <a:chOff x="12648692" y="5240528"/>
            <a:chExt cx="476884" cy="476884"/>
          </a:xfrm>
        </p:grpSpPr>
        <p:sp>
          <p:nvSpPr>
            <p:cNvPr id="123" name="object 123" descr=""/>
            <p:cNvSpPr/>
            <p:nvPr/>
          </p:nvSpPr>
          <p:spPr>
            <a:xfrm>
              <a:off x="12648692" y="5240528"/>
              <a:ext cx="476884" cy="476884"/>
            </a:xfrm>
            <a:custGeom>
              <a:avLst/>
              <a:gdLst/>
              <a:ahLst/>
              <a:cxnLst/>
              <a:rect l="l" t="t" r="r" b="b"/>
              <a:pathLst>
                <a:path w="476884" h="476885">
                  <a:moveTo>
                    <a:pt x="238251" y="0"/>
                  </a:moveTo>
                  <a:lnTo>
                    <a:pt x="190239" y="4840"/>
                  </a:lnTo>
                  <a:lnTo>
                    <a:pt x="145518" y="18722"/>
                  </a:lnTo>
                  <a:lnTo>
                    <a:pt x="105047" y="40685"/>
                  </a:lnTo>
                  <a:lnTo>
                    <a:pt x="69786" y="69770"/>
                  </a:lnTo>
                  <a:lnTo>
                    <a:pt x="40692" y="105016"/>
                  </a:lnTo>
                  <a:lnTo>
                    <a:pt x="18724" y="145464"/>
                  </a:lnTo>
                  <a:lnTo>
                    <a:pt x="4840" y="190153"/>
                  </a:lnTo>
                  <a:lnTo>
                    <a:pt x="0" y="238125"/>
                  </a:lnTo>
                  <a:lnTo>
                    <a:pt x="4840" y="286137"/>
                  </a:lnTo>
                  <a:lnTo>
                    <a:pt x="18724" y="330858"/>
                  </a:lnTo>
                  <a:lnTo>
                    <a:pt x="40692" y="371329"/>
                  </a:lnTo>
                  <a:lnTo>
                    <a:pt x="69786" y="406590"/>
                  </a:lnTo>
                  <a:lnTo>
                    <a:pt x="105047" y="435684"/>
                  </a:lnTo>
                  <a:lnTo>
                    <a:pt x="145518" y="457652"/>
                  </a:lnTo>
                  <a:lnTo>
                    <a:pt x="190239" y="471536"/>
                  </a:lnTo>
                  <a:lnTo>
                    <a:pt x="238251" y="476376"/>
                  </a:lnTo>
                  <a:lnTo>
                    <a:pt x="286264" y="471536"/>
                  </a:lnTo>
                  <a:lnTo>
                    <a:pt x="330985" y="457652"/>
                  </a:lnTo>
                  <a:lnTo>
                    <a:pt x="371456" y="435684"/>
                  </a:lnTo>
                  <a:lnTo>
                    <a:pt x="406717" y="406590"/>
                  </a:lnTo>
                  <a:lnTo>
                    <a:pt x="435811" y="371329"/>
                  </a:lnTo>
                  <a:lnTo>
                    <a:pt x="457779" y="330858"/>
                  </a:lnTo>
                  <a:lnTo>
                    <a:pt x="471663" y="286137"/>
                  </a:lnTo>
                  <a:lnTo>
                    <a:pt x="476503" y="238125"/>
                  </a:lnTo>
                  <a:lnTo>
                    <a:pt x="471663" y="190153"/>
                  </a:lnTo>
                  <a:lnTo>
                    <a:pt x="457779" y="145464"/>
                  </a:lnTo>
                  <a:lnTo>
                    <a:pt x="435811" y="105016"/>
                  </a:lnTo>
                  <a:lnTo>
                    <a:pt x="406717" y="69770"/>
                  </a:lnTo>
                  <a:lnTo>
                    <a:pt x="371456" y="40685"/>
                  </a:lnTo>
                  <a:lnTo>
                    <a:pt x="330985" y="18722"/>
                  </a:lnTo>
                  <a:lnTo>
                    <a:pt x="286264" y="4840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2739624" y="5331332"/>
              <a:ext cx="316230" cy="295275"/>
            </a:xfrm>
            <a:custGeom>
              <a:avLst/>
              <a:gdLst/>
              <a:ahLst/>
              <a:cxnLst/>
              <a:rect l="l" t="t" r="r" b="b"/>
              <a:pathLst>
                <a:path w="316230" h="295275">
                  <a:moveTo>
                    <a:pt x="315722" y="137287"/>
                  </a:moveTo>
                  <a:lnTo>
                    <a:pt x="293293" y="137287"/>
                  </a:lnTo>
                  <a:lnTo>
                    <a:pt x="287337" y="100520"/>
                  </a:lnTo>
                  <a:lnTo>
                    <a:pt x="271551" y="70180"/>
                  </a:lnTo>
                  <a:lnTo>
                    <a:pt x="271551" y="137287"/>
                  </a:lnTo>
                  <a:lnTo>
                    <a:pt x="161163" y="137287"/>
                  </a:lnTo>
                  <a:lnTo>
                    <a:pt x="161163" y="76327"/>
                  </a:lnTo>
                  <a:lnTo>
                    <a:pt x="133096" y="76327"/>
                  </a:lnTo>
                  <a:lnTo>
                    <a:pt x="133096" y="137287"/>
                  </a:lnTo>
                  <a:lnTo>
                    <a:pt x="133096" y="165227"/>
                  </a:lnTo>
                  <a:lnTo>
                    <a:pt x="269862" y="165227"/>
                  </a:lnTo>
                  <a:lnTo>
                    <a:pt x="263588" y="196176"/>
                  </a:lnTo>
                  <a:lnTo>
                    <a:pt x="236448" y="236347"/>
                  </a:lnTo>
                  <a:lnTo>
                    <a:pt x="196240" y="263474"/>
                  </a:lnTo>
                  <a:lnTo>
                    <a:pt x="147066" y="273431"/>
                  </a:lnTo>
                  <a:lnTo>
                    <a:pt x="98247" y="263474"/>
                  </a:lnTo>
                  <a:lnTo>
                    <a:pt x="58077" y="236347"/>
                  </a:lnTo>
                  <a:lnTo>
                    <a:pt x="30848" y="196176"/>
                  </a:lnTo>
                  <a:lnTo>
                    <a:pt x="20828" y="147066"/>
                  </a:lnTo>
                  <a:lnTo>
                    <a:pt x="30848" y="98183"/>
                  </a:lnTo>
                  <a:lnTo>
                    <a:pt x="58077" y="57975"/>
                  </a:lnTo>
                  <a:lnTo>
                    <a:pt x="98247" y="30734"/>
                  </a:lnTo>
                  <a:lnTo>
                    <a:pt x="147066" y="20701"/>
                  </a:lnTo>
                  <a:lnTo>
                    <a:pt x="196240" y="30734"/>
                  </a:lnTo>
                  <a:lnTo>
                    <a:pt x="236448" y="57975"/>
                  </a:lnTo>
                  <a:lnTo>
                    <a:pt x="263588" y="98183"/>
                  </a:lnTo>
                  <a:lnTo>
                    <a:pt x="271551" y="137287"/>
                  </a:lnTo>
                  <a:lnTo>
                    <a:pt x="271551" y="70180"/>
                  </a:lnTo>
                  <a:lnTo>
                    <a:pt x="234315" y="28333"/>
                  </a:lnTo>
                  <a:lnTo>
                    <a:pt x="193738" y="7480"/>
                  </a:lnTo>
                  <a:lnTo>
                    <a:pt x="147066" y="0"/>
                  </a:lnTo>
                  <a:lnTo>
                    <a:pt x="100507" y="7480"/>
                  </a:lnTo>
                  <a:lnTo>
                    <a:pt x="60121" y="28333"/>
                  </a:lnTo>
                  <a:lnTo>
                    <a:pt x="28321" y="60134"/>
                  </a:lnTo>
                  <a:lnTo>
                    <a:pt x="7467" y="100520"/>
                  </a:lnTo>
                  <a:lnTo>
                    <a:pt x="0" y="147066"/>
                  </a:lnTo>
                  <a:lnTo>
                    <a:pt x="7467" y="193687"/>
                  </a:lnTo>
                  <a:lnTo>
                    <a:pt x="28321" y="234226"/>
                  </a:lnTo>
                  <a:lnTo>
                    <a:pt x="60121" y="266230"/>
                  </a:lnTo>
                  <a:lnTo>
                    <a:pt x="100507" y="287223"/>
                  </a:lnTo>
                  <a:lnTo>
                    <a:pt x="147066" y="294767"/>
                  </a:lnTo>
                  <a:lnTo>
                    <a:pt x="193738" y="287223"/>
                  </a:lnTo>
                  <a:lnTo>
                    <a:pt x="220383" y="273431"/>
                  </a:lnTo>
                  <a:lnTo>
                    <a:pt x="234315" y="266230"/>
                  </a:lnTo>
                  <a:lnTo>
                    <a:pt x="266331" y="234226"/>
                  </a:lnTo>
                  <a:lnTo>
                    <a:pt x="287337" y="193687"/>
                  </a:lnTo>
                  <a:lnTo>
                    <a:pt x="291934" y="165227"/>
                  </a:lnTo>
                  <a:lnTo>
                    <a:pt x="315722" y="165227"/>
                  </a:lnTo>
                  <a:lnTo>
                    <a:pt x="315722" y="137287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2739624" y="5331333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066" y="273430"/>
                  </a:moveTo>
                  <a:lnTo>
                    <a:pt x="196244" y="263473"/>
                  </a:lnTo>
                  <a:lnTo>
                    <a:pt x="236458" y="236346"/>
                  </a:lnTo>
                  <a:lnTo>
                    <a:pt x="263598" y="196171"/>
                  </a:lnTo>
                  <a:lnTo>
                    <a:pt x="273558" y="147065"/>
                  </a:lnTo>
                  <a:lnTo>
                    <a:pt x="263598" y="98174"/>
                  </a:lnTo>
                  <a:lnTo>
                    <a:pt x="236458" y="57975"/>
                  </a:lnTo>
                  <a:lnTo>
                    <a:pt x="196244" y="30730"/>
                  </a:lnTo>
                  <a:lnTo>
                    <a:pt x="147066" y="20700"/>
                  </a:lnTo>
                  <a:lnTo>
                    <a:pt x="98248" y="30730"/>
                  </a:lnTo>
                  <a:lnTo>
                    <a:pt x="58086" y="57975"/>
                  </a:lnTo>
                  <a:lnTo>
                    <a:pt x="30855" y="98174"/>
                  </a:lnTo>
                  <a:lnTo>
                    <a:pt x="20827" y="147065"/>
                  </a:lnTo>
                  <a:lnTo>
                    <a:pt x="30855" y="196171"/>
                  </a:lnTo>
                  <a:lnTo>
                    <a:pt x="58086" y="236346"/>
                  </a:lnTo>
                  <a:lnTo>
                    <a:pt x="98248" y="263473"/>
                  </a:lnTo>
                  <a:lnTo>
                    <a:pt x="147066" y="273430"/>
                  </a:lnTo>
                  <a:close/>
                </a:path>
                <a:path w="295275" h="295275">
                  <a:moveTo>
                    <a:pt x="147066" y="294766"/>
                  </a:moveTo>
                  <a:lnTo>
                    <a:pt x="193749" y="287221"/>
                  </a:lnTo>
                  <a:lnTo>
                    <a:pt x="234324" y="266221"/>
                  </a:lnTo>
                  <a:lnTo>
                    <a:pt x="266340" y="234224"/>
                  </a:lnTo>
                  <a:lnTo>
                    <a:pt x="287347" y="193687"/>
                  </a:lnTo>
                  <a:lnTo>
                    <a:pt x="294893" y="147065"/>
                  </a:lnTo>
                  <a:lnTo>
                    <a:pt x="287347" y="100510"/>
                  </a:lnTo>
                  <a:lnTo>
                    <a:pt x="266340" y="60130"/>
                  </a:lnTo>
                  <a:lnTo>
                    <a:pt x="234324" y="28322"/>
                  </a:lnTo>
                  <a:lnTo>
                    <a:pt x="193749" y="7479"/>
                  </a:lnTo>
                  <a:lnTo>
                    <a:pt x="147066" y="0"/>
                  </a:lnTo>
                  <a:lnTo>
                    <a:pt x="100510" y="7479"/>
                  </a:lnTo>
                  <a:lnTo>
                    <a:pt x="60130" y="28322"/>
                  </a:lnTo>
                  <a:lnTo>
                    <a:pt x="28322" y="60130"/>
                  </a:lnTo>
                  <a:lnTo>
                    <a:pt x="7479" y="100510"/>
                  </a:lnTo>
                  <a:lnTo>
                    <a:pt x="0" y="147065"/>
                  </a:lnTo>
                  <a:lnTo>
                    <a:pt x="7479" y="193687"/>
                  </a:lnTo>
                  <a:lnTo>
                    <a:pt x="28322" y="234224"/>
                  </a:lnTo>
                  <a:lnTo>
                    <a:pt x="60130" y="266221"/>
                  </a:lnTo>
                  <a:lnTo>
                    <a:pt x="100510" y="287221"/>
                  </a:lnTo>
                  <a:lnTo>
                    <a:pt x="147066" y="294766"/>
                  </a:lnTo>
                  <a:close/>
                </a:path>
              </a:pathLst>
            </a:custGeom>
            <a:ln w="9525">
              <a:solidFill>
                <a:srgbClr val="040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6" name="object 126" descr=""/>
          <p:cNvSpPr txBox="1"/>
          <p:nvPr/>
        </p:nvSpPr>
        <p:spPr>
          <a:xfrm>
            <a:off x="14567662" y="8297418"/>
            <a:ext cx="8801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29" b="1" i="1">
                <a:solidFill>
                  <a:srgbClr val="173360"/>
                </a:solidFill>
                <a:latin typeface="Calibri"/>
                <a:cs typeface="Calibri"/>
              </a:rPr>
              <a:t>(Load)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27" name="object 12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21328" y="3279406"/>
            <a:ext cx="1473708" cy="982967"/>
          </a:xfrm>
          <a:prstGeom prst="rect">
            <a:avLst/>
          </a:prstGeom>
        </p:spPr>
      </p:pic>
      <p:pic>
        <p:nvPicPr>
          <p:cNvPr id="128" name="object 12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102353" y="4490478"/>
            <a:ext cx="1473708" cy="982967"/>
          </a:xfrm>
          <a:prstGeom prst="rect">
            <a:avLst/>
          </a:prstGeom>
        </p:spPr>
      </p:pic>
      <p:pic>
        <p:nvPicPr>
          <p:cNvPr id="129" name="object 12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83050" y="5558154"/>
            <a:ext cx="1350645" cy="1350645"/>
          </a:xfrm>
          <a:prstGeom prst="rect">
            <a:avLst/>
          </a:prstGeom>
        </p:spPr>
      </p:pic>
      <p:sp>
        <p:nvSpPr>
          <p:cNvPr id="130" name="object 130" descr=""/>
          <p:cNvSpPr txBox="1"/>
          <p:nvPr/>
        </p:nvSpPr>
        <p:spPr>
          <a:xfrm>
            <a:off x="1882520" y="8250386"/>
            <a:ext cx="3440429" cy="1096645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2000" spc="245" b="1" i="1">
                <a:solidFill>
                  <a:srgbClr val="173360"/>
                </a:solidFill>
                <a:latin typeface="Calibri"/>
                <a:cs typeface="Calibri"/>
              </a:rPr>
              <a:t>Extract</a:t>
            </a:r>
            <a:endParaRPr sz="2000">
              <a:latin typeface="Calibri"/>
              <a:cs typeface="Calibri"/>
            </a:endParaRPr>
          </a:p>
          <a:p>
            <a:pPr marL="963930" marR="5080">
              <a:lnSpc>
                <a:spcPts val="1920"/>
              </a:lnSpc>
              <a:spcBef>
                <a:spcPts val="1100"/>
              </a:spcBef>
            </a:pPr>
            <a:r>
              <a:rPr dirty="0" sz="1650" spc="-70" b="1" i="1">
                <a:solidFill>
                  <a:srgbClr val="D7365D"/>
                </a:solidFill>
                <a:latin typeface="Malgun Gothic"/>
                <a:cs typeface="Malgun Gothic"/>
              </a:rPr>
              <a:t>데이터셋을</a:t>
            </a:r>
            <a:r>
              <a:rPr dirty="0" sz="1650" spc="-10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직접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0" b="1" i="1">
                <a:solidFill>
                  <a:srgbClr val="D7365D"/>
                </a:solidFill>
                <a:latin typeface="Malgun Gothic"/>
                <a:cs typeface="Malgun Gothic"/>
              </a:rPr>
              <a:t>통합하고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재사용할</a:t>
            </a:r>
            <a:r>
              <a:rPr dirty="0" sz="1650" spc="-9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수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없어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비용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증가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2649092" y="1964523"/>
            <a:ext cx="2894330" cy="52578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245"/>
              </a:spcBef>
            </a:pP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배치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기반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솔루션에</a:t>
            </a:r>
            <a:r>
              <a:rPr dirty="0" sz="1650" spc="-8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의해</a:t>
            </a:r>
            <a:r>
              <a:rPr dirty="0" sz="1650" spc="-10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제한된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데이터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완전성</a:t>
            </a:r>
            <a:r>
              <a:rPr dirty="0" sz="1650" spc="-9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및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가용성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132" name="object 132" descr=""/>
          <p:cNvSpPr/>
          <p:nvPr/>
        </p:nvSpPr>
        <p:spPr>
          <a:xfrm>
            <a:off x="4013708" y="7905115"/>
            <a:ext cx="76200" cy="818515"/>
          </a:xfrm>
          <a:custGeom>
            <a:avLst/>
            <a:gdLst/>
            <a:ahLst/>
            <a:cxnLst/>
            <a:rect l="l" t="t" r="r" b="b"/>
            <a:pathLst>
              <a:path w="76200" h="818515">
                <a:moveTo>
                  <a:pt x="47625" y="63499"/>
                </a:moveTo>
                <a:lnTo>
                  <a:pt x="28575" y="63499"/>
                </a:lnTo>
                <a:lnTo>
                  <a:pt x="28575" y="818387"/>
                </a:lnTo>
                <a:lnTo>
                  <a:pt x="47625" y="818387"/>
                </a:lnTo>
                <a:lnTo>
                  <a:pt x="47625" y="63499"/>
                </a:lnTo>
                <a:close/>
              </a:path>
              <a:path w="76200" h="818515">
                <a:moveTo>
                  <a:pt x="38100" y="0"/>
                </a:moveTo>
                <a:lnTo>
                  <a:pt x="0" y="76199"/>
                </a:lnTo>
                <a:lnTo>
                  <a:pt x="28575" y="76199"/>
                </a:lnTo>
                <a:lnTo>
                  <a:pt x="28575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818515">
                <a:moveTo>
                  <a:pt x="69850" y="63499"/>
                </a:moveTo>
                <a:lnTo>
                  <a:pt x="47625" y="63499"/>
                </a:lnTo>
                <a:lnTo>
                  <a:pt x="47625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 txBox="1"/>
          <p:nvPr/>
        </p:nvSpPr>
        <p:spPr>
          <a:xfrm>
            <a:off x="9024873" y="8211005"/>
            <a:ext cx="3447415" cy="1130300"/>
          </a:xfrm>
          <a:prstGeom prst="rect">
            <a:avLst/>
          </a:prstGeom>
        </p:spPr>
        <p:txBody>
          <a:bodyPr wrap="square" lIns="0" tIns="175895" rIns="0" bIns="0" rtlCol="0" vert="horz">
            <a:spAutoFit/>
          </a:bodyPr>
          <a:lstStyle/>
          <a:p>
            <a:pPr marL="1164590">
              <a:lnSpc>
                <a:spcPct val="100000"/>
              </a:lnSpc>
              <a:spcBef>
                <a:spcPts val="1385"/>
              </a:spcBef>
            </a:pPr>
            <a:r>
              <a:rPr dirty="0" sz="2000" spc="250" b="1" i="1">
                <a:solidFill>
                  <a:srgbClr val="173360"/>
                </a:solidFill>
                <a:latin typeface="Calibri"/>
                <a:cs typeface="Calibri"/>
              </a:rPr>
              <a:t>Transform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1920"/>
              </a:lnSpc>
              <a:spcBef>
                <a:spcPts val="1220"/>
              </a:spcBef>
            </a:pP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데이터를</a:t>
            </a:r>
            <a:r>
              <a:rPr dirty="0" sz="1650" spc="-8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프로그래밍</a:t>
            </a:r>
            <a:r>
              <a:rPr dirty="0" sz="1650" spc="-7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방식으로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관리할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수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있는</a:t>
            </a:r>
            <a:r>
              <a:rPr dirty="0" sz="1650" spc="-10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유기적인</a:t>
            </a:r>
            <a:r>
              <a:rPr dirty="0" sz="1650" spc="-85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75" b="1" i="1">
                <a:solidFill>
                  <a:srgbClr val="D7365D"/>
                </a:solidFill>
                <a:latin typeface="Malgun Gothic"/>
                <a:cs typeface="Malgun Gothic"/>
              </a:rPr>
              <a:t>방법이</a:t>
            </a:r>
            <a:r>
              <a:rPr dirty="0" sz="1650" spc="-100" b="1" i="1">
                <a:solidFill>
                  <a:srgbClr val="D7365D"/>
                </a:solidFill>
                <a:latin typeface="Malgun Gothic"/>
                <a:cs typeface="Malgun Gothic"/>
              </a:rPr>
              <a:t> </a:t>
            </a:r>
            <a:r>
              <a:rPr dirty="0" sz="1650" spc="-25" b="1" i="1">
                <a:solidFill>
                  <a:srgbClr val="D7365D"/>
                </a:solidFill>
                <a:latin typeface="Malgun Gothic"/>
                <a:cs typeface="Malgun Gothic"/>
              </a:rPr>
              <a:t>없음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134" name="object 134" descr=""/>
          <p:cNvSpPr/>
          <p:nvPr/>
        </p:nvSpPr>
        <p:spPr>
          <a:xfrm>
            <a:off x="9394063" y="7779511"/>
            <a:ext cx="76200" cy="818515"/>
          </a:xfrm>
          <a:custGeom>
            <a:avLst/>
            <a:gdLst/>
            <a:ahLst/>
            <a:cxnLst/>
            <a:rect l="l" t="t" r="r" b="b"/>
            <a:pathLst>
              <a:path w="76200" h="818515">
                <a:moveTo>
                  <a:pt x="47625" y="63500"/>
                </a:moveTo>
                <a:lnTo>
                  <a:pt x="28575" y="63500"/>
                </a:lnTo>
                <a:lnTo>
                  <a:pt x="28575" y="818388"/>
                </a:lnTo>
                <a:lnTo>
                  <a:pt x="47625" y="818388"/>
                </a:lnTo>
                <a:lnTo>
                  <a:pt x="47625" y="63500"/>
                </a:lnTo>
                <a:close/>
              </a:path>
              <a:path w="76200" h="818515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818515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D736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 txBox="1"/>
          <p:nvPr/>
        </p:nvSpPr>
        <p:spPr>
          <a:xfrm>
            <a:off x="6104382" y="8379332"/>
            <a:ext cx="6978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00" b="1" i="1">
                <a:solidFill>
                  <a:srgbClr val="D7365D"/>
                </a:solidFill>
                <a:latin typeface="Calibri"/>
                <a:cs typeface="Calibri"/>
              </a:rPr>
              <a:t>Load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00273" y="8096504"/>
            <a:ext cx="167513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80">
                <a:solidFill>
                  <a:srgbClr val="040430"/>
                </a:solidFill>
                <a:latin typeface="Calibri"/>
                <a:cs typeface="Calibri"/>
              </a:rPr>
              <a:t>Control</a:t>
            </a:r>
            <a:r>
              <a:rPr dirty="0" sz="1900" spc="95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10">
                <a:solidFill>
                  <a:srgbClr val="040430"/>
                </a:solidFill>
                <a:latin typeface="Calibri"/>
                <a:cs typeface="Calibri"/>
              </a:rPr>
              <a:t>Plane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93647" y="7377620"/>
            <a:ext cx="2069464" cy="2040255"/>
            <a:chOff x="993647" y="7377620"/>
            <a:chExt cx="2069464" cy="20402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647" y="7377620"/>
              <a:ext cx="2069083" cy="20398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33143" y="7799958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69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69" y="888238"/>
                  </a:lnTo>
                  <a:lnTo>
                    <a:pt x="508454" y="885633"/>
                  </a:lnTo>
                  <a:lnTo>
                    <a:pt x="556876" y="877998"/>
                  </a:lnTo>
                  <a:lnTo>
                    <a:pt x="603456" y="865604"/>
                  </a:lnTo>
                  <a:lnTo>
                    <a:pt x="647914" y="848722"/>
                  </a:lnTo>
                  <a:lnTo>
                    <a:pt x="689972" y="827621"/>
                  </a:lnTo>
                  <a:lnTo>
                    <a:pt x="729349" y="802572"/>
                  </a:lnTo>
                  <a:lnTo>
                    <a:pt x="765768" y="773847"/>
                  </a:lnTo>
                  <a:lnTo>
                    <a:pt x="798948" y="741714"/>
                  </a:lnTo>
                  <a:lnTo>
                    <a:pt x="828609" y="706446"/>
                  </a:lnTo>
                  <a:lnTo>
                    <a:pt x="854474" y="668311"/>
                  </a:lnTo>
                  <a:lnTo>
                    <a:pt x="876263" y="627581"/>
                  </a:lnTo>
                  <a:lnTo>
                    <a:pt x="893695" y="584527"/>
                  </a:lnTo>
                  <a:lnTo>
                    <a:pt x="906493" y="539418"/>
                  </a:lnTo>
                  <a:lnTo>
                    <a:pt x="914377" y="492525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5" y="303759"/>
                  </a:lnTo>
                  <a:lnTo>
                    <a:pt x="876263" y="260710"/>
                  </a:lnTo>
                  <a:lnTo>
                    <a:pt x="854474" y="219982"/>
                  </a:lnTo>
                  <a:lnTo>
                    <a:pt x="828609" y="181846"/>
                  </a:lnTo>
                  <a:lnTo>
                    <a:pt x="798948" y="146573"/>
                  </a:lnTo>
                  <a:lnTo>
                    <a:pt x="765768" y="114434"/>
                  </a:lnTo>
                  <a:lnTo>
                    <a:pt x="729349" y="85701"/>
                  </a:lnTo>
                  <a:lnTo>
                    <a:pt x="689972" y="60644"/>
                  </a:lnTo>
                  <a:lnTo>
                    <a:pt x="647914" y="39535"/>
                  </a:lnTo>
                  <a:lnTo>
                    <a:pt x="603456" y="22645"/>
                  </a:lnTo>
                  <a:lnTo>
                    <a:pt x="556876" y="10245"/>
                  </a:lnTo>
                  <a:lnTo>
                    <a:pt x="508454" y="2606"/>
                  </a:lnTo>
                  <a:lnTo>
                    <a:pt x="45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6956467" y="2560055"/>
            <a:ext cx="4507230" cy="6395085"/>
            <a:chOff x="6956467" y="2560055"/>
            <a:chExt cx="4507230" cy="639508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6467" y="2560055"/>
              <a:ext cx="4506637" cy="639501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334250" y="2662681"/>
              <a:ext cx="3676015" cy="5721985"/>
            </a:xfrm>
            <a:custGeom>
              <a:avLst/>
              <a:gdLst/>
              <a:ahLst/>
              <a:cxnLst/>
              <a:rect l="l" t="t" r="r" b="b"/>
              <a:pathLst>
                <a:path w="3676015" h="5721984">
                  <a:moveTo>
                    <a:pt x="3626230" y="0"/>
                  </a:moveTo>
                  <a:lnTo>
                    <a:pt x="49656" y="0"/>
                  </a:lnTo>
                  <a:lnTo>
                    <a:pt x="30325" y="3901"/>
                  </a:lnTo>
                  <a:lnTo>
                    <a:pt x="14541" y="14541"/>
                  </a:lnTo>
                  <a:lnTo>
                    <a:pt x="3901" y="30325"/>
                  </a:lnTo>
                  <a:lnTo>
                    <a:pt x="0" y="49657"/>
                  </a:lnTo>
                  <a:lnTo>
                    <a:pt x="0" y="5671947"/>
                  </a:lnTo>
                  <a:lnTo>
                    <a:pt x="3901" y="5691278"/>
                  </a:lnTo>
                  <a:lnTo>
                    <a:pt x="14541" y="5707062"/>
                  </a:lnTo>
                  <a:lnTo>
                    <a:pt x="30325" y="5717702"/>
                  </a:lnTo>
                  <a:lnTo>
                    <a:pt x="49656" y="5721604"/>
                  </a:lnTo>
                  <a:lnTo>
                    <a:pt x="3626230" y="5721604"/>
                  </a:lnTo>
                  <a:lnTo>
                    <a:pt x="3645562" y="5717702"/>
                  </a:lnTo>
                  <a:lnTo>
                    <a:pt x="3661346" y="5707062"/>
                  </a:lnTo>
                  <a:lnTo>
                    <a:pt x="3671986" y="5691278"/>
                  </a:lnTo>
                  <a:lnTo>
                    <a:pt x="3675888" y="5671947"/>
                  </a:lnTo>
                  <a:lnTo>
                    <a:pt x="3675888" y="49657"/>
                  </a:lnTo>
                  <a:lnTo>
                    <a:pt x="3671986" y="30325"/>
                  </a:lnTo>
                  <a:lnTo>
                    <a:pt x="3661346" y="14541"/>
                  </a:lnTo>
                  <a:lnTo>
                    <a:pt x="3645562" y="3901"/>
                  </a:lnTo>
                  <a:lnTo>
                    <a:pt x="3626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37374" y="2823209"/>
              <a:ext cx="3469640" cy="5400675"/>
            </a:xfrm>
            <a:custGeom>
              <a:avLst/>
              <a:gdLst/>
              <a:ahLst/>
              <a:cxnLst/>
              <a:rect l="l" t="t" r="r" b="b"/>
              <a:pathLst>
                <a:path w="3469640" h="5400675">
                  <a:moveTo>
                    <a:pt x="0" y="46863"/>
                  </a:moveTo>
                  <a:lnTo>
                    <a:pt x="3679" y="28610"/>
                  </a:lnTo>
                  <a:lnTo>
                    <a:pt x="13716" y="13716"/>
                  </a:lnTo>
                  <a:lnTo>
                    <a:pt x="28610" y="3679"/>
                  </a:lnTo>
                  <a:lnTo>
                    <a:pt x="46862" y="0"/>
                  </a:lnTo>
                  <a:lnTo>
                    <a:pt x="3422777" y="0"/>
                  </a:lnTo>
                  <a:lnTo>
                    <a:pt x="3441029" y="3679"/>
                  </a:lnTo>
                  <a:lnTo>
                    <a:pt x="3455924" y="13716"/>
                  </a:lnTo>
                  <a:lnTo>
                    <a:pt x="3465960" y="28610"/>
                  </a:lnTo>
                  <a:lnTo>
                    <a:pt x="3469640" y="46863"/>
                  </a:lnTo>
                  <a:lnTo>
                    <a:pt x="3469640" y="5353685"/>
                  </a:lnTo>
                  <a:lnTo>
                    <a:pt x="3465960" y="5371937"/>
                  </a:lnTo>
                  <a:lnTo>
                    <a:pt x="3455924" y="5386832"/>
                  </a:lnTo>
                  <a:lnTo>
                    <a:pt x="3441029" y="5396868"/>
                  </a:lnTo>
                  <a:lnTo>
                    <a:pt x="3422777" y="5400548"/>
                  </a:lnTo>
                  <a:lnTo>
                    <a:pt x="46862" y="5400548"/>
                  </a:lnTo>
                  <a:lnTo>
                    <a:pt x="28610" y="5396868"/>
                  </a:lnTo>
                  <a:lnTo>
                    <a:pt x="13716" y="5386832"/>
                  </a:lnTo>
                  <a:lnTo>
                    <a:pt x="3679" y="5371937"/>
                  </a:lnTo>
                  <a:lnTo>
                    <a:pt x="0" y="5353685"/>
                  </a:lnTo>
                  <a:lnTo>
                    <a:pt x="0" y="46863"/>
                  </a:lnTo>
                  <a:close/>
                </a:path>
              </a:pathLst>
            </a:custGeom>
            <a:ln w="19050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8393938" y="2562517"/>
            <a:ext cx="1556385" cy="49275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0010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630"/>
              </a:spcBef>
            </a:pPr>
            <a:r>
              <a:rPr dirty="0" sz="2000" spc="229" b="1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48995" y="538352"/>
            <a:ext cx="11973560" cy="1009650"/>
          </a:xfrm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560"/>
              </a:spcBef>
            </a:pPr>
            <a:r>
              <a:rPr dirty="0" sz="3400" spc="290">
                <a:solidFill>
                  <a:srgbClr val="B4E0E3"/>
                </a:solidFill>
                <a:latin typeface="Calibri"/>
                <a:cs typeface="Calibri"/>
              </a:rPr>
              <a:t>[After]</a:t>
            </a:r>
            <a:r>
              <a:rPr dirty="0" sz="3400" spc="195">
                <a:solidFill>
                  <a:srgbClr val="B4E0E3"/>
                </a:solidFill>
                <a:latin typeface="Calibri"/>
                <a:cs typeface="Calibri"/>
              </a:rPr>
              <a:t> </a:t>
            </a:r>
            <a:r>
              <a:rPr dirty="0" sz="3400" spc="-25">
                <a:solidFill>
                  <a:srgbClr val="0074A1"/>
                </a:solidFill>
              </a:rPr>
              <a:t>프로젝트</a:t>
            </a:r>
            <a:r>
              <a:rPr dirty="0" sz="3400" spc="-220">
                <a:solidFill>
                  <a:srgbClr val="0074A1"/>
                </a:solidFill>
              </a:rPr>
              <a:t> </a:t>
            </a:r>
            <a:r>
              <a:rPr dirty="0" sz="3400" spc="370">
                <a:solidFill>
                  <a:srgbClr val="0074A1"/>
                </a:solidFill>
                <a:latin typeface="Calibri"/>
                <a:cs typeface="Calibri"/>
              </a:rPr>
              <a:t>Sand2Glass:</a:t>
            </a:r>
            <a:r>
              <a:rPr dirty="0" sz="3400" spc="195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375">
                <a:solidFill>
                  <a:srgbClr val="0074A1"/>
                </a:solidFill>
                <a:latin typeface="Calibri"/>
                <a:cs typeface="Calibri"/>
              </a:rPr>
              <a:t>"Confluent</a:t>
            </a:r>
            <a:r>
              <a:rPr dirty="0" sz="3400" spc="204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455">
                <a:solidFill>
                  <a:srgbClr val="0074A1"/>
                </a:solidFill>
                <a:latin typeface="Calibri"/>
                <a:cs typeface="Calibri"/>
              </a:rPr>
              <a:t>on</a:t>
            </a:r>
            <a:r>
              <a:rPr dirty="0" sz="3400" spc="204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355">
                <a:solidFill>
                  <a:srgbClr val="0074A1"/>
                </a:solidFill>
                <a:latin typeface="Calibri"/>
                <a:cs typeface="Calibri"/>
              </a:rPr>
              <a:t>Confluent" </a:t>
            </a:r>
            <a:r>
              <a:rPr dirty="0" sz="3400" spc="415">
                <a:solidFill>
                  <a:srgbClr val="0074A1"/>
                </a:solidFill>
                <a:latin typeface="Calibri"/>
                <a:cs typeface="Calibri"/>
              </a:rPr>
              <a:t>Confluent</a:t>
            </a:r>
            <a:r>
              <a:rPr dirty="0" sz="3400" spc="185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365">
                <a:solidFill>
                  <a:srgbClr val="0074A1"/>
                </a:solidFill>
                <a:latin typeface="Calibri"/>
                <a:cs typeface="Calibri"/>
              </a:rPr>
              <a:t>Centric,</a:t>
            </a:r>
            <a:r>
              <a:rPr dirty="0" sz="3400" spc="190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dirty="0" sz="3400" spc="-35">
                <a:solidFill>
                  <a:srgbClr val="0074A1"/>
                </a:solidFill>
              </a:rPr>
              <a:t>비즈니스</a:t>
            </a:r>
            <a:r>
              <a:rPr dirty="0" sz="3400" spc="-235">
                <a:solidFill>
                  <a:srgbClr val="0074A1"/>
                </a:solidFill>
              </a:rPr>
              <a:t> </a:t>
            </a:r>
            <a:r>
              <a:rPr dirty="0" sz="3400" spc="-10">
                <a:solidFill>
                  <a:srgbClr val="0074A1"/>
                </a:solidFill>
              </a:rPr>
              <a:t>운영</a:t>
            </a:r>
            <a:r>
              <a:rPr dirty="0" sz="3400" spc="-245">
                <a:solidFill>
                  <a:srgbClr val="0074A1"/>
                </a:solidFill>
              </a:rPr>
              <a:t> </a:t>
            </a:r>
            <a:r>
              <a:rPr dirty="0" sz="3400" spc="-30">
                <a:solidFill>
                  <a:srgbClr val="0074A1"/>
                </a:solidFill>
              </a:rPr>
              <a:t>효율성</a:t>
            </a:r>
            <a:r>
              <a:rPr dirty="0" sz="3400" spc="-240">
                <a:solidFill>
                  <a:srgbClr val="0074A1"/>
                </a:solidFill>
              </a:rPr>
              <a:t> </a:t>
            </a:r>
            <a:r>
              <a:rPr dirty="0" sz="3400" spc="-25">
                <a:solidFill>
                  <a:srgbClr val="0074A1"/>
                </a:solidFill>
              </a:rPr>
              <a:t>강화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197578" y="9298635"/>
            <a:ext cx="1841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80">
                <a:solidFill>
                  <a:srgbClr val="173360"/>
                </a:solidFill>
                <a:latin typeface="Calibri"/>
                <a:cs typeface="Calibri"/>
              </a:rPr>
              <a:t>74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261989" y="2552445"/>
            <a:ext cx="955675" cy="5942330"/>
            <a:chOff x="6261989" y="2552445"/>
            <a:chExt cx="955675" cy="5942330"/>
          </a:xfrm>
        </p:grpSpPr>
        <p:sp>
          <p:nvSpPr>
            <p:cNvPr id="14" name="object 14" descr=""/>
            <p:cNvSpPr/>
            <p:nvPr/>
          </p:nvSpPr>
          <p:spPr>
            <a:xfrm>
              <a:off x="6515862" y="5406389"/>
              <a:ext cx="701675" cy="228600"/>
            </a:xfrm>
            <a:custGeom>
              <a:avLst/>
              <a:gdLst/>
              <a:ahLst/>
              <a:cxnLst/>
              <a:rect l="l" t="t" r="r" b="b"/>
              <a:pathLst>
                <a:path w="701675" h="228600">
                  <a:moveTo>
                    <a:pt x="628018" y="74422"/>
                  </a:moveTo>
                  <a:lnTo>
                    <a:pt x="548132" y="74422"/>
                  </a:lnTo>
                  <a:lnTo>
                    <a:pt x="549783" y="150622"/>
                  </a:lnTo>
                  <a:lnTo>
                    <a:pt x="524487" y="151208"/>
                  </a:lnTo>
                  <a:lnTo>
                    <a:pt x="475488" y="228473"/>
                  </a:lnTo>
                  <a:lnTo>
                    <a:pt x="701294" y="108965"/>
                  </a:lnTo>
                  <a:lnTo>
                    <a:pt x="628018" y="74422"/>
                  </a:lnTo>
                  <a:close/>
                </a:path>
                <a:path w="701675" h="228600">
                  <a:moveTo>
                    <a:pt x="522729" y="75010"/>
                  </a:moveTo>
                  <a:lnTo>
                    <a:pt x="0" y="87122"/>
                  </a:lnTo>
                  <a:lnTo>
                    <a:pt x="1778" y="163322"/>
                  </a:lnTo>
                  <a:lnTo>
                    <a:pt x="524487" y="151208"/>
                  </a:lnTo>
                  <a:lnTo>
                    <a:pt x="548959" y="112618"/>
                  </a:lnTo>
                  <a:lnTo>
                    <a:pt x="549088" y="112618"/>
                  </a:lnTo>
                  <a:lnTo>
                    <a:pt x="522729" y="75010"/>
                  </a:lnTo>
                  <a:close/>
                </a:path>
                <a:path w="701675" h="228600">
                  <a:moveTo>
                    <a:pt x="548959" y="112618"/>
                  </a:moveTo>
                  <a:lnTo>
                    <a:pt x="524487" y="151208"/>
                  </a:lnTo>
                  <a:lnTo>
                    <a:pt x="549783" y="150622"/>
                  </a:lnTo>
                  <a:lnTo>
                    <a:pt x="548959" y="112618"/>
                  </a:lnTo>
                  <a:close/>
                </a:path>
                <a:path w="701675" h="228600">
                  <a:moveTo>
                    <a:pt x="548132" y="74422"/>
                  </a:moveTo>
                  <a:lnTo>
                    <a:pt x="522729" y="75010"/>
                  </a:lnTo>
                  <a:lnTo>
                    <a:pt x="549088" y="112618"/>
                  </a:lnTo>
                  <a:lnTo>
                    <a:pt x="548959" y="112618"/>
                  </a:lnTo>
                  <a:lnTo>
                    <a:pt x="548144" y="75010"/>
                  </a:lnTo>
                  <a:lnTo>
                    <a:pt x="548132" y="74422"/>
                  </a:lnTo>
                  <a:close/>
                </a:path>
                <a:path w="701675" h="228600">
                  <a:moveTo>
                    <a:pt x="470154" y="0"/>
                  </a:moveTo>
                  <a:lnTo>
                    <a:pt x="522729" y="75010"/>
                  </a:lnTo>
                  <a:lnTo>
                    <a:pt x="548132" y="74422"/>
                  </a:lnTo>
                  <a:lnTo>
                    <a:pt x="628018" y="7442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00089" y="2590545"/>
              <a:ext cx="216535" cy="5866130"/>
            </a:xfrm>
            <a:custGeom>
              <a:avLst/>
              <a:gdLst/>
              <a:ahLst/>
              <a:cxnLst/>
              <a:rect l="l" t="t" r="r" b="b"/>
              <a:pathLst>
                <a:path w="216534" h="5866130">
                  <a:moveTo>
                    <a:pt x="0" y="0"/>
                  </a:moveTo>
                  <a:lnTo>
                    <a:pt x="84250" y="1406"/>
                  </a:lnTo>
                  <a:lnTo>
                    <a:pt x="153082" y="5254"/>
                  </a:lnTo>
                  <a:lnTo>
                    <a:pt x="199507" y="10983"/>
                  </a:lnTo>
                  <a:lnTo>
                    <a:pt x="216535" y="18033"/>
                  </a:lnTo>
                  <a:lnTo>
                    <a:pt x="216535" y="5847842"/>
                  </a:lnTo>
                  <a:lnTo>
                    <a:pt x="199507" y="5854838"/>
                  </a:lnTo>
                  <a:lnTo>
                    <a:pt x="153082" y="5860573"/>
                  </a:lnTo>
                  <a:lnTo>
                    <a:pt x="84250" y="5864451"/>
                  </a:lnTo>
                  <a:lnTo>
                    <a:pt x="0" y="5865876"/>
                  </a:lnTo>
                </a:path>
              </a:pathLst>
            </a:custGeom>
            <a:ln w="762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700273" y="2496439"/>
            <a:ext cx="2256155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50">
                <a:solidFill>
                  <a:srgbClr val="173360"/>
                </a:solidFill>
                <a:latin typeface="Calibri"/>
                <a:cs typeface="Calibri"/>
              </a:rPr>
              <a:t>.io</a:t>
            </a:r>
            <a:r>
              <a:rPr dirty="0" sz="19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50">
                <a:solidFill>
                  <a:srgbClr val="173360"/>
                </a:solidFill>
                <a:latin typeface="Calibri"/>
                <a:cs typeface="Calibri"/>
              </a:rPr>
              <a:t>and</a:t>
            </a:r>
            <a:r>
              <a:rPr dirty="0" sz="1900" spc="9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60">
                <a:solidFill>
                  <a:srgbClr val="173360"/>
                </a:solidFill>
                <a:latin typeface="Calibri"/>
                <a:cs typeface="Calibri"/>
              </a:rPr>
              <a:t>.cloud</a:t>
            </a:r>
            <a:r>
              <a:rPr dirty="0" sz="1900" spc="75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65">
                <a:solidFill>
                  <a:srgbClr val="173360"/>
                </a:solidFill>
                <a:latin typeface="Calibri"/>
                <a:cs typeface="Calibri"/>
              </a:rPr>
              <a:t>Web </a:t>
            </a:r>
            <a:r>
              <a:rPr dirty="0" sz="1900" spc="140">
                <a:solidFill>
                  <a:srgbClr val="173360"/>
                </a:solidFill>
                <a:latin typeface="Calibri"/>
                <a:cs typeface="Calibri"/>
              </a:rPr>
              <a:t>Activities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00273" y="4678426"/>
            <a:ext cx="2526030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90" b="1">
                <a:solidFill>
                  <a:srgbClr val="173360"/>
                </a:solidFill>
                <a:latin typeface="Calibri"/>
                <a:cs typeface="Calibri"/>
              </a:rPr>
              <a:t>“Mothership”</a:t>
            </a:r>
            <a:r>
              <a:rPr dirty="0" sz="1900" spc="16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900" spc="280" b="1">
                <a:solidFill>
                  <a:srgbClr val="173360"/>
                </a:solidFill>
                <a:latin typeface="Calibri"/>
                <a:cs typeface="Calibri"/>
              </a:rPr>
              <a:t>Backend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00273" y="5914136"/>
            <a:ext cx="278320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50" b="1">
                <a:solidFill>
                  <a:srgbClr val="173360"/>
                </a:solidFill>
                <a:latin typeface="Calibri"/>
                <a:cs typeface="Calibri"/>
              </a:rPr>
              <a:t>Cloud</a:t>
            </a:r>
            <a:r>
              <a:rPr dirty="0" sz="19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173360"/>
                </a:solidFill>
                <a:latin typeface="Calibri"/>
                <a:cs typeface="Calibri"/>
              </a:rPr>
              <a:t>&amp;</a:t>
            </a:r>
            <a:r>
              <a:rPr dirty="0" sz="19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380" b="1">
                <a:solidFill>
                  <a:srgbClr val="173360"/>
                </a:solidFill>
                <a:latin typeface="Calibri"/>
                <a:cs typeface="Calibri"/>
              </a:rPr>
              <a:t>CP</a:t>
            </a:r>
            <a:r>
              <a:rPr dirty="0" sz="1900" spc="12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10" b="1">
                <a:solidFill>
                  <a:srgbClr val="173360"/>
                </a:solidFill>
                <a:latin typeface="Calibri"/>
                <a:cs typeface="Calibri"/>
              </a:rPr>
              <a:t>Telemetry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339953" y="2453131"/>
            <a:ext cx="1981200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235" b="1">
                <a:solidFill>
                  <a:srgbClr val="173360"/>
                </a:solidFill>
                <a:latin typeface="Calibri"/>
                <a:cs typeface="Calibri"/>
              </a:rPr>
              <a:t>Data</a:t>
            </a:r>
            <a:r>
              <a:rPr dirty="0" sz="1900" spc="1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65" b="1">
                <a:solidFill>
                  <a:srgbClr val="173360"/>
                </a:solidFill>
                <a:latin typeface="Calibri"/>
                <a:cs typeface="Calibri"/>
              </a:rPr>
              <a:t>Lakes</a:t>
            </a:r>
            <a:r>
              <a:rPr dirty="0" sz="19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and </a:t>
            </a:r>
            <a:r>
              <a:rPr dirty="0" sz="1900" spc="245" b="1">
                <a:solidFill>
                  <a:srgbClr val="173360"/>
                </a:solidFill>
                <a:latin typeface="Calibri"/>
                <a:cs typeface="Calibri"/>
              </a:rPr>
              <a:t>Warehouses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339953" y="3697604"/>
            <a:ext cx="244157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00" b="1">
                <a:solidFill>
                  <a:srgbClr val="173360"/>
                </a:solidFill>
                <a:latin typeface="Calibri"/>
                <a:cs typeface="Calibri"/>
              </a:rPr>
              <a:t>Observability</a:t>
            </a:r>
            <a:r>
              <a:rPr dirty="0" sz="19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85" b="1">
                <a:solidFill>
                  <a:srgbClr val="173360"/>
                </a:solidFill>
                <a:latin typeface="Calibri"/>
                <a:cs typeface="Calibri"/>
              </a:rPr>
              <a:t>Tools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1719559" y="1892807"/>
            <a:ext cx="5057775" cy="3493770"/>
            <a:chOff x="11719559" y="1892807"/>
            <a:chExt cx="5057775" cy="3493770"/>
          </a:xfrm>
        </p:grpSpPr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9559" y="2950463"/>
              <a:ext cx="2069084" cy="204127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12258547" y="3374008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4">
                  <a:moveTo>
                    <a:pt x="458597" y="0"/>
                  </a:moveTo>
                  <a:lnTo>
                    <a:pt x="408634" y="2606"/>
                  </a:lnTo>
                  <a:lnTo>
                    <a:pt x="360228" y="10245"/>
                  </a:lnTo>
                  <a:lnTo>
                    <a:pt x="313659" y="22645"/>
                  </a:lnTo>
                  <a:lnTo>
                    <a:pt x="269207" y="39535"/>
                  </a:lnTo>
                  <a:lnTo>
                    <a:pt x="227151" y="60644"/>
                  </a:lnTo>
                  <a:lnTo>
                    <a:pt x="187772" y="85701"/>
                  </a:lnTo>
                  <a:lnTo>
                    <a:pt x="151349" y="114434"/>
                  </a:lnTo>
                  <a:lnTo>
                    <a:pt x="118163" y="146573"/>
                  </a:lnTo>
                  <a:lnTo>
                    <a:pt x="88493" y="181846"/>
                  </a:lnTo>
                  <a:lnTo>
                    <a:pt x="62620" y="219982"/>
                  </a:lnTo>
                  <a:lnTo>
                    <a:pt x="40823" y="260710"/>
                  </a:lnTo>
                  <a:lnTo>
                    <a:pt x="23383" y="303759"/>
                  </a:lnTo>
                  <a:lnTo>
                    <a:pt x="10579" y="348858"/>
                  </a:lnTo>
                  <a:lnTo>
                    <a:pt x="2691" y="395734"/>
                  </a:lnTo>
                  <a:lnTo>
                    <a:pt x="0" y="444119"/>
                  </a:lnTo>
                  <a:lnTo>
                    <a:pt x="2691" y="492526"/>
                  </a:lnTo>
                  <a:lnTo>
                    <a:pt x="10579" y="539424"/>
                  </a:lnTo>
                  <a:lnTo>
                    <a:pt x="23383" y="584540"/>
                  </a:lnTo>
                  <a:lnTo>
                    <a:pt x="40823" y="627604"/>
                  </a:lnTo>
                  <a:lnTo>
                    <a:pt x="62620" y="668344"/>
                  </a:lnTo>
                  <a:lnTo>
                    <a:pt x="88493" y="706490"/>
                  </a:lnTo>
                  <a:lnTo>
                    <a:pt x="118163" y="741772"/>
                  </a:lnTo>
                  <a:lnTo>
                    <a:pt x="151349" y="773917"/>
                  </a:lnTo>
                  <a:lnTo>
                    <a:pt x="187772" y="802655"/>
                  </a:lnTo>
                  <a:lnTo>
                    <a:pt x="227151" y="827715"/>
                  </a:lnTo>
                  <a:lnTo>
                    <a:pt x="269207" y="848826"/>
                  </a:lnTo>
                  <a:lnTo>
                    <a:pt x="313659" y="865718"/>
                  </a:lnTo>
                  <a:lnTo>
                    <a:pt x="360228" y="878119"/>
                  </a:lnTo>
                  <a:lnTo>
                    <a:pt x="408634" y="885758"/>
                  </a:lnTo>
                  <a:lnTo>
                    <a:pt x="458597" y="888365"/>
                  </a:lnTo>
                  <a:lnTo>
                    <a:pt x="508557" y="885758"/>
                  </a:lnTo>
                  <a:lnTo>
                    <a:pt x="556959" y="878119"/>
                  </a:lnTo>
                  <a:lnTo>
                    <a:pt x="603521" y="865718"/>
                  </a:lnTo>
                  <a:lnTo>
                    <a:pt x="647964" y="848826"/>
                  </a:lnTo>
                  <a:lnTo>
                    <a:pt x="690009" y="827715"/>
                  </a:lnTo>
                  <a:lnTo>
                    <a:pt x="729377" y="802655"/>
                  </a:lnTo>
                  <a:lnTo>
                    <a:pt x="765787" y="773917"/>
                  </a:lnTo>
                  <a:lnTo>
                    <a:pt x="798960" y="741772"/>
                  </a:lnTo>
                  <a:lnTo>
                    <a:pt x="828618" y="706490"/>
                  </a:lnTo>
                  <a:lnTo>
                    <a:pt x="854479" y="668344"/>
                  </a:lnTo>
                  <a:lnTo>
                    <a:pt x="876265" y="627604"/>
                  </a:lnTo>
                  <a:lnTo>
                    <a:pt x="893696" y="584540"/>
                  </a:lnTo>
                  <a:lnTo>
                    <a:pt x="906493" y="539424"/>
                  </a:lnTo>
                  <a:lnTo>
                    <a:pt x="914377" y="492526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6" y="303759"/>
                  </a:lnTo>
                  <a:lnTo>
                    <a:pt x="876265" y="260710"/>
                  </a:lnTo>
                  <a:lnTo>
                    <a:pt x="854479" y="219982"/>
                  </a:lnTo>
                  <a:lnTo>
                    <a:pt x="828618" y="181846"/>
                  </a:lnTo>
                  <a:lnTo>
                    <a:pt x="798960" y="146573"/>
                  </a:lnTo>
                  <a:lnTo>
                    <a:pt x="765787" y="114434"/>
                  </a:lnTo>
                  <a:lnTo>
                    <a:pt x="729377" y="85701"/>
                  </a:lnTo>
                  <a:lnTo>
                    <a:pt x="690009" y="60644"/>
                  </a:lnTo>
                  <a:lnTo>
                    <a:pt x="647964" y="39535"/>
                  </a:lnTo>
                  <a:lnTo>
                    <a:pt x="603521" y="22645"/>
                  </a:lnTo>
                  <a:lnTo>
                    <a:pt x="556959" y="10245"/>
                  </a:lnTo>
                  <a:lnTo>
                    <a:pt x="508557" y="2606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93446" y="2714983"/>
              <a:ext cx="106690" cy="10644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35686" y="2714983"/>
              <a:ext cx="106690" cy="106448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2486004" y="2573146"/>
              <a:ext cx="462280" cy="467359"/>
            </a:xfrm>
            <a:custGeom>
              <a:avLst/>
              <a:gdLst/>
              <a:ahLst/>
              <a:cxnLst/>
              <a:rect l="l" t="t" r="r" b="b"/>
              <a:pathLst>
                <a:path w="462279" h="467360">
                  <a:moveTo>
                    <a:pt x="426720" y="0"/>
                  </a:moveTo>
                  <a:lnTo>
                    <a:pt x="35560" y="0"/>
                  </a:lnTo>
                  <a:lnTo>
                    <a:pt x="21591" y="2839"/>
                  </a:lnTo>
                  <a:lnTo>
                    <a:pt x="10302" y="10525"/>
                  </a:lnTo>
                  <a:lnTo>
                    <a:pt x="2752" y="21806"/>
                  </a:lnTo>
                  <a:lnTo>
                    <a:pt x="0" y="35432"/>
                  </a:lnTo>
                  <a:lnTo>
                    <a:pt x="0" y="337693"/>
                  </a:lnTo>
                  <a:lnTo>
                    <a:pt x="2752" y="351661"/>
                  </a:lnTo>
                  <a:lnTo>
                    <a:pt x="10302" y="362950"/>
                  </a:lnTo>
                  <a:lnTo>
                    <a:pt x="21591" y="370500"/>
                  </a:lnTo>
                  <a:lnTo>
                    <a:pt x="35560" y="373252"/>
                  </a:lnTo>
                  <a:lnTo>
                    <a:pt x="211200" y="373252"/>
                  </a:lnTo>
                  <a:lnTo>
                    <a:pt x="309372" y="457707"/>
                  </a:lnTo>
                  <a:lnTo>
                    <a:pt x="315722" y="464057"/>
                  </a:lnTo>
                  <a:lnTo>
                    <a:pt x="324358" y="466851"/>
                  </a:lnTo>
                  <a:lnTo>
                    <a:pt x="337820" y="466851"/>
                  </a:lnTo>
                  <a:lnTo>
                    <a:pt x="366906" y="441616"/>
                  </a:lnTo>
                  <a:lnTo>
                    <a:pt x="368426" y="431419"/>
                  </a:lnTo>
                  <a:lnTo>
                    <a:pt x="333501" y="431419"/>
                  </a:lnTo>
                  <a:lnTo>
                    <a:pt x="235458" y="346963"/>
                  </a:lnTo>
                  <a:lnTo>
                    <a:pt x="228980" y="340613"/>
                  </a:lnTo>
                  <a:lnTo>
                    <a:pt x="221234" y="337693"/>
                  </a:lnTo>
                  <a:lnTo>
                    <a:pt x="36195" y="337693"/>
                  </a:lnTo>
                  <a:lnTo>
                    <a:pt x="36195" y="35432"/>
                  </a:lnTo>
                  <a:lnTo>
                    <a:pt x="462279" y="35432"/>
                  </a:lnTo>
                  <a:lnTo>
                    <a:pt x="459527" y="21806"/>
                  </a:lnTo>
                  <a:lnTo>
                    <a:pt x="451977" y="10525"/>
                  </a:lnTo>
                  <a:lnTo>
                    <a:pt x="440688" y="2839"/>
                  </a:lnTo>
                  <a:lnTo>
                    <a:pt x="426720" y="0"/>
                  </a:lnTo>
                  <a:close/>
                </a:path>
                <a:path w="462279" h="467360">
                  <a:moveTo>
                    <a:pt x="462279" y="35432"/>
                  </a:moveTo>
                  <a:lnTo>
                    <a:pt x="427481" y="35432"/>
                  </a:lnTo>
                  <a:lnTo>
                    <a:pt x="427481" y="337693"/>
                  </a:lnTo>
                  <a:lnTo>
                    <a:pt x="369062" y="337693"/>
                  </a:lnTo>
                  <a:lnTo>
                    <a:pt x="354848" y="340613"/>
                  </a:lnTo>
                  <a:lnTo>
                    <a:pt x="355057" y="340613"/>
                  </a:lnTo>
                  <a:lnTo>
                    <a:pt x="343852" y="348281"/>
                  </a:lnTo>
                  <a:lnTo>
                    <a:pt x="336272" y="359606"/>
                  </a:lnTo>
                  <a:lnTo>
                    <a:pt x="333501" y="373252"/>
                  </a:lnTo>
                  <a:lnTo>
                    <a:pt x="333501" y="431419"/>
                  </a:lnTo>
                  <a:lnTo>
                    <a:pt x="368426" y="431419"/>
                  </a:lnTo>
                  <a:lnTo>
                    <a:pt x="368426" y="373252"/>
                  </a:lnTo>
                  <a:lnTo>
                    <a:pt x="426720" y="373252"/>
                  </a:lnTo>
                  <a:lnTo>
                    <a:pt x="440688" y="370500"/>
                  </a:lnTo>
                  <a:lnTo>
                    <a:pt x="451977" y="362950"/>
                  </a:lnTo>
                  <a:lnTo>
                    <a:pt x="459527" y="351661"/>
                  </a:lnTo>
                  <a:lnTo>
                    <a:pt x="462279" y="337693"/>
                  </a:lnTo>
                  <a:lnTo>
                    <a:pt x="462279" y="3543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19559" y="1892807"/>
              <a:ext cx="2069084" cy="206616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2258548" y="2315463"/>
              <a:ext cx="4519295" cy="3071495"/>
            </a:xfrm>
            <a:custGeom>
              <a:avLst/>
              <a:gdLst/>
              <a:ahLst/>
              <a:cxnLst/>
              <a:rect l="l" t="t" r="r" b="b"/>
              <a:pathLst>
                <a:path w="4519294" h="3071495">
                  <a:moveTo>
                    <a:pt x="917194" y="457581"/>
                  </a:moveTo>
                  <a:lnTo>
                    <a:pt x="914819" y="410794"/>
                  </a:lnTo>
                  <a:lnTo>
                    <a:pt x="907872" y="365366"/>
                  </a:lnTo>
                  <a:lnTo>
                    <a:pt x="896569" y="321513"/>
                  </a:lnTo>
                  <a:lnTo>
                    <a:pt x="881138" y="279463"/>
                  </a:lnTo>
                  <a:lnTo>
                    <a:pt x="861834" y="239471"/>
                  </a:lnTo>
                  <a:lnTo>
                    <a:pt x="838860" y="201739"/>
                  </a:lnTo>
                  <a:lnTo>
                    <a:pt x="812457" y="166522"/>
                  </a:lnTo>
                  <a:lnTo>
                    <a:pt x="782853" y="134023"/>
                  </a:lnTo>
                  <a:lnTo>
                    <a:pt x="750290" y="104495"/>
                  </a:lnTo>
                  <a:lnTo>
                    <a:pt x="714984" y="78155"/>
                  </a:lnTo>
                  <a:lnTo>
                    <a:pt x="677164" y="55232"/>
                  </a:lnTo>
                  <a:lnTo>
                    <a:pt x="637082" y="35966"/>
                  </a:lnTo>
                  <a:lnTo>
                    <a:pt x="594944" y="20574"/>
                  </a:lnTo>
                  <a:lnTo>
                    <a:pt x="551002" y="9296"/>
                  </a:lnTo>
                  <a:lnTo>
                    <a:pt x="505472" y="2374"/>
                  </a:lnTo>
                  <a:lnTo>
                    <a:pt x="458597" y="0"/>
                  </a:lnTo>
                  <a:lnTo>
                    <a:pt x="411708" y="2374"/>
                  </a:lnTo>
                  <a:lnTo>
                    <a:pt x="366179" y="9296"/>
                  </a:lnTo>
                  <a:lnTo>
                    <a:pt x="322237" y="20574"/>
                  </a:lnTo>
                  <a:lnTo>
                    <a:pt x="280098" y="35966"/>
                  </a:lnTo>
                  <a:lnTo>
                    <a:pt x="240017" y="55232"/>
                  </a:lnTo>
                  <a:lnTo>
                    <a:pt x="202196" y="78155"/>
                  </a:lnTo>
                  <a:lnTo>
                    <a:pt x="166890" y="104495"/>
                  </a:lnTo>
                  <a:lnTo>
                    <a:pt x="134327" y="134023"/>
                  </a:lnTo>
                  <a:lnTo>
                    <a:pt x="104724" y="166522"/>
                  </a:lnTo>
                  <a:lnTo>
                    <a:pt x="78320" y="201739"/>
                  </a:lnTo>
                  <a:lnTo>
                    <a:pt x="55346" y="239471"/>
                  </a:lnTo>
                  <a:lnTo>
                    <a:pt x="36042" y="279463"/>
                  </a:lnTo>
                  <a:lnTo>
                    <a:pt x="20612" y="321513"/>
                  </a:lnTo>
                  <a:lnTo>
                    <a:pt x="9309" y="365366"/>
                  </a:lnTo>
                  <a:lnTo>
                    <a:pt x="2362" y="410794"/>
                  </a:lnTo>
                  <a:lnTo>
                    <a:pt x="0" y="457581"/>
                  </a:lnTo>
                  <a:lnTo>
                    <a:pt x="2362" y="504380"/>
                  </a:lnTo>
                  <a:lnTo>
                    <a:pt x="9309" y="549808"/>
                  </a:lnTo>
                  <a:lnTo>
                    <a:pt x="20612" y="593661"/>
                  </a:lnTo>
                  <a:lnTo>
                    <a:pt x="36042" y="635711"/>
                  </a:lnTo>
                  <a:lnTo>
                    <a:pt x="55346" y="675703"/>
                  </a:lnTo>
                  <a:lnTo>
                    <a:pt x="78320" y="713435"/>
                  </a:lnTo>
                  <a:lnTo>
                    <a:pt x="104724" y="748652"/>
                  </a:lnTo>
                  <a:lnTo>
                    <a:pt x="134327" y="781151"/>
                  </a:lnTo>
                  <a:lnTo>
                    <a:pt x="166890" y="810679"/>
                  </a:lnTo>
                  <a:lnTo>
                    <a:pt x="202196" y="837018"/>
                  </a:lnTo>
                  <a:lnTo>
                    <a:pt x="240017" y="859942"/>
                  </a:lnTo>
                  <a:lnTo>
                    <a:pt x="280098" y="879208"/>
                  </a:lnTo>
                  <a:lnTo>
                    <a:pt x="322237" y="894600"/>
                  </a:lnTo>
                  <a:lnTo>
                    <a:pt x="366179" y="905878"/>
                  </a:lnTo>
                  <a:lnTo>
                    <a:pt x="411708" y="912799"/>
                  </a:lnTo>
                  <a:lnTo>
                    <a:pt x="458597" y="915162"/>
                  </a:lnTo>
                  <a:lnTo>
                    <a:pt x="505472" y="912799"/>
                  </a:lnTo>
                  <a:lnTo>
                    <a:pt x="551002" y="905878"/>
                  </a:lnTo>
                  <a:lnTo>
                    <a:pt x="594944" y="894600"/>
                  </a:lnTo>
                  <a:lnTo>
                    <a:pt x="637082" y="879208"/>
                  </a:lnTo>
                  <a:lnTo>
                    <a:pt x="677164" y="859942"/>
                  </a:lnTo>
                  <a:lnTo>
                    <a:pt x="714984" y="837018"/>
                  </a:lnTo>
                  <a:lnTo>
                    <a:pt x="750290" y="810679"/>
                  </a:lnTo>
                  <a:lnTo>
                    <a:pt x="782853" y="781151"/>
                  </a:lnTo>
                  <a:lnTo>
                    <a:pt x="812457" y="748652"/>
                  </a:lnTo>
                  <a:lnTo>
                    <a:pt x="838860" y="713435"/>
                  </a:lnTo>
                  <a:lnTo>
                    <a:pt x="861834" y="675703"/>
                  </a:lnTo>
                  <a:lnTo>
                    <a:pt x="881138" y="635698"/>
                  </a:lnTo>
                  <a:lnTo>
                    <a:pt x="896569" y="593661"/>
                  </a:lnTo>
                  <a:lnTo>
                    <a:pt x="907872" y="549808"/>
                  </a:lnTo>
                  <a:lnTo>
                    <a:pt x="914819" y="504380"/>
                  </a:lnTo>
                  <a:lnTo>
                    <a:pt x="917194" y="457581"/>
                  </a:lnTo>
                  <a:close/>
                </a:path>
                <a:path w="4519294" h="3071495">
                  <a:moveTo>
                    <a:pt x="4518787" y="2227516"/>
                  </a:moveTo>
                  <a:lnTo>
                    <a:pt x="544449" y="2227516"/>
                  </a:lnTo>
                  <a:lnTo>
                    <a:pt x="544449" y="3071114"/>
                  </a:lnTo>
                  <a:lnTo>
                    <a:pt x="4518787" y="3071114"/>
                  </a:lnTo>
                  <a:lnTo>
                    <a:pt x="4518787" y="2227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993647" y="1892807"/>
            <a:ext cx="5145405" cy="4202430"/>
            <a:chOff x="993647" y="1892807"/>
            <a:chExt cx="5145405" cy="4202430"/>
          </a:xfrm>
        </p:grpSpPr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3647" y="1892807"/>
              <a:ext cx="2069083" cy="2066163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533016" y="2315463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69"/>
                  </a:lnTo>
                  <a:lnTo>
                    <a:pt x="280106" y="35954"/>
                  </a:lnTo>
                  <a:lnTo>
                    <a:pt x="240019" y="55220"/>
                  </a:lnTo>
                  <a:lnTo>
                    <a:pt x="202207" y="78136"/>
                  </a:lnTo>
                  <a:lnTo>
                    <a:pt x="166902" y="104473"/>
                  </a:lnTo>
                  <a:lnTo>
                    <a:pt x="134334" y="134000"/>
                  </a:lnTo>
                  <a:lnTo>
                    <a:pt x="104733" y="166488"/>
                  </a:lnTo>
                  <a:lnTo>
                    <a:pt x="78331" y="201705"/>
                  </a:lnTo>
                  <a:lnTo>
                    <a:pt x="55357" y="239422"/>
                  </a:lnTo>
                  <a:lnTo>
                    <a:pt x="36044" y="279409"/>
                  </a:lnTo>
                  <a:lnTo>
                    <a:pt x="20620" y="321436"/>
                  </a:lnTo>
                  <a:lnTo>
                    <a:pt x="9318" y="365273"/>
                  </a:lnTo>
                  <a:lnTo>
                    <a:pt x="2368" y="410688"/>
                  </a:lnTo>
                  <a:lnTo>
                    <a:pt x="0" y="457453"/>
                  </a:lnTo>
                  <a:lnTo>
                    <a:pt x="2368" y="504241"/>
                  </a:lnTo>
                  <a:lnTo>
                    <a:pt x="9318" y="549676"/>
                  </a:lnTo>
                  <a:lnTo>
                    <a:pt x="20620" y="593530"/>
                  </a:lnTo>
                  <a:lnTo>
                    <a:pt x="36044" y="635571"/>
                  </a:lnTo>
                  <a:lnTo>
                    <a:pt x="55357" y="675570"/>
                  </a:lnTo>
                  <a:lnTo>
                    <a:pt x="78331" y="713298"/>
                  </a:lnTo>
                  <a:lnTo>
                    <a:pt x="104733" y="748524"/>
                  </a:lnTo>
                  <a:lnTo>
                    <a:pt x="134334" y="781018"/>
                  </a:lnTo>
                  <a:lnTo>
                    <a:pt x="166902" y="810550"/>
                  </a:lnTo>
                  <a:lnTo>
                    <a:pt x="202207" y="836891"/>
                  </a:lnTo>
                  <a:lnTo>
                    <a:pt x="240019" y="859810"/>
                  </a:lnTo>
                  <a:lnTo>
                    <a:pt x="280106" y="879078"/>
                  </a:lnTo>
                  <a:lnTo>
                    <a:pt x="322238" y="894464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4"/>
                  </a:lnTo>
                  <a:lnTo>
                    <a:pt x="505479" y="912672"/>
                  </a:lnTo>
                  <a:lnTo>
                    <a:pt x="551009" y="905739"/>
                  </a:lnTo>
                  <a:lnTo>
                    <a:pt x="594955" y="894464"/>
                  </a:lnTo>
                  <a:lnTo>
                    <a:pt x="637087" y="879078"/>
                  </a:lnTo>
                  <a:lnTo>
                    <a:pt x="677174" y="859810"/>
                  </a:lnTo>
                  <a:lnTo>
                    <a:pt x="714986" y="836891"/>
                  </a:lnTo>
                  <a:lnTo>
                    <a:pt x="750291" y="810550"/>
                  </a:lnTo>
                  <a:lnTo>
                    <a:pt x="782859" y="781018"/>
                  </a:lnTo>
                  <a:lnTo>
                    <a:pt x="812460" y="748524"/>
                  </a:lnTo>
                  <a:lnTo>
                    <a:pt x="838862" y="713298"/>
                  </a:lnTo>
                  <a:lnTo>
                    <a:pt x="861836" y="675570"/>
                  </a:lnTo>
                  <a:lnTo>
                    <a:pt x="881149" y="635571"/>
                  </a:lnTo>
                  <a:lnTo>
                    <a:pt x="896573" y="593530"/>
                  </a:lnTo>
                  <a:lnTo>
                    <a:pt x="907875" y="549676"/>
                  </a:lnTo>
                  <a:lnTo>
                    <a:pt x="914825" y="504241"/>
                  </a:lnTo>
                  <a:lnTo>
                    <a:pt x="917194" y="457453"/>
                  </a:lnTo>
                  <a:lnTo>
                    <a:pt x="914825" y="410688"/>
                  </a:lnTo>
                  <a:lnTo>
                    <a:pt x="907875" y="365273"/>
                  </a:lnTo>
                  <a:lnTo>
                    <a:pt x="896573" y="321436"/>
                  </a:lnTo>
                  <a:lnTo>
                    <a:pt x="881149" y="279409"/>
                  </a:lnTo>
                  <a:lnTo>
                    <a:pt x="861836" y="239422"/>
                  </a:lnTo>
                  <a:lnTo>
                    <a:pt x="838862" y="201705"/>
                  </a:lnTo>
                  <a:lnTo>
                    <a:pt x="812460" y="166488"/>
                  </a:lnTo>
                  <a:lnTo>
                    <a:pt x="782859" y="134000"/>
                  </a:lnTo>
                  <a:lnTo>
                    <a:pt x="750291" y="104473"/>
                  </a:lnTo>
                  <a:lnTo>
                    <a:pt x="714986" y="78136"/>
                  </a:lnTo>
                  <a:lnTo>
                    <a:pt x="677174" y="55220"/>
                  </a:lnTo>
                  <a:lnTo>
                    <a:pt x="637087" y="35954"/>
                  </a:lnTo>
                  <a:lnTo>
                    <a:pt x="594955" y="20569"/>
                  </a:lnTo>
                  <a:lnTo>
                    <a:pt x="551009" y="9295"/>
                  </a:lnTo>
                  <a:lnTo>
                    <a:pt x="505479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91893" y="2496057"/>
              <a:ext cx="564515" cy="573405"/>
            </a:xfrm>
            <a:custGeom>
              <a:avLst/>
              <a:gdLst/>
              <a:ahLst/>
              <a:cxnLst/>
              <a:rect l="l" t="t" r="r" b="b"/>
              <a:pathLst>
                <a:path w="564514" h="573405">
                  <a:moveTo>
                    <a:pt x="520826" y="0"/>
                  </a:moveTo>
                  <a:lnTo>
                    <a:pt x="43433" y="0"/>
                  </a:lnTo>
                  <a:lnTo>
                    <a:pt x="26414" y="3482"/>
                  </a:lnTo>
                  <a:lnTo>
                    <a:pt x="12620" y="12906"/>
                  </a:lnTo>
                  <a:lnTo>
                    <a:pt x="3375" y="26735"/>
                  </a:lnTo>
                  <a:lnTo>
                    <a:pt x="0" y="43434"/>
                  </a:lnTo>
                  <a:lnTo>
                    <a:pt x="0" y="414527"/>
                  </a:lnTo>
                  <a:lnTo>
                    <a:pt x="3375" y="431621"/>
                  </a:lnTo>
                  <a:lnTo>
                    <a:pt x="12620" y="445452"/>
                  </a:lnTo>
                  <a:lnTo>
                    <a:pt x="26414" y="454711"/>
                  </a:lnTo>
                  <a:lnTo>
                    <a:pt x="43433" y="458089"/>
                  </a:lnTo>
                  <a:lnTo>
                    <a:pt x="257810" y="458089"/>
                  </a:lnTo>
                  <a:lnTo>
                    <a:pt x="377570" y="561721"/>
                  </a:lnTo>
                  <a:lnTo>
                    <a:pt x="383841" y="566808"/>
                  </a:lnTo>
                  <a:lnTo>
                    <a:pt x="390874" y="570325"/>
                  </a:lnTo>
                  <a:lnTo>
                    <a:pt x="398430" y="572365"/>
                  </a:lnTo>
                  <a:lnTo>
                    <a:pt x="406273" y="573024"/>
                  </a:lnTo>
                  <a:lnTo>
                    <a:pt x="412242" y="573024"/>
                  </a:lnTo>
                  <a:lnTo>
                    <a:pt x="447740" y="541952"/>
                  </a:lnTo>
                  <a:lnTo>
                    <a:pt x="449580" y="529463"/>
                  </a:lnTo>
                  <a:lnTo>
                    <a:pt x="407035" y="529463"/>
                  </a:lnTo>
                  <a:lnTo>
                    <a:pt x="287274" y="425831"/>
                  </a:lnTo>
                  <a:lnTo>
                    <a:pt x="281144" y="420743"/>
                  </a:lnTo>
                  <a:lnTo>
                    <a:pt x="274431" y="417226"/>
                  </a:lnTo>
                  <a:lnTo>
                    <a:pt x="267217" y="415186"/>
                  </a:lnTo>
                  <a:lnTo>
                    <a:pt x="259587" y="414527"/>
                  </a:lnTo>
                  <a:lnTo>
                    <a:pt x="44323" y="414527"/>
                  </a:lnTo>
                  <a:lnTo>
                    <a:pt x="44323" y="43434"/>
                  </a:lnTo>
                  <a:lnTo>
                    <a:pt x="564133" y="43434"/>
                  </a:lnTo>
                  <a:lnTo>
                    <a:pt x="560778" y="26735"/>
                  </a:lnTo>
                  <a:lnTo>
                    <a:pt x="551576" y="12906"/>
                  </a:lnTo>
                  <a:lnTo>
                    <a:pt x="537827" y="3482"/>
                  </a:lnTo>
                  <a:lnTo>
                    <a:pt x="520826" y="0"/>
                  </a:lnTo>
                  <a:close/>
                </a:path>
                <a:path w="564514" h="573405">
                  <a:moveTo>
                    <a:pt x="564133" y="43434"/>
                  </a:moveTo>
                  <a:lnTo>
                    <a:pt x="521716" y="43434"/>
                  </a:lnTo>
                  <a:lnTo>
                    <a:pt x="521716" y="414527"/>
                  </a:lnTo>
                  <a:lnTo>
                    <a:pt x="450469" y="414527"/>
                  </a:lnTo>
                  <a:lnTo>
                    <a:pt x="433449" y="418012"/>
                  </a:lnTo>
                  <a:lnTo>
                    <a:pt x="419655" y="427450"/>
                  </a:lnTo>
                  <a:lnTo>
                    <a:pt x="410410" y="441317"/>
                  </a:lnTo>
                  <a:lnTo>
                    <a:pt x="407035" y="458089"/>
                  </a:lnTo>
                  <a:lnTo>
                    <a:pt x="407035" y="529463"/>
                  </a:lnTo>
                  <a:lnTo>
                    <a:pt x="449580" y="529463"/>
                  </a:lnTo>
                  <a:lnTo>
                    <a:pt x="449580" y="458089"/>
                  </a:lnTo>
                  <a:lnTo>
                    <a:pt x="520826" y="458089"/>
                  </a:lnTo>
                  <a:lnTo>
                    <a:pt x="537827" y="454711"/>
                  </a:lnTo>
                  <a:lnTo>
                    <a:pt x="551576" y="445452"/>
                  </a:lnTo>
                  <a:lnTo>
                    <a:pt x="560778" y="431621"/>
                  </a:lnTo>
                  <a:lnTo>
                    <a:pt x="564133" y="414527"/>
                  </a:lnTo>
                  <a:lnTo>
                    <a:pt x="564133" y="4343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22958" y="2670225"/>
              <a:ext cx="130200" cy="130632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96566" y="2670225"/>
              <a:ext cx="130200" cy="130632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3647" y="4053839"/>
              <a:ext cx="2069083" cy="204127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533016" y="4477384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4">
                  <a:moveTo>
                    <a:pt x="458597" y="0"/>
                  </a:moveTo>
                  <a:lnTo>
                    <a:pt x="408634" y="2606"/>
                  </a:lnTo>
                  <a:lnTo>
                    <a:pt x="360228" y="10245"/>
                  </a:lnTo>
                  <a:lnTo>
                    <a:pt x="313659" y="22645"/>
                  </a:lnTo>
                  <a:lnTo>
                    <a:pt x="269207" y="39535"/>
                  </a:lnTo>
                  <a:lnTo>
                    <a:pt x="227151" y="60644"/>
                  </a:lnTo>
                  <a:lnTo>
                    <a:pt x="187772" y="85701"/>
                  </a:lnTo>
                  <a:lnTo>
                    <a:pt x="151349" y="114434"/>
                  </a:lnTo>
                  <a:lnTo>
                    <a:pt x="118163" y="146573"/>
                  </a:lnTo>
                  <a:lnTo>
                    <a:pt x="88493" y="181846"/>
                  </a:lnTo>
                  <a:lnTo>
                    <a:pt x="62620" y="219982"/>
                  </a:lnTo>
                  <a:lnTo>
                    <a:pt x="40823" y="260710"/>
                  </a:lnTo>
                  <a:lnTo>
                    <a:pt x="23383" y="303759"/>
                  </a:lnTo>
                  <a:lnTo>
                    <a:pt x="10579" y="348858"/>
                  </a:lnTo>
                  <a:lnTo>
                    <a:pt x="2691" y="395734"/>
                  </a:lnTo>
                  <a:lnTo>
                    <a:pt x="0" y="444118"/>
                  </a:lnTo>
                  <a:lnTo>
                    <a:pt x="2691" y="492525"/>
                  </a:lnTo>
                  <a:lnTo>
                    <a:pt x="10579" y="539418"/>
                  </a:lnTo>
                  <a:lnTo>
                    <a:pt x="23383" y="584527"/>
                  </a:lnTo>
                  <a:lnTo>
                    <a:pt x="40823" y="627581"/>
                  </a:lnTo>
                  <a:lnTo>
                    <a:pt x="62620" y="668311"/>
                  </a:lnTo>
                  <a:lnTo>
                    <a:pt x="88493" y="706446"/>
                  </a:lnTo>
                  <a:lnTo>
                    <a:pt x="118163" y="741714"/>
                  </a:lnTo>
                  <a:lnTo>
                    <a:pt x="151349" y="773847"/>
                  </a:lnTo>
                  <a:lnTo>
                    <a:pt x="187772" y="802572"/>
                  </a:lnTo>
                  <a:lnTo>
                    <a:pt x="227151" y="827621"/>
                  </a:lnTo>
                  <a:lnTo>
                    <a:pt x="269207" y="848722"/>
                  </a:lnTo>
                  <a:lnTo>
                    <a:pt x="313659" y="865604"/>
                  </a:lnTo>
                  <a:lnTo>
                    <a:pt x="360228" y="877998"/>
                  </a:lnTo>
                  <a:lnTo>
                    <a:pt x="408634" y="885633"/>
                  </a:lnTo>
                  <a:lnTo>
                    <a:pt x="458597" y="888238"/>
                  </a:lnTo>
                  <a:lnTo>
                    <a:pt x="508559" y="885633"/>
                  </a:lnTo>
                  <a:lnTo>
                    <a:pt x="556965" y="877998"/>
                  </a:lnTo>
                  <a:lnTo>
                    <a:pt x="603534" y="865604"/>
                  </a:lnTo>
                  <a:lnTo>
                    <a:pt x="647986" y="848722"/>
                  </a:lnTo>
                  <a:lnTo>
                    <a:pt x="690042" y="827621"/>
                  </a:lnTo>
                  <a:lnTo>
                    <a:pt x="729421" y="802572"/>
                  </a:lnTo>
                  <a:lnTo>
                    <a:pt x="765844" y="773847"/>
                  </a:lnTo>
                  <a:lnTo>
                    <a:pt x="799030" y="741714"/>
                  </a:lnTo>
                  <a:lnTo>
                    <a:pt x="828700" y="706446"/>
                  </a:lnTo>
                  <a:lnTo>
                    <a:pt x="854573" y="668311"/>
                  </a:lnTo>
                  <a:lnTo>
                    <a:pt x="876370" y="627581"/>
                  </a:lnTo>
                  <a:lnTo>
                    <a:pt x="893810" y="584527"/>
                  </a:lnTo>
                  <a:lnTo>
                    <a:pt x="906614" y="539418"/>
                  </a:lnTo>
                  <a:lnTo>
                    <a:pt x="914502" y="492525"/>
                  </a:lnTo>
                  <a:lnTo>
                    <a:pt x="917194" y="444118"/>
                  </a:lnTo>
                  <a:lnTo>
                    <a:pt x="914502" y="395734"/>
                  </a:lnTo>
                  <a:lnTo>
                    <a:pt x="906614" y="348858"/>
                  </a:lnTo>
                  <a:lnTo>
                    <a:pt x="893810" y="303759"/>
                  </a:lnTo>
                  <a:lnTo>
                    <a:pt x="876370" y="260710"/>
                  </a:lnTo>
                  <a:lnTo>
                    <a:pt x="854573" y="219982"/>
                  </a:lnTo>
                  <a:lnTo>
                    <a:pt x="828700" y="181846"/>
                  </a:lnTo>
                  <a:lnTo>
                    <a:pt x="799030" y="146573"/>
                  </a:lnTo>
                  <a:lnTo>
                    <a:pt x="765844" y="114434"/>
                  </a:lnTo>
                  <a:lnTo>
                    <a:pt x="729421" y="85701"/>
                  </a:lnTo>
                  <a:lnTo>
                    <a:pt x="690042" y="60644"/>
                  </a:lnTo>
                  <a:lnTo>
                    <a:pt x="647986" y="39535"/>
                  </a:lnTo>
                  <a:lnTo>
                    <a:pt x="603534" y="22645"/>
                  </a:lnTo>
                  <a:lnTo>
                    <a:pt x="556965" y="10245"/>
                  </a:lnTo>
                  <a:lnTo>
                    <a:pt x="508559" y="2606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050922" y="4641075"/>
              <a:ext cx="49530" cy="346075"/>
            </a:xfrm>
            <a:custGeom>
              <a:avLst/>
              <a:gdLst/>
              <a:ahLst/>
              <a:cxnLst/>
              <a:rect l="l" t="t" r="r" b="b"/>
              <a:pathLst>
                <a:path w="49530" h="346075">
                  <a:moveTo>
                    <a:pt x="49353" y="0"/>
                  </a:moveTo>
                  <a:lnTo>
                    <a:pt x="0" y="0"/>
                  </a:lnTo>
                  <a:lnTo>
                    <a:pt x="0" y="345452"/>
                  </a:lnTo>
                  <a:lnTo>
                    <a:pt x="49353" y="345452"/>
                  </a:lnTo>
                  <a:lnTo>
                    <a:pt x="49353" y="0"/>
                  </a:lnTo>
                  <a:close/>
                </a:path>
              </a:pathLst>
            </a:custGeom>
            <a:solidFill>
              <a:srgbClr val="73DB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721738" y="4678679"/>
              <a:ext cx="509905" cy="523240"/>
            </a:xfrm>
            <a:custGeom>
              <a:avLst/>
              <a:gdLst/>
              <a:ahLst/>
              <a:cxnLst/>
              <a:rect l="l" t="t" r="r" b="b"/>
              <a:pathLst>
                <a:path w="509905" h="523239">
                  <a:moveTo>
                    <a:pt x="255143" y="0"/>
                  </a:moveTo>
                  <a:lnTo>
                    <a:pt x="206351" y="1228"/>
                  </a:lnTo>
                  <a:lnTo>
                    <a:pt x="160940" y="4587"/>
                  </a:lnTo>
                  <a:lnTo>
                    <a:pt x="119768" y="9590"/>
                  </a:lnTo>
                  <a:lnTo>
                    <a:pt x="67292" y="20238"/>
                  </a:lnTo>
                  <a:lnTo>
                    <a:pt x="28448" y="34544"/>
                  </a:lnTo>
                  <a:lnTo>
                    <a:pt x="21590" y="39370"/>
                  </a:lnTo>
                  <a:lnTo>
                    <a:pt x="14731" y="43434"/>
                  </a:lnTo>
                  <a:lnTo>
                    <a:pt x="0" y="453898"/>
                  </a:lnTo>
                  <a:lnTo>
                    <a:pt x="829" y="461089"/>
                  </a:lnTo>
                  <a:lnTo>
                    <a:pt x="2904" y="467280"/>
                  </a:lnTo>
                  <a:lnTo>
                    <a:pt x="3016" y="467614"/>
                  </a:lnTo>
                  <a:lnTo>
                    <a:pt x="40451" y="495877"/>
                  </a:lnTo>
                  <a:lnTo>
                    <a:pt x="84581" y="508254"/>
                  </a:lnTo>
                  <a:lnTo>
                    <a:pt x="162956" y="518906"/>
                  </a:lnTo>
                  <a:lnTo>
                    <a:pt x="207936" y="521916"/>
                  </a:lnTo>
                  <a:lnTo>
                    <a:pt x="255143" y="522986"/>
                  </a:lnTo>
                  <a:lnTo>
                    <a:pt x="302478" y="522077"/>
                  </a:lnTo>
                  <a:lnTo>
                    <a:pt x="347408" y="519334"/>
                  </a:lnTo>
                  <a:lnTo>
                    <a:pt x="388623" y="514734"/>
                  </a:lnTo>
                  <a:lnTo>
                    <a:pt x="441638" y="504509"/>
                  </a:lnTo>
                  <a:lnTo>
                    <a:pt x="481965" y="491490"/>
                  </a:lnTo>
                  <a:lnTo>
                    <a:pt x="487934" y="487425"/>
                  </a:lnTo>
                  <a:lnTo>
                    <a:pt x="253237" y="487425"/>
                  </a:lnTo>
                  <a:lnTo>
                    <a:pt x="208186" y="486374"/>
                  </a:lnTo>
                  <a:lnTo>
                    <a:pt x="166891" y="483489"/>
                  </a:lnTo>
                  <a:lnTo>
                    <a:pt x="166327" y="483489"/>
                  </a:lnTo>
                  <a:lnTo>
                    <a:pt x="126561" y="478746"/>
                  </a:lnTo>
                  <a:lnTo>
                    <a:pt x="93240" y="472811"/>
                  </a:lnTo>
                  <a:lnTo>
                    <a:pt x="93068" y="472811"/>
                  </a:lnTo>
                  <a:lnTo>
                    <a:pt x="77414" y="469034"/>
                  </a:lnTo>
                  <a:lnTo>
                    <a:pt x="64484" y="465328"/>
                  </a:lnTo>
                  <a:lnTo>
                    <a:pt x="53792" y="461621"/>
                  </a:lnTo>
                  <a:lnTo>
                    <a:pt x="45338" y="457962"/>
                  </a:lnTo>
                  <a:lnTo>
                    <a:pt x="40259" y="455930"/>
                  </a:lnTo>
                  <a:lnTo>
                    <a:pt x="37465" y="453009"/>
                  </a:lnTo>
                  <a:lnTo>
                    <a:pt x="36322" y="451993"/>
                  </a:lnTo>
                  <a:lnTo>
                    <a:pt x="36322" y="378968"/>
                  </a:lnTo>
                  <a:lnTo>
                    <a:pt x="509650" y="378968"/>
                  </a:lnTo>
                  <a:lnTo>
                    <a:pt x="509650" y="372999"/>
                  </a:lnTo>
                  <a:lnTo>
                    <a:pt x="256286" y="372999"/>
                  </a:lnTo>
                  <a:lnTo>
                    <a:pt x="210448" y="371927"/>
                  </a:lnTo>
                  <a:lnTo>
                    <a:pt x="167243" y="368903"/>
                  </a:lnTo>
                  <a:lnTo>
                    <a:pt x="128109" y="364212"/>
                  </a:lnTo>
                  <a:lnTo>
                    <a:pt x="79924" y="354480"/>
                  </a:lnTo>
                  <a:lnTo>
                    <a:pt x="48260" y="343408"/>
                  </a:lnTo>
                  <a:lnTo>
                    <a:pt x="40259" y="340487"/>
                  </a:lnTo>
                  <a:lnTo>
                    <a:pt x="38354" y="338582"/>
                  </a:lnTo>
                  <a:lnTo>
                    <a:pt x="36322" y="337439"/>
                  </a:lnTo>
                  <a:lnTo>
                    <a:pt x="36322" y="251587"/>
                  </a:lnTo>
                  <a:lnTo>
                    <a:pt x="509650" y="251587"/>
                  </a:lnTo>
                  <a:lnTo>
                    <a:pt x="509650" y="245745"/>
                  </a:lnTo>
                  <a:lnTo>
                    <a:pt x="253237" y="245745"/>
                  </a:lnTo>
                  <a:lnTo>
                    <a:pt x="208186" y="244673"/>
                  </a:lnTo>
                  <a:lnTo>
                    <a:pt x="165528" y="241649"/>
                  </a:lnTo>
                  <a:lnTo>
                    <a:pt x="126561" y="236958"/>
                  </a:lnTo>
                  <a:lnTo>
                    <a:pt x="77414" y="227226"/>
                  </a:lnTo>
                  <a:lnTo>
                    <a:pt x="45338" y="216154"/>
                  </a:lnTo>
                  <a:lnTo>
                    <a:pt x="40259" y="214122"/>
                  </a:lnTo>
                  <a:lnTo>
                    <a:pt x="37465" y="211200"/>
                  </a:lnTo>
                  <a:lnTo>
                    <a:pt x="36322" y="210185"/>
                  </a:lnTo>
                  <a:lnTo>
                    <a:pt x="36322" y="125222"/>
                  </a:lnTo>
                  <a:lnTo>
                    <a:pt x="509650" y="125222"/>
                  </a:lnTo>
                  <a:lnTo>
                    <a:pt x="509650" y="118364"/>
                  </a:lnTo>
                  <a:lnTo>
                    <a:pt x="253237" y="118364"/>
                  </a:lnTo>
                  <a:lnTo>
                    <a:pt x="208186" y="117294"/>
                  </a:lnTo>
                  <a:lnTo>
                    <a:pt x="165528" y="114284"/>
                  </a:lnTo>
                  <a:lnTo>
                    <a:pt x="126561" y="109630"/>
                  </a:lnTo>
                  <a:lnTo>
                    <a:pt x="77414" y="99970"/>
                  </a:lnTo>
                  <a:lnTo>
                    <a:pt x="45338" y="88773"/>
                  </a:lnTo>
                  <a:lnTo>
                    <a:pt x="40259" y="86868"/>
                  </a:lnTo>
                  <a:lnTo>
                    <a:pt x="37465" y="83947"/>
                  </a:lnTo>
                  <a:lnTo>
                    <a:pt x="36322" y="82931"/>
                  </a:lnTo>
                  <a:lnTo>
                    <a:pt x="36322" y="76073"/>
                  </a:lnTo>
                  <a:lnTo>
                    <a:pt x="75725" y="57138"/>
                  </a:lnTo>
                  <a:lnTo>
                    <a:pt x="124061" y="46680"/>
                  </a:lnTo>
                  <a:lnTo>
                    <a:pt x="163083" y="41687"/>
                  </a:lnTo>
                  <a:lnTo>
                    <a:pt x="206511" y="38552"/>
                  </a:lnTo>
                  <a:lnTo>
                    <a:pt x="253237" y="37465"/>
                  </a:lnTo>
                  <a:lnTo>
                    <a:pt x="487147" y="37465"/>
                  </a:lnTo>
                  <a:lnTo>
                    <a:pt x="481965" y="34544"/>
                  </a:lnTo>
                  <a:lnTo>
                    <a:pt x="442156" y="20238"/>
                  </a:lnTo>
                  <a:lnTo>
                    <a:pt x="389659" y="9590"/>
                  </a:lnTo>
                  <a:lnTo>
                    <a:pt x="348615" y="4587"/>
                  </a:lnTo>
                  <a:lnTo>
                    <a:pt x="303474" y="1228"/>
                  </a:lnTo>
                  <a:lnTo>
                    <a:pt x="255143" y="0"/>
                  </a:lnTo>
                  <a:close/>
                </a:path>
                <a:path w="509905" h="523239">
                  <a:moveTo>
                    <a:pt x="509650" y="378968"/>
                  </a:moveTo>
                  <a:lnTo>
                    <a:pt x="473075" y="378968"/>
                  </a:lnTo>
                  <a:lnTo>
                    <a:pt x="473075" y="451993"/>
                  </a:lnTo>
                  <a:lnTo>
                    <a:pt x="472186" y="453009"/>
                  </a:lnTo>
                  <a:lnTo>
                    <a:pt x="469138" y="453898"/>
                  </a:lnTo>
                  <a:lnTo>
                    <a:pt x="461263" y="457962"/>
                  </a:lnTo>
                  <a:lnTo>
                    <a:pt x="452806" y="461621"/>
                  </a:lnTo>
                  <a:lnTo>
                    <a:pt x="442182" y="465328"/>
                  </a:lnTo>
                  <a:lnTo>
                    <a:pt x="429510" y="469034"/>
                  </a:lnTo>
                  <a:lnTo>
                    <a:pt x="414441" y="472811"/>
                  </a:lnTo>
                  <a:lnTo>
                    <a:pt x="414303" y="472811"/>
                  </a:lnTo>
                  <a:lnTo>
                    <a:pt x="381396" y="479174"/>
                  </a:lnTo>
                  <a:lnTo>
                    <a:pt x="342265" y="483774"/>
                  </a:lnTo>
                  <a:lnTo>
                    <a:pt x="299037" y="486517"/>
                  </a:lnTo>
                  <a:lnTo>
                    <a:pt x="253237" y="487425"/>
                  </a:lnTo>
                  <a:lnTo>
                    <a:pt x="487934" y="487425"/>
                  </a:lnTo>
                  <a:lnTo>
                    <a:pt x="509650" y="453898"/>
                  </a:lnTo>
                  <a:lnTo>
                    <a:pt x="509650" y="378968"/>
                  </a:lnTo>
                  <a:close/>
                </a:path>
                <a:path w="509905" h="523239">
                  <a:moveTo>
                    <a:pt x="473075" y="378968"/>
                  </a:moveTo>
                  <a:lnTo>
                    <a:pt x="36322" y="378968"/>
                  </a:lnTo>
                  <a:lnTo>
                    <a:pt x="46648" y="383234"/>
                  </a:lnTo>
                  <a:lnTo>
                    <a:pt x="84581" y="393700"/>
                  </a:lnTo>
                  <a:lnTo>
                    <a:pt x="162956" y="404510"/>
                  </a:lnTo>
                  <a:lnTo>
                    <a:pt x="209814" y="407630"/>
                  </a:lnTo>
                  <a:lnTo>
                    <a:pt x="213537" y="407630"/>
                  </a:lnTo>
                  <a:lnTo>
                    <a:pt x="255143" y="408559"/>
                  </a:lnTo>
                  <a:lnTo>
                    <a:pt x="302478" y="407630"/>
                  </a:lnTo>
                  <a:lnTo>
                    <a:pt x="347408" y="404844"/>
                  </a:lnTo>
                  <a:lnTo>
                    <a:pt x="388623" y="400200"/>
                  </a:lnTo>
                  <a:lnTo>
                    <a:pt x="438338" y="390201"/>
                  </a:lnTo>
                  <a:lnTo>
                    <a:pt x="461942" y="383234"/>
                  </a:lnTo>
                  <a:lnTo>
                    <a:pt x="473075" y="378968"/>
                  </a:lnTo>
                  <a:close/>
                </a:path>
                <a:path w="509905" h="523239">
                  <a:moveTo>
                    <a:pt x="509650" y="251587"/>
                  </a:moveTo>
                  <a:lnTo>
                    <a:pt x="473075" y="251587"/>
                  </a:lnTo>
                  <a:lnTo>
                    <a:pt x="473075" y="337439"/>
                  </a:lnTo>
                  <a:lnTo>
                    <a:pt x="472186" y="338582"/>
                  </a:lnTo>
                  <a:lnTo>
                    <a:pt x="432540" y="354480"/>
                  </a:lnTo>
                  <a:lnTo>
                    <a:pt x="383391" y="364212"/>
                  </a:lnTo>
                  <a:lnTo>
                    <a:pt x="344122" y="368903"/>
                  </a:lnTo>
                  <a:lnTo>
                    <a:pt x="301353" y="371927"/>
                  </a:lnTo>
                  <a:lnTo>
                    <a:pt x="256286" y="372999"/>
                  </a:lnTo>
                  <a:lnTo>
                    <a:pt x="509650" y="372999"/>
                  </a:lnTo>
                  <a:lnTo>
                    <a:pt x="509650" y="251587"/>
                  </a:lnTo>
                  <a:close/>
                </a:path>
                <a:path w="509905" h="523239">
                  <a:moveTo>
                    <a:pt x="473075" y="251587"/>
                  </a:moveTo>
                  <a:lnTo>
                    <a:pt x="36322" y="251587"/>
                  </a:lnTo>
                  <a:lnTo>
                    <a:pt x="47077" y="256105"/>
                  </a:lnTo>
                  <a:lnTo>
                    <a:pt x="84581" y="266446"/>
                  </a:lnTo>
                  <a:lnTo>
                    <a:pt x="162575" y="277526"/>
                  </a:lnTo>
                  <a:lnTo>
                    <a:pt x="207793" y="280269"/>
                  </a:lnTo>
                  <a:lnTo>
                    <a:pt x="255143" y="281178"/>
                  </a:lnTo>
                  <a:lnTo>
                    <a:pt x="302335" y="280108"/>
                  </a:lnTo>
                  <a:lnTo>
                    <a:pt x="347027" y="277098"/>
                  </a:lnTo>
                  <a:lnTo>
                    <a:pt x="388195" y="272444"/>
                  </a:lnTo>
                  <a:lnTo>
                    <a:pt x="438499" y="263856"/>
                  </a:lnTo>
                  <a:lnTo>
                    <a:pt x="473075" y="251587"/>
                  </a:lnTo>
                  <a:close/>
                </a:path>
                <a:path w="509905" h="523239">
                  <a:moveTo>
                    <a:pt x="509650" y="125222"/>
                  </a:moveTo>
                  <a:lnTo>
                    <a:pt x="470281" y="125222"/>
                  </a:lnTo>
                  <a:lnTo>
                    <a:pt x="470281" y="210185"/>
                  </a:lnTo>
                  <a:lnTo>
                    <a:pt x="469138" y="212090"/>
                  </a:lnTo>
                  <a:lnTo>
                    <a:pt x="466217" y="214122"/>
                  </a:lnTo>
                  <a:lnTo>
                    <a:pt x="461263" y="216154"/>
                  </a:lnTo>
                  <a:lnTo>
                    <a:pt x="452806" y="219813"/>
                  </a:lnTo>
                  <a:lnTo>
                    <a:pt x="414909" y="230886"/>
                  </a:lnTo>
                  <a:lnTo>
                    <a:pt x="342265" y="242030"/>
                  </a:lnTo>
                  <a:lnTo>
                    <a:pt x="299037" y="244816"/>
                  </a:lnTo>
                  <a:lnTo>
                    <a:pt x="253237" y="245745"/>
                  </a:lnTo>
                  <a:lnTo>
                    <a:pt x="509650" y="245745"/>
                  </a:lnTo>
                  <a:lnTo>
                    <a:pt x="509650" y="125222"/>
                  </a:lnTo>
                  <a:close/>
                </a:path>
                <a:path w="509905" h="523239">
                  <a:moveTo>
                    <a:pt x="470281" y="125222"/>
                  </a:moveTo>
                  <a:lnTo>
                    <a:pt x="36322" y="125222"/>
                  </a:lnTo>
                  <a:lnTo>
                    <a:pt x="47031" y="128992"/>
                  </a:lnTo>
                  <a:lnTo>
                    <a:pt x="118868" y="145778"/>
                  </a:lnTo>
                  <a:lnTo>
                    <a:pt x="160337" y="150479"/>
                  </a:lnTo>
                  <a:lnTo>
                    <a:pt x="205140" y="153727"/>
                  </a:lnTo>
                  <a:lnTo>
                    <a:pt x="252349" y="154940"/>
                  </a:lnTo>
                  <a:lnTo>
                    <a:pt x="299591" y="154013"/>
                  </a:lnTo>
                  <a:lnTo>
                    <a:pt x="344439" y="151241"/>
                  </a:lnTo>
                  <a:lnTo>
                    <a:pt x="385597" y="146635"/>
                  </a:lnTo>
                  <a:lnTo>
                    <a:pt x="435473" y="136437"/>
                  </a:lnTo>
                  <a:lnTo>
                    <a:pt x="470281" y="125222"/>
                  </a:lnTo>
                  <a:close/>
                </a:path>
                <a:path w="509905" h="523239">
                  <a:moveTo>
                    <a:pt x="487147" y="37465"/>
                  </a:moveTo>
                  <a:lnTo>
                    <a:pt x="253237" y="37465"/>
                  </a:lnTo>
                  <a:lnTo>
                    <a:pt x="300037" y="38552"/>
                  </a:lnTo>
                  <a:lnTo>
                    <a:pt x="343503" y="41687"/>
                  </a:lnTo>
                  <a:lnTo>
                    <a:pt x="382539" y="46680"/>
                  </a:lnTo>
                  <a:lnTo>
                    <a:pt x="430474" y="57138"/>
                  </a:lnTo>
                  <a:lnTo>
                    <a:pt x="466217" y="72009"/>
                  </a:lnTo>
                  <a:lnTo>
                    <a:pt x="470281" y="76073"/>
                  </a:lnTo>
                  <a:lnTo>
                    <a:pt x="470281" y="82931"/>
                  </a:lnTo>
                  <a:lnTo>
                    <a:pt x="469138" y="85725"/>
                  </a:lnTo>
                  <a:lnTo>
                    <a:pt x="461263" y="88773"/>
                  </a:lnTo>
                  <a:lnTo>
                    <a:pt x="452806" y="92505"/>
                  </a:lnTo>
                  <a:lnTo>
                    <a:pt x="414909" y="103632"/>
                  </a:lnTo>
                  <a:lnTo>
                    <a:pt x="342265" y="114284"/>
                  </a:lnTo>
                  <a:lnTo>
                    <a:pt x="299037" y="117294"/>
                  </a:lnTo>
                  <a:lnTo>
                    <a:pt x="253237" y="118364"/>
                  </a:lnTo>
                  <a:lnTo>
                    <a:pt x="509650" y="118364"/>
                  </a:lnTo>
                  <a:lnTo>
                    <a:pt x="509539" y="72009"/>
                  </a:lnTo>
                  <a:lnTo>
                    <a:pt x="489036" y="38552"/>
                  </a:lnTo>
                  <a:lnTo>
                    <a:pt x="487147" y="37465"/>
                  </a:lnTo>
                  <a:close/>
                </a:path>
              </a:pathLst>
            </a:custGeom>
            <a:solidFill>
              <a:srgbClr val="0404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164206" y="3477958"/>
              <a:ext cx="3974465" cy="843915"/>
            </a:xfrm>
            <a:custGeom>
              <a:avLst/>
              <a:gdLst/>
              <a:ahLst/>
              <a:cxnLst/>
              <a:rect l="l" t="t" r="r" b="b"/>
              <a:pathLst>
                <a:path w="3974465" h="843914">
                  <a:moveTo>
                    <a:pt x="3974338" y="0"/>
                  </a:moveTo>
                  <a:lnTo>
                    <a:pt x="0" y="0"/>
                  </a:lnTo>
                  <a:lnTo>
                    <a:pt x="0" y="843597"/>
                  </a:lnTo>
                  <a:lnTo>
                    <a:pt x="3974338" y="843597"/>
                  </a:lnTo>
                  <a:lnTo>
                    <a:pt x="39743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3339953" y="4652517"/>
            <a:ext cx="1981835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245" b="1">
                <a:solidFill>
                  <a:srgbClr val="173360"/>
                </a:solidFill>
                <a:latin typeface="Calibri"/>
                <a:cs typeface="Calibri"/>
              </a:rPr>
              <a:t>ML</a:t>
            </a:r>
            <a:r>
              <a:rPr dirty="0" sz="19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40" b="1">
                <a:solidFill>
                  <a:srgbClr val="173360"/>
                </a:solidFill>
                <a:latin typeface="Calibri"/>
                <a:cs typeface="Calibri"/>
              </a:rPr>
              <a:t>Serving</a:t>
            </a:r>
            <a:r>
              <a:rPr dirty="0" sz="1900" spc="14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and </a:t>
            </a: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Intelligence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7549260" y="2913049"/>
            <a:ext cx="9228455" cy="3573145"/>
            <a:chOff x="7549260" y="2913049"/>
            <a:chExt cx="9228455" cy="3573145"/>
          </a:xfrm>
        </p:grpSpPr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719559" y="4066031"/>
              <a:ext cx="2069084" cy="206768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2258547" y="4489195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69"/>
                  </a:lnTo>
                  <a:lnTo>
                    <a:pt x="280106" y="35954"/>
                  </a:lnTo>
                  <a:lnTo>
                    <a:pt x="240019" y="55220"/>
                  </a:lnTo>
                  <a:lnTo>
                    <a:pt x="202207" y="78136"/>
                  </a:lnTo>
                  <a:lnTo>
                    <a:pt x="166902" y="104473"/>
                  </a:lnTo>
                  <a:lnTo>
                    <a:pt x="134334" y="134000"/>
                  </a:lnTo>
                  <a:lnTo>
                    <a:pt x="104733" y="166488"/>
                  </a:lnTo>
                  <a:lnTo>
                    <a:pt x="78331" y="201705"/>
                  </a:lnTo>
                  <a:lnTo>
                    <a:pt x="55357" y="239422"/>
                  </a:lnTo>
                  <a:lnTo>
                    <a:pt x="36044" y="279409"/>
                  </a:lnTo>
                  <a:lnTo>
                    <a:pt x="20620" y="321436"/>
                  </a:lnTo>
                  <a:lnTo>
                    <a:pt x="9318" y="365273"/>
                  </a:lnTo>
                  <a:lnTo>
                    <a:pt x="2368" y="410688"/>
                  </a:lnTo>
                  <a:lnTo>
                    <a:pt x="0" y="457453"/>
                  </a:lnTo>
                  <a:lnTo>
                    <a:pt x="2368" y="504241"/>
                  </a:lnTo>
                  <a:lnTo>
                    <a:pt x="9318" y="549676"/>
                  </a:lnTo>
                  <a:lnTo>
                    <a:pt x="20620" y="593530"/>
                  </a:lnTo>
                  <a:lnTo>
                    <a:pt x="36044" y="635571"/>
                  </a:lnTo>
                  <a:lnTo>
                    <a:pt x="55357" y="675570"/>
                  </a:lnTo>
                  <a:lnTo>
                    <a:pt x="78331" y="713298"/>
                  </a:lnTo>
                  <a:lnTo>
                    <a:pt x="104733" y="748524"/>
                  </a:lnTo>
                  <a:lnTo>
                    <a:pt x="134334" y="781018"/>
                  </a:lnTo>
                  <a:lnTo>
                    <a:pt x="166902" y="810550"/>
                  </a:lnTo>
                  <a:lnTo>
                    <a:pt x="202207" y="836891"/>
                  </a:lnTo>
                  <a:lnTo>
                    <a:pt x="240019" y="859810"/>
                  </a:lnTo>
                  <a:lnTo>
                    <a:pt x="280106" y="879078"/>
                  </a:lnTo>
                  <a:lnTo>
                    <a:pt x="322238" y="894464"/>
                  </a:lnTo>
                  <a:lnTo>
                    <a:pt x="366184" y="905739"/>
                  </a:lnTo>
                  <a:lnTo>
                    <a:pt x="411714" y="912672"/>
                  </a:lnTo>
                  <a:lnTo>
                    <a:pt x="458597" y="915034"/>
                  </a:lnTo>
                  <a:lnTo>
                    <a:pt x="505478" y="912672"/>
                  </a:lnTo>
                  <a:lnTo>
                    <a:pt x="551003" y="905739"/>
                  </a:lnTo>
                  <a:lnTo>
                    <a:pt x="594943" y="894464"/>
                  </a:lnTo>
                  <a:lnTo>
                    <a:pt x="637067" y="879078"/>
                  </a:lnTo>
                  <a:lnTo>
                    <a:pt x="677145" y="859810"/>
                  </a:lnTo>
                  <a:lnTo>
                    <a:pt x="714946" y="836891"/>
                  </a:lnTo>
                  <a:lnTo>
                    <a:pt x="750239" y="810550"/>
                  </a:lnTo>
                  <a:lnTo>
                    <a:pt x="782796" y="781018"/>
                  </a:lnTo>
                  <a:lnTo>
                    <a:pt x="812385" y="748524"/>
                  </a:lnTo>
                  <a:lnTo>
                    <a:pt x="838775" y="713298"/>
                  </a:lnTo>
                  <a:lnTo>
                    <a:pt x="861738" y="675570"/>
                  </a:lnTo>
                  <a:lnTo>
                    <a:pt x="881042" y="635571"/>
                  </a:lnTo>
                  <a:lnTo>
                    <a:pt x="896457" y="593530"/>
                  </a:lnTo>
                  <a:lnTo>
                    <a:pt x="907753" y="549676"/>
                  </a:lnTo>
                  <a:lnTo>
                    <a:pt x="914700" y="504241"/>
                  </a:lnTo>
                  <a:lnTo>
                    <a:pt x="917067" y="457453"/>
                  </a:lnTo>
                  <a:lnTo>
                    <a:pt x="914700" y="410688"/>
                  </a:lnTo>
                  <a:lnTo>
                    <a:pt x="907753" y="365273"/>
                  </a:lnTo>
                  <a:lnTo>
                    <a:pt x="896457" y="321436"/>
                  </a:lnTo>
                  <a:lnTo>
                    <a:pt x="881042" y="279409"/>
                  </a:lnTo>
                  <a:lnTo>
                    <a:pt x="861738" y="239422"/>
                  </a:lnTo>
                  <a:lnTo>
                    <a:pt x="838775" y="201705"/>
                  </a:lnTo>
                  <a:lnTo>
                    <a:pt x="812385" y="166488"/>
                  </a:lnTo>
                  <a:lnTo>
                    <a:pt x="782796" y="134000"/>
                  </a:lnTo>
                  <a:lnTo>
                    <a:pt x="750239" y="104473"/>
                  </a:lnTo>
                  <a:lnTo>
                    <a:pt x="714946" y="78136"/>
                  </a:lnTo>
                  <a:lnTo>
                    <a:pt x="677145" y="55220"/>
                  </a:lnTo>
                  <a:lnTo>
                    <a:pt x="637067" y="35954"/>
                  </a:lnTo>
                  <a:lnTo>
                    <a:pt x="594943" y="20569"/>
                  </a:lnTo>
                  <a:lnTo>
                    <a:pt x="551003" y="9295"/>
                  </a:lnTo>
                  <a:lnTo>
                    <a:pt x="505478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49260" y="2913049"/>
              <a:ext cx="760755" cy="758393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2802996" y="5642546"/>
              <a:ext cx="3974465" cy="843915"/>
            </a:xfrm>
            <a:custGeom>
              <a:avLst/>
              <a:gdLst/>
              <a:ahLst/>
              <a:cxnLst/>
              <a:rect l="l" t="t" r="r" b="b"/>
              <a:pathLst>
                <a:path w="3974465" h="843914">
                  <a:moveTo>
                    <a:pt x="3974337" y="0"/>
                  </a:moveTo>
                  <a:lnTo>
                    <a:pt x="0" y="0"/>
                  </a:lnTo>
                  <a:lnTo>
                    <a:pt x="0" y="843597"/>
                  </a:lnTo>
                  <a:lnTo>
                    <a:pt x="3974337" y="843597"/>
                  </a:lnTo>
                  <a:lnTo>
                    <a:pt x="39743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2700273" y="3617721"/>
            <a:ext cx="283464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 spc="245" b="1">
                <a:solidFill>
                  <a:srgbClr val="173360"/>
                </a:solidFill>
                <a:latin typeface="Calibri"/>
                <a:cs typeface="Calibri"/>
              </a:rPr>
              <a:t>SaaS</a:t>
            </a:r>
            <a:r>
              <a:rPr dirty="0" sz="1700" spc="9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700" spc="180" b="1">
                <a:solidFill>
                  <a:srgbClr val="173360"/>
                </a:solidFill>
                <a:latin typeface="Calibri"/>
                <a:cs typeface="Calibri"/>
              </a:rPr>
              <a:t>Applications:</a:t>
            </a:r>
            <a:r>
              <a:rPr dirty="0" sz="1700" spc="7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700" spc="245" b="1">
                <a:solidFill>
                  <a:srgbClr val="173360"/>
                </a:solidFill>
                <a:latin typeface="Calibri"/>
                <a:cs typeface="Calibri"/>
              </a:rPr>
              <a:t>SFDC, Zendesk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993647" y="2938272"/>
            <a:ext cx="5145405" cy="4656455"/>
            <a:chOff x="993647" y="2938272"/>
            <a:chExt cx="5145405" cy="4656455"/>
          </a:xfrm>
        </p:grpSpPr>
        <p:pic>
          <p:nvPicPr>
            <p:cNvPr id="48" name="object 4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3647" y="2938272"/>
              <a:ext cx="2069083" cy="2066163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533016" y="3360673"/>
              <a:ext cx="917575" cy="915035"/>
            </a:xfrm>
            <a:custGeom>
              <a:avLst/>
              <a:gdLst/>
              <a:ahLst/>
              <a:cxnLst/>
              <a:rect l="l" t="t" r="r" b="b"/>
              <a:pathLst>
                <a:path w="917575" h="915035">
                  <a:moveTo>
                    <a:pt x="458597" y="0"/>
                  </a:moveTo>
                  <a:lnTo>
                    <a:pt x="411714" y="2362"/>
                  </a:lnTo>
                  <a:lnTo>
                    <a:pt x="366184" y="9295"/>
                  </a:lnTo>
                  <a:lnTo>
                    <a:pt x="322238" y="20569"/>
                  </a:lnTo>
                  <a:lnTo>
                    <a:pt x="280106" y="35954"/>
                  </a:lnTo>
                  <a:lnTo>
                    <a:pt x="240019" y="55220"/>
                  </a:lnTo>
                  <a:lnTo>
                    <a:pt x="202207" y="78136"/>
                  </a:lnTo>
                  <a:lnTo>
                    <a:pt x="166902" y="104473"/>
                  </a:lnTo>
                  <a:lnTo>
                    <a:pt x="134334" y="134000"/>
                  </a:lnTo>
                  <a:lnTo>
                    <a:pt x="104733" y="166488"/>
                  </a:lnTo>
                  <a:lnTo>
                    <a:pt x="78331" y="201705"/>
                  </a:lnTo>
                  <a:lnTo>
                    <a:pt x="55357" y="239422"/>
                  </a:lnTo>
                  <a:lnTo>
                    <a:pt x="36044" y="279409"/>
                  </a:lnTo>
                  <a:lnTo>
                    <a:pt x="20620" y="321436"/>
                  </a:lnTo>
                  <a:lnTo>
                    <a:pt x="9318" y="365273"/>
                  </a:lnTo>
                  <a:lnTo>
                    <a:pt x="2368" y="410688"/>
                  </a:lnTo>
                  <a:lnTo>
                    <a:pt x="0" y="457453"/>
                  </a:lnTo>
                  <a:lnTo>
                    <a:pt x="2368" y="504240"/>
                  </a:lnTo>
                  <a:lnTo>
                    <a:pt x="9318" y="549671"/>
                  </a:lnTo>
                  <a:lnTo>
                    <a:pt x="20620" y="593518"/>
                  </a:lnTo>
                  <a:lnTo>
                    <a:pt x="36044" y="635551"/>
                  </a:lnTo>
                  <a:lnTo>
                    <a:pt x="55357" y="675541"/>
                  </a:lnTo>
                  <a:lnTo>
                    <a:pt x="78331" y="713258"/>
                  </a:lnTo>
                  <a:lnTo>
                    <a:pt x="104733" y="748472"/>
                  </a:lnTo>
                  <a:lnTo>
                    <a:pt x="134334" y="780954"/>
                  </a:lnTo>
                  <a:lnTo>
                    <a:pt x="166902" y="810475"/>
                  </a:lnTo>
                  <a:lnTo>
                    <a:pt x="202207" y="836804"/>
                  </a:lnTo>
                  <a:lnTo>
                    <a:pt x="240019" y="859712"/>
                  </a:lnTo>
                  <a:lnTo>
                    <a:pt x="280106" y="878970"/>
                  </a:lnTo>
                  <a:lnTo>
                    <a:pt x="322238" y="894349"/>
                  </a:lnTo>
                  <a:lnTo>
                    <a:pt x="366184" y="905617"/>
                  </a:lnTo>
                  <a:lnTo>
                    <a:pt x="411714" y="912547"/>
                  </a:lnTo>
                  <a:lnTo>
                    <a:pt x="458597" y="914908"/>
                  </a:lnTo>
                  <a:lnTo>
                    <a:pt x="505479" y="912547"/>
                  </a:lnTo>
                  <a:lnTo>
                    <a:pt x="551009" y="905617"/>
                  </a:lnTo>
                  <a:lnTo>
                    <a:pt x="594955" y="894349"/>
                  </a:lnTo>
                  <a:lnTo>
                    <a:pt x="637087" y="878970"/>
                  </a:lnTo>
                  <a:lnTo>
                    <a:pt x="677174" y="859712"/>
                  </a:lnTo>
                  <a:lnTo>
                    <a:pt x="714986" y="836804"/>
                  </a:lnTo>
                  <a:lnTo>
                    <a:pt x="750291" y="810475"/>
                  </a:lnTo>
                  <a:lnTo>
                    <a:pt x="782859" y="780954"/>
                  </a:lnTo>
                  <a:lnTo>
                    <a:pt x="812460" y="748472"/>
                  </a:lnTo>
                  <a:lnTo>
                    <a:pt x="838862" y="713258"/>
                  </a:lnTo>
                  <a:lnTo>
                    <a:pt x="861836" y="675541"/>
                  </a:lnTo>
                  <a:lnTo>
                    <a:pt x="881149" y="635551"/>
                  </a:lnTo>
                  <a:lnTo>
                    <a:pt x="896573" y="593518"/>
                  </a:lnTo>
                  <a:lnTo>
                    <a:pt x="907875" y="549671"/>
                  </a:lnTo>
                  <a:lnTo>
                    <a:pt x="914825" y="504240"/>
                  </a:lnTo>
                  <a:lnTo>
                    <a:pt x="917194" y="457453"/>
                  </a:lnTo>
                  <a:lnTo>
                    <a:pt x="914825" y="410688"/>
                  </a:lnTo>
                  <a:lnTo>
                    <a:pt x="907875" y="365273"/>
                  </a:lnTo>
                  <a:lnTo>
                    <a:pt x="896573" y="321436"/>
                  </a:lnTo>
                  <a:lnTo>
                    <a:pt x="881149" y="279409"/>
                  </a:lnTo>
                  <a:lnTo>
                    <a:pt x="861836" y="239422"/>
                  </a:lnTo>
                  <a:lnTo>
                    <a:pt x="838862" y="201705"/>
                  </a:lnTo>
                  <a:lnTo>
                    <a:pt x="812460" y="166488"/>
                  </a:lnTo>
                  <a:lnTo>
                    <a:pt x="782859" y="134000"/>
                  </a:lnTo>
                  <a:lnTo>
                    <a:pt x="750291" y="104473"/>
                  </a:lnTo>
                  <a:lnTo>
                    <a:pt x="714986" y="78136"/>
                  </a:lnTo>
                  <a:lnTo>
                    <a:pt x="677174" y="55220"/>
                  </a:lnTo>
                  <a:lnTo>
                    <a:pt x="637087" y="35954"/>
                  </a:lnTo>
                  <a:lnTo>
                    <a:pt x="594955" y="20569"/>
                  </a:lnTo>
                  <a:lnTo>
                    <a:pt x="551009" y="9295"/>
                  </a:lnTo>
                  <a:lnTo>
                    <a:pt x="505479" y="2362"/>
                  </a:lnTo>
                  <a:lnTo>
                    <a:pt x="458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3647" y="5145023"/>
              <a:ext cx="2069083" cy="2039874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533017" y="5567298"/>
              <a:ext cx="4605655" cy="2026920"/>
            </a:xfrm>
            <a:custGeom>
              <a:avLst/>
              <a:gdLst/>
              <a:ahLst/>
              <a:cxnLst/>
              <a:rect l="l" t="t" r="r" b="b"/>
              <a:pathLst>
                <a:path w="4605655" h="2026920">
                  <a:moveTo>
                    <a:pt x="917194" y="444119"/>
                  </a:moveTo>
                  <a:lnTo>
                    <a:pt x="914501" y="395744"/>
                  </a:lnTo>
                  <a:lnTo>
                    <a:pt x="906602" y="348869"/>
                  </a:lnTo>
                  <a:lnTo>
                    <a:pt x="893800" y="303771"/>
                  </a:lnTo>
                  <a:lnTo>
                    <a:pt x="876363" y="260718"/>
                  </a:lnTo>
                  <a:lnTo>
                    <a:pt x="854570" y="219989"/>
                  </a:lnTo>
                  <a:lnTo>
                    <a:pt x="828700" y="181851"/>
                  </a:lnTo>
                  <a:lnTo>
                    <a:pt x="799020" y="146583"/>
                  </a:lnTo>
                  <a:lnTo>
                    <a:pt x="765835" y="114439"/>
                  </a:lnTo>
                  <a:lnTo>
                    <a:pt x="729411" y="85712"/>
                  </a:lnTo>
                  <a:lnTo>
                    <a:pt x="690041" y="60655"/>
                  </a:lnTo>
                  <a:lnTo>
                    <a:pt x="647979" y="39547"/>
                  </a:lnTo>
                  <a:lnTo>
                    <a:pt x="603529" y="22656"/>
                  </a:lnTo>
                  <a:lnTo>
                    <a:pt x="556958" y="10248"/>
                  </a:lnTo>
                  <a:lnTo>
                    <a:pt x="508558" y="2616"/>
                  </a:lnTo>
                  <a:lnTo>
                    <a:pt x="458597" y="0"/>
                  </a:lnTo>
                  <a:lnTo>
                    <a:pt x="408622" y="2616"/>
                  </a:lnTo>
                  <a:lnTo>
                    <a:pt x="360222" y="10248"/>
                  </a:lnTo>
                  <a:lnTo>
                    <a:pt x="313651" y="22656"/>
                  </a:lnTo>
                  <a:lnTo>
                    <a:pt x="269201" y="39547"/>
                  </a:lnTo>
                  <a:lnTo>
                    <a:pt x="227139" y="60655"/>
                  </a:lnTo>
                  <a:lnTo>
                    <a:pt x="187769" y="85712"/>
                  </a:lnTo>
                  <a:lnTo>
                    <a:pt x="151345" y="114439"/>
                  </a:lnTo>
                  <a:lnTo>
                    <a:pt x="118160" y="146583"/>
                  </a:lnTo>
                  <a:lnTo>
                    <a:pt x="88493" y="181851"/>
                  </a:lnTo>
                  <a:lnTo>
                    <a:pt x="62611" y="219989"/>
                  </a:lnTo>
                  <a:lnTo>
                    <a:pt x="40817" y="260718"/>
                  </a:lnTo>
                  <a:lnTo>
                    <a:pt x="23380" y="303771"/>
                  </a:lnTo>
                  <a:lnTo>
                    <a:pt x="10579" y="348869"/>
                  </a:lnTo>
                  <a:lnTo>
                    <a:pt x="2679" y="395744"/>
                  </a:lnTo>
                  <a:lnTo>
                    <a:pt x="0" y="444119"/>
                  </a:lnTo>
                  <a:lnTo>
                    <a:pt x="2679" y="492531"/>
                  </a:lnTo>
                  <a:lnTo>
                    <a:pt x="10579" y="539432"/>
                  </a:lnTo>
                  <a:lnTo>
                    <a:pt x="23380" y="584542"/>
                  </a:lnTo>
                  <a:lnTo>
                    <a:pt x="40817" y="627608"/>
                  </a:lnTo>
                  <a:lnTo>
                    <a:pt x="62611" y="668350"/>
                  </a:lnTo>
                  <a:lnTo>
                    <a:pt x="88480" y="706501"/>
                  </a:lnTo>
                  <a:lnTo>
                    <a:pt x="118160" y="741781"/>
                  </a:lnTo>
                  <a:lnTo>
                    <a:pt x="151345" y="773925"/>
                  </a:lnTo>
                  <a:lnTo>
                    <a:pt x="187769" y="802665"/>
                  </a:lnTo>
                  <a:lnTo>
                    <a:pt x="227139" y="827722"/>
                  </a:lnTo>
                  <a:lnTo>
                    <a:pt x="269201" y="848829"/>
                  </a:lnTo>
                  <a:lnTo>
                    <a:pt x="313651" y="865720"/>
                  </a:lnTo>
                  <a:lnTo>
                    <a:pt x="360222" y="878128"/>
                  </a:lnTo>
                  <a:lnTo>
                    <a:pt x="408622" y="885761"/>
                  </a:lnTo>
                  <a:lnTo>
                    <a:pt x="458597" y="888365"/>
                  </a:lnTo>
                  <a:lnTo>
                    <a:pt x="508558" y="885761"/>
                  </a:lnTo>
                  <a:lnTo>
                    <a:pt x="556958" y="878128"/>
                  </a:lnTo>
                  <a:lnTo>
                    <a:pt x="603529" y="865720"/>
                  </a:lnTo>
                  <a:lnTo>
                    <a:pt x="647979" y="848829"/>
                  </a:lnTo>
                  <a:lnTo>
                    <a:pt x="690041" y="827722"/>
                  </a:lnTo>
                  <a:lnTo>
                    <a:pt x="729411" y="802665"/>
                  </a:lnTo>
                  <a:lnTo>
                    <a:pt x="765835" y="773925"/>
                  </a:lnTo>
                  <a:lnTo>
                    <a:pt x="799020" y="741781"/>
                  </a:lnTo>
                  <a:lnTo>
                    <a:pt x="828700" y="706501"/>
                  </a:lnTo>
                  <a:lnTo>
                    <a:pt x="854570" y="668350"/>
                  </a:lnTo>
                  <a:lnTo>
                    <a:pt x="876363" y="627608"/>
                  </a:lnTo>
                  <a:lnTo>
                    <a:pt x="893800" y="584542"/>
                  </a:lnTo>
                  <a:lnTo>
                    <a:pt x="906602" y="539432"/>
                  </a:lnTo>
                  <a:lnTo>
                    <a:pt x="914501" y="492531"/>
                  </a:lnTo>
                  <a:lnTo>
                    <a:pt x="917194" y="444119"/>
                  </a:lnTo>
                  <a:close/>
                </a:path>
                <a:path w="4605655" h="2026920">
                  <a:moveTo>
                    <a:pt x="4605528" y="1183322"/>
                  </a:moveTo>
                  <a:lnTo>
                    <a:pt x="631190" y="1183322"/>
                  </a:lnTo>
                  <a:lnTo>
                    <a:pt x="631190" y="2026920"/>
                  </a:lnTo>
                  <a:lnTo>
                    <a:pt x="4605528" y="2026920"/>
                  </a:lnTo>
                  <a:lnTo>
                    <a:pt x="4605528" y="11833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3339953" y="5752338"/>
            <a:ext cx="2618105" cy="604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900" spc="200" b="1">
                <a:solidFill>
                  <a:srgbClr val="173360"/>
                </a:solidFill>
                <a:latin typeface="Calibri"/>
                <a:cs typeface="Calibri"/>
              </a:rPr>
              <a:t>Real-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dirty="0" sz="1900" spc="14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95" b="1">
                <a:solidFill>
                  <a:srgbClr val="173360"/>
                </a:solidFill>
                <a:latin typeface="Calibri"/>
                <a:cs typeface="Calibri"/>
              </a:rPr>
              <a:t>Alerts</a:t>
            </a:r>
            <a:r>
              <a:rPr dirty="0" sz="1900" spc="12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29" b="1">
                <a:solidFill>
                  <a:srgbClr val="173360"/>
                </a:solidFill>
                <a:latin typeface="Calibri"/>
                <a:cs typeface="Calibri"/>
              </a:rPr>
              <a:t>and </a:t>
            </a:r>
            <a:r>
              <a:rPr dirty="0" sz="1900" spc="235" b="1">
                <a:solidFill>
                  <a:srgbClr val="173360"/>
                </a:solidFill>
                <a:latin typeface="Calibri"/>
                <a:cs typeface="Calibri"/>
              </a:rPr>
              <a:t>Dashboards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11719559" y="5138928"/>
            <a:ext cx="5057775" cy="2446655"/>
            <a:chOff x="11719559" y="5138928"/>
            <a:chExt cx="5057775" cy="2446655"/>
          </a:xfrm>
        </p:grpSpPr>
        <p:pic>
          <p:nvPicPr>
            <p:cNvPr id="54" name="object 5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719559" y="5138928"/>
              <a:ext cx="2069084" cy="2067687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2258548" y="5562472"/>
              <a:ext cx="4519295" cy="2023110"/>
            </a:xfrm>
            <a:custGeom>
              <a:avLst/>
              <a:gdLst/>
              <a:ahLst/>
              <a:cxnLst/>
              <a:rect l="l" t="t" r="r" b="b"/>
              <a:pathLst>
                <a:path w="4519294" h="2023109">
                  <a:moveTo>
                    <a:pt x="917067" y="457581"/>
                  </a:moveTo>
                  <a:lnTo>
                    <a:pt x="914692" y="410794"/>
                  </a:lnTo>
                  <a:lnTo>
                    <a:pt x="907745" y="365366"/>
                  </a:lnTo>
                  <a:lnTo>
                    <a:pt x="896454" y="321513"/>
                  </a:lnTo>
                  <a:lnTo>
                    <a:pt x="881037" y="279463"/>
                  </a:lnTo>
                  <a:lnTo>
                    <a:pt x="861733" y="239471"/>
                  </a:lnTo>
                  <a:lnTo>
                    <a:pt x="838771" y="201739"/>
                  </a:lnTo>
                  <a:lnTo>
                    <a:pt x="812380" y="166522"/>
                  </a:lnTo>
                  <a:lnTo>
                    <a:pt x="782789" y="134023"/>
                  </a:lnTo>
                  <a:lnTo>
                    <a:pt x="750227" y="104495"/>
                  </a:lnTo>
                  <a:lnTo>
                    <a:pt x="714933" y="78155"/>
                  </a:lnTo>
                  <a:lnTo>
                    <a:pt x="677138" y="55232"/>
                  </a:lnTo>
                  <a:lnTo>
                    <a:pt x="637057" y="35966"/>
                  </a:lnTo>
                  <a:lnTo>
                    <a:pt x="594931" y="20574"/>
                  </a:lnTo>
                  <a:lnTo>
                    <a:pt x="551002" y="9296"/>
                  </a:lnTo>
                  <a:lnTo>
                    <a:pt x="505472" y="2374"/>
                  </a:lnTo>
                  <a:lnTo>
                    <a:pt x="458597" y="0"/>
                  </a:lnTo>
                  <a:lnTo>
                    <a:pt x="411708" y="2374"/>
                  </a:lnTo>
                  <a:lnTo>
                    <a:pt x="366179" y="9296"/>
                  </a:lnTo>
                  <a:lnTo>
                    <a:pt x="322237" y="20574"/>
                  </a:lnTo>
                  <a:lnTo>
                    <a:pt x="280098" y="35966"/>
                  </a:lnTo>
                  <a:lnTo>
                    <a:pt x="240017" y="55232"/>
                  </a:lnTo>
                  <a:lnTo>
                    <a:pt x="202196" y="78155"/>
                  </a:lnTo>
                  <a:lnTo>
                    <a:pt x="166890" y="104495"/>
                  </a:lnTo>
                  <a:lnTo>
                    <a:pt x="134327" y="134023"/>
                  </a:lnTo>
                  <a:lnTo>
                    <a:pt x="104724" y="166522"/>
                  </a:lnTo>
                  <a:lnTo>
                    <a:pt x="78320" y="201739"/>
                  </a:lnTo>
                  <a:lnTo>
                    <a:pt x="55346" y="239471"/>
                  </a:lnTo>
                  <a:lnTo>
                    <a:pt x="36042" y="279463"/>
                  </a:lnTo>
                  <a:lnTo>
                    <a:pt x="20612" y="321513"/>
                  </a:lnTo>
                  <a:lnTo>
                    <a:pt x="9309" y="365366"/>
                  </a:lnTo>
                  <a:lnTo>
                    <a:pt x="2362" y="410794"/>
                  </a:lnTo>
                  <a:lnTo>
                    <a:pt x="0" y="457581"/>
                  </a:lnTo>
                  <a:lnTo>
                    <a:pt x="2362" y="504355"/>
                  </a:lnTo>
                  <a:lnTo>
                    <a:pt x="9309" y="549770"/>
                  </a:lnTo>
                  <a:lnTo>
                    <a:pt x="20612" y="593610"/>
                  </a:lnTo>
                  <a:lnTo>
                    <a:pt x="36042" y="635635"/>
                  </a:lnTo>
                  <a:lnTo>
                    <a:pt x="55346" y="675614"/>
                  </a:lnTo>
                  <a:lnTo>
                    <a:pt x="78320" y="713333"/>
                  </a:lnTo>
                  <a:lnTo>
                    <a:pt x="104724" y="748550"/>
                  </a:lnTo>
                  <a:lnTo>
                    <a:pt x="134327" y="781037"/>
                  </a:lnTo>
                  <a:lnTo>
                    <a:pt x="166890" y="810564"/>
                  </a:lnTo>
                  <a:lnTo>
                    <a:pt x="202196" y="836904"/>
                  </a:lnTo>
                  <a:lnTo>
                    <a:pt x="240017" y="859815"/>
                  </a:lnTo>
                  <a:lnTo>
                    <a:pt x="280098" y="879081"/>
                  </a:lnTo>
                  <a:lnTo>
                    <a:pt x="322237" y="894473"/>
                  </a:lnTo>
                  <a:lnTo>
                    <a:pt x="366179" y="905751"/>
                  </a:lnTo>
                  <a:lnTo>
                    <a:pt x="411708" y="912672"/>
                  </a:lnTo>
                  <a:lnTo>
                    <a:pt x="458597" y="915035"/>
                  </a:lnTo>
                  <a:lnTo>
                    <a:pt x="505472" y="912672"/>
                  </a:lnTo>
                  <a:lnTo>
                    <a:pt x="551002" y="905751"/>
                  </a:lnTo>
                  <a:lnTo>
                    <a:pt x="594931" y="894473"/>
                  </a:lnTo>
                  <a:lnTo>
                    <a:pt x="637057" y="879081"/>
                  </a:lnTo>
                  <a:lnTo>
                    <a:pt x="677138" y="859815"/>
                  </a:lnTo>
                  <a:lnTo>
                    <a:pt x="714933" y="836904"/>
                  </a:lnTo>
                  <a:lnTo>
                    <a:pt x="750227" y="810564"/>
                  </a:lnTo>
                  <a:lnTo>
                    <a:pt x="782789" y="781037"/>
                  </a:lnTo>
                  <a:lnTo>
                    <a:pt x="812380" y="748550"/>
                  </a:lnTo>
                  <a:lnTo>
                    <a:pt x="838771" y="713333"/>
                  </a:lnTo>
                  <a:lnTo>
                    <a:pt x="861733" y="675614"/>
                  </a:lnTo>
                  <a:lnTo>
                    <a:pt x="881037" y="635635"/>
                  </a:lnTo>
                  <a:lnTo>
                    <a:pt x="896454" y="593610"/>
                  </a:lnTo>
                  <a:lnTo>
                    <a:pt x="907745" y="549770"/>
                  </a:lnTo>
                  <a:lnTo>
                    <a:pt x="914692" y="504355"/>
                  </a:lnTo>
                  <a:lnTo>
                    <a:pt x="917067" y="457581"/>
                  </a:lnTo>
                  <a:close/>
                </a:path>
                <a:path w="4519294" h="2023109">
                  <a:moveTo>
                    <a:pt x="4518787" y="1179512"/>
                  </a:moveTo>
                  <a:lnTo>
                    <a:pt x="544449" y="1179512"/>
                  </a:lnTo>
                  <a:lnTo>
                    <a:pt x="544449" y="2023110"/>
                  </a:lnTo>
                  <a:lnTo>
                    <a:pt x="4518787" y="2023110"/>
                  </a:lnTo>
                  <a:lnTo>
                    <a:pt x="4518787" y="1179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2700273" y="7005319"/>
            <a:ext cx="200850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90">
                <a:solidFill>
                  <a:srgbClr val="040430"/>
                </a:solidFill>
                <a:latin typeface="Calibri"/>
                <a:cs typeface="Calibri"/>
              </a:rPr>
              <a:t>Billing</a:t>
            </a:r>
            <a:r>
              <a:rPr dirty="0" sz="1900" spc="85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dirty="0" sz="1900" spc="210">
                <a:solidFill>
                  <a:srgbClr val="040430"/>
                </a:solidFill>
                <a:latin typeface="Calibri"/>
                <a:cs typeface="Calibri"/>
              </a:rPr>
              <a:t>Database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3339953" y="6996810"/>
            <a:ext cx="10210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240" b="1">
                <a:solidFill>
                  <a:srgbClr val="173360"/>
                </a:solidFill>
                <a:latin typeface="Calibri"/>
                <a:cs typeface="Calibri"/>
              </a:rPr>
              <a:t>BI</a:t>
            </a:r>
            <a:r>
              <a:rPr dirty="0" sz="1900" spc="114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185" b="1">
                <a:solidFill>
                  <a:srgbClr val="173360"/>
                </a:solidFill>
                <a:latin typeface="Calibri"/>
                <a:cs typeface="Calibri"/>
              </a:rPr>
              <a:t>Tools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3339953" y="8096504"/>
            <a:ext cx="250698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90" b="1">
                <a:solidFill>
                  <a:srgbClr val="173360"/>
                </a:solidFill>
                <a:latin typeface="Calibri"/>
                <a:cs typeface="Calibri"/>
              </a:rPr>
              <a:t>Notification</a:t>
            </a:r>
            <a:r>
              <a:rPr dirty="0" sz="1900" spc="15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900" spc="204" b="1">
                <a:solidFill>
                  <a:srgbClr val="173360"/>
                </a:solidFill>
                <a:latin typeface="Calibri"/>
                <a:cs typeface="Calibri"/>
              </a:rPr>
              <a:t>Service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3584447" y="90130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8" y="0"/>
                </a:moveTo>
                <a:lnTo>
                  <a:pt x="52324" y="0"/>
                </a:lnTo>
                <a:lnTo>
                  <a:pt x="31932" y="4114"/>
                </a:lnTo>
                <a:lnTo>
                  <a:pt x="15303" y="15332"/>
                </a:lnTo>
                <a:lnTo>
                  <a:pt x="4103" y="31964"/>
                </a:lnTo>
                <a:lnTo>
                  <a:pt x="0" y="52323"/>
                </a:lnTo>
                <a:lnTo>
                  <a:pt x="0" y="706170"/>
                </a:lnTo>
                <a:lnTo>
                  <a:pt x="4103" y="726516"/>
                </a:lnTo>
                <a:lnTo>
                  <a:pt x="15303" y="743132"/>
                </a:lnTo>
                <a:lnTo>
                  <a:pt x="31932" y="754335"/>
                </a:lnTo>
                <a:lnTo>
                  <a:pt x="52324" y="758443"/>
                </a:lnTo>
                <a:lnTo>
                  <a:pt x="1980818" y="758443"/>
                </a:lnTo>
                <a:lnTo>
                  <a:pt x="2001156" y="754335"/>
                </a:lnTo>
                <a:lnTo>
                  <a:pt x="2017791" y="743132"/>
                </a:lnTo>
                <a:lnTo>
                  <a:pt x="2029021" y="726516"/>
                </a:lnTo>
                <a:lnTo>
                  <a:pt x="2033142" y="706170"/>
                </a:lnTo>
                <a:lnTo>
                  <a:pt x="2033142" y="52323"/>
                </a:lnTo>
                <a:lnTo>
                  <a:pt x="2029021" y="31964"/>
                </a:lnTo>
                <a:lnTo>
                  <a:pt x="2017791" y="15332"/>
                </a:lnTo>
                <a:lnTo>
                  <a:pt x="2001156" y="4114"/>
                </a:lnTo>
                <a:lnTo>
                  <a:pt x="1980818" y="0"/>
                </a:lnTo>
                <a:close/>
              </a:path>
            </a:pathLst>
          </a:custGeom>
          <a:solidFill>
            <a:srgbClr val="6044D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8642095" y="2552445"/>
            <a:ext cx="3579495" cy="7219315"/>
            <a:chOff x="8642095" y="2552445"/>
            <a:chExt cx="3579495" cy="7219315"/>
          </a:xfrm>
        </p:grpSpPr>
        <p:sp>
          <p:nvSpPr>
            <p:cNvPr id="61" name="object 61" descr=""/>
            <p:cNvSpPr/>
            <p:nvPr/>
          </p:nvSpPr>
          <p:spPr>
            <a:xfrm>
              <a:off x="11519661" y="5406389"/>
              <a:ext cx="701675" cy="228600"/>
            </a:xfrm>
            <a:custGeom>
              <a:avLst/>
              <a:gdLst/>
              <a:ahLst/>
              <a:cxnLst/>
              <a:rect l="l" t="t" r="r" b="b"/>
              <a:pathLst>
                <a:path w="701675" h="228600">
                  <a:moveTo>
                    <a:pt x="628105" y="74422"/>
                  </a:moveTo>
                  <a:lnTo>
                    <a:pt x="548132" y="74422"/>
                  </a:lnTo>
                  <a:lnTo>
                    <a:pt x="549910" y="150622"/>
                  </a:lnTo>
                  <a:lnTo>
                    <a:pt x="524485" y="151211"/>
                  </a:lnTo>
                  <a:lnTo>
                    <a:pt x="475488" y="228473"/>
                  </a:lnTo>
                  <a:lnTo>
                    <a:pt x="701421" y="108965"/>
                  </a:lnTo>
                  <a:lnTo>
                    <a:pt x="628105" y="74422"/>
                  </a:lnTo>
                  <a:close/>
                </a:path>
                <a:path w="701675" h="228600">
                  <a:moveTo>
                    <a:pt x="522729" y="75010"/>
                  </a:moveTo>
                  <a:lnTo>
                    <a:pt x="0" y="87122"/>
                  </a:lnTo>
                  <a:lnTo>
                    <a:pt x="1778" y="163322"/>
                  </a:lnTo>
                  <a:lnTo>
                    <a:pt x="524485" y="151211"/>
                  </a:lnTo>
                  <a:lnTo>
                    <a:pt x="549021" y="112522"/>
                  </a:lnTo>
                  <a:lnTo>
                    <a:pt x="522729" y="75010"/>
                  </a:lnTo>
                  <a:close/>
                </a:path>
                <a:path w="701675" h="228600">
                  <a:moveTo>
                    <a:pt x="549021" y="112522"/>
                  </a:moveTo>
                  <a:lnTo>
                    <a:pt x="524485" y="151211"/>
                  </a:lnTo>
                  <a:lnTo>
                    <a:pt x="549910" y="150622"/>
                  </a:lnTo>
                  <a:lnTo>
                    <a:pt x="549021" y="112522"/>
                  </a:lnTo>
                  <a:close/>
                </a:path>
                <a:path w="701675" h="228600">
                  <a:moveTo>
                    <a:pt x="548132" y="74422"/>
                  </a:moveTo>
                  <a:lnTo>
                    <a:pt x="522729" y="75010"/>
                  </a:lnTo>
                  <a:lnTo>
                    <a:pt x="549021" y="112522"/>
                  </a:lnTo>
                  <a:lnTo>
                    <a:pt x="548145" y="75010"/>
                  </a:lnTo>
                  <a:lnTo>
                    <a:pt x="548132" y="74422"/>
                  </a:lnTo>
                  <a:close/>
                </a:path>
                <a:path w="701675" h="228600">
                  <a:moveTo>
                    <a:pt x="470154" y="0"/>
                  </a:moveTo>
                  <a:lnTo>
                    <a:pt x="522729" y="75010"/>
                  </a:lnTo>
                  <a:lnTo>
                    <a:pt x="548132" y="74422"/>
                  </a:lnTo>
                  <a:lnTo>
                    <a:pt x="628105" y="7442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1303888" y="2590545"/>
              <a:ext cx="216535" cy="5866130"/>
            </a:xfrm>
            <a:custGeom>
              <a:avLst/>
              <a:gdLst/>
              <a:ahLst/>
              <a:cxnLst/>
              <a:rect l="l" t="t" r="r" b="b"/>
              <a:pathLst>
                <a:path w="216534" h="5866130">
                  <a:moveTo>
                    <a:pt x="0" y="0"/>
                  </a:moveTo>
                  <a:lnTo>
                    <a:pt x="84304" y="1406"/>
                  </a:lnTo>
                  <a:lnTo>
                    <a:pt x="153130" y="5254"/>
                  </a:lnTo>
                  <a:lnTo>
                    <a:pt x="199524" y="10983"/>
                  </a:lnTo>
                  <a:lnTo>
                    <a:pt x="216534" y="18033"/>
                  </a:lnTo>
                  <a:lnTo>
                    <a:pt x="216534" y="5847842"/>
                  </a:lnTo>
                  <a:lnTo>
                    <a:pt x="199524" y="5854838"/>
                  </a:lnTo>
                  <a:lnTo>
                    <a:pt x="153130" y="5860573"/>
                  </a:lnTo>
                  <a:lnTo>
                    <a:pt x="84304" y="5864451"/>
                  </a:lnTo>
                  <a:lnTo>
                    <a:pt x="0" y="5865876"/>
                  </a:lnTo>
                </a:path>
              </a:pathLst>
            </a:custGeom>
            <a:ln w="762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943975" y="3805173"/>
              <a:ext cx="486409" cy="646430"/>
            </a:xfrm>
            <a:custGeom>
              <a:avLst/>
              <a:gdLst/>
              <a:ahLst/>
              <a:cxnLst/>
              <a:rect l="l" t="t" r="r" b="b"/>
              <a:pathLst>
                <a:path w="486409" h="646429">
                  <a:moveTo>
                    <a:pt x="485902" y="91059"/>
                  </a:moveTo>
                  <a:lnTo>
                    <a:pt x="484047" y="78473"/>
                  </a:lnTo>
                  <a:lnTo>
                    <a:pt x="483971" y="77978"/>
                  </a:lnTo>
                  <a:lnTo>
                    <a:pt x="483882" y="77317"/>
                  </a:lnTo>
                  <a:lnTo>
                    <a:pt x="453313" y="39941"/>
                  </a:lnTo>
                  <a:lnTo>
                    <a:pt x="445770" y="35915"/>
                  </a:lnTo>
                  <a:lnTo>
                    <a:pt x="445770" y="85598"/>
                  </a:lnTo>
                  <a:lnTo>
                    <a:pt x="445770" y="576961"/>
                  </a:lnTo>
                  <a:lnTo>
                    <a:pt x="444754" y="579120"/>
                  </a:lnTo>
                  <a:lnTo>
                    <a:pt x="441452" y="581406"/>
                  </a:lnTo>
                  <a:lnTo>
                    <a:pt x="434848" y="584581"/>
                  </a:lnTo>
                  <a:lnTo>
                    <a:pt x="425196" y="586740"/>
                  </a:lnTo>
                  <a:lnTo>
                    <a:pt x="409638" y="590638"/>
                  </a:lnTo>
                  <a:lnTo>
                    <a:pt x="392658" y="593902"/>
                  </a:lnTo>
                  <a:lnTo>
                    <a:pt x="382905" y="595325"/>
                  </a:lnTo>
                  <a:lnTo>
                    <a:pt x="382905" y="499999"/>
                  </a:lnTo>
                  <a:lnTo>
                    <a:pt x="380453" y="451497"/>
                  </a:lnTo>
                  <a:lnTo>
                    <a:pt x="373164" y="403847"/>
                  </a:lnTo>
                  <a:lnTo>
                    <a:pt x="361061" y="357339"/>
                  </a:lnTo>
                  <a:lnTo>
                    <a:pt x="344157" y="312280"/>
                  </a:lnTo>
                  <a:lnTo>
                    <a:pt x="342773" y="309511"/>
                  </a:lnTo>
                  <a:lnTo>
                    <a:pt x="342773" y="499999"/>
                  </a:lnTo>
                  <a:lnTo>
                    <a:pt x="342773" y="599821"/>
                  </a:lnTo>
                  <a:lnTo>
                    <a:pt x="333375" y="600773"/>
                  </a:lnTo>
                  <a:lnTo>
                    <a:pt x="313778" y="602221"/>
                  </a:lnTo>
                  <a:lnTo>
                    <a:pt x="278765" y="604139"/>
                  </a:lnTo>
                  <a:lnTo>
                    <a:pt x="212598" y="604139"/>
                  </a:lnTo>
                  <a:lnTo>
                    <a:pt x="176530" y="602221"/>
                  </a:lnTo>
                  <a:lnTo>
                    <a:pt x="156438" y="600773"/>
                  </a:lnTo>
                  <a:lnTo>
                    <a:pt x="141097" y="599287"/>
                  </a:lnTo>
                  <a:lnTo>
                    <a:pt x="141097" y="499999"/>
                  </a:lnTo>
                  <a:lnTo>
                    <a:pt x="144424" y="447408"/>
                  </a:lnTo>
                  <a:lnTo>
                    <a:pt x="154241" y="395554"/>
                  </a:lnTo>
                  <a:lnTo>
                    <a:pt x="170307" y="345160"/>
                  </a:lnTo>
                  <a:lnTo>
                    <a:pt x="192379" y="296938"/>
                  </a:lnTo>
                  <a:lnTo>
                    <a:pt x="220218" y="251587"/>
                  </a:lnTo>
                  <a:lnTo>
                    <a:pt x="242290" y="237020"/>
                  </a:lnTo>
                  <a:lnTo>
                    <a:pt x="251104" y="239039"/>
                  </a:lnTo>
                  <a:lnTo>
                    <a:pt x="290893" y="296938"/>
                  </a:lnTo>
                  <a:lnTo>
                    <a:pt x="313245" y="344868"/>
                  </a:lnTo>
                  <a:lnTo>
                    <a:pt x="329514" y="395122"/>
                  </a:lnTo>
                  <a:lnTo>
                    <a:pt x="339420" y="447014"/>
                  </a:lnTo>
                  <a:lnTo>
                    <a:pt x="342773" y="499999"/>
                  </a:lnTo>
                  <a:lnTo>
                    <a:pt x="342773" y="309511"/>
                  </a:lnTo>
                  <a:lnTo>
                    <a:pt x="322516" y="268973"/>
                  </a:lnTo>
                  <a:lnTo>
                    <a:pt x="304431" y="240665"/>
                  </a:lnTo>
                  <a:lnTo>
                    <a:pt x="302094" y="237020"/>
                  </a:lnTo>
                  <a:lnTo>
                    <a:pt x="296164" y="227711"/>
                  </a:lnTo>
                  <a:lnTo>
                    <a:pt x="290703" y="219075"/>
                  </a:lnTo>
                  <a:lnTo>
                    <a:pt x="268706" y="200152"/>
                  </a:lnTo>
                  <a:lnTo>
                    <a:pt x="241744" y="193840"/>
                  </a:lnTo>
                  <a:lnTo>
                    <a:pt x="214579" y="200152"/>
                  </a:lnTo>
                  <a:lnTo>
                    <a:pt x="186563" y="227711"/>
                  </a:lnTo>
                  <a:lnTo>
                    <a:pt x="160909" y="268973"/>
                  </a:lnTo>
                  <a:lnTo>
                    <a:pt x="139458" y="312280"/>
                  </a:lnTo>
                  <a:lnTo>
                    <a:pt x="122428" y="357339"/>
                  </a:lnTo>
                  <a:lnTo>
                    <a:pt x="109994" y="403847"/>
                  </a:lnTo>
                  <a:lnTo>
                    <a:pt x="102400" y="451497"/>
                  </a:lnTo>
                  <a:lnTo>
                    <a:pt x="99822" y="499999"/>
                  </a:lnTo>
                  <a:lnTo>
                    <a:pt x="99822" y="594702"/>
                  </a:lnTo>
                  <a:lnTo>
                    <a:pt x="94068" y="593902"/>
                  </a:lnTo>
                  <a:lnTo>
                    <a:pt x="76530" y="590638"/>
                  </a:lnTo>
                  <a:lnTo>
                    <a:pt x="60833" y="586740"/>
                  </a:lnTo>
                  <a:lnTo>
                    <a:pt x="51054" y="584581"/>
                  </a:lnTo>
                  <a:lnTo>
                    <a:pt x="44450" y="581406"/>
                  </a:lnTo>
                  <a:lnTo>
                    <a:pt x="40132" y="579120"/>
                  </a:lnTo>
                  <a:lnTo>
                    <a:pt x="39116" y="579120"/>
                  </a:lnTo>
                  <a:lnTo>
                    <a:pt x="39116" y="85598"/>
                  </a:lnTo>
                  <a:lnTo>
                    <a:pt x="48768" y="77978"/>
                  </a:lnTo>
                  <a:lnTo>
                    <a:pt x="90043" y="58547"/>
                  </a:lnTo>
                  <a:lnTo>
                    <a:pt x="157822" y="43357"/>
                  </a:lnTo>
                  <a:lnTo>
                    <a:pt x="198297" y="39357"/>
                  </a:lnTo>
                  <a:lnTo>
                    <a:pt x="241808" y="37973"/>
                  </a:lnTo>
                  <a:lnTo>
                    <a:pt x="285394" y="39357"/>
                  </a:lnTo>
                  <a:lnTo>
                    <a:pt x="325958" y="43357"/>
                  </a:lnTo>
                  <a:lnTo>
                    <a:pt x="393827" y="58547"/>
                  </a:lnTo>
                  <a:lnTo>
                    <a:pt x="436118" y="77978"/>
                  </a:lnTo>
                  <a:lnTo>
                    <a:pt x="445770" y="85598"/>
                  </a:lnTo>
                  <a:lnTo>
                    <a:pt x="445770" y="35915"/>
                  </a:lnTo>
                  <a:lnTo>
                    <a:pt x="410083" y="21717"/>
                  </a:lnTo>
                  <a:lnTo>
                    <a:pt x="335254" y="5575"/>
                  </a:lnTo>
                  <a:lnTo>
                    <a:pt x="291757" y="1422"/>
                  </a:lnTo>
                  <a:lnTo>
                    <a:pt x="245110" y="0"/>
                  </a:lnTo>
                  <a:lnTo>
                    <a:pt x="198272" y="1422"/>
                  </a:lnTo>
                  <a:lnTo>
                    <a:pt x="154393" y="5575"/>
                  </a:lnTo>
                  <a:lnTo>
                    <a:pt x="114376" y="12382"/>
                  </a:lnTo>
                  <a:lnTo>
                    <a:pt x="63538" y="26987"/>
                  </a:lnTo>
                  <a:lnTo>
                    <a:pt x="25019" y="47625"/>
                  </a:lnTo>
                  <a:lnTo>
                    <a:pt x="2057" y="78473"/>
                  </a:lnTo>
                  <a:lnTo>
                    <a:pt x="0" y="92075"/>
                  </a:lnTo>
                  <a:lnTo>
                    <a:pt x="0" y="581406"/>
                  </a:lnTo>
                  <a:lnTo>
                    <a:pt x="25349" y="616585"/>
                  </a:lnTo>
                  <a:lnTo>
                    <a:pt x="68465" y="631507"/>
                  </a:lnTo>
                  <a:lnTo>
                    <a:pt x="110769" y="638911"/>
                  </a:lnTo>
                  <a:lnTo>
                    <a:pt x="154622" y="643001"/>
                  </a:lnTo>
                  <a:lnTo>
                    <a:pt x="212598" y="646430"/>
                  </a:lnTo>
                  <a:lnTo>
                    <a:pt x="246253" y="646430"/>
                  </a:lnTo>
                  <a:lnTo>
                    <a:pt x="247269" y="646430"/>
                  </a:lnTo>
                  <a:lnTo>
                    <a:pt x="279781" y="646430"/>
                  </a:lnTo>
                  <a:lnTo>
                    <a:pt x="316014" y="644461"/>
                  </a:lnTo>
                  <a:lnTo>
                    <a:pt x="357886" y="640969"/>
                  </a:lnTo>
                  <a:lnTo>
                    <a:pt x="399605" y="634593"/>
                  </a:lnTo>
                  <a:lnTo>
                    <a:pt x="437134" y="625729"/>
                  </a:lnTo>
                  <a:lnTo>
                    <a:pt x="474916" y="606183"/>
                  </a:lnTo>
                  <a:lnTo>
                    <a:pt x="476542" y="604139"/>
                  </a:lnTo>
                  <a:lnTo>
                    <a:pt x="480479" y="599211"/>
                  </a:lnTo>
                  <a:lnTo>
                    <a:pt x="484403" y="590638"/>
                  </a:lnTo>
                  <a:lnTo>
                    <a:pt x="485902" y="580263"/>
                  </a:lnTo>
                  <a:lnTo>
                    <a:pt x="485902" y="9105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31680" y="4222716"/>
              <a:ext cx="108491" cy="108491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8826118" y="4421123"/>
              <a:ext cx="755650" cy="250190"/>
            </a:xfrm>
            <a:custGeom>
              <a:avLst/>
              <a:gdLst/>
              <a:ahLst/>
              <a:cxnLst/>
              <a:rect l="l" t="t" r="r" b="b"/>
              <a:pathLst>
                <a:path w="755650" h="250189">
                  <a:moveTo>
                    <a:pt x="740790" y="0"/>
                  </a:moveTo>
                  <a:lnTo>
                    <a:pt x="721740" y="2539"/>
                  </a:lnTo>
                  <a:lnTo>
                    <a:pt x="714501" y="7365"/>
                  </a:lnTo>
                  <a:lnTo>
                    <a:pt x="681101" y="49022"/>
                  </a:lnTo>
                  <a:lnTo>
                    <a:pt x="597407" y="120141"/>
                  </a:lnTo>
                  <a:lnTo>
                    <a:pt x="501776" y="171576"/>
                  </a:lnTo>
                  <a:lnTo>
                    <a:pt x="394334" y="198627"/>
                  </a:lnTo>
                  <a:lnTo>
                    <a:pt x="336930" y="201040"/>
                  </a:lnTo>
                  <a:lnTo>
                    <a:pt x="293877" y="198627"/>
                  </a:lnTo>
                  <a:lnTo>
                    <a:pt x="212725" y="183896"/>
                  </a:lnTo>
                  <a:lnTo>
                    <a:pt x="136144" y="156972"/>
                  </a:lnTo>
                  <a:lnTo>
                    <a:pt x="66928" y="117728"/>
                  </a:lnTo>
                  <a:lnTo>
                    <a:pt x="38226" y="93217"/>
                  </a:lnTo>
                  <a:lnTo>
                    <a:pt x="28701" y="88264"/>
                  </a:lnTo>
                  <a:lnTo>
                    <a:pt x="11937" y="90677"/>
                  </a:lnTo>
                  <a:lnTo>
                    <a:pt x="4825" y="95630"/>
                  </a:lnTo>
                  <a:lnTo>
                    <a:pt x="0" y="105410"/>
                  </a:lnTo>
                  <a:lnTo>
                    <a:pt x="2412" y="122554"/>
                  </a:lnTo>
                  <a:lnTo>
                    <a:pt x="40639" y="156972"/>
                  </a:lnTo>
                  <a:lnTo>
                    <a:pt x="117094" y="201040"/>
                  </a:lnTo>
                  <a:lnTo>
                    <a:pt x="200786" y="232917"/>
                  </a:lnTo>
                  <a:lnTo>
                    <a:pt x="289178" y="247650"/>
                  </a:lnTo>
                  <a:lnTo>
                    <a:pt x="336930" y="250062"/>
                  </a:lnTo>
                  <a:lnTo>
                    <a:pt x="399033" y="247650"/>
                  </a:lnTo>
                  <a:lnTo>
                    <a:pt x="516127" y="218186"/>
                  </a:lnTo>
                  <a:lnTo>
                    <a:pt x="621283" y="161798"/>
                  </a:lnTo>
                  <a:lnTo>
                    <a:pt x="714501" y="85851"/>
                  </a:lnTo>
                  <a:lnTo>
                    <a:pt x="750315" y="39242"/>
                  </a:lnTo>
                  <a:lnTo>
                    <a:pt x="755141" y="29463"/>
                  </a:lnTo>
                  <a:lnTo>
                    <a:pt x="752728" y="12318"/>
                  </a:lnTo>
                  <a:lnTo>
                    <a:pt x="748029" y="4952"/>
                  </a:lnTo>
                  <a:lnTo>
                    <a:pt x="74079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73540" y="4448175"/>
              <a:ext cx="143382" cy="147065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8642095" y="3632072"/>
              <a:ext cx="358775" cy="713740"/>
            </a:xfrm>
            <a:custGeom>
              <a:avLst/>
              <a:gdLst/>
              <a:ahLst/>
              <a:cxnLst/>
              <a:rect l="l" t="t" r="r" b="b"/>
              <a:pathLst>
                <a:path w="358775" h="713739">
                  <a:moveTo>
                    <a:pt x="334645" y="0"/>
                  </a:moveTo>
                  <a:lnTo>
                    <a:pt x="327405" y="7238"/>
                  </a:lnTo>
                  <a:lnTo>
                    <a:pt x="291592" y="21971"/>
                  </a:lnTo>
                  <a:lnTo>
                    <a:pt x="227075" y="61213"/>
                  </a:lnTo>
                  <a:lnTo>
                    <a:pt x="164973" y="110235"/>
                  </a:lnTo>
                  <a:lnTo>
                    <a:pt x="114680" y="169037"/>
                  </a:lnTo>
                  <a:lnTo>
                    <a:pt x="71754" y="232790"/>
                  </a:lnTo>
                  <a:lnTo>
                    <a:pt x="35813" y="303911"/>
                  </a:lnTo>
                  <a:lnTo>
                    <a:pt x="14350" y="382397"/>
                  </a:lnTo>
                  <a:lnTo>
                    <a:pt x="0" y="463296"/>
                  </a:lnTo>
                  <a:lnTo>
                    <a:pt x="0" y="504951"/>
                  </a:lnTo>
                  <a:lnTo>
                    <a:pt x="2412" y="556387"/>
                  </a:lnTo>
                  <a:lnTo>
                    <a:pt x="19176" y="652017"/>
                  </a:lnTo>
                  <a:lnTo>
                    <a:pt x="35813" y="698626"/>
                  </a:lnTo>
                  <a:lnTo>
                    <a:pt x="57403" y="713359"/>
                  </a:lnTo>
                  <a:lnTo>
                    <a:pt x="64515" y="710818"/>
                  </a:lnTo>
                  <a:lnTo>
                    <a:pt x="74168" y="705992"/>
                  </a:lnTo>
                  <a:lnTo>
                    <a:pt x="81279" y="688848"/>
                  </a:lnTo>
                  <a:lnTo>
                    <a:pt x="78867" y="681481"/>
                  </a:lnTo>
                  <a:lnTo>
                    <a:pt x="62102" y="637286"/>
                  </a:lnTo>
                  <a:lnTo>
                    <a:pt x="45465" y="549021"/>
                  </a:lnTo>
                  <a:lnTo>
                    <a:pt x="45465" y="502538"/>
                  </a:lnTo>
                  <a:lnTo>
                    <a:pt x="47878" y="426465"/>
                  </a:lnTo>
                  <a:lnTo>
                    <a:pt x="90804" y="284352"/>
                  </a:lnTo>
                  <a:lnTo>
                    <a:pt x="169672" y="166624"/>
                  </a:lnTo>
                  <a:lnTo>
                    <a:pt x="279653" y="75946"/>
                  </a:lnTo>
                  <a:lnTo>
                    <a:pt x="344170" y="46481"/>
                  </a:lnTo>
                  <a:lnTo>
                    <a:pt x="351281" y="41655"/>
                  </a:lnTo>
                  <a:lnTo>
                    <a:pt x="358521" y="24510"/>
                  </a:lnTo>
                  <a:lnTo>
                    <a:pt x="356107" y="14604"/>
                  </a:lnTo>
                  <a:lnTo>
                    <a:pt x="351281" y="7238"/>
                  </a:lnTo>
                  <a:lnTo>
                    <a:pt x="334645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35973" y="3585463"/>
              <a:ext cx="143382" cy="144652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9210801" y="3600195"/>
              <a:ext cx="478155" cy="620395"/>
            </a:xfrm>
            <a:custGeom>
              <a:avLst/>
              <a:gdLst/>
              <a:ahLst/>
              <a:cxnLst/>
              <a:rect l="l" t="t" r="r" b="b"/>
              <a:pathLst>
                <a:path w="478154" h="620395">
                  <a:moveTo>
                    <a:pt x="16764" y="0"/>
                  </a:moveTo>
                  <a:lnTo>
                    <a:pt x="4825" y="9778"/>
                  </a:lnTo>
                  <a:lnTo>
                    <a:pt x="2413" y="19557"/>
                  </a:lnTo>
                  <a:lnTo>
                    <a:pt x="0" y="29336"/>
                  </a:lnTo>
                  <a:lnTo>
                    <a:pt x="11938" y="41655"/>
                  </a:lnTo>
                  <a:lnTo>
                    <a:pt x="23875" y="44069"/>
                  </a:lnTo>
                  <a:lnTo>
                    <a:pt x="66928" y="51434"/>
                  </a:lnTo>
                  <a:lnTo>
                    <a:pt x="148208" y="80899"/>
                  </a:lnTo>
                  <a:lnTo>
                    <a:pt x="222250" y="122554"/>
                  </a:lnTo>
                  <a:lnTo>
                    <a:pt x="286766" y="176402"/>
                  </a:lnTo>
                  <a:lnTo>
                    <a:pt x="344170" y="240156"/>
                  </a:lnTo>
                  <a:lnTo>
                    <a:pt x="387096" y="313689"/>
                  </a:lnTo>
                  <a:lnTo>
                    <a:pt x="418211" y="397128"/>
                  </a:lnTo>
                  <a:lnTo>
                    <a:pt x="432562" y="485393"/>
                  </a:lnTo>
                  <a:lnTo>
                    <a:pt x="434975" y="531876"/>
                  </a:lnTo>
                  <a:lnTo>
                    <a:pt x="434975" y="563752"/>
                  </a:lnTo>
                  <a:lnTo>
                    <a:pt x="432562" y="595629"/>
                  </a:lnTo>
                  <a:lnTo>
                    <a:pt x="430149" y="605408"/>
                  </a:lnTo>
                  <a:lnTo>
                    <a:pt x="442087" y="617727"/>
                  </a:lnTo>
                  <a:lnTo>
                    <a:pt x="449325" y="620140"/>
                  </a:lnTo>
                  <a:lnTo>
                    <a:pt x="458850" y="620140"/>
                  </a:lnTo>
                  <a:lnTo>
                    <a:pt x="470789" y="610362"/>
                  </a:lnTo>
                  <a:lnTo>
                    <a:pt x="473201" y="602995"/>
                  </a:lnTo>
                  <a:lnTo>
                    <a:pt x="477900" y="568705"/>
                  </a:lnTo>
                  <a:lnTo>
                    <a:pt x="477900" y="534415"/>
                  </a:lnTo>
                  <a:lnTo>
                    <a:pt x="475615" y="482853"/>
                  </a:lnTo>
                  <a:lnTo>
                    <a:pt x="456438" y="387350"/>
                  </a:lnTo>
                  <a:lnTo>
                    <a:pt x="423037" y="296544"/>
                  </a:lnTo>
                  <a:lnTo>
                    <a:pt x="375157" y="215645"/>
                  </a:lnTo>
                  <a:lnTo>
                    <a:pt x="315468" y="144652"/>
                  </a:lnTo>
                  <a:lnTo>
                    <a:pt x="243713" y="85725"/>
                  </a:lnTo>
                  <a:lnTo>
                    <a:pt x="162559" y="39243"/>
                  </a:lnTo>
                  <a:lnTo>
                    <a:pt x="71627" y="9778"/>
                  </a:lnTo>
                  <a:lnTo>
                    <a:pt x="26289" y="2412"/>
                  </a:lnTo>
                  <a:lnTo>
                    <a:pt x="16764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588372" y="4158868"/>
              <a:ext cx="143382" cy="142239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0125074" y="9013062"/>
              <a:ext cx="2033270" cy="758825"/>
            </a:xfrm>
            <a:custGeom>
              <a:avLst/>
              <a:gdLst/>
              <a:ahLst/>
              <a:cxnLst/>
              <a:rect l="l" t="t" r="r" b="b"/>
              <a:pathLst>
                <a:path w="2033270" h="758825">
                  <a:moveTo>
                    <a:pt x="1980819" y="0"/>
                  </a:moveTo>
                  <a:lnTo>
                    <a:pt x="52324" y="0"/>
                  </a:lnTo>
                  <a:lnTo>
                    <a:pt x="31932" y="4104"/>
                  </a:lnTo>
                  <a:lnTo>
                    <a:pt x="15303" y="15298"/>
                  </a:lnTo>
                  <a:lnTo>
                    <a:pt x="4103" y="31905"/>
                  </a:lnTo>
                  <a:lnTo>
                    <a:pt x="0" y="52247"/>
                  </a:lnTo>
                  <a:lnTo>
                    <a:pt x="0" y="706094"/>
                  </a:lnTo>
                  <a:lnTo>
                    <a:pt x="4103" y="726440"/>
                  </a:lnTo>
                  <a:lnTo>
                    <a:pt x="15303" y="743056"/>
                  </a:lnTo>
                  <a:lnTo>
                    <a:pt x="31932" y="754259"/>
                  </a:lnTo>
                  <a:lnTo>
                    <a:pt x="52324" y="758367"/>
                  </a:lnTo>
                  <a:lnTo>
                    <a:pt x="1980819" y="758367"/>
                  </a:lnTo>
                  <a:lnTo>
                    <a:pt x="2001156" y="754259"/>
                  </a:lnTo>
                  <a:lnTo>
                    <a:pt x="2017791" y="743056"/>
                  </a:lnTo>
                  <a:lnTo>
                    <a:pt x="2029021" y="726440"/>
                  </a:lnTo>
                  <a:lnTo>
                    <a:pt x="2033143" y="706094"/>
                  </a:lnTo>
                  <a:lnTo>
                    <a:pt x="2033143" y="52247"/>
                  </a:lnTo>
                  <a:lnTo>
                    <a:pt x="2029021" y="31905"/>
                  </a:lnTo>
                  <a:lnTo>
                    <a:pt x="2017791" y="15298"/>
                  </a:lnTo>
                  <a:lnTo>
                    <a:pt x="2001156" y="4104"/>
                  </a:lnTo>
                  <a:lnTo>
                    <a:pt x="1980819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3743071" y="9127947"/>
            <a:ext cx="171640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1800" marR="5080" indent="-419100">
              <a:lnSpc>
                <a:spcPct val="100000"/>
              </a:lnSpc>
              <a:spcBef>
                <a:spcPts val="95"/>
              </a:spcBef>
            </a:pPr>
            <a:r>
              <a:rPr dirty="0" sz="1600" spc="165" b="1" i="1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dirty="0" sz="1600" spc="114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Lead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b="1" i="1">
                <a:solidFill>
                  <a:srgbClr val="FFFFFF"/>
                </a:solidFill>
                <a:latin typeface="Calibri"/>
                <a:cs typeface="Calibri"/>
              </a:rPr>
              <a:t>Routing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0607420" y="9127947"/>
            <a:ext cx="10699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</a:pP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0" b="1" i="1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2381483" y="90130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69" h="758825">
                <a:moveTo>
                  <a:pt x="1980819" y="0"/>
                </a:moveTo>
                <a:lnTo>
                  <a:pt x="52197" y="0"/>
                </a:lnTo>
                <a:lnTo>
                  <a:pt x="31878" y="4104"/>
                </a:lnTo>
                <a:lnTo>
                  <a:pt x="15287" y="15298"/>
                </a:lnTo>
                <a:lnTo>
                  <a:pt x="4101" y="31905"/>
                </a:lnTo>
                <a:lnTo>
                  <a:pt x="0" y="52247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7" y="758367"/>
                </a:lnTo>
                <a:lnTo>
                  <a:pt x="1980819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3" y="706094"/>
                </a:lnTo>
                <a:lnTo>
                  <a:pt x="2033143" y="52247"/>
                </a:lnTo>
                <a:lnTo>
                  <a:pt x="2029021" y="31905"/>
                </a:lnTo>
                <a:lnTo>
                  <a:pt x="2017791" y="15298"/>
                </a:lnTo>
                <a:lnTo>
                  <a:pt x="2001156" y="4104"/>
                </a:lnTo>
                <a:lnTo>
                  <a:pt x="198081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12664185" y="9006027"/>
            <a:ext cx="146812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Consumption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45" b="1" i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00" spc="9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Booking </a:t>
            </a:r>
            <a:r>
              <a:rPr dirty="0" sz="1600" spc="200" b="1" i="1">
                <a:solidFill>
                  <a:srgbClr val="FFFFFF"/>
                </a:solidFill>
                <a:latin typeface="Calibri"/>
                <a:cs typeface="Calibri"/>
              </a:rPr>
              <a:t>Forecast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1379092" y="90130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9" y="0"/>
                </a:moveTo>
                <a:lnTo>
                  <a:pt x="52196" y="0"/>
                </a:lnTo>
                <a:lnTo>
                  <a:pt x="31878" y="4104"/>
                </a:lnTo>
                <a:lnTo>
                  <a:pt x="15287" y="15298"/>
                </a:lnTo>
                <a:lnTo>
                  <a:pt x="4101" y="31905"/>
                </a:lnTo>
                <a:lnTo>
                  <a:pt x="0" y="52247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6" y="758367"/>
                </a:lnTo>
                <a:lnTo>
                  <a:pt x="1980819" y="758367"/>
                </a:lnTo>
                <a:lnTo>
                  <a:pt x="2001137" y="754259"/>
                </a:lnTo>
                <a:lnTo>
                  <a:pt x="2017728" y="743056"/>
                </a:lnTo>
                <a:lnTo>
                  <a:pt x="2028914" y="726440"/>
                </a:lnTo>
                <a:lnTo>
                  <a:pt x="2033016" y="706094"/>
                </a:lnTo>
                <a:lnTo>
                  <a:pt x="2033016" y="52247"/>
                </a:lnTo>
                <a:lnTo>
                  <a:pt x="2028914" y="31905"/>
                </a:lnTo>
                <a:lnTo>
                  <a:pt x="2017728" y="15298"/>
                </a:lnTo>
                <a:lnTo>
                  <a:pt x="2001137" y="4104"/>
                </a:lnTo>
                <a:lnTo>
                  <a:pt x="1980819" y="0"/>
                </a:lnTo>
                <a:close/>
              </a:path>
            </a:pathLst>
          </a:custGeom>
          <a:solidFill>
            <a:srgbClr val="0D9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1651761" y="9127947"/>
            <a:ext cx="14865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17804">
              <a:lnSpc>
                <a:spcPct val="100000"/>
              </a:lnSpc>
              <a:spcBef>
                <a:spcPts val="95"/>
              </a:spcBef>
            </a:pPr>
            <a:r>
              <a:rPr dirty="0" sz="1600" spc="200" b="1" i="1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1600" spc="9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pipegen</a:t>
            </a:r>
            <a:r>
              <a:rPr dirty="0" sz="1600" spc="7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dash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14650465" y="90130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69" h="758825">
                <a:moveTo>
                  <a:pt x="1980819" y="0"/>
                </a:moveTo>
                <a:lnTo>
                  <a:pt x="52324" y="0"/>
                </a:lnTo>
                <a:lnTo>
                  <a:pt x="31932" y="4104"/>
                </a:lnTo>
                <a:lnTo>
                  <a:pt x="15303" y="15298"/>
                </a:lnTo>
                <a:lnTo>
                  <a:pt x="4103" y="31905"/>
                </a:lnTo>
                <a:lnTo>
                  <a:pt x="0" y="52247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4" y="758367"/>
                </a:lnTo>
                <a:lnTo>
                  <a:pt x="1980819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3" y="706094"/>
                </a:lnTo>
                <a:lnTo>
                  <a:pt x="2033143" y="52247"/>
                </a:lnTo>
                <a:lnTo>
                  <a:pt x="2029021" y="31905"/>
                </a:lnTo>
                <a:lnTo>
                  <a:pt x="2017791" y="15298"/>
                </a:lnTo>
                <a:lnTo>
                  <a:pt x="2001156" y="4104"/>
                </a:lnTo>
                <a:lnTo>
                  <a:pt x="1980819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 txBox="1"/>
          <p:nvPr/>
        </p:nvSpPr>
        <p:spPr>
          <a:xfrm>
            <a:off x="14761210" y="9006027"/>
            <a:ext cx="181165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175" b="1" i="1">
                <a:solidFill>
                  <a:srgbClr val="FFFFFF"/>
                </a:solidFill>
                <a:latin typeface="Calibri"/>
                <a:cs typeface="Calibri"/>
              </a:rPr>
              <a:t>Smart/Self</a:t>
            </a:r>
            <a:r>
              <a:rPr dirty="0" sz="1600" spc="1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0" b="1" i="1">
                <a:solidFill>
                  <a:srgbClr val="FFFFFF"/>
                </a:solidFill>
                <a:latin typeface="Calibri"/>
                <a:cs typeface="Calibri"/>
              </a:rPr>
              <a:t>Serve</a:t>
            </a:r>
            <a:r>
              <a:rPr dirty="0" sz="1600" spc="19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Provision</a:t>
            </a:r>
            <a:r>
              <a:rPr dirty="0" sz="1600" spc="1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600" spc="235" b="1" i="1">
                <a:solidFill>
                  <a:srgbClr val="FFFFFF"/>
                </a:solidFill>
                <a:latin typeface="Calibri"/>
                <a:cs typeface="Calibri"/>
              </a:rPr>
              <a:t>Commits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5764657" y="9013063"/>
            <a:ext cx="2033270" cy="758825"/>
          </a:xfrm>
          <a:custGeom>
            <a:avLst/>
            <a:gdLst/>
            <a:ahLst/>
            <a:cxnLst/>
            <a:rect l="l" t="t" r="r" b="b"/>
            <a:pathLst>
              <a:path w="2033270" h="758825">
                <a:moveTo>
                  <a:pt x="1980818" y="0"/>
                </a:moveTo>
                <a:lnTo>
                  <a:pt x="52323" y="0"/>
                </a:lnTo>
                <a:lnTo>
                  <a:pt x="31932" y="4104"/>
                </a:lnTo>
                <a:lnTo>
                  <a:pt x="15303" y="15298"/>
                </a:lnTo>
                <a:lnTo>
                  <a:pt x="4103" y="31905"/>
                </a:lnTo>
                <a:lnTo>
                  <a:pt x="0" y="52247"/>
                </a:lnTo>
                <a:lnTo>
                  <a:pt x="0" y="706094"/>
                </a:lnTo>
                <a:lnTo>
                  <a:pt x="4103" y="726440"/>
                </a:lnTo>
                <a:lnTo>
                  <a:pt x="15303" y="743056"/>
                </a:lnTo>
                <a:lnTo>
                  <a:pt x="31932" y="754259"/>
                </a:lnTo>
                <a:lnTo>
                  <a:pt x="52323" y="758367"/>
                </a:lnTo>
                <a:lnTo>
                  <a:pt x="1980818" y="758367"/>
                </a:lnTo>
                <a:lnTo>
                  <a:pt x="2001156" y="754259"/>
                </a:lnTo>
                <a:lnTo>
                  <a:pt x="2017791" y="743056"/>
                </a:lnTo>
                <a:lnTo>
                  <a:pt x="2029021" y="726440"/>
                </a:lnTo>
                <a:lnTo>
                  <a:pt x="2033142" y="706094"/>
                </a:lnTo>
                <a:lnTo>
                  <a:pt x="2033142" y="52247"/>
                </a:lnTo>
                <a:lnTo>
                  <a:pt x="2029021" y="31905"/>
                </a:lnTo>
                <a:lnTo>
                  <a:pt x="2017791" y="15298"/>
                </a:lnTo>
                <a:lnTo>
                  <a:pt x="2001156" y="4104"/>
                </a:lnTo>
                <a:lnTo>
                  <a:pt x="1980818" y="0"/>
                </a:lnTo>
                <a:close/>
              </a:path>
            </a:pathLst>
          </a:custGeom>
          <a:solidFill>
            <a:srgbClr val="604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 txBox="1"/>
          <p:nvPr/>
        </p:nvSpPr>
        <p:spPr>
          <a:xfrm>
            <a:off x="6025388" y="9127947"/>
            <a:ext cx="151193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655" marR="5080" indent="-21590">
              <a:lnSpc>
                <a:spcPct val="100000"/>
              </a:lnSpc>
              <a:spcBef>
                <a:spcPts val="95"/>
              </a:spcBef>
            </a:pPr>
            <a:r>
              <a:rPr dirty="0" sz="1600" spc="225" b="1" i="1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dirty="0" sz="1600" spc="10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5" b="1" i="1">
                <a:solidFill>
                  <a:srgbClr val="FFFFFF"/>
                </a:solidFill>
                <a:latin typeface="Calibri"/>
                <a:cs typeface="Calibri"/>
              </a:rPr>
              <a:t>Usage</a:t>
            </a:r>
            <a:r>
              <a:rPr dirty="0" sz="1600" spc="95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b="1" i="1">
                <a:solidFill>
                  <a:srgbClr val="FFFFFF"/>
                </a:solidFill>
                <a:latin typeface="Calibri"/>
                <a:cs typeface="Calibri"/>
              </a:rPr>
              <a:t>Consumption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7902702" y="9013063"/>
            <a:ext cx="2034539" cy="758825"/>
          </a:xfrm>
          <a:custGeom>
            <a:avLst/>
            <a:gdLst/>
            <a:ahLst/>
            <a:cxnLst/>
            <a:rect l="l" t="t" r="r" b="b"/>
            <a:pathLst>
              <a:path w="2034540" h="758825">
                <a:moveTo>
                  <a:pt x="1981962" y="0"/>
                </a:moveTo>
                <a:lnTo>
                  <a:pt x="52197" y="0"/>
                </a:lnTo>
                <a:lnTo>
                  <a:pt x="31878" y="4104"/>
                </a:lnTo>
                <a:lnTo>
                  <a:pt x="15287" y="15298"/>
                </a:lnTo>
                <a:lnTo>
                  <a:pt x="4101" y="31905"/>
                </a:lnTo>
                <a:lnTo>
                  <a:pt x="0" y="52247"/>
                </a:lnTo>
                <a:lnTo>
                  <a:pt x="0" y="706094"/>
                </a:lnTo>
                <a:lnTo>
                  <a:pt x="4101" y="726440"/>
                </a:lnTo>
                <a:lnTo>
                  <a:pt x="15287" y="743056"/>
                </a:lnTo>
                <a:lnTo>
                  <a:pt x="31878" y="754259"/>
                </a:lnTo>
                <a:lnTo>
                  <a:pt x="52197" y="758367"/>
                </a:lnTo>
                <a:lnTo>
                  <a:pt x="1981962" y="758367"/>
                </a:lnTo>
                <a:lnTo>
                  <a:pt x="2002353" y="754259"/>
                </a:lnTo>
                <a:lnTo>
                  <a:pt x="2018982" y="743056"/>
                </a:lnTo>
                <a:lnTo>
                  <a:pt x="2030182" y="726440"/>
                </a:lnTo>
                <a:lnTo>
                  <a:pt x="2034286" y="706094"/>
                </a:lnTo>
                <a:lnTo>
                  <a:pt x="2034286" y="52247"/>
                </a:lnTo>
                <a:lnTo>
                  <a:pt x="2030182" y="31905"/>
                </a:lnTo>
                <a:lnTo>
                  <a:pt x="2018982" y="15298"/>
                </a:lnTo>
                <a:lnTo>
                  <a:pt x="2002353" y="4104"/>
                </a:lnTo>
                <a:lnTo>
                  <a:pt x="1981962" y="0"/>
                </a:lnTo>
                <a:close/>
              </a:path>
            </a:pathLst>
          </a:custGeom>
          <a:solidFill>
            <a:srgbClr val="604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8017891" y="9006027"/>
            <a:ext cx="180403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600" spc="185" b="1" i="1">
                <a:solidFill>
                  <a:srgbClr val="FFFFFF"/>
                </a:solidFill>
                <a:latin typeface="Calibri"/>
                <a:cs typeface="Calibri"/>
              </a:rPr>
              <a:t>Acct.</a:t>
            </a:r>
            <a:r>
              <a:rPr dirty="0" sz="1600" spc="114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Streaming:</a:t>
            </a:r>
            <a:r>
              <a:rPr dirty="0" sz="1600" spc="18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b="1" i="1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dirty="0" sz="1600" spc="140" b="1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b="1" i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600" spc="160" b="1" i="1">
                <a:solidFill>
                  <a:srgbClr val="FFFFFF"/>
                </a:solidFill>
                <a:latin typeface="Calibri"/>
                <a:cs typeface="Calibri"/>
              </a:rPr>
              <a:t>Alerts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7865109" y="4766563"/>
            <a:ext cx="264414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180" b="1">
                <a:solidFill>
                  <a:srgbClr val="173360"/>
                </a:solidFill>
                <a:latin typeface="Calibri"/>
                <a:cs typeface="Calibri"/>
              </a:rPr>
              <a:t>ksqlDB</a:t>
            </a:r>
            <a:r>
              <a:rPr dirty="0" sz="1400" spc="180" b="1">
                <a:solidFill>
                  <a:srgbClr val="173360"/>
                </a:solidFill>
                <a:latin typeface="Malgun Gothic"/>
                <a:cs typeface="Malgun Gothic"/>
              </a:rPr>
              <a:t>의</a:t>
            </a:r>
            <a:r>
              <a:rPr dirty="0" sz="1400" spc="-9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75" b="1">
                <a:solidFill>
                  <a:srgbClr val="173360"/>
                </a:solidFill>
                <a:latin typeface="Calibri"/>
                <a:cs typeface="Calibri"/>
              </a:rPr>
              <a:t>SQL</a:t>
            </a:r>
            <a:r>
              <a:rPr dirty="0" sz="1400" spc="175" b="1">
                <a:solidFill>
                  <a:srgbClr val="173360"/>
                </a:solidFill>
                <a:latin typeface="Malgun Gothic"/>
                <a:cs typeface="Malgun Gothic"/>
              </a:rPr>
              <a:t>을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활용하여</a:t>
            </a:r>
            <a:r>
              <a:rPr dirty="0" sz="1400" spc="-9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이동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중인</a:t>
            </a:r>
            <a:r>
              <a:rPr dirty="0" sz="1400" spc="-10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데이터의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05" b="1">
                <a:solidFill>
                  <a:srgbClr val="173360"/>
                </a:solidFill>
                <a:latin typeface="Calibri"/>
                <a:cs typeface="Calibri"/>
              </a:rPr>
              <a:t>join,</a:t>
            </a:r>
            <a:r>
              <a:rPr dirty="0" sz="1400" spc="45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135" b="1">
                <a:solidFill>
                  <a:srgbClr val="173360"/>
                </a:solidFill>
                <a:latin typeface="Calibri"/>
                <a:cs typeface="Calibri"/>
              </a:rPr>
              <a:t>enrich, </a:t>
            </a:r>
            <a:r>
              <a:rPr dirty="0" sz="1400" spc="165" b="1">
                <a:solidFill>
                  <a:srgbClr val="173360"/>
                </a:solidFill>
                <a:latin typeface="Calibri"/>
                <a:cs typeface="Calibri"/>
              </a:rPr>
              <a:t>transform</a:t>
            </a:r>
            <a:r>
              <a:rPr dirty="0" sz="1400" spc="8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165" b="1">
                <a:solidFill>
                  <a:srgbClr val="173360"/>
                </a:solidFill>
                <a:latin typeface="Calibri"/>
                <a:cs typeface="Calibri"/>
              </a:rPr>
              <a:t>analyze</a:t>
            </a:r>
            <a:r>
              <a:rPr dirty="0" sz="1400" spc="90" b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수행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7781290" y="6952233"/>
            <a:ext cx="284670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1400" spc="-10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다운스트림</a:t>
            </a:r>
            <a:r>
              <a:rPr dirty="0" sz="1400" spc="-1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 b="1">
                <a:solidFill>
                  <a:srgbClr val="173360"/>
                </a:solidFill>
                <a:latin typeface="Malgun Gothic"/>
                <a:cs typeface="Malgun Gothic"/>
              </a:rPr>
              <a:t>시스템에서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데이터가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일관되고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사용 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가능하도록</a:t>
            </a:r>
            <a:r>
              <a:rPr dirty="0" sz="1400" spc="-1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 b="1">
                <a:solidFill>
                  <a:srgbClr val="173360"/>
                </a:solidFill>
                <a:latin typeface="Malgun Gothic"/>
                <a:cs typeface="Malgun Gothic"/>
              </a:rPr>
              <a:t>보장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8665718" y="2527935"/>
            <a:ext cx="5123180" cy="6914515"/>
            <a:chOff x="8665718" y="2527935"/>
            <a:chExt cx="5123180" cy="6914515"/>
          </a:xfrm>
        </p:grpSpPr>
        <p:pic>
          <p:nvPicPr>
            <p:cNvPr id="87" name="object 8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65718" y="6125714"/>
              <a:ext cx="580745" cy="102492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8733917" y="3693553"/>
              <a:ext cx="4250055" cy="3117215"/>
            </a:xfrm>
            <a:custGeom>
              <a:avLst/>
              <a:gdLst/>
              <a:ahLst/>
              <a:cxnLst/>
              <a:rect l="l" t="t" r="r" b="b"/>
              <a:pathLst>
                <a:path w="4250055" h="3117215">
                  <a:moveTo>
                    <a:pt x="888238" y="2672702"/>
                  </a:moveTo>
                  <a:lnTo>
                    <a:pt x="885672" y="2625521"/>
                  </a:lnTo>
                  <a:lnTo>
                    <a:pt x="885621" y="2624429"/>
                  </a:lnTo>
                  <a:lnTo>
                    <a:pt x="877963" y="2577642"/>
                  </a:lnTo>
                  <a:lnTo>
                    <a:pt x="865543" y="2532596"/>
                  </a:lnTo>
                  <a:lnTo>
                    <a:pt x="848614" y="2489568"/>
                  </a:lnTo>
                  <a:lnTo>
                    <a:pt x="827481" y="2448852"/>
                  </a:lnTo>
                  <a:lnTo>
                    <a:pt x="818057" y="2434539"/>
                  </a:lnTo>
                  <a:lnTo>
                    <a:pt x="818057" y="2641244"/>
                  </a:lnTo>
                  <a:lnTo>
                    <a:pt x="817714" y="2641244"/>
                  </a:lnTo>
                  <a:lnTo>
                    <a:pt x="817714" y="2709532"/>
                  </a:lnTo>
                  <a:lnTo>
                    <a:pt x="817079" y="2719616"/>
                  </a:lnTo>
                  <a:lnTo>
                    <a:pt x="808482" y="2764853"/>
                  </a:lnTo>
                  <a:lnTo>
                    <a:pt x="794588" y="2808046"/>
                  </a:lnTo>
                  <a:lnTo>
                    <a:pt x="775766" y="2848851"/>
                  </a:lnTo>
                  <a:lnTo>
                    <a:pt x="752386" y="2886900"/>
                  </a:lnTo>
                  <a:lnTo>
                    <a:pt x="724789" y="2921812"/>
                  </a:lnTo>
                  <a:lnTo>
                    <a:pt x="693343" y="2953258"/>
                  </a:lnTo>
                  <a:lnTo>
                    <a:pt x="658431" y="2980855"/>
                  </a:lnTo>
                  <a:lnTo>
                    <a:pt x="620382" y="3004235"/>
                  </a:lnTo>
                  <a:lnTo>
                    <a:pt x="579577" y="3023057"/>
                  </a:lnTo>
                  <a:lnTo>
                    <a:pt x="564172" y="3028010"/>
                  </a:lnTo>
                  <a:lnTo>
                    <a:pt x="589026" y="2986900"/>
                  </a:lnTo>
                  <a:lnTo>
                    <a:pt x="607237" y="2942475"/>
                  </a:lnTo>
                  <a:lnTo>
                    <a:pt x="622236" y="2894215"/>
                  </a:lnTo>
                  <a:lnTo>
                    <a:pt x="633984" y="2842615"/>
                  </a:lnTo>
                  <a:lnTo>
                    <a:pt x="642416" y="2788170"/>
                  </a:lnTo>
                  <a:lnTo>
                    <a:pt x="647509" y="2731376"/>
                  </a:lnTo>
                  <a:lnTo>
                    <a:pt x="648144" y="2709532"/>
                  </a:lnTo>
                  <a:lnTo>
                    <a:pt x="817714" y="2709532"/>
                  </a:lnTo>
                  <a:lnTo>
                    <a:pt x="817714" y="2641244"/>
                  </a:lnTo>
                  <a:lnTo>
                    <a:pt x="648309" y="2641244"/>
                  </a:lnTo>
                  <a:lnTo>
                    <a:pt x="647509" y="2613456"/>
                  </a:lnTo>
                  <a:lnTo>
                    <a:pt x="642416" y="2556306"/>
                  </a:lnTo>
                  <a:lnTo>
                    <a:pt x="633984" y="2501747"/>
                  </a:lnTo>
                  <a:lnTo>
                    <a:pt x="622236" y="2450274"/>
                  </a:lnTo>
                  <a:lnTo>
                    <a:pt x="607237" y="2402357"/>
                  </a:lnTo>
                  <a:lnTo>
                    <a:pt x="589026" y="2358504"/>
                  </a:lnTo>
                  <a:lnTo>
                    <a:pt x="579843" y="2343048"/>
                  </a:lnTo>
                  <a:lnTo>
                    <a:pt x="579843" y="2641244"/>
                  </a:lnTo>
                  <a:lnTo>
                    <a:pt x="579666" y="2641244"/>
                  </a:lnTo>
                  <a:lnTo>
                    <a:pt x="579666" y="2709532"/>
                  </a:lnTo>
                  <a:lnTo>
                    <a:pt x="579196" y="2725724"/>
                  </a:lnTo>
                  <a:lnTo>
                    <a:pt x="574560" y="2777642"/>
                  </a:lnTo>
                  <a:lnTo>
                    <a:pt x="566966" y="2827578"/>
                  </a:lnTo>
                  <a:lnTo>
                    <a:pt x="556526" y="2874695"/>
                  </a:lnTo>
                  <a:lnTo>
                    <a:pt x="543356" y="2918104"/>
                  </a:lnTo>
                  <a:lnTo>
                    <a:pt x="527558" y="2956928"/>
                  </a:lnTo>
                  <a:lnTo>
                    <a:pt x="504126" y="2999473"/>
                  </a:lnTo>
                  <a:lnTo>
                    <a:pt x="461454" y="3043605"/>
                  </a:lnTo>
                  <a:lnTo>
                    <a:pt x="444246" y="3048495"/>
                  </a:lnTo>
                  <a:lnTo>
                    <a:pt x="426758" y="3043605"/>
                  </a:lnTo>
                  <a:lnTo>
                    <a:pt x="383159" y="2999473"/>
                  </a:lnTo>
                  <a:lnTo>
                    <a:pt x="359537" y="2956928"/>
                  </a:lnTo>
                  <a:lnTo>
                    <a:pt x="343827" y="2918104"/>
                  </a:lnTo>
                  <a:lnTo>
                    <a:pt x="330885" y="2874695"/>
                  </a:lnTo>
                  <a:lnTo>
                    <a:pt x="323456" y="2840164"/>
                  </a:lnTo>
                  <a:lnTo>
                    <a:pt x="323456" y="3027743"/>
                  </a:lnTo>
                  <a:lnTo>
                    <a:pt x="268097" y="3004235"/>
                  </a:lnTo>
                  <a:lnTo>
                    <a:pt x="230047" y="2980855"/>
                  </a:lnTo>
                  <a:lnTo>
                    <a:pt x="195135" y="2953258"/>
                  </a:lnTo>
                  <a:lnTo>
                    <a:pt x="163690" y="2921812"/>
                  </a:lnTo>
                  <a:lnTo>
                    <a:pt x="136093" y="2886900"/>
                  </a:lnTo>
                  <a:lnTo>
                    <a:pt x="112712" y="2848851"/>
                  </a:lnTo>
                  <a:lnTo>
                    <a:pt x="93891" y="2808046"/>
                  </a:lnTo>
                  <a:lnTo>
                    <a:pt x="79997" y="2764853"/>
                  </a:lnTo>
                  <a:lnTo>
                    <a:pt x="71399" y="2719616"/>
                  </a:lnTo>
                  <a:lnTo>
                    <a:pt x="70764" y="2709532"/>
                  </a:lnTo>
                  <a:lnTo>
                    <a:pt x="240334" y="2709532"/>
                  </a:lnTo>
                  <a:lnTo>
                    <a:pt x="240969" y="2731376"/>
                  </a:lnTo>
                  <a:lnTo>
                    <a:pt x="246062" y="2788170"/>
                  </a:lnTo>
                  <a:lnTo>
                    <a:pt x="254482" y="2842615"/>
                  </a:lnTo>
                  <a:lnTo>
                    <a:pt x="266204" y="2894215"/>
                  </a:lnTo>
                  <a:lnTo>
                    <a:pt x="281165" y="2942475"/>
                  </a:lnTo>
                  <a:lnTo>
                    <a:pt x="299339" y="2986900"/>
                  </a:lnTo>
                  <a:lnTo>
                    <a:pt x="323456" y="3027743"/>
                  </a:lnTo>
                  <a:lnTo>
                    <a:pt x="323456" y="2840164"/>
                  </a:lnTo>
                  <a:lnTo>
                    <a:pt x="320751" y="2827578"/>
                  </a:lnTo>
                  <a:lnTo>
                    <a:pt x="313461" y="2777642"/>
                  </a:lnTo>
                  <a:lnTo>
                    <a:pt x="309067" y="2725724"/>
                  </a:lnTo>
                  <a:lnTo>
                    <a:pt x="308610" y="2709532"/>
                  </a:lnTo>
                  <a:lnTo>
                    <a:pt x="579666" y="2709532"/>
                  </a:lnTo>
                  <a:lnTo>
                    <a:pt x="579666" y="2641244"/>
                  </a:lnTo>
                  <a:lnTo>
                    <a:pt x="308444" y="2641244"/>
                  </a:lnTo>
                  <a:lnTo>
                    <a:pt x="309054" y="2619197"/>
                  </a:lnTo>
                  <a:lnTo>
                    <a:pt x="313436" y="2567076"/>
                  </a:lnTo>
                  <a:lnTo>
                    <a:pt x="320675" y="2517089"/>
                  </a:lnTo>
                  <a:lnTo>
                    <a:pt x="330758" y="2469946"/>
                  </a:lnTo>
                  <a:lnTo>
                    <a:pt x="343827" y="2425928"/>
                  </a:lnTo>
                  <a:lnTo>
                    <a:pt x="359537" y="2387079"/>
                  </a:lnTo>
                  <a:lnTo>
                    <a:pt x="383362" y="2344763"/>
                  </a:lnTo>
                  <a:lnTo>
                    <a:pt x="427342" y="2301595"/>
                  </a:lnTo>
                  <a:lnTo>
                    <a:pt x="444246" y="2296909"/>
                  </a:lnTo>
                  <a:lnTo>
                    <a:pt x="460146" y="2301595"/>
                  </a:lnTo>
                  <a:lnTo>
                    <a:pt x="503212" y="2344763"/>
                  </a:lnTo>
                  <a:lnTo>
                    <a:pt x="527558" y="2387079"/>
                  </a:lnTo>
                  <a:lnTo>
                    <a:pt x="543356" y="2426373"/>
                  </a:lnTo>
                  <a:lnTo>
                    <a:pt x="556526" y="2469946"/>
                  </a:lnTo>
                  <a:lnTo>
                    <a:pt x="566864" y="2516606"/>
                  </a:lnTo>
                  <a:lnTo>
                    <a:pt x="574522" y="2566797"/>
                  </a:lnTo>
                  <a:lnTo>
                    <a:pt x="579196" y="2619197"/>
                  </a:lnTo>
                  <a:lnTo>
                    <a:pt x="579843" y="2641244"/>
                  </a:lnTo>
                  <a:lnTo>
                    <a:pt x="579843" y="2343048"/>
                  </a:lnTo>
                  <a:lnTo>
                    <a:pt x="564629" y="2317419"/>
                  </a:lnTo>
                  <a:lnTo>
                    <a:pt x="579577" y="2322182"/>
                  </a:lnTo>
                  <a:lnTo>
                    <a:pt x="620382" y="2340902"/>
                  </a:lnTo>
                  <a:lnTo>
                    <a:pt x="658431" y="2364181"/>
                  </a:lnTo>
                  <a:lnTo>
                    <a:pt x="693343" y="2391676"/>
                  </a:lnTo>
                  <a:lnTo>
                    <a:pt x="724789" y="2423033"/>
                  </a:lnTo>
                  <a:lnTo>
                    <a:pt x="752386" y="2457907"/>
                  </a:lnTo>
                  <a:lnTo>
                    <a:pt x="775766" y="2495943"/>
                  </a:lnTo>
                  <a:lnTo>
                    <a:pt x="794588" y="2536799"/>
                  </a:lnTo>
                  <a:lnTo>
                    <a:pt x="808482" y="2580106"/>
                  </a:lnTo>
                  <a:lnTo>
                    <a:pt x="817079" y="2625521"/>
                  </a:lnTo>
                  <a:lnTo>
                    <a:pt x="818057" y="2641244"/>
                  </a:lnTo>
                  <a:lnTo>
                    <a:pt x="818057" y="2434539"/>
                  </a:lnTo>
                  <a:lnTo>
                    <a:pt x="773633" y="2375420"/>
                  </a:lnTo>
                  <a:lnTo>
                    <a:pt x="741476" y="2343251"/>
                  </a:lnTo>
                  <a:lnTo>
                    <a:pt x="706196" y="2314473"/>
                  </a:lnTo>
                  <a:lnTo>
                    <a:pt x="668058" y="2289378"/>
                  </a:lnTo>
                  <a:lnTo>
                    <a:pt x="627354" y="2268220"/>
                  </a:lnTo>
                  <a:lnTo>
                    <a:pt x="584339" y="2251291"/>
                  </a:lnTo>
                  <a:lnTo>
                    <a:pt x="539305" y="2238870"/>
                  </a:lnTo>
                  <a:lnTo>
                    <a:pt x="492506" y="2231199"/>
                  </a:lnTo>
                  <a:lnTo>
                    <a:pt x="444246" y="2228583"/>
                  </a:lnTo>
                  <a:lnTo>
                    <a:pt x="395960" y="2231199"/>
                  </a:lnTo>
                  <a:lnTo>
                    <a:pt x="349161" y="2238870"/>
                  </a:lnTo>
                  <a:lnTo>
                    <a:pt x="323291" y="2246007"/>
                  </a:lnTo>
                  <a:lnTo>
                    <a:pt x="323291" y="2317585"/>
                  </a:lnTo>
                  <a:lnTo>
                    <a:pt x="299339" y="2358504"/>
                  </a:lnTo>
                  <a:lnTo>
                    <a:pt x="281165" y="2402357"/>
                  </a:lnTo>
                  <a:lnTo>
                    <a:pt x="266204" y="2450274"/>
                  </a:lnTo>
                  <a:lnTo>
                    <a:pt x="254482" y="2501747"/>
                  </a:lnTo>
                  <a:lnTo>
                    <a:pt x="246062" y="2556306"/>
                  </a:lnTo>
                  <a:lnTo>
                    <a:pt x="240969" y="2613456"/>
                  </a:lnTo>
                  <a:lnTo>
                    <a:pt x="240169" y="2641244"/>
                  </a:lnTo>
                  <a:lnTo>
                    <a:pt x="70408" y="2641244"/>
                  </a:lnTo>
                  <a:lnTo>
                    <a:pt x="79997" y="2580106"/>
                  </a:lnTo>
                  <a:lnTo>
                    <a:pt x="93891" y="2536799"/>
                  </a:lnTo>
                  <a:lnTo>
                    <a:pt x="112712" y="2495943"/>
                  </a:lnTo>
                  <a:lnTo>
                    <a:pt x="136093" y="2457907"/>
                  </a:lnTo>
                  <a:lnTo>
                    <a:pt x="163690" y="2423033"/>
                  </a:lnTo>
                  <a:lnTo>
                    <a:pt x="195135" y="2391676"/>
                  </a:lnTo>
                  <a:lnTo>
                    <a:pt x="230047" y="2364181"/>
                  </a:lnTo>
                  <a:lnTo>
                    <a:pt x="268097" y="2340902"/>
                  </a:lnTo>
                  <a:lnTo>
                    <a:pt x="308902" y="2322182"/>
                  </a:lnTo>
                  <a:lnTo>
                    <a:pt x="323291" y="2317585"/>
                  </a:lnTo>
                  <a:lnTo>
                    <a:pt x="323291" y="2246007"/>
                  </a:lnTo>
                  <a:lnTo>
                    <a:pt x="261086" y="2268220"/>
                  </a:lnTo>
                  <a:lnTo>
                    <a:pt x="220357" y="2289378"/>
                  </a:lnTo>
                  <a:lnTo>
                    <a:pt x="182194" y="2314473"/>
                  </a:lnTo>
                  <a:lnTo>
                    <a:pt x="146888" y="2343251"/>
                  </a:lnTo>
                  <a:lnTo>
                    <a:pt x="114706" y="2375420"/>
                  </a:lnTo>
                  <a:lnTo>
                    <a:pt x="85928" y="2410714"/>
                  </a:lnTo>
                  <a:lnTo>
                    <a:pt x="60807" y="2448852"/>
                  </a:lnTo>
                  <a:lnTo>
                    <a:pt x="39649" y="2489568"/>
                  </a:lnTo>
                  <a:lnTo>
                    <a:pt x="22707" y="2532596"/>
                  </a:lnTo>
                  <a:lnTo>
                    <a:pt x="10274" y="2577642"/>
                  </a:lnTo>
                  <a:lnTo>
                    <a:pt x="2603" y="2624429"/>
                  </a:lnTo>
                  <a:lnTo>
                    <a:pt x="0" y="2672702"/>
                  </a:lnTo>
                  <a:lnTo>
                    <a:pt x="2552" y="2719616"/>
                  </a:lnTo>
                  <a:lnTo>
                    <a:pt x="2603" y="2720733"/>
                  </a:lnTo>
                  <a:lnTo>
                    <a:pt x="10274" y="2767355"/>
                  </a:lnTo>
                  <a:lnTo>
                    <a:pt x="22707" y="2812275"/>
                  </a:lnTo>
                  <a:lnTo>
                    <a:pt x="39649" y="2855214"/>
                  </a:lnTo>
                  <a:lnTo>
                    <a:pt x="60807" y="2895904"/>
                  </a:lnTo>
                  <a:lnTo>
                    <a:pt x="85928" y="2934055"/>
                  </a:lnTo>
                  <a:lnTo>
                    <a:pt x="114706" y="2969387"/>
                  </a:lnTo>
                  <a:lnTo>
                    <a:pt x="146888" y="3001619"/>
                  </a:lnTo>
                  <a:lnTo>
                    <a:pt x="182194" y="3030461"/>
                  </a:lnTo>
                  <a:lnTo>
                    <a:pt x="220357" y="3055632"/>
                  </a:lnTo>
                  <a:lnTo>
                    <a:pt x="261086" y="3076867"/>
                  </a:lnTo>
                  <a:lnTo>
                    <a:pt x="304114" y="3093872"/>
                  </a:lnTo>
                  <a:lnTo>
                    <a:pt x="349161" y="3106369"/>
                  </a:lnTo>
                  <a:lnTo>
                    <a:pt x="395960" y="3114065"/>
                  </a:lnTo>
                  <a:lnTo>
                    <a:pt x="444246" y="3116694"/>
                  </a:lnTo>
                  <a:lnTo>
                    <a:pt x="492506" y="3114065"/>
                  </a:lnTo>
                  <a:lnTo>
                    <a:pt x="539305" y="3106369"/>
                  </a:lnTo>
                  <a:lnTo>
                    <a:pt x="584339" y="3093872"/>
                  </a:lnTo>
                  <a:lnTo>
                    <a:pt x="627354" y="3076867"/>
                  </a:lnTo>
                  <a:lnTo>
                    <a:pt x="668058" y="3055632"/>
                  </a:lnTo>
                  <a:lnTo>
                    <a:pt x="678865" y="3048495"/>
                  </a:lnTo>
                  <a:lnTo>
                    <a:pt x="706196" y="3030461"/>
                  </a:lnTo>
                  <a:lnTo>
                    <a:pt x="741476" y="3001619"/>
                  </a:lnTo>
                  <a:lnTo>
                    <a:pt x="773633" y="2969387"/>
                  </a:lnTo>
                  <a:lnTo>
                    <a:pt x="802386" y="2934055"/>
                  </a:lnTo>
                  <a:lnTo>
                    <a:pt x="827481" y="2895904"/>
                  </a:lnTo>
                  <a:lnTo>
                    <a:pt x="848614" y="2855214"/>
                  </a:lnTo>
                  <a:lnTo>
                    <a:pt x="865543" y="2812275"/>
                  </a:lnTo>
                  <a:lnTo>
                    <a:pt x="877963" y="2767355"/>
                  </a:lnTo>
                  <a:lnTo>
                    <a:pt x="885621" y="2720733"/>
                  </a:lnTo>
                  <a:lnTo>
                    <a:pt x="888238" y="2672702"/>
                  </a:lnTo>
                  <a:close/>
                </a:path>
                <a:path w="4250055" h="3117215">
                  <a:moveTo>
                    <a:pt x="4249928" y="39230"/>
                  </a:moveTo>
                  <a:lnTo>
                    <a:pt x="4246778" y="24155"/>
                  </a:lnTo>
                  <a:lnTo>
                    <a:pt x="4238269" y="11658"/>
                  </a:lnTo>
                  <a:lnTo>
                    <a:pt x="4225810" y="3136"/>
                  </a:lnTo>
                  <a:lnTo>
                    <a:pt x="4210812" y="0"/>
                  </a:lnTo>
                  <a:lnTo>
                    <a:pt x="4210812" y="39230"/>
                  </a:lnTo>
                  <a:lnTo>
                    <a:pt x="4210812" y="323964"/>
                  </a:lnTo>
                  <a:lnTo>
                    <a:pt x="3779393" y="323964"/>
                  </a:lnTo>
                  <a:lnTo>
                    <a:pt x="3779393" y="39230"/>
                  </a:lnTo>
                  <a:lnTo>
                    <a:pt x="4210812" y="39230"/>
                  </a:lnTo>
                  <a:lnTo>
                    <a:pt x="4210812" y="0"/>
                  </a:lnTo>
                  <a:lnTo>
                    <a:pt x="3779393" y="0"/>
                  </a:lnTo>
                  <a:lnTo>
                    <a:pt x="3763988" y="3136"/>
                  </a:lnTo>
                  <a:lnTo>
                    <a:pt x="3751529" y="11658"/>
                  </a:lnTo>
                  <a:lnTo>
                    <a:pt x="3743185" y="24155"/>
                  </a:lnTo>
                  <a:lnTo>
                    <a:pt x="3740150" y="39230"/>
                  </a:lnTo>
                  <a:lnTo>
                    <a:pt x="3740150" y="323964"/>
                  </a:lnTo>
                  <a:lnTo>
                    <a:pt x="3743185" y="339051"/>
                  </a:lnTo>
                  <a:lnTo>
                    <a:pt x="3751529" y="351548"/>
                  </a:lnTo>
                  <a:lnTo>
                    <a:pt x="3763988" y="360070"/>
                  </a:lnTo>
                  <a:lnTo>
                    <a:pt x="3779393" y="363207"/>
                  </a:lnTo>
                  <a:lnTo>
                    <a:pt x="4210812" y="363207"/>
                  </a:lnTo>
                  <a:lnTo>
                    <a:pt x="4225810" y="360070"/>
                  </a:lnTo>
                  <a:lnTo>
                    <a:pt x="4238269" y="351548"/>
                  </a:lnTo>
                  <a:lnTo>
                    <a:pt x="4246778" y="339051"/>
                  </a:lnTo>
                  <a:lnTo>
                    <a:pt x="4249928" y="323964"/>
                  </a:lnTo>
                  <a:lnTo>
                    <a:pt x="4249928" y="3923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670155" y="3811206"/>
              <a:ext cx="117665" cy="117665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12572111" y="3546856"/>
              <a:ext cx="314325" cy="181610"/>
            </a:xfrm>
            <a:custGeom>
              <a:avLst/>
              <a:gdLst/>
              <a:ahLst/>
              <a:cxnLst/>
              <a:rect l="l" t="t" r="r" b="b"/>
              <a:pathLst>
                <a:path w="314325" h="181610">
                  <a:moveTo>
                    <a:pt x="156845" y="0"/>
                  </a:moveTo>
                  <a:lnTo>
                    <a:pt x="107419" y="7678"/>
                  </a:lnTo>
                  <a:lnTo>
                    <a:pt x="64382" y="29061"/>
                  </a:lnTo>
                  <a:lnTo>
                    <a:pt x="30374" y="61667"/>
                  </a:lnTo>
                  <a:lnTo>
                    <a:pt x="8033" y="103014"/>
                  </a:lnTo>
                  <a:lnTo>
                    <a:pt x="0" y="150622"/>
                  </a:lnTo>
                  <a:lnTo>
                    <a:pt x="0" y="181228"/>
                  </a:lnTo>
                  <a:lnTo>
                    <a:pt x="39243" y="181228"/>
                  </a:lnTo>
                  <a:lnTo>
                    <a:pt x="39243" y="150622"/>
                  </a:lnTo>
                  <a:lnTo>
                    <a:pt x="48474" y="107072"/>
                  </a:lnTo>
                  <a:lnTo>
                    <a:pt x="73659" y="71691"/>
                  </a:lnTo>
                  <a:lnTo>
                    <a:pt x="111037" y="47930"/>
                  </a:lnTo>
                  <a:lnTo>
                    <a:pt x="156845" y="39243"/>
                  </a:lnTo>
                  <a:lnTo>
                    <a:pt x="202404" y="47930"/>
                  </a:lnTo>
                  <a:lnTo>
                    <a:pt x="239855" y="71691"/>
                  </a:lnTo>
                  <a:lnTo>
                    <a:pt x="265233" y="107072"/>
                  </a:lnTo>
                  <a:lnTo>
                    <a:pt x="274574" y="150622"/>
                  </a:lnTo>
                  <a:lnTo>
                    <a:pt x="274574" y="181228"/>
                  </a:lnTo>
                  <a:lnTo>
                    <a:pt x="313817" y="181228"/>
                  </a:lnTo>
                  <a:lnTo>
                    <a:pt x="313817" y="150622"/>
                  </a:lnTo>
                  <a:lnTo>
                    <a:pt x="305770" y="103014"/>
                  </a:lnTo>
                  <a:lnTo>
                    <a:pt x="283397" y="61667"/>
                  </a:lnTo>
                  <a:lnTo>
                    <a:pt x="249351" y="29061"/>
                  </a:lnTo>
                  <a:lnTo>
                    <a:pt x="206283" y="7678"/>
                  </a:lnTo>
                  <a:lnTo>
                    <a:pt x="156845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719560" y="6263639"/>
              <a:ext cx="2069084" cy="2041270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12258675" y="6686804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70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6"/>
                  </a:lnTo>
                  <a:lnTo>
                    <a:pt x="10573" y="539424"/>
                  </a:lnTo>
                  <a:lnTo>
                    <a:pt x="23370" y="584540"/>
                  </a:lnTo>
                  <a:lnTo>
                    <a:pt x="40801" y="627604"/>
                  </a:lnTo>
                  <a:lnTo>
                    <a:pt x="62587" y="668344"/>
                  </a:lnTo>
                  <a:lnTo>
                    <a:pt x="88448" y="706490"/>
                  </a:lnTo>
                  <a:lnTo>
                    <a:pt x="118106" y="741772"/>
                  </a:lnTo>
                  <a:lnTo>
                    <a:pt x="151279" y="773917"/>
                  </a:lnTo>
                  <a:lnTo>
                    <a:pt x="187689" y="802655"/>
                  </a:lnTo>
                  <a:lnTo>
                    <a:pt x="227057" y="827715"/>
                  </a:lnTo>
                  <a:lnTo>
                    <a:pt x="269102" y="848826"/>
                  </a:lnTo>
                  <a:lnTo>
                    <a:pt x="313545" y="865718"/>
                  </a:lnTo>
                  <a:lnTo>
                    <a:pt x="360107" y="878119"/>
                  </a:lnTo>
                  <a:lnTo>
                    <a:pt x="408509" y="885758"/>
                  </a:lnTo>
                  <a:lnTo>
                    <a:pt x="458470" y="888365"/>
                  </a:lnTo>
                  <a:lnTo>
                    <a:pt x="508432" y="885758"/>
                  </a:lnTo>
                  <a:lnTo>
                    <a:pt x="556838" y="878119"/>
                  </a:lnTo>
                  <a:lnTo>
                    <a:pt x="603407" y="865718"/>
                  </a:lnTo>
                  <a:lnTo>
                    <a:pt x="647859" y="848826"/>
                  </a:lnTo>
                  <a:lnTo>
                    <a:pt x="689915" y="827715"/>
                  </a:lnTo>
                  <a:lnTo>
                    <a:pt x="729294" y="802655"/>
                  </a:lnTo>
                  <a:lnTo>
                    <a:pt x="765717" y="773917"/>
                  </a:lnTo>
                  <a:lnTo>
                    <a:pt x="798903" y="741772"/>
                  </a:lnTo>
                  <a:lnTo>
                    <a:pt x="828573" y="706490"/>
                  </a:lnTo>
                  <a:lnTo>
                    <a:pt x="854446" y="668344"/>
                  </a:lnTo>
                  <a:lnTo>
                    <a:pt x="876243" y="627604"/>
                  </a:lnTo>
                  <a:lnTo>
                    <a:pt x="893683" y="584540"/>
                  </a:lnTo>
                  <a:lnTo>
                    <a:pt x="906487" y="539424"/>
                  </a:lnTo>
                  <a:lnTo>
                    <a:pt x="914375" y="492526"/>
                  </a:lnTo>
                  <a:lnTo>
                    <a:pt x="917067" y="444119"/>
                  </a:lnTo>
                  <a:lnTo>
                    <a:pt x="914375" y="395734"/>
                  </a:lnTo>
                  <a:lnTo>
                    <a:pt x="906487" y="348858"/>
                  </a:lnTo>
                  <a:lnTo>
                    <a:pt x="893683" y="303759"/>
                  </a:lnTo>
                  <a:lnTo>
                    <a:pt x="876243" y="260710"/>
                  </a:lnTo>
                  <a:lnTo>
                    <a:pt x="854446" y="219982"/>
                  </a:lnTo>
                  <a:lnTo>
                    <a:pt x="828573" y="181846"/>
                  </a:lnTo>
                  <a:lnTo>
                    <a:pt x="798903" y="146573"/>
                  </a:lnTo>
                  <a:lnTo>
                    <a:pt x="765717" y="114434"/>
                  </a:lnTo>
                  <a:lnTo>
                    <a:pt x="729294" y="85701"/>
                  </a:lnTo>
                  <a:lnTo>
                    <a:pt x="689915" y="60644"/>
                  </a:lnTo>
                  <a:lnTo>
                    <a:pt x="647859" y="39535"/>
                  </a:lnTo>
                  <a:lnTo>
                    <a:pt x="603407" y="22645"/>
                  </a:lnTo>
                  <a:lnTo>
                    <a:pt x="556838" y="10245"/>
                  </a:lnTo>
                  <a:lnTo>
                    <a:pt x="508432" y="2606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719560" y="7400556"/>
              <a:ext cx="2069084" cy="2041270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2258675" y="7823200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70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70" y="888238"/>
                  </a:lnTo>
                  <a:lnTo>
                    <a:pt x="508432" y="885633"/>
                  </a:lnTo>
                  <a:lnTo>
                    <a:pt x="556838" y="877998"/>
                  </a:lnTo>
                  <a:lnTo>
                    <a:pt x="603407" y="865604"/>
                  </a:lnTo>
                  <a:lnTo>
                    <a:pt x="647859" y="848722"/>
                  </a:lnTo>
                  <a:lnTo>
                    <a:pt x="689915" y="827621"/>
                  </a:lnTo>
                  <a:lnTo>
                    <a:pt x="729294" y="802572"/>
                  </a:lnTo>
                  <a:lnTo>
                    <a:pt x="765717" y="773847"/>
                  </a:lnTo>
                  <a:lnTo>
                    <a:pt x="798903" y="741714"/>
                  </a:lnTo>
                  <a:lnTo>
                    <a:pt x="828573" y="706446"/>
                  </a:lnTo>
                  <a:lnTo>
                    <a:pt x="854446" y="668311"/>
                  </a:lnTo>
                  <a:lnTo>
                    <a:pt x="876243" y="627581"/>
                  </a:lnTo>
                  <a:lnTo>
                    <a:pt x="893683" y="584527"/>
                  </a:lnTo>
                  <a:lnTo>
                    <a:pt x="906487" y="539418"/>
                  </a:lnTo>
                  <a:lnTo>
                    <a:pt x="914375" y="492525"/>
                  </a:lnTo>
                  <a:lnTo>
                    <a:pt x="917067" y="444119"/>
                  </a:lnTo>
                  <a:lnTo>
                    <a:pt x="914375" y="395734"/>
                  </a:lnTo>
                  <a:lnTo>
                    <a:pt x="906487" y="348858"/>
                  </a:lnTo>
                  <a:lnTo>
                    <a:pt x="893683" y="303759"/>
                  </a:lnTo>
                  <a:lnTo>
                    <a:pt x="876243" y="260710"/>
                  </a:lnTo>
                  <a:lnTo>
                    <a:pt x="854446" y="219982"/>
                  </a:lnTo>
                  <a:lnTo>
                    <a:pt x="828573" y="181846"/>
                  </a:lnTo>
                  <a:lnTo>
                    <a:pt x="798903" y="146573"/>
                  </a:lnTo>
                  <a:lnTo>
                    <a:pt x="765717" y="114434"/>
                  </a:lnTo>
                  <a:lnTo>
                    <a:pt x="729294" y="85701"/>
                  </a:lnTo>
                  <a:lnTo>
                    <a:pt x="689915" y="60644"/>
                  </a:lnTo>
                  <a:lnTo>
                    <a:pt x="647859" y="39535"/>
                  </a:lnTo>
                  <a:lnTo>
                    <a:pt x="603407" y="22645"/>
                  </a:lnTo>
                  <a:lnTo>
                    <a:pt x="556838" y="10245"/>
                  </a:lnTo>
                  <a:lnTo>
                    <a:pt x="508432" y="2606"/>
                  </a:lnTo>
                  <a:lnTo>
                    <a:pt x="458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674727" y="5855969"/>
              <a:ext cx="336423" cy="177800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12449857" y="5745861"/>
              <a:ext cx="523240" cy="523875"/>
            </a:xfrm>
            <a:custGeom>
              <a:avLst/>
              <a:gdLst/>
              <a:ahLst/>
              <a:cxnLst/>
              <a:rect l="l" t="t" r="r" b="b"/>
              <a:pathLst>
                <a:path w="523240" h="523875">
                  <a:moveTo>
                    <a:pt x="261953" y="0"/>
                  </a:moveTo>
                  <a:lnTo>
                    <a:pt x="213582" y="4476"/>
                  </a:lnTo>
                  <a:lnTo>
                    <a:pt x="166068" y="17906"/>
                  </a:lnTo>
                  <a:lnTo>
                    <a:pt x="119907" y="41157"/>
                  </a:lnTo>
                  <a:lnTo>
                    <a:pt x="79771" y="72755"/>
                  </a:lnTo>
                  <a:lnTo>
                    <a:pt x="46589" y="111758"/>
                  </a:lnTo>
                  <a:lnTo>
                    <a:pt x="21288" y="157225"/>
                  </a:lnTo>
                  <a:lnTo>
                    <a:pt x="3571" y="216693"/>
                  </a:lnTo>
                  <a:lnTo>
                    <a:pt x="0" y="247665"/>
                  </a:lnTo>
                  <a:lnTo>
                    <a:pt x="333" y="278638"/>
                  </a:lnTo>
                  <a:lnTo>
                    <a:pt x="1869" y="286228"/>
                  </a:lnTo>
                  <a:lnTo>
                    <a:pt x="6048" y="292401"/>
                  </a:lnTo>
                  <a:lnTo>
                    <a:pt x="12227" y="296550"/>
                  </a:lnTo>
                  <a:lnTo>
                    <a:pt x="20780" y="298068"/>
                  </a:lnTo>
                  <a:lnTo>
                    <a:pt x="29126" y="296140"/>
                  </a:lnTo>
                  <a:lnTo>
                    <a:pt x="35417" y="291337"/>
                  </a:lnTo>
                  <a:lnTo>
                    <a:pt x="39469" y="284440"/>
                  </a:lnTo>
                  <a:lnTo>
                    <a:pt x="40592" y="276351"/>
                  </a:lnTo>
                  <a:lnTo>
                    <a:pt x="40403" y="250376"/>
                  </a:lnTo>
                  <a:lnTo>
                    <a:pt x="43370" y="224567"/>
                  </a:lnTo>
                  <a:lnTo>
                    <a:pt x="58245" y="174116"/>
                  </a:lnTo>
                  <a:lnTo>
                    <a:pt x="79408" y="135596"/>
                  </a:lnTo>
                  <a:lnTo>
                    <a:pt x="107346" y="102647"/>
                  </a:lnTo>
                  <a:lnTo>
                    <a:pt x="141309" y="76033"/>
                  </a:lnTo>
                  <a:lnTo>
                    <a:pt x="180546" y="56514"/>
                  </a:lnTo>
                  <a:lnTo>
                    <a:pt x="220567" y="44291"/>
                  </a:lnTo>
                  <a:lnTo>
                    <a:pt x="261826" y="40259"/>
                  </a:lnTo>
                  <a:lnTo>
                    <a:pt x="284093" y="41425"/>
                  </a:lnTo>
                  <a:lnTo>
                    <a:pt x="328102" y="50760"/>
                  </a:lnTo>
                  <a:lnTo>
                    <a:pt x="387762" y="80093"/>
                  </a:lnTo>
                  <a:lnTo>
                    <a:pt x="420703" y="108045"/>
                  </a:lnTo>
                  <a:lnTo>
                    <a:pt x="447452" y="142045"/>
                  </a:lnTo>
                  <a:lnTo>
                    <a:pt x="467058" y="181355"/>
                  </a:lnTo>
                  <a:lnTo>
                    <a:pt x="479117" y="222767"/>
                  </a:lnTo>
                  <a:lnTo>
                    <a:pt x="482663" y="265477"/>
                  </a:lnTo>
                  <a:lnTo>
                    <a:pt x="477613" y="308354"/>
                  </a:lnTo>
                  <a:lnTo>
                    <a:pt x="463883" y="350265"/>
                  </a:lnTo>
                  <a:lnTo>
                    <a:pt x="436909" y="395701"/>
                  </a:lnTo>
                  <a:lnTo>
                    <a:pt x="401072" y="432419"/>
                  </a:lnTo>
                  <a:lnTo>
                    <a:pt x="358389" y="459628"/>
                  </a:lnTo>
                  <a:lnTo>
                    <a:pt x="310877" y="476534"/>
                  </a:lnTo>
                  <a:lnTo>
                    <a:pt x="260556" y="482346"/>
                  </a:lnTo>
                  <a:lnTo>
                    <a:pt x="238392" y="481234"/>
                  </a:lnTo>
                  <a:lnTo>
                    <a:pt x="194208" y="472058"/>
                  </a:lnTo>
                  <a:lnTo>
                    <a:pt x="146419" y="450594"/>
                  </a:lnTo>
                  <a:lnTo>
                    <a:pt x="101215" y="414458"/>
                  </a:lnTo>
                  <a:lnTo>
                    <a:pt x="78565" y="386841"/>
                  </a:lnTo>
                  <a:lnTo>
                    <a:pt x="72723" y="383921"/>
                  </a:lnTo>
                  <a:lnTo>
                    <a:pt x="46497" y="401589"/>
                  </a:lnTo>
                  <a:lnTo>
                    <a:pt x="46894" y="409168"/>
                  </a:lnTo>
                  <a:lnTo>
                    <a:pt x="72352" y="442666"/>
                  </a:lnTo>
                  <a:lnTo>
                    <a:pt x="125664" y="485386"/>
                  </a:lnTo>
                  <a:lnTo>
                    <a:pt x="182036" y="510829"/>
                  </a:lnTo>
                  <a:lnTo>
                    <a:pt x="234515" y="521997"/>
                  </a:lnTo>
                  <a:lnTo>
                    <a:pt x="261064" y="523366"/>
                  </a:lnTo>
                  <a:lnTo>
                    <a:pt x="310796" y="518560"/>
                  </a:lnTo>
                  <a:lnTo>
                    <a:pt x="358482" y="504514"/>
                  </a:lnTo>
                  <a:lnTo>
                    <a:pt x="402732" y="481790"/>
                  </a:lnTo>
                  <a:lnTo>
                    <a:pt x="442156" y="450948"/>
                  </a:lnTo>
                  <a:lnTo>
                    <a:pt x="475365" y="412550"/>
                  </a:lnTo>
                  <a:lnTo>
                    <a:pt x="500967" y="367156"/>
                  </a:lnTo>
                  <a:lnTo>
                    <a:pt x="517102" y="317912"/>
                  </a:lnTo>
                  <a:lnTo>
                    <a:pt x="523176" y="267334"/>
                  </a:lnTo>
                  <a:lnTo>
                    <a:pt x="519130" y="216566"/>
                  </a:lnTo>
                  <a:lnTo>
                    <a:pt x="504904" y="166750"/>
                  </a:lnTo>
                  <a:lnTo>
                    <a:pt x="481828" y="120608"/>
                  </a:lnTo>
                  <a:lnTo>
                    <a:pt x="450500" y="80502"/>
                  </a:lnTo>
                  <a:lnTo>
                    <a:pt x="411767" y="47325"/>
                  </a:lnTo>
                  <a:lnTo>
                    <a:pt x="366474" y="21971"/>
                  </a:lnTo>
                  <a:lnTo>
                    <a:pt x="314880" y="5460"/>
                  </a:lnTo>
                  <a:lnTo>
                    <a:pt x="288500" y="1361"/>
                  </a:lnTo>
                  <a:lnTo>
                    <a:pt x="261953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462256" y="6096126"/>
              <a:ext cx="125475" cy="125602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435078" y="7984502"/>
              <a:ext cx="564299" cy="565772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2486005" y="2527935"/>
              <a:ext cx="337820" cy="462915"/>
            </a:xfrm>
            <a:custGeom>
              <a:avLst/>
              <a:gdLst/>
              <a:ahLst/>
              <a:cxnLst/>
              <a:rect l="l" t="t" r="r" b="b"/>
              <a:pathLst>
                <a:path w="337820" h="462914">
                  <a:moveTo>
                    <a:pt x="302260" y="0"/>
                  </a:moveTo>
                  <a:lnTo>
                    <a:pt x="35560" y="0"/>
                  </a:lnTo>
                  <a:lnTo>
                    <a:pt x="21591" y="2752"/>
                  </a:lnTo>
                  <a:lnTo>
                    <a:pt x="10302" y="10302"/>
                  </a:lnTo>
                  <a:lnTo>
                    <a:pt x="2752" y="21591"/>
                  </a:lnTo>
                  <a:lnTo>
                    <a:pt x="0" y="35560"/>
                  </a:lnTo>
                  <a:lnTo>
                    <a:pt x="0" y="426847"/>
                  </a:lnTo>
                  <a:lnTo>
                    <a:pt x="2752" y="440493"/>
                  </a:lnTo>
                  <a:lnTo>
                    <a:pt x="10302" y="451818"/>
                  </a:lnTo>
                  <a:lnTo>
                    <a:pt x="21591" y="459547"/>
                  </a:lnTo>
                  <a:lnTo>
                    <a:pt x="35560" y="462407"/>
                  </a:lnTo>
                  <a:lnTo>
                    <a:pt x="302260" y="462407"/>
                  </a:lnTo>
                  <a:lnTo>
                    <a:pt x="315906" y="459547"/>
                  </a:lnTo>
                  <a:lnTo>
                    <a:pt x="327231" y="451818"/>
                  </a:lnTo>
                  <a:lnTo>
                    <a:pt x="334960" y="440493"/>
                  </a:lnTo>
                  <a:lnTo>
                    <a:pt x="337820" y="426847"/>
                  </a:lnTo>
                  <a:lnTo>
                    <a:pt x="35560" y="426847"/>
                  </a:lnTo>
                  <a:lnTo>
                    <a:pt x="35560" y="35560"/>
                  </a:lnTo>
                  <a:lnTo>
                    <a:pt x="337820" y="35560"/>
                  </a:lnTo>
                  <a:lnTo>
                    <a:pt x="334960" y="21591"/>
                  </a:lnTo>
                  <a:lnTo>
                    <a:pt x="327231" y="10302"/>
                  </a:lnTo>
                  <a:lnTo>
                    <a:pt x="315906" y="2752"/>
                  </a:lnTo>
                  <a:lnTo>
                    <a:pt x="302260" y="0"/>
                  </a:lnTo>
                  <a:close/>
                </a:path>
                <a:path w="337820" h="462914">
                  <a:moveTo>
                    <a:pt x="337820" y="35560"/>
                  </a:moveTo>
                  <a:lnTo>
                    <a:pt x="302260" y="35560"/>
                  </a:lnTo>
                  <a:lnTo>
                    <a:pt x="302260" y="426847"/>
                  </a:lnTo>
                  <a:lnTo>
                    <a:pt x="337820" y="426847"/>
                  </a:lnTo>
                  <a:lnTo>
                    <a:pt x="337820" y="3556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592685" y="2838831"/>
              <a:ext cx="124460" cy="151511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788265" y="2759075"/>
              <a:ext cx="160019" cy="231267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601194" y="2633955"/>
              <a:ext cx="106704" cy="106704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420473" y="4669917"/>
              <a:ext cx="578421" cy="578358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427585" y="6872490"/>
              <a:ext cx="564248" cy="564248"/>
            </a:xfrm>
            <a:prstGeom prst="rect">
              <a:avLst/>
            </a:prstGeom>
          </p:spPr>
        </p:pic>
      </p:grpSp>
      <p:grpSp>
        <p:nvGrpSpPr>
          <p:cNvPr id="105" name="object 105" descr=""/>
          <p:cNvGrpSpPr/>
          <p:nvPr/>
        </p:nvGrpSpPr>
        <p:grpSpPr>
          <a:xfrm>
            <a:off x="993647" y="3545294"/>
            <a:ext cx="2069464" cy="4937125"/>
            <a:chOff x="993647" y="3545294"/>
            <a:chExt cx="2069464" cy="4937125"/>
          </a:xfrm>
        </p:grpSpPr>
        <p:pic>
          <p:nvPicPr>
            <p:cNvPr id="106" name="object 10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3647" y="6304788"/>
              <a:ext cx="2069083" cy="2041270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1533143" y="6728333"/>
              <a:ext cx="917575" cy="888365"/>
            </a:xfrm>
            <a:custGeom>
              <a:avLst/>
              <a:gdLst/>
              <a:ahLst/>
              <a:cxnLst/>
              <a:rect l="l" t="t" r="r" b="b"/>
              <a:pathLst>
                <a:path w="917575" h="888365">
                  <a:moveTo>
                    <a:pt x="458469" y="0"/>
                  </a:moveTo>
                  <a:lnTo>
                    <a:pt x="408509" y="2606"/>
                  </a:lnTo>
                  <a:lnTo>
                    <a:pt x="360107" y="10245"/>
                  </a:lnTo>
                  <a:lnTo>
                    <a:pt x="313545" y="22645"/>
                  </a:lnTo>
                  <a:lnTo>
                    <a:pt x="269102" y="39535"/>
                  </a:lnTo>
                  <a:lnTo>
                    <a:pt x="227057" y="60644"/>
                  </a:lnTo>
                  <a:lnTo>
                    <a:pt x="187689" y="85701"/>
                  </a:lnTo>
                  <a:lnTo>
                    <a:pt x="151279" y="114434"/>
                  </a:lnTo>
                  <a:lnTo>
                    <a:pt x="118106" y="146573"/>
                  </a:lnTo>
                  <a:lnTo>
                    <a:pt x="88448" y="181846"/>
                  </a:lnTo>
                  <a:lnTo>
                    <a:pt x="62587" y="219982"/>
                  </a:lnTo>
                  <a:lnTo>
                    <a:pt x="40801" y="260710"/>
                  </a:lnTo>
                  <a:lnTo>
                    <a:pt x="23370" y="303759"/>
                  </a:lnTo>
                  <a:lnTo>
                    <a:pt x="10573" y="348858"/>
                  </a:lnTo>
                  <a:lnTo>
                    <a:pt x="2689" y="395734"/>
                  </a:lnTo>
                  <a:lnTo>
                    <a:pt x="0" y="444119"/>
                  </a:lnTo>
                  <a:lnTo>
                    <a:pt x="2689" y="492525"/>
                  </a:lnTo>
                  <a:lnTo>
                    <a:pt x="10573" y="539418"/>
                  </a:lnTo>
                  <a:lnTo>
                    <a:pt x="23370" y="584527"/>
                  </a:lnTo>
                  <a:lnTo>
                    <a:pt x="40801" y="627581"/>
                  </a:lnTo>
                  <a:lnTo>
                    <a:pt x="62587" y="668311"/>
                  </a:lnTo>
                  <a:lnTo>
                    <a:pt x="88448" y="706446"/>
                  </a:lnTo>
                  <a:lnTo>
                    <a:pt x="118106" y="741714"/>
                  </a:lnTo>
                  <a:lnTo>
                    <a:pt x="151279" y="773847"/>
                  </a:lnTo>
                  <a:lnTo>
                    <a:pt x="187689" y="802572"/>
                  </a:lnTo>
                  <a:lnTo>
                    <a:pt x="227057" y="827621"/>
                  </a:lnTo>
                  <a:lnTo>
                    <a:pt x="269102" y="848722"/>
                  </a:lnTo>
                  <a:lnTo>
                    <a:pt x="313545" y="865604"/>
                  </a:lnTo>
                  <a:lnTo>
                    <a:pt x="360107" y="877998"/>
                  </a:lnTo>
                  <a:lnTo>
                    <a:pt x="408509" y="885633"/>
                  </a:lnTo>
                  <a:lnTo>
                    <a:pt x="458469" y="888238"/>
                  </a:lnTo>
                  <a:lnTo>
                    <a:pt x="508454" y="885633"/>
                  </a:lnTo>
                  <a:lnTo>
                    <a:pt x="556876" y="877998"/>
                  </a:lnTo>
                  <a:lnTo>
                    <a:pt x="603456" y="865604"/>
                  </a:lnTo>
                  <a:lnTo>
                    <a:pt x="647914" y="848722"/>
                  </a:lnTo>
                  <a:lnTo>
                    <a:pt x="689972" y="827621"/>
                  </a:lnTo>
                  <a:lnTo>
                    <a:pt x="729349" y="802572"/>
                  </a:lnTo>
                  <a:lnTo>
                    <a:pt x="765768" y="773847"/>
                  </a:lnTo>
                  <a:lnTo>
                    <a:pt x="798948" y="741714"/>
                  </a:lnTo>
                  <a:lnTo>
                    <a:pt x="828609" y="706446"/>
                  </a:lnTo>
                  <a:lnTo>
                    <a:pt x="854474" y="668311"/>
                  </a:lnTo>
                  <a:lnTo>
                    <a:pt x="876263" y="627581"/>
                  </a:lnTo>
                  <a:lnTo>
                    <a:pt x="893695" y="584527"/>
                  </a:lnTo>
                  <a:lnTo>
                    <a:pt x="906493" y="539418"/>
                  </a:lnTo>
                  <a:lnTo>
                    <a:pt x="914377" y="492525"/>
                  </a:lnTo>
                  <a:lnTo>
                    <a:pt x="917067" y="444119"/>
                  </a:lnTo>
                  <a:lnTo>
                    <a:pt x="914377" y="395734"/>
                  </a:lnTo>
                  <a:lnTo>
                    <a:pt x="906493" y="348858"/>
                  </a:lnTo>
                  <a:lnTo>
                    <a:pt x="893695" y="303759"/>
                  </a:lnTo>
                  <a:lnTo>
                    <a:pt x="876263" y="260710"/>
                  </a:lnTo>
                  <a:lnTo>
                    <a:pt x="854474" y="219982"/>
                  </a:lnTo>
                  <a:lnTo>
                    <a:pt x="828609" y="181846"/>
                  </a:lnTo>
                  <a:lnTo>
                    <a:pt x="798948" y="146573"/>
                  </a:lnTo>
                  <a:lnTo>
                    <a:pt x="765768" y="114434"/>
                  </a:lnTo>
                  <a:lnTo>
                    <a:pt x="729349" y="85701"/>
                  </a:lnTo>
                  <a:lnTo>
                    <a:pt x="689972" y="60644"/>
                  </a:lnTo>
                  <a:lnTo>
                    <a:pt x="647914" y="39535"/>
                  </a:lnTo>
                  <a:lnTo>
                    <a:pt x="603456" y="22645"/>
                  </a:lnTo>
                  <a:lnTo>
                    <a:pt x="556876" y="10245"/>
                  </a:lnTo>
                  <a:lnTo>
                    <a:pt x="508454" y="2606"/>
                  </a:lnTo>
                  <a:lnTo>
                    <a:pt x="45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859787" y="6983984"/>
              <a:ext cx="361950" cy="414020"/>
            </a:xfrm>
            <a:custGeom>
              <a:avLst/>
              <a:gdLst/>
              <a:ahLst/>
              <a:cxnLst/>
              <a:rect l="l" t="t" r="r" b="b"/>
              <a:pathLst>
                <a:path w="361950" h="414020">
                  <a:moveTo>
                    <a:pt x="361950" y="0"/>
                  </a:moveTo>
                  <a:lnTo>
                    <a:pt x="0" y="0"/>
                  </a:lnTo>
                  <a:lnTo>
                    <a:pt x="0" y="344550"/>
                  </a:lnTo>
                  <a:lnTo>
                    <a:pt x="44464" y="392924"/>
                  </a:lnTo>
                  <a:lnTo>
                    <a:pt x="88413" y="405514"/>
                  </a:lnTo>
                  <a:lnTo>
                    <a:pt x="136501" y="412110"/>
                  </a:lnTo>
                  <a:lnTo>
                    <a:pt x="180975" y="414019"/>
                  </a:lnTo>
                  <a:lnTo>
                    <a:pt x="225497" y="412110"/>
                  </a:lnTo>
                  <a:lnTo>
                    <a:pt x="273591" y="405514"/>
                  </a:lnTo>
                  <a:lnTo>
                    <a:pt x="317522" y="392924"/>
                  </a:lnTo>
                  <a:lnTo>
                    <a:pt x="180975" y="372617"/>
                  </a:lnTo>
                  <a:lnTo>
                    <a:pt x="123876" y="369381"/>
                  </a:lnTo>
                  <a:lnTo>
                    <a:pt x="81470" y="361584"/>
                  </a:lnTo>
                  <a:lnTo>
                    <a:pt x="53923" y="352097"/>
                  </a:lnTo>
                  <a:lnTo>
                    <a:pt x="41401" y="343788"/>
                  </a:lnTo>
                  <a:lnTo>
                    <a:pt x="41401" y="42163"/>
                  </a:lnTo>
                  <a:lnTo>
                    <a:pt x="361950" y="42163"/>
                  </a:lnTo>
                  <a:lnTo>
                    <a:pt x="361950" y="0"/>
                  </a:lnTo>
                  <a:close/>
                </a:path>
                <a:path w="361950" h="414020">
                  <a:moveTo>
                    <a:pt x="361950" y="42163"/>
                  </a:moveTo>
                  <a:lnTo>
                    <a:pt x="320675" y="42163"/>
                  </a:lnTo>
                  <a:lnTo>
                    <a:pt x="320675" y="343788"/>
                  </a:lnTo>
                  <a:lnTo>
                    <a:pt x="308151" y="352097"/>
                  </a:lnTo>
                  <a:lnTo>
                    <a:pt x="280590" y="361584"/>
                  </a:lnTo>
                  <a:lnTo>
                    <a:pt x="238146" y="369381"/>
                  </a:lnTo>
                  <a:lnTo>
                    <a:pt x="180975" y="372617"/>
                  </a:lnTo>
                  <a:lnTo>
                    <a:pt x="349736" y="372617"/>
                  </a:lnTo>
                  <a:lnTo>
                    <a:pt x="361950" y="344550"/>
                  </a:lnTo>
                  <a:lnTo>
                    <a:pt x="361950" y="4216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880488" y="6935216"/>
              <a:ext cx="320675" cy="103505"/>
            </a:xfrm>
            <a:custGeom>
              <a:avLst/>
              <a:gdLst/>
              <a:ahLst/>
              <a:cxnLst/>
              <a:rect l="l" t="t" r="r" b="b"/>
              <a:pathLst>
                <a:path w="320675" h="103504">
                  <a:moveTo>
                    <a:pt x="160274" y="0"/>
                  </a:moveTo>
                  <a:lnTo>
                    <a:pt x="97940" y="4069"/>
                  </a:lnTo>
                  <a:lnTo>
                    <a:pt x="46989" y="15128"/>
                  </a:lnTo>
                  <a:lnTo>
                    <a:pt x="12612" y="31450"/>
                  </a:lnTo>
                  <a:lnTo>
                    <a:pt x="0" y="51308"/>
                  </a:lnTo>
                  <a:lnTo>
                    <a:pt x="12612" y="71586"/>
                  </a:lnTo>
                  <a:lnTo>
                    <a:pt x="46989" y="88090"/>
                  </a:lnTo>
                  <a:lnTo>
                    <a:pt x="97940" y="99188"/>
                  </a:lnTo>
                  <a:lnTo>
                    <a:pt x="160274" y="103251"/>
                  </a:lnTo>
                  <a:lnTo>
                    <a:pt x="222680" y="99188"/>
                  </a:lnTo>
                  <a:lnTo>
                    <a:pt x="273669" y="88090"/>
                  </a:lnTo>
                  <a:lnTo>
                    <a:pt x="308060" y="71586"/>
                  </a:lnTo>
                  <a:lnTo>
                    <a:pt x="320675" y="51308"/>
                  </a:lnTo>
                  <a:lnTo>
                    <a:pt x="308060" y="31450"/>
                  </a:lnTo>
                  <a:lnTo>
                    <a:pt x="273669" y="15128"/>
                  </a:lnTo>
                  <a:lnTo>
                    <a:pt x="222680" y="4069"/>
                  </a:lnTo>
                  <a:lnTo>
                    <a:pt x="160274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859787" y="6914515"/>
              <a:ext cx="361950" cy="144780"/>
            </a:xfrm>
            <a:custGeom>
              <a:avLst/>
              <a:gdLst/>
              <a:ahLst/>
              <a:cxnLst/>
              <a:rect l="l" t="t" r="r" b="b"/>
              <a:pathLst>
                <a:path w="361950" h="144779">
                  <a:moveTo>
                    <a:pt x="180975" y="0"/>
                  </a:moveTo>
                  <a:lnTo>
                    <a:pt x="127577" y="2813"/>
                  </a:lnTo>
                  <a:lnTo>
                    <a:pt x="78373" y="11350"/>
                  </a:lnTo>
                  <a:lnTo>
                    <a:pt x="37770" y="25758"/>
                  </a:lnTo>
                  <a:lnTo>
                    <a:pt x="0" y="72770"/>
                  </a:lnTo>
                  <a:lnTo>
                    <a:pt x="10177" y="99315"/>
                  </a:lnTo>
                  <a:lnTo>
                    <a:pt x="37770" y="119525"/>
                  </a:lnTo>
                  <a:lnTo>
                    <a:pt x="78373" y="133651"/>
                  </a:lnTo>
                  <a:lnTo>
                    <a:pt x="127577" y="141944"/>
                  </a:lnTo>
                  <a:lnTo>
                    <a:pt x="180975" y="144652"/>
                  </a:lnTo>
                  <a:lnTo>
                    <a:pt x="234421" y="141944"/>
                  </a:lnTo>
                  <a:lnTo>
                    <a:pt x="283631" y="133651"/>
                  </a:lnTo>
                  <a:lnTo>
                    <a:pt x="324215" y="119525"/>
                  </a:lnTo>
                  <a:lnTo>
                    <a:pt x="346242" y="103377"/>
                  </a:lnTo>
                  <a:lnTo>
                    <a:pt x="180975" y="103377"/>
                  </a:lnTo>
                  <a:lnTo>
                    <a:pt x="123876" y="99881"/>
                  </a:lnTo>
                  <a:lnTo>
                    <a:pt x="81470" y="91503"/>
                  </a:lnTo>
                  <a:lnTo>
                    <a:pt x="53923" y="81410"/>
                  </a:lnTo>
                  <a:lnTo>
                    <a:pt x="41401" y="72770"/>
                  </a:lnTo>
                  <a:lnTo>
                    <a:pt x="53923" y="63690"/>
                  </a:lnTo>
                  <a:lnTo>
                    <a:pt x="81470" y="53371"/>
                  </a:lnTo>
                  <a:lnTo>
                    <a:pt x="123876" y="44910"/>
                  </a:lnTo>
                  <a:lnTo>
                    <a:pt x="180975" y="41401"/>
                  </a:lnTo>
                  <a:lnTo>
                    <a:pt x="345331" y="41401"/>
                  </a:lnTo>
                  <a:lnTo>
                    <a:pt x="324215" y="25758"/>
                  </a:lnTo>
                  <a:lnTo>
                    <a:pt x="283631" y="11350"/>
                  </a:lnTo>
                  <a:lnTo>
                    <a:pt x="234421" y="2813"/>
                  </a:lnTo>
                  <a:lnTo>
                    <a:pt x="180975" y="0"/>
                  </a:lnTo>
                  <a:close/>
                </a:path>
                <a:path w="361950" h="144779">
                  <a:moveTo>
                    <a:pt x="345331" y="41401"/>
                  </a:moveTo>
                  <a:lnTo>
                    <a:pt x="180975" y="41401"/>
                  </a:lnTo>
                  <a:lnTo>
                    <a:pt x="238146" y="44910"/>
                  </a:lnTo>
                  <a:lnTo>
                    <a:pt x="280590" y="53371"/>
                  </a:lnTo>
                  <a:lnTo>
                    <a:pt x="308151" y="63690"/>
                  </a:lnTo>
                  <a:lnTo>
                    <a:pt x="320675" y="72770"/>
                  </a:lnTo>
                  <a:lnTo>
                    <a:pt x="307776" y="81410"/>
                  </a:lnTo>
                  <a:lnTo>
                    <a:pt x="280257" y="91503"/>
                  </a:lnTo>
                  <a:lnTo>
                    <a:pt x="238021" y="99881"/>
                  </a:lnTo>
                  <a:lnTo>
                    <a:pt x="180975" y="103377"/>
                  </a:lnTo>
                  <a:lnTo>
                    <a:pt x="346242" y="103377"/>
                  </a:lnTo>
                  <a:lnTo>
                    <a:pt x="351784" y="99315"/>
                  </a:lnTo>
                  <a:lnTo>
                    <a:pt x="361950" y="72770"/>
                  </a:lnTo>
                  <a:lnTo>
                    <a:pt x="351784" y="46183"/>
                  </a:lnTo>
                  <a:lnTo>
                    <a:pt x="345331" y="4140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705355" y="7061708"/>
              <a:ext cx="320040" cy="372745"/>
            </a:xfrm>
            <a:custGeom>
              <a:avLst/>
              <a:gdLst/>
              <a:ahLst/>
              <a:cxnLst/>
              <a:rect l="l" t="t" r="r" b="b"/>
              <a:pathLst>
                <a:path w="320039" h="372745">
                  <a:moveTo>
                    <a:pt x="319786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12505" y="342989"/>
                  </a:lnTo>
                  <a:lnTo>
                    <a:pt x="46704" y="358473"/>
                  </a:lnTo>
                  <a:lnTo>
                    <a:pt x="97619" y="368837"/>
                  </a:lnTo>
                  <a:lnTo>
                    <a:pt x="160274" y="372618"/>
                  </a:lnTo>
                  <a:lnTo>
                    <a:pt x="222166" y="368837"/>
                  </a:lnTo>
                  <a:lnTo>
                    <a:pt x="272891" y="358473"/>
                  </a:lnTo>
                  <a:lnTo>
                    <a:pt x="307185" y="342989"/>
                  </a:lnTo>
                  <a:lnTo>
                    <a:pt x="319786" y="323850"/>
                  </a:lnTo>
                  <a:lnTo>
                    <a:pt x="319786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11984" y="7203827"/>
              <a:ext cx="351142" cy="61969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1684654" y="7050913"/>
              <a:ext cx="361315" cy="414020"/>
            </a:xfrm>
            <a:custGeom>
              <a:avLst/>
              <a:gdLst/>
              <a:ahLst/>
              <a:cxnLst/>
              <a:rect l="l" t="t" r="r" b="b"/>
              <a:pathLst>
                <a:path w="361314" h="414020">
                  <a:moveTo>
                    <a:pt x="361061" y="0"/>
                  </a:moveTo>
                  <a:lnTo>
                    <a:pt x="0" y="0"/>
                  </a:lnTo>
                  <a:lnTo>
                    <a:pt x="0" y="345439"/>
                  </a:lnTo>
                  <a:lnTo>
                    <a:pt x="44171" y="393072"/>
                  </a:lnTo>
                  <a:lnTo>
                    <a:pt x="87974" y="405488"/>
                  </a:lnTo>
                  <a:lnTo>
                    <a:pt x="136111" y="412004"/>
                  </a:lnTo>
                  <a:lnTo>
                    <a:pt x="180975" y="413892"/>
                  </a:lnTo>
                  <a:lnTo>
                    <a:pt x="225404" y="412004"/>
                  </a:lnTo>
                  <a:lnTo>
                    <a:pt x="273278" y="405488"/>
                  </a:lnTo>
                  <a:lnTo>
                    <a:pt x="316946" y="393072"/>
                  </a:lnTo>
                  <a:lnTo>
                    <a:pt x="349135" y="372617"/>
                  </a:lnTo>
                  <a:lnTo>
                    <a:pt x="180975" y="372617"/>
                  </a:lnTo>
                  <a:lnTo>
                    <a:pt x="123751" y="369506"/>
                  </a:lnTo>
                  <a:lnTo>
                    <a:pt x="81137" y="361918"/>
                  </a:lnTo>
                  <a:lnTo>
                    <a:pt x="53548" y="352472"/>
                  </a:lnTo>
                  <a:lnTo>
                    <a:pt x="41401" y="343788"/>
                  </a:lnTo>
                  <a:lnTo>
                    <a:pt x="41401" y="42163"/>
                  </a:lnTo>
                  <a:lnTo>
                    <a:pt x="361061" y="42163"/>
                  </a:lnTo>
                  <a:lnTo>
                    <a:pt x="361061" y="0"/>
                  </a:lnTo>
                  <a:close/>
                </a:path>
                <a:path w="361314" h="414020">
                  <a:moveTo>
                    <a:pt x="361061" y="42163"/>
                  </a:moveTo>
                  <a:lnTo>
                    <a:pt x="319786" y="42163"/>
                  </a:lnTo>
                  <a:lnTo>
                    <a:pt x="319786" y="343788"/>
                  </a:lnTo>
                  <a:lnTo>
                    <a:pt x="307651" y="352472"/>
                  </a:lnTo>
                  <a:lnTo>
                    <a:pt x="280146" y="361918"/>
                  </a:lnTo>
                  <a:lnTo>
                    <a:pt x="237757" y="369506"/>
                  </a:lnTo>
                  <a:lnTo>
                    <a:pt x="180975" y="372617"/>
                  </a:lnTo>
                  <a:lnTo>
                    <a:pt x="349135" y="372617"/>
                  </a:lnTo>
                  <a:lnTo>
                    <a:pt x="361061" y="345439"/>
                  </a:lnTo>
                  <a:lnTo>
                    <a:pt x="361061" y="4216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705355" y="6997192"/>
              <a:ext cx="320040" cy="103505"/>
            </a:xfrm>
            <a:custGeom>
              <a:avLst/>
              <a:gdLst/>
              <a:ahLst/>
              <a:cxnLst/>
              <a:rect l="l" t="t" r="r" b="b"/>
              <a:pathLst>
                <a:path w="320039" h="103504">
                  <a:moveTo>
                    <a:pt x="160274" y="0"/>
                  </a:moveTo>
                  <a:lnTo>
                    <a:pt x="97619" y="4050"/>
                  </a:lnTo>
                  <a:lnTo>
                    <a:pt x="46704" y="15065"/>
                  </a:lnTo>
                  <a:lnTo>
                    <a:pt x="12505" y="31343"/>
                  </a:lnTo>
                  <a:lnTo>
                    <a:pt x="0" y="51180"/>
                  </a:lnTo>
                  <a:lnTo>
                    <a:pt x="12505" y="71532"/>
                  </a:lnTo>
                  <a:lnTo>
                    <a:pt x="46704" y="88074"/>
                  </a:lnTo>
                  <a:lnTo>
                    <a:pt x="97619" y="99186"/>
                  </a:lnTo>
                  <a:lnTo>
                    <a:pt x="160274" y="103250"/>
                  </a:lnTo>
                  <a:lnTo>
                    <a:pt x="222488" y="99186"/>
                  </a:lnTo>
                  <a:lnTo>
                    <a:pt x="273177" y="88074"/>
                  </a:lnTo>
                  <a:lnTo>
                    <a:pt x="307292" y="71532"/>
                  </a:lnTo>
                  <a:lnTo>
                    <a:pt x="319786" y="51180"/>
                  </a:lnTo>
                  <a:lnTo>
                    <a:pt x="307292" y="31343"/>
                  </a:lnTo>
                  <a:lnTo>
                    <a:pt x="273177" y="15065"/>
                  </a:lnTo>
                  <a:lnTo>
                    <a:pt x="222488" y="4050"/>
                  </a:lnTo>
                  <a:lnTo>
                    <a:pt x="160274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684654" y="6976491"/>
              <a:ext cx="361315" cy="144780"/>
            </a:xfrm>
            <a:custGeom>
              <a:avLst/>
              <a:gdLst/>
              <a:ahLst/>
              <a:cxnLst/>
              <a:rect l="l" t="t" r="r" b="b"/>
              <a:pathLst>
                <a:path w="361314" h="144779">
                  <a:moveTo>
                    <a:pt x="180975" y="0"/>
                  </a:moveTo>
                  <a:lnTo>
                    <a:pt x="127577" y="2813"/>
                  </a:lnTo>
                  <a:lnTo>
                    <a:pt x="78373" y="11350"/>
                  </a:lnTo>
                  <a:lnTo>
                    <a:pt x="37770" y="25758"/>
                  </a:lnTo>
                  <a:lnTo>
                    <a:pt x="0" y="72771"/>
                  </a:lnTo>
                  <a:lnTo>
                    <a:pt x="10177" y="99315"/>
                  </a:lnTo>
                  <a:lnTo>
                    <a:pt x="37770" y="119525"/>
                  </a:lnTo>
                  <a:lnTo>
                    <a:pt x="78373" y="133651"/>
                  </a:lnTo>
                  <a:lnTo>
                    <a:pt x="127577" y="141944"/>
                  </a:lnTo>
                  <a:lnTo>
                    <a:pt x="180975" y="144653"/>
                  </a:lnTo>
                  <a:lnTo>
                    <a:pt x="233987" y="141944"/>
                  </a:lnTo>
                  <a:lnTo>
                    <a:pt x="282934" y="133651"/>
                  </a:lnTo>
                  <a:lnTo>
                    <a:pt x="323383" y="119525"/>
                  </a:lnTo>
                  <a:lnTo>
                    <a:pt x="345370" y="103378"/>
                  </a:lnTo>
                  <a:lnTo>
                    <a:pt x="180975" y="103378"/>
                  </a:lnTo>
                  <a:lnTo>
                    <a:pt x="123751" y="99881"/>
                  </a:lnTo>
                  <a:lnTo>
                    <a:pt x="81137" y="91503"/>
                  </a:lnTo>
                  <a:lnTo>
                    <a:pt x="53548" y="81410"/>
                  </a:lnTo>
                  <a:lnTo>
                    <a:pt x="41401" y="72771"/>
                  </a:lnTo>
                  <a:lnTo>
                    <a:pt x="53548" y="63690"/>
                  </a:lnTo>
                  <a:lnTo>
                    <a:pt x="81137" y="53371"/>
                  </a:lnTo>
                  <a:lnTo>
                    <a:pt x="123751" y="44910"/>
                  </a:lnTo>
                  <a:lnTo>
                    <a:pt x="180975" y="41402"/>
                  </a:lnTo>
                  <a:lnTo>
                    <a:pt x="344460" y="41402"/>
                  </a:lnTo>
                  <a:lnTo>
                    <a:pt x="323383" y="25758"/>
                  </a:lnTo>
                  <a:lnTo>
                    <a:pt x="282934" y="11350"/>
                  </a:lnTo>
                  <a:lnTo>
                    <a:pt x="233987" y="2813"/>
                  </a:lnTo>
                  <a:lnTo>
                    <a:pt x="180975" y="0"/>
                  </a:lnTo>
                  <a:close/>
                </a:path>
                <a:path w="361314" h="144779">
                  <a:moveTo>
                    <a:pt x="344460" y="41402"/>
                  </a:moveTo>
                  <a:lnTo>
                    <a:pt x="180975" y="41402"/>
                  </a:lnTo>
                  <a:lnTo>
                    <a:pt x="237757" y="44910"/>
                  </a:lnTo>
                  <a:lnTo>
                    <a:pt x="280146" y="53371"/>
                  </a:lnTo>
                  <a:lnTo>
                    <a:pt x="307651" y="63690"/>
                  </a:lnTo>
                  <a:lnTo>
                    <a:pt x="319786" y="72771"/>
                  </a:lnTo>
                  <a:lnTo>
                    <a:pt x="307276" y="81410"/>
                  </a:lnTo>
                  <a:lnTo>
                    <a:pt x="279812" y="91503"/>
                  </a:lnTo>
                  <a:lnTo>
                    <a:pt x="237632" y="99881"/>
                  </a:lnTo>
                  <a:lnTo>
                    <a:pt x="180975" y="103378"/>
                  </a:lnTo>
                  <a:lnTo>
                    <a:pt x="345370" y="103378"/>
                  </a:lnTo>
                  <a:lnTo>
                    <a:pt x="350903" y="99315"/>
                  </a:lnTo>
                  <a:lnTo>
                    <a:pt x="361061" y="72771"/>
                  </a:lnTo>
                  <a:lnTo>
                    <a:pt x="350903" y="46183"/>
                  </a:lnTo>
                  <a:lnTo>
                    <a:pt x="344460" y="4140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736724" y="7971078"/>
              <a:ext cx="509930" cy="511251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02434" y="5722302"/>
              <a:ext cx="578421" cy="578421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19325" y="3545294"/>
              <a:ext cx="578396" cy="578396"/>
            </a:xfrm>
            <a:prstGeom prst="rect">
              <a:avLst/>
            </a:prstGeom>
          </p:spPr>
        </p:pic>
      </p:grpSp>
      <p:sp>
        <p:nvSpPr>
          <p:cNvPr id="119" name="object 119" descr=""/>
          <p:cNvSpPr/>
          <p:nvPr/>
        </p:nvSpPr>
        <p:spPr>
          <a:xfrm>
            <a:off x="15017495" y="497116"/>
            <a:ext cx="342900" cy="263525"/>
          </a:xfrm>
          <a:custGeom>
            <a:avLst/>
            <a:gdLst/>
            <a:ahLst/>
            <a:cxnLst/>
            <a:rect l="l" t="t" r="r" b="b"/>
            <a:pathLst>
              <a:path w="342900" h="263525">
                <a:moveTo>
                  <a:pt x="342303" y="0"/>
                </a:moveTo>
                <a:lnTo>
                  <a:pt x="0" y="0"/>
                </a:lnTo>
                <a:lnTo>
                  <a:pt x="0" y="263105"/>
                </a:lnTo>
                <a:lnTo>
                  <a:pt x="342303" y="263105"/>
                </a:lnTo>
                <a:lnTo>
                  <a:pt x="342303" y="0"/>
                </a:lnTo>
                <a:close/>
              </a:path>
            </a:pathLst>
          </a:custGeom>
          <a:solidFill>
            <a:srgbClr val="0D90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 txBox="1"/>
          <p:nvPr/>
        </p:nvSpPr>
        <p:spPr>
          <a:xfrm>
            <a:off x="15425419" y="498094"/>
            <a:ext cx="5130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90" i="1">
                <a:solidFill>
                  <a:srgbClr val="173360"/>
                </a:solidFill>
                <a:latin typeface="Calibri"/>
                <a:cs typeface="Calibri"/>
              </a:rPr>
              <a:t>Done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1" name="object 121" descr=""/>
          <p:cNvSpPr/>
          <p:nvPr/>
        </p:nvSpPr>
        <p:spPr>
          <a:xfrm>
            <a:off x="15017495" y="1011466"/>
            <a:ext cx="342900" cy="263525"/>
          </a:xfrm>
          <a:custGeom>
            <a:avLst/>
            <a:gdLst/>
            <a:ahLst/>
            <a:cxnLst/>
            <a:rect l="l" t="t" r="r" b="b"/>
            <a:pathLst>
              <a:path w="342900" h="263525">
                <a:moveTo>
                  <a:pt x="342303" y="0"/>
                </a:moveTo>
                <a:lnTo>
                  <a:pt x="0" y="0"/>
                </a:lnTo>
                <a:lnTo>
                  <a:pt x="0" y="263105"/>
                </a:lnTo>
                <a:lnTo>
                  <a:pt x="342303" y="263105"/>
                </a:lnTo>
                <a:lnTo>
                  <a:pt x="342303" y="0"/>
                </a:lnTo>
                <a:close/>
              </a:path>
            </a:pathLst>
          </a:custGeom>
          <a:solidFill>
            <a:srgbClr val="6044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/>
          <p:nvPr/>
        </p:nvSpPr>
        <p:spPr>
          <a:xfrm>
            <a:off x="15017495" y="1525816"/>
            <a:ext cx="342900" cy="263525"/>
          </a:xfrm>
          <a:custGeom>
            <a:avLst/>
            <a:gdLst/>
            <a:ahLst/>
            <a:cxnLst/>
            <a:rect l="l" t="t" r="r" b="b"/>
            <a:pathLst>
              <a:path w="342900" h="263525">
                <a:moveTo>
                  <a:pt x="342303" y="0"/>
                </a:moveTo>
                <a:lnTo>
                  <a:pt x="0" y="0"/>
                </a:lnTo>
                <a:lnTo>
                  <a:pt x="0" y="263105"/>
                </a:lnTo>
                <a:lnTo>
                  <a:pt x="342303" y="263105"/>
                </a:lnTo>
                <a:lnTo>
                  <a:pt x="342303" y="0"/>
                </a:lnTo>
                <a:close/>
              </a:path>
            </a:pathLst>
          </a:custGeom>
          <a:solidFill>
            <a:srgbClr val="0086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 descr=""/>
          <p:cNvSpPr txBox="1"/>
          <p:nvPr/>
        </p:nvSpPr>
        <p:spPr>
          <a:xfrm>
            <a:off x="15425419" y="1012698"/>
            <a:ext cx="12299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65" i="1">
                <a:solidFill>
                  <a:srgbClr val="173360"/>
                </a:solidFill>
                <a:latin typeface="Calibri"/>
                <a:cs typeface="Calibri"/>
              </a:rPr>
              <a:t>WIP/Planned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15413862" y="1527174"/>
            <a:ext cx="13906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70" i="1">
                <a:solidFill>
                  <a:srgbClr val="173360"/>
                </a:solidFill>
                <a:latin typeface="Calibri"/>
                <a:cs typeface="Calibri"/>
              </a:rPr>
              <a:t>Future</a:t>
            </a:r>
            <a:r>
              <a:rPr dirty="0" sz="1400" spc="35" i="1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dirty="0" sz="1400" spc="150" i="1">
                <a:solidFill>
                  <a:srgbClr val="173360"/>
                </a:solidFill>
                <a:latin typeface="Calibri"/>
                <a:cs typeface="Calibri"/>
              </a:rPr>
              <a:t>Outlook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9336" y="4573266"/>
            <a:ext cx="10419715" cy="9899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300" spc="-85" i="1">
                <a:solidFill>
                  <a:srgbClr val="173360"/>
                </a:solidFill>
                <a:latin typeface="Malgun Gothic"/>
                <a:cs typeface="Malgun Gothic"/>
              </a:rPr>
              <a:t>Data</a:t>
            </a:r>
            <a:r>
              <a:rPr dirty="0" sz="6300" spc="-44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114" i="1">
                <a:solidFill>
                  <a:srgbClr val="173360"/>
                </a:solidFill>
                <a:latin typeface="Malgun Gothic"/>
                <a:cs typeface="Malgun Gothic"/>
              </a:rPr>
              <a:t>Pipeline</a:t>
            </a:r>
            <a:r>
              <a:rPr dirty="0" sz="6300" spc="-42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155" i="1">
                <a:solidFill>
                  <a:srgbClr val="173360"/>
                </a:solidFill>
                <a:latin typeface="Malgun Gothic"/>
                <a:cs typeface="Malgun Gothic"/>
              </a:rPr>
              <a:t>Modernization</a:t>
            </a:r>
            <a:endParaRPr sz="63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134837" y="942969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75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354137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Big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solves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Volume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and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Variety</a:t>
            </a:r>
            <a:r>
              <a:rPr dirty="0" spc="-5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–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not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Velocity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85189" y="2577845"/>
            <a:ext cx="549910" cy="549910"/>
            <a:chOff x="985189" y="2577845"/>
            <a:chExt cx="549910" cy="5499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5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5"/>
              <a:ext cx="169164" cy="16903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670050" y="272503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991170" y="2686811"/>
            <a:ext cx="14762480" cy="5654040"/>
            <a:chOff x="991170" y="2686811"/>
            <a:chExt cx="14762480" cy="5654040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311886" y="2686811"/>
              <a:ext cx="2441575" cy="5654040"/>
            </a:xfrm>
            <a:custGeom>
              <a:avLst/>
              <a:gdLst/>
              <a:ahLst/>
              <a:cxnLst/>
              <a:rect l="l" t="t" r="r" b="b"/>
              <a:pathLst>
                <a:path w="2441575" h="5654040">
                  <a:moveTo>
                    <a:pt x="2441194" y="5653913"/>
                  </a:moveTo>
                  <a:lnTo>
                    <a:pt x="2440736" y="5501132"/>
                  </a:lnTo>
                  <a:lnTo>
                    <a:pt x="2440736" y="5500878"/>
                  </a:lnTo>
                  <a:lnTo>
                    <a:pt x="2440635" y="5466588"/>
                  </a:lnTo>
                  <a:lnTo>
                    <a:pt x="2440533" y="5432564"/>
                  </a:lnTo>
                  <a:lnTo>
                    <a:pt x="2440432" y="5398262"/>
                  </a:lnTo>
                  <a:lnTo>
                    <a:pt x="2372347" y="5432564"/>
                  </a:lnTo>
                  <a:lnTo>
                    <a:pt x="220853" y="1163002"/>
                  </a:lnTo>
                  <a:lnTo>
                    <a:pt x="2199373" y="3557879"/>
                  </a:lnTo>
                  <a:lnTo>
                    <a:pt x="2140585" y="3606419"/>
                  </a:lnTo>
                  <a:lnTo>
                    <a:pt x="2374265" y="3709924"/>
                  </a:lnTo>
                  <a:lnTo>
                    <a:pt x="2345982" y="3587242"/>
                  </a:lnTo>
                  <a:lnTo>
                    <a:pt x="2316861" y="3460877"/>
                  </a:lnTo>
                  <a:lnTo>
                    <a:pt x="2258085" y="3509403"/>
                  </a:lnTo>
                  <a:lnTo>
                    <a:pt x="150469" y="958113"/>
                  </a:lnTo>
                  <a:lnTo>
                    <a:pt x="2145931" y="1655851"/>
                  </a:lnTo>
                  <a:lnTo>
                    <a:pt x="2120773" y="1727835"/>
                  </a:lnTo>
                  <a:lnTo>
                    <a:pt x="2374265" y="1695323"/>
                  </a:lnTo>
                  <a:lnTo>
                    <a:pt x="2348103" y="1668399"/>
                  </a:lnTo>
                  <a:lnTo>
                    <a:pt x="2196211" y="1512062"/>
                  </a:lnTo>
                  <a:lnTo>
                    <a:pt x="2171065" y="1583956"/>
                  </a:lnTo>
                  <a:lnTo>
                    <a:pt x="147980" y="876452"/>
                  </a:lnTo>
                  <a:lnTo>
                    <a:pt x="2183180" y="143357"/>
                  </a:lnTo>
                  <a:lnTo>
                    <a:pt x="2209038" y="215138"/>
                  </a:lnTo>
                  <a:lnTo>
                    <a:pt x="2358072" y="58801"/>
                  </a:lnTo>
                  <a:lnTo>
                    <a:pt x="2385441" y="30099"/>
                  </a:lnTo>
                  <a:lnTo>
                    <a:pt x="2131568" y="0"/>
                  </a:lnTo>
                  <a:lnTo>
                    <a:pt x="2157387" y="71729"/>
                  </a:lnTo>
                  <a:lnTo>
                    <a:pt x="21082" y="841121"/>
                  </a:lnTo>
                  <a:lnTo>
                    <a:pt x="33934" y="876960"/>
                  </a:lnTo>
                  <a:lnTo>
                    <a:pt x="0" y="894080"/>
                  </a:lnTo>
                  <a:lnTo>
                    <a:pt x="2304275" y="5466854"/>
                  </a:lnTo>
                  <a:lnTo>
                    <a:pt x="2236216" y="5501132"/>
                  </a:lnTo>
                  <a:lnTo>
                    <a:pt x="2441194" y="565391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3737082" y="2966719"/>
            <a:ext cx="791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4357350" y="3720210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576552" y="477634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601570" y="5879338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85800" y="2020570"/>
            <a:ext cx="1809750" cy="3086735"/>
          </a:xfrm>
          <a:custGeom>
            <a:avLst/>
            <a:gdLst/>
            <a:ahLst/>
            <a:cxnLst/>
            <a:rect l="l" t="t" r="r" b="b"/>
            <a:pathLst>
              <a:path w="1809750" h="3086735">
                <a:moveTo>
                  <a:pt x="0" y="91185"/>
                </a:moveTo>
                <a:lnTo>
                  <a:pt x="7164" y="55721"/>
                </a:lnTo>
                <a:lnTo>
                  <a:pt x="26703" y="26733"/>
                </a:lnTo>
                <a:lnTo>
                  <a:pt x="55683" y="7175"/>
                </a:lnTo>
                <a:lnTo>
                  <a:pt x="91173" y="0"/>
                </a:lnTo>
                <a:lnTo>
                  <a:pt x="1718183" y="0"/>
                </a:lnTo>
                <a:lnTo>
                  <a:pt x="1753701" y="7175"/>
                </a:lnTo>
                <a:lnTo>
                  <a:pt x="1782683" y="26733"/>
                </a:lnTo>
                <a:lnTo>
                  <a:pt x="1802211" y="55721"/>
                </a:lnTo>
                <a:lnTo>
                  <a:pt x="1809369" y="91185"/>
                </a:lnTo>
                <a:lnTo>
                  <a:pt x="1809369" y="2995294"/>
                </a:lnTo>
                <a:lnTo>
                  <a:pt x="1802211" y="3030739"/>
                </a:lnTo>
                <a:lnTo>
                  <a:pt x="1782683" y="3059684"/>
                </a:lnTo>
                <a:lnTo>
                  <a:pt x="1753701" y="3079198"/>
                </a:lnTo>
                <a:lnTo>
                  <a:pt x="1718183" y="3086354"/>
                </a:lnTo>
                <a:lnTo>
                  <a:pt x="91173" y="3086354"/>
                </a:lnTo>
                <a:lnTo>
                  <a:pt x="55683" y="3079198"/>
                </a:lnTo>
                <a:lnTo>
                  <a:pt x="26703" y="3059683"/>
                </a:lnTo>
                <a:lnTo>
                  <a:pt x="7164" y="3030739"/>
                </a:lnTo>
                <a:lnTo>
                  <a:pt x="0" y="2995294"/>
                </a:lnTo>
                <a:lnTo>
                  <a:pt x="0" y="9118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046480" y="2077593"/>
            <a:ext cx="1087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997986" y="2007870"/>
            <a:ext cx="12360910" cy="3112135"/>
            <a:chOff x="997986" y="2007870"/>
            <a:chExt cx="12360910" cy="3112135"/>
          </a:xfrm>
        </p:grpSpPr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7986" y="3374428"/>
              <a:ext cx="598243" cy="65613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9168257" y="2020570"/>
              <a:ext cx="4177665" cy="3086735"/>
            </a:xfrm>
            <a:custGeom>
              <a:avLst/>
              <a:gdLst/>
              <a:ahLst/>
              <a:cxnLst/>
              <a:rect l="l" t="t" r="r" b="b"/>
              <a:pathLst>
                <a:path w="4177665" h="3086735">
                  <a:moveTo>
                    <a:pt x="0" y="155575"/>
                  </a:moveTo>
                  <a:lnTo>
                    <a:pt x="7924" y="106428"/>
                  </a:lnTo>
                  <a:lnTo>
                    <a:pt x="29992" y="63724"/>
                  </a:lnTo>
                  <a:lnTo>
                    <a:pt x="63642" y="30037"/>
                  </a:lnTo>
                  <a:lnTo>
                    <a:pt x="106314" y="7938"/>
                  </a:lnTo>
                  <a:lnTo>
                    <a:pt x="155448" y="0"/>
                  </a:lnTo>
                  <a:lnTo>
                    <a:pt x="4022089" y="0"/>
                  </a:lnTo>
                  <a:lnTo>
                    <a:pt x="4071236" y="7938"/>
                  </a:lnTo>
                  <a:lnTo>
                    <a:pt x="4113940" y="30037"/>
                  </a:lnTo>
                  <a:lnTo>
                    <a:pt x="4147627" y="63724"/>
                  </a:lnTo>
                  <a:lnTo>
                    <a:pt x="4169726" y="106428"/>
                  </a:lnTo>
                  <a:lnTo>
                    <a:pt x="4177664" y="155575"/>
                  </a:lnTo>
                  <a:lnTo>
                    <a:pt x="4177664" y="2930905"/>
                  </a:lnTo>
                  <a:lnTo>
                    <a:pt x="4169726" y="2980052"/>
                  </a:lnTo>
                  <a:lnTo>
                    <a:pt x="4147627" y="3022756"/>
                  </a:lnTo>
                  <a:lnTo>
                    <a:pt x="4113940" y="3056443"/>
                  </a:lnTo>
                  <a:lnTo>
                    <a:pt x="4071236" y="3078542"/>
                  </a:lnTo>
                  <a:lnTo>
                    <a:pt x="4022089" y="3086480"/>
                  </a:lnTo>
                  <a:lnTo>
                    <a:pt x="155448" y="3086480"/>
                  </a:lnTo>
                  <a:lnTo>
                    <a:pt x="106314" y="3078542"/>
                  </a:lnTo>
                  <a:lnTo>
                    <a:pt x="63642" y="3056443"/>
                  </a:lnTo>
                  <a:lnTo>
                    <a:pt x="29992" y="3022756"/>
                  </a:lnTo>
                  <a:lnTo>
                    <a:pt x="7924" y="2980052"/>
                  </a:lnTo>
                  <a:lnTo>
                    <a:pt x="0" y="2930905"/>
                  </a:lnTo>
                  <a:lnTo>
                    <a:pt x="0" y="15557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10527918" y="2096516"/>
            <a:ext cx="1459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Big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291690" y="4131317"/>
            <a:ext cx="262890" cy="381000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25" b="1">
                <a:solidFill>
                  <a:srgbClr val="221F1F"/>
                </a:solidFill>
                <a:latin typeface="Malgun Gothic"/>
                <a:cs typeface="Malgun Gothic"/>
              </a:rPr>
              <a:t>Raw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9677018" y="2852673"/>
            <a:ext cx="1261745" cy="1812289"/>
            <a:chOff x="9677018" y="2852673"/>
            <a:chExt cx="1261745" cy="1812289"/>
          </a:xfrm>
        </p:grpSpPr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77018" y="3211043"/>
              <a:ext cx="359486" cy="63397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9761727" y="28526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57764" y="2852673"/>
              <a:ext cx="169163" cy="169036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9418" y="3363443"/>
              <a:ext cx="359486" cy="6339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9914127" y="30050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10164" y="3005073"/>
              <a:ext cx="169163" cy="169036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0800" y="4321150"/>
              <a:ext cx="359486" cy="63397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9795509" y="39627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91546" y="3962780"/>
              <a:ext cx="169163" cy="169037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3200" y="4473550"/>
              <a:ext cx="359486" cy="63397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9947909" y="41151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43946" y="4115180"/>
              <a:ext cx="169163" cy="16903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0611992" y="3335781"/>
              <a:ext cx="327025" cy="441325"/>
            </a:xfrm>
            <a:custGeom>
              <a:avLst/>
              <a:gdLst/>
              <a:ahLst/>
              <a:cxnLst/>
              <a:rect l="l" t="t" r="r" b="b"/>
              <a:pathLst>
                <a:path w="327025" h="441325">
                  <a:moveTo>
                    <a:pt x="81660" y="0"/>
                  </a:moveTo>
                  <a:lnTo>
                    <a:pt x="0" y="71247"/>
                  </a:lnTo>
                  <a:lnTo>
                    <a:pt x="81660" y="163322"/>
                  </a:lnTo>
                  <a:lnTo>
                    <a:pt x="81660" y="122427"/>
                  </a:lnTo>
                  <a:lnTo>
                    <a:pt x="128022" y="138318"/>
                  </a:lnTo>
                  <a:lnTo>
                    <a:pt x="170694" y="160518"/>
                  </a:lnTo>
                  <a:lnTo>
                    <a:pt x="209206" y="188416"/>
                  </a:lnTo>
                  <a:lnTo>
                    <a:pt x="243087" y="221396"/>
                  </a:lnTo>
                  <a:lnTo>
                    <a:pt x="271864" y="258846"/>
                  </a:lnTo>
                  <a:lnTo>
                    <a:pt x="295068" y="300152"/>
                  </a:lnTo>
                  <a:lnTo>
                    <a:pt x="312225" y="344701"/>
                  </a:lnTo>
                  <a:lnTo>
                    <a:pt x="322865" y="391878"/>
                  </a:lnTo>
                  <a:lnTo>
                    <a:pt x="326516" y="441071"/>
                  </a:lnTo>
                  <a:lnTo>
                    <a:pt x="326516" y="359410"/>
                  </a:lnTo>
                  <a:lnTo>
                    <a:pt x="322865" y="310217"/>
                  </a:lnTo>
                  <a:lnTo>
                    <a:pt x="312225" y="263040"/>
                  </a:lnTo>
                  <a:lnTo>
                    <a:pt x="295068" y="218491"/>
                  </a:lnTo>
                  <a:lnTo>
                    <a:pt x="271864" y="177185"/>
                  </a:lnTo>
                  <a:lnTo>
                    <a:pt x="243087" y="139735"/>
                  </a:lnTo>
                  <a:lnTo>
                    <a:pt x="209206" y="106755"/>
                  </a:lnTo>
                  <a:lnTo>
                    <a:pt x="170694" y="78857"/>
                  </a:lnTo>
                  <a:lnTo>
                    <a:pt x="128022" y="56657"/>
                  </a:lnTo>
                  <a:lnTo>
                    <a:pt x="81660" y="4076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611992" y="3736085"/>
              <a:ext cx="327025" cy="370205"/>
            </a:xfrm>
            <a:custGeom>
              <a:avLst/>
              <a:gdLst/>
              <a:ahLst/>
              <a:cxnLst/>
              <a:rect l="l" t="t" r="r" b="b"/>
              <a:pathLst>
                <a:path w="327025" h="370204">
                  <a:moveTo>
                    <a:pt x="323976" y="0"/>
                  </a:moveTo>
                  <a:lnTo>
                    <a:pt x="314415" y="48064"/>
                  </a:lnTo>
                  <a:lnTo>
                    <a:pt x="298293" y="93172"/>
                  </a:lnTo>
                  <a:lnTo>
                    <a:pt x="276168" y="134828"/>
                  </a:lnTo>
                  <a:lnTo>
                    <a:pt x="248597" y="172537"/>
                  </a:lnTo>
                  <a:lnTo>
                    <a:pt x="216138" y="205803"/>
                  </a:lnTo>
                  <a:lnTo>
                    <a:pt x="179346" y="234132"/>
                  </a:lnTo>
                  <a:lnTo>
                    <a:pt x="138779" y="257027"/>
                  </a:lnTo>
                  <a:lnTo>
                    <a:pt x="94994" y="273994"/>
                  </a:lnTo>
                  <a:lnTo>
                    <a:pt x="48549" y="284538"/>
                  </a:lnTo>
                  <a:lnTo>
                    <a:pt x="0" y="288163"/>
                  </a:lnTo>
                  <a:lnTo>
                    <a:pt x="0" y="369824"/>
                  </a:lnTo>
                  <a:lnTo>
                    <a:pt x="40512" y="367284"/>
                  </a:lnTo>
                  <a:lnTo>
                    <a:pt x="87954" y="357727"/>
                  </a:lnTo>
                  <a:lnTo>
                    <a:pt x="132380" y="341699"/>
                  </a:lnTo>
                  <a:lnTo>
                    <a:pt x="173351" y="319767"/>
                  </a:lnTo>
                  <a:lnTo>
                    <a:pt x="210428" y="292500"/>
                  </a:lnTo>
                  <a:lnTo>
                    <a:pt x="243170" y="260466"/>
                  </a:lnTo>
                  <a:lnTo>
                    <a:pt x="271137" y="224234"/>
                  </a:lnTo>
                  <a:lnTo>
                    <a:pt x="293892" y="184373"/>
                  </a:lnTo>
                  <a:lnTo>
                    <a:pt x="310992" y="141450"/>
                  </a:lnTo>
                  <a:lnTo>
                    <a:pt x="322000" y="96034"/>
                  </a:lnTo>
                  <a:lnTo>
                    <a:pt x="326474" y="48695"/>
                  </a:lnTo>
                  <a:lnTo>
                    <a:pt x="3239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9325853" y="2964660"/>
            <a:ext cx="262890" cy="672465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Refined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9802114" y="4803140"/>
            <a:ext cx="556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Storage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9284334" y="3585209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304290" algn="l"/>
              </a:tabLst>
            </a:pP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heavy" sz="1200" spc="-1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Storage</a:t>
            </a: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2535301" y="2020595"/>
            <a:ext cx="10392410" cy="2661285"/>
            <a:chOff x="2535301" y="2020595"/>
            <a:chExt cx="10392410" cy="2661285"/>
          </a:xfrm>
        </p:grpSpPr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714608" y="4105212"/>
              <a:ext cx="576083" cy="57608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10466" y="3839235"/>
              <a:ext cx="437222" cy="437235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62866" y="4163593"/>
              <a:ext cx="437222" cy="43710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46433" y="2789309"/>
              <a:ext cx="827495" cy="751217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10277" y="2020595"/>
              <a:ext cx="388642" cy="41780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24477" y="2747022"/>
              <a:ext cx="703129" cy="771174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6472174" y="0"/>
                  </a:moveTo>
                  <a:lnTo>
                    <a:pt x="6472174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6472174" y="211200"/>
                  </a:lnTo>
                  <a:lnTo>
                    <a:pt x="6472174" y="281559"/>
                  </a:lnTo>
                  <a:lnTo>
                    <a:pt x="6613017" y="140843"/>
                  </a:lnTo>
                  <a:lnTo>
                    <a:pt x="647217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11983973" y="3580256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11537442" y="4775961"/>
            <a:ext cx="1308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Parallel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4628515" y="2891790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Import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Import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65" name="object 6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72" name="object 72" descr=""/>
          <p:cNvSpPr txBox="1"/>
          <p:nvPr/>
        </p:nvSpPr>
        <p:spPr>
          <a:xfrm>
            <a:off x="17071593" y="8824341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76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19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6137762" y="8866428"/>
            <a:ext cx="391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354137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Big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solves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Volume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and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Variety</a:t>
            </a:r>
            <a:r>
              <a:rPr dirty="0" spc="-5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–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not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Velocity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85189" y="2577845"/>
            <a:ext cx="549910" cy="549910"/>
            <a:chOff x="985189" y="2577845"/>
            <a:chExt cx="549910" cy="54991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5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5"/>
              <a:ext cx="169164" cy="169036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670050" y="272503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991170" y="2686811"/>
            <a:ext cx="14762480" cy="5654040"/>
            <a:chOff x="991170" y="2686811"/>
            <a:chExt cx="14762480" cy="5654040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311886" y="2686811"/>
              <a:ext cx="2441575" cy="5654040"/>
            </a:xfrm>
            <a:custGeom>
              <a:avLst/>
              <a:gdLst/>
              <a:ahLst/>
              <a:cxnLst/>
              <a:rect l="l" t="t" r="r" b="b"/>
              <a:pathLst>
                <a:path w="2441575" h="5654040">
                  <a:moveTo>
                    <a:pt x="2441194" y="5653913"/>
                  </a:moveTo>
                  <a:lnTo>
                    <a:pt x="2440736" y="5501132"/>
                  </a:lnTo>
                  <a:lnTo>
                    <a:pt x="2440736" y="5500878"/>
                  </a:lnTo>
                  <a:lnTo>
                    <a:pt x="2440635" y="5466588"/>
                  </a:lnTo>
                  <a:lnTo>
                    <a:pt x="2440533" y="5432564"/>
                  </a:lnTo>
                  <a:lnTo>
                    <a:pt x="2440432" y="5398262"/>
                  </a:lnTo>
                  <a:lnTo>
                    <a:pt x="2372347" y="5432564"/>
                  </a:lnTo>
                  <a:lnTo>
                    <a:pt x="220853" y="1163002"/>
                  </a:lnTo>
                  <a:lnTo>
                    <a:pt x="2199373" y="3557879"/>
                  </a:lnTo>
                  <a:lnTo>
                    <a:pt x="2140585" y="3606419"/>
                  </a:lnTo>
                  <a:lnTo>
                    <a:pt x="2374265" y="3709924"/>
                  </a:lnTo>
                  <a:lnTo>
                    <a:pt x="2345982" y="3587242"/>
                  </a:lnTo>
                  <a:lnTo>
                    <a:pt x="2316861" y="3460877"/>
                  </a:lnTo>
                  <a:lnTo>
                    <a:pt x="2258085" y="3509403"/>
                  </a:lnTo>
                  <a:lnTo>
                    <a:pt x="150469" y="958113"/>
                  </a:lnTo>
                  <a:lnTo>
                    <a:pt x="2145931" y="1655851"/>
                  </a:lnTo>
                  <a:lnTo>
                    <a:pt x="2120773" y="1727835"/>
                  </a:lnTo>
                  <a:lnTo>
                    <a:pt x="2374265" y="1695323"/>
                  </a:lnTo>
                  <a:lnTo>
                    <a:pt x="2348103" y="1668399"/>
                  </a:lnTo>
                  <a:lnTo>
                    <a:pt x="2196211" y="1512062"/>
                  </a:lnTo>
                  <a:lnTo>
                    <a:pt x="2171065" y="1583956"/>
                  </a:lnTo>
                  <a:lnTo>
                    <a:pt x="147980" y="876452"/>
                  </a:lnTo>
                  <a:lnTo>
                    <a:pt x="2183180" y="143357"/>
                  </a:lnTo>
                  <a:lnTo>
                    <a:pt x="2209038" y="215138"/>
                  </a:lnTo>
                  <a:lnTo>
                    <a:pt x="2358072" y="58801"/>
                  </a:lnTo>
                  <a:lnTo>
                    <a:pt x="2385441" y="30099"/>
                  </a:lnTo>
                  <a:lnTo>
                    <a:pt x="2131568" y="0"/>
                  </a:lnTo>
                  <a:lnTo>
                    <a:pt x="2157387" y="71729"/>
                  </a:lnTo>
                  <a:lnTo>
                    <a:pt x="21082" y="841121"/>
                  </a:lnTo>
                  <a:lnTo>
                    <a:pt x="33934" y="876960"/>
                  </a:lnTo>
                  <a:lnTo>
                    <a:pt x="0" y="894080"/>
                  </a:lnTo>
                  <a:lnTo>
                    <a:pt x="2304275" y="5466854"/>
                  </a:lnTo>
                  <a:lnTo>
                    <a:pt x="2236216" y="5501132"/>
                  </a:lnTo>
                  <a:lnTo>
                    <a:pt x="2441194" y="565391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3737082" y="2966719"/>
            <a:ext cx="791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4357350" y="3720210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576552" y="477634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601570" y="5879338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712939" y="1433194"/>
            <a:ext cx="14984730" cy="608965"/>
          </a:xfrm>
          <a:custGeom>
            <a:avLst/>
            <a:gdLst/>
            <a:ahLst/>
            <a:cxnLst/>
            <a:rect l="l" t="t" r="r" b="b"/>
            <a:pathLst>
              <a:path w="14984730" h="608964">
                <a:moveTo>
                  <a:pt x="14375041" y="0"/>
                </a:moveTo>
                <a:lnTo>
                  <a:pt x="14375041" y="152273"/>
                </a:lnTo>
                <a:lnTo>
                  <a:pt x="0" y="152273"/>
                </a:lnTo>
                <a:lnTo>
                  <a:pt x="0" y="456691"/>
                </a:lnTo>
                <a:lnTo>
                  <a:pt x="14375041" y="456691"/>
                </a:lnTo>
                <a:lnTo>
                  <a:pt x="14375041" y="608837"/>
                </a:lnTo>
                <a:lnTo>
                  <a:pt x="14984260" y="304419"/>
                </a:lnTo>
                <a:lnTo>
                  <a:pt x="143750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7483220" y="1615566"/>
            <a:ext cx="11379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Malgun Gothic"/>
                <a:cs typeface="Malgun Gothic"/>
              </a:rPr>
              <a:t>High</a:t>
            </a:r>
            <a:r>
              <a:rPr dirty="0" sz="1400" spc="-2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Malgun Gothic"/>
                <a:cs typeface="Malgun Gothic"/>
              </a:rPr>
              <a:t>Latency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685800" y="2020570"/>
            <a:ext cx="1809750" cy="3086735"/>
          </a:xfrm>
          <a:custGeom>
            <a:avLst/>
            <a:gdLst/>
            <a:ahLst/>
            <a:cxnLst/>
            <a:rect l="l" t="t" r="r" b="b"/>
            <a:pathLst>
              <a:path w="1809750" h="3086735">
                <a:moveTo>
                  <a:pt x="0" y="91185"/>
                </a:moveTo>
                <a:lnTo>
                  <a:pt x="7164" y="55721"/>
                </a:lnTo>
                <a:lnTo>
                  <a:pt x="26703" y="26733"/>
                </a:lnTo>
                <a:lnTo>
                  <a:pt x="55683" y="7175"/>
                </a:lnTo>
                <a:lnTo>
                  <a:pt x="91173" y="0"/>
                </a:lnTo>
                <a:lnTo>
                  <a:pt x="1718183" y="0"/>
                </a:lnTo>
                <a:lnTo>
                  <a:pt x="1753701" y="7175"/>
                </a:lnTo>
                <a:lnTo>
                  <a:pt x="1782683" y="26733"/>
                </a:lnTo>
                <a:lnTo>
                  <a:pt x="1802211" y="55721"/>
                </a:lnTo>
                <a:lnTo>
                  <a:pt x="1809369" y="91185"/>
                </a:lnTo>
                <a:lnTo>
                  <a:pt x="1809369" y="2995294"/>
                </a:lnTo>
                <a:lnTo>
                  <a:pt x="1802211" y="3030739"/>
                </a:lnTo>
                <a:lnTo>
                  <a:pt x="1782683" y="3059684"/>
                </a:lnTo>
                <a:lnTo>
                  <a:pt x="1753701" y="3079198"/>
                </a:lnTo>
                <a:lnTo>
                  <a:pt x="1718183" y="3086354"/>
                </a:lnTo>
                <a:lnTo>
                  <a:pt x="91173" y="3086354"/>
                </a:lnTo>
                <a:lnTo>
                  <a:pt x="55683" y="3079198"/>
                </a:lnTo>
                <a:lnTo>
                  <a:pt x="26703" y="3059683"/>
                </a:lnTo>
                <a:lnTo>
                  <a:pt x="7164" y="3030739"/>
                </a:lnTo>
                <a:lnTo>
                  <a:pt x="0" y="2995294"/>
                </a:lnTo>
                <a:lnTo>
                  <a:pt x="0" y="9118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046480" y="2077593"/>
            <a:ext cx="1087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997986" y="2007870"/>
            <a:ext cx="12360910" cy="3112135"/>
            <a:chOff x="997986" y="2007870"/>
            <a:chExt cx="12360910" cy="3112135"/>
          </a:xfrm>
        </p:grpSpPr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7986" y="3374428"/>
              <a:ext cx="598243" cy="656138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9168257" y="2020570"/>
              <a:ext cx="4177665" cy="3086735"/>
            </a:xfrm>
            <a:custGeom>
              <a:avLst/>
              <a:gdLst/>
              <a:ahLst/>
              <a:cxnLst/>
              <a:rect l="l" t="t" r="r" b="b"/>
              <a:pathLst>
                <a:path w="4177665" h="3086735">
                  <a:moveTo>
                    <a:pt x="0" y="155575"/>
                  </a:moveTo>
                  <a:lnTo>
                    <a:pt x="7924" y="106428"/>
                  </a:lnTo>
                  <a:lnTo>
                    <a:pt x="29992" y="63724"/>
                  </a:lnTo>
                  <a:lnTo>
                    <a:pt x="63642" y="30037"/>
                  </a:lnTo>
                  <a:lnTo>
                    <a:pt x="106314" y="7938"/>
                  </a:lnTo>
                  <a:lnTo>
                    <a:pt x="155448" y="0"/>
                  </a:lnTo>
                  <a:lnTo>
                    <a:pt x="4022089" y="0"/>
                  </a:lnTo>
                  <a:lnTo>
                    <a:pt x="4071236" y="7938"/>
                  </a:lnTo>
                  <a:lnTo>
                    <a:pt x="4113940" y="30037"/>
                  </a:lnTo>
                  <a:lnTo>
                    <a:pt x="4147627" y="63724"/>
                  </a:lnTo>
                  <a:lnTo>
                    <a:pt x="4169726" y="106428"/>
                  </a:lnTo>
                  <a:lnTo>
                    <a:pt x="4177664" y="155575"/>
                  </a:lnTo>
                  <a:lnTo>
                    <a:pt x="4177664" y="2930905"/>
                  </a:lnTo>
                  <a:lnTo>
                    <a:pt x="4169726" y="2980052"/>
                  </a:lnTo>
                  <a:lnTo>
                    <a:pt x="4147627" y="3022756"/>
                  </a:lnTo>
                  <a:lnTo>
                    <a:pt x="4113940" y="3056443"/>
                  </a:lnTo>
                  <a:lnTo>
                    <a:pt x="4071236" y="3078542"/>
                  </a:lnTo>
                  <a:lnTo>
                    <a:pt x="4022089" y="3086480"/>
                  </a:lnTo>
                  <a:lnTo>
                    <a:pt x="155448" y="3086480"/>
                  </a:lnTo>
                  <a:lnTo>
                    <a:pt x="106314" y="3078542"/>
                  </a:lnTo>
                  <a:lnTo>
                    <a:pt x="63642" y="3056443"/>
                  </a:lnTo>
                  <a:lnTo>
                    <a:pt x="29992" y="3022756"/>
                  </a:lnTo>
                  <a:lnTo>
                    <a:pt x="7924" y="2980052"/>
                  </a:lnTo>
                  <a:lnTo>
                    <a:pt x="0" y="2930905"/>
                  </a:lnTo>
                  <a:lnTo>
                    <a:pt x="0" y="15557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0527918" y="2096516"/>
            <a:ext cx="1459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Big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291690" y="4131317"/>
            <a:ext cx="262890" cy="381000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25" b="1">
                <a:solidFill>
                  <a:srgbClr val="221F1F"/>
                </a:solidFill>
                <a:latin typeface="Malgun Gothic"/>
                <a:cs typeface="Malgun Gothic"/>
              </a:rPr>
              <a:t>Raw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9677018" y="2852673"/>
            <a:ext cx="1261745" cy="1812289"/>
            <a:chOff x="9677018" y="2852673"/>
            <a:chExt cx="1261745" cy="1812289"/>
          </a:xfrm>
        </p:grpSpPr>
        <p:pic>
          <p:nvPicPr>
            <p:cNvPr id="36" name="object 3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77018" y="3211043"/>
              <a:ext cx="359486" cy="63397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9761727" y="28526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57764" y="2852673"/>
              <a:ext cx="169163" cy="169036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9418" y="3363443"/>
              <a:ext cx="359486" cy="63397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9914127" y="30050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10164" y="3005073"/>
              <a:ext cx="169163" cy="16903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0800" y="4321150"/>
              <a:ext cx="359486" cy="6339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9795509" y="39627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91546" y="3962780"/>
              <a:ext cx="169163" cy="169037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3200" y="4473550"/>
              <a:ext cx="359486" cy="6339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9947909" y="41151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43946" y="4115180"/>
              <a:ext cx="169163" cy="169037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0611992" y="3335781"/>
              <a:ext cx="327025" cy="441325"/>
            </a:xfrm>
            <a:custGeom>
              <a:avLst/>
              <a:gdLst/>
              <a:ahLst/>
              <a:cxnLst/>
              <a:rect l="l" t="t" r="r" b="b"/>
              <a:pathLst>
                <a:path w="327025" h="441325">
                  <a:moveTo>
                    <a:pt x="81660" y="0"/>
                  </a:moveTo>
                  <a:lnTo>
                    <a:pt x="0" y="71247"/>
                  </a:lnTo>
                  <a:lnTo>
                    <a:pt x="81660" y="163322"/>
                  </a:lnTo>
                  <a:lnTo>
                    <a:pt x="81660" y="122427"/>
                  </a:lnTo>
                  <a:lnTo>
                    <a:pt x="128022" y="138318"/>
                  </a:lnTo>
                  <a:lnTo>
                    <a:pt x="170694" y="160518"/>
                  </a:lnTo>
                  <a:lnTo>
                    <a:pt x="209206" y="188416"/>
                  </a:lnTo>
                  <a:lnTo>
                    <a:pt x="243087" y="221396"/>
                  </a:lnTo>
                  <a:lnTo>
                    <a:pt x="271864" y="258846"/>
                  </a:lnTo>
                  <a:lnTo>
                    <a:pt x="295068" y="300152"/>
                  </a:lnTo>
                  <a:lnTo>
                    <a:pt x="312225" y="344701"/>
                  </a:lnTo>
                  <a:lnTo>
                    <a:pt x="322865" y="391878"/>
                  </a:lnTo>
                  <a:lnTo>
                    <a:pt x="326516" y="441071"/>
                  </a:lnTo>
                  <a:lnTo>
                    <a:pt x="326516" y="359410"/>
                  </a:lnTo>
                  <a:lnTo>
                    <a:pt x="322865" y="310217"/>
                  </a:lnTo>
                  <a:lnTo>
                    <a:pt x="312225" y="263040"/>
                  </a:lnTo>
                  <a:lnTo>
                    <a:pt x="295068" y="218491"/>
                  </a:lnTo>
                  <a:lnTo>
                    <a:pt x="271864" y="177185"/>
                  </a:lnTo>
                  <a:lnTo>
                    <a:pt x="243087" y="139735"/>
                  </a:lnTo>
                  <a:lnTo>
                    <a:pt x="209206" y="106755"/>
                  </a:lnTo>
                  <a:lnTo>
                    <a:pt x="170694" y="78857"/>
                  </a:lnTo>
                  <a:lnTo>
                    <a:pt x="128022" y="56657"/>
                  </a:lnTo>
                  <a:lnTo>
                    <a:pt x="81660" y="4076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611992" y="3736085"/>
              <a:ext cx="327025" cy="370205"/>
            </a:xfrm>
            <a:custGeom>
              <a:avLst/>
              <a:gdLst/>
              <a:ahLst/>
              <a:cxnLst/>
              <a:rect l="l" t="t" r="r" b="b"/>
              <a:pathLst>
                <a:path w="327025" h="370204">
                  <a:moveTo>
                    <a:pt x="323976" y="0"/>
                  </a:moveTo>
                  <a:lnTo>
                    <a:pt x="314415" y="48064"/>
                  </a:lnTo>
                  <a:lnTo>
                    <a:pt x="298293" y="93172"/>
                  </a:lnTo>
                  <a:lnTo>
                    <a:pt x="276168" y="134828"/>
                  </a:lnTo>
                  <a:lnTo>
                    <a:pt x="248597" y="172537"/>
                  </a:lnTo>
                  <a:lnTo>
                    <a:pt x="216138" y="205803"/>
                  </a:lnTo>
                  <a:lnTo>
                    <a:pt x="179346" y="234132"/>
                  </a:lnTo>
                  <a:lnTo>
                    <a:pt x="138779" y="257027"/>
                  </a:lnTo>
                  <a:lnTo>
                    <a:pt x="94994" y="273994"/>
                  </a:lnTo>
                  <a:lnTo>
                    <a:pt x="48549" y="284538"/>
                  </a:lnTo>
                  <a:lnTo>
                    <a:pt x="0" y="288163"/>
                  </a:lnTo>
                  <a:lnTo>
                    <a:pt x="0" y="369824"/>
                  </a:lnTo>
                  <a:lnTo>
                    <a:pt x="40512" y="367284"/>
                  </a:lnTo>
                  <a:lnTo>
                    <a:pt x="87954" y="357727"/>
                  </a:lnTo>
                  <a:lnTo>
                    <a:pt x="132380" y="341699"/>
                  </a:lnTo>
                  <a:lnTo>
                    <a:pt x="173351" y="319767"/>
                  </a:lnTo>
                  <a:lnTo>
                    <a:pt x="210428" y="292500"/>
                  </a:lnTo>
                  <a:lnTo>
                    <a:pt x="243170" y="260466"/>
                  </a:lnTo>
                  <a:lnTo>
                    <a:pt x="271137" y="224234"/>
                  </a:lnTo>
                  <a:lnTo>
                    <a:pt x="293892" y="184373"/>
                  </a:lnTo>
                  <a:lnTo>
                    <a:pt x="310992" y="141450"/>
                  </a:lnTo>
                  <a:lnTo>
                    <a:pt x="322000" y="96034"/>
                  </a:lnTo>
                  <a:lnTo>
                    <a:pt x="326474" y="48695"/>
                  </a:lnTo>
                  <a:lnTo>
                    <a:pt x="3239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9325853" y="2964660"/>
            <a:ext cx="262890" cy="672465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Refined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9802114" y="4803140"/>
            <a:ext cx="556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Storage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9284334" y="3585209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304290" algn="l"/>
              </a:tabLst>
            </a:pP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heavy" sz="1200" spc="-1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Storage</a:t>
            </a: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2535301" y="2020595"/>
            <a:ext cx="10392410" cy="2661285"/>
            <a:chOff x="2535301" y="2020595"/>
            <a:chExt cx="10392410" cy="2661285"/>
          </a:xfrm>
        </p:grpSpPr>
        <p:pic>
          <p:nvPicPr>
            <p:cNvPr id="54" name="object 5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714608" y="4105212"/>
              <a:ext cx="576083" cy="576083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10466" y="3839235"/>
              <a:ext cx="437222" cy="43723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62866" y="4163593"/>
              <a:ext cx="437222" cy="437108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46433" y="2789309"/>
              <a:ext cx="827495" cy="751217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081129" y="2020595"/>
              <a:ext cx="437222" cy="437235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24477" y="2747022"/>
              <a:ext cx="703129" cy="771174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6472174" y="0"/>
                  </a:moveTo>
                  <a:lnTo>
                    <a:pt x="6472174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6472174" y="211200"/>
                  </a:lnTo>
                  <a:lnTo>
                    <a:pt x="6472174" y="281559"/>
                  </a:lnTo>
                  <a:lnTo>
                    <a:pt x="6613017" y="140843"/>
                  </a:lnTo>
                  <a:lnTo>
                    <a:pt x="647217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11983973" y="3580256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1537442" y="4775961"/>
            <a:ext cx="1308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Parallel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628515" y="2891790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Import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Import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4" name="object 64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67" name="object 6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74" name="object 74" descr=""/>
          <p:cNvSpPr txBox="1"/>
          <p:nvPr/>
        </p:nvSpPr>
        <p:spPr>
          <a:xfrm>
            <a:off x="17071593" y="8824341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76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19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6137762" y="8866428"/>
            <a:ext cx="391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354137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Big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solves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Volume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and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Variety</a:t>
            </a:r>
            <a:r>
              <a:rPr dirty="0" spc="-5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–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not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Velocity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73100" y="2007870"/>
            <a:ext cx="1835150" cy="3112135"/>
            <a:chOff x="673100" y="2007870"/>
            <a:chExt cx="1835150" cy="311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6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6"/>
              <a:ext cx="169164" cy="169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85800" y="2020570"/>
              <a:ext cx="1809750" cy="3086735"/>
            </a:xfrm>
            <a:custGeom>
              <a:avLst/>
              <a:gdLst/>
              <a:ahLst/>
              <a:cxnLst/>
              <a:rect l="l" t="t" r="r" b="b"/>
              <a:pathLst>
                <a:path w="1809750" h="3086735">
                  <a:moveTo>
                    <a:pt x="0" y="91185"/>
                  </a:moveTo>
                  <a:lnTo>
                    <a:pt x="7164" y="55721"/>
                  </a:lnTo>
                  <a:lnTo>
                    <a:pt x="26703" y="26733"/>
                  </a:lnTo>
                  <a:lnTo>
                    <a:pt x="55683" y="7175"/>
                  </a:lnTo>
                  <a:lnTo>
                    <a:pt x="91173" y="0"/>
                  </a:lnTo>
                  <a:lnTo>
                    <a:pt x="1718183" y="0"/>
                  </a:lnTo>
                  <a:lnTo>
                    <a:pt x="1753701" y="7175"/>
                  </a:lnTo>
                  <a:lnTo>
                    <a:pt x="1782683" y="26733"/>
                  </a:lnTo>
                  <a:lnTo>
                    <a:pt x="1802211" y="55721"/>
                  </a:lnTo>
                  <a:lnTo>
                    <a:pt x="1809369" y="91185"/>
                  </a:lnTo>
                  <a:lnTo>
                    <a:pt x="1809369" y="2995294"/>
                  </a:lnTo>
                  <a:lnTo>
                    <a:pt x="1802211" y="3030739"/>
                  </a:lnTo>
                  <a:lnTo>
                    <a:pt x="1782683" y="3059684"/>
                  </a:lnTo>
                  <a:lnTo>
                    <a:pt x="1753701" y="3079198"/>
                  </a:lnTo>
                  <a:lnTo>
                    <a:pt x="1718183" y="3086354"/>
                  </a:lnTo>
                  <a:lnTo>
                    <a:pt x="91173" y="3086354"/>
                  </a:lnTo>
                  <a:lnTo>
                    <a:pt x="55683" y="3079198"/>
                  </a:lnTo>
                  <a:lnTo>
                    <a:pt x="26703" y="3059683"/>
                  </a:lnTo>
                  <a:lnTo>
                    <a:pt x="7164" y="3030739"/>
                  </a:lnTo>
                  <a:lnTo>
                    <a:pt x="0" y="2995294"/>
                  </a:lnTo>
                  <a:lnTo>
                    <a:pt x="0" y="9118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46480" y="2077593"/>
            <a:ext cx="1087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0050" y="272503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991170" y="2686811"/>
            <a:ext cx="14762480" cy="5654040"/>
            <a:chOff x="991170" y="2686811"/>
            <a:chExt cx="14762480" cy="5654040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3311886" y="2686811"/>
              <a:ext cx="2441575" cy="5654040"/>
            </a:xfrm>
            <a:custGeom>
              <a:avLst/>
              <a:gdLst/>
              <a:ahLst/>
              <a:cxnLst/>
              <a:rect l="l" t="t" r="r" b="b"/>
              <a:pathLst>
                <a:path w="2441575" h="5654040">
                  <a:moveTo>
                    <a:pt x="2441194" y="5653913"/>
                  </a:moveTo>
                  <a:lnTo>
                    <a:pt x="2440736" y="5501132"/>
                  </a:lnTo>
                  <a:lnTo>
                    <a:pt x="2440736" y="5500878"/>
                  </a:lnTo>
                  <a:lnTo>
                    <a:pt x="2440635" y="5466588"/>
                  </a:lnTo>
                  <a:lnTo>
                    <a:pt x="2440533" y="5432564"/>
                  </a:lnTo>
                  <a:lnTo>
                    <a:pt x="2440432" y="5398262"/>
                  </a:lnTo>
                  <a:lnTo>
                    <a:pt x="2372347" y="5432564"/>
                  </a:lnTo>
                  <a:lnTo>
                    <a:pt x="220853" y="1163002"/>
                  </a:lnTo>
                  <a:lnTo>
                    <a:pt x="2199373" y="3557879"/>
                  </a:lnTo>
                  <a:lnTo>
                    <a:pt x="2140585" y="3606419"/>
                  </a:lnTo>
                  <a:lnTo>
                    <a:pt x="2374265" y="3709924"/>
                  </a:lnTo>
                  <a:lnTo>
                    <a:pt x="2345982" y="3587242"/>
                  </a:lnTo>
                  <a:lnTo>
                    <a:pt x="2316861" y="3460877"/>
                  </a:lnTo>
                  <a:lnTo>
                    <a:pt x="2258085" y="3509403"/>
                  </a:lnTo>
                  <a:lnTo>
                    <a:pt x="150469" y="958113"/>
                  </a:lnTo>
                  <a:lnTo>
                    <a:pt x="2145931" y="1655851"/>
                  </a:lnTo>
                  <a:lnTo>
                    <a:pt x="2120773" y="1727835"/>
                  </a:lnTo>
                  <a:lnTo>
                    <a:pt x="2374265" y="1695323"/>
                  </a:lnTo>
                  <a:lnTo>
                    <a:pt x="2348103" y="1668399"/>
                  </a:lnTo>
                  <a:lnTo>
                    <a:pt x="2196211" y="1512062"/>
                  </a:lnTo>
                  <a:lnTo>
                    <a:pt x="2171065" y="1583956"/>
                  </a:lnTo>
                  <a:lnTo>
                    <a:pt x="147980" y="876452"/>
                  </a:lnTo>
                  <a:lnTo>
                    <a:pt x="2183180" y="143357"/>
                  </a:lnTo>
                  <a:lnTo>
                    <a:pt x="2209038" y="215138"/>
                  </a:lnTo>
                  <a:lnTo>
                    <a:pt x="2358072" y="58801"/>
                  </a:lnTo>
                  <a:lnTo>
                    <a:pt x="2385441" y="30099"/>
                  </a:lnTo>
                  <a:lnTo>
                    <a:pt x="2131568" y="0"/>
                  </a:lnTo>
                  <a:lnTo>
                    <a:pt x="2157387" y="71729"/>
                  </a:lnTo>
                  <a:lnTo>
                    <a:pt x="21082" y="841121"/>
                  </a:lnTo>
                  <a:lnTo>
                    <a:pt x="33934" y="876960"/>
                  </a:lnTo>
                  <a:lnTo>
                    <a:pt x="0" y="894080"/>
                  </a:lnTo>
                  <a:lnTo>
                    <a:pt x="2304275" y="5466854"/>
                  </a:lnTo>
                  <a:lnTo>
                    <a:pt x="2236216" y="5501132"/>
                  </a:lnTo>
                  <a:lnTo>
                    <a:pt x="2441194" y="565391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673100" y="5470905"/>
            <a:ext cx="1854200" cy="4150995"/>
            <a:chOff x="673100" y="5470905"/>
            <a:chExt cx="1854200" cy="4150995"/>
          </a:xfrm>
        </p:grpSpPr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272" y="6605040"/>
              <a:ext cx="559067" cy="54941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2295" y="7319575"/>
              <a:ext cx="737612" cy="57476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7421" y="5912110"/>
              <a:ext cx="591259" cy="59125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930" y="8096559"/>
              <a:ext cx="553623" cy="55362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8100" y="8853258"/>
              <a:ext cx="582110" cy="51289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85800" y="5483605"/>
              <a:ext cx="1828800" cy="4125595"/>
            </a:xfrm>
            <a:custGeom>
              <a:avLst/>
              <a:gdLst/>
              <a:ahLst/>
              <a:cxnLst/>
              <a:rect l="l" t="t" r="r" b="b"/>
              <a:pathLst>
                <a:path w="1828800" h="4125595">
                  <a:moveTo>
                    <a:pt x="0" y="92202"/>
                  </a:moveTo>
                  <a:lnTo>
                    <a:pt x="7242" y="56310"/>
                  </a:lnTo>
                  <a:lnTo>
                    <a:pt x="26992" y="27003"/>
                  </a:lnTo>
                  <a:lnTo>
                    <a:pt x="56283" y="7244"/>
                  </a:lnTo>
                  <a:lnTo>
                    <a:pt x="92151" y="0"/>
                  </a:lnTo>
                  <a:lnTo>
                    <a:pt x="1736598" y="0"/>
                  </a:lnTo>
                  <a:lnTo>
                    <a:pt x="1772489" y="7244"/>
                  </a:lnTo>
                  <a:lnTo>
                    <a:pt x="1801796" y="27003"/>
                  </a:lnTo>
                  <a:lnTo>
                    <a:pt x="1821555" y="56310"/>
                  </a:lnTo>
                  <a:lnTo>
                    <a:pt x="1828800" y="92202"/>
                  </a:lnTo>
                  <a:lnTo>
                    <a:pt x="1828800" y="4033151"/>
                  </a:lnTo>
                  <a:lnTo>
                    <a:pt x="1821555" y="4069019"/>
                  </a:lnTo>
                  <a:lnTo>
                    <a:pt x="1801796" y="4098310"/>
                  </a:lnTo>
                  <a:lnTo>
                    <a:pt x="1772489" y="4118060"/>
                  </a:lnTo>
                  <a:lnTo>
                    <a:pt x="1736598" y="4125302"/>
                  </a:lnTo>
                  <a:lnTo>
                    <a:pt x="92151" y="4125302"/>
                  </a:lnTo>
                  <a:lnTo>
                    <a:pt x="56283" y="4118060"/>
                  </a:lnTo>
                  <a:lnTo>
                    <a:pt x="26992" y="4098310"/>
                  </a:lnTo>
                  <a:lnTo>
                    <a:pt x="7242" y="4069019"/>
                  </a:lnTo>
                  <a:lnTo>
                    <a:pt x="0" y="4033151"/>
                  </a:lnTo>
                  <a:lnTo>
                    <a:pt x="0" y="9220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13737082" y="2966719"/>
            <a:ext cx="791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357350" y="3720210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4576552" y="477634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601570" y="5879338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022400" y="5541390"/>
            <a:ext cx="1153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678685" y="6225032"/>
            <a:ext cx="61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IoT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617091" y="7524699"/>
            <a:ext cx="610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Location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63116" y="8171510"/>
            <a:ext cx="5092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549653" y="6777990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Telemetry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5034534" y="6194297"/>
            <a:ext cx="1828800" cy="2028189"/>
          </a:xfrm>
          <a:custGeom>
            <a:avLst/>
            <a:gdLst/>
            <a:ahLst/>
            <a:cxnLst/>
            <a:rect l="l" t="t" r="r" b="b"/>
            <a:pathLst>
              <a:path w="1828800" h="2028190">
                <a:moveTo>
                  <a:pt x="0" y="92075"/>
                </a:moveTo>
                <a:lnTo>
                  <a:pt x="7244" y="56203"/>
                </a:lnTo>
                <a:lnTo>
                  <a:pt x="27003" y="26939"/>
                </a:lnTo>
                <a:lnTo>
                  <a:pt x="56310" y="7225"/>
                </a:lnTo>
                <a:lnTo>
                  <a:pt x="92201" y="0"/>
                </a:lnTo>
                <a:lnTo>
                  <a:pt x="1736724" y="0"/>
                </a:lnTo>
                <a:lnTo>
                  <a:pt x="1772596" y="7225"/>
                </a:lnTo>
                <a:lnTo>
                  <a:pt x="1801860" y="26939"/>
                </a:lnTo>
                <a:lnTo>
                  <a:pt x="1821574" y="56203"/>
                </a:lnTo>
                <a:lnTo>
                  <a:pt x="1828799" y="92075"/>
                </a:lnTo>
                <a:lnTo>
                  <a:pt x="1828799" y="1935988"/>
                </a:lnTo>
                <a:lnTo>
                  <a:pt x="1821574" y="1971879"/>
                </a:lnTo>
                <a:lnTo>
                  <a:pt x="1801860" y="2001186"/>
                </a:lnTo>
                <a:lnTo>
                  <a:pt x="1772596" y="2020945"/>
                </a:lnTo>
                <a:lnTo>
                  <a:pt x="1736724" y="2028189"/>
                </a:lnTo>
                <a:lnTo>
                  <a:pt x="92201" y="2028189"/>
                </a:lnTo>
                <a:lnTo>
                  <a:pt x="56310" y="2020945"/>
                </a:lnTo>
                <a:lnTo>
                  <a:pt x="27003" y="2001186"/>
                </a:lnTo>
                <a:lnTo>
                  <a:pt x="7244" y="1971879"/>
                </a:lnTo>
                <a:lnTo>
                  <a:pt x="0" y="1935988"/>
                </a:lnTo>
                <a:lnTo>
                  <a:pt x="0" y="9207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5516371" y="6252209"/>
            <a:ext cx="866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Hub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7169404" y="5242686"/>
            <a:ext cx="1695450" cy="1814195"/>
          </a:xfrm>
          <a:custGeom>
            <a:avLst/>
            <a:gdLst/>
            <a:ahLst/>
            <a:cxnLst/>
            <a:rect l="l" t="t" r="r" b="b"/>
            <a:pathLst>
              <a:path w="1695450" h="1814195">
                <a:moveTo>
                  <a:pt x="1687576" y="0"/>
                </a:moveTo>
                <a:lnTo>
                  <a:pt x="1488694" y="7620"/>
                </a:lnTo>
                <a:lnTo>
                  <a:pt x="1540255" y="55372"/>
                </a:lnTo>
                <a:lnTo>
                  <a:pt x="0" y="1718183"/>
                </a:lnTo>
                <a:lnTo>
                  <a:pt x="103250" y="1813814"/>
                </a:lnTo>
                <a:lnTo>
                  <a:pt x="1643634" y="151129"/>
                </a:lnTo>
                <a:lnTo>
                  <a:pt x="1695196" y="199009"/>
                </a:lnTo>
                <a:lnTo>
                  <a:pt x="168757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997986" y="2007870"/>
            <a:ext cx="12360910" cy="5507355"/>
            <a:chOff x="997986" y="2007870"/>
            <a:chExt cx="12360910" cy="5507355"/>
          </a:xfrm>
        </p:grpSpPr>
        <p:sp>
          <p:nvSpPr>
            <p:cNvPr id="44" name="object 44" descr=""/>
            <p:cNvSpPr/>
            <p:nvPr/>
          </p:nvSpPr>
          <p:spPr>
            <a:xfrm>
              <a:off x="5216905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8003" y="0"/>
                  </a:moveTo>
                  <a:lnTo>
                    <a:pt x="39751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278003" y="525780"/>
                  </a:lnTo>
                  <a:lnTo>
                    <a:pt x="267429" y="516387"/>
                  </a:ln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67429" y="9392"/>
                  </a:lnTo>
                  <a:lnTo>
                    <a:pt x="2780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455158" y="6976491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216905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8003" y="525780"/>
                  </a:move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78003" y="0"/>
                  </a:lnTo>
                  <a:lnTo>
                    <a:pt x="288522" y="9392"/>
                  </a:lnTo>
                  <a:lnTo>
                    <a:pt x="306006" y="77009"/>
                  </a:lnTo>
                  <a:lnTo>
                    <a:pt x="312208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8" y="395562"/>
                  </a:lnTo>
                  <a:lnTo>
                    <a:pt x="306006" y="448770"/>
                  </a:lnTo>
                  <a:lnTo>
                    <a:pt x="297984" y="489881"/>
                  </a:lnTo>
                  <a:lnTo>
                    <a:pt x="278003" y="525780"/>
                  </a:lnTo>
                  <a:lnTo>
                    <a:pt x="39751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1" y="0"/>
                  </a:lnTo>
                  <a:lnTo>
                    <a:pt x="278003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499861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737986" y="6976491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499861" y="6976491"/>
              <a:ext cx="317500" cy="525780"/>
            </a:xfrm>
            <a:custGeom>
              <a:avLst/>
              <a:gdLst/>
              <a:ahLst/>
              <a:cxnLst/>
              <a:rect l="l" t="t" r="r" b="b"/>
              <a:pathLst>
                <a:path w="317500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395" y="9392"/>
                  </a:lnTo>
                  <a:lnTo>
                    <a:pt x="305879" y="77009"/>
                  </a:lnTo>
                  <a:lnTo>
                    <a:pt x="312081" y="130217"/>
                  </a:lnTo>
                  <a:lnTo>
                    <a:pt x="316081" y="193013"/>
                  </a:lnTo>
                  <a:lnTo>
                    <a:pt x="317500" y="262890"/>
                  </a:lnTo>
                  <a:lnTo>
                    <a:pt x="316081" y="332766"/>
                  </a:lnTo>
                  <a:lnTo>
                    <a:pt x="312081" y="395562"/>
                  </a:lnTo>
                  <a:lnTo>
                    <a:pt x="305879" y="448770"/>
                  </a:lnTo>
                  <a:lnTo>
                    <a:pt x="297857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782691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020816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782691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6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061455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299580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1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2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1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061455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346062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750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584187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09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346062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4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750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0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7986" y="3374428"/>
              <a:ext cx="598243" cy="656138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9168257" y="2020570"/>
              <a:ext cx="4177665" cy="3086735"/>
            </a:xfrm>
            <a:custGeom>
              <a:avLst/>
              <a:gdLst/>
              <a:ahLst/>
              <a:cxnLst/>
              <a:rect l="l" t="t" r="r" b="b"/>
              <a:pathLst>
                <a:path w="4177665" h="3086735">
                  <a:moveTo>
                    <a:pt x="0" y="155575"/>
                  </a:moveTo>
                  <a:lnTo>
                    <a:pt x="7924" y="106428"/>
                  </a:lnTo>
                  <a:lnTo>
                    <a:pt x="29992" y="63724"/>
                  </a:lnTo>
                  <a:lnTo>
                    <a:pt x="63642" y="30037"/>
                  </a:lnTo>
                  <a:lnTo>
                    <a:pt x="106314" y="7938"/>
                  </a:lnTo>
                  <a:lnTo>
                    <a:pt x="155448" y="0"/>
                  </a:lnTo>
                  <a:lnTo>
                    <a:pt x="4022089" y="0"/>
                  </a:lnTo>
                  <a:lnTo>
                    <a:pt x="4071236" y="7938"/>
                  </a:lnTo>
                  <a:lnTo>
                    <a:pt x="4113940" y="30037"/>
                  </a:lnTo>
                  <a:lnTo>
                    <a:pt x="4147627" y="63724"/>
                  </a:lnTo>
                  <a:lnTo>
                    <a:pt x="4169726" y="106428"/>
                  </a:lnTo>
                  <a:lnTo>
                    <a:pt x="4177664" y="155575"/>
                  </a:lnTo>
                  <a:lnTo>
                    <a:pt x="4177664" y="2930905"/>
                  </a:lnTo>
                  <a:lnTo>
                    <a:pt x="4169726" y="2980052"/>
                  </a:lnTo>
                  <a:lnTo>
                    <a:pt x="4147627" y="3022756"/>
                  </a:lnTo>
                  <a:lnTo>
                    <a:pt x="4113940" y="3056443"/>
                  </a:lnTo>
                  <a:lnTo>
                    <a:pt x="4071236" y="3078542"/>
                  </a:lnTo>
                  <a:lnTo>
                    <a:pt x="4022089" y="3086480"/>
                  </a:lnTo>
                  <a:lnTo>
                    <a:pt x="155448" y="3086480"/>
                  </a:lnTo>
                  <a:lnTo>
                    <a:pt x="106314" y="3078542"/>
                  </a:lnTo>
                  <a:lnTo>
                    <a:pt x="63642" y="3056443"/>
                  </a:lnTo>
                  <a:lnTo>
                    <a:pt x="29992" y="3022756"/>
                  </a:lnTo>
                  <a:lnTo>
                    <a:pt x="7924" y="2980052"/>
                  </a:lnTo>
                  <a:lnTo>
                    <a:pt x="0" y="2930905"/>
                  </a:lnTo>
                  <a:lnTo>
                    <a:pt x="0" y="15557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9313926" y="5224017"/>
            <a:ext cx="2559050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Arial"/>
              <a:buChar char="-"/>
              <a:tabLst>
                <a:tab pos="184150" algn="l"/>
              </a:tabLst>
            </a:pP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Machine</a:t>
            </a:r>
            <a:r>
              <a:rPr dirty="0" sz="1400" spc="-4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0A182F"/>
                </a:solidFill>
                <a:latin typeface="Malgun Gothic"/>
                <a:cs typeface="Malgun Gothic"/>
              </a:rPr>
              <a:t>Learning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pos="184150" algn="l"/>
              </a:tabLst>
            </a:pP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Graph</a:t>
            </a:r>
            <a:r>
              <a:rPr dirty="0" sz="1400" spc="-4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0A182F"/>
                </a:solidFill>
                <a:latin typeface="Malgun Gothic"/>
                <a:cs typeface="Malgun Gothic"/>
              </a:rPr>
              <a:t>Algorithms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pos="184150" algn="l"/>
              </a:tabLst>
            </a:pP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Natural</a:t>
            </a:r>
            <a:r>
              <a:rPr dirty="0" sz="1400" spc="-7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Language</a:t>
            </a:r>
            <a:r>
              <a:rPr dirty="0" sz="1400" spc="-8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0527918" y="2096516"/>
            <a:ext cx="1459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Big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9291690" y="4131317"/>
            <a:ext cx="262890" cy="381000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25" b="1">
                <a:solidFill>
                  <a:srgbClr val="221F1F"/>
                </a:solidFill>
                <a:latin typeface="Malgun Gothic"/>
                <a:cs typeface="Malgun Gothic"/>
              </a:rPr>
              <a:t>Raw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9677018" y="2852673"/>
            <a:ext cx="1261745" cy="1812289"/>
            <a:chOff x="9677018" y="2852673"/>
            <a:chExt cx="1261745" cy="1812289"/>
          </a:xfrm>
        </p:grpSpPr>
        <p:pic>
          <p:nvPicPr>
            <p:cNvPr id="65" name="object 6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77018" y="3211043"/>
              <a:ext cx="359486" cy="63397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9761727" y="28526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57764" y="2852673"/>
              <a:ext cx="169163" cy="169036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29418" y="3363443"/>
              <a:ext cx="359486" cy="63397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9914127" y="30050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10164" y="3005073"/>
              <a:ext cx="169163" cy="169036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10800" y="4321150"/>
              <a:ext cx="359486" cy="63397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9795509" y="39627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91546" y="3962780"/>
              <a:ext cx="169163" cy="169037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63200" y="4473550"/>
              <a:ext cx="359486" cy="63397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9947909" y="41151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43946" y="4115180"/>
              <a:ext cx="169163" cy="169037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10611992" y="3335781"/>
              <a:ext cx="327025" cy="441325"/>
            </a:xfrm>
            <a:custGeom>
              <a:avLst/>
              <a:gdLst/>
              <a:ahLst/>
              <a:cxnLst/>
              <a:rect l="l" t="t" r="r" b="b"/>
              <a:pathLst>
                <a:path w="327025" h="441325">
                  <a:moveTo>
                    <a:pt x="81660" y="0"/>
                  </a:moveTo>
                  <a:lnTo>
                    <a:pt x="0" y="71247"/>
                  </a:lnTo>
                  <a:lnTo>
                    <a:pt x="81660" y="163322"/>
                  </a:lnTo>
                  <a:lnTo>
                    <a:pt x="81660" y="122427"/>
                  </a:lnTo>
                  <a:lnTo>
                    <a:pt x="128022" y="138318"/>
                  </a:lnTo>
                  <a:lnTo>
                    <a:pt x="170694" y="160518"/>
                  </a:lnTo>
                  <a:lnTo>
                    <a:pt x="209206" y="188416"/>
                  </a:lnTo>
                  <a:lnTo>
                    <a:pt x="243087" y="221396"/>
                  </a:lnTo>
                  <a:lnTo>
                    <a:pt x="271864" y="258846"/>
                  </a:lnTo>
                  <a:lnTo>
                    <a:pt x="295068" y="300152"/>
                  </a:lnTo>
                  <a:lnTo>
                    <a:pt x="312225" y="344701"/>
                  </a:lnTo>
                  <a:lnTo>
                    <a:pt x="322865" y="391878"/>
                  </a:lnTo>
                  <a:lnTo>
                    <a:pt x="326516" y="441071"/>
                  </a:lnTo>
                  <a:lnTo>
                    <a:pt x="326516" y="359410"/>
                  </a:lnTo>
                  <a:lnTo>
                    <a:pt x="322865" y="310217"/>
                  </a:lnTo>
                  <a:lnTo>
                    <a:pt x="312225" y="263040"/>
                  </a:lnTo>
                  <a:lnTo>
                    <a:pt x="295068" y="218491"/>
                  </a:lnTo>
                  <a:lnTo>
                    <a:pt x="271864" y="177185"/>
                  </a:lnTo>
                  <a:lnTo>
                    <a:pt x="243087" y="139735"/>
                  </a:lnTo>
                  <a:lnTo>
                    <a:pt x="209206" y="106755"/>
                  </a:lnTo>
                  <a:lnTo>
                    <a:pt x="170694" y="78857"/>
                  </a:lnTo>
                  <a:lnTo>
                    <a:pt x="128022" y="56657"/>
                  </a:lnTo>
                  <a:lnTo>
                    <a:pt x="81660" y="4076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0611992" y="3736085"/>
              <a:ext cx="327025" cy="370205"/>
            </a:xfrm>
            <a:custGeom>
              <a:avLst/>
              <a:gdLst/>
              <a:ahLst/>
              <a:cxnLst/>
              <a:rect l="l" t="t" r="r" b="b"/>
              <a:pathLst>
                <a:path w="327025" h="370204">
                  <a:moveTo>
                    <a:pt x="323976" y="0"/>
                  </a:moveTo>
                  <a:lnTo>
                    <a:pt x="314415" y="48064"/>
                  </a:lnTo>
                  <a:lnTo>
                    <a:pt x="298293" y="93172"/>
                  </a:lnTo>
                  <a:lnTo>
                    <a:pt x="276168" y="134828"/>
                  </a:lnTo>
                  <a:lnTo>
                    <a:pt x="248597" y="172537"/>
                  </a:lnTo>
                  <a:lnTo>
                    <a:pt x="216138" y="205803"/>
                  </a:lnTo>
                  <a:lnTo>
                    <a:pt x="179346" y="234132"/>
                  </a:lnTo>
                  <a:lnTo>
                    <a:pt x="138779" y="257027"/>
                  </a:lnTo>
                  <a:lnTo>
                    <a:pt x="94994" y="273994"/>
                  </a:lnTo>
                  <a:lnTo>
                    <a:pt x="48549" y="284538"/>
                  </a:lnTo>
                  <a:lnTo>
                    <a:pt x="0" y="288163"/>
                  </a:lnTo>
                  <a:lnTo>
                    <a:pt x="0" y="369824"/>
                  </a:lnTo>
                  <a:lnTo>
                    <a:pt x="40512" y="367284"/>
                  </a:lnTo>
                  <a:lnTo>
                    <a:pt x="87954" y="357727"/>
                  </a:lnTo>
                  <a:lnTo>
                    <a:pt x="132380" y="341699"/>
                  </a:lnTo>
                  <a:lnTo>
                    <a:pt x="173351" y="319767"/>
                  </a:lnTo>
                  <a:lnTo>
                    <a:pt x="210428" y="292500"/>
                  </a:lnTo>
                  <a:lnTo>
                    <a:pt x="243170" y="260466"/>
                  </a:lnTo>
                  <a:lnTo>
                    <a:pt x="271137" y="224234"/>
                  </a:lnTo>
                  <a:lnTo>
                    <a:pt x="293892" y="184373"/>
                  </a:lnTo>
                  <a:lnTo>
                    <a:pt x="310992" y="141450"/>
                  </a:lnTo>
                  <a:lnTo>
                    <a:pt x="322000" y="96034"/>
                  </a:lnTo>
                  <a:lnTo>
                    <a:pt x="326474" y="48695"/>
                  </a:lnTo>
                  <a:lnTo>
                    <a:pt x="3239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9325853" y="2964660"/>
            <a:ext cx="262890" cy="672465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Refined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9802114" y="4803140"/>
            <a:ext cx="556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Storage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9284334" y="3585209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304290" algn="l"/>
              </a:tabLst>
            </a:pP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heavy" sz="1200" spc="-1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Storage</a:t>
            </a: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82" name="object 82" descr=""/>
          <p:cNvGrpSpPr/>
          <p:nvPr/>
        </p:nvGrpSpPr>
        <p:grpSpPr>
          <a:xfrm>
            <a:off x="2535301" y="2020595"/>
            <a:ext cx="10392410" cy="2661285"/>
            <a:chOff x="2535301" y="2020595"/>
            <a:chExt cx="10392410" cy="2661285"/>
          </a:xfrm>
        </p:grpSpPr>
        <p:pic>
          <p:nvPicPr>
            <p:cNvPr id="83" name="object 8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714608" y="4105212"/>
              <a:ext cx="576083" cy="576083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110466" y="3839235"/>
              <a:ext cx="437222" cy="43723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62866" y="4163593"/>
              <a:ext cx="437222" cy="437108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46433" y="2789309"/>
              <a:ext cx="827495" cy="751217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110277" y="2020595"/>
              <a:ext cx="388642" cy="417802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24477" y="2747022"/>
              <a:ext cx="703129" cy="771174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6472174" y="0"/>
                  </a:moveTo>
                  <a:lnTo>
                    <a:pt x="6472174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6472174" y="211200"/>
                  </a:lnTo>
                  <a:lnTo>
                    <a:pt x="6472174" y="281559"/>
                  </a:lnTo>
                  <a:lnTo>
                    <a:pt x="6613017" y="140843"/>
                  </a:lnTo>
                  <a:lnTo>
                    <a:pt x="647217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11983973" y="3580256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1537442" y="4775961"/>
            <a:ext cx="1308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Parallel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4628515" y="2891790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Import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Import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3" name="object 93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96" name="object 9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103" name="object 103" descr=""/>
          <p:cNvSpPr/>
          <p:nvPr/>
        </p:nvSpPr>
        <p:spPr>
          <a:xfrm>
            <a:off x="2574035" y="6540627"/>
            <a:ext cx="2407920" cy="281940"/>
          </a:xfrm>
          <a:custGeom>
            <a:avLst/>
            <a:gdLst/>
            <a:ahLst/>
            <a:cxnLst/>
            <a:rect l="l" t="t" r="r" b="b"/>
            <a:pathLst>
              <a:path w="2407920" h="281940">
                <a:moveTo>
                  <a:pt x="2266568" y="0"/>
                </a:moveTo>
                <a:lnTo>
                  <a:pt x="2266568" y="70358"/>
                </a:lnTo>
                <a:lnTo>
                  <a:pt x="0" y="70358"/>
                </a:lnTo>
                <a:lnTo>
                  <a:pt x="0" y="211200"/>
                </a:lnTo>
                <a:lnTo>
                  <a:pt x="2266568" y="211200"/>
                </a:lnTo>
                <a:lnTo>
                  <a:pt x="2266568" y="281559"/>
                </a:lnTo>
                <a:lnTo>
                  <a:pt x="2407412" y="140843"/>
                </a:lnTo>
                <a:lnTo>
                  <a:pt x="226656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 txBox="1"/>
          <p:nvPr/>
        </p:nvSpPr>
        <p:spPr>
          <a:xfrm>
            <a:off x="3160267" y="634606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17071593" y="8810872"/>
            <a:ext cx="25400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16137762" y="8852959"/>
            <a:ext cx="39179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1591436" y="8932790"/>
            <a:ext cx="50673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Mobile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78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24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354137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Big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solves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Volume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and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Variety</a:t>
            </a:r>
            <a:r>
              <a:rPr dirty="0" spc="-5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–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not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Velocity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73100" y="2007870"/>
            <a:ext cx="1835150" cy="3112135"/>
            <a:chOff x="673100" y="2007870"/>
            <a:chExt cx="1835150" cy="311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6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6"/>
              <a:ext cx="169164" cy="169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85800" y="2020570"/>
              <a:ext cx="1809750" cy="3086735"/>
            </a:xfrm>
            <a:custGeom>
              <a:avLst/>
              <a:gdLst/>
              <a:ahLst/>
              <a:cxnLst/>
              <a:rect l="l" t="t" r="r" b="b"/>
              <a:pathLst>
                <a:path w="1809750" h="3086735">
                  <a:moveTo>
                    <a:pt x="0" y="91185"/>
                  </a:moveTo>
                  <a:lnTo>
                    <a:pt x="7164" y="55721"/>
                  </a:lnTo>
                  <a:lnTo>
                    <a:pt x="26703" y="26733"/>
                  </a:lnTo>
                  <a:lnTo>
                    <a:pt x="55683" y="7175"/>
                  </a:lnTo>
                  <a:lnTo>
                    <a:pt x="91173" y="0"/>
                  </a:lnTo>
                  <a:lnTo>
                    <a:pt x="1718183" y="0"/>
                  </a:lnTo>
                  <a:lnTo>
                    <a:pt x="1753701" y="7175"/>
                  </a:lnTo>
                  <a:lnTo>
                    <a:pt x="1782683" y="26733"/>
                  </a:lnTo>
                  <a:lnTo>
                    <a:pt x="1802211" y="55721"/>
                  </a:lnTo>
                  <a:lnTo>
                    <a:pt x="1809369" y="91185"/>
                  </a:lnTo>
                  <a:lnTo>
                    <a:pt x="1809369" y="2995294"/>
                  </a:lnTo>
                  <a:lnTo>
                    <a:pt x="1802211" y="3030739"/>
                  </a:lnTo>
                  <a:lnTo>
                    <a:pt x="1782683" y="3059684"/>
                  </a:lnTo>
                  <a:lnTo>
                    <a:pt x="1753701" y="3079198"/>
                  </a:lnTo>
                  <a:lnTo>
                    <a:pt x="1718183" y="3086354"/>
                  </a:lnTo>
                  <a:lnTo>
                    <a:pt x="91173" y="3086354"/>
                  </a:lnTo>
                  <a:lnTo>
                    <a:pt x="55683" y="3079198"/>
                  </a:lnTo>
                  <a:lnTo>
                    <a:pt x="26703" y="3059683"/>
                  </a:lnTo>
                  <a:lnTo>
                    <a:pt x="7164" y="3030739"/>
                  </a:lnTo>
                  <a:lnTo>
                    <a:pt x="0" y="2995294"/>
                  </a:lnTo>
                  <a:lnTo>
                    <a:pt x="0" y="9118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46480" y="2077593"/>
            <a:ext cx="1087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0050" y="272503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991170" y="2686811"/>
            <a:ext cx="14762480" cy="5654040"/>
            <a:chOff x="991170" y="2686811"/>
            <a:chExt cx="14762480" cy="5654040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3311886" y="2686811"/>
              <a:ext cx="2441575" cy="5654040"/>
            </a:xfrm>
            <a:custGeom>
              <a:avLst/>
              <a:gdLst/>
              <a:ahLst/>
              <a:cxnLst/>
              <a:rect l="l" t="t" r="r" b="b"/>
              <a:pathLst>
                <a:path w="2441575" h="5654040">
                  <a:moveTo>
                    <a:pt x="2441194" y="5653913"/>
                  </a:moveTo>
                  <a:lnTo>
                    <a:pt x="2440736" y="5501132"/>
                  </a:lnTo>
                  <a:lnTo>
                    <a:pt x="2440736" y="5500878"/>
                  </a:lnTo>
                  <a:lnTo>
                    <a:pt x="2440635" y="5466588"/>
                  </a:lnTo>
                  <a:lnTo>
                    <a:pt x="2440533" y="5432564"/>
                  </a:lnTo>
                  <a:lnTo>
                    <a:pt x="2440432" y="5398262"/>
                  </a:lnTo>
                  <a:lnTo>
                    <a:pt x="2372347" y="5432564"/>
                  </a:lnTo>
                  <a:lnTo>
                    <a:pt x="220853" y="1163002"/>
                  </a:lnTo>
                  <a:lnTo>
                    <a:pt x="2199373" y="3557879"/>
                  </a:lnTo>
                  <a:lnTo>
                    <a:pt x="2140585" y="3606419"/>
                  </a:lnTo>
                  <a:lnTo>
                    <a:pt x="2374265" y="3709924"/>
                  </a:lnTo>
                  <a:lnTo>
                    <a:pt x="2345982" y="3587242"/>
                  </a:lnTo>
                  <a:lnTo>
                    <a:pt x="2316861" y="3460877"/>
                  </a:lnTo>
                  <a:lnTo>
                    <a:pt x="2258085" y="3509403"/>
                  </a:lnTo>
                  <a:lnTo>
                    <a:pt x="150469" y="958113"/>
                  </a:lnTo>
                  <a:lnTo>
                    <a:pt x="2145931" y="1655851"/>
                  </a:lnTo>
                  <a:lnTo>
                    <a:pt x="2120773" y="1727835"/>
                  </a:lnTo>
                  <a:lnTo>
                    <a:pt x="2374265" y="1695323"/>
                  </a:lnTo>
                  <a:lnTo>
                    <a:pt x="2348103" y="1668399"/>
                  </a:lnTo>
                  <a:lnTo>
                    <a:pt x="2196211" y="1512062"/>
                  </a:lnTo>
                  <a:lnTo>
                    <a:pt x="2171065" y="1583956"/>
                  </a:lnTo>
                  <a:lnTo>
                    <a:pt x="147980" y="876452"/>
                  </a:lnTo>
                  <a:lnTo>
                    <a:pt x="2183180" y="143357"/>
                  </a:lnTo>
                  <a:lnTo>
                    <a:pt x="2209038" y="215138"/>
                  </a:lnTo>
                  <a:lnTo>
                    <a:pt x="2358072" y="58801"/>
                  </a:lnTo>
                  <a:lnTo>
                    <a:pt x="2385441" y="30099"/>
                  </a:lnTo>
                  <a:lnTo>
                    <a:pt x="2131568" y="0"/>
                  </a:lnTo>
                  <a:lnTo>
                    <a:pt x="2157387" y="71729"/>
                  </a:lnTo>
                  <a:lnTo>
                    <a:pt x="21082" y="841121"/>
                  </a:lnTo>
                  <a:lnTo>
                    <a:pt x="33934" y="876960"/>
                  </a:lnTo>
                  <a:lnTo>
                    <a:pt x="0" y="894080"/>
                  </a:lnTo>
                  <a:lnTo>
                    <a:pt x="2304275" y="5466854"/>
                  </a:lnTo>
                  <a:lnTo>
                    <a:pt x="2236216" y="5501132"/>
                  </a:lnTo>
                  <a:lnTo>
                    <a:pt x="2441194" y="5653913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673100" y="5470905"/>
            <a:ext cx="1854200" cy="4150995"/>
            <a:chOff x="673100" y="5470905"/>
            <a:chExt cx="1854200" cy="4150995"/>
          </a:xfrm>
        </p:grpSpPr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7272" y="6605040"/>
              <a:ext cx="559067" cy="54941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2295" y="7319575"/>
              <a:ext cx="737612" cy="57476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7421" y="5912110"/>
              <a:ext cx="591259" cy="59125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930" y="8096559"/>
              <a:ext cx="553623" cy="55362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8100" y="8853258"/>
              <a:ext cx="582110" cy="51289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85800" y="5483605"/>
              <a:ext cx="1828800" cy="4125595"/>
            </a:xfrm>
            <a:custGeom>
              <a:avLst/>
              <a:gdLst/>
              <a:ahLst/>
              <a:cxnLst/>
              <a:rect l="l" t="t" r="r" b="b"/>
              <a:pathLst>
                <a:path w="1828800" h="4125595">
                  <a:moveTo>
                    <a:pt x="0" y="92202"/>
                  </a:moveTo>
                  <a:lnTo>
                    <a:pt x="7242" y="56310"/>
                  </a:lnTo>
                  <a:lnTo>
                    <a:pt x="26992" y="27003"/>
                  </a:lnTo>
                  <a:lnTo>
                    <a:pt x="56283" y="7244"/>
                  </a:lnTo>
                  <a:lnTo>
                    <a:pt x="92151" y="0"/>
                  </a:lnTo>
                  <a:lnTo>
                    <a:pt x="1736598" y="0"/>
                  </a:lnTo>
                  <a:lnTo>
                    <a:pt x="1772489" y="7244"/>
                  </a:lnTo>
                  <a:lnTo>
                    <a:pt x="1801796" y="27003"/>
                  </a:lnTo>
                  <a:lnTo>
                    <a:pt x="1821555" y="56310"/>
                  </a:lnTo>
                  <a:lnTo>
                    <a:pt x="1828800" y="92202"/>
                  </a:lnTo>
                  <a:lnTo>
                    <a:pt x="1828800" y="4033151"/>
                  </a:lnTo>
                  <a:lnTo>
                    <a:pt x="1821555" y="4069019"/>
                  </a:lnTo>
                  <a:lnTo>
                    <a:pt x="1801796" y="4098310"/>
                  </a:lnTo>
                  <a:lnTo>
                    <a:pt x="1772489" y="4118060"/>
                  </a:lnTo>
                  <a:lnTo>
                    <a:pt x="1736598" y="4125302"/>
                  </a:lnTo>
                  <a:lnTo>
                    <a:pt x="92151" y="4125302"/>
                  </a:lnTo>
                  <a:lnTo>
                    <a:pt x="56283" y="4118060"/>
                  </a:lnTo>
                  <a:lnTo>
                    <a:pt x="26992" y="4098310"/>
                  </a:lnTo>
                  <a:lnTo>
                    <a:pt x="7242" y="4069019"/>
                  </a:lnTo>
                  <a:lnTo>
                    <a:pt x="0" y="4033151"/>
                  </a:lnTo>
                  <a:lnTo>
                    <a:pt x="0" y="9220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13737082" y="2966719"/>
            <a:ext cx="7912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357350" y="3720210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4576552" y="477634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601570" y="5879338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022400" y="5541390"/>
            <a:ext cx="1153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678685" y="6225032"/>
            <a:ext cx="61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IoT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617091" y="7524699"/>
            <a:ext cx="610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Location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63116" y="8171510"/>
            <a:ext cx="5092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549653" y="6777990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Telemetry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5034534" y="6194297"/>
            <a:ext cx="1828800" cy="2028189"/>
          </a:xfrm>
          <a:custGeom>
            <a:avLst/>
            <a:gdLst/>
            <a:ahLst/>
            <a:cxnLst/>
            <a:rect l="l" t="t" r="r" b="b"/>
            <a:pathLst>
              <a:path w="1828800" h="2028190">
                <a:moveTo>
                  <a:pt x="0" y="92075"/>
                </a:moveTo>
                <a:lnTo>
                  <a:pt x="7244" y="56203"/>
                </a:lnTo>
                <a:lnTo>
                  <a:pt x="27003" y="26939"/>
                </a:lnTo>
                <a:lnTo>
                  <a:pt x="56310" y="7225"/>
                </a:lnTo>
                <a:lnTo>
                  <a:pt x="92201" y="0"/>
                </a:lnTo>
                <a:lnTo>
                  <a:pt x="1736724" y="0"/>
                </a:lnTo>
                <a:lnTo>
                  <a:pt x="1772596" y="7225"/>
                </a:lnTo>
                <a:lnTo>
                  <a:pt x="1801860" y="26939"/>
                </a:lnTo>
                <a:lnTo>
                  <a:pt x="1821574" y="56203"/>
                </a:lnTo>
                <a:lnTo>
                  <a:pt x="1828799" y="92075"/>
                </a:lnTo>
                <a:lnTo>
                  <a:pt x="1828799" y="1935988"/>
                </a:lnTo>
                <a:lnTo>
                  <a:pt x="1821574" y="1971879"/>
                </a:lnTo>
                <a:lnTo>
                  <a:pt x="1801860" y="2001186"/>
                </a:lnTo>
                <a:lnTo>
                  <a:pt x="1772596" y="2020945"/>
                </a:lnTo>
                <a:lnTo>
                  <a:pt x="1736724" y="2028189"/>
                </a:lnTo>
                <a:lnTo>
                  <a:pt x="92201" y="2028189"/>
                </a:lnTo>
                <a:lnTo>
                  <a:pt x="56310" y="2020945"/>
                </a:lnTo>
                <a:lnTo>
                  <a:pt x="27003" y="2001186"/>
                </a:lnTo>
                <a:lnTo>
                  <a:pt x="7244" y="1971879"/>
                </a:lnTo>
                <a:lnTo>
                  <a:pt x="0" y="1935988"/>
                </a:lnTo>
                <a:lnTo>
                  <a:pt x="0" y="9207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5516371" y="6252209"/>
            <a:ext cx="866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Hub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4908930" y="5242686"/>
            <a:ext cx="9705340" cy="2272665"/>
            <a:chOff x="4908930" y="5242686"/>
            <a:chExt cx="9705340" cy="2272665"/>
          </a:xfrm>
        </p:grpSpPr>
        <p:sp>
          <p:nvSpPr>
            <p:cNvPr id="43" name="object 43" descr=""/>
            <p:cNvSpPr/>
            <p:nvPr/>
          </p:nvSpPr>
          <p:spPr>
            <a:xfrm>
              <a:off x="5216905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8003" y="0"/>
                  </a:moveTo>
                  <a:lnTo>
                    <a:pt x="39751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278003" y="525780"/>
                  </a:lnTo>
                  <a:lnTo>
                    <a:pt x="267429" y="516387"/>
                  </a:ln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67429" y="9392"/>
                  </a:lnTo>
                  <a:lnTo>
                    <a:pt x="2780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455157" y="6976491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216905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8003" y="525780"/>
                  </a:move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78003" y="0"/>
                  </a:lnTo>
                  <a:lnTo>
                    <a:pt x="288522" y="9392"/>
                  </a:lnTo>
                  <a:lnTo>
                    <a:pt x="306006" y="77009"/>
                  </a:lnTo>
                  <a:lnTo>
                    <a:pt x="312208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8" y="395562"/>
                  </a:lnTo>
                  <a:lnTo>
                    <a:pt x="306006" y="448770"/>
                  </a:lnTo>
                  <a:lnTo>
                    <a:pt x="297984" y="489881"/>
                  </a:lnTo>
                  <a:lnTo>
                    <a:pt x="278003" y="525780"/>
                  </a:lnTo>
                  <a:lnTo>
                    <a:pt x="39751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1" y="0"/>
                  </a:lnTo>
                  <a:lnTo>
                    <a:pt x="278003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499861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737986" y="6976491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499861" y="6976491"/>
              <a:ext cx="317500" cy="525780"/>
            </a:xfrm>
            <a:custGeom>
              <a:avLst/>
              <a:gdLst/>
              <a:ahLst/>
              <a:cxnLst/>
              <a:rect l="l" t="t" r="r" b="b"/>
              <a:pathLst>
                <a:path w="317500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395" y="9392"/>
                  </a:lnTo>
                  <a:lnTo>
                    <a:pt x="305879" y="77009"/>
                  </a:lnTo>
                  <a:lnTo>
                    <a:pt x="312081" y="130217"/>
                  </a:lnTo>
                  <a:lnTo>
                    <a:pt x="316081" y="193013"/>
                  </a:lnTo>
                  <a:lnTo>
                    <a:pt x="317500" y="262890"/>
                  </a:lnTo>
                  <a:lnTo>
                    <a:pt x="316081" y="332766"/>
                  </a:lnTo>
                  <a:lnTo>
                    <a:pt x="312081" y="395562"/>
                  </a:lnTo>
                  <a:lnTo>
                    <a:pt x="305879" y="448770"/>
                  </a:lnTo>
                  <a:lnTo>
                    <a:pt x="297857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782691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020816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782691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6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061455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299580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1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2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1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061455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346063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750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6584188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09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346063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4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750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0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169404" y="5242686"/>
              <a:ext cx="1695450" cy="1814195"/>
            </a:xfrm>
            <a:custGeom>
              <a:avLst/>
              <a:gdLst/>
              <a:ahLst/>
              <a:cxnLst/>
              <a:rect l="l" t="t" r="r" b="b"/>
              <a:pathLst>
                <a:path w="1695450" h="1814195">
                  <a:moveTo>
                    <a:pt x="1687576" y="0"/>
                  </a:moveTo>
                  <a:lnTo>
                    <a:pt x="1488694" y="7620"/>
                  </a:lnTo>
                  <a:lnTo>
                    <a:pt x="1540255" y="55372"/>
                  </a:lnTo>
                  <a:lnTo>
                    <a:pt x="0" y="1718183"/>
                  </a:lnTo>
                  <a:lnTo>
                    <a:pt x="103250" y="1813814"/>
                  </a:lnTo>
                  <a:lnTo>
                    <a:pt x="1643634" y="151129"/>
                  </a:lnTo>
                  <a:lnTo>
                    <a:pt x="1695196" y="199009"/>
                  </a:lnTo>
                  <a:lnTo>
                    <a:pt x="168757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908930" y="5809868"/>
              <a:ext cx="9705340" cy="608965"/>
            </a:xfrm>
            <a:custGeom>
              <a:avLst/>
              <a:gdLst/>
              <a:ahLst/>
              <a:cxnLst/>
              <a:rect l="l" t="t" r="r" b="b"/>
              <a:pathLst>
                <a:path w="9705340" h="608964">
                  <a:moveTo>
                    <a:pt x="9096121" y="0"/>
                  </a:moveTo>
                  <a:lnTo>
                    <a:pt x="9096121" y="152145"/>
                  </a:lnTo>
                  <a:lnTo>
                    <a:pt x="0" y="152145"/>
                  </a:lnTo>
                  <a:lnTo>
                    <a:pt x="0" y="456564"/>
                  </a:lnTo>
                  <a:lnTo>
                    <a:pt x="9096121" y="456564"/>
                  </a:lnTo>
                  <a:lnTo>
                    <a:pt x="9096121" y="608710"/>
                  </a:lnTo>
                  <a:lnTo>
                    <a:pt x="9705340" y="304418"/>
                  </a:lnTo>
                  <a:lnTo>
                    <a:pt x="909612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9041130" y="5224017"/>
            <a:ext cx="2832100" cy="1008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6565" indent="-17145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Arial"/>
              <a:buChar char="-"/>
              <a:tabLst>
                <a:tab pos="456565" algn="l"/>
              </a:tabLst>
            </a:pP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Machine</a:t>
            </a:r>
            <a:r>
              <a:rPr dirty="0" sz="1400" spc="-4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0A182F"/>
                </a:solidFill>
                <a:latin typeface="Malgun Gothic"/>
                <a:cs typeface="Malgun Gothic"/>
              </a:rPr>
              <a:t>Learning</a:t>
            </a:r>
            <a:endParaRPr sz="1400">
              <a:latin typeface="Malgun Gothic"/>
              <a:cs typeface="Malgun Gothic"/>
            </a:endParaRPr>
          </a:p>
          <a:p>
            <a:pPr marL="456565" indent="-17145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pos="456565" algn="l"/>
              </a:tabLst>
            </a:pP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Graph</a:t>
            </a:r>
            <a:r>
              <a:rPr dirty="0" sz="1400" spc="-4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0A182F"/>
                </a:solidFill>
                <a:latin typeface="Malgun Gothic"/>
                <a:cs typeface="Malgun Gothic"/>
              </a:rPr>
              <a:t>Algorithms</a:t>
            </a:r>
            <a:endParaRPr sz="1400">
              <a:latin typeface="Malgun Gothic"/>
              <a:cs typeface="Malgun Gothic"/>
            </a:endParaRPr>
          </a:p>
          <a:p>
            <a:pPr marL="456565" indent="-17145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pos="456565" algn="l"/>
              </a:tabLst>
            </a:pP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Natural</a:t>
            </a:r>
            <a:r>
              <a:rPr dirty="0" sz="1400" spc="-7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0A182F"/>
                </a:solidFill>
                <a:latin typeface="Malgun Gothic"/>
                <a:cs typeface="Malgun Gothic"/>
              </a:rPr>
              <a:t>Language</a:t>
            </a:r>
            <a:r>
              <a:rPr dirty="0" sz="1400" spc="-8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400" b="1">
                <a:solidFill>
                  <a:srgbClr val="FFFFFF"/>
                </a:solidFill>
                <a:latin typeface="Malgun Gothic"/>
                <a:cs typeface="Malgun Gothic"/>
              </a:rPr>
              <a:t>High</a:t>
            </a:r>
            <a:r>
              <a:rPr dirty="0" sz="1400" spc="-2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Malgun Gothic"/>
                <a:cs typeface="Malgun Gothic"/>
              </a:rPr>
              <a:t>Latency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997986" y="2007870"/>
            <a:ext cx="12360910" cy="3112135"/>
            <a:chOff x="997986" y="2007870"/>
            <a:chExt cx="12360910" cy="3112135"/>
          </a:xfrm>
        </p:grpSpPr>
        <p:pic>
          <p:nvPicPr>
            <p:cNvPr id="62" name="object 6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7986" y="3374428"/>
              <a:ext cx="598243" cy="656138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9168257" y="2020570"/>
              <a:ext cx="4177665" cy="3086735"/>
            </a:xfrm>
            <a:custGeom>
              <a:avLst/>
              <a:gdLst/>
              <a:ahLst/>
              <a:cxnLst/>
              <a:rect l="l" t="t" r="r" b="b"/>
              <a:pathLst>
                <a:path w="4177665" h="3086735">
                  <a:moveTo>
                    <a:pt x="0" y="155575"/>
                  </a:moveTo>
                  <a:lnTo>
                    <a:pt x="7924" y="106428"/>
                  </a:lnTo>
                  <a:lnTo>
                    <a:pt x="29992" y="63724"/>
                  </a:lnTo>
                  <a:lnTo>
                    <a:pt x="63642" y="30037"/>
                  </a:lnTo>
                  <a:lnTo>
                    <a:pt x="106314" y="7938"/>
                  </a:lnTo>
                  <a:lnTo>
                    <a:pt x="155448" y="0"/>
                  </a:lnTo>
                  <a:lnTo>
                    <a:pt x="4022089" y="0"/>
                  </a:lnTo>
                  <a:lnTo>
                    <a:pt x="4071236" y="7938"/>
                  </a:lnTo>
                  <a:lnTo>
                    <a:pt x="4113940" y="30037"/>
                  </a:lnTo>
                  <a:lnTo>
                    <a:pt x="4147627" y="63724"/>
                  </a:lnTo>
                  <a:lnTo>
                    <a:pt x="4169726" y="106428"/>
                  </a:lnTo>
                  <a:lnTo>
                    <a:pt x="4177664" y="155575"/>
                  </a:lnTo>
                  <a:lnTo>
                    <a:pt x="4177664" y="2930905"/>
                  </a:lnTo>
                  <a:lnTo>
                    <a:pt x="4169726" y="2980052"/>
                  </a:lnTo>
                  <a:lnTo>
                    <a:pt x="4147627" y="3022756"/>
                  </a:lnTo>
                  <a:lnTo>
                    <a:pt x="4113940" y="3056443"/>
                  </a:lnTo>
                  <a:lnTo>
                    <a:pt x="4071236" y="3078542"/>
                  </a:lnTo>
                  <a:lnTo>
                    <a:pt x="4022089" y="3086480"/>
                  </a:lnTo>
                  <a:lnTo>
                    <a:pt x="155448" y="3086480"/>
                  </a:lnTo>
                  <a:lnTo>
                    <a:pt x="106314" y="3078542"/>
                  </a:lnTo>
                  <a:lnTo>
                    <a:pt x="63642" y="3056443"/>
                  </a:lnTo>
                  <a:lnTo>
                    <a:pt x="29992" y="3022756"/>
                  </a:lnTo>
                  <a:lnTo>
                    <a:pt x="7924" y="2980052"/>
                  </a:lnTo>
                  <a:lnTo>
                    <a:pt x="0" y="2930905"/>
                  </a:lnTo>
                  <a:lnTo>
                    <a:pt x="0" y="15557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0527918" y="2096516"/>
            <a:ext cx="1459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Big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9291690" y="4131317"/>
            <a:ext cx="262890" cy="381000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25" b="1">
                <a:solidFill>
                  <a:srgbClr val="221F1F"/>
                </a:solidFill>
                <a:latin typeface="Malgun Gothic"/>
                <a:cs typeface="Malgun Gothic"/>
              </a:rPr>
              <a:t>Raw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9677018" y="2852673"/>
            <a:ext cx="1261745" cy="1812289"/>
            <a:chOff x="9677018" y="2852673"/>
            <a:chExt cx="1261745" cy="1812289"/>
          </a:xfrm>
        </p:grpSpPr>
        <p:pic>
          <p:nvPicPr>
            <p:cNvPr id="67" name="object 6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77018" y="3211043"/>
              <a:ext cx="359486" cy="63397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9761727" y="28526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57764" y="2852673"/>
              <a:ext cx="169163" cy="169036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29418" y="3363443"/>
              <a:ext cx="359486" cy="63397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9914127" y="30050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10164" y="3005073"/>
              <a:ext cx="169163" cy="169036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10800" y="4321150"/>
              <a:ext cx="359486" cy="63397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9795509" y="39627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91546" y="3962780"/>
              <a:ext cx="169163" cy="169037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63200" y="4473550"/>
              <a:ext cx="359486" cy="63397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9947909" y="41151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43946" y="4115180"/>
              <a:ext cx="169163" cy="169037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10611992" y="3335781"/>
              <a:ext cx="327025" cy="441325"/>
            </a:xfrm>
            <a:custGeom>
              <a:avLst/>
              <a:gdLst/>
              <a:ahLst/>
              <a:cxnLst/>
              <a:rect l="l" t="t" r="r" b="b"/>
              <a:pathLst>
                <a:path w="327025" h="441325">
                  <a:moveTo>
                    <a:pt x="81660" y="0"/>
                  </a:moveTo>
                  <a:lnTo>
                    <a:pt x="0" y="71247"/>
                  </a:lnTo>
                  <a:lnTo>
                    <a:pt x="81660" y="163322"/>
                  </a:lnTo>
                  <a:lnTo>
                    <a:pt x="81660" y="122427"/>
                  </a:lnTo>
                  <a:lnTo>
                    <a:pt x="128022" y="138318"/>
                  </a:lnTo>
                  <a:lnTo>
                    <a:pt x="170694" y="160518"/>
                  </a:lnTo>
                  <a:lnTo>
                    <a:pt x="209206" y="188416"/>
                  </a:lnTo>
                  <a:lnTo>
                    <a:pt x="243087" y="221396"/>
                  </a:lnTo>
                  <a:lnTo>
                    <a:pt x="271864" y="258846"/>
                  </a:lnTo>
                  <a:lnTo>
                    <a:pt x="295068" y="300152"/>
                  </a:lnTo>
                  <a:lnTo>
                    <a:pt x="312225" y="344701"/>
                  </a:lnTo>
                  <a:lnTo>
                    <a:pt x="322865" y="391878"/>
                  </a:lnTo>
                  <a:lnTo>
                    <a:pt x="326516" y="441071"/>
                  </a:lnTo>
                  <a:lnTo>
                    <a:pt x="326516" y="359410"/>
                  </a:lnTo>
                  <a:lnTo>
                    <a:pt x="322865" y="310217"/>
                  </a:lnTo>
                  <a:lnTo>
                    <a:pt x="312225" y="263040"/>
                  </a:lnTo>
                  <a:lnTo>
                    <a:pt x="295068" y="218491"/>
                  </a:lnTo>
                  <a:lnTo>
                    <a:pt x="271864" y="177185"/>
                  </a:lnTo>
                  <a:lnTo>
                    <a:pt x="243087" y="139735"/>
                  </a:lnTo>
                  <a:lnTo>
                    <a:pt x="209206" y="106755"/>
                  </a:lnTo>
                  <a:lnTo>
                    <a:pt x="170694" y="78857"/>
                  </a:lnTo>
                  <a:lnTo>
                    <a:pt x="128022" y="56657"/>
                  </a:lnTo>
                  <a:lnTo>
                    <a:pt x="81660" y="4076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0611992" y="3736085"/>
              <a:ext cx="327025" cy="370205"/>
            </a:xfrm>
            <a:custGeom>
              <a:avLst/>
              <a:gdLst/>
              <a:ahLst/>
              <a:cxnLst/>
              <a:rect l="l" t="t" r="r" b="b"/>
              <a:pathLst>
                <a:path w="327025" h="370204">
                  <a:moveTo>
                    <a:pt x="323976" y="0"/>
                  </a:moveTo>
                  <a:lnTo>
                    <a:pt x="314415" y="48064"/>
                  </a:lnTo>
                  <a:lnTo>
                    <a:pt x="298293" y="93172"/>
                  </a:lnTo>
                  <a:lnTo>
                    <a:pt x="276168" y="134828"/>
                  </a:lnTo>
                  <a:lnTo>
                    <a:pt x="248597" y="172537"/>
                  </a:lnTo>
                  <a:lnTo>
                    <a:pt x="216138" y="205803"/>
                  </a:lnTo>
                  <a:lnTo>
                    <a:pt x="179346" y="234132"/>
                  </a:lnTo>
                  <a:lnTo>
                    <a:pt x="138779" y="257027"/>
                  </a:lnTo>
                  <a:lnTo>
                    <a:pt x="94994" y="273994"/>
                  </a:lnTo>
                  <a:lnTo>
                    <a:pt x="48549" y="284538"/>
                  </a:lnTo>
                  <a:lnTo>
                    <a:pt x="0" y="288163"/>
                  </a:lnTo>
                  <a:lnTo>
                    <a:pt x="0" y="369824"/>
                  </a:lnTo>
                  <a:lnTo>
                    <a:pt x="40512" y="367284"/>
                  </a:lnTo>
                  <a:lnTo>
                    <a:pt x="87954" y="357727"/>
                  </a:lnTo>
                  <a:lnTo>
                    <a:pt x="132380" y="341699"/>
                  </a:lnTo>
                  <a:lnTo>
                    <a:pt x="173351" y="319767"/>
                  </a:lnTo>
                  <a:lnTo>
                    <a:pt x="210428" y="292500"/>
                  </a:lnTo>
                  <a:lnTo>
                    <a:pt x="243170" y="260466"/>
                  </a:lnTo>
                  <a:lnTo>
                    <a:pt x="271137" y="224234"/>
                  </a:lnTo>
                  <a:lnTo>
                    <a:pt x="293892" y="184373"/>
                  </a:lnTo>
                  <a:lnTo>
                    <a:pt x="310992" y="141450"/>
                  </a:lnTo>
                  <a:lnTo>
                    <a:pt x="322000" y="96034"/>
                  </a:lnTo>
                  <a:lnTo>
                    <a:pt x="326474" y="48695"/>
                  </a:lnTo>
                  <a:lnTo>
                    <a:pt x="3239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 descr=""/>
          <p:cNvSpPr txBox="1"/>
          <p:nvPr/>
        </p:nvSpPr>
        <p:spPr>
          <a:xfrm>
            <a:off x="9325853" y="2964660"/>
            <a:ext cx="262890" cy="672465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Refined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9802114" y="4803140"/>
            <a:ext cx="556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Storage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9284334" y="3585209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304290" algn="l"/>
              </a:tabLst>
            </a:pP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heavy" sz="1200" spc="-1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Storage</a:t>
            </a: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2535301" y="2020595"/>
            <a:ext cx="10392410" cy="2661285"/>
            <a:chOff x="2535301" y="2020595"/>
            <a:chExt cx="10392410" cy="2661285"/>
          </a:xfrm>
        </p:grpSpPr>
        <p:pic>
          <p:nvPicPr>
            <p:cNvPr id="85" name="object 8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714608" y="4105212"/>
              <a:ext cx="576083" cy="576083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110466" y="3839235"/>
              <a:ext cx="437222" cy="43723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62866" y="4163593"/>
              <a:ext cx="437222" cy="437108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46433" y="2789309"/>
              <a:ext cx="827495" cy="751217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110277" y="2020595"/>
              <a:ext cx="388642" cy="417802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24477" y="2747022"/>
              <a:ext cx="703129" cy="771174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6472174" y="0"/>
                  </a:moveTo>
                  <a:lnTo>
                    <a:pt x="6472174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6472174" y="211200"/>
                  </a:lnTo>
                  <a:lnTo>
                    <a:pt x="6472174" y="281559"/>
                  </a:lnTo>
                  <a:lnTo>
                    <a:pt x="6613017" y="140843"/>
                  </a:lnTo>
                  <a:lnTo>
                    <a:pt x="647217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11983973" y="3580256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1537442" y="4775961"/>
            <a:ext cx="1308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Parallel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4628515" y="2891790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Import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Import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5" name="object 95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98" name="object 9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101" name="object 101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105" name="object 105" descr=""/>
          <p:cNvSpPr/>
          <p:nvPr/>
        </p:nvSpPr>
        <p:spPr>
          <a:xfrm>
            <a:off x="2574035" y="6540627"/>
            <a:ext cx="2407920" cy="281940"/>
          </a:xfrm>
          <a:custGeom>
            <a:avLst/>
            <a:gdLst/>
            <a:ahLst/>
            <a:cxnLst/>
            <a:rect l="l" t="t" r="r" b="b"/>
            <a:pathLst>
              <a:path w="2407920" h="281940">
                <a:moveTo>
                  <a:pt x="2266568" y="0"/>
                </a:moveTo>
                <a:lnTo>
                  <a:pt x="2266568" y="70358"/>
                </a:lnTo>
                <a:lnTo>
                  <a:pt x="0" y="70358"/>
                </a:lnTo>
                <a:lnTo>
                  <a:pt x="0" y="211200"/>
                </a:lnTo>
                <a:lnTo>
                  <a:pt x="2266568" y="211200"/>
                </a:lnTo>
                <a:lnTo>
                  <a:pt x="2266568" y="281559"/>
                </a:lnTo>
                <a:lnTo>
                  <a:pt x="2407412" y="140843"/>
                </a:lnTo>
                <a:lnTo>
                  <a:pt x="226656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 txBox="1"/>
          <p:nvPr/>
        </p:nvSpPr>
        <p:spPr>
          <a:xfrm>
            <a:off x="3160267" y="634606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17071593" y="8810872"/>
            <a:ext cx="25400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16137762" y="8852959"/>
            <a:ext cx="39179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1591436" y="8932790"/>
            <a:ext cx="50673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Mobile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78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24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69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at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Rest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in</a:t>
            </a:r>
            <a:r>
              <a:rPr dirty="0" spc="-10">
                <a:solidFill>
                  <a:srgbClr val="173360"/>
                </a:solidFill>
              </a:rPr>
              <a:t> Motion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98237" y="2513739"/>
            <a:ext cx="4871720" cy="5728970"/>
            <a:chOff x="1598237" y="2513739"/>
            <a:chExt cx="4871720" cy="572897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6815" y="7242429"/>
              <a:ext cx="893110" cy="97954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8237" y="7178404"/>
              <a:ext cx="920150" cy="106392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500249" y="7596123"/>
              <a:ext cx="1217295" cy="228600"/>
            </a:xfrm>
            <a:custGeom>
              <a:avLst/>
              <a:gdLst/>
              <a:ahLst/>
              <a:cxnLst/>
              <a:rect l="l" t="t" r="r" b="b"/>
              <a:pathLst>
                <a:path w="1217295" h="228600">
                  <a:moveTo>
                    <a:pt x="988187" y="0"/>
                  </a:moveTo>
                  <a:lnTo>
                    <a:pt x="988187" y="228600"/>
                  </a:lnTo>
                  <a:lnTo>
                    <a:pt x="1140587" y="152400"/>
                  </a:lnTo>
                  <a:lnTo>
                    <a:pt x="1026287" y="152400"/>
                  </a:lnTo>
                  <a:lnTo>
                    <a:pt x="1026287" y="76200"/>
                  </a:lnTo>
                  <a:lnTo>
                    <a:pt x="1140587" y="76200"/>
                  </a:lnTo>
                  <a:lnTo>
                    <a:pt x="988187" y="0"/>
                  </a:lnTo>
                  <a:close/>
                </a:path>
                <a:path w="1217295" h="228600">
                  <a:moveTo>
                    <a:pt x="988187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988187" y="152400"/>
                  </a:lnTo>
                  <a:lnTo>
                    <a:pt x="988187" y="76200"/>
                  </a:lnTo>
                  <a:close/>
                </a:path>
                <a:path w="1217295" h="228600">
                  <a:moveTo>
                    <a:pt x="1140587" y="76200"/>
                  </a:moveTo>
                  <a:lnTo>
                    <a:pt x="1026287" y="76200"/>
                  </a:lnTo>
                  <a:lnTo>
                    <a:pt x="1026287" y="152400"/>
                  </a:lnTo>
                  <a:lnTo>
                    <a:pt x="1140587" y="152400"/>
                  </a:lnTo>
                  <a:lnTo>
                    <a:pt x="1216787" y="114300"/>
                  </a:lnTo>
                  <a:lnTo>
                    <a:pt x="1140587" y="7620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6398" y="5011638"/>
              <a:ext cx="744773" cy="74477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44820" y="5368556"/>
              <a:ext cx="656450" cy="65645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5456" y="2513739"/>
              <a:ext cx="1088996" cy="102212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972558" y="3859910"/>
              <a:ext cx="265430" cy="2971800"/>
            </a:xfrm>
            <a:custGeom>
              <a:avLst/>
              <a:gdLst/>
              <a:ahLst/>
              <a:cxnLst/>
              <a:rect l="l" t="t" r="r" b="b"/>
              <a:pathLst>
                <a:path w="265429" h="2971800">
                  <a:moveTo>
                    <a:pt x="228600" y="228600"/>
                  </a:moveTo>
                  <a:lnTo>
                    <a:pt x="209550" y="190500"/>
                  </a:lnTo>
                  <a:lnTo>
                    <a:pt x="114300" y="0"/>
                  </a:lnTo>
                  <a:lnTo>
                    <a:pt x="0" y="228600"/>
                  </a:lnTo>
                  <a:lnTo>
                    <a:pt x="76200" y="228600"/>
                  </a:lnTo>
                  <a:lnTo>
                    <a:pt x="76200" y="674624"/>
                  </a:lnTo>
                  <a:lnTo>
                    <a:pt x="152400" y="674624"/>
                  </a:lnTo>
                  <a:lnTo>
                    <a:pt x="152400" y="228600"/>
                  </a:lnTo>
                  <a:lnTo>
                    <a:pt x="228600" y="228600"/>
                  </a:lnTo>
                  <a:close/>
                </a:path>
                <a:path w="265429" h="2971800">
                  <a:moveTo>
                    <a:pt x="265049" y="2525395"/>
                  </a:moveTo>
                  <a:lnTo>
                    <a:pt x="245999" y="2487295"/>
                  </a:lnTo>
                  <a:lnTo>
                    <a:pt x="150749" y="2296795"/>
                  </a:lnTo>
                  <a:lnTo>
                    <a:pt x="36449" y="2525395"/>
                  </a:lnTo>
                  <a:lnTo>
                    <a:pt x="112649" y="2525395"/>
                  </a:lnTo>
                  <a:lnTo>
                    <a:pt x="112649" y="2971546"/>
                  </a:lnTo>
                  <a:lnTo>
                    <a:pt x="188849" y="2971546"/>
                  </a:lnTo>
                  <a:lnTo>
                    <a:pt x="188849" y="2525395"/>
                  </a:lnTo>
                  <a:lnTo>
                    <a:pt x="265049" y="252539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17036" y="4579620"/>
              <a:ext cx="2740025" cy="1590040"/>
            </a:xfrm>
            <a:custGeom>
              <a:avLst/>
              <a:gdLst/>
              <a:ahLst/>
              <a:cxnLst/>
              <a:rect l="l" t="t" r="r" b="b"/>
              <a:pathLst>
                <a:path w="2740025" h="1590039">
                  <a:moveTo>
                    <a:pt x="0" y="80137"/>
                  </a:moveTo>
                  <a:lnTo>
                    <a:pt x="6306" y="48916"/>
                  </a:lnTo>
                  <a:lnTo>
                    <a:pt x="23494" y="23447"/>
                  </a:lnTo>
                  <a:lnTo>
                    <a:pt x="48970" y="6288"/>
                  </a:lnTo>
                  <a:lnTo>
                    <a:pt x="80137" y="0"/>
                  </a:lnTo>
                  <a:lnTo>
                    <a:pt x="2659634" y="0"/>
                  </a:lnTo>
                  <a:lnTo>
                    <a:pt x="2690780" y="6288"/>
                  </a:lnTo>
                  <a:lnTo>
                    <a:pt x="2716212" y="23447"/>
                  </a:lnTo>
                  <a:lnTo>
                    <a:pt x="2733357" y="48916"/>
                  </a:lnTo>
                  <a:lnTo>
                    <a:pt x="2739643" y="80137"/>
                  </a:lnTo>
                  <a:lnTo>
                    <a:pt x="2739643" y="1509394"/>
                  </a:lnTo>
                  <a:lnTo>
                    <a:pt x="2733357" y="1540561"/>
                  </a:lnTo>
                  <a:lnTo>
                    <a:pt x="2716212" y="1566037"/>
                  </a:lnTo>
                  <a:lnTo>
                    <a:pt x="2690780" y="1583225"/>
                  </a:lnTo>
                  <a:lnTo>
                    <a:pt x="2659634" y="1589531"/>
                  </a:lnTo>
                  <a:lnTo>
                    <a:pt x="80137" y="1589531"/>
                  </a:lnTo>
                  <a:lnTo>
                    <a:pt x="48970" y="1583225"/>
                  </a:lnTo>
                  <a:lnTo>
                    <a:pt x="23494" y="1566037"/>
                  </a:lnTo>
                  <a:lnTo>
                    <a:pt x="6306" y="1540561"/>
                  </a:lnTo>
                  <a:lnTo>
                    <a:pt x="0" y="1509394"/>
                  </a:lnTo>
                  <a:lnTo>
                    <a:pt x="0" y="80137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8874632" y="4742815"/>
            <a:ext cx="49212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>
                <a:latin typeface="Malgun Gothic"/>
                <a:cs typeface="Malgun Gothic"/>
              </a:rPr>
              <a:t>vs</a:t>
            </a:r>
            <a:endParaRPr sz="4000">
              <a:latin typeface="Malgun Gothic"/>
              <a:cs typeface="Malgun Gothic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82161" y="7113761"/>
            <a:ext cx="920150" cy="1063923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12205207" y="4566920"/>
            <a:ext cx="2765425" cy="1615440"/>
            <a:chOff x="12205207" y="4566920"/>
            <a:chExt cx="2765425" cy="1615440"/>
          </a:xfrm>
        </p:grpSpPr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97307" y="5082223"/>
              <a:ext cx="576083" cy="57608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93292" y="4816373"/>
              <a:ext cx="437222" cy="43723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45692" y="5140604"/>
              <a:ext cx="437222" cy="43723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2217907" y="4579620"/>
              <a:ext cx="2740025" cy="1590040"/>
            </a:xfrm>
            <a:custGeom>
              <a:avLst/>
              <a:gdLst/>
              <a:ahLst/>
              <a:cxnLst/>
              <a:rect l="l" t="t" r="r" b="b"/>
              <a:pathLst>
                <a:path w="2740025" h="1590039">
                  <a:moveTo>
                    <a:pt x="0" y="80137"/>
                  </a:moveTo>
                  <a:lnTo>
                    <a:pt x="6286" y="48916"/>
                  </a:lnTo>
                  <a:lnTo>
                    <a:pt x="23431" y="23447"/>
                  </a:lnTo>
                  <a:lnTo>
                    <a:pt x="48863" y="6288"/>
                  </a:lnTo>
                  <a:lnTo>
                    <a:pt x="80010" y="0"/>
                  </a:lnTo>
                  <a:lnTo>
                    <a:pt x="2659507" y="0"/>
                  </a:lnTo>
                  <a:lnTo>
                    <a:pt x="2690673" y="6288"/>
                  </a:lnTo>
                  <a:lnTo>
                    <a:pt x="2716149" y="23447"/>
                  </a:lnTo>
                  <a:lnTo>
                    <a:pt x="2733337" y="48916"/>
                  </a:lnTo>
                  <a:lnTo>
                    <a:pt x="2739644" y="80137"/>
                  </a:lnTo>
                  <a:lnTo>
                    <a:pt x="2739644" y="1509394"/>
                  </a:lnTo>
                  <a:lnTo>
                    <a:pt x="2733337" y="1540561"/>
                  </a:lnTo>
                  <a:lnTo>
                    <a:pt x="2716149" y="1566037"/>
                  </a:lnTo>
                  <a:lnTo>
                    <a:pt x="2690673" y="1583225"/>
                  </a:lnTo>
                  <a:lnTo>
                    <a:pt x="2659507" y="1589531"/>
                  </a:lnTo>
                  <a:lnTo>
                    <a:pt x="80010" y="1589531"/>
                  </a:lnTo>
                  <a:lnTo>
                    <a:pt x="48863" y="1583225"/>
                  </a:lnTo>
                  <a:lnTo>
                    <a:pt x="23431" y="1566037"/>
                  </a:lnTo>
                  <a:lnTo>
                    <a:pt x="6286" y="1540561"/>
                  </a:lnTo>
                  <a:lnTo>
                    <a:pt x="0" y="1509394"/>
                  </a:lnTo>
                  <a:lnTo>
                    <a:pt x="0" y="80137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13497560" y="6245352"/>
            <a:ext cx="228600" cy="675005"/>
          </a:xfrm>
          <a:custGeom>
            <a:avLst/>
            <a:gdLst/>
            <a:ahLst/>
            <a:cxnLst/>
            <a:rect l="l" t="t" r="r" b="b"/>
            <a:pathLst>
              <a:path w="228600" h="675004">
                <a:moveTo>
                  <a:pt x="152400" y="190500"/>
                </a:moveTo>
                <a:lnTo>
                  <a:pt x="76200" y="190500"/>
                </a:lnTo>
                <a:lnTo>
                  <a:pt x="76200" y="674624"/>
                </a:lnTo>
                <a:lnTo>
                  <a:pt x="152400" y="674624"/>
                </a:lnTo>
                <a:lnTo>
                  <a:pt x="152400" y="190500"/>
                </a:lnTo>
                <a:close/>
              </a:path>
              <a:path w="228600" h="675004">
                <a:moveTo>
                  <a:pt x="114300" y="0"/>
                </a:moveTo>
                <a:lnTo>
                  <a:pt x="0" y="228600"/>
                </a:lnTo>
                <a:lnTo>
                  <a:pt x="76200" y="228600"/>
                </a:lnTo>
                <a:lnTo>
                  <a:pt x="76200" y="190500"/>
                </a:lnTo>
                <a:lnTo>
                  <a:pt x="209550" y="190500"/>
                </a:lnTo>
                <a:lnTo>
                  <a:pt x="114300" y="0"/>
                </a:lnTo>
                <a:close/>
              </a:path>
              <a:path w="228600" h="675004">
                <a:moveTo>
                  <a:pt x="209550" y="190500"/>
                </a:moveTo>
                <a:lnTo>
                  <a:pt x="152400" y="1905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09550" y="1905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2200763" y="3681095"/>
            <a:ext cx="228600" cy="675005"/>
          </a:xfrm>
          <a:custGeom>
            <a:avLst/>
            <a:gdLst/>
            <a:ahLst/>
            <a:cxnLst/>
            <a:rect l="l" t="t" r="r" b="b"/>
            <a:pathLst>
              <a:path w="228600" h="675004">
                <a:moveTo>
                  <a:pt x="152400" y="190500"/>
                </a:moveTo>
                <a:lnTo>
                  <a:pt x="76200" y="190500"/>
                </a:lnTo>
                <a:lnTo>
                  <a:pt x="76200" y="674751"/>
                </a:lnTo>
                <a:lnTo>
                  <a:pt x="152400" y="674751"/>
                </a:lnTo>
                <a:lnTo>
                  <a:pt x="152400" y="190500"/>
                </a:lnTo>
                <a:close/>
              </a:path>
              <a:path w="228600" h="675004">
                <a:moveTo>
                  <a:pt x="114300" y="0"/>
                </a:moveTo>
                <a:lnTo>
                  <a:pt x="0" y="228600"/>
                </a:lnTo>
                <a:lnTo>
                  <a:pt x="76200" y="228600"/>
                </a:lnTo>
                <a:lnTo>
                  <a:pt x="76200" y="190500"/>
                </a:lnTo>
                <a:lnTo>
                  <a:pt x="209550" y="190500"/>
                </a:lnTo>
                <a:lnTo>
                  <a:pt x="114300" y="0"/>
                </a:lnTo>
                <a:close/>
              </a:path>
              <a:path w="228600" h="675004">
                <a:moveTo>
                  <a:pt x="209550" y="190500"/>
                </a:moveTo>
                <a:lnTo>
                  <a:pt x="152400" y="1905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09550" y="1905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732889" y="4633721"/>
            <a:ext cx="27082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97535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Analyze</a:t>
            </a:r>
            <a:r>
              <a:rPr dirty="0" sz="1400" spc="-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Visualize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717035" y="2225294"/>
            <a:ext cx="2740025" cy="1590040"/>
          </a:xfrm>
          <a:custGeom>
            <a:avLst/>
            <a:gdLst/>
            <a:ahLst/>
            <a:cxnLst/>
            <a:rect l="l" t="t" r="r" b="b"/>
            <a:pathLst>
              <a:path w="2740025" h="1590039">
                <a:moveTo>
                  <a:pt x="0" y="80136"/>
                </a:moveTo>
                <a:lnTo>
                  <a:pt x="6306" y="48916"/>
                </a:lnTo>
                <a:lnTo>
                  <a:pt x="23494" y="23447"/>
                </a:lnTo>
                <a:lnTo>
                  <a:pt x="48970" y="6288"/>
                </a:lnTo>
                <a:lnTo>
                  <a:pt x="80137" y="0"/>
                </a:lnTo>
                <a:lnTo>
                  <a:pt x="2659634" y="0"/>
                </a:lnTo>
                <a:lnTo>
                  <a:pt x="2690780" y="6288"/>
                </a:lnTo>
                <a:lnTo>
                  <a:pt x="2716212" y="23447"/>
                </a:lnTo>
                <a:lnTo>
                  <a:pt x="2733357" y="48916"/>
                </a:lnTo>
                <a:lnTo>
                  <a:pt x="2739643" y="80136"/>
                </a:lnTo>
                <a:lnTo>
                  <a:pt x="2739643" y="1509395"/>
                </a:lnTo>
                <a:lnTo>
                  <a:pt x="2733357" y="1540561"/>
                </a:lnTo>
                <a:lnTo>
                  <a:pt x="2716212" y="1566036"/>
                </a:lnTo>
                <a:lnTo>
                  <a:pt x="2690780" y="1583225"/>
                </a:lnTo>
                <a:lnTo>
                  <a:pt x="2659634" y="1589531"/>
                </a:lnTo>
                <a:lnTo>
                  <a:pt x="80137" y="1589531"/>
                </a:lnTo>
                <a:lnTo>
                  <a:pt x="48970" y="1583225"/>
                </a:lnTo>
                <a:lnTo>
                  <a:pt x="23494" y="1566037"/>
                </a:lnTo>
                <a:lnTo>
                  <a:pt x="6306" y="1540561"/>
                </a:lnTo>
                <a:lnTo>
                  <a:pt x="0" y="1509395"/>
                </a:lnTo>
                <a:lnTo>
                  <a:pt x="0" y="80136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3732889" y="2279142"/>
            <a:ext cx="27082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(Re)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Act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3717035" y="6807581"/>
            <a:ext cx="2740025" cy="1589405"/>
          </a:xfrm>
          <a:custGeom>
            <a:avLst/>
            <a:gdLst/>
            <a:ahLst/>
            <a:cxnLst/>
            <a:rect l="l" t="t" r="r" b="b"/>
            <a:pathLst>
              <a:path w="2740025" h="1589404">
                <a:moveTo>
                  <a:pt x="0" y="80010"/>
                </a:moveTo>
                <a:lnTo>
                  <a:pt x="6306" y="48863"/>
                </a:lnTo>
                <a:lnTo>
                  <a:pt x="23494" y="23431"/>
                </a:lnTo>
                <a:lnTo>
                  <a:pt x="48970" y="6286"/>
                </a:lnTo>
                <a:lnTo>
                  <a:pt x="80137" y="0"/>
                </a:lnTo>
                <a:lnTo>
                  <a:pt x="2659634" y="0"/>
                </a:lnTo>
                <a:lnTo>
                  <a:pt x="2690780" y="6286"/>
                </a:lnTo>
                <a:lnTo>
                  <a:pt x="2716212" y="23431"/>
                </a:lnTo>
                <a:lnTo>
                  <a:pt x="2733357" y="48863"/>
                </a:lnTo>
                <a:lnTo>
                  <a:pt x="2739643" y="80010"/>
                </a:lnTo>
                <a:lnTo>
                  <a:pt x="2739643" y="1509395"/>
                </a:lnTo>
                <a:lnTo>
                  <a:pt x="2733357" y="1540541"/>
                </a:lnTo>
                <a:lnTo>
                  <a:pt x="2716212" y="1565973"/>
                </a:lnTo>
                <a:lnTo>
                  <a:pt x="2690780" y="1583118"/>
                </a:lnTo>
                <a:lnTo>
                  <a:pt x="2659634" y="1589405"/>
                </a:lnTo>
                <a:lnTo>
                  <a:pt x="80137" y="1589405"/>
                </a:lnTo>
                <a:lnTo>
                  <a:pt x="48970" y="1583118"/>
                </a:lnTo>
                <a:lnTo>
                  <a:pt x="23494" y="1565973"/>
                </a:lnTo>
                <a:lnTo>
                  <a:pt x="6306" y="1540541"/>
                </a:lnTo>
                <a:lnTo>
                  <a:pt x="0" y="1509395"/>
                </a:lnTo>
                <a:lnTo>
                  <a:pt x="0" y="80010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732889" y="6862064"/>
            <a:ext cx="27082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Store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2233750" y="4633721"/>
            <a:ext cx="27082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Analyze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3497560" y="3681095"/>
            <a:ext cx="228600" cy="675005"/>
          </a:xfrm>
          <a:custGeom>
            <a:avLst/>
            <a:gdLst/>
            <a:ahLst/>
            <a:cxnLst/>
            <a:rect l="l" t="t" r="r" b="b"/>
            <a:pathLst>
              <a:path w="228600" h="675004">
                <a:moveTo>
                  <a:pt x="152400" y="190500"/>
                </a:moveTo>
                <a:lnTo>
                  <a:pt x="76200" y="190500"/>
                </a:lnTo>
                <a:lnTo>
                  <a:pt x="76200" y="674751"/>
                </a:lnTo>
                <a:lnTo>
                  <a:pt x="152400" y="674751"/>
                </a:lnTo>
                <a:lnTo>
                  <a:pt x="152400" y="190500"/>
                </a:lnTo>
                <a:close/>
              </a:path>
              <a:path w="228600" h="675004">
                <a:moveTo>
                  <a:pt x="114300" y="0"/>
                </a:moveTo>
                <a:lnTo>
                  <a:pt x="0" y="228600"/>
                </a:lnTo>
                <a:lnTo>
                  <a:pt x="76200" y="228600"/>
                </a:lnTo>
                <a:lnTo>
                  <a:pt x="76200" y="190500"/>
                </a:lnTo>
                <a:lnTo>
                  <a:pt x="209550" y="190500"/>
                </a:lnTo>
                <a:lnTo>
                  <a:pt x="114300" y="0"/>
                </a:lnTo>
                <a:close/>
              </a:path>
              <a:path w="228600" h="675004">
                <a:moveTo>
                  <a:pt x="209550" y="190500"/>
                </a:moveTo>
                <a:lnTo>
                  <a:pt x="152400" y="1905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09550" y="1905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4727682" y="3681095"/>
            <a:ext cx="228600" cy="675005"/>
          </a:xfrm>
          <a:custGeom>
            <a:avLst/>
            <a:gdLst/>
            <a:ahLst/>
            <a:cxnLst/>
            <a:rect l="l" t="t" r="r" b="b"/>
            <a:pathLst>
              <a:path w="228600" h="675004">
                <a:moveTo>
                  <a:pt x="152400" y="190500"/>
                </a:moveTo>
                <a:lnTo>
                  <a:pt x="76200" y="190500"/>
                </a:lnTo>
                <a:lnTo>
                  <a:pt x="76200" y="674751"/>
                </a:lnTo>
                <a:lnTo>
                  <a:pt x="152400" y="674751"/>
                </a:lnTo>
                <a:lnTo>
                  <a:pt x="152400" y="190500"/>
                </a:lnTo>
                <a:close/>
              </a:path>
              <a:path w="228600" h="675004">
                <a:moveTo>
                  <a:pt x="114300" y="0"/>
                </a:moveTo>
                <a:lnTo>
                  <a:pt x="0" y="228600"/>
                </a:lnTo>
                <a:lnTo>
                  <a:pt x="76200" y="228600"/>
                </a:lnTo>
                <a:lnTo>
                  <a:pt x="76200" y="190500"/>
                </a:lnTo>
                <a:lnTo>
                  <a:pt x="209550" y="190500"/>
                </a:lnTo>
                <a:lnTo>
                  <a:pt x="114300" y="0"/>
                </a:lnTo>
                <a:close/>
              </a:path>
              <a:path w="228600" h="675004">
                <a:moveTo>
                  <a:pt x="209550" y="190500"/>
                </a:moveTo>
                <a:lnTo>
                  <a:pt x="152400" y="190500"/>
                </a:lnTo>
                <a:lnTo>
                  <a:pt x="152400" y="228600"/>
                </a:lnTo>
                <a:lnTo>
                  <a:pt x="228600" y="228600"/>
                </a:lnTo>
                <a:lnTo>
                  <a:pt x="209550" y="1905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12902183" y="1996058"/>
            <a:ext cx="1419860" cy="1615440"/>
            <a:chOff x="12902183" y="1996058"/>
            <a:chExt cx="1419860" cy="1615440"/>
          </a:xfrm>
        </p:grpSpPr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1111" y="2431287"/>
              <a:ext cx="893110" cy="97954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2914883" y="2008758"/>
              <a:ext cx="1394460" cy="1590040"/>
            </a:xfrm>
            <a:custGeom>
              <a:avLst/>
              <a:gdLst/>
              <a:ahLst/>
              <a:cxnLst/>
              <a:rect l="l" t="t" r="r" b="b"/>
              <a:pathLst>
                <a:path w="1394459" h="1590039">
                  <a:moveTo>
                    <a:pt x="0" y="70231"/>
                  </a:moveTo>
                  <a:lnTo>
                    <a:pt x="5508" y="42916"/>
                  </a:lnTo>
                  <a:lnTo>
                    <a:pt x="20542" y="20589"/>
                  </a:lnTo>
                  <a:lnTo>
                    <a:pt x="42862" y="5526"/>
                  </a:lnTo>
                  <a:lnTo>
                    <a:pt x="70231" y="0"/>
                  </a:lnTo>
                  <a:lnTo>
                    <a:pt x="1323721" y="0"/>
                  </a:lnTo>
                  <a:lnTo>
                    <a:pt x="1351089" y="5526"/>
                  </a:lnTo>
                  <a:lnTo>
                    <a:pt x="1373409" y="20589"/>
                  </a:lnTo>
                  <a:lnTo>
                    <a:pt x="1388443" y="42916"/>
                  </a:lnTo>
                  <a:lnTo>
                    <a:pt x="1393952" y="70231"/>
                  </a:lnTo>
                  <a:lnTo>
                    <a:pt x="1393952" y="1519301"/>
                  </a:lnTo>
                  <a:lnTo>
                    <a:pt x="1388443" y="1546615"/>
                  </a:lnTo>
                  <a:lnTo>
                    <a:pt x="1373409" y="1568942"/>
                  </a:lnTo>
                  <a:lnTo>
                    <a:pt x="1351089" y="1584005"/>
                  </a:lnTo>
                  <a:lnTo>
                    <a:pt x="1323721" y="1589532"/>
                  </a:lnTo>
                  <a:lnTo>
                    <a:pt x="70231" y="1589532"/>
                  </a:lnTo>
                  <a:lnTo>
                    <a:pt x="42862" y="1584005"/>
                  </a:lnTo>
                  <a:lnTo>
                    <a:pt x="20542" y="1568942"/>
                  </a:lnTo>
                  <a:lnTo>
                    <a:pt x="5508" y="1546615"/>
                  </a:lnTo>
                  <a:lnTo>
                    <a:pt x="0" y="1519301"/>
                  </a:lnTo>
                  <a:lnTo>
                    <a:pt x="0" y="70231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3388720" y="2059685"/>
            <a:ext cx="4489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Store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14517623" y="2008758"/>
            <a:ext cx="1394460" cy="1590040"/>
          </a:xfrm>
          <a:custGeom>
            <a:avLst/>
            <a:gdLst/>
            <a:ahLst/>
            <a:cxnLst/>
            <a:rect l="l" t="t" r="r" b="b"/>
            <a:pathLst>
              <a:path w="1394459" h="1590039">
                <a:moveTo>
                  <a:pt x="0" y="70231"/>
                </a:moveTo>
                <a:lnTo>
                  <a:pt x="5508" y="42916"/>
                </a:lnTo>
                <a:lnTo>
                  <a:pt x="20542" y="20589"/>
                </a:lnTo>
                <a:lnTo>
                  <a:pt x="42862" y="5526"/>
                </a:lnTo>
                <a:lnTo>
                  <a:pt x="70231" y="0"/>
                </a:lnTo>
                <a:lnTo>
                  <a:pt x="1323721" y="0"/>
                </a:lnTo>
                <a:lnTo>
                  <a:pt x="1351089" y="5526"/>
                </a:lnTo>
                <a:lnTo>
                  <a:pt x="1373409" y="20589"/>
                </a:lnTo>
                <a:lnTo>
                  <a:pt x="1388443" y="42916"/>
                </a:lnTo>
                <a:lnTo>
                  <a:pt x="1393952" y="70231"/>
                </a:lnTo>
                <a:lnTo>
                  <a:pt x="1393952" y="1519301"/>
                </a:lnTo>
                <a:lnTo>
                  <a:pt x="1388443" y="1546615"/>
                </a:lnTo>
                <a:lnTo>
                  <a:pt x="1373409" y="1568942"/>
                </a:lnTo>
                <a:lnTo>
                  <a:pt x="1351089" y="1584005"/>
                </a:lnTo>
                <a:lnTo>
                  <a:pt x="1323721" y="1589532"/>
                </a:lnTo>
                <a:lnTo>
                  <a:pt x="70231" y="1589532"/>
                </a:lnTo>
                <a:lnTo>
                  <a:pt x="42862" y="1584005"/>
                </a:lnTo>
                <a:lnTo>
                  <a:pt x="20542" y="1568942"/>
                </a:lnTo>
                <a:lnTo>
                  <a:pt x="5508" y="1546615"/>
                </a:lnTo>
                <a:lnTo>
                  <a:pt x="0" y="1519301"/>
                </a:lnTo>
                <a:lnTo>
                  <a:pt x="0" y="70231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14854173" y="2059685"/>
            <a:ext cx="7219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Visualize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47833" y="2578325"/>
            <a:ext cx="733571" cy="743098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11312143" y="2008758"/>
            <a:ext cx="1394460" cy="1590040"/>
          </a:xfrm>
          <a:custGeom>
            <a:avLst/>
            <a:gdLst/>
            <a:ahLst/>
            <a:cxnLst/>
            <a:rect l="l" t="t" r="r" b="b"/>
            <a:pathLst>
              <a:path w="1394459" h="1590039">
                <a:moveTo>
                  <a:pt x="0" y="70231"/>
                </a:moveTo>
                <a:lnTo>
                  <a:pt x="5508" y="42916"/>
                </a:lnTo>
                <a:lnTo>
                  <a:pt x="20542" y="20589"/>
                </a:lnTo>
                <a:lnTo>
                  <a:pt x="42862" y="5526"/>
                </a:lnTo>
                <a:lnTo>
                  <a:pt x="70230" y="0"/>
                </a:lnTo>
                <a:lnTo>
                  <a:pt x="1323721" y="0"/>
                </a:lnTo>
                <a:lnTo>
                  <a:pt x="1351089" y="5526"/>
                </a:lnTo>
                <a:lnTo>
                  <a:pt x="1373409" y="20589"/>
                </a:lnTo>
                <a:lnTo>
                  <a:pt x="1388443" y="42916"/>
                </a:lnTo>
                <a:lnTo>
                  <a:pt x="1393952" y="70231"/>
                </a:lnTo>
                <a:lnTo>
                  <a:pt x="1393952" y="1519301"/>
                </a:lnTo>
                <a:lnTo>
                  <a:pt x="1388443" y="1546615"/>
                </a:lnTo>
                <a:lnTo>
                  <a:pt x="1373409" y="1568942"/>
                </a:lnTo>
                <a:lnTo>
                  <a:pt x="1351089" y="1584005"/>
                </a:lnTo>
                <a:lnTo>
                  <a:pt x="1323721" y="1589532"/>
                </a:lnTo>
                <a:lnTo>
                  <a:pt x="70230" y="1589532"/>
                </a:lnTo>
                <a:lnTo>
                  <a:pt x="42862" y="1584005"/>
                </a:lnTo>
                <a:lnTo>
                  <a:pt x="20542" y="1568942"/>
                </a:lnTo>
                <a:lnTo>
                  <a:pt x="5508" y="1546615"/>
                </a:lnTo>
                <a:lnTo>
                  <a:pt x="0" y="1519301"/>
                </a:lnTo>
                <a:lnTo>
                  <a:pt x="0" y="70231"/>
                </a:lnTo>
                <a:close/>
              </a:path>
            </a:pathLst>
          </a:custGeom>
          <a:ln w="25399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11866626" y="2059685"/>
            <a:ext cx="2889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Act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1540363" y="2479192"/>
            <a:ext cx="985519" cy="842010"/>
            <a:chOff x="11540363" y="2479192"/>
            <a:chExt cx="985519" cy="842010"/>
          </a:xfrm>
        </p:grpSpPr>
        <p:pic>
          <p:nvPicPr>
            <p:cNvPr id="39" name="object 3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40363" y="2745042"/>
              <a:ext cx="576083" cy="57608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936221" y="2479192"/>
              <a:ext cx="437222" cy="437235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88621" y="2803423"/>
              <a:ext cx="437222" cy="437235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80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10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25482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Stream</a:t>
            </a:r>
            <a:r>
              <a:rPr dirty="0" spc="-1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Processing</a:t>
            </a:r>
            <a:r>
              <a:rPr dirty="0" spc="-10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Architecture</a:t>
            </a:r>
            <a:r>
              <a:rPr dirty="0" spc="-9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solves</a:t>
            </a:r>
            <a:r>
              <a:rPr dirty="0" spc="-10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Velocity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73100" y="2007870"/>
            <a:ext cx="1835150" cy="3112135"/>
            <a:chOff x="673100" y="2007870"/>
            <a:chExt cx="1835150" cy="311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6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6"/>
              <a:ext cx="169164" cy="169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85800" y="2020570"/>
              <a:ext cx="1809750" cy="3086735"/>
            </a:xfrm>
            <a:custGeom>
              <a:avLst/>
              <a:gdLst/>
              <a:ahLst/>
              <a:cxnLst/>
              <a:rect l="l" t="t" r="r" b="b"/>
              <a:pathLst>
                <a:path w="1809750" h="3086735">
                  <a:moveTo>
                    <a:pt x="0" y="91185"/>
                  </a:moveTo>
                  <a:lnTo>
                    <a:pt x="7164" y="55721"/>
                  </a:lnTo>
                  <a:lnTo>
                    <a:pt x="26703" y="26733"/>
                  </a:lnTo>
                  <a:lnTo>
                    <a:pt x="55683" y="7175"/>
                  </a:lnTo>
                  <a:lnTo>
                    <a:pt x="91173" y="0"/>
                  </a:lnTo>
                  <a:lnTo>
                    <a:pt x="1718183" y="0"/>
                  </a:lnTo>
                  <a:lnTo>
                    <a:pt x="1753701" y="7175"/>
                  </a:lnTo>
                  <a:lnTo>
                    <a:pt x="1782683" y="26733"/>
                  </a:lnTo>
                  <a:lnTo>
                    <a:pt x="1802211" y="55721"/>
                  </a:lnTo>
                  <a:lnTo>
                    <a:pt x="1809369" y="91185"/>
                  </a:lnTo>
                  <a:lnTo>
                    <a:pt x="1809369" y="2995294"/>
                  </a:lnTo>
                  <a:lnTo>
                    <a:pt x="1802211" y="3030739"/>
                  </a:lnTo>
                  <a:lnTo>
                    <a:pt x="1782683" y="3059684"/>
                  </a:lnTo>
                  <a:lnTo>
                    <a:pt x="1753701" y="3079198"/>
                  </a:lnTo>
                  <a:lnTo>
                    <a:pt x="1718183" y="3086354"/>
                  </a:lnTo>
                  <a:lnTo>
                    <a:pt x="91173" y="3086354"/>
                  </a:lnTo>
                  <a:lnTo>
                    <a:pt x="55683" y="3079198"/>
                  </a:lnTo>
                  <a:lnTo>
                    <a:pt x="26703" y="3059683"/>
                  </a:lnTo>
                  <a:lnTo>
                    <a:pt x="7164" y="3030739"/>
                  </a:lnTo>
                  <a:lnTo>
                    <a:pt x="0" y="2995294"/>
                  </a:lnTo>
                  <a:lnTo>
                    <a:pt x="0" y="9118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46480" y="2077593"/>
            <a:ext cx="1087120" cy="855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400">
              <a:latin typeface="Malgun Gothic"/>
              <a:cs typeface="Malgun Gothic"/>
            </a:endParaRPr>
          </a:p>
          <a:p>
            <a:pPr marL="635635">
              <a:lnSpc>
                <a:spcPct val="100000"/>
              </a:lnSpc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73100" y="5470905"/>
            <a:ext cx="1854200" cy="4150995"/>
            <a:chOff x="673100" y="5470905"/>
            <a:chExt cx="1854200" cy="415099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" y="6605040"/>
              <a:ext cx="559067" cy="54941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295" y="7319575"/>
              <a:ext cx="737612" cy="57476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421" y="5912110"/>
              <a:ext cx="591259" cy="59125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0930" y="8096559"/>
              <a:ext cx="553623" cy="55362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8100" y="8853258"/>
              <a:ext cx="582110" cy="512897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85800" y="5483605"/>
              <a:ext cx="1828800" cy="4125595"/>
            </a:xfrm>
            <a:custGeom>
              <a:avLst/>
              <a:gdLst/>
              <a:ahLst/>
              <a:cxnLst/>
              <a:rect l="l" t="t" r="r" b="b"/>
              <a:pathLst>
                <a:path w="1828800" h="4125595">
                  <a:moveTo>
                    <a:pt x="0" y="92202"/>
                  </a:moveTo>
                  <a:lnTo>
                    <a:pt x="7242" y="56310"/>
                  </a:lnTo>
                  <a:lnTo>
                    <a:pt x="26992" y="27003"/>
                  </a:lnTo>
                  <a:lnTo>
                    <a:pt x="56283" y="7244"/>
                  </a:lnTo>
                  <a:lnTo>
                    <a:pt x="92151" y="0"/>
                  </a:lnTo>
                  <a:lnTo>
                    <a:pt x="1736598" y="0"/>
                  </a:lnTo>
                  <a:lnTo>
                    <a:pt x="1772489" y="7244"/>
                  </a:lnTo>
                  <a:lnTo>
                    <a:pt x="1801796" y="27003"/>
                  </a:lnTo>
                  <a:lnTo>
                    <a:pt x="1821555" y="56310"/>
                  </a:lnTo>
                  <a:lnTo>
                    <a:pt x="1828800" y="92202"/>
                  </a:lnTo>
                  <a:lnTo>
                    <a:pt x="1828800" y="4033151"/>
                  </a:lnTo>
                  <a:lnTo>
                    <a:pt x="1821555" y="4069019"/>
                  </a:lnTo>
                  <a:lnTo>
                    <a:pt x="1801796" y="4098310"/>
                  </a:lnTo>
                  <a:lnTo>
                    <a:pt x="1772489" y="4118060"/>
                  </a:lnTo>
                  <a:lnTo>
                    <a:pt x="1736598" y="4125302"/>
                  </a:lnTo>
                  <a:lnTo>
                    <a:pt x="92151" y="4125302"/>
                  </a:lnTo>
                  <a:lnTo>
                    <a:pt x="56283" y="4118060"/>
                  </a:lnTo>
                  <a:lnTo>
                    <a:pt x="26992" y="4098310"/>
                  </a:lnTo>
                  <a:lnTo>
                    <a:pt x="7242" y="4069019"/>
                  </a:lnTo>
                  <a:lnTo>
                    <a:pt x="0" y="4033151"/>
                  </a:lnTo>
                  <a:lnTo>
                    <a:pt x="0" y="9220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991170" y="3388867"/>
            <a:ext cx="717550" cy="1500505"/>
            <a:chOff x="991170" y="3388867"/>
            <a:chExt cx="717550" cy="1500505"/>
          </a:xfrm>
        </p:grpSpPr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8158" y="3388867"/>
              <a:ext cx="608479" cy="65715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</p:grpSp>
      <p:sp>
        <p:nvSpPr>
          <p:cNvPr id="21" name="object 21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1022400" y="5541390"/>
            <a:ext cx="1153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678685" y="6225032"/>
            <a:ext cx="61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IoT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17091" y="7524699"/>
            <a:ext cx="610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Location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49653" y="6777990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Telemetry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034534" y="6194297"/>
            <a:ext cx="1828800" cy="2028189"/>
          </a:xfrm>
          <a:custGeom>
            <a:avLst/>
            <a:gdLst/>
            <a:ahLst/>
            <a:cxnLst/>
            <a:rect l="l" t="t" r="r" b="b"/>
            <a:pathLst>
              <a:path w="1828800" h="2028190">
                <a:moveTo>
                  <a:pt x="0" y="92075"/>
                </a:moveTo>
                <a:lnTo>
                  <a:pt x="7244" y="56203"/>
                </a:lnTo>
                <a:lnTo>
                  <a:pt x="27003" y="26939"/>
                </a:lnTo>
                <a:lnTo>
                  <a:pt x="56310" y="7225"/>
                </a:lnTo>
                <a:lnTo>
                  <a:pt x="92201" y="0"/>
                </a:lnTo>
                <a:lnTo>
                  <a:pt x="1736724" y="0"/>
                </a:lnTo>
                <a:lnTo>
                  <a:pt x="1772596" y="7225"/>
                </a:lnTo>
                <a:lnTo>
                  <a:pt x="1801860" y="26939"/>
                </a:lnTo>
                <a:lnTo>
                  <a:pt x="1821574" y="56203"/>
                </a:lnTo>
                <a:lnTo>
                  <a:pt x="1828799" y="92075"/>
                </a:lnTo>
                <a:lnTo>
                  <a:pt x="1828799" y="1935988"/>
                </a:lnTo>
                <a:lnTo>
                  <a:pt x="1821574" y="1971879"/>
                </a:lnTo>
                <a:lnTo>
                  <a:pt x="1801860" y="2001186"/>
                </a:lnTo>
                <a:lnTo>
                  <a:pt x="1772596" y="2020945"/>
                </a:lnTo>
                <a:lnTo>
                  <a:pt x="1736724" y="2028189"/>
                </a:lnTo>
                <a:lnTo>
                  <a:pt x="92201" y="2028189"/>
                </a:lnTo>
                <a:lnTo>
                  <a:pt x="56310" y="2020945"/>
                </a:lnTo>
                <a:lnTo>
                  <a:pt x="27003" y="2001186"/>
                </a:lnTo>
                <a:lnTo>
                  <a:pt x="7244" y="1971879"/>
                </a:lnTo>
                <a:lnTo>
                  <a:pt x="0" y="1935988"/>
                </a:lnTo>
                <a:lnTo>
                  <a:pt x="0" y="9207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516371" y="6252209"/>
            <a:ext cx="866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Hub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574035" y="6540627"/>
            <a:ext cx="4102735" cy="974725"/>
            <a:chOff x="2574035" y="6540627"/>
            <a:chExt cx="4102735" cy="974725"/>
          </a:xfrm>
        </p:grpSpPr>
        <p:sp>
          <p:nvSpPr>
            <p:cNvPr id="37" name="object 37" descr=""/>
            <p:cNvSpPr/>
            <p:nvPr/>
          </p:nvSpPr>
          <p:spPr>
            <a:xfrm>
              <a:off x="5216905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8003" y="0"/>
                  </a:moveTo>
                  <a:lnTo>
                    <a:pt x="39751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278003" y="525780"/>
                  </a:lnTo>
                  <a:lnTo>
                    <a:pt x="267429" y="516387"/>
                  </a:ln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67429" y="9392"/>
                  </a:lnTo>
                  <a:lnTo>
                    <a:pt x="2780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455157" y="6976491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216905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8003" y="525780"/>
                  </a:move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78003" y="0"/>
                  </a:lnTo>
                  <a:lnTo>
                    <a:pt x="288522" y="9392"/>
                  </a:lnTo>
                  <a:lnTo>
                    <a:pt x="306006" y="77009"/>
                  </a:lnTo>
                  <a:lnTo>
                    <a:pt x="312208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8" y="395562"/>
                  </a:lnTo>
                  <a:lnTo>
                    <a:pt x="306006" y="448770"/>
                  </a:lnTo>
                  <a:lnTo>
                    <a:pt x="297984" y="489881"/>
                  </a:lnTo>
                  <a:lnTo>
                    <a:pt x="278003" y="525780"/>
                  </a:lnTo>
                  <a:lnTo>
                    <a:pt x="39751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1" y="0"/>
                  </a:lnTo>
                  <a:lnTo>
                    <a:pt x="278003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499861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737986" y="6976491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499861" y="6976491"/>
              <a:ext cx="317500" cy="525780"/>
            </a:xfrm>
            <a:custGeom>
              <a:avLst/>
              <a:gdLst/>
              <a:ahLst/>
              <a:cxnLst/>
              <a:rect l="l" t="t" r="r" b="b"/>
              <a:pathLst>
                <a:path w="317500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395" y="9392"/>
                  </a:lnTo>
                  <a:lnTo>
                    <a:pt x="305879" y="77009"/>
                  </a:lnTo>
                  <a:lnTo>
                    <a:pt x="312081" y="130217"/>
                  </a:lnTo>
                  <a:lnTo>
                    <a:pt x="316081" y="193013"/>
                  </a:lnTo>
                  <a:lnTo>
                    <a:pt x="317500" y="262890"/>
                  </a:lnTo>
                  <a:lnTo>
                    <a:pt x="316081" y="332766"/>
                  </a:lnTo>
                  <a:lnTo>
                    <a:pt x="312081" y="395562"/>
                  </a:lnTo>
                  <a:lnTo>
                    <a:pt x="305879" y="448770"/>
                  </a:lnTo>
                  <a:lnTo>
                    <a:pt x="297857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782690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020815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782690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6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061455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299580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1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2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1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061455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346063" y="6976491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750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584188" y="6976491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09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346063" y="6976491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4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750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0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574035" y="6540627"/>
              <a:ext cx="2407920" cy="281940"/>
            </a:xfrm>
            <a:custGeom>
              <a:avLst/>
              <a:gdLst/>
              <a:ahLst/>
              <a:cxnLst/>
              <a:rect l="l" t="t" r="r" b="b"/>
              <a:pathLst>
                <a:path w="2407920" h="281940">
                  <a:moveTo>
                    <a:pt x="2266568" y="0"/>
                  </a:moveTo>
                  <a:lnTo>
                    <a:pt x="2266568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2266568" y="211200"/>
                  </a:lnTo>
                  <a:lnTo>
                    <a:pt x="2266568" y="281559"/>
                  </a:lnTo>
                  <a:lnTo>
                    <a:pt x="2407412" y="140843"/>
                  </a:lnTo>
                  <a:lnTo>
                    <a:pt x="226656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/>
          <p:nvPr/>
        </p:nvSpPr>
        <p:spPr>
          <a:xfrm>
            <a:off x="6933183" y="6606158"/>
            <a:ext cx="2137410" cy="281940"/>
          </a:xfrm>
          <a:custGeom>
            <a:avLst/>
            <a:gdLst/>
            <a:ahLst/>
            <a:cxnLst/>
            <a:rect l="l" t="t" r="r" b="b"/>
            <a:pathLst>
              <a:path w="2137409" h="281940">
                <a:moveTo>
                  <a:pt x="1996186" y="0"/>
                </a:moveTo>
                <a:lnTo>
                  <a:pt x="1996186" y="70357"/>
                </a:lnTo>
                <a:lnTo>
                  <a:pt x="0" y="70357"/>
                </a:lnTo>
                <a:lnTo>
                  <a:pt x="0" y="211200"/>
                </a:lnTo>
                <a:lnTo>
                  <a:pt x="1996186" y="211200"/>
                </a:lnTo>
                <a:lnTo>
                  <a:pt x="1996186" y="281558"/>
                </a:lnTo>
                <a:lnTo>
                  <a:pt x="2137029" y="140715"/>
                </a:lnTo>
                <a:lnTo>
                  <a:pt x="199618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9158985" y="5950965"/>
            <a:ext cx="4177665" cy="3086735"/>
          </a:xfrm>
          <a:custGeom>
            <a:avLst/>
            <a:gdLst/>
            <a:ahLst/>
            <a:cxnLst/>
            <a:rect l="l" t="t" r="r" b="b"/>
            <a:pathLst>
              <a:path w="4177665" h="3086734">
                <a:moveTo>
                  <a:pt x="0" y="155448"/>
                </a:moveTo>
                <a:lnTo>
                  <a:pt x="7924" y="106314"/>
                </a:lnTo>
                <a:lnTo>
                  <a:pt x="29992" y="63642"/>
                </a:lnTo>
                <a:lnTo>
                  <a:pt x="63642" y="29992"/>
                </a:lnTo>
                <a:lnTo>
                  <a:pt x="106314" y="7924"/>
                </a:lnTo>
                <a:lnTo>
                  <a:pt x="155448" y="0"/>
                </a:lnTo>
                <a:lnTo>
                  <a:pt x="4022090" y="0"/>
                </a:lnTo>
                <a:lnTo>
                  <a:pt x="4071236" y="7924"/>
                </a:lnTo>
                <a:lnTo>
                  <a:pt x="4113940" y="29992"/>
                </a:lnTo>
                <a:lnTo>
                  <a:pt x="4147627" y="63642"/>
                </a:lnTo>
                <a:lnTo>
                  <a:pt x="4169726" y="106314"/>
                </a:lnTo>
                <a:lnTo>
                  <a:pt x="4177665" y="155448"/>
                </a:lnTo>
                <a:lnTo>
                  <a:pt x="4177665" y="2930779"/>
                </a:lnTo>
                <a:lnTo>
                  <a:pt x="4169726" y="2979973"/>
                </a:lnTo>
                <a:lnTo>
                  <a:pt x="4147627" y="3022679"/>
                </a:lnTo>
                <a:lnTo>
                  <a:pt x="4113940" y="3056345"/>
                </a:lnTo>
                <a:lnTo>
                  <a:pt x="4071236" y="3078416"/>
                </a:lnTo>
                <a:lnTo>
                  <a:pt x="4022090" y="3086341"/>
                </a:lnTo>
                <a:lnTo>
                  <a:pt x="155448" y="3086341"/>
                </a:lnTo>
                <a:lnTo>
                  <a:pt x="106314" y="3078416"/>
                </a:lnTo>
                <a:lnTo>
                  <a:pt x="63642" y="3056345"/>
                </a:lnTo>
                <a:lnTo>
                  <a:pt x="29992" y="3022679"/>
                </a:lnTo>
                <a:lnTo>
                  <a:pt x="7924" y="2979973"/>
                </a:lnTo>
                <a:lnTo>
                  <a:pt x="0" y="2930779"/>
                </a:lnTo>
                <a:lnTo>
                  <a:pt x="0" y="155448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10192257" y="6027165"/>
            <a:ext cx="2110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Stream</a:t>
            </a:r>
            <a:r>
              <a:rPr dirty="0" sz="1400" spc="-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Analytics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9566147" y="2694558"/>
            <a:ext cx="6240145" cy="6006465"/>
            <a:chOff x="9566147" y="2694558"/>
            <a:chExt cx="6240145" cy="6006465"/>
          </a:xfrm>
        </p:grpSpPr>
        <p:pic>
          <p:nvPicPr>
            <p:cNvPr id="57" name="object 5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50977" y="7860918"/>
              <a:ext cx="715047" cy="772251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71794" y="6572347"/>
              <a:ext cx="380193" cy="380193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92511" y="6864895"/>
              <a:ext cx="437222" cy="437222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66147" y="6780885"/>
              <a:ext cx="648995" cy="648995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77421" y="6597912"/>
              <a:ext cx="827495" cy="751217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55463" y="6555625"/>
              <a:ext cx="703118" cy="771174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813279" y="7768977"/>
              <a:ext cx="731520" cy="731520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351511" y="8093227"/>
              <a:ext cx="607783" cy="607796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13302742" y="2694558"/>
              <a:ext cx="2503805" cy="5573395"/>
            </a:xfrm>
            <a:custGeom>
              <a:avLst/>
              <a:gdLst/>
              <a:ahLst/>
              <a:cxnLst/>
              <a:rect l="l" t="t" r="r" b="b"/>
              <a:pathLst>
                <a:path w="2503805" h="5573395">
                  <a:moveTo>
                    <a:pt x="2503297" y="0"/>
                  </a:moveTo>
                  <a:lnTo>
                    <a:pt x="2297049" y="151003"/>
                  </a:lnTo>
                  <a:lnTo>
                    <a:pt x="2364829" y="185902"/>
                  </a:lnTo>
                  <a:lnTo>
                    <a:pt x="0" y="4782058"/>
                  </a:lnTo>
                  <a:lnTo>
                    <a:pt x="33642" y="4799431"/>
                  </a:lnTo>
                  <a:lnTo>
                    <a:pt x="33820" y="4799609"/>
                  </a:lnTo>
                  <a:lnTo>
                    <a:pt x="23114" y="4836033"/>
                  </a:lnTo>
                  <a:lnTo>
                    <a:pt x="2273262" y="5499773"/>
                  </a:lnTo>
                  <a:lnTo>
                    <a:pt x="2251710" y="5572887"/>
                  </a:lnTo>
                  <a:lnTo>
                    <a:pt x="2503297" y="5527929"/>
                  </a:lnTo>
                  <a:lnTo>
                    <a:pt x="2484628" y="5510530"/>
                  </a:lnTo>
                  <a:lnTo>
                    <a:pt x="2316353" y="5353685"/>
                  </a:lnTo>
                  <a:lnTo>
                    <a:pt x="2294801" y="5426735"/>
                  </a:lnTo>
                  <a:lnTo>
                    <a:pt x="147980" y="4793513"/>
                  </a:lnTo>
                  <a:lnTo>
                    <a:pt x="2306739" y="3899370"/>
                  </a:lnTo>
                  <a:lnTo>
                    <a:pt x="2335911" y="3969766"/>
                  </a:lnTo>
                  <a:lnTo>
                    <a:pt x="2470581" y="3814445"/>
                  </a:lnTo>
                  <a:lnTo>
                    <a:pt x="2503297" y="3776726"/>
                  </a:lnTo>
                  <a:lnTo>
                    <a:pt x="2248408" y="3758565"/>
                  </a:lnTo>
                  <a:lnTo>
                    <a:pt x="2277580" y="3828986"/>
                  </a:lnTo>
                  <a:lnTo>
                    <a:pt x="170484" y="4701781"/>
                  </a:lnTo>
                  <a:lnTo>
                    <a:pt x="2380970" y="2185492"/>
                  </a:lnTo>
                  <a:lnTo>
                    <a:pt x="2438273" y="2235835"/>
                  </a:lnTo>
                  <a:lnTo>
                    <a:pt x="2472271" y="2106549"/>
                  </a:lnTo>
                  <a:lnTo>
                    <a:pt x="2503297" y="1988566"/>
                  </a:lnTo>
                  <a:lnTo>
                    <a:pt x="2266569" y="2084959"/>
                  </a:lnTo>
                  <a:lnTo>
                    <a:pt x="2323782" y="2135238"/>
                  </a:lnTo>
                  <a:lnTo>
                    <a:pt x="208864" y="4542599"/>
                  </a:lnTo>
                  <a:lnTo>
                    <a:pt x="2432608" y="220776"/>
                  </a:lnTo>
                  <a:lnTo>
                    <a:pt x="2500376" y="255651"/>
                  </a:lnTo>
                  <a:lnTo>
                    <a:pt x="2501557" y="152019"/>
                  </a:lnTo>
                  <a:lnTo>
                    <a:pt x="2503297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9391650" y="7483602"/>
            <a:ext cx="1170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Analytics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12014707" y="7389367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7175118" y="6444234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9" name="object 69" descr=""/>
          <p:cNvSpPr/>
          <p:nvPr/>
        </p:nvSpPr>
        <p:spPr>
          <a:xfrm>
            <a:off x="5902452" y="8355330"/>
            <a:ext cx="3163570" cy="485140"/>
          </a:xfrm>
          <a:custGeom>
            <a:avLst/>
            <a:gdLst/>
            <a:ahLst/>
            <a:cxnLst/>
            <a:rect l="l" t="t" r="r" b="b"/>
            <a:pathLst>
              <a:path w="3163570" h="485140">
                <a:moveTo>
                  <a:pt x="121285" y="0"/>
                </a:moveTo>
                <a:lnTo>
                  <a:pt x="0" y="121158"/>
                </a:lnTo>
                <a:lnTo>
                  <a:pt x="60706" y="121158"/>
                </a:lnTo>
                <a:lnTo>
                  <a:pt x="60706" y="484886"/>
                </a:lnTo>
                <a:lnTo>
                  <a:pt x="3163316" y="484886"/>
                </a:lnTo>
                <a:lnTo>
                  <a:pt x="3163316" y="363601"/>
                </a:lnTo>
                <a:lnTo>
                  <a:pt x="181863" y="363601"/>
                </a:lnTo>
                <a:lnTo>
                  <a:pt x="181863" y="121158"/>
                </a:lnTo>
                <a:lnTo>
                  <a:pt x="242443" y="121158"/>
                </a:lnTo>
                <a:lnTo>
                  <a:pt x="12128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 txBox="1"/>
          <p:nvPr/>
        </p:nvSpPr>
        <p:spPr>
          <a:xfrm>
            <a:off x="14145260" y="4761738"/>
            <a:ext cx="4641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4315059" y="5722365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4207489" y="6606920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4196440" y="7671892"/>
            <a:ext cx="5092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77" name="object 7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84" name="object 84" descr=""/>
          <p:cNvSpPr txBox="1"/>
          <p:nvPr/>
        </p:nvSpPr>
        <p:spPr>
          <a:xfrm>
            <a:off x="3160267" y="634606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1563116" y="8158014"/>
            <a:ext cx="50927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7056881" y="8439015"/>
            <a:ext cx="937894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9348978" y="8688951"/>
            <a:ext cx="138112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Reference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Models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1852275" y="8688951"/>
            <a:ext cx="77597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Dashboard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7071593" y="8810872"/>
            <a:ext cx="25400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6137762" y="8852959"/>
            <a:ext cx="39179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591436" y="8932790"/>
            <a:ext cx="50673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Mobile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81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24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25482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Stream</a:t>
            </a:r>
            <a:r>
              <a:rPr dirty="0" spc="-1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Processing</a:t>
            </a:r>
            <a:r>
              <a:rPr dirty="0" spc="-10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Architecture</a:t>
            </a:r>
            <a:r>
              <a:rPr dirty="0" spc="-9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solves</a:t>
            </a:r>
            <a:r>
              <a:rPr dirty="0" spc="-10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Velocity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73100" y="2007870"/>
            <a:ext cx="1835150" cy="3112135"/>
            <a:chOff x="673100" y="2007870"/>
            <a:chExt cx="1835150" cy="311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6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6"/>
              <a:ext cx="169164" cy="169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85800" y="2020570"/>
              <a:ext cx="1809750" cy="3086735"/>
            </a:xfrm>
            <a:custGeom>
              <a:avLst/>
              <a:gdLst/>
              <a:ahLst/>
              <a:cxnLst/>
              <a:rect l="l" t="t" r="r" b="b"/>
              <a:pathLst>
                <a:path w="1809750" h="3086735">
                  <a:moveTo>
                    <a:pt x="0" y="91185"/>
                  </a:moveTo>
                  <a:lnTo>
                    <a:pt x="7164" y="55721"/>
                  </a:lnTo>
                  <a:lnTo>
                    <a:pt x="26703" y="26733"/>
                  </a:lnTo>
                  <a:lnTo>
                    <a:pt x="55683" y="7175"/>
                  </a:lnTo>
                  <a:lnTo>
                    <a:pt x="91173" y="0"/>
                  </a:lnTo>
                  <a:lnTo>
                    <a:pt x="1718183" y="0"/>
                  </a:lnTo>
                  <a:lnTo>
                    <a:pt x="1753701" y="7175"/>
                  </a:lnTo>
                  <a:lnTo>
                    <a:pt x="1782683" y="26733"/>
                  </a:lnTo>
                  <a:lnTo>
                    <a:pt x="1802211" y="55721"/>
                  </a:lnTo>
                  <a:lnTo>
                    <a:pt x="1809369" y="91185"/>
                  </a:lnTo>
                  <a:lnTo>
                    <a:pt x="1809369" y="2995294"/>
                  </a:lnTo>
                  <a:lnTo>
                    <a:pt x="1802211" y="3030739"/>
                  </a:lnTo>
                  <a:lnTo>
                    <a:pt x="1782683" y="3059684"/>
                  </a:lnTo>
                  <a:lnTo>
                    <a:pt x="1753701" y="3079198"/>
                  </a:lnTo>
                  <a:lnTo>
                    <a:pt x="1718183" y="3086354"/>
                  </a:lnTo>
                  <a:lnTo>
                    <a:pt x="91173" y="3086354"/>
                  </a:lnTo>
                  <a:lnTo>
                    <a:pt x="55683" y="3079198"/>
                  </a:lnTo>
                  <a:lnTo>
                    <a:pt x="26703" y="3059683"/>
                  </a:lnTo>
                  <a:lnTo>
                    <a:pt x="7164" y="3030739"/>
                  </a:lnTo>
                  <a:lnTo>
                    <a:pt x="0" y="2995294"/>
                  </a:lnTo>
                  <a:lnTo>
                    <a:pt x="0" y="9118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46480" y="2077593"/>
            <a:ext cx="1087120" cy="855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1400">
              <a:latin typeface="Malgun Gothic"/>
              <a:cs typeface="Malgun Gothic"/>
            </a:endParaRPr>
          </a:p>
          <a:p>
            <a:pPr marL="635635">
              <a:lnSpc>
                <a:spcPct val="100000"/>
              </a:lnSpc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73100" y="2694685"/>
            <a:ext cx="15133319" cy="6927215"/>
            <a:chOff x="673100" y="2694685"/>
            <a:chExt cx="15133319" cy="692721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" y="6605040"/>
              <a:ext cx="559067" cy="54941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295" y="7319575"/>
              <a:ext cx="737612" cy="57476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421" y="5912110"/>
              <a:ext cx="591259" cy="59125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8157" y="3388867"/>
              <a:ext cx="608479" cy="65715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930" y="8096559"/>
              <a:ext cx="553623" cy="55362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8100" y="8853258"/>
              <a:ext cx="582110" cy="512897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302742" y="2694685"/>
              <a:ext cx="2503805" cy="5572760"/>
            </a:xfrm>
            <a:custGeom>
              <a:avLst/>
              <a:gdLst/>
              <a:ahLst/>
              <a:cxnLst/>
              <a:rect l="l" t="t" r="r" b="b"/>
              <a:pathLst>
                <a:path w="2503805" h="5572759">
                  <a:moveTo>
                    <a:pt x="2503424" y="0"/>
                  </a:moveTo>
                  <a:lnTo>
                    <a:pt x="2297176" y="151003"/>
                  </a:lnTo>
                  <a:lnTo>
                    <a:pt x="2364968" y="185864"/>
                  </a:lnTo>
                  <a:lnTo>
                    <a:pt x="0" y="4781931"/>
                  </a:lnTo>
                  <a:lnTo>
                    <a:pt x="33642" y="4799304"/>
                  </a:lnTo>
                  <a:lnTo>
                    <a:pt x="33820" y="4799482"/>
                  </a:lnTo>
                  <a:lnTo>
                    <a:pt x="23114" y="4835906"/>
                  </a:lnTo>
                  <a:lnTo>
                    <a:pt x="2273363" y="5499735"/>
                  </a:lnTo>
                  <a:lnTo>
                    <a:pt x="2251837" y="5572760"/>
                  </a:lnTo>
                  <a:lnTo>
                    <a:pt x="2503424" y="5527802"/>
                  </a:lnTo>
                  <a:lnTo>
                    <a:pt x="2484882" y="5510530"/>
                  </a:lnTo>
                  <a:lnTo>
                    <a:pt x="2316480" y="5353558"/>
                  </a:lnTo>
                  <a:lnTo>
                    <a:pt x="2294928" y="5426608"/>
                  </a:lnTo>
                  <a:lnTo>
                    <a:pt x="147980" y="4793386"/>
                  </a:lnTo>
                  <a:lnTo>
                    <a:pt x="2306866" y="3899116"/>
                  </a:lnTo>
                  <a:lnTo>
                    <a:pt x="2336038" y="3969512"/>
                  </a:lnTo>
                  <a:lnTo>
                    <a:pt x="2470823" y="3814064"/>
                  </a:lnTo>
                  <a:lnTo>
                    <a:pt x="2503424" y="3776472"/>
                  </a:lnTo>
                  <a:lnTo>
                    <a:pt x="2248535" y="3758311"/>
                  </a:lnTo>
                  <a:lnTo>
                    <a:pt x="2277681" y="3828669"/>
                  </a:lnTo>
                  <a:lnTo>
                    <a:pt x="170510" y="4701641"/>
                  </a:lnTo>
                  <a:lnTo>
                    <a:pt x="2381224" y="2185352"/>
                  </a:lnTo>
                  <a:lnTo>
                    <a:pt x="2438400" y="2235581"/>
                  </a:lnTo>
                  <a:lnTo>
                    <a:pt x="2472372" y="2106422"/>
                  </a:lnTo>
                  <a:lnTo>
                    <a:pt x="2503424" y="1988439"/>
                  </a:lnTo>
                  <a:lnTo>
                    <a:pt x="2266696" y="2084705"/>
                  </a:lnTo>
                  <a:lnTo>
                    <a:pt x="2323973" y="2135047"/>
                  </a:lnTo>
                  <a:lnTo>
                    <a:pt x="208876" y="4542472"/>
                  </a:lnTo>
                  <a:lnTo>
                    <a:pt x="2432761" y="220713"/>
                  </a:lnTo>
                  <a:lnTo>
                    <a:pt x="2500503" y="255524"/>
                  </a:lnTo>
                  <a:lnTo>
                    <a:pt x="2501684" y="152019"/>
                  </a:lnTo>
                  <a:lnTo>
                    <a:pt x="2503424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85800" y="5483605"/>
              <a:ext cx="1828800" cy="4125595"/>
            </a:xfrm>
            <a:custGeom>
              <a:avLst/>
              <a:gdLst/>
              <a:ahLst/>
              <a:cxnLst/>
              <a:rect l="l" t="t" r="r" b="b"/>
              <a:pathLst>
                <a:path w="1828800" h="4125595">
                  <a:moveTo>
                    <a:pt x="0" y="92202"/>
                  </a:moveTo>
                  <a:lnTo>
                    <a:pt x="7242" y="56310"/>
                  </a:lnTo>
                  <a:lnTo>
                    <a:pt x="26992" y="27003"/>
                  </a:lnTo>
                  <a:lnTo>
                    <a:pt x="56283" y="7244"/>
                  </a:lnTo>
                  <a:lnTo>
                    <a:pt x="92151" y="0"/>
                  </a:lnTo>
                  <a:lnTo>
                    <a:pt x="1736598" y="0"/>
                  </a:lnTo>
                  <a:lnTo>
                    <a:pt x="1772489" y="7244"/>
                  </a:lnTo>
                  <a:lnTo>
                    <a:pt x="1801796" y="27003"/>
                  </a:lnTo>
                  <a:lnTo>
                    <a:pt x="1821555" y="56310"/>
                  </a:lnTo>
                  <a:lnTo>
                    <a:pt x="1828800" y="92202"/>
                  </a:lnTo>
                  <a:lnTo>
                    <a:pt x="1828800" y="4033151"/>
                  </a:lnTo>
                  <a:lnTo>
                    <a:pt x="1821555" y="4069019"/>
                  </a:lnTo>
                  <a:lnTo>
                    <a:pt x="1801796" y="4098310"/>
                  </a:lnTo>
                  <a:lnTo>
                    <a:pt x="1772489" y="4118060"/>
                  </a:lnTo>
                  <a:lnTo>
                    <a:pt x="1736598" y="4125302"/>
                  </a:lnTo>
                  <a:lnTo>
                    <a:pt x="92151" y="4125302"/>
                  </a:lnTo>
                  <a:lnTo>
                    <a:pt x="56283" y="4118060"/>
                  </a:lnTo>
                  <a:lnTo>
                    <a:pt x="26992" y="4098310"/>
                  </a:lnTo>
                  <a:lnTo>
                    <a:pt x="7242" y="4069019"/>
                  </a:lnTo>
                  <a:lnTo>
                    <a:pt x="0" y="4033151"/>
                  </a:lnTo>
                  <a:lnTo>
                    <a:pt x="0" y="9220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1022400" y="5541390"/>
            <a:ext cx="1153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678685" y="6225032"/>
            <a:ext cx="61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IoT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17091" y="7524699"/>
            <a:ext cx="610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Location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49653" y="6777990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Telemetry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5034534" y="6194297"/>
            <a:ext cx="1828800" cy="2028189"/>
          </a:xfrm>
          <a:custGeom>
            <a:avLst/>
            <a:gdLst/>
            <a:ahLst/>
            <a:cxnLst/>
            <a:rect l="l" t="t" r="r" b="b"/>
            <a:pathLst>
              <a:path w="1828800" h="2028190">
                <a:moveTo>
                  <a:pt x="0" y="92075"/>
                </a:moveTo>
                <a:lnTo>
                  <a:pt x="7244" y="56203"/>
                </a:lnTo>
                <a:lnTo>
                  <a:pt x="27003" y="26939"/>
                </a:lnTo>
                <a:lnTo>
                  <a:pt x="56310" y="7225"/>
                </a:lnTo>
                <a:lnTo>
                  <a:pt x="92201" y="0"/>
                </a:lnTo>
                <a:lnTo>
                  <a:pt x="1736724" y="0"/>
                </a:lnTo>
                <a:lnTo>
                  <a:pt x="1772596" y="7225"/>
                </a:lnTo>
                <a:lnTo>
                  <a:pt x="1801860" y="26939"/>
                </a:lnTo>
                <a:lnTo>
                  <a:pt x="1821574" y="56203"/>
                </a:lnTo>
                <a:lnTo>
                  <a:pt x="1828799" y="92075"/>
                </a:lnTo>
                <a:lnTo>
                  <a:pt x="1828799" y="1935988"/>
                </a:lnTo>
                <a:lnTo>
                  <a:pt x="1821574" y="1971879"/>
                </a:lnTo>
                <a:lnTo>
                  <a:pt x="1801860" y="2001186"/>
                </a:lnTo>
                <a:lnTo>
                  <a:pt x="1772596" y="2020945"/>
                </a:lnTo>
                <a:lnTo>
                  <a:pt x="1736724" y="2028189"/>
                </a:lnTo>
                <a:lnTo>
                  <a:pt x="92201" y="2028189"/>
                </a:lnTo>
                <a:lnTo>
                  <a:pt x="56310" y="2020945"/>
                </a:lnTo>
                <a:lnTo>
                  <a:pt x="27003" y="2001186"/>
                </a:lnTo>
                <a:lnTo>
                  <a:pt x="7244" y="1971879"/>
                </a:lnTo>
                <a:lnTo>
                  <a:pt x="0" y="1935988"/>
                </a:lnTo>
                <a:lnTo>
                  <a:pt x="0" y="9207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5516371" y="6252209"/>
            <a:ext cx="866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Hub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933183" y="6606158"/>
            <a:ext cx="2137410" cy="281940"/>
          </a:xfrm>
          <a:custGeom>
            <a:avLst/>
            <a:gdLst/>
            <a:ahLst/>
            <a:cxnLst/>
            <a:rect l="l" t="t" r="r" b="b"/>
            <a:pathLst>
              <a:path w="2137409" h="281940">
                <a:moveTo>
                  <a:pt x="1996186" y="0"/>
                </a:moveTo>
                <a:lnTo>
                  <a:pt x="1996186" y="70357"/>
                </a:lnTo>
                <a:lnTo>
                  <a:pt x="0" y="70357"/>
                </a:lnTo>
                <a:lnTo>
                  <a:pt x="0" y="211200"/>
                </a:lnTo>
                <a:lnTo>
                  <a:pt x="1996186" y="211200"/>
                </a:lnTo>
                <a:lnTo>
                  <a:pt x="1996186" y="281558"/>
                </a:lnTo>
                <a:lnTo>
                  <a:pt x="2137029" y="140715"/>
                </a:lnTo>
                <a:lnTo>
                  <a:pt x="199618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5204205" y="5938265"/>
            <a:ext cx="8145145" cy="3112135"/>
            <a:chOff x="5204205" y="5938265"/>
            <a:chExt cx="8145145" cy="3112135"/>
          </a:xfrm>
        </p:grpSpPr>
        <p:sp>
          <p:nvSpPr>
            <p:cNvPr id="38" name="object 38" descr=""/>
            <p:cNvSpPr/>
            <p:nvPr/>
          </p:nvSpPr>
          <p:spPr>
            <a:xfrm>
              <a:off x="5216905" y="6976490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8003" y="0"/>
                  </a:moveTo>
                  <a:lnTo>
                    <a:pt x="39751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278003" y="525780"/>
                  </a:lnTo>
                  <a:lnTo>
                    <a:pt x="267429" y="516387"/>
                  </a:ln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67429" y="9392"/>
                  </a:lnTo>
                  <a:lnTo>
                    <a:pt x="2780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455157" y="6976490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216905" y="6976490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8003" y="525780"/>
                  </a:moveTo>
                  <a:lnTo>
                    <a:pt x="257932" y="489881"/>
                  </a:lnTo>
                  <a:lnTo>
                    <a:pt x="249888" y="448770"/>
                  </a:lnTo>
                  <a:lnTo>
                    <a:pt x="243675" y="395562"/>
                  </a:lnTo>
                  <a:lnTo>
                    <a:pt x="239670" y="332766"/>
                  </a:lnTo>
                  <a:lnTo>
                    <a:pt x="238252" y="262890"/>
                  </a:lnTo>
                  <a:lnTo>
                    <a:pt x="239670" y="193013"/>
                  </a:lnTo>
                  <a:lnTo>
                    <a:pt x="243675" y="130217"/>
                  </a:lnTo>
                  <a:lnTo>
                    <a:pt x="249888" y="77009"/>
                  </a:lnTo>
                  <a:lnTo>
                    <a:pt x="257932" y="35898"/>
                  </a:lnTo>
                  <a:lnTo>
                    <a:pt x="278003" y="0"/>
                  </a:lnTo>
                  <a:lnTo>
                    <a:pt x="288522" y="9392"/>
                  </a:lnTo>
                  <a:lnTo>
                    <a:pt x="306006" y="77009"/>
                  </a:lnTo>
                  <a:lnTo>
                    <a:pt x="312208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8" y="395562"/>
                  </a:lnTo>
                  <a:lnTo>
                    <a:pt x="306006" y="448770"/>
                  </a:lnTo>
                  <a:lnTo>
                    <a:pt x="297984" y="489881"/>
                  </a:lnTo>
                  <a:lnTo>
                    <a:pt x="278003" y="525780"/>
                  </a:lnTo>
                  <a:lnTo>
                    <a:pt x="39751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1" y="0"/>
                  </a:lnTo>
                  <a:lnTo>
                    <a:pt x="278003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499861" y="6976490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737986" y="6976490"/>
              <a:ext cx="79375" cy="525780"/>
            </a:xfrm>
            <a:custGeom>
              <a:avLst/>
              <a:gdLst/>
              <a:ahLst/>
              <a:cxnLst/>
              <a:rect l="l" t="t" r="r" b="b"/>
              <a:pathLst>
                <a:path w="79375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270" y="516387"/>
                  </a:lnTo>
                  <a:lnTo>
                    <a:pt x="67754" y="448770"/>
                  </a:lnTo>
                  <a:lnTo>
                    <a:pt x="73956" y="395562"/>
                  </a:lnTo>
                  <a:lnTo>
                    <a:pt x="77956" y="332766"/>
                  </a:lnTo>
                  <a:lnTo>
                    <a:pt x="79375" y="262890"/>
                  </a:lnTo>
                  <a:lnTo>
                    <a:pt x="77956" y="193013"/>
                  </a:lnTo>
                  <a:lnTo>
                    <a:pt x="73956" y="130217"/>
                  </a:lnTo>
                  <a:lnTo>
                    <a:pt x="67754" y="77009"/>
                  </a:lnTo>
                  <a:lnTo>
                    <a:pt x="59732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499861" y="6976490"/>
              <a:ext cx="317500" cy="525780"/>
            </a:xfrm>
            <a:custGeom>
              <a:avLst/>
              <a:gdLst/>
              <a:ahLst/>
              <a:cxnLst/>
              <a:rect l="l" t="t" r="r" b="b"/>
              <a:pathLst>
                <a:path w="317500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395" y="9392"/>
                  </a:lnTo>
                  <a:lnTo>
                    <a:pt x="305879" y="77009"/>
                  </a:lnTo>
                  <a:lnTo>
                    <a:pt x="312081" y="130217"/>
                  </a:lnTo>
                  <a:lnTo>
                    <a:pt x="316081" y="193013"/>
                  </a:lnTo>
                  <a:lnTo>
                    <a:pt x="317500" y="262890"/>
                  </a:lnTo>
                  <a:lnTo>
                    <a:pt x="316081" y="332766"/>
                  </a:lnTo>
                  <a:lnTo>
                    <a:pt x="312081" y="395562"/>
                  </a:lnTo>
                  <a:lnTo>
                    <a:pt x="305879" y="448770"/>
                  </a:lnTo>
                  <a:lnTo>
                    <a:pt x="297857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782690" y="6976490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5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5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020816" y="6976490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782690" y="6976490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5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5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6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5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061455" y="6976490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624" y="0"/>
                  </a:lnTo>
                  <a:lnTo>
                    <a:pt x="29104" y="9392"/>
                  </a:lnTo>
                  <a:lnTo>
                    <a:pt x="11620" y="77009"/>
                  </a:lnTo>
                  <a:lnTo>
                    <a:pt x="5418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18" y="395562"/>
                  </a:lnTo>
                  <a:lnTo>
                    <a:pt x="11620" y="448770"/>
                  </a:lnTo>
                  <a:lnTo>
                    <a:pt x="19642" y="489881"/>
                  </a:lnTo>
                  <a:lnTo>
                    <a:pt x="39624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299580" y="6976490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10" h="525779">
                  <a:moveTo>
                    <a:pt x="39751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1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2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1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061455" y="6976490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5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624" y="525780"/>
                  </a:lnTo>
                  <a:lnTo>
                    <a:pt x="19642" y="489881"/>
                  </a:lnTo>
                  <a:lnTo>
                    <a:pt x="11620" y="448770"/>
                  </a:lnTo>
                  <a:lnTo>
                    <a:pt x="5418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18" y="130217"/>
                  </a:lnTo>
                  <a:lnTo>
                    <a:pt x="11620" y="77009"/>
                  </a:lnTo>
                  <a:lnTo>
                    <a:pt x="19642" y="35898"/>
                  </a:lnTo>
                  <a:lnTo>
                    <a:pt x="39624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346063" y="6976490"/>
              <a:ext cx="278130" cy="525780"/>
            </a:xfrm>
            <a:custGeom>
              <a:avLst/>
              <a:gdLst/>
              <a:ahLst/>
              <a:cxnLst/>
              <a:rect l="l" t="t" r="r" b="b"/>
              <a:pathLst>
                <a:path w="278129" h="525779">
                  <a:moveTo>
                    <a:pt x="277876" y="0"/>
                  </a:moveTo>
                  <a:lnTo>
                    <a:pt x="39750" y="0"/>
                  </a:lnTo>
                  <a:lnTo>
                    <a:pt x="29177" y="9392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277876" y="525780"/>
                  </a:lnTo>
                  <a:lnTo>
                    <a:pt x="267302" y="516387"/>
                  </a:ln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67302" y="9392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584188" y="6976490"/>
              <a:ext cx="80010" cy="525780"/>
            </a:xfrm>
            <a:custGeom>
              <a:avLst/>
              <a:gdLst/>
              <a:ahLst/>
              <a:cxnLst/>
              <a:rect l="l" t="t" r="r" b="b"/>
              <a:pathLst>
                <a:path w="80009" h="525779">
                  <a:moveTo>
                    <a:pt x="39750" y="0"/>
                  </a:moveTo>
                  <a:lnTo>
                    <a:pt x="19680" y="35898"/>
                  </a:lnTo>
                  <a:lnTo>
                    <a:pt x="11636" y="77009"/>
                  </a:lnTo>
                  <a:lnTo>
                    <a:pt x="5423" y="130217"/>
                  </a:lnTo>
                  <a:lnTo>
                    <a:pt x="1418" y="193013"/>
                  </a:lnTo>
                  <a:lnTo>
                    <a:pt x="0" y="262890"/>
                  </a:lnTo>
                  <a:lnTo>
                    <a:pt x="1418" y="332766"/>
                  </a:lnTo>
                  <a:lnTo>
                    <a:pt x="5423" y="395562"/>
                  </a:lnTo>
                  <a:lnTo>
                    <a:pt x="11636" y="448770"/>
                  </a:lnTo>
                  <a:lnTo>
                    <a:pt x="19680" y="489881"/>
                  </a:lnTo>
                  <a:lnTo>
                    <a:pt x="39750" y="525780"/>
                  </a:lnTo>
                  <a:lnTo>
                    <a:pt x="50324" y="516387"/>
                  </a:lnTo>
                  <a:lnTo>
                    <a:pt x="67865" y="448770"/>
                  </a:lnTo>
                  <a:lnTo>
                    <a:pt x="74078" y="395562"/>
                  </a:lnTo>
                  <a:lnTo>
                    <a:pt x="78083" y="332766"/>
                  </a:lnTo>
                  <a:lnTo>
                    <a:pt x="79501" y="262890"/>
                  </a:lnTo>
                  <a:lnTo>
                    <a:pt x="78083" y="193013"/>
                  </a:lnTo>
                  <a:lnTo>
                    <a:pt x="74078" y="130217"/>
                  </a:lnTo>
                  <a:lnTo>
                    <a:pt x="67865" y="77009"/>
                  </a:lnTo>
                  <a:lnTo>
                    <a:pt x="59821" y="35898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346063" y="6976490"/>
              <a:ext cx="318135" cy="525780"/>
            </a:xfrm>
            <a:custGeom>
              <a:avLst/>
              <a:gdLst/>
              <a:ahLst/>
              <a:cxnLst/>
              <a:rect l="l" t="t" r="r" b="b"/>
              <a:pathLst>
                <a:path w="318134" h="525779">
                  <a:moveTo>
                    <a:pt x="277876" y="525780"/>
                  </a:moveTo>
                  <a:lnTo>
                    <a:pt x="257805" y="489881"/>
                  </a:lnTo>
                  <a:lnTo>
                    <a:pt x="249761" y="448770"/>
                  </a:lnTo>
                  <a:lnTo>
                    <a:pt x="243548" y="395562"/>
                  </a:lnTo>
                  <a:lnTo>
                    <a:pt x="239543" y="332766"/>
                  </a:lnTo>
                  <a:lnTo>
                    <a:pt x="238125" y="262890"/>
                  </a:lnTo>
                  <a:lnTo>
                    <a:pt x="239543" y="193013"/>
                  </a:lnTo>
                  <a:lnTo>
                    <a:pt x="243548" y="130217"/>
                  </a:lnTo>
                  <a:lnTo>
                    <a:pt x="249761" y="77009"/>
                  </a:lnTo>
                  <a:lnTo>
                    <a:pt x="257805" y="35898"/>
                  </a:lnTo>
                  <a:lnTo>
                    <a:pt x="277876" y="0"/>
                  </a:lnTo>
                  <a:lnTo>
                    <a:pt x="288449" y="9392"/>
                  </a:lnTo>
                  <a:lnTo>
                    <a:pt x="305990" y="77009"/>
                  </a:lnTo>
                  <a:lnTo>
                    <a:pt x="312203" y="130217"/>
                  </a:lnTo>
                  <a:lnTo>
                    <a:pt x="316208" y="193013"/>
                  </a:lnTo>
                  <a:lnTo>
                    <a:pt x="317627" y="262890"/>
                  </a:lnTo>
                  <a:lnTo>
                    <a:pt x="316208" y="332766"/>
                  </a:lnTo>
                  <a:lnTo>
                    <a:pt x="312203" y="395562"/>
                  </a:lnTo>
                  <a:lnTo>
                    <a:pt x="305990" y="448770"/>
                  </a:lnTo>
                  <a:lnTo>
                    <a:pt x="297946" y="489881"/>
                  </a:lnTo>
                  <a:lnTo>
                    <a:pt x="277876" y="525780"/>
                  </a:lnTo>
                  <a:lnTo>
                    <a:pt x="39750" y="525780"/>
                  </a:lnTo>
                  <a:lnTo>
                    <a:pt x="19680" y="489881"/>
                  </a:lnTo>
                  <a:lnTo>
                    <a:pt x="11636" y="448770"/>
                  </a:lnTo>
                  <a:lnTo>
                    <a:pt x="5423" y="395562"/>
                  </a:lnTo>
                  <a:lnTo>
                    <a:pt x="1418" y="332766"/>
                  </a:lnTo>
                  <a:lnTo>
                    <a:pt x="0" y="262890"/>
                  </a:lnTo>
                  <a:lnTo>
                    <a:pt x="1418" y="193013"/>
                  </a:lnTo>
                  <a:lnTo>
                    <a:pt x="5423" y="130217"/>
                  </a:lnTo>
                  <a:lnTo>
                    <a:pt x="11636" y="77009"/>
                  </a:lnTo>
                  <a:lnTo>
                    <a:pt x="19680" y="35898"/>
                  </a:lnTo>
                  <a:lnTo>
                    <a:pt x="39750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158985" y="5950965"/>
              <a:ext cx="4177665" cy="3086735"/>
            </a:xfrm>
            <a:custGeom>
              <a:avLst/>
              <a:gdLst/>
              <a:ahLst/>
              <a:cxnLst/>
              <a:rect l="l" t="t" r="r" b="b"/>
              <a:pathLst>
                <a:path w="4177665" h="3086734">
                  <a:moveTo>
                    <a:pt x="0" y="155448"/>
                  </a:moveTo>
                  <a:lnTo>
                    <a:pt x="7924" y="106314"/>
                  </a:lnTo>
                  <a:lnTo>
                    <a:pt x="29992" y="63642"/>
                  </a:lnTo>
                  <a:lnTo>
                    <a:pt x="63642" y="29992"/>
                  </a:lnTo>
                  <a:lnTo>
                    <a:pt x="106314" y="7924"/>
                  </a:lnTo>
                  <a:lnTo>
                    <a:pt x="155448" y="0"/>
                  </a:lnTo>
                  <a:lnTo>
                    <a:pt x="4022090" y="0"/>
                  </a:lnTo>
                  <a:lnTo>
                    <a:pt x="4071236" y="7924"/>
                  </a:lnTo>
                  <a:lnTo>
                    <a:pt x="4113940" y="29992"/>
                  </a:lnTo>
                  <a:lnTo>
                    <a:pt x="4147627" y="63642"/>
                  </a:lnTo>
                  <a:lnTo>
                    <a:pt x="4169726" y="106314"/>
                  </a:lnTo>
                  <a:lnTo>
                    <a:pt x="4177665" y="155448"/>
                  </a:lnTo>
                  <a:lnTo>
                    <a:pt x="4177665" y="2930779"/>
                  </a:lnTo>
                  <a:lnTo>
                    <a:pt x="4169726" y="2979973"/>
                  </a:lnTo>
                  <a:lnTo>
                    <a:pt x="4147627" y="3022679"/>
                  </a:lnTo>
                  <a:lnTo>
                    <a:pt x="4113940" y="3056345"/>
                  </a:lnTo>
                  <a:lnTo>
                    <a:pt x="4071236" y="3078416"/>
                  </a:lnTo>
                  <a:lnTo>
                    <a:pt x="4022090" y="3086341"/>
                  </a:lnTo>
                  <a:lnTo>
                    <a:pt x="155448" y="3086341"/>
                  </a:lnTo>
                  <a:lnTo>
                    <a:pt x="106314" y="3078416"/>
                  </a:lnTo>
                  <a:lnTo>
                    <a:pt x="63642" y="3056345"/>
                  </a:lnTo>
                  <a:lnTo>
                    <a:pt x="29992" y="3022679"/>
                  </a:lnTo>
                  <a:lnTo>
                    <a:pt x="7924" y="2979973"/>
                  </a:lnTo>
                  <a:lnTo>
                    <a:pt x="0" y="2930779"/>
                  </a:lnTo>
                  <a:lnTo>
                    <a:pt x="0" y="15544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0192257" y="6027165"/>
            <a:ext cx="2110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Stream</a:t>
            </a:r>
            <a:r>
              <a:rPr dirty="0" sz="1400" spc="-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Analytics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696734" y="4995036"/>
            <a:ext cx="13977619" cy="3706495"/>
            <a:chOff x="696734" y="4995036"/>
            <a:chExt cx="13977619" cy="3706495"/>
          </a:xfrm>
        </p:grpSpPr>
        <p:pic>
          <p:nvPicPr>
            <p:cNvPr id="56" name="object 5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50978" y="7860919"/>
              <a:ext cx="715047" cy="772251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71795" y="6572347"/>
              <a:ext cx="380193" cy="380193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92511" y="6864896"/>
              <a:ext cx="437222" cy="437222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66148" y="6780885"/>
              <a:ext cx="648995" cy="648995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77422" y="6597912"/>
              <a:ext cx="827495" cy="751217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55464" y="6555625"/>
              <a:ext cx="703118" cy="771174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813279" y="7768976"/>
              <a:ext cx="731520" cy="731520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351511" y="8093227"/>
              <a:ext cx="607783" cy="607796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696734" y="4995036"/>
              <a:ext cx="13977619" cy="608965"/>
            </a:xfrm>
            <a:custGeom>
              <a:avLst/>
              <a:gdLst/>
              <a:ahLst/>
              <a:cxnLst/>
              <a:rect l="l" t="t" r="r" b="b"/>
              <a:pathLst>
                <a:path w="13977619" h="608964">
                  <a:moveTo>
                    <a:pt x="13368007" y="0"/>
                  </a:moveTo>
                  <a:lnTo>
                    <a:pt x="13368007" y="152273"/>
                  </a:lnTo>
                  <a:lnTo>
                    <a:pt x="0" y="152273"/>
                  </a:lnTo>
                  <a:lnTo>
                    <a:pt x="0" y="456564"/>
                  </a:lnTo>
                  <a:lnTo>
                    <a:pt x="13368007" y="456564"/>
                  </a:lnTo>
                  <a:lnTo>
                    <a:pt x="13368007" y="608838"/>
                  </a:lnTo>
                  <a:lnTo>
                    <a:pt x="13977226" y="304418"/>
                  </a:lnTo>
                  <a:lnTo>
                    <a:pt x="1336800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9391650" y="7483602"/>
            <a:ext cx="1170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Analytics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2014707" y="7389367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175118" y="6444234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8" name="object 68" descr=""/>
          <p:cNvSpPr/>
          <p:nvPr/>
        </p:nvSpPr>
        <p:spPr>
          <a:xfrm>
            <a:off x="5902452" y="8355330"/>
            <a:ext cx="3163570" cy="485140"/>
          </a:xfrm>
          <a:custGeom>
            <a:avLst/>
            <a:gdLst/>
            <a:ahLst/>
            <a:cxnLst/>
            <a:rect l="l" t="t" r="r" b="b"/>
            <a:pathLst>
              <a:path w="3163570" h="485140">
                <a:moveTo>
                  <a:pt x="121285" y="0"/>
                </a:moveTo>
                <a:lnTo>
                  <a:pt x="0" y="121158"/>
                </a:lnTo>
                <a:lnTo>
                  <a:pt x="60706" y="121158"/>
                </a:lnTo>
                <a:lnTo>
                  <a:pt x="60706" y="484886"/>
                </a:lnTo>
                <a:lnTo>
                  <a:pt x="3163316" y="484886"/>
                </a:lnTo>
                <a:lnTo>
                  <a:pt x="3163316" y="363601"/>
                </a:lnTo>
                <a:lnTo>
                  <a:pt x="181863" y="363601"/>
                </a:lnTo>
                <a:lnTo>
                  <a:pt x="181863" y="121158"/>
                </a:lnTo>
                <a:lnTo>
                  <a:pt x="242443" y="121158"/>
                </a:lnTo>
                <a:lnTo>
                  <a:pt x="12128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 txBox="1"/>
          <p:nvPr/>
        </p:nvSpPr>
        <p:spPr>
          <a:xfrm>
            <a:off x="6308597" y="5177789"/>
            <a:ext cx="244983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FFFFFF"/>
                </a:solidFill>
                <a:latin typeface="Malgun Gothic"/>
                <a:cs typeface="Malgun Gothic"/>
              </a:rPr>
              <a:t>Low(est)</a:t>
            </a:r>
            <a:r>
              <a:rPr dirty="0" sz="1400" spc="-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FFFFFF"/>
                </a:solidFill>
                <a:latin typeface="Malgun Gothic"/>
                <a:cs typeface="Malgun Gothic"/>
              </a:rPr>
              <a:t>Latency,</a:t>
            </a:r>
            <a:r>
              <a:rPr dirty="0" sz="1400" spc="-3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FFFFFF"/>
                </a:solidFill>
                <a:latin typeface="Malgun Gothic"/>
                <a:cs typeface="Malgun Gothic"/>
              </a:rPr>
              <a:t>no</a:t>
            </a:r>
            <a:r>
              <a:rPr dirty="0" sz="1400" spc="-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Malgun Gothic"/>
                <a:cs typeface="Malgun Gothic"/>
              </a:rPr>
              <a:t>History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14145260" y="4761738"/>
            <a:ext cx="4641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4315059" y="5722365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4207489" y="6606920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4196440" y="7671892"/>
            <a:ext cx="5092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77" name="object 7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84" name="object 84" descr=""/>
          <p:cNvSpPr/>
          <p:nvPr/>
        </p:nvSpPr>
        <p:spPr>
          <a:xfrm>
            <a:off x="2574035" y="6540627"/>
            <a:ext cx="2407920" cy="281940"/>
          </a:xfrm>
          <a:custGeom>
            <a:avLst/>
            <a:gdLst/>
            <a:ahLst/>
            <a:cxnLst/>
            <a:rect l="l" t="t" r="r" b="b"/>
            <a:pathLst>
              <a:path w="2407920" h="281940">
                <a:moveTo>
                  <a:pt x="2266568" y="0"/>
                </a:moveTo>
                <a:lnTo>
                  <a:pt x="2266568" y="70358"/>
                </a:lnTo>
                <a:lnTo>
                  <a:pt x="0" y="70358"/>
                </a:lnTo>
                <a:lnTo>
                  <a:pt x="0" y="211200"/>
                </a:lnTo>
                <a:lnTo>
                  <a:pt x="2266568" y="211200"/>
                </a:lnTo>
                <a:lnTo>
                  <a:pt x="2266568" y="281559"/>
                </a:lnTo>
                <a:lnTo>
                  <a:pt x="2407412" y="140843"/>
                </a:lnTo>
                <a:lnTo>
                  <a:pt x="226656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 txBox="1"/>
          <p:nvPr/>
        </p:nvSpPr>
        <p:spPr>
          <a:xfrm>
            <a:off x="3160267" y="634606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563116" y="8158014"/>
            <a:ext cx="50927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7056881" y="8439015"/>
            <a:ext cx="937894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9348978" y="8688951"/>
            <a:ext cx="138112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Reference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Models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1852275" y="8688951"/>
            <a:ext cx="77597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Dashboard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7071593" y="8810872"/>
            <a:ext cx="25400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6137762" y="8852959"/>
            <a:ext cx="39179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591436" y="8932790"/>
            <a:ext cx="50673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Mobile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81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24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034605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Big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for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all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historical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73100" y="2007870"/>
            <a:ext cx="1835150" cy="3112135"/>
            <a:chOff x="673100" y="2007870"/>
            <a:chExt cx="1835150" cy="311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6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6"/>
              <a:ext cx="169164" cy="169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85800" y="2020570"/>
              <a:ext cx="1809750" cy="3086735"/>
            </a:xfrm>
            <a:custGeom>
              <a:avLst/>
              <a:gdLst/>
              <a:ahLst/>
              <a:cxnLst/>
              <a:rect l="l" t="t" r="r" b="b"/>
              <a:pathLst>
                <a:path w="1809750" h="3086735">
                  <a:moveTo>
                    <a:pt x="0" y="91185"/>
                  </a:moveTo>
                  <a:lnTo>
                    <a:pt x="7164" y="55721"/>
                  </a:lnTo>
                  <a:lnTo>
                    <a:pt x="26703" y="26733"/>
                  </a:lnTo>
                  <a:lnTo>
                    <a:pt x="55683" y="7175"/>
                  </a:lnTo>
                  <a:lnTo>
                    <a:pt x="91173" y="0"/>
                  </a:lnTo>
                  <a:lnTo>
                    <a:pt x="1718183" y="0"/>
                  </a:lnTo>
                  <a:lnTo>
                    <a:pt x="1753701" y="7175"/>
                  </a:lnTo>
                  <a:lnTo>
                    <a:pt x="1782683" y="26733"/>
                  </a:lnTo>
                  <a:lnTo>
                    <a:pt x="1802211" y="55721"/>
                  </a:lnTo>
                  <a:lnTo>
                    <a:pt x="1809369" y="91185"/>
                  </a:lnTo>
                  <a:lnTo>
                    <a:pt x="1809369" y="2995294"/>
                  </a:lnTo>
                  <a:lnTo>
                    <a:pt x="1802211" y="3030739"/>
                  </a:lnTo>
                  <a:lnTo>
                    <a:pt x="1782683" y="3059684"/>
                  </a:lnTo>
                  <a:lnTo>
                    <a:pt x="1753701" y="3079198"/>
                  </a:lnTo>
                  <a:lnTo>
                    <a:pt x="1718183" y="3086354"/>
                  </a:lnTo>
                  <a:lnTo>
                    <a:pt x="91173" y="3086354"/>
                  </a:lnTo>
                  <a:lnTo>
                    <a:pt x="55683" y="3079198"/>
                  </a:lnTo>
                  <a:lnTo>
                    <a:pt x="26703" y="3059683"/>
                  </a:lnTo>
                  <a:lnTo>
                    <a:pt x="7164" y="3030739"/>
                  </a:lnTo>
                  <a:lnTo>
                    <a:pt x="0" y="2995294"/>
                  </a:lnTo>
                  <a:lnTo>
                    <a:pt x="0" y="9118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46480" y="2077593"/>
            <a:ext cx="1087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0050" y="272503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73100" y="5470905"/>
            <a:ext cx="1854200" cy="4150995"/>
            <a:chOff x="673100" y="5470905"/>
            <a:chExt cx="1854200" cy="4150995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" y="6605040"/>
              <a:ext cx="559067" cy="54941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295" y="7319575"/>
              <a:ext cx="737612" cy="57476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421" y="5912110"/>
              <a:ext cx="591259" cy="59125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0930" y="8096559"/>
              <a:ext cx="553623" cy="55362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8100" y="8853258"/>
              <a:ext cx="582110" cy="51289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85800" y="5483605"/>
              <a:ext cx="1828800" cy="4125595"/>
            </a:xfrm>
            <a:custGeom>
              <a:avLst/>
              <a:gdLst/>
              <a:ahLst/>
              <a:cxnLst/>
              <a:rect l="l" t="t" r="r" b="b"/>
              <a:pathLst>
                <a:path w="1828800" h="4125595">
                  <a:moveTo>
                    <a:pt x="0" y="92202"/>
                  </a:moveTo>
                  <a:lnTo>
                    <a:pt x="7242" y="56310"/>
                  </a:lnTo>
                  <a:lnTo>
                    <a:pt x="26992" y="27003"/>
                  </a:lnTo>
                  <a:lnTo>
                    <a:pt x="56283" y="7244"/>
                  </a:lnTo>
                  <a:lnTo>
                    <a:pt x="92151" y="0"/>
                  </a:lnTo>
                  <a:lnTo>
                    <a:pt x="1736598" y="0"/>
                  </a:lnTo>
                  <a:lnTo>
                    <a:pt x="1772489" y="7244"/>
                  </a:lnTo>
                  <a:lnTo>
                    <a:pt x="1801796" y="27003"/>
                  </a:lnTo>
                  <a:lnTo>
                    <a:pt x="1821555" y="56310"/>
                  </a:lnTo>
                  <a:lnTo>
                    <a:pt x="1828800" y="92202"/>
                  </a:lnTo>
                  <a:lnTo>
                    <a:pt x="1828800" y="4033151"/>
                  </a:lnTo>
                  <a:lnTo>
                    <a:pt x="1821555" y="4069019"/>
                  </a:lnTo>
                  <a:lnTo>
                    <a:pt x="1801796" y="4098310"/>
                  </a:lnTo>
                  <a:lnTo>
                    <a:pt x="1772489" y="4118060"/>
                  </a:lnTo>
                  <a:lnTo>
                    <a:pt x="1736598" y="4125302"/>
                  </a:lnTo>
                  <a:lnTo>
                    <a:pt x="92151" y="4125302"/>
                  </a:lnTo>
                  <a:lnTo>
                    <a:pt x="56283" y="4118060"/>
                  </a:lnTo>
                  <a:lnTo>
                    <a:pt x="26992" y="4098310"/>
                  </a:lnTo>
                  <a:lnTo>
                    <a:pt x="7242" y="4069019"/>
                  </a:lnTo>
                  <a:lnTo>
                    <a:pt x="0" y="4033151"/>
                  </a:lnTo>
                  <a:lnTo>
                    <a:pt x="0" y="9220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1022400" y="5541390"/>
            <a:ext cx="1153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678685" y="6225032"/>
            <a:ext cx="61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IoT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617091" y="7524699"/>
            <a:ext cx="610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Location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549653" y="6777990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Telemetry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2574035" y="6540627"/>
            <a:ext cx="2407920" cy="281940"/>
          </a:xfrm>
          <a:custGeom>
            <a:avLst/>
            <a:gdLst/>
            <a:ahLst/>
            <a:cxnLst/>
            <a:rect l="l" t="t" r="r" b="b"/>
            <a:pathLst>
              <a:path w="2407920" h="281940">
                <a:moveTo>
                  <a:pt x="2266568" y="0"/>
                </a:moveTo>
                <a:lnTo>
                  <a:pt x="2266568" y="70358"/>
                </a:lnTo>
                <a:lnTo>
                  <a:pt x="0" y="70358"/>
                </a:lnTo>
                <a:lnTo>
                  <a:pt x="0" y="211200"/>
                </a:lnTo>
                <a:lnTo>
                  <a:pt x="2266568" y="211200"/>
                </a:lnTo>
                <a:lnTo>
                  <a:pt x="2266568" y="281559"/>
                </a:lnTo>
                <a:lnTo>
                  <a:pt x="2407412" y="140843"/>
                </a:lnTo>
                <a:lnTo>
                  <a:pt x="226656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991170" y="2007870"/>
            <a:ext cx="12367895" cy="3112135"/>
            <a:chOff x="991170" y="2007870"/>
            <a:chExt cx="12367895" cy="3112135"/>
          </a:xfrm>
        </p:grpSpPr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8158" y="3388868"/>
              <a:ext cx="608479" cy="657157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168256" y="2020570"/>
              <a:ext cx="4177665" cy="3086735"/>
            </a:xfrm>
            <a:custGeom>
              <a:avLst/>
              <a:gdLst/>
              <a:ahLst/>
              <a:cxnLst/>
              <a:rect l="l" t="t" r="r" b="b"/>
              <a:pathLst>
                <a:path w="4177665" h="3086735">
                  <a:moveTo>
                    <a:pt x="0" y="155575"/>
                  </a:moveTo>
                  <a:lnTo>
                    <a:pt x="7924" y="106428"/>
                  </a:lnTo>
                  <a:lnTo>
                    <a:pt x="29992" y="63724"/>
                  </a:lnTo>
                  <a:lnTo>
                    <a:pt x="63642" y="30037"/>
                  </a:lnTo>
                  <a:lnTo>
                    <a:pt x="106314" y="7938"/>
                  </a:lnTo>
                  <a:lnTo>
                    <a:pt x="155448" y="0"/>
                  </a:lnTo>
                  <a:lnTo>
                    <a:pt x="4022089" y="0"/>
                  </a:lnTo>
                  <a:lnTo>
                    <a:pt x="4071236" y="7938"/>
                  </a:lnTo>
                  <a:lnTo>
                    <a:pt x="4113940" y="30037"/>
                  </a:lnTo>
                  <a:lnTo>
                    <a:pt x="4147627" y="63724"/>
                  </a:lnTo>
                  <a:lnTo>
                    <a:pt x="4169726" y="106428"/>
                  </a:lnTo>
                  <a:lnTo>
                    <a:pt x="4177664" y="155575"/>
                  </a:lnTo>
                  <a:lnTo>
                    <a:pt x="4177664" y="2930905"/>
                  </a:lnTo>
                  <a:lnTo>
                    <a:pt x="4169726" y="2980052"/>
                  </a:lnTo>
                  <a:lnTo>
                    <a:pt x="4147627" y="3022756"/>
                  </a:lnTo>
                  <a:lnTo>
                    <a:pt x="4113940" y="3056443"/>
                  </a:lnTo>
                  <a:lnTo>
                    <a:pt x="4071236" y="3078542"/>
                  </a:lnTo>
                  <a:lnTo>
                    <a:pt x="4022089" y="3086480"/>
                  </a:lnTo>
                  <a:lnTo>
                    <a:pt x="155448" y="3086480"/>
                  </a:lnTo>
                  <a:lnTo>
                    <a:pt x="106314" y="3078542"/>
                  </a:lnTo>
                  <a:lnTo>
                    <a:pt x="63642" y="3056443"/>
                  </a:lnTo>
                  <a:lnTo>
                    <a:pt x="29992" y="3022756"/>
                  </a:lnTo>
                  <a:lnTo>
                    <a:pt x="7924" y="2980052"/>
                  </a:lnTo>
                  <a:lnTo>
                    <a:pt x="0" y="2930905"/>
                  </a:lnTo>
                  <a:lnTo>
                    <a:pt x="0" y="15557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3160267" y="634606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6933183" y="6606158"/>
            <a:ext cx="2137410" cy="281940"/>
          </a:xfrm>
          <a:custGeom>
            <a:avLst/>
            <a:gdLst/>
            <a:ahLst/>
            <a:cxnLst/>
            <a:rect l="l" t="t" r="r" b="b"/>
            <a:pathLst>
              <a:path w="2137409" h="281940">
                <a:moveTo>
                  <a:pt x="1996186" y="0"/>
                </a:moveTo>
                <a:lnTo>
                  <a:pt x="1996186" y="70357"/>
                </a:lnTo>
                <a:lnTo>
                  <a:pt x="0" y="70357"/>
                </a:lnTo>
                <a:lnTo>
                  <a:pt x="0" y="211200"/>
                </a:lnTo>
                <a:lnTo>
                  <a:pt x="1996186" y="211200"/>
                </a:lnTo>
                <a:lnTo>
                  <a:pt x="1996186" y="281558"/>
                </a:lnTo>
                <a:lnTo>
                  <a:pt x="2137029" y="140715"/>
                </a:lnTo>
                <a:lnTo>
                  <a:pt x="199618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9158985" y="5950965"/>
            <a:ext cx="4177665" cy="3086735"/>
          </a:xfrm>
          <a:custGeom>
            <a:avLst/>
            <a:gdLst/>
            <a:ahLst/>
            <a:cxnLst/>
            <a:rect l="l" t="t" r="r" b="b"/>
            <a:pathLst>
              <a:path w="4177665" h="3086734">
                <a:moveTo>
                  <a:pt x="0" y="155448"/>
                </a:moveTo>
                <a:lnTo>
                  <a:pt x="7924" y="106314"/>
                </a:lnTo>
                <a:lnTo>
                  <a:pt x="29992" y="63642"/>
                </a:lnTo>
                <a:lnTo>
                  <a:pt x="63642" y="29992"/>
                </a:lnTo>
                <a:lnTo>
                  <a:pt x="106314" y="7924"/>
                </a:lnTo>
                <a:lnTo>
                  <a:pt x="155448" y="0"/>
                </a:lnTo>
                <a:lnTo>
                  <a:pt x="4022090" y="0"/>
                </a:lnTo>
                <a:lnTo>
                  <a:pt x="4071236" y="7924"/>
                </a:lnTo>
                <a:lnTo>
                  <a:pt x="4113940" y="29992"/>
                </a:lnTo>
                <a:lnTo>
                  <a:pt x="4147627" y="63642"/>
                </a:lnTo>
                <a:lnTo>
                  <a:pt x="4169726" y="106314"/>
                </a:lnTo>
                <a:lnTo>
                  <a:pt x="4177665" y="155448"/>
                </a:lnTo>
                <a:lnTo>
                  <a:pt x="4177665" y="2930779"/>
                </a:lnTo>
                <a:lnTo>
                  <a:pt x="4169726" y="2979973"/>
                </a:lnTo>
                <a:lnTo>
                  <a:pt x="4147627" y="3022679"/>
                </a:lnTo>
                <a:lnTo>
                  <a:pt x="4113940" y="3056345"/>
                </a:lnTo>
                <a:lnTo>
                  <a:pt x="4071236" y="3078416"/>
                </a:lnTo>
                <a:lnTo>
                  <a:pt x="4022090" y="3086341"/>
                </a:lnTo>
                <a:lnTo>
                  <a:pt x="155448" y="3086341"/>
                </a:lnTo>
                <a:lnTo>
                  <a:pt x="106314" y="3078416"/>
                </a:lnTo>
                <a:lnTo>
                  <a:pt x="63642" y="3056345"/>
                </a:lnTo>
                <a:lnTo>
                  <a:pt x="29992" y="3022679"/>
                </a:lnTo>
                <a:lnTo>
                  <a:pt x="7924" y="2979973"/>
                </a:lnTo>
                <a:lnTo>
                  <a:pt x="0" y="2930779"/>
                </a:lnTo>
                <a:lnTo>
                  <a:pt x="0" y="155448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0192257" y="6027165"/>
            <a:ext cx="2110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Stream</a:t>
            </a:r>
            <a:r>
              <a:rPr dirty="0" sz="1400" spc="-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Analytics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9566147" y="6555625"/>
            <a:ext cx="3393440" cy="2145665"/>
            <a:chOff x="9566147" y="6555625"/>
            <a:chExt cx="3393440" cy="2145665"/>
          </a:xfrm>
        </p:grpSpPr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50977" y="7860918"/>
              <a:ext cx="715047" cy="77225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71794" y="6572347"/>
              <a:ext cx="380193" cy="380193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92511" y="6864895"/>
              <a:ext cx="437222" cy="437222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66147" y="6780885"/>
              <a:ext cx="648995" cy="648995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77421" y="6597912"/>
              <a:ext cx="827495" cy="751217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55463" y="6555625"/>
              <a:ext cx="703118" cy="77117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813279" y="7768976"/>
              <a:ext cx="731520" cy="731520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351511" y="8093227"/>
              <a:ext cx="607783" cy="607796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9391650" y="7483602"/>
            <a:ext cx="1170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Analytics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2014707" y="7389367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7175118" y="6444234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5902452" y="8355330"/>
            <a:ext cx="3163570" cy="485140"/>
          </a:xfrm>
          <a:custGeom>
            <a:avLst/>
            <a:gdLst/>
            <a:ahLst/>
            <a:cxnLst/>
            <a:rect l="l" t="t" r="r" b="b"/>
            <a:pathLst>
              <a:path w="3163570" h="485140">
                <a:moveTo>
                  <a:pt x="121285" y="0"/>
                </a:moveTo>
                <a:lnTo>
                  <a:pt x="0" y="121158"/>
                </a:lnTo>
                <a:lnTo>
                  <a:pt x="60706" y="121158"/>
                </a:lnTo>
                <a:lnTo>
                  <a:pt x="60706" y="484886"/>
                </a:lnTo>
                <a:lnTo>
                  <a:pt x="3163316" y="484886"/>
                </a:lnTo>
                <a:lnTo>
                  <a:pt x="3163316" y="363601"/>
                </a:lnTo>
                <a:lnTo>
                  <a:pt x="181863" y="363601"/>
                </a:lnTo>
                <a:lnTo>
                  <a:pt x="181863" y="121158"/>
                </a:lnTo>
                <a:lnTo>
                  <a:pt x="242443" y="121158"/>
                </a:lnTo>
                <a:lnTo>
                  <a:pt x="12128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021834" y="4393438"/>
            <a:ext cx="1854199" cy="3841750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5516371" y="4463922"/>
            <a:ext cx="866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Hub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527918" y="2096516"/>
            <a:ext cx="1459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Big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9291690" y="4131317"/>
            <a:ext cx="262890" cy="381000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25" b="1">
                <a:solidFill>
                  <a:srgbClr val="221F1F"/>
                </a:solidFill>
                <a:latin typeface="Malgun Gothic"/>
                <a:cs typeface="Malgun Gothic"/>
              </a:rPr>
              <a:t>Raw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9677018" y="2852673"/>
            <a:ext cx="1261745" cy="1812289"/>
            <a:chOff x="9677018" y="2852673"/>
            <a:chExt cx="1261745" cy="1812289"/>
          </a:xfrm>
        </p:grpSpPr>
        <p:pic>
          <p:nvPicPr>
            <p:cNvPr id="59" name="object 5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77018" y="3211043"/>
              <a:ext cx="359486" cy="63397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9761727" y="28526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057764" y="2852673"/>
              <a:ext cx="169163" cy="16903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29418" y="3363443"/>
              <a:ext cx="359486" cy="63397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9914127" y="30050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10800" y="4321150"/>
              <a:ext cx="359486" cy="6339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210164" y="3005073"/>
              <a:ext cx="169163" cy="16903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9795509" y="39627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91546" y="3962780"/>
              <a:ext cx="169163" cy="16903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63200" y="4473550"/>
              <a:ext cx="359486" cy="63397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9947909" y="41151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43946" y="4115180"/>
              <a:ext cx="169163" cy="169037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0611992" y="3335781"/>
              <a:ext cx="327025" cy="441325"/>
            </a:xfrm>
            <a:custGeom>
              <a:avLst/>
              <a:gdLst/>
              <a:ahLst/>
              <a:cxnLst/>
              <a:rect l="l" t="t" r="r" b="b"/>
              <a:pathLst>
                <a:path w="327025" h="441325">
                  <a:moveTo>
                    <a:pt x="81660" y="0"/>
                  </a:moveTo>
                  <a:lnTo>
                    <a:pt x="0" y="71247"/>
                  </a:lnTo>
                  <a:lnTo>
                    <a:pt x="81660" y="163322"/>
                  </a:lnTo>
                  <a:lnTo>
                    <a:pt x="81660" y="122427"/>
                  </a:lnTo>
                  <a:lnTo>
                    <a:pt x="128022" y="138318"/>
                  </a:lnTo>
                  <a:lnTo>
                    <a:pt x="170694" y="160518"/>
                  </a:lnTo>
                  <a:lnTo>
                    <a:pt x="209206" y="188416"/>
                  </a:lnTo>
                  <a:lnTo>
                    <a:pt x="243087" y="221396"/>
                  </a:lnTo>
                  <a:lnTo>
                    <a:pt x="271864" y="258846"/>
                  </a:lnTo>
                  <a:lnTo>
                    <a:pt x="295068" y="300152"/>
                  </a:lnTo>
                  <a:lnTo>
                    <a:pt x="312225" y="344701"/>
                  </a:lnTo>
                  <a:lnTo>
                    <a:pt x="322865" y="391878"/>
                  </a:lnTo>
                  <a:lnTo>
                    <a:pt x="326516" y="441071"/>
                  </a:lnTo>
                  <a:lnTo>
                    <a:pt x="326516" y="359410"/>
                  </a:lnTo>
                  <a:lnTo>
                    <a:pt x="322865" y="310217"/>
                  </a:lnTo>
                  <a:lnTo>
                    <a:pt x="312225" y="263040"/>
                  </a:lnTo>
                  <a:lnTo>
                    <a:pt x="295068" y="218491"/>
                  </a:lnTo>
                  <a:lnTo>
                    <a:pt x="271864" y="177185"/>
                  </a:lnTo>
                  <a:lnTo>
                    <a:pt x="243087" y="139735"/>
                  </a:lnTo>
                  <a:lnTo>
                    <a:pt x="209206" y="106755"/>
                  </a:lnTo>
                  <a:lnTo>
                    <a:pt x="170694" y="78857"/>
                  </a:lnTo>
                  <a:lnTo>
                    <a:pt x="128022" y="56657"/>
                  </a:lnTo>
                  <a:lnTo>
                    <a:pt x="81660" y="4076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611992" y="3736085"/>
              <a:ext cx="327025" cy="370205"/>
            </a:xfrm>
            <a:custGeom>
              <a:avLst/>
              <a:gdLst/>
              <a:ahLst/>
              <a:cxnLst/>
              <a:rect l="l" t="t" r="r" b="b"/>
              <a:pathLst>
                <a:path w="327025" h="370204">
                  <a:moveTo>
                    <a:pt x="323976" y="0"/>
                  </a:moveTo>
                  <a:lnTo>
                    <a:pt x="314415" y="48064"/>
                  </a:lnTo>
                  <a:lnTo>
                    <a:pt x="298293" y="93172"/>
                  </a:lnTo>
                  <a:lnTo>
                    <a:pt x="276168" y="134828"/>
                  </a:lnTo>
                  <a:lnTo>
                    <a:pt x="248597" y="172537"/>
                  </a:lnTo>
                  <a:lnTo>
                    <a:pt x="216138" y="205803"/>
                  </a:lnTo>
                  <a:lnTo>
                    <a:pt x="179346" y="234132"/>
                  </a:lnTo>
                  <a:lnTo>
                    <a:pt x="138779" y="257027"/>
                  </a:lnTo>
                  <a:lnTo>
                    <a:pt x="94994" y="273994"/>
                  </a:lnTo>
                  <a:lnTo>
                    <a:pt x="48549" y="284538"/>
                  </a:lnTo>
                  <a:lnTo>
                    <a:pt x="0" y="288163"/>
                  </a:lnTo>
                  <a:lnTo>
                    <a:pt x="0" y="369824"/>
                  </a:lnTo>
                  <a:lnTo>
                    <a:pt x="40512" y="367284"/>
                  </a:lnTo>
                  <a:lnTo>
                    <a:pt x="87954" y="357727"/>
                  </a:lnTo>
                  <a:lnTo>
                    <a:pt x="132380" y="341699"/>
                  </a:lnTo>
                  <a:lnTo>
                    <a:pt x="173351" y="319767"/>
                  </a:lnTo>
                  <a:lnTo>
                    <a:pt x="210428" y="292500"/>
                  </a:lnTo>
                  <a:lnTo>
                    <a:pt x="243170" y="260466"/>
                  </a:lnTo>
                  <a:lnTo>
                    <a:pt x="271137" y="224234"/>
                  </a:lnTo>
                  <a:lnTo>
                    <a:pt x="293892" y="184373"/>
                  </a:lnTo>
                  <a:lnTo>
                    <a:pt x="310992" y="141450"/>
                  </a:lnTo>
                  <a:lnTo>
                    <a:pt x="322000" y="96034"/>
                  </a:lnTo>
                  <a:lnTo>
                    <a:pt x="326474" y="48695"/>
                  </a:lnTo>
                  <a:lnTo>
                    <a:pt x="3239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9325853" y="2964660"/>
            <a:ext cx="262890" cy="672465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Refined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9802114" y="4803140"/>
            <a:ext cx="556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Storage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9284334" y="3585209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304290" algn="l"/>
              </a:tabLst>
            </a:pP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heavy" sz="1200" spc="-1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Storage</a:t>
            </a: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11346433" y="2020595"/>
            <a:ext cx="1581785" cy="2661285"/>
            <a:chOff x="11346433" y="2020595"/>
            <a:chExt cx="1581785" cy="2661285"/>
          </a:xfrm>
        </p:grpSpPr>
        <p:pic>
          <p:nvPicPr>
            <p:cNvPr id="77" name="object 7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14607" y="4105212"/>
              <a:ext cx="576083" cy="576083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10465" y="3839235"/>
              <a:ext cx="437222" cy="437235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262865" y="4163593"/>
              <a:ext cx="437222" cy="437108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46433" y="2789309"/>
              <a:ext cx="827495" cy="751217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110276" y="2020595"/>
              <a:ext cx="388642" cy="417802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24476" y="2747022"/>
              <a:ext cx="703129" cy="771174"/>
            </a:xfrm>
            <a:prstGeom prst="rect">
              <a:avLst/>
            </a:prstGeom>
          </p:spPr>
        </p:pic>
      </p:grpSp>
      <p:sp>
        <p:nvSpPr>
          <p:cNvPr id="83" name="object 83" descr=""/>
          <p:cNvSpPr txBox="1"/>
          <p:nvPr/>
        </p:nvSpPr>
        <p:spPr>
          <a:xfrm>
            <a:off x="11983973" y="3580256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1537442" y="4775961"/>
            <a:ext cx="1308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Parallel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7466838" y="4464811"/>
            <a:ext cx="717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Flow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6" name="object 86" descr=""/>
          <p:cNvSpPr/>
          <p:nvPr/>
        </p:nvSpPr>
        <p:spPr>
          <a:xfrm>
            <a:off x="2535301" y="3045332"/>
            <a:ext cx="6613525" cy="281940"/>
          </a:xfrm>
          <a:custGeom>
            <a:avLst/>
            <a:gdLst/>
            <a:ahLst/>
            <a:cxnLst/>
            <a:rect l="l" t="t" r="r" b="b"/>
            <a:pathLst>
              <a:path w="6613525" h="281939">
                <a:moveTo>
                  <a:pt x="6472174" y="0"/>
                </a:moveTo>
                <a:lnTo>
                  <a:pt x="6472174" y="70358"/>
                </a:lnTo>
                <a:lnTo>
                  <a:pt x="0" y="70358"/>
                </a:lnTo>
                <a:lnTo>
                  <a:pt x="0" y="211200"/>
                </a:lnTo>
                <a:lnTo>
                  <a:pt x="6472174" y="211200"/>
                </a:lnTo>
                <a:lnTo>
                  <a:pt x="6472174" y="281559"/>
                </a:lnTo>
                <a:lnTo>
                  <a:pt x="6613017" y="140843"/>
                </a:lnTo>
                <a:lnTo>
                  <a:pt x="647217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 txBox="1"/>
          <p:nvPr/>
        </p:nvSpPr>
        <p:spPr>
          <a:xfrm>
            <a:off x="4628515" y="2891790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Import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Import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6933183" y="4683125"/>
            <a:ext cx="2066289" cy="281940"/>
          </a:xfrm>
          <a:custGeom>
            <a:avLst/>
            <a:gdLst/>
            <a:ahLst/>
            <a:cxnLst/>
            <a:rect l="l" t="t" r="r" b="b"/>
            <a:pathLst>
              <a:path w="2066290" h="281939">
                <a:moveTo>
                  <a:pt x="1925193" y="0"/>
                </a:moveTo>
                <a:lnTo>
                  <a:pt x="1925193" y="70485"/>
                </a:lnTo>
                <a:lnTo>
                  <a:pt x="0" y="70485"/>
                </a:lnTo>
                <a:lnTo>
                  <a:pt x="0" y="211200"/>
                </a:lnTo>
                <a:lnTo>
                  <a:pt x="1925193" y="211200"/>
                </a:lnTo>
                <a:lnTo>
                  <a:pt x="1925193" y="281686"/>
                </a:lnTo>
                <a:lnTo>
                  <a:pt x="2066036" y="140842"/>
                </a:lnTo>
                <a:lnTo>
                  <a:pt x="192519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 txBox="1"/>
          <p:nvPr/>
        </p:nvSpPr>
        <p:spPr>
          <a:xfrm>
            <a:off x="14211045" y="3934205"/>
            <a:ext cx="4641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4552167" y="4825746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4695169" y="566750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4379320" y="6965060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3" name="object 93" descr=""/>
          <p:cNvSpPr/>
          <p:nvPr/>
        </p:nvSpPr>
        <p:spPr>
          <a:xfrm>
            <a:off x="13945616" y="2694558"/>
            <a:ext cx="1860550" cy="5528310"/>
          </a:xfrm>
          <a:custGeom>
            <a:avLst/>
            <a:gdLst/>
            <a:ahLst/>
            <a:cxnLst/>
            <a:rect l="l" t="t" r="r" b="b"/>
            <a:pathLst>
              <a:path w="1860550" h="5528309">
                <a:moveTo>
                  <a:pt x="1860423" y="0"/>
                </a:moveTo>
                <a:lnTo>
                  <a:pt x="1638427" y="126619"/>
                </a:lnTo>
                <a:lnTo>
                  <a:pt x="1701723" y="168948"/>
                </a:lnTo>
                <a:lnTo>
                  <a:pt x="0" y="2715514"/>
                </a:lnTo>
                <a:lnTo>
                  <a:pt x="61772" y="2756751"/>
                </a:lnTo>
                <a:lnTo>
                  <a:pt x="62141" y="2757665"/>
                </a:lnTo>
                <a:lnTo>
                  <a:pt x="49784" y="2750947"/>
                </a:lnTo>
                <a:lnTo>
                  <a:pt x="13462" y="2818003"/>
                </a:lnTo>
                <a:lnTo>
                  <a:pt x="53530" y="2839745"/>
                </a:lnTo>
                <a:lnTo>
                  <a:pt x="21844" y="2861056"/>
                </a:lnTo>
                <a:lnTo>
                  <a:pt x="1701215" y="5359501"/>
                </a:lnTo>
                <a:lnTo>
                  <a:pt x="1638046" y="5401945"/>
                </a:lnTo>
                <a:lnTo>
                  <a:pt x="1860423" y="5527929"/>
                </a:lnTo>
                <a:lnTo>
                  <a:pt x="1842808" y="5391150"/>
                </a:lnTo>
                <a:lnTo>
                  <a:pt x="1827784" y="5274437"/>
                </a:lnTo>
                <a:lnTo>
                  <a:pt x="1764474" y="5316982"/>
                </a:lnTo>
                <a:lnTo>
                  <a:pt x="125653" y="2878874"/>
                </a:lnTo>
                <a:lnTo>
                  <a:pt x="1641335" y="3701135"/>
                </a:lnTo>
                <a:lnTo>
                  <a:pt x="1605026" y="3768090"/>
                </a:lnTo>
                <a:lnTo>
                  <a:pt x="1860423" y="3776726"/>
                </a:lnTo>
                <a:lnTo>
                  <a:pt x="1820303" y="3719322"/>
                </a:lnTo>
                <a:lnTo>
                  <a:pt x="1713992" y="3567176"/>
                </a:lnTo>
                <a:lnTo>
                  <a:pt x="1677644" y="3634194"/>
                </a:lnTo>
                <a:lnTo>
                  <a:pt x="79603" y="2767139"/>
                </a:lnTo>
                <a:lnTo>
                  <a:pt x="1663788" y="2111235"/>
                </a:lnTo>
                <a:lnTo>
                  <a:pt x="1692910" y="2181606"/>
                </a:lnTo>
                <a:lnTo>
                  <a:pt x="1827682" y="2026285"/>
                </a:lnTo>
                <a:lnTo>
                  <a:pt x="1860423" y="1988566"/>
                </a:lnTo>
                <a:lnTo>
                  <a:pt x="1605534" y="1970405"/>
                </a:lnTo>
                <a:lnTo>
                  <a:pt x="1634667" y="2040839"/>
                </a:lnTo>
                <a:lnTo>
                  <a:pt x="124714" y="2665996"/>
                </a:lnTo>
                <a:lnTo>
                  <a:pt x="1765071" y="211277"/>
                </a:lnTo>
                <a:lnTo>
                  <a:pt x="1828419" y="253619"/>
                </a:lnTo>
                <a:lnTo>
                  <a:pt x="1843087" y="137287"/>
                </a:lnTo>
                <a:lnTo>
                  <a:pt x="186042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97" name="object 9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104" name="object 104" descr=""/>
          <p:cNvSpPr txBox="1"/>
          <p:nvPr/>
        </p:nvSpPr>
        <p:spPr>
          <a:xfrm>
            <a:off x="1563116" y="8158014"/>
            <a:ext cx="50927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7056881" y="8439015"/>
            <a:ext cx="937894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9348978" y="8688951"/>
            <a:ext cx="138112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Reference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Models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11852275" y="8688951"/>
            <a:ext cx="77597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Dashboard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17071593" y="8810872"/>
            <a:ext cx="25400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16137762" y="8852959"/>
            <a:ext cx="39179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1591436" y="8932790"/>
            <a:ext cx="50673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Mobile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81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29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034605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Big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for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all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historical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73100" y="2007870"/>
            <a:ext cx="1835150" cy="3112135"/>
            <a:chOff x="673100" y="2007870"/>
            <a:chExt cx="1835150" cy="311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6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6"/>
              <a:ext cx="169164" cy="169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85800" y="2020570"/>
              <a:ext cx="1809750" cy="3086735"/>
            </a:xfrm>
            <a:custGeom>
              <a:avLst/>
              <a:gdLst/>
              <a:ahLst/>
              <a:cxnLst/>
              <a:rect l="l" t="t" r="r" b="b"/>
              <a:pathLst>
                <a:path w="1809750" h="3086735">
                  <a:moveTo>
                    <a:pt x="0" y="91185"/>
                  </a:moveTo>
                  <a:lnTo>
                    <a:pt x="7164" y="55721"/>
                  </a:lnTo>
                  <a:lnTo>
                    <a:pt x="26703" y="26733"/>
                  </a:lnTo>
                  <a:lnTo>
                    <a:pt x="55683" y="7175"/>
                  </a:lnTo>
                  <a:lnTo>
                    <a:pt x="91173" y="0"/>
                  </a:lnTo>
                  <a:lnTo>
                    <a:pt x="1718183" y="0"/>
                  </a:lnTo>
                  <a:lnTo>
                    <a:pt x="1753701" y="7175"/>
                  </a:lnTo>
                  <a:lnTo>
                    <a:pt x="1782683" y="26733"/>
                  </a:lnTo>
                  <a:lnTo>
                    <a:pt x="1802211" y="55721"/>
                  </a:lnTo>
                  <a:lnTo>
                    <a:pt x="1809369" y="91185"/>
                  </a:lnTo>
                  <a:lnTo>
                    <a:pt x="1809369" y="2995294"/>
                  </a:lnTo>
                  <a:lnTo>
                    <a:pt x="1802211" y="3030739"/>
                  </a:lnTo>
                  <a:lnTo>
                    <a:pt x="1782683" y="3059684"/>
                  </a:lnTo>
                  <a:lnTo>
                    <a:pt x="1753701" y="3079198"/>
                  </a:lnTo>
                  <a:lnTo>
                    <a:pt x="1718183" y="3086354"/>
                  </a:lnTo>
                  <a:lnTo>
                    <a:pt x="91173" y="3086354"/>
                  </a:lnTo>
                  <a:lnTo>
                    <a:pt x="55683" y="3079198"/>
                  </a:lnTo>
                  <a:lnTo>
                    <a:pt x="26703" y="3059683"/>
                  </a:lnTo>
                  <a:lnTo>
                    <a:pt x="7164" y="3030739"/>
                  </a:lnTo>
                  <a:lnTo>
                    <a:pt x="0" y="2995294"/>
                  </a:lnTo>
                  <a:lnTo>
                    <a:pt x="0" y="9118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46480" y="2077593"/>
            <a:ext cx="1087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0050" y="272503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73100" y="5470905"/>
            <a:ext cx="1854200" cy="4150995"/>
            <a:chOff x="673100" y="5470905"/>
            <a:chExt cx="1854200" cy="4150995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" y="6605040"/>
              <a:ext cx="559067" cy="54941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295" y="7319575"/>
              <a:ext cx="737612" cy="57476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421" y="5912110"/>
              <a:ext cx="591259" cy="59125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0930" y="8096559"/>
              <a:ext cx="553623" cy="55362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8100" y="8853258"/>
              <a:ext cx="582110" cy="51289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85800" y="5483605"/>
              <a:ext cx="1828800" cy="4125595"/>
            </a:xfrm>
            <a:custGeom>
              <a:avLst/>
              <a:gdLst/>
              <a:ahLst/>
              <a:cxnLst/>
              <a:rect l="l" t="t" r="r" b="b"/>
              <a:pathLst>
                <a:path w="1828800" h="4125595">
                  <a:moveTo>
                    <a:pt x="0" y="92202"/>
                  </a:moveTo>
                  <a:lnTo>
                    <a:pt x="7242" y="56310"/>
                  </a:lnTo>
                  <a:lnTo>
                    <a:pt x="26992" y="27003"/>
                  </a:lnTo>
                  <a:lnTo>
                    <a:pt x="56283" y="7244"/>
                  </a:lnTo>
                  <a:lnTo>
                    <a:pt x="92151" y="0"/>
                  </a:lnTo>
                  <a:lnTo>
                    <a:pt x="1736598" y="0"/>
                  </a:lnTo>
                  <a:lnTo>
                    <a:pt x="1772489" y="7244"/>
                  </a:lnTo>
                  <a:lnTo>
                    <a:pt x="1801796" y="27003"/>
                  </a:lnTo>
                  <a:lnTo>
                    <a:pt x="1821555" y="56310"/>
                  </a:lnTo>
                  <a:lnTo>
                    <a:pt x="1828800" y="92202"/>
                  </a:lnTo>
                  <a:lnTo>
                    <a:pt x="1828800" y="4033151"/>
                  </a:lnTo>
                  <a:lnTo>
                    <a:pt x="1821555" y="4069019"/>
                  </a:lnTo>
                  <a:lnTo>
                    <a:pt x="1801796" y="4098310"/>
                  </a:lnTo>
                  <a:lnTo>
                    <a:pt x="1772489" y="4118060"/>
                  </a:lnTo>
                  <a:lnTo>
                    <a:pt x="1736598" y="4125302"/>
                  </a:lnTo>
                  <a:lnTo>
                    <a:pt x="92151" y="4125302"/>
                  </a:lnTo>
                  <a:lnTo>
                    <a:pt x="56283" y="4118060"/>
                  </a:lnTo>
                  <a:lnTo>
                    <a:pt x="26992" y="4098310"/>
                  </a:lnTo>
                  <a:lnTo>
                    <a:pt x="7242" y="4069019"/>
                  </a:lnTo>
                  <a:lnTo>
                    <a:pt x="0" y="4033151"/>
                  </a:lnTo>
                  <a:lnTo>
                    <a:pt x="0" y="9220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991170" y="3388867"/>
            <a:ext cx="3990340" cy="3433445"/>
            <a:chOff x="991170" y="3388867"/>
            <a:chExt cx="3990340" cy="3433445"/>
          </a:xfrm>
        </p:grpSpPr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8158" y="3388867"/>
              <a:ext cx="608479" cy="65715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2574036" y="6540626"/>
              <a:ext cx="2407920" cy="281940"/>
            </a:xfrm>
            <a:custGeom>
              <a:avLst/>
              <a:gdLst/>
              <a:ahLst/>
              <a:cxnLst/>
              <a:rect l="l" t="t" r="r" b="b"/>
              <a:pathLst>
                <a:path w="2407920" h="281940">
                  <a:moveTo>
                    <a:pt x="2266568" y="0"/>
                  </a:moveTo>
                  <a:lnTo>
                    <a:pt x="2266568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2266568" y="211200"/>
                  </a:lnTo>
                  <a:lnTo>
                    <a:pt x="2266568" y="281559"/>
                  </a:lnTo>
                  <a:lnTo>
                    <a:pt x="2407412" y="140843"/>
                  </a:lnTo>
                  <a:lnTo>
                    <a:pt x="226656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1022400" y="5541390"/>
            <a:ext cx="1153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678685" y="6225032"/>
            <a:ext cx="61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IoT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617091" y="7524699"/>
            <a:ext cx="610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Location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549653" y="6777990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Telemetry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160267" y="634606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6933183" y="6606158"/>
            <a:ext cx="2137410" cy="281940"/>
          </a:xfrm>
          <a:custGeom>
            <a:avLst/>
            <a:gdLst/>
            <a:ahLst/>
            <a:cxnLst/>
            <a:rect l="l" t="t" r="r" b="b"/>
            <a:pathLst>
              <a:path w="2137409" h="281940">
                <a:moveTo>
                  <a:pt x="1996186" y="0"/>
                </a:moveTo>
                <a:lnTo>
                  <a:pt x="1996186" y="70357"/>
                </a:lnTo>
                <a:lnTo>
                  <a:pt x="0" y="70357"/>
                </a:lnTo>
                <a:lnTo>
                  <a:pt x="0" y="211200"/>
                </a:lnTo>
                <a:lnTo>
                  <a:pt x="1996186" y="211200"/>
                </a:lnTo>
                <a:lnTo>
                  <a:pt x="1996186" y="281558"/>
                </a:lnTo>
                <a:lnTo>
                  <a:pt x="2137029" y="140715"/>
                </a:lnTo>
                <a:lnTo>
                  <a:pt x="199618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9158985" y="5950965"/>
            <a:ext cx="4177665" cy="3086735"/>
          </a:xfrm>
          <a:custGeom>
            <a:avLst/>
            <a:gdLst/>
            <a:ahLst/>
            <a:cxnLst/>
            <a:rect l="l" t="t" r="r" b="b"/>
            <a:pathLst>
              <a:path w="4177665" h="3086734">
                <a:moveTo>
                  <a:pt x="0" y="155448"/>
                </a:moveTo>
                <a:lnTo>
                  <a:pt x="7924" y="106314"/>
                </a:lnTo>
                <a:lnTo>
                  <a:pt x="29992" y="63642"/>
                </a:lnTo>
                <a:lnTo>
                  <a:pt x="63642" y="29992"/>
                </a:lnTo>
                <a:lnTo>
                  <a:pt x="106314" y="7924"/>
                </a:lnTo>
                <a:lnTo>
                  <a:pt x="155448" y="0"/>
                </a:lnTo>
                <a:lnTo>
                  <a:pt x="4022090" y="0"/>
                </a:lnTo>
                <a:lnTo>
                  <a:pt x="4071236" y="7924"/>
                </a:lnTo>
                <a:lnTo>
                  <a:pt x="4113940" y="29992"/>
                </a:lnTo>
                <a:lnTo>
                  <a:pt x="4147627" y="63642"/>
                </a:lnTo>
                <a:lnTo>
                  <a:pt x="4169726" y="106314"/>
                </a:lnTo>
                <a:lnTo>
                  <a:pt x="4177665" y="155448"/>
                </a:lnTo>
                <a:lnTo>
                  <a:pt x="4177665" y="2930779"/>
                </a:lnTo>
                <a:lnTo>
                  <a:pt x="4169726" y="2979973"/>
                </a:lnTo>
                <a:lnTo>
                  <a:pt x="4147627" y="3022679"/>
                </a:lnTo>
                <a:lnTo>
                  <a:pt x="4113940" y="3056345"/>
                </a:lnTo>
                <a:lnTo>
                  <a:pt x="4071236" y="3078416"/>
                </a:lnTo>
                <a:lnTo>
                  <a:pt x="4022090" y="3086341"/>
                </a:lnTo>
                <a:lnTo>
                  <a:pt x="155448" y="3086341"/>
                </a:lnTo>
                <a:lnTo>
                  <a:pt x="106314" y="3078416"/>
                </a:lnTo>
                <a:lnTo>
                  <a:pt x="63642" y="3056345"/>
                </a:lnTo>
                <a:lnTo>
                  <a:pt x="29992" y="3022679"/>
                </a:lnTo>
                <a:lnTo>
                  <a:pt x="7924" y="2979973"/>
                </a:lnTo>
                <a:lnTo>
                  <a:pt x="0" y="2930779"/>
                </a:lnTo>
                <a:lnTo>
                  <a:pt x="0" y="155448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10192257" y="6027165"/>
            <a:ext cx="2110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Stream</a:t>
            </a:r>
            <a:r>
              <a:rPr dirty="0" sz="1400" spc="-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Analytics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9566147" y="6555625"/>
            <a:ext cx="3393440" cy="2145665"/>
            <a:chOff x="9566147" y="6555625"/>
            <a:chExt cx="3393440" cy="2145665"/>
          </a:xfrm>
        </p:grpSpPr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50977" y="7860918"/>
              <a:ext cx="715047" cy="772251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71794" y="6572347"/>
              <a:ext cx="380193" cy="380193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92511" y="6864895"/>
              <a:ext cx="437222" cy="43722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66147" y="6780885"/>
              <a:ext cx="648995" cy="648995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77421" y="6597912"/>
              <a:ext cx="827495" cy="751217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55463" y="6555625"/>
              <a:ext cx="703118" cy="77117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813279" y="7768976"/>
              <a:ext cx="731520" cy="731520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351511" y="8093227"/>
              <a:ext cx="607783" cy="607796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9391650" y="7483602"/>
            <a:ext cx="11709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Analytics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2014707" y="7389367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7175118" y="6444234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5902452" y="8355330"/>
            <a:ext cx="3163570" cy="485140"/>
          </a:xfrm>
          <a:custGeom>
            <a:avLst/>
            <a:gdLst/>
            <a:ahLst/>
            <a:cxnLst/>
            <a:rect l="l" t="t" r="r" b="b"/>
            <a:pathLst>
              <a:path w="3163570" h="485140">
                <a:moveTo>
                  <a:pt x="121285" y="0"/>
                </a:moveTo>
                <a:lnTo>
                  <a:pt x="0" y="121158"/>
                </a:lnTo>
                <a:lnTo>
                  <a:pt x="60706" y="121158"/>
                </a:lnTo>
                <a:lnTo>
                  <a:pt x="60706" y="484886"/>
                </a:lnTo>
                <a:lnTo>
                  <a:pt x="3163316" y="484886"/>
                </a:lnTo>
                <a:lnTo>
                  <a:pt x="3163316" y="363601"/>
                </a:lnTo>
                <a:lnTo>
                  <a:pt x="181863" y="363601"/>
                </a:lnTo>
                <a:lnTo>
                  <a:pt x="181863" y="121158"/>
                </a:lnTo>
                <a:lnTo>
                  <a:pt x="242443" y="121158"/>
                </a:lnTo>
                <a:lnTo>
                  <a:pt x="12128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021834" y="4393438"/>
            <a:ext cx="1854199" cy="3841750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5516371" y="4463922"/>
            <a:ext cx="866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Hub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9168256" y="2020570"/>
            <a:ext cx="4177665" cy="3086735"/>
          </a:xfrm>
          <a:custGeom>
            <a:avLst/>
            <a:gdLst/>
            <a:ahLst/>
            <a:cxnLst/>
            <a:rect l="l" t="t" r="r" b="b"/>
            <a:pathLst>
              <a:path w="4177665" h="3086735">
                <a:moveTo>
                  <a:pt x="0" y="155575"/>
                </a:moveTo>
                <a:lnTo>
                  <a:pt x="7924" y="106428"/>
                </a:lnTo>
                <a:lnTo>
                  <a:pt x="29992" y="63724"/>
                </a:lnTo>
                <a:lnTo>
                  <a:pt x="63642" y="30037"/>
                </a:lnTo>
                <a:lnTo>
                  <a:pt x="106314" y="7938"/>
                </a:lnTo>
                <a:lnTo>
                  <a:pt x="155448" y="0"/>
                </a:lnTo>
                <a:lnTo>
                  <a:pt x="4022089" y="0"/>
                </a:lnTo>
                <a:lnTo>
                  <a:pt x="4071236" y="7938"/>
                </a:lnTo>
                <a:lnTo>
                  <a:pt x="4113940" y="30037"/>
                </a:lnTo>
                <a:lnTo>
                  <a:pt x="4147627" y="63724"/>
                </a:lnTo>
                <a:lnTo>
                  <a:pt x="4169726" y="106428"/>
                </a:lnTo>
                <a:lnTo>
                  <a:pt x="4177664" y="155575"/>
                </a:lnTo>
                <a:lnTo>
                  <a:pt x="4177664" y="2930905"/>
                </a:lnTo>
                <a:lnTo>
                  <a:pt x="4169726" y="2980052"/>
                </a:lnTo>
                <a:lnTo>
                  <a:pt x="4147627" y="3022756"/>
                </a:lnTo>
                <a:lnTo>
                  <a:pt x="4113940" y="3056443"/>
                </a:lnTo>
                <a:lnTo>
                  <a:pt x="4071236" y="3078542"/>
                </a:lnTo>
                <a:lnTo>
                  <a:pt x="4022089" y="3086480"/>
                </a:lnTo>
                <a:lnTo>
                  <a:pt x="155448" y="3086480"/>
                </a:lnTo>
                <a:lnTo>
                  <a:pt x="106314" y="3078542"/>
                </a:lnTo>
                <a:lnTo>
                  <a:pt x="63642" y="3056443"/>
                </a:lnTo>
                <a:lnTo>
                  <a:pt x="29992" y="3022756"/>
                </a:lnTo>
                <a:lnTo>
                  <a:pt x="7924" y="2980052"/>
                </a:lnTo>
                <a:lnTo>
                  <a:pt x="0" y="2930905"/>
                </a:lnTo>
                <a:lnTo>
                  <a:pt x="0" y="15557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>
            <a:off x="10527918" y="2096516"/>
            <a:ext cx="1459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Big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9291690" y="4131317"/>
            <a:ext cx="262890" cy="381000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25" b="1">
                <a:solidFill>
                  <a:srgbClr val="221F1F"/>
                </a:solidFill>
                <a:latin typeface="Malgun Gothic"/>
                <a:cs typeface="Malgun Gothic"/>
              </a:rPr>
              <a:t>Raw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9677018" y="2852673"/>
            <a:ext cx="1261745" cy="1812289"/>
            <a:chOff x="9677018" y="2852673"/>
            <a:chExt cx="1261745" cy="1812289"/>
          </a:xfrm>
        </p:grpSpPr>
        <p:pic>
          <p:nvPicPr>
            <p:cNvPr id="59" name="object 5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77018" y="3211043"/>
              <a:ext cx="359486" cy="63397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9761727" y="28526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057764" y="2852673"/>
              <a:ext cx="169163" cy="16903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29418" y="3363443"/>
              <a:ext cx="359486" cy="63397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9914127" y="30050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10800" y="4321150"/>
              <a:ext cx="359486" cy="6339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210164" y="3005073"/>
              <a:ext cx="169163" cy="169036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9795509" y="39627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91546" y="3962780"/>
              <a:ext cx="169163" cy="169037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63200" y="4473550"/>
              <a:ext cx="359486" cy="63397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9947909" y="41151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43946" y="4115180"/>
              <a:ext cx="169163" cy="169037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0611992" y="3335781"/>
              <a:ext cx="327025" cy="441325"/>
            </a:xfrm>
            <a:custGeom>
              <a:avLst/>
              <a:gdLst/>
              <a:ahLst/>
              <a:cxnLst/>
              <a:rect l="l" t="t" r="r" b="b"/>
              <a:pathLst>
                <a:path w="327025" h="441325">
                  <a:moveTo>
                    <a:pt x="81660" y="0"/>
                  </a:moveTo>
                  <a:lnTo>
                    <a:pt x="0" y="71247"/>
                  </a:lnTo>
                  <a:lnTo>
                    <a:pt x="81660" y="163322"/>
                  </a:lnTo>
                  <a:lnTo>
                    <a:pt x="81660" y="122427"/>
                  </a:lnTo>
                  <a:lnTo>
                    <a:pt x="128022" y="138318"/>
                  </a:lnTo>
                  <a:lnTo>
                    <a:pt x="170694" y="160518"/>
                  </a:lnTo>
                  <a:lnTo>
                    <a:pt x="209206" y="188416"/>
                  </a:lnTo>
                  <a:lnTo>
                    <a:pt x="243087" y="221396"/>
                  </a:lnTo>
                  <a:lnTo>
                    <a:pt x="271864" y="258846"/>
                  </a:lnTo>
                  <a:lnTo>
                    <a:pt x="295068" y="300152"/>
                  </a:lnTo>
                  <a:lnTo>
                    <a:pt x="312225" y="344701"/>
                  </a:lnTo>
                  <a:lnTo>
                    <a:pt x="322865" y="391878"/>
                  </a:lnTo>
                  <a:lnTo>
                    <a:pt x="326516" y="441071"/>
                  </a:lnTo>
                  <a:lnTo>
                    <a:pt x="326516" y="359410"/>
                  </a:lnTo>
                  <a:lnTo>
                    <a:pt x="322865" y="310217"/>
                  </a:lnTo>
                  <a:lnTo>
                    <a:pt x="312225" y="263040"/>
                  </a:lnTo>
                  <a:lnTo>
                    <a:pt x="295068" y="218491"/>
                  </a:lnTo>
                  <a:lnTo>
                    <a:pt x="271864" y="177185"/>
                  </a:lnTo>
                  <a:lnTo>
                    <a:pt x="243087" y="139735"/>
                  </a:lnTo>
                  <a:lnTo>
                    <a:pt x="209206" y="106755"/>
                  </a:lnTo>
                  <a:lnTo>
                    <a:pt x="170694" y="78857"/>
                  </a:lnTo>
                  <a:lnTo>
                    <a:pt x="128022" y="56657"/>
                  </a:lnTo>
                  <a:lnTo>
                    <a:pt x="81660" y="4076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611992" y="3736085"/>
              <a:ext cx="327025" cy="370205"/>
            </a:xfrm>
            <a:custGeom>
              <a:avLst/>
              <a:gdLst/>
              <a:ahLst/>
              <a:cxnLst/>
              <a:rect l="l" t="t" r="r" b="b"/>
              <a:pathLst>
                <a:path w="327025" h="370204">
                  <a:moveTo>
                    <a:pt x="323976" y="0"/>
                  </a:moveTo>
                  <a:lnTo>
                    <a:pt x="314415" y="48064"/>
                  </a:lnTo>
                  <a:lnTo>
                    <a:pt x="298293" y="93172"/>
                  </a:lnTo>
                  <a:lnTo>
                    <a:pt x="276168" y="134828"/>
                  </a:lnTo>
                  <a:lnTo>
                    <a:pt x="248597" y="172537"/>
                  </a:lnTo>
                  <a:lnTo>
                    <a:pt x="216138" y="205803"/>
                  </a:lnTo>
                  <a:lnTo>
                    <a:pt x="179346" y="234132"/>
                  </a:lnTo>
                  <a:lnTo>
                    <a:pt x="138779" y="257027"/>
                  </a:lnTo>
                  <a:lnTo>
                    <a:pt x="94994" y="273994"/>
                  </a:lnTo>
                  <a:lnTo>
                    <a:pt x="48549" y="284538"/>
                  </a:lnTo>
                  <a:lnTo>
                    <a:pt x="0" y="288163"/>
                  </a:lnTo>
                  <a:lnTo>
                    <a:pt x="0" y="369824"/>
                  </a:lnTo>
                  <a:lnTo>
                    <a:pt x="40512" y="367284"/>
                  </a:lnTo>
                  <a:lnTo>
                    <a:pt x="87954" y="357727"/>
                  </a:lnTo>
                  <a:lnTo>
                    <a:pt x="132380" y="341699"/>
                  </a:lnTo>
                  <a:lnTo>
                    <a:pt x="173351" y="319767"/>
                  </a:lnTo>
                  <a:lnTo>
                    <a:pt x="210428" y="292500"/>
                  </a:lnTo>
                  <a:lnTo>
                    <a:pt x="243170" y="260466"/>
                  </a:lnTo>
                  <a:lnTo>
                    <a:pt x="271137" y="224234"/>
                  </a:lnTo>
                  <a:lnTo>
                    <a:pt x="293892" y="184373"/>
                  </a:lnTo>
                  <a:lnTo>
                    <a:pt x="310992" y="141450"/>
                  </a:lnTo>
                  <a:lnTo>
                    <a:pt x="322000" y="96034"/>
                  </a:lnTo>
                  <a:lnTo>
                    <a:pt x="326474" y="48695"/>
                  </a:lnTo>
                  <a:lnTo>
                    <a:pt x="3239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9325853" y="2964660"/>
            <a:ext cx="262890" cy="672465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Refined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9802114" y="4803140"/>
            <a:ext cx="556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Storage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9284334" y="3585209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304290" algn="l"/>
              </a:tabLst>
            </a:pP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heavy" sz="1200" spc="-1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Storage</a:t>
            </a: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2522601" y="2020595"/>
            <a:ext cx="10405110" cy="2661285"/>
            <a:chOff x="2522601" y="2020595"/>
            <a:chExt cx="10405110" cy="2661285"/>
          </a:xfrm>
        </p:grpSpPr>
        <p:pic>
          <p:nvPicPr>
            <p:cNvPr id="77" name="object 7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14608" y="4105212"/>
              <a:ext cx="576083" cy="576083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110466" y="3839235"/>
              <a:ext cx="437222" cy="437235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262866" y="4163593"/>
              <a:ext cx="437222" cy="437108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46433" y="2789309"/>
              <a:ext cx="827495" cy="751217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110277" y="2020595"/>
              <a:ext cx="388642" cy="417802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224477" y="2747022"/>
              <a:ext cx="703129" cy="771174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6287134" y="0"/>
                  </a:moveTo>
                  <a:lnTo>
                    <a:pt x="6287134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6287134" y="211200"/>
                  </a:lnTo>
                  <a:lnTo>
                    <a:pt x="6287134" y="281559"/>
                  </a:lnTo>
                  <a:lnTo>
                    <a:pt x="6613017" y="140843"/>
                  </a:lnTo>
                  <a:lnTo>
                    <a:pt x="62871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0" y="70358"/>
                  </a:moveTo>
                  <a:lnTo>
                    <a:pt x="6287134" y="70358"/>
                  </a:lnTo>
                  <a:lnTo>
                    <a:pt x="6287134" y="0"/>
                  </a:lnTo>
                  <a:lnTo>
                    <a:pt x="6613017" y="140843"/>
                  </a:lnTo>
                  <a:lnTo>
                    <a:pt x="6287134" y="281559"/>
                  </a:lnTo>
                  <a:lnTo>
                    <a:pt x="6287134" y="211200"/>
                  </a:lnTo>
                  <a:lnTo>
                    <a:pt x="0" y="211200"/>
                  </a:lnTo>
                  <a:lnTo>
                    <a:pt x="0" y="70358"/>
                  </a:lnTo>
                  <a:close/>
                </a:path>
              </a:pathLst>
            </a:custGeom>
            <a:ln w="25400">
              <a:solidFill>
                <a:srgbClr val="D7D7D7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 txBox="1"/>
          <p:nvPr/>
        </p:nvSpPr>
        <p:spPr>
          <a:xfrm>
            <a:off x="11983973" y="3580256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11537442" y="4775961"/>
            <a:ext cx="1308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Parallel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7466838" y="4464811"/>
            <a:ext cx="717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Flow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8" name="object 88" descr=""/>
          <p:cNvSpPr/>
          <p:nvPr/>
        </p:nvSpPr>
        <p:spPr>
          <a:xfrm>
            <a:off x="6933183" y="4683125"/>
            <a:ext cx="2066289" cy="281940"/>
          </a:xfrm>
          <a:custGeom>
            <a:avLst/>
            <a:gdLst/>
            <a:ahLst/>
            <a:cxnLst/>
            <a:rect l="l" t="t" r="r" b="b"/>
            <a:pathLst>
              <a:path w="2066290" h="281939">
                <a:moveTo>
                  <a:pt x="1925193" y="0"/>
                </a:moveTo>
                <a:lnTo>
                  <a:pt x="1925193" y="70485"/>
                </a:lnTo>
                <a:lnTo>
                  <a:pt x="0" y="70485"/>
                </a:lnTo>
                <a:lnTo>
                  <a:pt x="0" y="211200"/>
                </a:lnTo>
                <a:lnTo>
                  <a:pt x="1925193" y="211200"/>
                </a:lnTo>
                <a:lnTo>
                  <a:pt x="1925193" y="281686"/>
                </a:lnTo>
                <a:lnTo>
                  <a:pt x="2066036" y="140842"/>
                </a:lnTo>
                <a:lnTo>
                  <a:pt x="192519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 txBox="1"/>
          <p:nvPr/>
        </p:nvSpPr>
        <p:spPr>
          <a:xfrm>
            <a:off x="14211045" y="3934205"/>
            <a:ext cx="4641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14552167" y="4825746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14695169" y="566750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14379320" y="6965060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3" name="object 93" descr=""/>
          <p:cNvSpPr/>
          <p:nvPr/>
        </p:nvSpPr>
        <p:spPr>
          <a:xfrm>
            <a:off x="13945616" y="2694558"/>
            <a:ext cx="1860550" cy="5528310"/>
          </a:xfrm>
          <a:custGeom>
            <a:avLst/>
            <a:gdLst/>
            <a:ahLst/>
            <a:cxnLst/>
            <a:rect l="l" t="t" r="r" b="b"/>
            <a:pathLst>
              <a:path w="1860550" h="5528309">
                <a:moveTo>
                  <a:pt x="1860423" y="0"/>
                </a:moveTo>
                <a:lnTo>
                  <a:pt x="1638427" y="126619"/>
                </a:lnTo>
                <a:lnTo>
                  <a:pt x="1701723" y="168948"/>
                </a:lnTo>
                <a:lnTo>
                  <a:pt x="0" y="2715514"/>
                </a:lnTo>
                <a:lnTo>
                  <a:pt x="61772" y="2756751"/>
                </a:lnTo>
                <a:lnTo>
                  <a:pt x="62141" y="2757665"/>
                </a:lnTo>
                <a:lnTo>
                  <a:pt x="49784" y="2750947"/>
                </a:lnTo>
                <a:lnTo>
                  <a:pt x="13462" y="2818003"/>
                </a:lnTo>
                <a:lnTo>
                  <a:pt x="53530" y="2839745"/>
                </a:lnTo>
                <a:lnTo>
                  <a:pt x="21844" y="2861056"/>
                </a:lnTo>
                <a:lnTo>
                  <a:pt x="1701215" y="5359501"/>
                </a:lnTo>
                <a:lnTo>
                  <a:pt x="1638046" y="5401945"/>
                </a:lnTo>
                <a:lnTo>
                  <a:pt x="1860423" y="5527929"/>
                </a:lnTo>
                <a:lnTo>
                  <a:pt x="1842808" y="5391150"/>
                </a:lnTo>
                <a:lnTo>
                  <a:pt x="1827784" y="5274437"/>
                </a:lnTo>
                <a:lnTo>
                  <a:pt x="1764474" y="5316982"/>
                </a:lnTo>
                <a:lnTo>
                  <a:pt x="125653" y="2878874"/>
                </a:lnTo>
                <a:lnTo>
                  <a:pt x="1641335" y="3701135"/>
                </a:lnTo>
                <a:lnTo>
                  <a:pt x="1605026" y="3768090"/>
                </a:lnTo>
                <a:lnTo>
                  <a:pt x="1860423" y="3776726"/>
                </a:lnTo>
                <a:lnTo>
                  <a:pt x="1820303" y="3719322"/>
                </a:lnTo>
                <a:lnTo>
                  <a:pt x="1713992" y="3567176"/>
                </a:lnTo>
                <a:lnTo>
                  <a:pt x="1677644" y="3634194"/>
                </a:lnTo>
                <a:lnTo>
                  <a:pt x="79603" y="2767139"/>
                </a:lnTo>
                <a:lnTo>
                  <a:pt x="1663788" y="2111235"/>
                </a:lnTo>
                <a:lnTo>
                  <a:pt x="1692910" y="2181606"/>
                </a:lnTo>
                <a:lnTo>
                  <a:pt x="1827682" y="2026285"/>
                </a:lnTo>
                <a:lnTo>
                  <a:pt x="1860423" y="1988566"/>
                </a:lnTo>
                <a:lnTo>
                  <a:pt x="1605534" y="1970405"/>
                </a:lnTo>
                <a:lnTo>
                  <a:pt x="1634667" y="2040839"/>
                </a:lnTo>
                <a:lnTo>
                  <a:pt x="124714" y="2665996"/>
                </a:lnTo>
                <a:lnTo>
                  <a:pt x="1765071" y="211277"/>
                </a:lnTo>
                <a:lnTo>
                  <a:pt x="1828419" y="253619"/>
                </a:lnTo>
                <a:lnTo>
                  <a:pt x="1843087" y="137287"/>
                </a:lnTo>
                <a:lnTo>
                  <a:pt x="186042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97" name="object 9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104" name="object 104" descr=""/>
          <p:cNvSpPr txBox="1"/>
          <p:nvPr/>
        </p:nvSpPr>
        <p:spPr>
          <a:xfrm>
            <a:off x="4628515" y="2891790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Import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Import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5" name="object 105" descr=""/>
          <p:cNvSpPr/>
          <p:nvPr/>
        </p:nvSpPr>
        <p:spPr>
          <a:xfrm>
            <a:off x="2586227" y="4719701"/>
            <a:ext cx="2407285" cy="281940"/>
          </a:xfrm>
          <a:custGeom>
            <a:avLst/>
            <a:gdLst/>
            <a:ahLst/>
            <a:cxnLst/>
            <a:rect l="l" t="t" r="r" b="b"/>
            <a:pathLst>
              <a:path w="2407285" h="281939">
                <a:moveTo>
                  <a:pt x="2266442" y="0"/>
                </a:moveTo>
                <a:lnTo>
                  <a:pt x="2266442" y="70358"/>
                </a:lnTo>
                <a:lnTo>
                  <a:pt x="0" y="70358"/>
                </a:lnTo>
                <a:lnTo>
                  <a:pt x="0" y="211074"/>
                </a:lnTo>
                <a:lnTo>
                  <a:pt x="2266442" y="211074"/>
                </a:lnTo>
                <a:lnTo>
                  <a:pt x="2266442" y="281559"/>
                </a:lnTo>
                <a:lnTo>
                  <a:pt x="2407285" y="140715"/>
                </a:lnTo>
                <a:lnTo>
                  <a:pt x="22664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 txBox="1"/>
          <p:nvPr/>
        </p:nvSpPr>
        <p:spPr>
          <a:xfrm>
            <a:off x="2908173" y="4524883"/>
            <a:ext cx="1522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Change</a:t>
            </a:r>
            <a:r>
              <a:rPr dirty="0" sz="1200" spc="-4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r>
              <a:rPr dirty="0" sz="1200" spc="-4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Capture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1563116" y="8158014"/>
            <a:ext cx="50927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7056881" y="8439015"/>
            <a:ext cx="937894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9348978" y="8688951"/>
            <a:ext cx="138112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Reference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Models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11852275" y="8688951"/>
            <a:ext cx="77597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Dashboard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17071593" y="8810872"/>
            <a:ext cx="254000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16137762" y="8852959"/>
            <a:ext cx="391795" cy="22860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1591436" y="8932790"/>
            <a:ext cx="506730" cy="4121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Mobile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81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30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60018"/>
            <a:ext cx="1395793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173360"/>
                </a:solidFill>
              </a:rPr>
              <a:t>Unified</a:t>
            </a:r>
            <a:r>
              <a:rPr dirty="0" sz="4000" spc="-125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Architecture</a:t>
            </a:r>
            <a:r>
              <a:rPr dirty="0" sz="4000" spc="-95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for</a:t>
            </a:r>
            <a:r>
              <a:rPr dirty="0" sz="4000" spc="-140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Modern</a:t>
            </a:r>
            <a:r>
              <a:rPr dirty="0" sz="4000" spc="-110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Data</a:t>
            </a:r>
            <a:r>
              <a:rPr dirty="0" sz="4000" spc="-120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Analytics</a:t>
            </a:r>
            <a:r>
              <a:rPr dirty="0" sz="4000" spc="-110">
                <a:solidFill>
                  <a:srgbClr val="173360"/>
                </a:solidFill>
              </a:rPr>
              <a:t> </a:t>
            </a:r>
            <a:r>
              <a:rPr dirty="0" sz="4000" spc="-10">
                <a:solidFill>
                  <a:srgbClr val="173360"/>
                </a:solidFill>
              </a:rPr>
              <a:t>Solutions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673100" y="2007870"/>
            <a:ext cx="1835150" cy="3112135"/>
            <a:chOff x="673100" y="2007870"/>
            <a:chExt cx="1835150" cy="31121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189" y="2936215"/>
              <a:ext cx="359486" cy="6339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69809" y="2577846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5" h="549910">
                  <a:moveTo>
                    <a:pt x="335826" y="0"/>
                  </a:moveTo>
                  <a:lnTo>
                    <a:pt x="42265" y="0"/>
                  </a:lnTo>
                  <a:lnTo>
                    <a:pt x="26038" y="3288"/>
                  </a:lnTo>
                  <a:lnTo>
                    <a:pt x="12579" y="12303"/>
                  </a:lnTo>
                  <a:lnTo>
                    <a:pt x="3396" y="25771"/>
                  </a:lnTo>
                  <a:lnTo>
                    <a:pt x="0" y="42418"/>
                  </a:lnTo>
                  <a:lnTo>
                    <a:pt x="0" y="507237"/>
                  </a:lnTo>
                  <a:lnTo>
                    <a:pt x="3396" y="523436"/>
                  </a:lnTo>
                  <a:lnTo>
                    <a:pt x="12579" y="536908"/>
                  </a:lnTo>
                  <a:lnTo>
                    <a:pt x="26038" y="546117"/>
                  </a:lnTo>
                  <a:lnTo>
                    <a:pt x="42265" y="549528"/>
                  </a:lnTo>
                  <a:lnTo>
                    <a:pt x="422948" y="549528"/>
                  </a:lnTo>
                  <a:lnTo>
                    <a:pt x="439521" y="546117"/>
                  </a:lnTo>
                  <a:lnTo>
                    <a:pt x="452951" y="536908"/>
                  </a:lnTo>
                  <a:lnTo>
                    <a:pt x="461952" y="523436"/>
                  </a:lnTo>
                  <a:lnTo>
                    <a:pt x="465239" y="507237"/>
                  </a:lnTo>
                  <a:lnTo>
                    <a:pt x="42265" y="507237"/>
                  </a:lnTo>
                  <a:lnTo>
                    <a:pt x="42265" y="42418"/>
                  </a:lnTo>
                  <a:lnTo>
                    <a:pt x="395135" y="42418"/>
                  </a:lnTo>
                  <a:lnTo>
                    <a:pt x="365417" y="12700"/>
                  </a:lnTo>
                  <a:lnTo>
                    <a:pt x="359132" y="7179"/>
                  </a:lnTo>
                  <a:lnTo>
                    <a:pt x="352055" y="3288"/>
                  </a:lnTo>
                  <a:lnTo>
                    <a:pt x="344039" y="805"/>
                  </a:lnTo>
                  <a:lnTo>
                    <a:pt x="335826" y="0"/>
                  </a:lnTo>
                  <a:close/>
                </a:path>
                <a:path w="465455" h="549910">
                  <a:moveTo>
                    <a:pt x="395135" y="42418"/>
                  </a:moveTo>
                  <a:lnTo>
                    <a:pt x="335826" y="42418"/>
                  </a:lnTo>
                  <a:lnTo>
                    <a:pt x="422948" y="129412"/>
                  </a:lnTo>
                  <a:lnTo>
                    <a:pt x="422948" y="507237"/>
                  </a:lnTo>
                  <a:lnTo>
                    <a:pt x="465239" y="507237"/>
                  </a:lnTo>
                  <a:lnTo>
                    <a:pt x="465239" y="129412"/>
                  </a:lnTo>
                  <a:lnTo>
                    <a:pt x="464451" y="121681"/>
                  </a:lnTo>
                  <a:lnTo>
                    <a:pt x="462079" y="113950"/>
                  </a:lnTo>
                  <a:lnTo>
                    <a:pt x="458113" y="106552"/>
                  </a:lnTo>
                  <a:lnTo>
                    <a:pt x="452539" y="99822"/>
                  </a:lnTo>
                  <a:lnTo>
                    <a:pt x="395135" y="4241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884" y="2577846"/>
              <a:ext cx="169164" cy="1690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85800" y="2020570"/>
              <a:ext cx="1809750" cy="3086735"/>
            </a:xfrm>
            <a:custGeom>
              <a:avLst/>
              <a:gdLst/>
              <a:ahLst/>
              <a:cxnLst/>
              <a:rect l="l" t="t" r="r" b="b"/>
              <a:pathLst>
                <a:path w="1809750" h="3086735">
                  <a:moveTo>
                    <a:pt x="0" y="91185"/>
                  </a:moveTo>
                  <a:lnTo>
                    <a:pt x="7164" y="55721"/>
                  </a:lnTo>
                  <a:lnTo>
                    <a:pt x="26703" y="26733"/>
                  </a:lnTo>
                  <a:lnTo>
                    <a:pt x="55683" y="7175"/>
                  </a:lnTo>
                  <a:lnTo>
                    <a:pt x="91173" y="0"/>
                  </a:lnTo>
                  <a:lnTo>
                    <a:pt x="1718183" y="0"/>
                  </a:lnTo>
                  <a:lnTo>
                    <a:pt x="1753701" y="7175"/>
                  </a:lnTo>
                  <a:lnTo>
                    <a:pt x="1782683" y="26733"/>
                  </a:lnTo>
                  <a:lnTo>
                    <a:pt x="1802211" y="55721"/>
                  </a:lnTo>
                  <a:lnTo>
                    <a:pt x="1809369" y="91185"/>
                  </a:lnTo>
                  <a:lnTo>
                    <a:pt x="1809369" y="2995294"/>
                  </a:lnTo>
                  <a:lnTo>
                    <a:pt x="1802211" y="3030739"/>
                  </a:lnTo>
                  <a:lnTo>
                    <a:pt x="1782683" y="3059684"/>
                  </a:lnTo>
                  <a:lnTo>
                    <a:pt x="1753701" y="3079198"/>
                  </a:lnTo>
                  <a:lnTo>
                    <a:pt x="1718183" y="3086354"/>
                  </a:lnTo>
                  <a:lnTo>
                    <a:pt x="91173" y="3086354"/>
                  </a:lnTo>
                  <a:lnTo>
                    <a:pt x="55683" y="3079198"/>
                  </a:lnTo>
                  <a:lnTo>
                    <a:pt x="26703" y="3059683"/>
                  </a:lnTo>
                  <a:lnTo>
                    <a:pt x="7164" y="3030739"/>
                  </a:lnTo>
                  <a:lnTo>
                    <a:pt x="0" y="2995294"/>
                  </a:lnTo>
                  <a:lnTo>
                    <a:pt x="0" y="9118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46480" y="2077593"/>
            <a:ext cx="1087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70050" y="2725039"/>
            <a:ext cx="2590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26183" y="4436745"/>
            <a:ext cx="224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07007" y="3541268"/>
            <a:ext cx="484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Extract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73100" y="3388867"/>
            <a:ext cx="1854200" cy="6233160"/>
            <a:chOff x="673100" y="3388867"/>
            <a:chExt cx="1854200" cy="623316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" y="6605040"/>
              <a:ext cx="559067" cy="54941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295" y="7319575"/>
              <a:ext cx="737612" cy="57476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421" y="5912110"/>
              <a:ext cx="591259" cy="59125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8157" y="3388867"/>
              <a:ext cx="608479" cy="65715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1170" y="4215345"/>
              <a:ext cx="716953" cy="67376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0930" y="8096559"/>
              <a:ext cx="553623" cy="553623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8100" y="8853258"/>
              <a:ext cx="582110" cy="51289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685800" y="5483605"/>
              <a:ext cx="1828800" cy="4125595"/>
            </a:xfrm>
            <a:custGeom>
              <a:avLst/>
              <a:gdLst/>
              <a:ahLst/>
              <a:cxnLst/>
              <a:rect l="l" t="t" r="r" b="b"/>
              <a:pathLst>
                <a:path w="1828800" h="4125595">
                  <a:moveTo>
                    <a:pt x="0" y="92202"/>
                  </a:moveTo>
                  <a:lnTo>
                    <a:pt x="7242" y="56310"/>
                  </a:lnTo>
                  <a:lnTo>
                    <a:pt x="26992" y="27003"/>
                  </a:lnTo>
                  <a:lnTo>
                    <a:pt x="56283" y="7244"/>
                  </a:lnTo>
                  <a:lnTo>
                    <a:pt x="92151" y="0"/>
                  </a:lnTo>
                  <a:lnTo>
                    <a:pt x="1736598" y="0"/>
                  </a:lnTo>
                  <a:lnTo>
                    <a:pt x="1772489" y="7244"/>
                  </a:lnTo>
                  <a:lnTo>
                    <a:pt x="1801796" y="27003"/>
                  </a:lnTo>
                  <a:lnTo>
                    <a:pt x="1821555" y="56310"/>
                  </a:lnTo>
                  <a:lnTo>
                    <a:pt x="1828800" y="92202"/>
                  </a:lnTo>
                  <a:lnTo>
                    <a:pt x="1828800" y="4033151"/>
                  </a:lnTo>
                  <a:lnTo>
                    <a:pt x="1821555" y="4069019"/>
                  </a:lnTo>
                  <a:lnTo>
                    <a:pt x="1801796" y="4098310"/>
                  </a:lnTo>
                  <a:lnTo>
                    <a:pt x="1772489" y="4118060"/>
                  </a:lnTo>
                  <a:lnTo>
                    <a:pt x="1736598" y="4125302"/>
                  </a:lnTo>
                  <a:lnTo>
                    <a:pt x="92151" y="4125302"/>
                  </a:lnTo>
                  <a:lnTo>
                    <a:pt x="56283" y="4118060"/>
                  </a:lnTo>
                  <a:lnTo>
                    <a:pt x="26992" y="4098310"/>
                  </a:lnTo>
                  <a:lnTo>
                    <a:pt x="7242" y="4069019"/>
                  </a:lnTo>
                  <a:lnTo>
                    <a:pt x="0" y="4033151"/>
                  </a:lnTo>
                  <a:lnTo>
                    <a:pt x="0" y="9220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/>
          <p:nvPr/>
        </p:nvSpPr>
        <p:spPr>
          <a:xfrm>
            <a:off x="15904971" y="1711070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08"/>
                </a:lnTo>
                <a:lnTo>
                  <a:pt x="1667335" y="1699593"/>
                </a:lnTo>
                <a:lnTo>
                  <a:pt x="1640250" y="1717843"/>
                </a:lnTo>
                <a:lnTo>
                  <a:pt x="1607058" y="1724532"/>
                </a:lnTo>
                <a:lnTo>
                  <a:pt x="85217" y="1724532"/>
                </a:lnTo>
                <a:lnTo>
                  <a:pt x="52024" y="1717843"/>
                </a:lnTo>
                <a:lnTo>
                  <a:pt x="24939" y="1699593"/>
                </a:lnTo>
                <a:lnTo>
                  <a:pt x="6689" y="167250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6156686" y="1766061"/>
            <a:ext cx="1188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Enterprise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DW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904971" y="3622675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60">
                <a:moveTo>
                  <a:pt x="0" y="85217"/>
                </a:moveTo>
                <a:lnTo>
                  <a:pt x="6689" y="52077"/>
                </a:lnTo>
                <a:lnTo>
                  <a:pt x="24939" y="24987"/>
                </a:lnTo>
                <a:lnTo>
                  <a:pt x="52024" y="6707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707"/>
                </a:lnTo>
                <a:lnTo>
                  <a:pt x="1667335" y="24987"/>
                </a:lnTo>
                <a:lnTo>
                  <a:pt x="1685585" y="52077"/>
                </a:lnTo>
                <a:lnTo>
                  <a:pt x="1692275" y="85217"/>
                </a:lnTo>
                <a:lnTo>
                  <a:pt x="1692275" y="1639315"/>
                </a:lnTo>
                <a:lnTo>
                  <a:pt x="1685585" y="1672528"/>
                </a:lnTo>
                <a:lnTo>
                  <a:pt x="1667335" y="1699656"/>
                </a:lnTo>
                <a:lnTo>
                  <a:pt x="1640250" y="1717950"/>
                </a:lnTo>
                <a:lnTo>
                  <a:pt x="1607058" y="1724660"/>
                </a:lnTo>
                <a:lnTo>
                  <a:pt x="85217" y="1724660"/>
                </a:lnTo>
                <a:lnTo>
                  <a:pt x="52024" y="1717950"/>
                </a:lnTo>
                <a:lnTo>
                  <a:pt x="24939" y="1699656"/>
                </a:lnTo>
                <a:lnTo>
                  <a:pt x="6689" y="1672528"/>
                </a:lnTo>
                <a:lnTo>
                  <a:pt x="0" y="1639315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6417289" y="3678173"/>
            <a:ext cx="6686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5925545" y="5534278"/>
            <a:ext cx="1692910" cy="1724660"/>
          </a:xfrm>
          <a:custGeom>
            <a:avLst/>
            <a:gdLst/>
            <a:ahLst/>
            <a:cxnLst/>
            <a:rect l="l" t="t" r="r" b="b"/>
            <a:pathLst>
              <a:path w="1692909" h="1724659">
                <a:moveTo>
                  <a:pt x="0" y="85344"/>
                </a:moveTo>
                <a:lnTo>
                  <a:pt x="6709" y="52131"/>
                </a:lnTo>
                <a:lnTo>
                  <a:pt x="25003" y="25003"/>
                </a:lnTo>
                <a:lnTo>
                  <a:pt x="52131" y="6709"/>
                </a:lnTo>
                <a:lnTo>
                  <a:pt x="85344" y="0"/>
                </a:lnTo>
                <a:lnTo>
                  <a:pt x="1607184" y="0"/>
                </a:lnTo>
                <a:lnTo>
                  <a:pt x="1640324" y="6709"/>
                </a:lnTo>
                <a:lnTo>
                  <a:pt x="1667414" y="25003"/>
                </a:lnTo>
                <a:lnTo>
                  <a:pt x="1685694" y="52131"/>
                </a:lnTo>
                <a:lnTo>
                  <a:pt x="1692402" y="85344"/>
                </a:lnTo>
                <a:lnTo>
                  <a:pt x="1692402" y="1639443"/>
                </a:lnTo>
                <a:lnTo>
                  <a:pt x="1685694" y="1672582"/>
                </a:lnTo>
                <a:lnTo>
                  <a:pt x="1667414" y="1699672"/>
                </a:lnTo>
                <a:lnTo>
                  <a:pt x="1640324" y="1717952"/>
                </a:lnTo>
                <a:lnTo>
                  <a:pt x="1607184" y="1724660"/>
                </a:lnTo>
                <a:lnTo>
                  <a:pt x="85344" y="1724660"/>
                </a:lnTo>
                <a:lnTo>
                  <a:pt x="52131" y="1717952"/>
                </a:lnTo>
                <a:lnTo>
                  <a:pt x="25003" y="1699672"/>
                </a:lnTo>
                <a:lnTo>
                  <a:pt x="6709" y="1672582"/>
                </a:lnTo>
                <a:lnTo>
                  <a:pt x="0" y="1639443"/>
                </a:lnTo>
                <a:lnTo>
                  <a:pt x="0" y="85344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6101187" y="5590158"/>
            <a:ext cx="134302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Search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/</a:t>
            </a:r>
            <a:r>
              <a:rPr dirty="0" sz="14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Explore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396344" y="4196940"/>
            <a:ext cx="733571" cy="743098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82082" y="2347795"/>
            <a:ext cx="795454" cy="74753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10742" y="6125190"/>
            <a:ext cx="789612" cy="789612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14211045" y="3934205"/>
            <a:ext cx="4641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Export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4552167" y="4825746"/>
            <a:ext cx="29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695169" y="5667502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Search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4379320" y="6965060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22400" y="5541390"/>
            <a:ext cx="11537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Sources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678685" y="6225032"/>
            <a:ext cx="614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IoT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591436" y="8946286"/>
            <a:ext cx="5067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Mobile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617091" y="7524699"/>
            <a:ext cx="61087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Location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63116" y="8171510"/>
            <a:ext cx="5092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549653" y="6777990"/>
            <a:ext cx="705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Telemetry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6977760" y="6107557"/>
            <a:ext cx="2137410" cy="281940"/>
          </a:xfrm>
          <a:custGeom>
            <a:avLst/>
            <a:gdLst/>
            <a:ahLst/>
            <a:cxnLst/>
            <a:rect l="l" t="t" r="r" b="b"/>
            <a:pathLst>
              <a:path w="2137409" h="281939">
                <a:moveTo>
                  <a:pt x="1996186" y="0"/>
                </a:moveTo>
                <a:lnTo>
                  <a:pt x="1996186" y="70357"/>
                </a:lnTo>
                <a:lnTo>
                  <a:pt x="0" y="70357"/>
                </a:lnTo>
                <a:lnTo>
                  <a:pt x="0" y="211200"/>
                </a:lnTo>
                <a:lnTo>
                  <a:pt x="1996186" y="211200"/>
                </a:lnTo>
                <a:lnTo>
                  <a:pt x="1996186" y="281558"/>
                </a:lnTo>
                <a:lnTo>
                  <a:pt x="2137029" y="140842"/>
                </a:lnTo>
                <a:lnTo>
                  <a:pt x="199618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7196455" y="593115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pic>
        <p:nvPicPr>
          <p:cNvPr id="42" name="object 42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21834" y="4393438"/>
            <a:ext cx="1854199" cy="5220462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5516371" y="4463922"/>
            <a:ext cx="866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Event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Hub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9168256" y="2020570"/>
            <a:ext cx="4177665" cy="3086735"/>
          </a:xfrm>
          <a:custGeom>
            <a:avLst/>
            <a:gdLst/>
            <a:ahLst/>
            <a:cxnLst/>
            <a:rect l="l" t="t" r="r" b="b"/>
            <a:pathLst>
              <a:path w="4177665" h="3086735">
                <a:moveTo>
                  <a:pt x="0" y="155575"/>
                </a:moveTo>
                <a:lnTo>
                  <a:pt x="7924" y="106428"/>
                </a:lnTo>
                <a:lnTo>
                  <a:pt x="29992" y="63724"/>
                </a:lnTo>
                <a:lnTo>
                  <a:pt x="63642" y="30037"/>
                </a:lnTo>
                <a:lnTo>
                  <a:pt x="106314" y="7938"/>
                </a:lnTo>
                <a:lnTo>
                  <a:pt x="155448" y="0"/>
                </a:lnTo>
                <a:lnTo>
                  <a:pt x="4022089" y="0"/>
                </a:lnTo>
                <a:lnTo>
                  <a:pt x="4071236" y="7938"/>
                </a:lnTo>
                <a:lnTo>
                  <a:pt x="4113940" y="30037"/>
                </a:lnTo>
                <a:lnTo>
                  <a:pt x="4147627" y="63724"/>
                </a:lnTo>
                <a:lnTo>
                  <a:pt x="4169726" y="106428"/>
                </a:lnTo>
                <a:lnTo>
                  <a:pt x="4177664" y="155575"/>
                </a:lnTo>
                <a:lnTo>
                  <a:pt x="4177664" y="2930905"/>
                </a:lnTo>
                <a:lnTo>
                  <a:pt x="4169726" y="2980052"/>
                </a:lnTo>
                <a:lnTo>
                  <a:pt x="4147627" y="3022756"/>
                </a:lnTo>
                <a:lnTo>
                  <a:pt x="4113940" y="3056443"/>
                </a:lnTo>
                <a:lnTo>
                  <a:pt x="4071236" y="3078542"/>
                </a:lnTo>
                <a:lnTo>
                  <a:pt x="4022089" y="3086480"/>
                </a:lnTo>
                <a:lnTo>
                  <a:pt x="155448" y="3086480"/>
                </a:lnTo>
                <a:lnTo>
                  <a:pt x="106314" y="3078542"/>
                </a:lnTo>
                <a:lnTo>
                  <a:pt x="63642" y="3056443"/>
                </a:lnTo>
                <a:lnTo>
                  <a:pt x="29992" y="3022756"/>
                </a:lnTo>
                <a:lnTo>
                  <a:pt x="7924" y="2980052"/>
                </a:lnTo>
                <a:lnTo>
                  <a:pt x="0" y="2930905"/>
                </a:lnTo>
                <a:lnTo>
                  <a:pt x="0" y="15557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10527918" y="2096516"/>
            <a:ext cx="14598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Big</a:t>
            </a:r>
            <a:r>
              <a:rPr dirty="0" sz="14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9291690" y="4131317"/>
            <a:ext cx="262890" cy="381000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25" b="1">
                <a:solidFill>
                  <a:srgbClr val="221F1F"/>
                </a:solidFill>
                <a:latin typeface="Malgun Gothic"/>
                <a:cs typeface="Malgun Gothic"/>
              </a:rPr>
              <a:t>Raw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9677018" y="2852673"/>
            <a:ext cx="1261745" cy="1812289"/>
            <a:chOff x="9677018" y="2852673"/>
            <a:chExt cx="1261745" cy="1812289"/>
          </a:xfrm>
        </p:grpSpPr>
        <p:pic>
          <p:nvPicPr>
            <p:cNvPr id="48" name="object 4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7018" y="3211043"/>
              <a:ext cx="359486" cy="63397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9761727" y="28526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57764" y="2852673"/>
              <a:ext cx="169163" cy="169036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29418" y="3363443"/>
              <a:ext cx="359486" cy="6339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9914127" y="3005073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291" y="0"/>
                  </a:lnTo>
                  <a:lnTo>
                    <a:pt x="26038" y="3268"/>
                  </a:lnTo>
                  <a:lnTo>
                    <a:pt x="12573" y="12239"/>
                  </a:lnTo>
                  <a:lnTo>
                    <a:pt x="3393" y="25663"/>
                  </a:lnTo>
                  <a:lnTo>
                    <a:pt x="0" y="42291"/>
                  </a:lnTo>
                  <a:lnTo>
                    <a:pt x="0" y="507110"/>
                  </a:lnTo>
                  <a:lnTo>
                    <a:pt x="3393" y="523363"/>
                  </a:lnTo>
                  <a:lnTo>
                    <a:pt x="12573" y="536828"/>
                  </a:lnTo>
                  <a:lnTo>
                    <a:pt x="26038" y="546008"/>
                  </a:lnTo>
                  <a:lnTo>
                    <a:pt x="42291" y="549401"/>
                  </a:lnTo>
                  <a:lnTo>
                    <a:pt x="422910" y="549401"/>
                  </a:lnTo>
                  <a:lnTo>
                    <a:pt x="439483" y="546008"/>
                  </a:lnTo>
                  <a:lnTo>
                    <a:pt x="452913" y="536828"/>
                  </a:lnTo>
                  <a:lnTo>
                    <a:pt x="461914" y="523363"/>
                  </a:lnTo>
                  <a:lnTo>
                    <a:pt x="465200" y="507110"/>
                  </a:lnTo>
                  <a:lnTo>
                    <a:pt x="42291" y="507110"/>
                  </a:lnTo>
                  <a:lnTo>
                    <a:pt x="42291" y="42291"/>
                  </a:lnTo>
                  <a:lnTo>
                    <a:pt x="395013" y="42291"/>
                  </a:lnTo>
                  <a:lnTo>
                    <a:pt x="365378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5"/>
                  </a:lnTo>
                  <a:lnTo>
                    <a:pt x="422910" y="507110"/>
                  </a:lnTo>
                  <a:lnTo>
                    <a:pt x="465200" y="507110"/>
                  </a:lnTo>
                  <a:lnTo>
                    <a:pt x="465200" y="129285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210164" y="3005073"/>
              <a:ext cx="169163" cy="169036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10800" y="4321150"/>
              <a:ext cx="359486" cy="63397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9795509" y="39627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91546" y="3962780"/>
              <a:ext cx="169163" cy="169037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63200" y="4473550"/>
              <a:ext cx="359486" cy="63397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9947909" y="4115180"/>
              <a:ext cx="465455" cy="549910"/>
            </a:xfrm>
            <a:custGeom>
              <a:avLst/>
              <a:gdLst/>
              <a:ahLst/>
              <a:cxnLst/>
              <a:rect l="l" t="t" r="r" b="b"/>
              <a:pathLst>
                <a:path w="465454" h="549910">
                  <a:moveTo>
                    <a:pt x="335788" y="0"/>
                  </a:moveTo>
                  <a:lnTo>
                    <a:pt x="42164" y="0"/>
                  </a:lnTo>
                  <a:lnTo>
                    <a:pt x="25985" y="3268"/>
                  </a:lnTo>
                  <a:lnTo>
                    <a:pt x="12557" y="12239"/>
                  </a:lnTo>
                  <a:lnTo>
                    <a:pt x="3391" y="25663"/>
                  </a:lnTo>
                  <a:lnTo>
                    <a:pt x="0" y="42291"/>
                  </a:lnTo>
                  <a:lnTo>
                    <a:pt x="0" y="507111"/>
                  </a:lnTo>
                  <a:lnTo>
                    <a:pt x="3391" y="523363"/>
                  </a:lnTo>
                  <a:lnTo>
                    <a:pt x="12557" y="536829"/>
                  </a:lnTo>
                  <a:lnTo>
                    <a:pt x="25985" y="546008"/>
                  </a:lnTo>
                  <a:lnTo>
                    <a:pt x="42164" y="549402"/>
                  </a:lnTo>
                  <a:lnTo>
                    <a:pt x="422910" y="549402"/>
                  </a:lnTo>
                  <a:lnTo>
                    <a:pt x="439483" y="546008"/>
                  </a:lnTo>
                  <a:lnTo>
                    <a:pt x="452913" y="536829"/>
                  </a:lnTo>
                  <a:lnTo>
                    <a:pt x="461914" y="523363"/>
                  </a:lnTo>
                  <a:lnTo>
                    <a:pt x="465200" y="507111"/>
                  </a:lnTo>
                  <a:lnTo>
                    <a:pt x="42164" y="507111"/>
                  </a:lnTo>
                  <a:lnTo>
                    <a:pt x="42164" y="42291"/>
                  </a:lnTo>
                  <a:lnTo>
                    <a:pt x="395013" y="42291"/>
                  </a:lnTo>
                  <a:lnTo>
                    <a:pt x="365379" y="12700"/>
                  </a:lnTo>
                  <a:lnTo>
                    <a:pt x="359094" y="7125"/>
                  </a:lnTo>
                  <a:lnTo>
                    <a:pt x="352068" y="3268"/>
                  </a:lnTo>
                  <a:lnTo>
                    <a:pt x="352231" y="3268"/>
                  </a:lnTo>
                  <a:lnTo>
                    <a:pt x="344001" y="787"/>
                  </a:lnTo>
                  <a:lnTo>
                    <a:pt x="335788" y="0"/>
                  </a:lnTo>
                  <a:close/>
                </a:path>
                <a:path w="465454" h="549910">
                  <a:moveTo>
                    <a:pt x="395013" y="42291"/>
                  </a:moveTo>
                  <a:lnTo>
                    <a:pt x="335788" y="42291"/>
                  </a:lnTo>
                  <a:lnTo>
                    <a:pt x="422910" y="129286"/>
                  </a:lnTo>
                  <a:lnTo>
                    <a:pt x="422910" y="507111"/>
                  </a:lnTo>
                  <a:lnTo>
                    <a:pt x="465200" y="507111"/>
                  </a:lnTo>
                  <a:lnTo>
                    <a:pt x="465200" y="129286"/>
                  </a:lnTo>
                  <a:lnTo>
                    <a:pt x="464413" y="121572"/>
                  </a:lnTo>
                  <a:lnTo>
                    <a:pt x="462041" y="113871"/>
                  </a:lnTo>
                  <a:lnTo>
                    <a:pt x="458075" y="106479"/>
                  </a:lnTo>
                  <a:lnTo>
                    <a:pt x="452500" y="99695"/>
                  </a:lnTo>
                  <a:lnTo>
                    <a:pt x="395013" y="4229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43946" y="4115180"/>
              <a:ext cx="169163" cy="169037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0611992" y="3335781"/>
              <a:ext cx="327025" cy="441325"/>
            </a:xfrm>
            <a:custGeom>
              <a:avLst/>
              <a:gdLst/>
              <a:ahLst/>
              <a:cxnLst/>
              <a:rect l="l" t="t" r="r" b="b"/>
              <a:pathLst>
                <a:path w="327025" h="441325">
                  <a:moveTo>
                    <a:pt x="81660" y="0"/>
                  </a:moveTo>
                  <a:lnTo>
                    <a:pt x="0" y="71247"/>
                  </a:lnTo>
                  <a:lnTo>
                    <a:pt x="81660" y="163322"/>
                  </a:lnTo>
                  <a:lnTo>
                    <a:pt x="81660" y="122427"/>
                  </a:lnTo>
                  <a:lnTo>
                    <a:pt x="128022" y="138318"/>
                  </a:lnTo>
                  <a:lnTo>
                    <a:pt x="170694" y="160518"/>
                  </a:lnTo>
                  <a:lnTo>
                    <a:pt x="209206" y="188416"/>
                  </a:lnTo>
                  <a:lnTo>
                    <a:pt x="243087" y="221396"/>
                  </a:lnTo>
                  <a:lnTo>
                    <a:pt x="271864" y="258846"/>
                  </a:lnTo>
                  <a:lnTo>
                    <a:pt x="295068" y="300152"/>
                  </a:lnTo>
                  <a:lnTo>
                    <a:pt x="312225" y="344701"/>
                  </a:lnTo>
                  <a:lnTo>
                    <a:pt x="322865" y="391878"/>
                  </a:lnTo>
                  <a:lnTo>
                    <a:pt x="326516" y="441071"/>
                  </a:lnTo>
                  <a:lnTo>
                    <a:pt x="326516" y="359410"/>
                  </a:lnTo>
                  <a:lnTo>
                    <a:pt x="322865" y="310217"/>
                  </a:lnTo>
                  <a:lnTo>
                    <a:pt x="312225" y="263040"/>
                  </a:lnTo>
                  <a:lnTo>
                    <a:pt x="295068" y="218491"/>
                  </a:lnTo>
                  <a:lnTo>
                    <a:pt x="271864" y="177185"/>
                  </a:lnTo>
                  <a:lnTo>
                    <a:pt x="243087" y="139735"/>
                  </a:lnTo>
                  <a:lnTo>
                    <a:pt x="209206" y="106755"/>
                  </a:lnTo>
                  <a:lnTo>
                    <a:pt x="170694" y="78857"/>
                  </a:lnTo>
                  <a:lnTo>
                    <a:pt x="128022" y="56657"/>
                  </a:lnTo>
                  <a:lnTo>
                    <a:pt x="81660" y="40767"/>
                  </a:lnTo>
                  <a:lnTo>
                    <a:pt x="81660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0611992" y="3736085"/>
              <a:ext cx="327025" cy="370205"/>
            </a:xfrm>
            <a:custGeom>
              <a:avLst/>
              <a:gdLst/>
              <a:ahLst/>
              <a:cxnLst/>
              <a:rect l="l" t="t" r="r" b="b"/>
              <a:pathLst>
                <a:path w="327025" h="370204">
                  <a:moveTo>
                    <a:pt x="323976" y="0"/>
                  </a:moveTo>
                  <a:lnTo>
                    <a:pt x="314415" y="48064"/>
                  </a:lnTo>
                  <a:lnTo>
                    <a:pt x="298293" y="93172"/>
                  </a:lnTo>
                  <a:lnTo>
                    <a:pt x="276168" y="134828"/>
                  </a:lnTo>
                  <a:lnTo>
                    <a:pt x="248597" y="172537"/>
                  </a:lnTo>
                  <a:lnTo>
                    <a:pt x="216138" y="205803"/>
                  </a:lnTo>
                  <a:lnTo>
                    <a:pt x="179346" y="234132"/>
                  </a:lnTo>
                  <a:lnTo>
                    <a:pt x="138779" y="257027"/>
                  </a:lnTo>
                  <a:lnTo>
                    <a:pt x="94994" y="273994"/>
                  </a:lnTo>
                  <a:lnTo>
                    <a:pt x="48549" y="284538"/>
                  </a:lnTo>
                  <a:lnTo>
                    <a:pt x="0" y="288163"/>
                  </a:lnTo>
                  <a:lnTo>
                    <a:pt x="0" y="369824"/>
                  </a:lnTo>
                  <a:lnTo>
                    <a:pt x="40512" y="367284"/>
                  </a:lnTo>
                  <a:lnTo>
                    <a:pt x="87954" y="357727"/>
                  </a:lnTo>
                  <a:lnTo>
                    <a:pt x="132380" y="341699"/>
                  </a:lnTo>
                  <a:lnTo>
                    <a:pt x="173351" y="319767"/>
                  </a:lnTo>
                  <a:lnTo>
                    <a:pt x="210428" y="292500"/>
                  </a:lnTo>
                  <a:lnTo>
                    <a:pt x="243170" y="260466"/>
                  </a:lnTo>
                  <a:lnTo>
                    <a:pt x="271137" y="224234"/>
                  </a:lnTo>
                  <a:lnTo>
                    <a:pt x="293892" y="184373"/>
                  </a:lnTo>
                  <a:lnTo>
                    <a:pt x="310992" y="141450"/>
                  </a:lnTo>
                  <a:lnTo>
                    <a:pt x="322000" y="96034"/>
                  </a:lnTo>
                  <a:lnTo>
                    <a:pt x="326474" y="48695"/>
                  </a:lnTo>
                  <a:lnTo>
                    <a:pt x="3239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9325853" y="2964660"/>
            <a:ext cx="262890" cy="672465"/>
          </a:xfrm>
          <a:prstGeom prst="rect">
            <a:avLst/>
          </a:prstGeom>
        </p:spPr>
        <p:txBody>
          <a:bodyPr wrap="square" lIns="0" tIns="285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Refined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9802114" y="4803140"/>
            <a:ext cx="5568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Storage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9284334" y="3585209"/>
            <a:ext cx="1317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0225" algn="l"/>
                <a:tab pos="1304290" algn="l"/>
              </a:tabLst>
            </a:pP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heavy" sz="1200" spc="-1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Storage</a:t>
            </a:r>
            <a:r>
              <a:rPr dirty="0" u="heavy" sz="1200">
                <a:solidFill>
                  <a:srgbClr val="0A182F"/>
                </a:solidFill>
                <a:uFill>
                  <a:solidFill>
                    <a:srgbClr val="F1F1F1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2522601" y="2020595"/>
            <a:ext cx="10405110" cy="2661285"/>
            <a:chOff x="2522601" y="2020595"/>
            <a:chExt cx="10405110" cy="2661285"/>
          </a:xfrm>
        </p:grpSpPr>
        <p:pic>
          <p:nvPicPr>
            <p:cNvPr id="66" name="object 6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714608" y="4105212"/>
              <a:ext cx="576083" cy="576083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110466" y="3839235"/>
              <a:ext cx="437222" cy="437235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262866" y="4163593"/>
              <a:ext cx="437222" cy="437108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346433" y="2789309"/>
              <a:ext cx="827495" cy="751217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110277" y="2020595"/>
              <a:ext cx="388642" cy="417802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224477" y="2747022"/>
              <a:ext cx="703129" cy="771174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6287134" y="0"/>
                  </a:moveTo>
                  <a:lnTo>
                    <a:pt x="6287134" y="70358"/>
                  </a:lnTo>
                  <a:lnTo>
                    <a:pt x="0" y="70358"/>
                  </a:lnTo>
                  <a:lnTo>
                    <a:pt x="0" y="211200"/>
                  </a:lnTo>
                  <a:lnTo>
                    <a:pt x="6287134" y="211200"/>
                  </a:lnTo>
                  <a:lnTo>
                    <a:pt x="6287134" y="281559"/>
                  </a:lnTo>
                  <a:lnTo>
                    <a:pt x="6613017" y="140843"/>
                  </a:lnTo>
                  <a:lnTo>
                    <a:pt x="62871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535301" y="3045333"/>
              <a:ext cx="6613525" cy="281940"/>
            </a:xfrm>
            <a:custGeom>
              <a:avLst/>
              <a:gdLst/>
              <a:ahLst/>
              <a:cxnLst/>
              <a:rect l="l" t="t" r="r" b="b"/>
              <a:pathLst>
                <a:path w="6613525" h="281939">
                  <a:moveTo>
                    <a:pt x="0" y="70358"/>
                  </a:moveTo>
                  <a:lnTo>
                    <a:pt x="6287134" y="70358"/>
                  </a:lnTo>
                  <a:lnTo>
                    <a:pt x="6287134" y="0"/>
                  </a:lnTo>
                  <a:lnTo>
                    <a:pt x="6613017" y="140843"/>
                  </a:lnTo>
                  <a:lnTo>
                    <a:pt x="6287134" y="281559"/>
                  </a:lnTo>
                  <a:lnTo>
                    <a:pt x="6287134" y="211200"/>
                  </a:lnTo>
                  <a:lnTo>
                    <a:pt x="0" y="211200"/>
                  </a:lnTo>
                  <a:lnTo>
                    <a:pt x="0" y="70358"/>
                  </a:lnTo>
                  <a:close/>
                </a:path>
              </a:pathLst>
            </a:custGeom>
            <a:ln w="25400">
              <a:solidFill>
                <a:srgbClr val="D7D7D7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11983973" y="3580256"/>
            <a:ext cx="4451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Result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11537442" y="4775961"/>
            <a:ext cx="1308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Parallel</a:t>
            </a:r>
            <a:r>
              <a:rPr dirty="0" sz="1200" spc="-5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6933183" y="4683125"/>
            <a:ext cx="2066289" cy="281940"/>
          </a:xfrm>
          <a:custGeom>
            <a:avLst/>
            <a:gdLst/>
            <a:ahLst/>
            <a:cxnLst/>
            <a:rect l="l" t="t" r="r" b="b"/>
            <a:pathLst>
              <a:path w="2066290" h="281939">
                <a:moveTo>
                  <a:pt x="1925193" y="0"/>
                </a:moveTo>
                <a:lnTo>
                  <a:pt x="1925193" y="70485"/>
                </a:lnTo>
                <a:lnTo>
                  <a:pt x="0" y="70485"/>
                </a:lnTo>
                <a:lnTo>
                  <a:pt x="0" y="211200"/>
                </a:lnTo>
                <a:lnTo>
                  <a:pt x="1925193" y="211200"/>
                </a:lnTo>
                <a:lnTo>
                  <a:pt x="1925193" y="281686"/>
                </a:lnTo>
                <a:lnTo>
                  <a:pt x="2066036" y="140842"/>
                </a:lnTo>
                <a:lnTo>
                  <a:pt x="192519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 txBox="1"/>
          <p:nvPr/>
        </p:nvSpPr>
        <p:spPr>
          <a:xfrm>
            <a:off x="7466838" y="4464811"/>
            <a:ext cx="717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Flow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4628515" y="2891790"/>
            <a:ext cx="1737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File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Import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/</a:t>
            </a:r>
            <a:r>
              <a:rPr dirty="0" sz="1200" spc="-1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SQL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 Import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13945616" y="2694558"/>
            <a:ext cx="1860550" cy="5528310"/>
          </a:xfrm>
          <a:custGeom>
            <a:avLst/>
            <a:gdLst/>
            <a:ahLst/>
            <a:cxnLst/>
            <a:rect l="l" t="t" r="r" b="b"/>
            <a:pathLst>
              <a:path w="1860550" h="5528309">
                <a:moveTo>
                  <a:pt x="1860423" y="0"/>
                </a:moveTo>
                <a:lnTo>
                  <a:pt x="1638427" y="126619"/>
                </a:lnTo>
                <a:lnTo>
                  <a:pt x="1701723" y="168948"/>
                </a:lnTo>
                <a:lnTo>
                  <a:pt x="0" y="2715514"/>
                </a:lnTo>
                <a:lnTo>
                  <a:pt x="61772" y="2756751"/>
                </a:lnTo>
                <a:lnTo>
                  <a:pt x="62141" y="2757665"/>
                </a:lnTo>
                <a:lnTo>
                  <a:pt x="49784" y="2750947"/>
                </a:lnTo>
                <a:lnTo>
                  <a:pt x="13462" y="2818003"/>
                </a:lnTo>
                <a:lnTo>
                  <a:pt x="53530" y="2839745"/>
                </a:lnTo>
                <a:lnTo>
                  <a:pt x="21844" y="2861056"/>
                </a:lnTo>
                <a:lnTo>
                  <a:pt x="1701215" y="5359501"/>
                </a:lnTo>
                <a:lnTo>
                  <a:pt x="1638046" y="5401945"/>
                </a:lnTo>
                <a:lnTo>
                  <a:pt x="1860423" y="5527929"/>
                </a:lnTo>
                <a:lnTo>
                  <a:pt x="1842808" y="5391150"/>
                </a:lnTo>
                <a:lnTo>
                  <a:pt x="1827784" y="5274437"/>
                </a:lnTo>
                <a:lnTo>
                  <a:pt x="1764474" y="5316982"/>
                </a:lnTo>
                <a:lnTo>
                  <a:pt x="125653" y="2878874"/>
                </a:lnTo>
                <a:lnTo>
                  <a:pt x="1641335" y="3701135"/>
                </a:lnTo>
                <a:lnTo>
                  <a:pt x="1605026" y="3768090"/>
                </a:lnTo>
                <a:lnTo>
                  <a:pt x="1860423" y="3776726"/>
                </a:lnTo>
                <a:lnTo>
                  <a:pt x="1820303" y="3719322"/>
                </a:lnTo>
                <a:lnTo>
                  <a:pt x="1713992" y="3567176"/>
                </a:lnTo>
                <a:lnTo>
                  <a:pt x="1677644" y="3634194"/>
                </a:lnTo>
                <a:lnTo>
                  <a:pt x="79603" y="2767139"/>
                </a:lnTo>
                <a:lnTo>
                  <a:pt x="1663788" y="2111235"/>
                </a:lnTo>
                <a:lnTo>
                  <a:pt x="1692910" y="2181606"/>
                </a:lnTo>
                <a:lnTo>
                  <a:pt x="1827682" y="2026285"/>
                </a:lnTo>
                <a:lnTo>
                  <a:pt x="1860423" y="1988566"/>
                </a:lnTo>
                <a:lnTo>
                  <a:pt x="1605534" y="1970405"/>
                </a:lnTo>
                <a:lnTo>
                  <a:pt x="1634667" y="2040839"/>
                </a:lnTo>
                <a:lnTo>
                  <a:pt x="124714" y="2665996"/>
                </a:lnTo>
                <a:lnTo>
                  <a:pt x="1765071" y="211277"/>
                </a:lnTo>
                <a:lnTo>
                  <a:pt x="1828419" y="253619"/>
                </a:lnTo>
                <a:lnTo>
                  <a:pt x="1843087" y="137287"/>
                </a:lnTo>
                <a:lnTo>
                  <a:pt x="186042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2586227" y="4719701"/>
            <a:ext cx="2407285" cy="281940"/>
          </a:xfrm>
          <a:custGeom>
            <a:avLst/>
            <a:gdLst/>
            <a:ahLst/>
            <a:cxnLst/>
            <a:rect l="l" t="t" r="r" b="b"/>
            <a:pathLst>
              <a:path w="2407285" h="281939">
                <a:moveTo>
                  <a:pt x="2266442" y="0"/>
                </a:moveTo>
                <a:lnTo>
                  <a:pt x="2266442" y="70358"/>
                </a:lnTo>
                <a:lnTo>
                  <a:pt x="0" y="70358"/>
                </a:lnTo>
                <a:lnTo>
                  <a:pt x="0" y="211074"/>
                </a:lnTo>
                <a:lnTo>
                  <a:pt x="2266442" y="211074"/>
                </a:lnTo>
                <a:lnTo>
                  <a:pt x="2266442" y="281559"/>
                </a:lnTo>
                <a:lnTo>
                  <a:pt x="2407285" y="140715"/>
                </a:lnTo>
                <a:lnTo>
                  <a:pt x="226644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 txBox="1"/>
          <p:nvPr/>
        </p:nvSpPr>
        <p:spPr>
          <a:xfrm>
            <a:off x="2908173" y="4524883"/>
            <a:ext cx="1522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Change</a:t>
            </a:r>
            <a:r>
              <a:rPr dirty="0" sz="1200" spc="-4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r>
              <a:rPr dirty="0" sz="1200" spc="-45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Capture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2" name="object 82" descr=""/>
          <p:cNvSpPr/>
          <p:nvPr/>
        </p:nvSpPr>
        <p:spPr>
          <a:xfrm>
            <a:off x="9151366" y="5431282"/>
            <a:ext cx="4177665" cy="1828164"/>
          </a:xfrm>
          <a:custGeom>
            <a:avLst/>
            <a:gdLst/>
            <a:ahLst/>
            <a:cxnLst/>
            <a:rect l="l" t="t" r="r" b="b"/>
            <a:pathLst>
              <a:path w="4177665" h="1828165">
                <a:moveTo>
                  <a:pt x="0" y="92075"/>
                </a:moveTo>
                <a:lnTo>
                  <a:pt x="7225" y="56203"/>
                </a:lnTo>
                <a:lnTo>
                  <a:pt x="26939" y="26939"/>
                </a:lnTo>
                <a:lnTo>
                  <a:pt x="56203" y="7225"/>
                </a:lnTo>
                <a:lnTo>
                  <a:pt x="92075" y="0"/>
                </a:lnTo>
                <a:lnTo>
                  <a:pt x="4085589" y="0"/>
                </a:lnTo>
                <a:lnTo>
                  <a:pt x="4121407" y="7225"/>
                </a:lnTo>
                <a:lnTo>
                  <a:pt x="4150677" y="26939"/>
                </a:lnTo>
                <a:lnTo>
                  <a:pt x="4170422" y="56203"/>
                </a:lnTo>
                <a:lnTo>
                  <a:pt x="4177664" y="92075"/>
                </a:lnTo>
                <a:lnTo>
                  <a:pt x="4177664" y="1735581"/>
                </a:lnTo>
                <a:lnTo>
                  <a:pt x="4170422" y="1771399"/>
                </a:lnTo>
                <a:lnTo>
                  <a:pt x="4150677" y="1800669"/>
                </a:lnTo>
                <a:lnTo>
                  <a:pt x="4121407" y="1820414"/>
                </a:lnTo>
                <a:lnTo>
                  <a:pt x="4085589" y="1827656"/>
                </a:lnTo>
                <a:lnTo>
                  <a:pt x="92075" y="1827656"/>
                </a:lnTo>
                <a:lnTo>
                  <a:pt x="56203" y="1820414"/>
                </a:lnTo>
                <a:lnTo>
                  <a:pt x="26939" y="1800669"/>
                </a:lnTo>
                <a:lnTo>
                  <a:pt x="7225" y="1771399"/>
                </a:lnTo>
                <a:lnTo>
                  <a:pt x="0" y="1735581"/>
                </a:lnTo>
                <a:lnTo>
                  <a:pt x="0" y="92075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 txBox="1"/>
          <p:nvPr/>
        </p:nvSpPr>
        <p:spPr>
          <a:xfrm>
            <a:off x="10184638" y="5488939"/>
            <a:ext cx="21107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Stream</a:t>
            </a:r>
            <a:r>
              <a:rPr dirty="0" sz="1400" spc="-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Analytics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84" name="object 84" descr=""/>
          <p:cNvGrpSpPr/>
          <p:nvPr/>
        </p:nvGrpSpPr>
        <p:grpSpPr>
          <a:xfrm>
            <a:off x="9351771" y="5945590"/>
            <a:ext cx="1063625" cy="857885"/>
            <a:chOff x="9351771" y="5945590"/>
            <a:chExt cx="1063625" cy="857885"/>
          </a:xfrm>
        </p:grpSpPr>
        <p:pic>
          <p:nvPicPr>
            <p:cNvPr id="85" name="object 8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57418" y="5945590"/>
              <a:ext cx="380193" cy="380204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78135" y="6238150"/>
              <a:ext cx="437235" cy="437222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351771" y="6154267"/>
              <a:ext cx="648995" cy="648995"/>
            </a:xfrm>
            <a:prstGeom prst="rect">
              <a:avLst/>
            </a:prstGeom>
          </p:spPr>
        </p:pic>
      </p:grpSp>
      <p:sp>
        <p:nvSpPr>
          <p:cNvPr id="88" name="object 88" descr=""/>
          <p:cNvSpPr txBox="1"/>
          <p:nvPr/>
        </p:nvSpPr>
        <p:spPr>
          <a:xfrm>
            <a:off x="9241917" y="6821551"/>
            <a:ext cx="1223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Processor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10951209" y="6780021"/>
            <a:ext cx="788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State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Store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6977760" y="5928245"/>
            <a:ext cx="6351270" cy="3623310"/>
            <a:chOff x="6977760" y="5928245"/>
            <a:chExt cx="6351270" cy="3623310"/>
          </a:xfrm>
        </p:grpSpPr>
        <p:pic>
          <p:nvPicPr>
            <p:cNvPr id="91" name="object 9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83305" y="5928245"/>
              <a:ext cx="703129" cy="771174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180903" y="6090685"/>
              <a:ext cx="720315" cy="547139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6977760" y="6423659"/>
              <a:ext cx="2137410" cy="281940"/>
            </a:xfrm>
            <a:custGeom>
              <a:avLst/>
              <a:gdLst/>
              <a:ahLst/>
              <a:cxnLst/>
              <a:rect l="l" t="t" r="r" b="b"/>
              <a:pathLst>
                <a:path w="2137409" h="281940">
                  <a:moveTo>
                    <a:pt x="140843" y="0"/>
                  </a:moveTo>
                  <a:lnTo>
                    <a:pt x="0" y="140842"/>
                  </a:lnTo>
                  <a:lnTo>
                    <a:pt x="140843" y="281559"/>
                  </a:lnTo>
                  <a:lnTo>
                    <a:pt x="140843" y="211200"/>
                  </a:lnTo>
                  <a:lnTo>
                    <a:pt x="2137029" y="211200"/>
                  </a:lnTo>
                  <a:lnTo>
                    <a:pt x="2137029" y="70357"/>
                  </a:lnTo>
                  <a:lnTo>
                    <a:pt x="140843" y="70357"/>
                  </a:lnTo>
                  <a:lnTo>
                    <a:pt x="14084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9138665" y="7710550"/>
              <a:ext cx="4177665" cy="1828164"/>
            </a:xfrm>
            <a:custGeom>
              <a:avLst/>
              <a:gdLst/>
              <a:ahLst/>
              <a:cxnLst/>
              <a:rect l="l" t="t" r="r" b="b"/>
              <a:pathLst>
                <a:path w="4177665" h="1828165">
                  <a:moveTo>
                    <a:pt x="0" y="92075"/>
                  </a:moveTo>
                  <a:lnTo>
                    <a:pt x="7242" y="56257"/>
                  </a:lnTo>
                  <a:lnTo>
                    <a:pt x="26987" y="26987"/>
                  </a:lnTo>
                  <a:lnTo>
                    <a:pt x="56257" y="7242"/>
                  </a:lnTo>
                  <a:lnTo>
                    <a:pt x="92075" y="0"/>
                  </a:lnTo>
                  <a:lnTo>
                    <a:pt x="4085589" y="0"/>
                  </a:lnTo>
                  <a:lnTo>
                    <a:pt x="4121461" y="7242"/>
                  </a:lnTo>
                  <a:lnTo>
                    <a:pt x="4150725" y="26987"/>
                  </a:lnTo>
                  <a:lnTo>
                    <a:pt x="4170439" y="56257"/>
                  </a:lnTo>
                  <a:lnTo>
                    <a:pt x="4177664" y="92075"/>
                  </a:lnTo>
                  <a:lnTo>
                    <a:pt x="4177664" y="1735645"/>
                  </a:lnTo>
                  <a:lnTo>
                    <a:pt x="4170439" y="1771494"/>
                  </a:lnTo>
                  <a:lnTo>
                    <a:pt x="4150725" y="1800769"/>
                  </a:lnTo>
                  <a:lnTo>
                    <a:pt x="4121461" y="1820507"/>
                  </a:lnTo>
                  <a:lnTo>
                    <a:pt x="4085589" y="1827745"/>
                  </a:lnTo>
                  <a:lnTo>
                    <a:pt x="92075" y="1827745"/>
                  </a:lnTo>
                  <a:lnTo>
                    <a:pt x="56257" y="1820507"/>
                  </a:lnTo>
                  <a:lnTo>
                    <a:pt x="26987" y="1800769"/>
                  </a:lnTo>
                  <a:lnTo>
                    <a:pt x="7242" y="1771494"/>
                  </a:lnTo>
                  <a:lnTo>
                    <a:pt x="0" y="1735645"/>
                  </a:lnTo>
                  <a:lnTo>
                    <a:pt x="0" y="92075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12389866" y="6777990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10338307" y="7768590"/>
            <a:ext cx="1779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Microservice</a:t>
            </a:r>
            <a:r>
              <a:rPr dirty="0" sz="1400" spc="-9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9844846" y="8224871"/>
            <a:ext cx="558165" cy="730250"/>
            <a:chOff x="9844846" y="8224871"/>
            <a:chExt cx="558165" cy="730250"/>
          </a:xfrm>
        </p:grpSpPr>
        <p:pic>
          <p:nvPicPr>
            <p:cNvPr id="98" name="object 9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44846" y="8224871"/>
              <a:ext cx="380204" cy="380193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65562" y="8517534"/>
              <a:ext cx="437222" cy="437235"/>
            </a:xfrm>
            <a:prstGeom prst="rect">
              <a:avLst/>
            </a:prstGeom>
          </p:spPr>
        </p:pic>
      </p:grpSp>
      <p:sp>
        <p:nvSpPr>
          <p:cNvPr id="100" name="object 100" descr=""/>
          <p:cNvSpPr txBox="1"/>
          <p:nvPr/>
        </p:nvSpPr>
        <p:spPr>
          <a:xfrm>
            <a:off x="9391904" y="9112402"/>
            <a:ext cx="953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Microservices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10938509" y="9059671"/>
            <a:ext cx="788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State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Store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02" name="object 102" descr=""/>
          <p:cNvGrpSpPr/>
          <p:nvPr/>
        </p:nvGrpSpPr>
        <p:grpSpPr>
          <a:xfrm>
            <a:off x="6934327" y="8143240"/>
            <a:ext cx="5956935" cy="835660"/>
            <a:chOff x="6934327" y="8143240"/>
            <a:chExt cx="5956935" cy="835660"/>
          </a:xfrm>
        </p:grpSpPr>
        <p:pic>
          <p:nvPicPr>
            <p:cNvPr id="103" name="object 10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70732" y="8207641"/>
              <a:ext cx="703129" cy="771174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170362" y="8328934"/>
              <a:ext cx="720315" cy="547139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6934327" y="8143240"/>
              <a:ext cx="2137410" cy="281940"/>
            </a:xfrm>
            <a:custGeom>
              <a:avLst/>
              <a:gdLst/>
              <a:ahLst/>
              <a:cxnLst/>
              <a:rect l="l" t="t" r="r" b="b"/>
              <a:pathLst>
                <a:path w="2137409" h="281940">
                  <a:moveTo>
                    <a:pt x="1996058" y="0"/>
                  </a:moveTo>
                  <a:lnTo>
                    <a:pt x="1996058" y="70357"/>
                  </a:lnTo>
                  <a:lnTo>
                    <a:pt x="0" y="70357"/>
                  </a:lnTo>
                  <a:lnTo>
                    <a:pt x="0" y="211200"/>
                  </a:lnTo>
                  <a:lnTo>
                    <a:pt x="1996058" y="211200"/>
                  </a:lnTo>
                  <a:lnTo>
                    <a:pt x="1996058" y="281558"/>
                  </a:lnTo>
                  <a:lnTo>
                    <a:pt x="2136902" y="140715"/>
                  </a:lnTo>
                  <a:lnTo>
                    <a:pt x="199605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 descr=""/>
          <p:cNvSpPr txBox="1"/>
          <p:nvPr/>
        </p:nvSpPr>
        <p:spPr>
          <a:xfrm>
            <a:off x="12377166" y="9057538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7" name="object 107" descr=""/>
          <p:cNvSpPr/>
          <p:nvPr/>
        </p:nvSpPr>
        <p:spPr>
          <a:xfrm>
            <a:off x="15904971" y="7465948"/>
            <a:ext cx="1692275" cy="1724660"/>
          </a:xfrm>
          <a:custGeom>
            <a:avLst/>
            <a:gdLst/>
            <a:ahLst/>
            <a:cxnLst/>
            <a:rect l="l" t="t" r="r" b="b"/>
            <a:pathLst>
              <a:path w="1692275" h="1724659">
                <a:moveTo>
                  <a:pt x="0" y="85217"/>
                </a:moveTo>
                <a:lnTo>
                  <a:pt x="6689" y="52024"/>
                </a:lnTo>
                <a:lnTo>
                  <a:pt x="24939" y="24939"/>
                </a:lnTo>
                <a:lnTo>
                  <a:pt x="52024" y="6689"/>
                </a:lnTo>
                <a:lnTo>
                  <a:pt x="85217" y="0"/>
                </a:lnTo>
                <a:lnTo>
                  <a:pt x="1607058" y="0"/>
                </a:lnTo>
                <a:lnTo>
                  <a:pt x="1640250" y="6689"/>
                </a:lnTo>
                <a:lnTo>
                  <a:pt x="1667335" y="24939"/>
                </a:lnTo>
                <a:lnTo>
                  <a:pt x="1685585" y="52024"/>
                </a:lnTo>
                <a:lnTo>
                  <a:pt x="1692275" y="85217"/>
                </a:lnTo>
                <a:lnTo>
                  <a:pt x="1692275" y="1639328"/>
                </a:lnTo>
                <a:lnTo>
                  <a:pt x="1685585" y="1672520"/>
                </a:lnTo>
                <a:lnTo>
                  <a:pt x="1667335" y="1699628"/>
                </a:lnTo>
                <a:lnTo>
                  <a:pt x="1640250" y="1717906"/>
                </a:lnTo>
                <a:lnTo>
                  <a:pt x="1607058" y="1724609"/>
                </a:lnTo>
                <a:lnTo>
                  <a:pt x="85217" y="1724609"/>
                </a:lnTo>
                <a:lnTo>
                  <a:pt x="52024" y="1717906"/>
                </a:lnTo>
                <a:lnTo>
                  <a:pt x="24939" y="1699628"/>
                </a:lnTo>
                <a:lnTo>
                  <a:pt x="6689" y="1672520"/>
                </a:lnTo>
                <a:lnTo>
                  <a:pt x="0" y="1639328"/>
                </a:lnTo>
                <a:lnTo>
                  <a:pt x="0" y="85217"/>
                </a:lnTo>
                <a:close/>
              </a:path>
            </a:pathLst>
          </a:custGeom>
          <a:ln w="25400">
            <a:solidFill>
              <a:srgbClr val="00537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 txBox="1"/>
          <p:nvPr/>
        </p:nvSpPr>
        <p:spPr>
          <a:xfrm>
            <a:off x="16534637" y="7521956"/>
            <a:ext cx="4337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09" name="object 109" descr=""/>
          <p:cNvGrpSpPr/>
          <p:nvPr/>
        </p:nvGrpSpPr>
        <p:grpSpPr>
          <a:xfrm>
            <a:off x="15942183" y="8116696"/>
            <a:ext cx="1627505" cy="633730"/>
            <a:chOff x="15942183" y="8116696"/>
            <a:chExt cx="1627505" cy="633730"/>
          </a:xfrm>
        </p:grpSpPr>
        <p:pic>
          <p:nvPicPr>
            <p:cNvPr id="110" name="object 11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074390" y="8541857"/>
              <a:ext cx="93552" cy="76489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15942183" y="8411082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655" y="1270"/>
                  </a:lnTo>
                  <a:lnTo>
                    <a:pt x="15494" y="75692"/>
                  </a:lnTo>
                  <a:lnTo>
                    <a:pt x="0" y="241935"/>
                  </a:lnTo>
                  <a:lnTo>
                    <a:pt x="1117" y="248582"/>
                  </a:lnTo>
                  <a:lnTo>
                    <a:pt x="4270" y="254635"/>
                  </a:lnTo>
                  <a:lnTo>
                    <a:pt x="9161" y="259830"/>
                  </a:lnTo>
                  <a:lnTo>
                    <a:pt x="15494" y="263906"/>
                  </a:lnTo>
                  <a:lnTo>
                    <a:pt x="163322" y="335788"/>
                  </a:lnTo>
                  <a:lnTo>
                    <a:pt x="168401" y="338328"/>
                  </a:lnTo>
                  <a:lnTo>
                    <a:pt x="173990" y="339344"/>
                  </a:lnTo>
                  <a:lnTo>
                    <a:pt x="184530" y="339344"/>
                  </a:lnTo>
                  <a:lnTo>
                    <a:pt x="190246" y="338328"/>
                  </a:lnTo>
                  <a:lnTo>
                    <a:pt x="195199" y="335788"/>
                  </a:lnTo>
                  <a:lnTo>
                    <a:pt x="241626" y="313309"/>
                  </a:lnTo>
                  <a:lnTo>
                    <a:pt x="178943" y="313309"/>
                  </a:lnTo>
                  <a:lnTo>
                    <a:pt x="31115" y="241427"/>
                  </a:lnTo>
                  <a:lnTo>
                    <a:pt x="31115" y="96647"/>
                  </a:lnTo>
                  <a:lnTo>
                    <a:pt x="178943" y="24765"/>
                  </a:lnTo>
                  <a:lnTo>
                    <a:pt x="238478" y="24765"/>
                  </a:lnTo>
                  <a:lnTo>
                    <a:pt x="195199" y="3810"/>
                  </a:lnTo>
                  <a:lnTo>
                    <a:pt x="190246" y="1270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5"/>
                  </a:moveTo>
                  <a:lnTo>
                    <a:pt x="178943" y="24765"/>
                  </a:lnTo>
                  <a:lnTo>
                    <a:pt x="327405" y="96647"/>
                  </a:lnTo>
                  <a:lnTo>
                    <a:pt x="327405" y="241427"/>
                  </a:lnTo>
                  <a:lnTo>
                    <a:pt x="178943" y="313309"/>
                  </a:lnTo>
                  <a:lnTo>
                    <a:pt x="241626" y="313309"/>
                  </a:lnTo>
                  <a:lnTo>
                    <a:pt x="343661" y="263906"/>
                  </a:lnTo>
                  <a:lnTo>
                    <a:pt x="359155" y="241935"/>
                  </a:lnTo>
                  <a:lnTo>
                    <a:pt x="359067" y="96647"/>
                  </a:lnTo>
                  <a:lnTo>
                    <a:pt x="358038" y="90747"/>
                  </a:lnTo>
                  <a:lnTo>
                    <a:pt x="354885" y="84851"/>
                  </a:lnTo>
                  <a:lnTo>
                    <a:pt x="349994" y="79742"/>
                  </a:lnTo>
                  <a:lnTo>
                    <a:pt x="343661" y="75692"/>
                  </a:lnTo>
                  <a:lnTo>
                    <a:pt x="238478" y="2476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261461" y="8247471"/>
              <a:ext cx="93552" cy="76489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16129127" y="8116696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5038" y="0"/>
                  </a:moveTo>
                  <a:lnTo>
                    <a:pt x="174244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9" y="335788"/>
                  </a:lnTo>
                  <a:lnTo>
                    <a:pt x="168401" y="338327"/>
                  </a:lnTo>
                  <a:lnTo>
                    <a:pt x="173990" y="339344"/>
                  </a:lnTo>
                  <a:lnTo>
                    <a:pt x="184657" y="339344"/>
                  </a:lnTo>
                  <a:lnTo>
                    <a:pt x="190246" y="338327"/>
                  </a:lnTo>
                  <a:lnTo>
                    <a:pt x="195326" y="335788"/>
                  </a:lnTo>
                  <a:lnTo>
                    <a:pt x="241713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646"/>
                  </a:lnTo>
                  <a:lnTo>
                    <a:pt x="179069" y="24764"/>
                  </a:lnTo>
                  <a:lnTo>
                    <a:pt x="238568" y="24764"/>
                  </a:lnTo>
                  <a:lnTo>
                    <a:pt x="195326" y="3809"/>
                  </a:lnTo>
                  <a:lnTo>
                    <a:pt x="190246" y="1269"/>
                  </a:lnTo>
                  <a:lnTo>
                    <a:pt x="185038" y="0"/>
                  </a:lnTo>
                  <a:close/>
                </a:path>
                <a:path w="359409" h="339725">
                  <a:moveTo>
                    <a:pt x="238568" y="24764"/>
                  </a:moveTo>
                  <a:lnTo>
                    <a:pt x="179069" y="24764"/>
                  </a:lnTo>
                  <a:lnTo>
                    <a:pt x="327532" y="96646"/>
                  </a:lnTo>
                  <a:lnTo>
                    <a:pt x="327532" y="241426"/>
                  </a:lnTo>
                  <a:lnTo>
                    <a:pt x="179069" y="313308"/>
                  </a:lnTo>
                  <a:lnTo>
                    <a:pt x="241713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646"/>
                  </a:lnTo>
                  <a:lnTo>
                    <a:pt x="358163" y="90801"/>
                  </a:lnTo>
                  <a:lnTo>
                    <a:pt x="354996" y="84899"/>
                  </a:lnTo>
                  <a:lnTo>
                    <a:pt x="350067" y="79759"/>
                  </a:lnTo>
                  <a:lnTo>
                    <a:pt x="343661" y="75691"/>
                  </a:lnTo>
                  <a:lnTo>
                    <a:pt x="23856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480155" y="8521918"/>
              <a:ext cx="93552" cy="76489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16347821" y="8391143"/>
              <a:ext cx="359410" cy="339725"/>
            </a:xfrm>
            <a:custGeom>
              <a:avLst/>
              <a:gdLst/>
              <a:ahLst/>
              <a:cxnLst/>
              <a:rect l="l" t="t" r="r" b="b"/>
              <a:pathLst>
                <a:path w="359409" h="339725">
                  <a:moveTo>
                    <a:pt x="184911" y="0"/>
                  </a:moveTo>
                  <a:lnTo>
                    <a:pt x="174117" y="0"/>
                  </a:lnTo>
                  <a:lnTo>
                    <a:pt x="168782" y="1269"/>
                  </a:lnTo>
                  <a:lnTo>
                    <a:pt x="15621" y="75691"/>
                  </a:lnTo>
                  <a:lnTo>
                    <a:pt x="0" y="241934"/>
                  </a:lnTo>
                  <a:lnTo>
                    <a:pt x="1137" y="248582"/>
                  </a:lnTo>
                  <a:lnTo>
                    <a:pt x="4333" y="254634"/>
                  </a:lnTo>
                  <a:lnTo>
                    <a:pt x="9269" y="259830"/>
                  </a:lnTo>
                  <a:lnTo>
                    <a:pt x="15621" y="263905"/>
                  </a:lnTo>
                  <a:lnTo>
                    <a:pt x="163448" y="335787"/>
                  </a:lnTo>
                  <a:lnTo>
                    <a:pt x="168401" y="338327"/>
                  </a:lnTo>
                  <a:lnTo>
                    <a:pt x="173990" y="339343"/>
                  </a:lnTo>
                  <a:lnTo>
                    <a:pt x="184657" y="339343"/>
                  </a:lnTo>
                  <a:lnTo>
                    <a:pt x="190246" y="338327"/>
                  </a:lnTo>
                  <a:lnTo>
                    <a:pt x="195198" y="335787"/>
                  </a:lnTo>
                  <a:lnTo>
                    <a:pt x="241626" y="313308"/>
                  </a:lnTo>
                  <a:lnTo>
                    <a:pt x="179069" y="313308"/>
                  </a:lnTo>
                  <a:lnTo>
                    <a:pt x="31242" y="241426"/>
                  </a:lnTo>
                  <a:lnTo>
                    <a:pt x="31242" y="96519"/>
                  </a:lnTo>
                  <a:lnTo>
                    <a:pt x="179069" y="24764"/>
                  </a:lnTo>
                  <a:lnTo>
                    <a:pt x="238478" y="24764"/>
                  </a:lnTo>
                  <a:lnTo>
                    <a:pt x="195198" y="3809"/>
                  </a:lnTo>
                  <a:lnTo>
                    <a:pt x="190246" y="1269"/>
                  </a:lnTo>
                  <a:lnTo>
                    <a:pt x="184911" y="0"/>
                  </a:lnTo>
                  <a:close/>
                </a:path>
                <a:path w="359409" h="339725">
                  <a:moveTo>
                    <a:pt x="238478" y="24764"/>
                  </a:moveTo>
                  <a:lnTo>
                    <a:pt x="179069" y="24764"/>
                  </a:lnTo>
                  <a:lnTo>
                    <a:pt x="327405" y="96519"/>
                  </a:lnTo>
                  <a:lnTo>
                    <a:pt x="327405" y="241426"/>
                  </a:lnTo>
                  <a:lnTo>
                    <a:pt x="179069" y="313308"/>
                  </a:lnTo>
                  <a:lnTo>
                    <a:pt x="241626" y="313308"/>
                  </a:lnTo>
                  <a:lnTo>
                    <a:pt x="343661" y="263905"/>
                  </a:lnTo>
                  <a:lnTo>
                    <a:pt x="359282" y="241934"/>
                  </a:lnTo>
                  <a:lnTo>
                    <a:pt x="359193" y="96519"/>
                  </a:lnTo>
                  <a:lnTo>
                    <a:pt x="358163" y="90693"/>
                  </a:lnTo>
                  <a:lnTo>
                    <a:pt x="354996" y="84835"/>
                  </a:lnTo>
                  <a:lnTo>
                    <a:pt x="350067" y="79740"/>
                  </a:lnTo>
                  <a:lnTo>
                    <a:pt x="343661" y="75691"/>
                  </a:lnTo>
                  <a:lnTo>
                    <a:pt x="238478" y="2476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48915" y="8182502"/>
              <a:ext cx="720315" cy="547139"/>
            </a:xfrm>
            <a:prstGeom prst="rect">
              <a:avLst/>
            </a:prstGeom>
          </p:spPr>
        </p:pic>
      </p:grpSp>
      <p:sp>
        <p:nvSpPr>
          <p:cNvPr id="117" name="object 117" descr=""/>
          <p:cNvSpPr txBox="1"/>
          <p:nvPr/>
        </p:nvSpPr>
        <p:spPr>
          <a:xfrm>
            <a:off x="17071593" y="8824341"/>
            <a:ext cx="254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API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16137762" y="8866428"/>
            <a:ext cx="391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Logic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7152893" y="7967217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2812288" y="7535798"/>
            <a:ext cx="7199630" cy="2089150"/>
            <a:chOff x="2812288" y="7535798"/>
            <a:chExt cx="7199630" cy="2089150"/>
          </a:xfrm>
        </p:grpSpPr>
        <p:sp>
          <p:nvSpPr>
            <p:cNvPr id="121" name="object 121" descr=""/>
            <p:cNvSpPr/>
            <p:nvPr/>
          </p:nvSpPr>
          <p:spPr>
            <a:xfrm>
              <a:off x="6934327" y="8459342"/>
              <a:ext cx="2137410" cy="281940"/>
            </a:xfrm>
            <a:custGeom>
              <a:avLst/>
              <a:gdLst/>
              <a:ahLst/>
              <a:cxnLst/>
              <a:rect l="l" t="t" r="r" b="b"/>
              <a:pathLst>
                <a:path w="2137409" h="281940">
                  <a:moveTo>
                    <a:pt x="140716" y="0"/>
                  </a:moveTo>
                  <a:lnTo>
                    <a:pt x="0" y="140715"/>
                  </a:lnTo>
                  <a:lnTo>
                    <a:pt x="140716" y="281558"/>
                  </a:lnTo>
                  <a:lnTo>
                    <a:pt x="140716" y="211073"/>
                  </a:lnTo>
                  <a:lnTo>
                    <a:pt x="2136902" y="211073"/>
                  </a:lnTo>
                  <a:lnTo>
                    <a:pt x="2136902" y="70357"/>
                  </a:lnTo>
                  <a:lnTo>
                    <a:pt x="140716" y="70357"/>
                  </a:lnTo>
                  <a:lnTo>
                    <a:pt x="140716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48978" y="8467547"/>
              <a:ext cx="662495" cy="662495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2824988" y="7548498"/>
              <a:ext cx="1318260" cy="2063750"/>
            </a:xfrm>
            <a:custGeom>
              <a:avLst/>
              <a:gdLst/>
              <a:ahLst/>
              <a:cxnLst/>
              <a:rect l="l" t="t" r="r" b="b"/>
              <a:pathLst>
                <a:path w="1318260" h="2063750">
                  <a:moveTo>
                    <a:pt x="0" y="66420"/>
                  </a:moveTo>
                  <a:lnTo>
                    <a:pt x="5216" y="40558"/>
                  </a:lnTo>
                  <a:lnTo>
                    <a:pt x="19446" y="19446"/>
                  </a:lnTo>
                  <a:lnTo>
                    <a:pt x="40558" y="5216"/>
                  </a:lnTo>
                  <a:lnTo>
                    <a:pt x="66420" y="0"/>
                  </a:lnTo>
                  <a:lnTo>
                    <a:pt x="1251712" y="0"/>
                  </a:lnTo>
                  <a:lnTo>
                    <a:pt x="1277574" y="5216"/>
                  </a:lnTo>
                  <a:lnTo>
                    <a:pt x="1298686" y="19446"/>
                  </a:lnTo>
                  <a:lnTo>
                    <a:pt x="1312916" y="40558"/>
                  </a:lnTo>
                  <a:lnTo>
                    <a:pt x="1318133" y="66420"/>
                  </a:lnTo>
                  <a:lnTo>
                    <a:pt x="1318133" y="1996846"/>
                  </a:lnTo>
                  <a:lnTo>
                    <a:pt x="1312916" y="2022703"/>
                  </a:lnTo>
                  <a:lnTo>
                    <a:pt x="1298686" y="2043815"/>
                  </a:lnTo>
                  <a:lnTo>
                    <a:pt x="1277574" y="2058048"/>
                  </a:lnTo>
                  <a:lnTo>
                    <a:pt x="1251712" y="2063267"/>
                  </a:lnTo>
                  <a:lnTo>
                    <a:pt x="66420" y="2063267"/>
                  </a:lnTo>
                  <a:lnTo>
                    <a:pt x="40558" y="2058048"/>
                  </a:lnTo>
                  <a:lnTo>
                    <a:pt x="19446" y="2043815"/>
                  </a:lnTo>
                  <a:lnTo>
                    <a:pt x="5216" y="2022703"/>
                  </a:lnTo>
                  <a:lnTo>
                    <a:pt x="0" y="1996846"/>
                  </a:lnTo>
                  <a:lnTo>
                    <a:pt x="0" y="66420"/>
                  </a:lnTo>
                  <a:close/>
                </a:path>
              </a:pathLst>
            </a:custGeom>
            <a:ln w="25399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 descr=""/>
          <p:cNvSpPr/>
          <p:nvPr/>
        </p:nvSpPr>
        <p:spPr>
          <a:xfrm>
            <a:off x="13814425" y="8527668"/>
            <a:ext cx="1816735" cy="228600"/>
          </a:xfrm>
          <a:custGeom>
            <a:avLst/>
            <a:gdLst/>
            <a:ahLst/>
            <a:cxnLst/>
            <a:rect l="l" t="t" r="r" b="b"/>
            <a:pathLst>
              <a:path w="1816734" h="228600">
                <a:moveTo>
                  <a:pt x="227330" y="0"/>
                </a:moveTo>
                <a:lnTo>
                  <a:pt x="0" y="116712"/>
                </a:lnTo>
                <a:lnTo>
                  <a:pt x="229742" y="228599"/>
                </a:lnTo>
                <a:lnTo>
                  <a:pt x="228942" y="152780"/>
                </a:lnTo>
                <a:lnTo>
                  <a:pt x="190880" y="152780"/>
                </a:lnTo>
                <a:lnTo>
                  <a:pt x="189992" y="76580"/>
                </a:lnTo>
                <a:lnTo>
                  <a:pt x="228134" y="76196"/>
                </a:lnTo>
                <a:lnTo>
                  <a:pt x="227330" y="0"/>
                </a:lnTo>
                <a:close/>
              </a:path>
              <a:path w="1816734" h="228600">
                <a:moveTo>
                  <a:pt x="228134" y="76196"/>
                </a:moveTo>
                <a:lnTo>
                  <a:pt x="189992" y="76580"/>
                </a:lnTo>
                <a:lnTo>
                  <a:pt x="190876" y="152397"/>
                </a:lnTo>
                <a:lnTo>
                  <a:pt x="190880" y="152780"/>
                </a:lnTo>
                <a:lnTo>
                  <a:pt x="228938" y="152397"/>
                </a:lnTo>
                <a:lnTo>
                  <a:pt x="228138" y="76580"/>
                </a:lnTo>
                <a:lnTo>
                  <a:pt x="228134" y="76196"/>
                </a:lnTo>
                <a:close/>
              </a:path>
              <a:path w="1816734" h="228600">
                <a:moveTo>
                  <a:pt x="228938" y="152397"/>
                </a:moveTo>
                <a:lnTo>
                  <a:pt x="190880" y="152780"/>
                </a:lnTo>
                <a:lnTo>
                  <a:pt x="228942" y="152780"/>
                </a:lnTo>
                <a:lnTo>
                  <a:pt x="228938" y="152397"/>
                </a:lnTo>
                <a:close/>
              </a:path>
              <a:path w="1816734" h="228600">
                <a:moveTo>
                  <a:pt x="1815973" y="60197"/>
                </a:moveTo>
                <a:lnTo>
                  <a:pt x="228134" y="76196"/>
                </a:lnTo>
                <a:lnTo>
                  <a:pt x="228938" y="152397"/>
                </a:lnTo>
                <a:lnTo>
                  <a:pt x="1816734" y="136397"/>
                </a:lnTo>
                <a:lnTo>
                  <a:pt x="1815973" y="60197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 txBox="1"/>
          <p:nvPr/>
        </p:nvSpPr>
        <p:spPr>
          <a:xfrm>
            <a:off x="14379320" y="8314435"/>
            <a:ext cx="509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Service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6" name="object 126" descr=""/>
          <p:cNvSpPr txBox="1"/>
          <p:nvPr/>
        </p:nvSpPr>
        <p:spPr>
          <a:xfrm>
            <a:off x="3017011" y="7599044"/>
            <a:ext cx="9328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221F1F"/>
                </a:solidFill>
                <a:latin typeface="Malgun Gothic"/>
                <a:cs typeface="Malgun Gothic"/>
              </a:rPr>
              <a:t>Edge</a:t>
            </a:r>
            <a:r>
              <a:rPr dirty="0" sz="1400" spc="-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221F1F"/>
                </a:solidFill>
                <a:latin typeface="Malgun Gothic"/>
                <a:cs typeface="Malgun Gothic"/>
              </a:rPr>
              <a:t>Node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27" name="object 127" descr=""/>
          <p:cNvGrpSpPr/>
          <p:nvPr/>
        </p:nvGrpSpPr>
        <p:grpSpPr>
          <a:xfrm>
            <a:off x="2933319" y="7968488"/>
            <a:ext cx="1151255" cy="1311275"/>
            <a:chOff x="2933319" y="7968488"/>
            <a:chExt cx="1151255" cy="1311275"/>
          </a:xfrm>
        </p:grpSpPr>
        <p:sp>
          <p:nvSpPr>
            <p:cNvPr id="128" name="object 128" descr=""/>
            <p:cNvSpPr/>
            <p:nvPr/>
          </p:nvSpPr>
          <p:spPr>
            <a:xfrm>
              <a:off x="3041777" y="7981188"/>
              <a:ext cx="278130" cy="526415"/>
            </a:xfrm>
            <a:custGeom>
              <a:avLst/>
              <a:gdLst/>
              <a:ahLst/>
              <a:cxnLst/>
              <a:rect l="l" t="t" r="r" b="b"/>
              <a:pathLst>
                <a:path w="278129" h="526415">
                  <a:moveTo>
                    <a:pt x="277875" y="0"/>
                  </a:moveTo>
                  <a:lnTo>
                    <a:pt x="39750" y="0"/>
                  </a:lnTo>
                  <a:lnTo>
                    <a:pt x="29177" y="9393"/>
                  </a:lnTo>
                  <a:lnTo>
                    <a:pt x="11636" y="77025"/>
                  </a:lnTo>
                  <a:lnTo>
                    <a:pt x="5423" y="130254"/>
                  </a:lnTo>
                  <a:lnTo>
                    <a:pt x="1418" y="193087"/>
                  </a:lnTo>
                  <a:lnTo>
                    <a:pt x="0" y="263016"/>
                  </a:lnTo>
                  <a:lnTo>
                    <a:pt x="1418" y="332893"/>
                  </a:lnTo>
                  <a:lnTo>
                    <a:pt x="5423" y="395689"/>
                  </a:lnTo>
                  <a:lnTo>
                    <a:pt x="11636" y="448897"/>
                  </a:lnTo>
                  <a:lnTo>
                    <a:pt x="19680" y="490008"/>
                  </a:lnTo>
                  <a:lnTo>
                    <a:pt x="39750" y="525906"/>
                  </a:lnTo>
                  <a:lnTo>
                    <a:pt x="277875" y="525906"/>
                  </a:lnTo>
                  <a:lnTo>
                    <a:pt x="267356" y="516514"/>
                  </a:lnTo>
                  <a:lnTo>
                    <a:pt x="257894" y="490008"/>
                  </a:lnTo>
                  <a:lnTo>
                    <a:pt x="249872" y="448897"/>
                  </a:lnTo>
                  <a:lnTo>
                    <a:pt x="243670" y="395689"/>
                  </a:lnTo>
                  <a:lnTo>
                    <a:pt x="239670" y="332893"/>
                  </a:lnTo>
                  <a:lnTo>
                    <a:pt x="238251" y="263016"/>
                  </a:lnTo>
                  <a:lnTo>
                    <a:pt x="239670" y="193087"/>
                  </a:lnTo>
                  <a:lnTo>
                    <a:pt x="243670" y="130254"/>
                  </a:lnTo>
                  <a:lnTo>
                    <a:pt x="249872" y="77025"/>
                  </a:lnTo>
                  <a:lnTo>
                    <a:pt x="257894" y="35903"/>
                  </a:lnTo>
                  <a:lnTo>
                    <a:pt x="267356" y="9393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3280029" y="7981188"/>
              <a:ext cx="79375" cy="526415"/>
            </a:xfrm>
            <a:custGeom>
              <a:avLst/>
              <a:gdLst/>
              <a:ahLst/>
              <a:cxnLst/>
              <a:rect l="l" t="t" r="r" b="b"/>
              <a:pathLst>
                <a:path w="79375" h="526415">
                  <a:moveTo>
                    <a:pt x="39624" y="0"/>
                  </a:moveTo>
                  <a:lnTo>
                    <a:pt x="19642" y="35903"/>
                  </a:lnTo>
                  <a:lnTo>
                    <a:pt x="11620" y="77025"/>
                  </a:lnTo>
                  <a:lnTo>
                    <a:pt x="5418" y="130254"/>
                  </a:lnTo>
                  <a:lnTo>
                    <a:pt x="1418" y="193087"/>
                  </a:lnTo>
                  <a:lnTo>
                    <a:pt x="0" y="263016"/>
                  </a:lnTo>
                  <a:lnTo>
                    <a:pt x="1418" y="332893"/>
                  </a:lnTo>
                  <a:lnTo>
                    <a:pt x="5418" y="395689"/>
                  </a:lnTo>
                  <a:lnTo>
                    <a:pt x="11620" y="448897"/>
                  </a:lnTo>
                  <a:lnTo>
                    <a:pt x="19642" y="490008"/>
                  </a:lnTo>
                  <a:lnTo>
                    <a:pt x="39624" y="525906"/>
                  </a:lnTo>
                  <a:lnTo>
                    <a:pt x="50197" y="516514"/>
                  </a:lnTo>
                  <a:lnTo>
                    <a:pt x="67738" y="448897"/>
                  </a:lnTo>
                  <a:lnTo>
                    <a:pt x="73951" y="395689"/>
                  </a:lnTo>
                  <a:lnTo>
                    <a:pt x="77956" y="332893"/>
                  </a:lnTo>
                  <a:lnTo>
                    <a:pt x="79375" y="263016"/>
                  </a:lnTo>
                  <a:lnTo>
                    <a:pt x="77956" y="193087"/>
                  </a:lnTo>
                  <a:lnTo>
                    <a:pt x="73951" y="130254"/>
                  </a:lnTo>
                  <a:lnTo>
                    <a:pt x="67738" y="77025"/>
                  </a:lnTo>
                  <a:lnTo>
                    <a:pt x="59694" y="35903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3041777" y="7981188"/>
              <a:ext cx="318135" cy="526415"/>
            </a:xfrm>
            <a:custGeom>
              <a:avLst/>
              <a:gdLst/>
              <a:ahLst/>
              <a:cxnLst/>
              <a:rect l="l" t="t" r="r" b="b"/>
              <a:pathLst>
                <a:path w="318135" h="526415">
                  <a:moveTo>
                    <a:pt x="277875" y="525906"/>
                  </a:moveTo>
                  <a:lnTo>
                    <a:pt x="257894" y="490008"/>
                  </a:lnTo>
                  <a:lnTo>
                    <a:pt x="249872" y="448897"/>
                  </a:lnTo>
                  <a:lnTo>
                    <a:pt x="243670" y="395689"/>
                  </a:lnTo>
                  <a:lnTo>
                    <a:pt x="239670" y="332893"/>
                  </a:lnTo>
                  <a:lnTo>
                    <a:pt x="238251" y="263016"/>
                  </a:lnTo>
                  <a:lnTo>
                    <a:pt x="239670" y="193087"/>
                  </a:lnTo>
                  <a:lnTo>
                    <a:pt x="243670" y="130254"/>
                  </a:lnTo>
                  <a:lnTo>
                    <a:pt x="249872" y="77025"/>
                  </a:lnTo>
                  <a:lnTo>
                    <a:pt x="257894" y="35903"/>
                  </a:lnTo>
                  <a:lnTo>
                    <a:pt x="277875" y="0"/>
                  </a:lnTo>
                  <a:lnTo>
                    <a:pt x="288449" y="9393"/>
                  </a:lnTo>
                  <a:lnTo>
                    <a:pt x="305990" y="77025"/>
                  </a:lnTo>
                  <a:lnTo>
                    <a:pt x="312203" y="130254"/>
                  </a:lnTo>
                  <a:lnTo>
                    <a:pt x="316208" y="193087"/>
                  </a:lnTo>
                  <a:lnTo>
                    <a:pt x="317626" y="263016"/>
                  </a:lnTo>
                  <a:lnTo>
                    <a:pt x="316208" y="332893"/>
                  </a:lnTo>
                  <a:lnTo>
                    <a:pt x="312203" y="395689"/>
                  </a:lnTo>
                  <a:lnTo>
                    <a:pt x="305990" y="448897"/>
                  </a:lnTo>
                  <a:lnTo>
                    <a:pt x="297946" y="490008"/>
                  </a:lnTo>
                  <a:lnTo>
                    <a:pt x="277875" y="525906"/>
                  </a:lnTo>
                  <a:lnTo>
                    <a:pt x="39750" y="525906"/>
                  </a:lnTo>
                  <a:lnTo>
                    <a:pt x="19680" y="490008"/>
                  </a:lnTo>
                  <a:lnTo>
                    <a:pt x="11636" y="448897"/>
                  </a:lnTo>
                  <a:lnTo>
                    <a:pt x="5423" y="395689"/>
                  </a:lnTo>
                  <a:lnTo>
                    <a:pt x="1418" y="332893"/>
                  </a:lnTo>
                  <a:lnTo>
                    <a:pt x="0" y="263016"/>
                  </a:lnTo>
                  <a:lnTo>
                    <a:pt x="1418" y="193087"/>
                  </a:lnTo>
                  <a:lnTo>
                    <a:pt x="5423" y="130254"/>
                  </a:lnTo>
                  <a:lnTo>
                    <a:pt x="11636" y="77025"/>
                  </a:lnTo>
                  <a:lnTo>
                    <a:pt x="19680" y="35903"/>
                  </a:lnTo>
                  <a:lnTo>
                    <a:pt x="39750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3324606" y="7981188"/>
              <a:ext cx="278130" cy="526415"/>
            </a:xfrm>
            <a:custGeom>
              <a:avLst/>
              <a:gdLst/>
              <a:ahLst/>
              <a:cxnLst/>
              <a:rect l="l" t="t" r="r" b="b"/>
              <a:pathLst>
                <a:path w="278129" h="526415">
                  <a:moveTo>
                    <a:pt x="277876" y="0"/>
                  </a:moveTo>
                  <a:lnTo>
                    <a:pt x="39751" y="0"/>
                  </a:lnTo>
                  <a:lnTo>
                    <a:pt x="29177" y="9393"/>
                  </a:lnTo>
                  <a:lnTo>
                    <a:pt x="11636" y="77025"/>
                  </a:lnTo>
                  <a:lnTo>
                    <a:pt x="5423" y="130254"/>
                  </a:lnTo>
                  <a:lnTo>
                    <a:pt x="1418" y="193087"/>
                  </a:lnTo>
                  <a:lnTo>
                    <a:pt x="0" y="263016"/>
                  </a:lnTo>
                  <a:lnTo>
                    <a:pt x="1418" y="332893"/>
                  </a:lnTo>
                  <a:lnTo>
                    <a:pt x="5423" y="395689"/>
                  </a:lnTo>
                  <a:lnTo>
                    <a:pt x="11636" y="448897"/>
                  </a:lnTo>
                  <a:lnTo>
                    <a:pt x="19680" y="490008"/>
                  </a:lnTo>
                  <a:lnTo>
                    <a:pt x="39751" y="525906"/>
                  </a:lnTo>
                  <a:lnTo>
                    <a:pt x="277876" y="525906"/>
                  </a:lnTo>
                  <a:lnTo>
                    <a:pt x="267356" y="516514"/>
                  </a:lnTo>
                  <a:lnTo>
                    <a:pt x="257894" y="490008"/>
                  </a:lnTo>
                  <a:lnTo>
                    <a:pt x="249872" y="448897"/>
                  </a:lnTo>
                  <a:lnTo>
                    <a:pt x="243670" y="395689"/>
                  </a:lnTo>
                  <a:lnTo>
                    <a:pt x="239670" y="332893"/>
                  </a:lnTo>
                  <a:lnTo>
                    <a:pt x="238252" y="263016"/>
                  </a:lnTo>
                  <a:lnTo>
                    <a:pt x="239670" y="193087"/>
                  </a:lnTo>
                  <a:lnTo>
                    <a:pt x="243670" y="130254"/>
                  </a:lnTo>
                  <a:lnTo>
                    <a:pt x="249872" y="77025"/>
                  </a:lnTo>
                  <a:lnTo>
                    <a:pt x="257894" y="35903"/>
                  </a:lnTo>
                  <a:lnTo>
                    <a:pt x="267356" y="9393"/>
                  </a:lnTo>
                  <a:lnTo>
                    <a:pt x="27787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3562858" y="7981188"/>
              <a:ext cx="79375" cy="526415"/>
            </a:xfrm>
            <a:custGeom>
              <a:avLst/>
              <a:gdLst/>
              <a:ahLst/>
              <a:cxnLst/>
              <a:rect l="l" t="t" r="r" b="b"/>
              <a:pathLst>
                <a:path w="79375" h="526415">
                  <a:moveTo>
                    <a:pt x="39624" y="0"/>
                  </a:moveTo>
                  <a:lnTo>
                    <a:pt x="19642" y="35903"/>
                  </a:lnTo>
                  <a:lnTo>
                    <a:pt x="11620" y="77025"/>
                  </a:lnTo>
                  <a:lnTo>
                    <a:pt x="5418" y="130254"/>
                  </a:lnTo>
                  <a:lnTo>
                    <a:pt x="1418" y="193087"/>
                  </a:lnTo>
                  <a:lnTo>
                    <a:pt x="0" y="263016"/>
                  </a:lnTo>
                  <a:lnTo>
                    <a:pt x="1418" y="332893"/>
                  </a:lnTo>
                  <a:lnTo>
                    <a:pt x="5418" y="395689"/>
                  </a:lnTo>
                  <a:lnTo>
                    <a:pt x="11620" y="448897"/>
                  </a:lnTo>
                  <a:lnTo>
                    <a:pt x="19642" y="490008"/>
                  </a:lnTo>
                  <a:lnTo>
                    <a:pt x="39624" y="525906"/>
                  </a:lnTo>
                  <a:lnTo>
                    <a:pt x="50197" y="516514"/>
                  </a:lnTo>
                  <a:lnTo>
                    <a:pt x="67738" y="448897"/>
                  </a:lnTo>
                  <a:lnTo>
                    <a:pt x="73951" y="395689"/>
                  </a:lnTo>
                  <a:lnTo>
                    <a:pt x="77956" y="332893"/>
                  </a:lnTo>
                  <a:lnTo>
                    <a:pt x="79375" y="263016"/>
                  </a:lnTo>
                  <a:lnTo>
                    <a:pt x="77956" y="193087"/>
                  </a:lnTo>
                  <a:lnTo>
                    <a:pt x="73951" y="130254"/>
                  </a:lnTo>
                  <a:lnTo>
                    <a:pt x="67738" y="77025"/>
                  </a:lnTo>
                  <a:lnTo>
                    <a:pt x="59694" y="35903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3324606" y="7981188"/>
              <a:ext cx="318135" cy="526415"/>
            </a:xfrm>
            <a:custGeom>
              <a:avLst/>
              <a:gdLst/>
              <a:ahLst/>
              <a:cxnLst/>
              <a:rect l="l" t="t" r="r" b="b"/>
              <a:pathLst>
                <a:path w="318135" h="526415">
                  <a:moveTo>
                    <a:pt x="277876" y="525906"/>
                  </a:moveTo>
                  <a:lnTo>
                    <a:pt x="257894" y="490008"/>
                  </a:lnTo>
                  <a:lnTo>
                    <a:pt x="249872" y="448897"/>
                  </a:lnTo>
                  <a:lnTo>
                    <a:pt x="243670" y="395689"/>
                  </a:lnTo>
                  <a:lnTo>
                    <a:pt x="239670" y="332893"/>
                  </a:lnTo>
                  <a:lnTo>
                    <a:pt x="238252" y="263016"/>
                  </a:lnTo>
                  <a:lnTo>
                    <a:pt x="239670" y="193087"/>
                  </a:lnTo>
                  <a:lnTo>
                    <a:pt x="243670" y="130254"/>
                  </a:lnTo>
                  <a:lnTo>
                    <a:pt x="249872" y="77025"/>
                  </a:lnTo>
                  <a:lnTo>
                    <a:pt x="257894" y="35903"/>
                  </a:lnTo>
                  <a:lnTo>
                    <a:pt x="277876" y="0"/>
                  </a:lnTo>
                  <a:lnTo>
                    <a:pt x="288449" y="9393"/>
                  </a:lnTo>
                  <a:lnTo>
                    <a:pt x="305990" y="77025"/>
                  </a:lnTo>
                  <a:lnTo>
                    <a:pt x="312203" y="130254"/>
                  </a:lnTo>
                  <a:lnTo>
                    <a:pt x="316208" y="193087"/>
                  </a:lnTo>
                  <a:lnTo>
                    <a:pt x="317627" y="263016"/>
                  </a:lnTo>
                  <a:lnTo>
                    <a:pt x="316208" y="332893"/>
                  </a:lnTo>
                  <a:lnTo>
                    <a:pt x="312203" y="395689"/>
                  </a:lnTo>
                  <a:lnTo>
                    <a:pt x="305990" y="448897"/>
                  </a:lnTo>
                  <a:lnTo>
                    <a:pt x="297946" y="490008"/>
                  </a:lnTo>
                  <a:lnTo>
                    <a:pt x="277876" y="525906"/>
                  </a:lnTo>
                  <a:lnTo>
                    <a:pt x="39751" y="525906"/>
                  </a:lnTo>
                  <a:lnTo>
                    <a:pt x="19680" y="490008"/>
                  </a:lnTo>
                  <a:lnTo>
                    <a:pt x="11636" y="448897"/>
                  </a:lnTo>
                  <a:lnTo>
                    <a:pt x="5423" y="395689"/>
                  </a:lnTo>
                  <a:lnTo>
                    <a:pt x="1418" y="332893"/>
                  </a:lnTo>
                  <a:lnTo>
                    <a:pt x="0" y="263016"/>
                  </a:lnTo>
                  <a:lnTo>
                    <a:pt x="1418" y="193087"/>
                  </a:lnTo>
                  <a:lnTo>
                    <a:pt x="5423" y="130254"/>
                  </a:lnTo>
                  <a:lnTo>
                    <a:pt x="11636" y="77025"/>
                  </a:lnTo>
                  <a:lnTo>
                    <a:pt x="19680" y="35903"/>
                  </a:lnTo>
                  <a:lnTo>
                    <a:pt x="39751" y="0"/>
                  </a:lnTo>
                  <a:lnTo>
                    <a:pt x="277876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607562" y="7981188"/>
              <a:ext cx="278130" cy="526415"/>
            </a:xfrm>
            <a:custGeom>
              <a:avLst/>
              <a:gdLst/>
              <a:ahLst/>
              <a:cxnLst/>
              <a:rect l="l" t="t" r="r" b="b"/>
              <a:pathLst>
                <a:path w="278129" h="526415">
                  <a:moveTo>
                    <a:pt x="277875" y="0"/>
                  </a:moveTo>
                  <a:lnTo>
                    <a:pt x="39624" y="0"/>
                  </a:lnTo>
                  <a:lnTo>
                    <a:pt x="29104" y="9393"/>
                  </a:lnTo>
                  <a:lnTo>
                    <a:pt x="11620" y="77025"/>
                  </a:lnTo>
                  <a:lnTo>
                    <a:pt x="5418" y="130254"/>
                  </a:lnTo>
                  <a:lnTo>
                    <a:pt x="1418" y="193087"/>
                  </a:lnTo>
                  <a:lnTo>
                    <a:pt x="0" y="263016"/>
                  </a:lnTo>
                  <a:lnTo>
                    <a:pt x="1418" y="332893"/>
                  </a:lnTo>
                  <a:lnTo>
                    <a:pt x="5418" y="395689"/>
                  </a:lnTo>
                  <a:lnTo>
                    <a:pt x="11620" y="448897"/>
                  </a:lnTo>
                  <a:lnTo>
                    <a:pt x="19642" y="490008"/>
                  </a:lnTo>
                  <a:lnTo>
                    <a:pt x="39624" y="525906"/>
                  </a:lnTo>
                  <a:lnTo>
                    <a:pt x="277875" y="525906"/>
                  </a:lnTo>
                  <a:lnTo>
                    <a:pt x="267302" y="516514"/>
                  </a:lnTo>
                  <a:lnTo>
                    <a:pt x="257805" y="490008"/>
                  </a:lnTo>
                  <a:lnTo>
                    <a:pt x="249761" y="448897"/>
                  </a:lnTo>
                  <a:lnTo>
                    <a:pt x="243548" y="395689"/>
                  </a:lnTo>
                  <a:lnTo>
                    <a:pt x="239543" y="332893"/>
                  </a:lnTo>
                  <a:lnTo>
                    <a:pt x="238125" y="263016"/>
                  </a:lnTo>
                  <a:lnTo>
                    <a:pt x="239543" y="193087"/>
                  </a:lnTo>
                  <a:lnTo>
                    <a:pt x="243548" y="130254"/>
                  </a:lnTo>
                  <a:lnTo>
                    <a:pt x="249761" y="77025"/>
                  </a:lnTo>
                  <a:lnTo>
                    <a:pt x="257805" y="35903"/>
                  </a:lnTo>
                  <a:lnTo>
                    <a:pt x="267302" y="9393"/>
                  </a:lnTo>
                  <a:lnTo>
                    <a:pt x="2778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3845686" y="7981188"/>
              <a:ext cx="79375" cy="526415"/>
            </a:xfrm>
            <a:custGeom>
              <a:avLst/>
              <a:gdLst/>
              <a:ahLst/>
              <a:cxnLst/>
              <a:rect l="l" t="t" r="r" b="b"/>
              <a:pathLst>
                <a:path w="79375" h="526415">
                  <a:moveTo>
                    <a:pt x="39750" y="0"/>
                  </a:moveTo>
                  <a:lnTo>
                    <a:pt x="19680" y="35903"/>
                  </a:lnTo>
                  <a:lnTo>
                    <a:pt x="11636" y="77025"/>
                  </a:lnTo>
                  <a:lnTo>
                    <a:pt x="5423" y="130254"/>
                  </a:lnTo>
                  <a:lnTo>
                    <a:pt x="1418" y="193087"/>
                  </a:lnTo>
                  <a:lnTo>
                    <a:pt x="0" y="263016"/>
                  </a:lnTo>
                  <a:lnTo>
                    <a:pt x="1418" y="332893"/>
                  </a:lnTo>
                  <a:lnTo>
                    <a:pt x="5423" y="395689"/>
                  </a:lnTo>
                  <a:lnTo>
                    <a:pt x="11636" y="448897"/>
                  </a:lnTo>
                  <a:lnTo>
                    <a:pt x="19680" y="490008"/>
                  </a:lnTo>
                  <a:lnTo>
                    <a:pt x="39750" y="525906"/>
                  </a:lnTo>
                  <a:lnTo>
                    <a:pt x="50270" y="516514"/>
                  </a:lnTo>
                  <a:lnTo>
                    <a:pt x="67754" y="448897"/>
                  </a:lnTo>
                  <a:lnTo>
                    <a:pt x="73956" y="395689"/>
                  </a:lnTo>
                  <a:lnTo>
                    <a:pt x="77956" y="332893"/>
                  </a:lnTo>
                  <a:lnTo>
                    <a:pt x="79375" y="263016"/>
                  </a:lnTo>
                  <a:lnTo>
                    <a:pt x="77956" y="193087"/>
                  </a:lnTo>
                  <a:lnTo>
                    <a:pt x="73956" y="130254"/>
                  </a:lnTo>
                  <a:lnTo>
                    <a:pt x="67754" y="77025"/>
                  </a:lnTo>
                  <a:lnTo>
                    <a:pt x="59732" y="35903"/>
                  </a:lnTo>
                  <a:lnTo>
                    <a:pt x="3975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607562" y="7981188"/>
              <a:ext cx="317500" cy="526415"/>
            </a:xfrm>
            <a:custGeom>
              <a:avLst/>
              <a:gdLst/>
              <a:ahLst/>
              <a:cxnLst/>
              <a:rect l="l" t="t" r="r" b="b"/>
              <a:pathLst>
                <a:path w="317500" h="526415">
                  <a:moveTo>
                    <a:pt x="277875" y="525906"/>
                  </a:moveTo>
                  <a:lnTo>
                    <a:pt x="257805" y="490008"/>
                  </a:lnTo>
                  <a:lnTo>
                    <a:pt x="249761" y="448897"/>
                  </a:lnTo>
                  <a:lnTo>
                    <a:pt x="243548" y="395689"/>
                  </a:lnTo>
                  <a:lnTo>
                    <a:pt x="239543" y="332893"/>
                  </a:lnTo>
                  <a:lnTo>
                    <a:pt x="238125" y="263016"/>
                  </a:lnTo>
                  <a:lnTo>
                    <a:pt x="239543" y="193087"/>
                  </a:lnTo>
                  <a:lnTo>
                    <a:pt x="243548" y="130254"/>
                  </a:lnTo>
                  <a:lnTo>
                    <a:pt x="249761" y="77025"/>
                  </a:lnTo>
                  <a:lnTo>
                    <a:pt x="257805" y="35903"/>
                  </a:lnTo>
                  <a:lnTo>
                    <a:pt x="277875" y="0"/>
                  </a:lnTo>
                  <a:lnTo>
                    <a:pt x="288395" y="9393"/>
                  </a:lnTo>
                  <a:lnTo>
                    <a:pt x="305879" y="77025"/>
                  </a:lnTo>
                  <a:lnTo>
                    <a:pt x="312081" y="130254"/>
                  </a:lnTo>
                  <a:lnTo>
                    <a:pt x="316081" y="193087"/>
                  </a:lnTo>
                  <a:lnTo>
                    <a:pt x="317500" y="263016"/>
                  </a:lnTo>
                  <a:lnTo>
                    <a:pt x="316081" y="332893"/>
                  </a:lnTo>
                  <a:lnTo>
                    <a:pt x="312081" y="395689"/>
                  </a:lnTo>
                  <a:lnTo>
                    <a:pt x="305879" y="448897"/>
                  </a:lnTo>
                  <a:lnTo>
                    <a:pt x="297857" y="490008"/>
                  </a:lnTo>
                  <a:lnTo>
                    <a:pt x="277875" y="525906"/>
                  </a:lnTo>
                  <a:lnTo>
                    <a:pt x="39624" y="525906"/>
                  </a:lnTo>
                  <a:lnTo>
                    <a:pt x="19642" y="490008"/>
                  </a:lnTo>
                  <a:lnTo>
                    <a:pt x="11620" y="448897"/>
                  </a:lnTo>
                  <a:lnTo>
                    <a:pt x="5418" y="395689"/>
                  </a:lnTo>
                  <a:lnTo>
                    <a:pt x="1418" y="332893"/>
                  </a:lnTo>
                  <a:lnTo>
                    <a:pt x="0" y="263016"/>
                  </a:lnTo>
                  <a:lnTo>
                    <a:pt x="1418" y="193087"/>
                  </a:lnTo>
                  <a:lnTo>
                    <a:pt x="5418" y="130254"/>
                  </a:lnTo>
                  <a:lnTo>
                    <a:pt x="11620" y="77025"/>
                  </a:lnTo>
                  <a:lnTo>
                    <a:pt x="19642" y="35903"/>
                  </a:lnTo>
                  <a:lnTo>
                    <a:pt x="39624" y="0"/>
                  </a:lnTo>
                  <a:lnTo>
                    <a:pt x="277875" y="0"/>
                  </a:lnTo>
                </a:path>
              </a:pathLst>
            </a:custGeom>
            <a:ln w="254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933319" y="8829916"/>
              <a:ext cx="386994" cy="390042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88160" y="8879678"/>
              <a:ext cx="399939" cy="399939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80408" y="8856967"/>
              <a:ext cx="303542" cy="303542"/>
            </a:xfrm>
            <a:prstGeom prst="rect">
              <a:avLst/>
            </a:prstGeom>
          </p:spPr>
        </p:pic>
      </p:grpSp>
      <p:sp>
        <p:nvSpPr>
          <p:cNvPr id="140" name="object 140" descr=""/>
          <p:cNvSpPr txBox="1"/>
          <p:nvPr/>
        </p:nvSpPr>
        <p:spPr>
          <a:xfrm>
            <a:off x="3290696" y="9289186"/>
            <a:ext cx="3930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Rules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41" name="object 141" descr=""/>
          <p:cNvSpPr txBox="1"/>
          <p:nvPr/>
        </p:nvSpPr>
        <p:spPr>
          <a:xfrm>
            <a:off x="3113277" y="8569832"/>
            <a:ext cx="744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5">
                <a:solidFill>
                  <a:srgbClr val="0A182F"/>
                </a:solidFill>
                <a:latin typeface="Malgun Gothic"/>
                <a:cs typeface="Malgun Gothic"/>
              </a:rPr>
              <a:t>Hub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42" name="object 142" descr=""/>
          <p:cNvSpPr/>
          <p:nvPr/>
        </p:nvSpPr>
        <p:spPr>
          <a:xfrm>
            <a:off x="4206494" y="8553577"/>
            <a:ext cx="750570" cy="281940"/>
          </a:xfrm>
          <a:custGeom>
            <a:avLst/>
            <a:gdLst/>
            <a:ahLst/>
            <a:cxnLst/>
            <a:rect l="l" t="t" r="r" b="b"/>
            <a:pathLst>
              <a:path w="750570" h="281940">
                <a:moveTo>
                  <a:pt x="609345" y="0"/>
                </a:moveTo>
                <a:lnTo>
                  <a:pt x="609345" y="70358"/>
                </a:lnTo>
                <a:lnTo>
                  <a:pt x="0" y="70358"/>
                </a:lnTo>
                <a:lnTo>
                  <a:pt x="0" y="211201"/>
                </a:lnTo>
                <a:lnTo>
                  <a:pt x="609345" y="211201"/>
                </a:lnTo>
                <a:lnTo>
                  <a:pt x="609345" y="281559"/>
                </a:lnTo>
                <a:lnTo>
                  <a:pt x="750061" y="140843"/>
                </a:lnTo>
                <a:lnTo>
                  <a:pt x="60934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 txBox="1"/>
          <p:nvPr/>
        </p:nvSpPr>
        <p:spPr>
          <a:xfrm>
            <a:off x="4200905" y="8351266"/>
            <a:ext cx="7175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Data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20">
                <a:solidFill>
                  <a:srgbClr val="0A182F"/>
                </a:solidFill>
                <a:latin typeface="Malgun Gothic"/>
                <a:cs typeface="Malgun Gothic"/>
              </a:rPr>
              <a:t>Flow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44" name="object 144" descr=""/>
          <p:cNvSpPr/>
          <p:nvPr/>
        </p:nvSpPr>
        <p:spPr>
          <a:xfrm>
            <a:off x="2518918" y="6540627"/>
            <a:ext cx="2462530" cy="2270125"/>
          </a:xfrm>
          <a:custGeom>
            <a:avLst/>
            <a:gdLst/>
            <a:ahLst/>
            <a:cxnLst/>
            <a:rect l="l" t="t" r="r" b="b"/>
            <a:pathLst>
              <a:path w="2462529" h="2270125">
                <a:moveTo>
                  <a:pt x="269494" y="2128774"/>
                </a:moveTo>
                <a:lnTo>
                  <a:pt x="134747" y="1988058"/>
                </a:lnTo>
                <a:lnTo>
                  <a:pt x="134747" y="2058416"/>
                </a:lnTo>
                <a:lnTo>
                  <a:pt x="0" y="2058416"/>
                </a:lnTo>
                <a:lnTo>
                  <a:pt x="0" y="2199132"/>
                </a:lnTo>
                <a:lnTo>
                  <a:pt x="134747" y="2199132"/>
                </a:lnTo>
                <a:lnTo>
                  <a:pt x="134747" y="2269617"/>
                </a:lnTo>
                <a:lnTo>
                  <a:pt x="269494" y="2128774"/>
                </a:lnTo>
                <a:close/>
              </a:path>
              <a:path w="2462529" h="2270125">
                <a:moveTo>
                  <a:pt x="2462530" y="140843"/>
                </a:moveTo>
                <a:lnTo>
                  <a:pt x="2321687" y="0"/>
                </a:lnTo>
                <a:lnTo>
                  <a:pt x="2321687" y="70358"/>
                </a:lnTo>
                <a:lnTo>
                  <a:pt x="55118" y="70358"/>
                </a:lnTo>
                <a:lnTo>
                  <a:pt x="55118" y="211201"/>
                </a:lnTo>
                <a:lnTo>
                  <a:pt x="2321687" y="211201"/>
                </a:lnTo>
                <a:lnTo>
                  <a:pt x="2321687" y="281559"/>
                </a:lnTo>
                <a:lnTo>
                  <a:pt x="2462530" y="140843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 descr=""/>
          <p:cNvSpPr txBox="1"/>
          <p:nvPr/>
        </p:nvSpPr>
        <p:spPr>
          <a:xfrm>
            <a:off x="3160267" y="6346063"/>
            <a:ext cx="93789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A182F"/>
                </a:solidFill>
                <a:latin typeface="Malgun Gothic"/>
                <a:cs typeface="Malgun Gothic"/>
              </a:rPr>
              <a:t>Event</a:t>
            </a:r>
            <a:r>
              <a:rPr dirty="0" sz="1200" spc="-30">
                <a:solidFill>
                  <a:srgbClr val="0A182F"/>
                </a:solidFill>
                <a:latin typeface="Malgun Gothic"/>
                <a:cs typeface="Malgun Gothic"/>
              </a:rPr>
              <a:t> </a:t>
            </a:r>
            <a:r>
              <a:rPr dirty="0" sz="1200" spc="-10">
                <a:solidFill>
                  <a:srgbClr val="0A182F"/>
                </a:solidFill>
                <a:latin typeface="Malgun Gothic"/>
                <a:cs typeface="Malgun Gothic"/>
              </a:rPr>
              <a:t>Stream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46" name="object 146" descr=""/>
          <p:cNvSpPr txBox="1"/>
          <p:nvPr/>
        </p:nvSpPr>
        <p:spPr>
          <a:xfrm>
            <a:off x="14031213" y="9419129"/>
            <a:ext cx="3616960" cy="50990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r" marR="4318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85</a:t>
            </a:fld>
            <a:endParaRPr sz="1000">
              <a:latin typeface="Malgun Gothic"/>
              <a:cs typeface="Malgun Gothic"/>
            </a:endParaRPr>
          </a:p>
          <a:p>
            <a:pPr marL="12700" marR="106680">
              <a:lnSpc>
                <a:spcPct val="100000"/>
              </a:lnSpc>
              <a:spcBef>
                <a:spcPts val="570"/>
              </a:spcBef>
            </a:pPr>
            <a:r>
              <a:rPr dirty="0" sz="800" spc="-10">
                <a:latin typeface="Malgun Gothic"/>
                <a:cs typeface="Malgun Gothic"/>
              </a:rPr>
              <a:t>https://</a:t>
            </a:r>
            <a:r>
              <a:rPr dirty="0" sz="800" spc="-10">
                <a:latin typeface="Malgun Gothic"/>
                <a:cs typeface="Malgun Gothic"/>
                <a:hlinkClick r:id="rId28"/>
              </a:rPr>
              <a:t>www.youtube.com/watch?v=vFshGQ2ndeg&amp;list=WL&amp;index=2&amp;t=23</a:t>
            </a:r>
            <a:r>
              <a:rPr dirty="0" sz="800" spc="-10">
                <a:latin typeface="Malgun Gothic"/>
                <a:cs typeface="Malgun Gothic"/>
              </a:rPr>
              <a:t> </a:t>
            </a:r>
            <a:r>
              <a:rPr dirty="0" sz="800" spc="-25">
                <a:latin typeface="Malgun Gothic"/>
                <a:cs typeface="Malgun Gothic"/>
              </a:rPr>
              <a:t>1s</a:t>
            </a:r>
            <a:endParaRPr sz="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6140" y="4573266"/>
            <a:ext cx="9749790" cy="9899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300" spc="-320" i="1">
                <a:solidFill>
                  <a:srgbClr val="173360"/>
                </a:solidFill>
                <a:latin typeface="Malgun Gothic"/>
                <a:cs typeface="Malgun Gothic"/>
              </a:rPr>
              <a:t>고객</a:t>
            </a:r>
            <a:r>
              <a:rPr dirty="0" sz="6300" spc="-10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320" i="1">
                <a:solidFill>
                  <a:srgbClr val="173360"/>
                </a:solidFill>
                <a:latin typeface="Malgun Gothic"/>
                <a:cs typeface="Malgun Gothic"/>
              </a:rPr>
              <a:t>성공</a:t>
            </a:r>
            <a:r>
              <a:rPr dirty="0" sz="6300" spc="-10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320" i="1">
                <a:solidFill>
                  <a:srgbClr val="173360"/>
                </a:solidFill>
                <a:latin typeface="Malgun Gothic"/>
                <a:cs typeface="Malgun Gothic"/>
              </a:rPr>
              <a:t>사례</a:t>
            </a:r>
            <a:r>
              <a:rPr dirty="0" sz="6300" spc="-10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315" i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6300" spc="-10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320" i="1">
                <a:solidFill>
                  <a:srgbClr val="173360"/>
                </a:solidFill>
                <a:latin typeface="Malgun Gothic"/>
                <a:cs typeface="Malgun Gothic"/>
              </a:rPr>
              <a:t>적용</a:t>
            </a:r>
            <a:r>
              <a:rPr dirty="0" sz="6300" spc="-10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6300" spc="-340" i="1">
                <a:solidFill>
                  <a:srgbClr val="173360"/>
                </a:solidFill>
                <a:latin typeface="Malgun Gothic"/>
                <a:cs typeface="Malgun Gothic"/>
              </a:rPr>
              <a:t>업무</a:t>
            </a:r>
            <a:endParaRPr sz="63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134837" y="9429698"/>
            <a:ext cx="1657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86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45947" y="1691639"/>
            <a:ext cx="17672050" cy="8460740"/>
            <a:chOff x="345947" y="1691639"/>
            <a:chExt cx="17672050" cy="84607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1759" y="1851744"/>
              <a:ext cx="4801552" cy="400261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064506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3917061" y="0"/>
                  </a:moveTo>
                  <a:lnTo>
                    <a:pt x="42672" y="0"/>
                  </a:lnTo>
                  <a:lnTo>
                    <a:pt x="26092" y="3363"/>
                  </a:lnTo>
                  <a:lnTo>
                    <a:pt x="12525" y="12525"/>
                  </a:lnTo>
                  <a:lnTo>
                    <a:pt x="3363" y="26092"/>
                  </a:lnTo>
                  <a:lnTo>
                    <a:pt x="0" y="42672"/>
                  </a:lnTo>
                  <a:lnTo>
                    <a:pt x="0" y="3117849"/>
                  </a:lnTo>
                  <a:lnTo>
                    <a:pt x="3363" y="3134483"/>
                  </a:lnTo>
                  <a:lnTo>
                    <a:pt x="12525" y="3148044"/>
                  </a:lnTo>
                  <a:lnTo>
                    <a:pt x="26092" y="3157176"/>
                  </a:lnTo>
                  <a:lnTo>
                    <a:pt x="42672" y="3160521"/>
                  </a:lnTo>
                  <a:lnTo>
                    <a:pt x="3917061" y="3160521"/>
                  </a:lnTo>
                  <a:lnTo>
                    <a:pt x="3933640" y="3157176"/>
                  </a:lnTo>
                  <a:lnTo>
                    <a:pt x="3947207" y="3148044"/>
                  </a:lnTo>
                  <a:lnTo>
                    <a:pt x="3956369" y="3134483"/>
                  </a:lnTo>
                  <a:lnTo>
                    <a:pt x="3959733" y="3117849"/>
                  </a:lnTo>
                  <a:lnTo>
                    <a:pt x="3959733" y="42672"/>
                  </a:lnTo>
                  <a:lnTo>
                    <a:pt x="3956369" y="26092"/>
                  </a:lnTo>
                  <a:lnTo>
                    <a:pt x="3947207" y="12525"/>
                  </a:lnTo>
                  <a:lnTo>
                    <a:pt x="3933640" y="3363"/>
                  </a:lnTo>
                  <a:lnTo>
                    <a:pt x="3917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064506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0" y="42672"/>
                  </a:moveTo>
                  <a:lnTo>
                    <a:pt x="3363" y="26092"/>
                  </a:lnTo>
                  <a:lnTo>
                    <a:pt x="12525" y="12525"/>
                  </a:lnTo>
                  <a:lnTo>
                    <a:pt x="26092" y="3363"/>
                  </a:lnTo>
                  <a:lnTo>
                    <a:pt x="42672" y="0"/>
                  </a:lnTo>
                  <a:lnTo>
                    <a:pt x="3917061" y="0"/>
                  </a:lnTo>
                  <a:lnTo>
                    <a:pt x="3933640" y="3363"/>
                  </a:lnTo>
                  <a:lnTo>
                    <a:pt x="3947207" y="12525"/>
                  </a:lnTo>
                  <a:lnTo>
                    <a:pt x="3956369" y="26092"/>
                  </a:lnTo>
                  <a:lnTo>
                    <a:pt x="3959733" y="42672"/>
                  </a:lnTo>
                  <a:lnTo>
                    <a:pt x="3959733" y="3117849"/>
                  </a:lnTo>
                  <a:lnTo>
                    <a:pt x="3956369" y="3134483"/>
                  </a:lnTo>
                  <a:lnTo>
                    <a:pt x="3947207" y="3148044"/>
                  </a:lnTo>
                  <a:lnTo>
                    <a:pt x="3933640" y="3157176"/>
                  </a:lnTo>
                  <a:lnTo>
                    <a:pt x="3917061" y="3160521"/>
                  </a:lnTo>
                  <a:lnTo>
                    <a:pt x="42672" y="3160521"/>
                  </a:lnTo>
                  <a:lnTo>
                    <a:pt x="26092" y="3157176"/>
                  </a:lnTo>
                  <a:lnTo>
                    <a:pt x="12525" y="3148044"/>
                  </a:lnTo>
                  <a:lnTo>
                    <a:pt x="3363" y="3134483"/>
                  </a:lnTo>
                  <a:lnTo>
                    <a:pt x="0" y="3117849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947" y="1691639"/>
              <a:ext cx="5123180" cy="432282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90079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60" h="3161029">
                  <a:moveTo>
                    <a:pt x="3916997" y="0"/>
                  </a:moveTo>
                  <a:lnTo>
                    <a:pt x="42697" y="0"/>
                  </a:lnTo>
                  <a:lnTo>
                    <a:pt x="26076" y="3363"/>
                  </a:lnTo>
                  <a:lnTo>
                    <a:pt x="12504" y="12525"/>
                  </a:lnTo>
                  <a:lnTo>
                    <a:pt x="3354" y="26092"/>
                  </a:lnTo>
                  <a:lnTo>
                    <a:pt x="0" y="42672"/>
                  </a:lnTo>
                  <a:lnTo>
                    <a:pt x="0" y="3117849"/>
                  </a:lnTo>
                  <a:lnTo>
                    <a:pt x="3354" y="3134483"/>
                  </a:lnTo>
                  <a:lnTo>
                    <a:pt x="12504" y="3148044"/>
                  </a:lnTo>
                  <a:lnTo>
                    <a:pt x="26076" y="3157176"/>
                  </a:lnTo>
                  <a:lnTo>
                    <a:pt x="42697" y="3160521"/>
                  </a:lnTo>
                  <a:lnTo>
                    <a:pt x="3916997" y="3160521"/>
                  </a:lnTo>
                  <a:lnTo>
                    <a:pt x="3933630" y="3157176"/>
                  </a:lnTo>
                  <a:lnTo>
                    <a:pt x="3947191" y="3148044"/>
                  </a:lnTo>
                  <a:lnTo>
                    <a:pt x="3956323" y="3134483"/>
                  </a:lnTo>
                  <a:lnTo>
                    <a:pt x="3959669" y="3117849"/>
                  </a:lnTo>
                  <a:lnTo>
                    <a:pt x="3959669" y="42672"/>
                  </a:lnTo>
                  <a:lnTo>
                    <a:pt x="3956323" y="26092"/>
                  </a:lnTo>
                  <a:lnTo>
                    <a:pt x="3947191" y="12525"/>
                  </a:lnTo>
                  <a:lnTo>
                    <a:pt x="3933630" y="3363"/>
                  </a:lnTo>
                  <a:lnTo>
                    <a:pt x="39169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90079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60" h="3161029">
                  <a:moveTo>
                    <a:pt x="0" y="42672"/>
                  </a:moveTo>
                  <a:lnTo>
                    <a:pt x="3354" y="26092"/>
                  </a:lnTo>
                  <a:lnTo>
                    <a:pt x="12504" y="12525"/>
                  </a:lnTo>
                  <a:lnTo>
                    <a:pt x="26076" y="3363"/>
                  </a:lnTo>
                  <a:lnTo>
                    <a:pt x="42697" y="0"/>
                  </a:lnTo>
                  <a:lnTo>
                    <a:pt x="3916997" y="0"/>
                  </a:lnTo>
                  <a:lnTo>
                    <a:pt x="3933630" y="3363"/>
                  </a:lnTo>
                  <a:lnTo>
                    <a:pt x="3947191" y="12525"/>
                  </a:lnTo>
                  <a:lnTo>
                    <a:pt x="3956323" y="26092"/>
                  </a:lnTo>
                  <a:lnTo>
                    <a:pt x="3959669" y="42672"/>
                  </a:lnTo>
                  <a:lnTo>
                    <a:pt x="3959669" y="3117849"/>
                  </a:lnTo>
                  <a:lnTo>
                    <a:pt x="3956323" y="3134483"/>
                  </a:lnTo>
                  <a:lnTo>
                    <a:pt x="3947191" y="3148044"/>
                  </a:lnTo>
                  <a:lnTo>
                    <a:pt x="3933630" y="3157176"/>
                  </a:lnTo>
                  <a:lnTo>
                    <a:pt x="3916997" y="3160521"/>
                  </a:lnTo>
                  <a:lnTo>
                    <a:pt x="42697" y="3160521"/>
                  </a:lnTo>
                  <a:lnTo>
                    <a:pt x="26076" y="3157176"/>
                  </a:lnTo>
                  <a:lnTo>
                    <a:pt x="12504" y="3148044"/>
                  </a:lnTo>
                  <a:lnTo>
                    <a:pt x="3354" y="3134483"/>
                  </a:lnTo>
                  <a:lnTo>
                    <a:pt x="0" y="3117849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2707" y="1691639"/>
              <a:ext cx="5121656" cy="432282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9255505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3917061" y="0"/>
                  </a:moveTo>
                  <a:lnTo>
                    <a:pt x="42672" y="0"/>
                  </a:lnTo>
                  <a:lnTo>
                    <a:pt x="26092" y="3363"/>
                  </a:lnTo>
                  <a:lnTo>
                    <a:pt x="12525" y="12525"/>
                  </a:lnTo>
                  <a:lnTo>
                    <a:pt x="3363" y="26092"/>
                  </a:lnTo>
                  <a:lnTo>
                    <a:pt x="0" y="42672"/>
                  </a:lnTo>
                  <a:lnTo>
                    <a:pt x="0" y="3117849"/>
                  </a:lnTo>
                  <a:lnTo>
                    <a:pt x="3363" y="3134483"/>
                  </a:lnTo>
                  <a:lnTo>
                    <a:pt x="12525" y="3148044"/>
                  </a:lnTo>
                  <a:lnTo>
                    <a:pt x="26092" y="3157176"/>
                  </a:lnTo>
                  <a:lnTo>
                    <a:pt x="42672" y="3160521"/>
                  </a:lnTo>
                  <a:lnTo>
                    <a:pt x="3917061" y="3160521"/>
                  </a:lnTo>
                  <a:lnTo>
                    <a:pt x="3933640" y="3157176"/>
                  </a:lnTo>
                  <a:lnTo>
                    <a:pt x="3947207" y="3148044"/>
                  </a:lnTo>
                  <a:lnTo>
                    <a:pt x="3956369" y="3134483"/>
                  </a:lnTo>
                  <a:lnTo>
                    <a:pt x="3959732" y="3117849"/>
                  </a:lnTo>
                  <a:lnTo>
                    <a:pt x="3959732" y="42672"/>
                  </a:lnTo>
                  <a:lnTo>
                    <a:pt x="3956369" y="26092"/>
                  </a:lnTo>
                  <a:lnTo>
                    <a:pt x="3947207" y="12525"/>
                  </a:lnTo>
                  <a:lnTo>
                    <a:pt x="3933640" y="3363"/>
                  </a:lnTo>
                  <a:lnTo>
                    <a:pt x="3917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255505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0" y="42672"/>
                  </a:moveTo>
                  <a:lnTo>
                    <a:pt x="3363" y="26092"/>
                  </a:lnTo>
                  <a:lnTo>
                    <a:pt x="12525" y="12525"/>
                  </a:lnTo>
                  <a:lnTo>
                    <a:pt x="26092" y="3363"/>
                  </a:lnTo>
                  <a:lnTo>
                    <a:pt x="42672" y="0"/>
                  </a:lnTo>
                  <a:lnTo>
                    <a:pt x="3917061" y="0"/>
                  </a:lnTo>
                  <a:lnTo>
                    <a:pt x="3933640" y="3363"/>
                  </a:lnTo>
                  <a:lnTo>
                    <a:pt x="3947207" y="12525"/>
                  </a:lnTo>
                  <a:lnTo>
                    <a:pt x="3956369" y="26092"/>
                  </a:lnTo>
                  <a:lnTo>
                    <a:pt x="3959732" y="42672"/>
                  </a:lnTo>
                  <a:lnTo>
                    <a:pt x="3959732" y="3117849"/>
                  </a:lnTo>
                  <a:lnTo>
                    <a:pt x="3956369" y="3134483"/>
                  </a:lnTo>
                  <a:lnTo>
                    <a:pt x="3947207" y="3148044"/>
                  </a:lnTo>
                  <a:lnTo>
                    <a:pt x="3933640" y="3157176"/>
                  </a:lnTo>
                  <a:lnTo>
                    <a:pt x="3917061" y="3160521"/>
                  </a:lnTo>
                  <a:lnTo>
                    <a:pt x="42672" y="3160521"/>
                  </a:lnTo>
                  <a:lnTo>
                    <a:pt x="26092" y="3157176"/>
                  </a:lnTo>
                  <a:lnTo>
                    <a:pt x="12525" y="3148044"/>
                  </a:lnTo>
                  <a:lnTo>
                    <a:pt x="3363" y="3134483"/>
                  </a:lnTo>
                  <a:lnTo>
                    <a:pt x="0" y="3117849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4564" y="1691639"/>
              <a:ext cx="5123180" cy="432282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3438251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3916933" y="0"/>
                  </a:moveTo>
                  <a:lnTo>
                    <a:pt x="42671" y="0"/>
                  </a:lnTo>
                  <a:lnTo>
                    <a:pt x="26038" y="3363"/>
                  </a:lnTo>
                  <a:lnTo>
                    <a:pt x="12477" y="12525"/>
                  </a:lnTo>
                  <a:lnTo>
                    <a:pt x="3345" y="26092"/>
                  </a:lnTo>
                  <a:lnTo>
                    <a:pt x="0" y="42672"/>
                  </a:lnTo>
                  <a:lnTo>
                    <a:pt x="0" y="3117849"/>
                  </a:lnTo>
                  <a:lnTo>
                    <a:pt x="3345" y="3134483"/>
                  </a:lnTo>
                  <a:lnTo>
                    <a:pt x="12477" y="3148044"/>
                  </a:lnTo>
                  <a:lnTo>
                    <a:pt x="26038" y="3157176"/>
                  </a:lnTo>
                  <a:lnTo>
                    <a:pt x="42671" y="3160521"/>
                  </a:lnTo>
                  <a:lnTo>
                    <a:pt x="3916933" y="3160521"/>
                  </a:lnTo>
                  <a:lnTo>
                    <a:pt x="3933586" y="3157176"/>
                  </a:lnTo>
                  <a:lnTo>
                    <a:pt x="3947191" y="3148044"/>
                  </a:lnTo>
                  <a:lnTo>
                    <a:pt x="3956367" y="3134483"/>
                  </a:lnTo>
                  <a:lnTo>
                    <a:pt x="3959732" y="3117849"/>
                  </a:lnTo>
                  <a:lnTo>
                    <a:pt x="3959732" y="42672"/>
                  </a:lnTo>
                  <a:lnTo>
                    <a:pt x="3956367" y="26092"/>
                  </a:lnTo>
                  <a:lnTo>
                    <a:pt x="3947191" y="12525"/>
                  </a:lnTo>
                  <a:lnTo>
                    <a:pt x="3933586" y="3363"/>
                  </a:lnTo>
                  <a:lnTo>
                    <a:pt x="39169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438251" y="2118740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0" y="42672"/>
                  </a:moveTo>
                  <a:lnTo>
                    <a:pt x="3345" y="26092"/>
                  </a:lnTo>
                  <a:lnTo>
                    <a:pt x="12477" y="12525"/>
                  </a:lnTo>
                  <a:lnTo>
                    <a:pt x="26038" y="3363"/>
                  </a:lnTo>
                  <a:lnTo>
                    <a:pt x="42671" y="0"/>
                  </a:lnTo>
                  <a:lnTo>
                    <a:pt x="3916933" y="0"/>
                  </a:lnTo>
                  <a:lnTo>
                    <a:pt x="3933586" y="3363"/>
                  </a:lnTo>
                  <a:lnTo>
                    <a:pt x="3947191" y="12525"/>
                  </a:lnTo>
                  <a:lnTo>
                    <a:pt x="3956367" y="26092"/>
                  </a:lnTo>
                  <a:lnTo>
                    <a:pt x="3959732" y="42672"/>
                  </a:lnTo>
                  <a:lnTo>
                    <a:pt x="3959732" y="3117849"/>
                  </a:lnTo>
                  <a:lnTo>
                    <a:pt x="3956367" y="3134483"/>
                  </a:lnTo>
                  <a:lnTo>
                    <a:pt x="3947191" y="3148044"/>
                  </a:lnTo>
                  <a:lnTo>
                    <a:pt x="3933586" y="3157176"/>
                  </a:lnTo>
                  <a:lnTo>
                    <a:pt x="3916933" y="3160521"/>
                  </a:lnTo>
                  <a:lnTo>
                    <a:pt x="42671" y="3160521"/>
                  </a:lnTo>
                  <a:lnTo>
                    <a:pt x="26038" y="3157176"/>
                  </a:lnTo>
                  <a:lnTo>
                    <a:pt x="12477" y="3148044"/>
                  </a:lnTo>
                  <a:lnTo>
                    <a:pt x="3345" y="3134483"/>
                  </a:lnTo>
                  <a:lnTo>
                    <a:pt x="0" y="3117849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947" y="5829274"/>
              <a:ext cx="5123180" cy="4322826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90104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60" h="3161029">
                  <a:moveTo>
                    <a:pt x="3916972" y="0"/>
                  </a:moveTo>
                  <a:lnTo>
                    <a:pt x="42697" y="0"/>
                  </a:lnTo>
                  <a:lnTo>
                    <a:pt x="26076" y="3345"/>
                  </a:lnTo>
                  <a:lnTo>
                    <a:pt x="12504" y="12477"/>
                  </a:lnTo>
                  <a:lnTo>
                    <a:pt x="3354" y="26038"/>
                  </a:lnTo>
                  <a:lnTo>
                    <a:pt x="0" y="42672"/>
                  </a:lnTo>
                  <a:lnTo>
                    <a:pt x="0" y="3117786"/>
                  </a:lnTo>
                  <a:lnTo>
                    <a:pt x="3354" y="3134407"/>
                  </a:lnTo>
                  <a:lnTo>
                    <a:pt x="12504" y="3147979"/>
                  </a:lnTo>
                  <a:lnTo>
                    <a:pt x="26076" y="3157128"/>
                  </a:lnTo>
                  <a:lnTo>
                    <a:pt x="42697" y="3160483"/>
                  </a:lnTo>
                  <a:lnTo>
                    <a:pt x="3916972" y="3160483"/>
                  </a:lnTo>
                  <a:lnTo>
                    <a:pt x="3933605" y="3157128"/>
                  </a:lnTo>
                  <a:lnTo>
                    <a:pt x="3947166" y="3147979"/>
                  </a:lnTo>
                  <a:lnTo>
                    <a:pt x="3956298" y="3134407"/>
                  </a:lnTo>
                  <a:lnTo>
                    <a:pt x="3959644" y="3117786"/>
                  </a:lnTo>
                  <a:lnTo>
                    <a:pt x="3959644" y="42672"/>
                  </a:lnTo>
                  <a:lnTo>
                    <a:pt x="3956298" y="26038"/>
                  </a:lnTo>
                  <a:lnTo>
                    <a:pt x="3947166" y="12477"/>
                  </a:lnTo>
                  <a:lnTo>
                    <a:pt x="3933605" y="3345"/>
                  </a:lnTo>
                  <a:lnTo>
                    <a:pt x="3916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90104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60" h="3161029">
                  <a:moveTo>
                    <a:pt x="0" y="42672"/>
                  </a:moveTo>
                  <a:lnTo>
                    <a:pt x="3354" y="26038"/>
                  </a:lnTo>
                  <a:lnTo>
                    <a:pt x="12504" y="12477"/>
                  </a:lnTo>
                  <a:lnTo>
                    <a:pt x="26076" y="3345"/>
                  </a:lnTo>
                  <a:lnTo>
                    <a:pt x="42697" y="0"/>
                  </a:lnTo>
                  <a:lnTo>
                    <a:pt x="3916972" y="0"/>
                  </a:lnTo>
                  <a:lnTo>
                    <a:pt x="3933605" y="3345"/>
                  </a:lnTo>
                  <a:lnTo>
                    <a:pt x="3947166" y="12477"/>
                  </a:lnTo>
                  <a:lnTo>
                    <a:pt x="3956298" y="26038"/>
                  </a:lnTo>
                  <a:lnTo>
                    <a:pt x="3959644" y="42672"/>
                  </a:lnTo>
                  <a:lnTo>
                    <a:pt x="3959644" y="3117786"/>
                  </a:lnTo>
                  <a:lnTo>
                    <a:pt x="3956298" y="3134407"/>
                  </a:lnTo>
                  <a:lnTo>
                    <a:pt x="3947166" y="3147979"/>
                  </a:lnTo>
                  <a:lnTo>
                    <a:pt x="3933605" y="3157128"/>
                  </a:lnTo>
                  <a:lnTo>
                    <a:pt x="3916972" y="3160483"/>
                  </a:lnTo>
                  <a:lnTo>
                    <a:pt x="42697" y="3160483"/>
                  </a:lnTo>
                  <a:lnTo>
                    <a:pt x="26076" y="3157128"/>
                  </a:lnTo>
                  <a:lnTo>
                    <a:pt x="12504" y="3147979"/>
                  </a:lnTo>
                  <a:lnTo>
                    <a:pt x="3354" y="3134407"/>
                  </a:lnTo>
                  <a:lnTo>
                    <a:pt x="0" y="3117786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9327" y="5829274"/>
              <a:ext cx="5121656" cy="432282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072761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3917061" y="0"/>
                  </a:moveTo>
                  <a:lnTo>
                    <a:pt x="42672" y="0"/>
                  </a:lnTo>
                  <a:lnTo>
                    <a:pt x="26092" y="3345"/>
                  </a:lnTo>
                  <a:lnTo>
                    <a:pt x="12525" y="12477"/>
                  </a:lnTo>
                  <a:lnTo>
                    <a:pt x="3363" y="26038"/>
                  </a:lnTo>
                  <a:lnTo>
                    <a:pt x="0" y="42672"/>
                  </a:lnTo>
                  <a:lnTo>
                    <a:pt x="0" y="3117786"/>
                  </a:lnTo>
                  <a:lnTo>
                    <a:pt x="3363" y="3134407"/>
                  </a:lnTo>
                  <a:lnTo>
                    <a:pt x="12525" y="3147979"/>
                  </a:lnTo>
                  <a:lnTo>
                    <a:pt x="26092" y="3157128"/>
                  </a:lnTo>
                  <a:lnTo>
                    <a:pt x="42672" y="3160483"/>
                  </a:lnTo>
                  <a:lnTo>
                    <a:pt x="3917061" y="3160483"/>
                  </a:lnTo>
                  <a:lnTo>
                    <a:pt x="3933640" y="3157128"/>
                  </a:lnTo>
                  <a:lnTo>
                    <a:pt x="3947207" y="3147979"/>
                  </a:lnTo>
                  <a:lnTo>
                    <a:pt x="3956369" y="3134407"/>
                  </a:lnTo>
                  <a:lnTo>
                    <a:pt x="3959733" y="3117786"/>
                  </a:lnTo>
                  <a:lnTo>
                    <a:pt x="3959733" y="42672"/>
                  </a:lnTo>
                  <a:lnTo>
                    <a:pt x="3956369" y="26038"/>
                  </a:lnTo>
                  <a:lnTo>
                    <a:pt x="3947207" y="12477"/>
                  </a:lnTo>
                  <a:lnTo>
                    <a:pt x="3933640" y="3345"/>
                  </a:lnTo>
                  <a:lnTo>
                    <a:pt x="3917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072761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0" y="42672"/>
                  </a:moveTo>
                  <a:lnTo>
                    <a:pt x="3363" y="26038"/>
                  </a:lnTo>
                  <a:lnTo>
                    <a:pt x="12525" y="12477"/>
                  </a:lnTo>
                  <a:lnTo>
                    <a:pt x="26092" y="3345"/>
                  </a:lnTo>
                  <a:lnTo>
                    <a:pt x="42672" y="0"/>
                  </a:lnTo>
                  <a:lnTo>
                    <a:pt x="3917061" y="0"/>
                  </a:lnTo>
                  <a:lnTo>
                    <a:pt x="3933640" y="3345"/>
                  </a:lnTo>
                  <a:lnTo>
                    <a:pt x="3947207" y="12477"/>
                  </a:lnTo>
                  <a:lnTo>
                    <a:pt x="3956369" y="26038"/>
                  </a:lnTo>
                  <a:lnTo>
                    <a:pt x="3959733" y="42672"/>
                  </a:lnTo>
                  <a:lnTo>
                    <a:pt x="3959733" y="3117786"/>
                  </a:lnTo>
                  <a:lnTo>
                    <a:pt x="3956369" y="3134407"/>
                  </a:lnTo>
                  <a:lnTo>
                    <a:pt x="3947207" y="3147979"/>
                  </a:lnTo>
                  <a:lnTo>
                    <a:pt x="3933640" y="3157128"/>
                  </a:lnTo>
                  <a:lnTo>
                    <a:pt x="3917061" y="3160483"/>
                  </a:lnTo>
                  <a:lnTo>
                    <a:pt x="42672" y="3160483"/>
                  </a:lnTo>
                  <a:lnTo>
                    <a:pt x="26092" y="3157128"/>
                  </a:lnTo>
                  <a:lnTo>
                    <a:pt x="12525" y="3147979"/>
                  </a:lnTo>
                  <a:lnTo>
                    <a:pt x="3363" y="3134407"/>
                  </a:lnTo>
                  <a:lnTo>
                    <a:pt x="0" y="3117786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12707" y="5829274"/>
              <a:ext cx="5121656" cy="432282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9255505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3917061" y="0"/>
                  </a:moveTo>
                  <a:lnTo>
                    <a:pt x="42672" y="0"/>
                  </a:lnTo>
                  <a:lnTo>
                    <a:pt x="26092" y="3345"/>
                  </a:lnTo>
                  <a:lnTo>
                    <a:pt x="12525" y="12477"/>
                  </a:lnTo>
                  <a:lnTo>
                    <a:pt x="3363" y="26038"/>
                  </a:lnTo>
                  <a:lnTo>
                    <a:pt x="0" y="42672"/>
                  </a:lnTo>
                  <a:lnTo>
                    <a:pt x="0" y="3117786"/>
                  </a:lnTo>
                  <a:lnTo>
                    <a:pt x="3363" y="3134407"/>
                  </a:lnTo>
                  <a:lnTo>
                    <a:pt x="12525" y="3147979"/>
                  </a:lnTo>
                  <a:lnTo>
                    <a:pt x="26092" y="3157128"/>
                  </a:lnTo>
                  <a:lnTo>
                    <a:pt x="42672" y="3160483"/>
                  </a:lnTo>
                  <a:lnTo>
                    <a:pt x="3917061" y="3160483"/>
                  </a:lnTo>
                  <a:lnTo>
                    <a:pt x="3933640" y="3157128"/>
                  </a:lnTo>
                  <a:lnTo>
                    <a:pt x="3947207" y="3147979"/>
                  </a:lnTo>
                  <a:lnTo>
                    <a:pt x="3956369" y="3134407"/>
                  </a:lnTo>
                  <a:lnTo>
                    <a:pt x="3959732" y="3117786"/>
                  </a:lnTo>
                  <a:lnTo>
                    <a:pt x="3959732" y="42672"/>
                  </a:lnTo>
                  <a:lnTo>
                    <a:pt x="3956369" y="26038"/>
                  </a:lnTo>
                  <a:lnTo>
                    <a:pt x="3947207" y="12477"/>
                  </a:lnTo>
                  <a:lnTo>
                    <a:pt x="3933640" y="3345"/>
                  </a:lnTo>
                  <a:lnTo>
                    <a:pt x="3917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255505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0" y="42672"/>
                  </a:moveTo>
                  <a:lnTo>
                    <a:pt x="3363" y="26038"/>
                  </a:lnTo>
                  <a:lnTo>
                    <a:pt x="12525" y="12477"/>
                  </a:lnTo>
                  <a:lnTo>
                    <a:pt x="26092" y="3345"/>
                  </a:lnTo>
                  <a:lnTo>
                    <a:pt x="42672" y="0"/>
                  </a:lnTo>
                  <a:lnTo>
                    <a:pt x="3917061" y="0"/>
                  </a:lnTo>
                  <a:lnTo>
                    <a:pt x="3933640" y="3345"/>
                  </a:lnTo>
                  <a:lnTo>
                    <a:pt x="3947207" y="12477"/>
                  </a:lnTo>
                  <a:lnTo>
                    <a:pt x="3956369" y="26038"/>
                  </a:lnTo>
                  <a:lnTo>
                    <a:pt x="3959732" y="42672"/>
                  </a:lnTo>
                  <a:lnTo>
                    <a:pt x="3959732" y="3117786"/>
                  </a:lnTo>
                  <a:lnTo>
                    <a:pt x="3956369" y="3134407"/>
                  </a:lnTo>
                  <a:lnTo>
                    <a:pt x="3947207" y="3147979"/>
                  </a:lnTo>
                  <a:lnTo>
                    <a:pt x="3933640" y="3157128"/>
                  </a:lnTo>
                  <a:lnTo>
                    <a:pt x="3917061" y="3160483"/>
                  </a:lnTo>
                  <a:lnTo>
                    <a:pt x="42672" y="3160483"/>
                  </a:lnTo>
                  <a:lnTo>
                    <a:pt x="26092" y="3157128"/>
                  </a:lnTo>
                  <a:lnTo>
                    <a:pt x="12525" y="3147979"/>
                  </a:lnTo>
                  <a:lnTo>
                    <a:pt x="3363" y="3134407"/>
                  </a:lnTo>
                  <a:lnTo>
                    <a:pt x="0" y="3117786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94564" y="5829274"/>
              <a:ext cx="5123180" cy="4322826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3438251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3916933" y="0"/>
                  </a:moveTo>
                  <a:lnTo>
                    <a:pt x="42671" y="0"/>
                  </a:lnTo>
                  <a:lnTo>
                    <a:pt x="26038" y="3345"/>
                  </a:lnTo>
                  <a:lnTo>
                    <a:pt x="12477" y="12477"/>
                  </a:lnTo>
                  <a:lnTo>
                    <a:pt x="3345" y="26038"/>
                  </a:lnTo>
                  <a:lnTo>
                    <a:pt x="0" y="42672"/>
                  </a:lnTo>
                  <a:lnTo>
                    <a:pt x="0" y="3117786"/>
                  </a:lnTo>
                  <a:lnTo>
                    <a:pt x="3345" y="3134407"/>
                  </a:lnTo>
                  <a:lnTo>
                    <a:pt x="12477" y="3147979"/>
                  </a:lnTo>
                  <a:lnTo>
                    <a:pt x="26038" y="3157128"/>
                  </a:lnTo>
                  <a:lnTo>
                    <a:pt x="42671" y="3160483"/>
                  </a:lnTo>
                  <a:lnTo>
                    <a:pt x="3916933" y="3160483"/>
                  </a:lnTo>
                  <a:lnTo>
                    <a:pt x="3933586" y="3157128"/>
                  </a:lnTo>
                  <a:lnTo>
                    <a:pt x="3947191" y="3147979"/>
                  </a:lnTo>
                  <a:lnTo>
                    <a:pt x="3956367" y="3134407"/>
                  </a:lnTo>
                  <a:lnTo>
                    <a:pt x="3959732" y="3117786"/>
                  </a:lnTo>
                  <a:lnTo>
                    <a:pt x="3959732" y="42672"/>
                  </a:lnTo>
                  <a:lnTo>
                    <a:pt x="3956367" y="26038"/>
                  </a:lnTo>
                  <a:lnTo>
                    <a:pt x="3947191" y="12477"/>
                  </a:lnTo>
                  <a:lnTo>
                    <a:pt x="3933586" y="3345"/>
                  </a:lnTo>
                  <a:lnTo>
                    <a:pt x="39169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438251" y="6257289"/>
              <a:ext cx="3959860" cy="3161030"/>
            </a:xfrm>
            <a:custGeom>
              <a:avLst/>
              <a:gdLst/>
              <a:ahLst/>
              <a:cxnLst/>
              <a:rect l="l" t="t" r="r" b="b"/>
              <a:pathLst>
                <a:path w="3959859" h="3161029">
                  <a:moveTo>
                    <a:pt x="0" y="42672"/>
                  </a:moveTo>
                  <a:lnTo>
                    <a:pt x="3345" y="26038"/>
                  </a:lnTo>
                  <a:lnTo>
                    <a:pt x="12477" y="12477"/>
                  </a:lnTo>
                  <a:lnTo>
                    <a:pt x="26038" y="3345"/>
                  </a:lnTo>
                  <a:lnTo>
                    <a:pt x="42671" y="0"/>
                  </a:lnTo>
                  <a:lnTo>
                    <a:pt x="3916933" y="0"/>
                  </a:lnTo>
                  <a:lnTo>
                    <a:pt x="3933586" y="3345"/>
                  </a:lnTo>
                  <a:lnTo>
                    <a:pt x="3947191" y="12477"/>
                  </a:lnTo>
                  <a:lnTo>
                    <a:pt x="3956367" y="26038"/>
                  </a:lnTo>
                  <a:lnTo>
                    <a:pt x="3959732" y="42672"/>
                  </a:lnTo>
                  <a:lnTo>
                    <a:pt x="3959732" y="3117786"/>
                  </a:lnTo>
                  <a:lnTo>
                    <a:pt x="3956367" y="3134407"/>
                  </a:lnTo>
                  <a:lnTo>
                    <a:pt x="3947191" y="3147979"/>
                  </a:lnTo>
                  <a:lnTo>
                    <a:pt x="3933586" y="3157128"/>
                  </a:lnTo>
                  <a:lnTo>
                    <a:pt x="3916933" y="3160483"/>
                  </a:lnTo>
                  <a:lnTo>
                    <a:pt x="42671" y="3160483"/>
                  </a:lnTo>
                  <a:lnTo>
                    <a:pt x="26038" y="3157128"/>
                  </a:lnTo>
                  <a:lnTo>
                    <a:pt x="12477" y="3147979"/>
                  </a:lnTo>
                  <a:lnTo>
                    <a:pt x="3345" y="3134407"/>
                  </a:lnTo>
                  <a:lnTo>
                    <a:pt x="0" y="3117786"/>
                  </a:lnTo>
                  <a:lnTo>
                    <a:pt x="0" y="42672"/>
                  </a:lnTo>
                  <a:close/>
                </a:path>
              </a:pathLst>
            </a:custGeom>
            <a:ln w="9525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901395" y="528904"/>
            <a:ext cx="883475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산업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전반에</a:t>
            </a:r>
            <a:r>
              <a:rPr dirty="0" spc="-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걸쳐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입증된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성공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1695957" y="1731086"/>
            <a:ext cx="23450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FINANCIAL</a:t>
            </a:r>
            <a:r>
              <a:rPr dirty="0" sz="1800" spc="-6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SERVICES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146030" y="1731086"/>
            <a:ext cx="21780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CONSUMER/RETAIL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3836777" y="1731086"/>
            <a:ext cx="31648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HEALTHCARE</a:t>
            </a:r>
            <a:r>
              <a:rPr dirty="0" sz="1800" spc="-3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&amp;</a:t>
            </a:r>
            <a:r>
              <a:rPr dirty="0" sz="1800" spc="-5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INSURANCE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211376" y="5870575"/>
            <a:ext cx="3315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COMMUNICATIONS</a:t>
            </a:r>
            <a:r>
              <a:rPr dirty="0" sz="1800" spc="-6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&amp;</a:t>
            </a:r>
            <a:r>
              <a:rPr dirty="0" sz="1800" spc="-5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 b="1">
                <a:solidFill>
                  <a:srgbClr val="221F1F"/>
                </a:solidFill>
                <a:latin typeface="Malgun Gothic"/>
                <a:cs typeface="Malgun Gothic"/>
              </a:rPr>
              <a:t>MEDIA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191125" y="5870575"/>
            <a:ext cx="3724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AUTOMOTIVE/TRANSPORTATION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208514" y="5854953"/>
            <a:ext cx="2055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MANUFACTURING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4987396" y="5854953"/>
            <a:ext cx="8629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TRAVEL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961745" y="2122347"/>
            <a:ext cx="16224885" cy="7074534"/>
            <a:chOff x="961745" y="2122347"/>
            <a:chExt cx="16224885" cy="7074534"/>
          </a:xfrm>
        </p:grpSpPr>
        <p:sp>
          <p:nvSpPr>
            <p:cNvPr id="36" name="object 36" descr=""/>
            <p:cNvSpPr/>
            <p:nvPr/>
          </p:nvSpPr>
          <p:spPr>
            <a:xfrm>
              <a:off x="5164074" y="2232049"/>
              <a:ext cx="1481455" cy="383540"/>
            </a:xfrm>
            <a:custGeom>
              <a:avLst/>
              <a:gdLst/>
              <a:ahLst/>
              <a:cxnLst/>
              <a:rect l="l" t="t" r="r" b="b"/>
              <a:pathLst>
                <a:path w="1481454" h="383539">
                  <a:moveTo>
                    <a:pt x="384683" y="57759"/>
                  </a:moveTo>
                  <a:lnTo>
                    <a:pt x="358597" y="12446"/>
                  </a:lnTo>
                  <a:lnTo>
                    <a:pt x="331876" y="0"/>
                  </a:lnTo>
                  <a:lnTo>
                    <a:pt x="315468" y="0"/>
                  </a:lnTo>
                  <a:lnTo>
                    <a:pt x="315468" y="289280"/>
                  </a:lnTo>
                  <a:lnTo>
                    <a:pt x="314477" y="296900"/>
                  </a:lnTo>
                  <a:lnTo>
                    <a:pt x="294767" y="314680"/>
                  </a:lnTo>
                  <a:lnTo>
                    <a:pt x="94107" y="314680"/>
                  </a:lnTo>
                  <a:lnTo>
                    <a:pt x="86233" y="313690"/>
                  </a:lnTo>
                  <a:lnTo>
                    <a:pt x="79717" y="310680"/>
                  </a:lnTo>
                  <a:lnTo>
                    <a:pt x="74777" y="305689"/>
                  </a:lnTo>
                  <a:lnTo>
                    <a:pt x="71628" y="298678"/>
                  </a:lnTo>
                  <a:lnTo>
                    <a:pt x="70993" y="297535"/>
                  </a:lnTo>
                  <a:lnTo>
                    <a:pt x="71069" y="140690"/>
                  </a:lnTo>
                  <a:lnTo>
                    <a:pt x="71615" y="90398"/>
                  </a:lnTo>
                  <a:lnTo>
                    <a:pt x="90551" y="70205"/>
                  </a:lnTo>
                  <a:lnTo>
                    <a:pt x="305435" y="70205"/>
                  </a:lnTo>
                  <a:lnTo>
                    <a:pt x="313690" y="76809"/>
                  </a:lnTo>
                  <a:lnTo>
                    <a:pt x="314833" y="86842"/>
                  </a:lnTo>
                  <a:lnTo>
                    <a:pt x="315353" y="89763"/>
                  </a:lnTo>
                  <a:lnTo>
                    <a:pt x="315468" y="289280"/>
                  </a:lnTo>
                  <a:lnTo>
                    <a:pt x="315468" y="0"/>
                  </a:lnTo>
                  <a:lnTo>
                    <a:pt x="145440" y="0"/>
                  </a:lnTo>
                  <a:lnTo>
                    <a:pt x="52070" y="355"/>
                  </a:lnTo>
                  <a:lnTo>
                    <a:pt x="48514" y="1625"/>
                  </a:lnTo>
                  <a:lnTo>
                    <a:pt x="44958" y="2768"/>
                  </a:lnTo>
                  <a:lnTo>
                    <a:pt x="41402" y="4546"/>
                  </a:lnTo>
                  <a:lnTo>
                    <a:pt x="33426" y="7759"/>
                  </a:lnTo>
                  <a:lnTo>
                    <a:pt x="26200" y="12014"/>
                  </a:lnTo>
                  <a:lnTo>
                    <a:pt x="863" y="49733"/>
                  </a:lnTo>
                  <a:lnTo>
                    <a:pt x="0" y="59537"/>
                  </a:lnTo>
                  <a:lnTo>
                    <a:pt x="0" y="327126"/>
                  </a:lnTo>
                  <a:lnTo>
                    <a:pt x="635" y="328269"/>
                  </a:lnTo>
                  <a:lnTo>
                    <a:pt x="635" y="330682"/>
                  </a:lnTo>
                  <a:lnTo>
                    <a:pt x="22479" y="368528"/>
                  </a:lnTo>
                  <a:lnTo>
                    <a:pt x="59182" y="383387"/>
                  </a:lnTo>
                  <a:lnTo>
                    <a:pt x="323215" y="383387"/>
                  </a:lnTo>
                  <a:lnTo>
                    <a:pt x="365760" y="364972"/>
                  </a:lnTo>
                  <a:lnTo>
                    <a:pt x="383540" y="330682"/>
                  </a:lnTo>
                  <a:lnTo>
                    <a:pt x="384683" y="317601"/>
                  </a:lnTo>
                  <a:lnTo>
                    <a:pt x="384683" y="314680"/>
                  </a:lnTo>
                  <a:lnTo>
                    <a:pt x="384683" y="70205"/>
                  </a:lnTo>
                  <a:lnTo>
                    <a:pt x="384683" y="57759"/>
                  </a:lnTo>
                  <a:close/>
                </a:path>
                <a:path w="1481454" h="383539">
                  <a:moveTo>
                    <a:pt x="1481455" y="220573"/>
                  </a:moveTo>
                  <a:lnTo>
                    <a:pt x="1481264" y="219938"/>
                  </a:lnTo>
                  <a:lnTo>
                    <a:pt x="1480947" y="218795"/>
                  </a:lnTo>
                  <a:lnTo>
                    <a:pt x="1480947" y="217652"/>
                  </a:lnTo>
                  <a:lnTo>
                    <a:pt x="1480299" y="215874"/>
                  </a:lnTo>
                  <a:lnTo>
                    <a:pt x="1473136" y="196634"/>
                  </a:lnTo>
                  <a:lnTo>
                    <a:pt x="1463052" y="179870"/>
                  </a:lnTo>
                  <a:lnTo>
                    <a:pt x="1457198" y="173723"/>
                  </a:lnTo>
                  <a:lnTo>
                    <a:pt x="1457198" y="219938"/>
                  </a:lnTo>
                  <a:lnTo>
                    <a:pt x="1327531" y="219938"/>
                  </a:lnTo>
                  <a:lnTo>
                    <a:pt x="1345565" y="183095"/>
                  </a:lnTo>
                  <a:lnTo>
                    <a:pt x="1382649" y="164439"/>
                  </a:lnTo>
                  <a:lnTo>
                    <a:pt x="1389380" y="163677"/>
                  </a:lnTo>
                  <a:lnTo>
                    <a:pt x="1392682" y="163677"/>
                  </a:lnTo>
                  <a:lnTo>
                    <a:pt x="1416685" y="168389"/>
                  </a:lnTo>
                  <a:lnTo>
                    <a:pt x="1436357" y="180911"/>
                  </a:lnTo>
                  <a:lnTo>
                    <a:pt x="1450327" y="198882"/>
                  </a:lnTo>
                  <a:lnTo>
                    <a:pt x="1457198" y="219938"/>
                  </a:lnTo>
                  <a:lnTo>
                    <a:pt x="1457198" y="173723"/>
                  </a:lnTo>
                  <a:lnTo>
                    <a:pt x="1423149" y="150342"/>
                  </a:lnTo>
                  <a:lnTo>
                    <a:pt x="1393317" y="144500"/>
                  </a:lnTo>
                  <a:lnTo>
                    <a:pt x="1382890" y="145148"/>
                  </a:lnTo>
                  <a:lnTo>
                    <a:pt x="1383487" y="145148"/>
                  </a:lnTo>
                  <a:lnTo>
                    <a:pt x="1374292" y="146837"/>
                  </a:lnTo>
                  <a:lnTo>
                    <a:pt x="1329651" y="172808"/>
                  </a:lnTo>
                  <a:lnTo>
                    <a:pt x="1308493" y="213956"/>
                  </a:lnTo>
                  <a:lnTo>
                    <a:pt x="1306423" y="228384"/>
                  </a:lnTo>
                  <a:lnTo>
                    <a:pt x="1306753" y="240766"/>
                  </a:lnTo>
                  <a:lnTo>
                    <a:pt x="1306804" y="242925"/>
                  </a:lnTo>
                  <a:lnTo>
                    <a:pt x="1321714" y="281749"/>
                  </a:lnTo>
                  <a:lnTo>
                    <a:pt x="1349819" y="307771"/>
                  </a:lnTo>
                  <a:lnTo>
                    <a:pt x="1386446" y="319633"/>
                  </a:lnTo>
                  <a:lnTo>
                    <a:pt x="1390777" y="319887"/>
                  </a:lnTo>
                  <a:lnTo>
                    <a:pt x="1394968" y="319887"/>
                  </a:lnTo>
                  <a:lnTo>
                    <a:pt x="1400390" y="319633"/>
                  </a:lnTo>
                  <a:lnTo>
                    <a:pt x="1401737" y="319633"/>
                  </a:lnTo>
                  <a:lnTo>
                    <a:pt x="1445069" y="303631"/>
                  </a:lnTo>
                  <a:lnTo>
                    <a:pt x="1448346" y="300964"/>
                  </a:lnTo>
                  <a:lnTo>
                    <a:pt x="1453972" y="296392"/>
                  </a:lnTo>
                  <a:lnTo>
                    <a:pt x="1476756" y="260324"/>
                  </a:lnTo>
                  <a:lnTo>
                    <a:pt x="1453642" y="260324"/>
                  </a:lnTo>
                  <a:lnTo>
                    <a:pt x="1453007" y="261975"/>
                  </a:lnTo>
                  <a:lnTo>
                    <a:pt x="1451864" y="263245"/>
                  </a:lnTo>
                  <a:lnTo>
                    <a:pt x="1425562" y="292125"/>
                  </a:lnTo>
                  <a:lnTo>
                    <a:pt x="1405089" y="299948"/>
                  </a:lnTo>
                  <a:lnTo>
                    <a:pt x="1404912" y="299948"/>
                  </a:lnTo>
                  <a:lnTo>
                    <a:pt x="1394320" y="300964"/>
                  </a:lnTo>
                  <a:lnTo>
                    <a:pt x="1390777" y="300964"/>
                  </a:lnTo>
                  <a:lnTo>
                    <a:pt x="1386967" y="300583"/>
                  </a:lnTo>
                  <a:lnTo>
                    <a:pt x="1340866" y="273723"/>
                  </a:lnTo>
                  <a:lnTo>
                    <a:pt x="1332357" y="258419"/>
                  </a:lnTo>
                  <a:lnTo>
                    <a:pt x="1329436" y="253212"/>
                  </a:lnTo>
                  <a:lnTo>
                    <a:pt x="1328801" y="247243"/>
                  </a:lnTo>
                  <a:lnTo>
                    <a:pt x="1327023" y="240766"/>
                  </a:lnTo>
                  <a:lnTo>
                    <a:pt x="1480299" y="240766"/>
                  </a:lnTo>
                  <a:lnTo>
                    <a:pt x="1480299" y="226542"/>
                  </a:lnTo>
                  <a:lnTo>
                    <a:pt x="1481455" y="2205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5007" y="2375915"/>
              <a:ext cx="176847" cy="23888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91428" y="2307843"/>
              <a:ext cx="156718" cy="24574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0263" y="2375915"/>
              <a:ext cx="178212" cy="17602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90702" y="2379852"/>
              <a:ext cx="148222" cy="172720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6391021" y="2376296"/>
              <a:ext cx="69215" cy="171450"/>
            </a:xfrm>
            <a:custGeom>
              <a:avLst/>
              <a:gdLst/>
              <a:ahLst/>
              <a:cxnLst/>
              <a:rect l="l" t="t" r="r" b="b"/>
              <a:pathLst>
                <a:path w="69214" h="171450">
                  <a:moveTo>
                    <a:pt x="69214" y="0"/>
                  </a:moveTo>
                  <a:lnTo>
                    <a:pt x="54421" y="1317"/>
                  </a:lnTo>
                  <a:lnTo>
                    <a:pt x="41354" y="5683"/>
                  </a:lnTo>
                  <a:lnTo>
                    <a:pt x="30406" y="13715"/>
                  </a:lnTo>
                  <a:lnTo>
                    <a:pt x="21970" y="26034"/>
                  </a:lnTo>
                  <a:lnTo>
                    <a:pt x="21970" y="3555"/>
                  </a:lnTo>
                  <a:lnTo>
                    <a:pt x="0" y="3555"/>
                  </a:lnTo>
                  <a:lnTo>
                    <a:pt x="0" y="171069"/>
                  </a:lnTo>
                  <a:lnTo>
                    <a:pt x="21970" y="171069"/>
                  </a:lnTo>
                  <a:lnTo>
                    <a:pt x="21970" y="68072"/>
                  </a:lnTo>
                  <a:lnTo>
                    <a:pt x="23113" y="60959"/>
                  </a:lnTo>
                  <a:lnTo>
                    <a:pt x="45974" y="29223"/>
                  </a:lnTo>
                  <a:lnTo>
                    <a:pt x="66293" y="23113"/>
                  </a:lnTo>
                  <a:lnTo>
                    <a:pt x="69214" y="22478"/>
                  </a:lnTo>
                  <a:lnTo>
                    <a:pt x="692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02630" y="2372105"/>
              <a:ext cx="105918" cy="104775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391653" y="3939794"/>
              <a:ext cx="191135" cy="265430"/>
            </a:xfrm>
            <a:custGeom>
              <a:avLst/>
              <a:gdLst/>
              <a:ahLst/>
              <a:cxnLst/>
              <a:rect l="l" t="t" r="r" b="b"/>
              <a:pathLst>
                <a:path w="191134" h="265429">
                  <a:moveTo>
                    <a:pt x="28575" y="4952"/>
                  </a:moveTo>
                  <a:lnTo>
                    <a:pt x="17779" y="4952"/>
                  </a:lnTo>
                  <a:lnTo>
                    <a:pt x="10668" y="6476"/>
                  </a:lnTo>
                  <a:lnTo>
                    <a:pt x="5079" y="6857"/>
                  </a:lnTo>
                  <a:lnTo>
                    <a:pt x="0" y="8127"/>
                  </a:lnTo>
                  <a:lnTo>
                    <a:pt x="635" y="12445"/>
                  </a:lnTo>
                  <a:lnTo>
                    <a:pt x="686" y="33273"/>
                  </a:lnTo>
                  <a:lnTo>
                    <a:pt x="788" y="69010"/>
                  </a:lnTo>
                  <a:lnTo>
                    <a:pt x="1073" y="113537"/>
                  </a:lnTo>
                  <a:lnTo>
                    <a:pt x="1772" y="213934"/>
                  </a:lnTo>
                  <a:lnTo>
                    <a:pt x="1905" y="263798"/>
                  </a:lnTo>
                  <a:lnTo>
                    <a:pt x="10640" y="263798"/>
                  </a:lnTo>
                  <a:lnTo>
                    <a:pt x="19875" y="263937"/>
                  </a:lnTo>
                  <a:lnTo>
                    <a:pt x="29587" y="264314"/>
                  </a:lnTo>
                  <a:lnTo>
                    <a:pt x="39750" y="265048"/>
                  </a:lnTo>
                  <a:lnTo>
                    <a:pt x="39750" y="169671"/>
                  </a:lnTo>
                  <a:lnTo>
                    <a:pt x="150281" y="169671"/>
                  </a:lnTo>
                  <a:lnTo>
                    <a:pt x="161671" y="160908"/>
                  </a:lnTo>
                  <a:lnTo>
                    <a:pt x="168749" y="152018"/>
                  </a:lnTo>
                  <a:lnTo>
                    <a:pt x="95376" y="152018"/>
                  </a:lnTo>
                  <a:lnTo>
                    <a:pt x="72588" y="147441"/>
                  </a:lnTo>
                  <a:lnTo>
                    <a:pt x="72270" y="147441"/>
                  </a:lnTo>
                  <a:lnTo>
                    <a:pt x="53070" y="134572"/>
                  </a:lnTo>
                  <a:lnTo>
                    <a:pt x="40173" y="115532"/>
                  </a:lnTo>
                  <a:lnTo>
                    <a:pt x="35432" y="92075"/>
                  </a:lnTo>
                  <a:lnTo>
                    <a:pt x="40282" y="69010"/>
                  </a:lnTo>
                  <a:lnTo>
                    <a:pt x="53467" y="50339"/>
                  </a:lnTo>
                  <a:lnTo>
                    <a:pt x="72767" y="37945"/>
                  </a:lnTo>
                  <a:lnTo>
                    <a:pt x="72370" y="37945"/>
                  </a:lnTo>
                  <a:lnTo>
                    <a:pt x="96647" y="33273"/>
                  </a:lnTo>
                  <a:lnTo>
                    <a:pt x="167813" y="33273"/>
                  </a:lnTo>
                  <a:lnTo>
                    <a:pt x="148176" y="15875"/>
                  </a:lnTo>
                  <a:lnTo>
                    <a:pt x="40259" y="15875"/>
                  </a:lnTo>
                  <a:lnTo>
                    <a:pt x="37719" y="14223"/>
                  </a:lnTo>
                  <a:lnTo>
                    <a:pt x="34671" y="9397"/>
                  </a:lnTo>
                  <a:lnTo>
                    <a:pt x="32766" y="5968"/>
                  </a:lnTo>
                  <a:lnTo>
                    <a:pt x="28575" y="4952"/>
                  </a:lnTo>
                  <a:close/>
                </a:path>
                <a:path w="191134" h="265429">
                  <a:moveTo>
                    <a:pt x="150281" y="169671"/>
                  </a:moveTo>
                  <a:lnTo>
                    <a:pt x="39750" y="169671"/>
                  </a:lnTo>
                  <a:lnTo>
                    <a:pt x="55499" y="177291"/>
                  </a:lnTo>
                  <a:lnTo>
                    <a:pt x="65442" y="181459"/>
                  </a:lnTo>
                  <a:lnTo>
                    <a:pt x="75612" y="184435"/>
                  </a:lnTo>
                  <a:lnTo>
                    <a:pt x="85949" y="186221"/>
                  </a:lnTo>
                  <a:lnTo>
                    <a:pt x="96393" y="186816"/>
                  </a:lnTo>
                  <a:lnTo>
                    <a:pt x="113986" y="185162"/>
                  </a:lnTo>
                  <a:lnTo>
                    <a:pt x="131032" y="180244"/>
                  </a:lnTo>
                  <a:lnTo>
                    <a:pt x="147077" y="172136"/>
                  </a:lnTo>
                  <a:lnTo>
                    <a:pt x="150281" y="169671"/>
                  </a:lnTo>
                  <a:close/>
                </a:path>
                <a:path w="191134" h="265429">
                  <a:moveTo>
                    <a:pt x="167813" y="33273"/>
                  </a:moveTo>
                  <a:lnTo>
                    <a:pt x="96647" y="33273"/>
                  </a:lnTo>
                  <a:lnTo>
                    <a:pt x="119637" y="37945"/>
                  </a:lnTo>
                  <a:lnTo>
                    <a:pt x="138271" y="50736"/>
                  </a:lnTo>
                  <a:lnTo>
                    <a:pt x="150760" y="69814"/>
                  </a:lnTo>
                  <a:lnTo>
                    <a:pt x="155321" y="93344"/>
                  </a:lnTo>
                  <a:lnTo>
                    <a:pt x="150866" y="116282"/>
                  </a:lnTo>
                  <a:lnTo>
                    <a:pt x="138636" y="134921"/>
                  </a:lnTo>
                  <a:lnTo>
                    <a:pt x="120334" y="147441"/>
                  </a:lnTo>
                  <a:lnTo>
                    <a:pt x="97663" y="152018"/>
                  </a:lnTo>
                  <a:lnTo>
                    <a:pt x="168749" y="152018"/>
                  </a:lnTo>
                  <a:lnTo>
                    <a:pt x="178927" y="139235"/>
                  </a:lnTo>
                  <a:lnTo>
                    <a:pt x="188753" y="113537"/>
                  </a:lnTo>
                  <a:lnTo>
                    <a:pt x="190531" y="85935"/>
                  </a:lnTo>
                  <a:lnTo>
                    <a:pt x="183642" y="58546"/>
                  </a:lnTo>
                  <a:lnTo>
                    <a:pt x="168536" y="33914"/>
                  </a:lnTo>
                  <a:lnTo>
                    <a:pt x="167813" y="33273"/>
                  </a:lnTo>
                  <a:close/>
                </a:path>
                <a:path w="191134" h="265429">
                  <a:moveTo>
                    <a:pt x="95885" y="0"/>
                  </a:moveTo>
                  <a:lnTo>
                    <a:pt x="51180" y="11302"/>
                  </a:lnTo>
                  <a:lnTo>
                    <a:pt x="45593" y="15875"/>
                  </a:lnTo>
                  <a:lnTo>
                    <a:pt x="148176" y="15875"/>
                  </a:lnTo>
                  <a:lnTo>
                    <a:pt x="147764" y="15509"/>
                  </a:lnTo>
                  <a:lnTo>
                    <a:pt x="122991" y="3986"/>
                  </a:lnTo>
                  <a:lnTo>
                    <a:pt x="95885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69833" y="3940555"/>
              <a:ext cx="173482" cy="184785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66864" y="3939158"/>
              <a:ext cx="185674" cy="187070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7834249" y="3940555"/>
              <a:ext cx="275590" cy="181610"/>
            </a:xfrm>
            <a:custGeom>
              <a:avLst/>
              <a:gdLst/>
              <a:ahLst/>
              <a:cxnLst/>
              <a:rect l="l" t="t" r="r" b="b"/>
              <a:pathLst>
                <a:path w="275590" h="181610">
                  <a:moveTo>
                    <a:pt x="207645" y="0"/>
                  </a:moveTo>
                  <a:lnTo>
                    <a:pt x="166673" y="10253"/>
                  </a:lnTo>
                  <a:lnTo>
                    <a:pt x="159781" y="15160"/>
                  </a:lnTo>
                  <a:lnTo>
                    <a:pt x="153009" y="19472"/>
                  </a:lnTo>
                  <a:lnTo>
                    <a:pt x="145287" y="21971"/>
                  </a:lnTo>
                  <a:lnTo>
                    <a:pt x="144272" y="21971"/>
                  </a:lnTo>
                  <a:lnTo>
                    <a:pt x="138390" y="19730"/>
                  </a:lnTo>
                  <a:lnTo>
                    <a:pt x="127055" y="9058"/>
                  </a:lnTo>
                  <a:lnTo>
                    <a:pt x="119887" y="5461"/>
                  </a:lnTo>
                  <a:lnTo>
                    <a:pt x="116712" y="4826"/>
                  </a:lnTo>
                  <a:lnTo>
                    <a:pt x="113537" y="2921"/>
                  </a:lnTo>
                  <a:lnTo>
                    <a:pt x="104775" y="1270"/>
                  </a:lnTo>
                  <a:lnTo>
                    <a:pt x="99186" y="762"/>
                  </a:lnTo>
                  <a:lnTo>
                    <a:pt x="93725" y="762"/>
                  </a:lnTo>
                  <a:lnTo>
                    <a:pt x="79827" y="1928"/>
                  </a:lnTo>
                  <a:lnTo>
                    <a:pt x="66262" y="5524"/>
                  </a:lnTo>
                  <a:lnTo>
                    <a:pt x="52935" y="11691"/>
                  </a:lnTo>
                  <a:lnTo>
                    <a:pt x="39750" y="20574"/>
                  </a:lnTo>
                  <a:lnTo>
                    <a:pt x="39116" y="15621"/>
                  </a:lnTo>
                  <a:lnTo>
                    <a:pt x="37846" y="13589"/>
                  </a:lnTo>
                  <a:lnTo>
                    <a:pt x="35305" y="12319"/>
                  </a:lnTo>
                  <a:lnTo>
                    <a:pt x="32130" y="7239"/>
                  </a:lnTo>
                  <a:lnTo>
                    <a:pt x="28067" y="5969"/>
                  </a:lnTo>
                  <a:lnTo>
                    <a:pt x="19050" y="5969"/>
                  </a:lnTo>
                  <a:lnTo>
                    <a:pt x="13970" y="7493"/>
                  </a:lnTo>
                  <a:lnTo>
                    <a:pt x="6857" y="7366"/>
                  </a:lnTo>
                  <a:lnTo>
                    <a:pt x="4699" y="6985"/>
                  </a:lnTo>
                  <a:lnTo>
                    <a:pt x="507" y="6985"/>
                  </a:lnTo>
                  <a:lnTo>
                    <a:pt x="507" y="15621"/>
                  </a:lnTo>
                  <a:lnTo>
                    <a:pt x="1315" y="54199"/>
                  </a:lnTo>
                  <a:lnTo>
                    <a:pt x="1730" y="92503"/>
                  </a:lnTo>
                  <a:lnTo>
                    <a:pt x="1904" y="172720"/>
                  </a:lnTo>
                  <a:lnTo>
                    <a:pt x="0" y="179070"/>
                  </a:lnTo>
                  <a:lnTo>
                    <a:pt x="5587" y="179705"/>
                  </a:lnTo>
                  <a:lnTo>
                    <a:pt x="11049" y="180721"/>
                  </a:lnTo>
                  <a:lnTo>
                    <a:pt x="16509" y="181356"/>
                  </a:lnTo>
                  <a:lnTo>
                    <a:pt x="26416" y="181356"/>
                  </a:lnTo>
                  <a:lnTo>
                    <a:pt x="30860" y="180848"/>
                  </a:lnTo>
                  <a:lnTo>
                    <a:pt x="35305" y="179705"/>
                  </a:lnTo>
                  <a:lnTo>
                    <a:pt x="41655" y="178435"/>
                  </a:lnTo>
                  <a:lnTo>
                    <a:pt x="38480" y="168910"/>
                  </a:lnTo>
                  <a:lnTo>
                    <a:pt x="38887" y="139203"/>
                  </a:lnTo>
                  <a:lnTo>
                    <a:pt x="38401" y="115379"/>
                  </a:lnTo>
                  <a:lnTo>
                    <a:pt x="41655" y="67945"/>
                  </a:lnTo>
                  <a:lnTo>
                    <a:pt x="69070" y="34726"/>
                  </a:lnTo>
                  <a:lnTo>
                    <a:pt x="83184" y="32258"/>
                  </a:lnTo>
                  <a:lnTo>
                    <a:pt x="88392" y="32512"/>
                  </a:lnTo>
                  <a:lnTo>
                    <a:pt x="117359" y="57658"/>
                  </a:lnTo>
                  <a:lnTo>
                    <a:pt x="119520" y="145109"/>
                  </a:lnTo>
                  <a:lnTo>
                    <a:pt x="119252" y="168275"/>
                  </a:lnTo>
                  <a:lnTo>
                    <a:pt x="118872" y="178181"/>
                  </a:lnTo>
                  <a:lnTo>
                    <a:pt x="123444" y="180467"/>
                  </a:lnTo>
                  <a:lnTo>
                    <a:pt x="131445" y="180467"/>
                  </a:lnTo>
                  <a:lnTo>
                    <a:pt x="137922" y="179705"/>
                  </a:lnTo>
                  <a:lnTo>
                    <a:pt x="140843" y="179705"/>
                  </a:lnTo>
                  <a:lnTo>
                    <a:pt x="144018" y="180086"/>
                  </a:lnTo>
                  <a:lnTo>
                    <a:pt x="152273" y="180086"/>
                  </a:lnTo>
                  <a:lnTo>
                    <a:pt x="156464" y="178308"/>
                  </a:lnTo>
                  <a:lnTo>
                    <a:pt x="156273" y="128651"/>
                  </a:lnTo>
                  <a:lnTo>
                    <a:pt x="156464" y="89408"/>
                  </a:lnTo>
                  <a:lnTo>
                    <a:pt x="169243" y="44777"/>
                  </a:lnTo>
                  <a:lnTo>
                    <a:pt x="200532" y="31115"/>
                  </a:lnTo>
                  <a:lnTo>
                    <a:pt x="203961" y="31115"/>
                  </a:lnTo>
                  <a:lnTo>
                    <a:pt x="236093" y="64135"/>
                  </a:lnTo>
                  <a:lnTo>
                    <a:pt x="238847" y="149300"/>
                  </a:lnTo>
                  <a:lnTo>
                    <a:pt x="238632" y="179578"/>
                  </a:lnTo>
                  <a:lnTo>
                    <a:pt x="243458" y="181483"/>
                  </a:lnTo>
                  <a:lnTo>
                    <a:pt x="251968" y="181483"/>
                  </a:lnTo>
                  <a:lnTo>
                    <a:pt x="255270" y="180975"/>
                  </a:lnTo>
                  <a:lnTo>
                    <a:pt x="260350" y="180975"/>
                  </a:lnTo>
                  <a:lnTo>
                    <a:pt x="265049" y="181229"/>
                  </a:lnTo>
                  <a:lnTo>
                    <a:pt x="270509" y="181229"/>
                  </a:lnTo>
                  <a:lnTo>
                    <a:pt x="275208" y="179705"/>
                  </a:lnTo>
                  <a:lnTo>
                    <a:pt x="274970" y="122094"/>
                  </a:lnTo>
                  <a:lnTo>
                    <a:pt x="275208" y="74803"/>
                  </a:lnTo>
                  <a:lnTo>
                    <a:pt x="269974" y="43344"/>
                  </a:lnTo>
                  <a:lnTo>
                    <a:pt x="256000" y="19827"/>
                  </a:lnTo>
                  <a:lnTo>
                    <a:pt x="234739" y="5097"/>
                  </a:lnTo>
                  <a:lnTo>
                    <a:pt x="207645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57590" y="3940555"/>
              <a:ext cx="388747" cy="182118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19999" y="3902963"/>
              <a:ext cx="82930" cy="22567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7737602" y="3860164"/>
              <a:ext cx="46355" cy="260985"/>
            </a:xfrm>
            <a:custGeom>
              <a:avLst/>
              <a:gdLst/>
              <a:ahLst/>
              <a:cxnLst/>
              <a:rect l="l" t="t" r="r" b="b"/>
              <a:pathLst>
                <a:path w="46354" h="260985">
                  <a:moveTo>
                    <a:pt x="41021" y="86487"/>
                  </a:moveTo>
                  <a:lnTo>
                    <a:pt x="36703" y="84455"/>
                  </a:lnTo>
                  <a:lnTo>
                    <a:pt x="31369" y="84455"/>
                  </a:lnTo>
                  <a:lnTo>
                    <a:pt x="28067" y="84455"/>
                  </a:lnTo>
                  <a:lnTo>
                    <a:pt x="24130" y="85217"/>
                  </a:lnTo>
                  <a:lnTo>
                    <a:pt x="8890" y="84963"/>
                  </a:lnTo>
                  <a:lnTo>
                    <a:pt x="4445" y="87122"/>
                  </a:lnTo>
                  <a:lnTo>
                    <a:pt x="4673" y="135699"/>
                  </a:lnTo>
                  <a:lnTo>
                    <a:pt x="4445" y="173609"/>
                  </a:lnTo>
                  <a:lnTo>
                    <a:pt x="4711" y="228460"/>
                  </a:lnTo>
                  <a:lnTo>
                    <a:pt x="4445" y="257048"/>
                  </a:lnTo>
                  <a:lnTo>
                    <a:pt x="8128" y="260604"/>
                  </a:lnTo>
                  <a:lnTo>
                    <a:pt x="17780" y="260477"/>
                  </a:lnTo>
                  <a:lnTo>
                    <a:pt x="21844" y="259969"/>
                  </a:lnTo>
                  <a:lnTo>
                    <a:pt x="24638" y="259969"/>
                  </a:lnTo>
                  <a:lnTo>
                    <a:pt x="27813" y="260477"/>
                  </a:lnTo>
                  <a:lnTo>
                    <a:pt x="36322" y="260477"/>
                  </a:lnTo>
                  <a:lnTo>
                    <a:pt x="41021" y="258699"/>
                  </a:lnTo>
                  <a:lnTo>
                    <a:pt x="41021" y="86487"/>
                  </a:lnTo>
                  <a:close/>
                </a:path>
                <a:path w="46354" h="260985">
                  <a:moveTo>
                    <a:pt x="46101" y="23368"/>
                  </a:moveTo>
                  <a:lnTo>
                    <a:pt x="44297" y="14097"/>
                  </a:lnTo>
                  <a:lnTo>
                    <a:pt x="39370" y="6692"/>
                  </a:lnTo>
                  <a:lnTo>
                    <a:pt x="31953" y="1778"/>
                  </a:lnTo>
                  <a:lnTo>
                    <a:pt x="22733" y="0"/>
                  </a:lnTo>
                  <a:lnTo>
                    <a:pt x="13690" y="1701"/>
                  </a:lnTo>
                  <a:lnTo>
                    <a:pt x="6172" y="6413"/>
                  </a:lnTo>
                  <a:lnTo>
                    <a:pt x="1244" y="13614"/>
                  </a:lnTo>
                  <a:lnTo>
                    <a:pt x="0" y="22733"/>
                  </a:lnTo>
                  <a:lnTo>
                    <a:pt x="1168" y="32067"/>
                  </a:lnTo>
                  <a:lnTo>
                    <a:pt x="6007" y="39687"/>
                  </a:lnTo>
                  <a:lnTo>
                    <a:pt x="13690" y="44843"/>
                  </a:lnTo>
                  <a:lnTo>
                    <a:pt x="23368" y="46736"/>
                  </a:lnTo>
                  <a:lnTo>
                    <a:pt x="32486" y="44450"/>
                  </a:lnTo>
                  <a:lnTo>
                    <a:pt x="39687" y="39725"/>
                  </a:lnTo>
                  <a:lnTo>
                    <a:pt x="44399" y="32664"/>
                  </a:lnTo>
                  <a:lnTo>
                    <a:pt x="46101" y="23368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66482" y="4317695"/>
              <a:ext cx="577151" cy="32428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47077" y="2258059"/>
              <a:ext cx="716279" cy="40767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30186" y="3391153"/>
              <a:ext cx="1944624" cy="356107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40325" y="3760342"/>
              <a:ext cx="1735836" cy="419100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855587" y="2794888"/>
              <a:ext cx="176530" cy="281940"/>
            </a:xfrm>
            <a:custGeom>
              <a:avLst/>
              <a:gdLst/>
              <a:ahLst/>
              <a:cxnLst/>
              <a:rect l="l" t="t" r="r" b="b"/>
              <a:pathLst>
                <a:path w="176529" h="281939">
                  <a:moveTo>
                    <a:pt x="113792" y="204724"/>
                  </a:moveTo>
                  <a:lnTo>
                    <a:pt x="109982" y="204724"/>
                  </a:lnTo>
                  <a:lnTo>
                    <a:pt x="97180" y="209219"/>
                  </a:lnTo>
                  <a:lnTo>
                    <a:pt x="82486" y="214807"/>
                  </a:lnTo>
                  <a:lnTo>
                    <a:pt x="66827" y="221145"/>
                  </a:lnTo>
                  <a:lnTo>
                    <a:pt x="51181" y="227838"/>
                  </a:lnTo>
                  <a:lnTo>
                    <a:pt x="49911" y="229108"/>
                  </a:lnTo>
                  <a:lnTo>
                    <a:pt x="49911" y="230378"/>
                  </a:lnTo>
                  <a:lnTo>
                    <a:pt x="48641" y="231648"/>
                  </a:lnTo>
                  <a:lnTo>
                    <a:pt x="48641" y="232918"/>
                  </a:lnTo>
                  <a:lnTo>
                    <a:pt x="45974" y="237998"/>
                  </a:lnTo>
                  <a:lnTo>
                    <a:pt x="43434" y="245745"/>
                  </a:lnTo>
                  <a:lnTo>
                    <a:pt x="40894" y="250825"/>
                  </a:lnTo>
                  <a:lnTo>
                    <a:pt x="40894" y="252095"/>
                  </a:lnTo>
                  <a:lnTo>
                    <a:pt x="43434" y="252095"/>
                  </a:lnTo>
                  <a:lnTo>
                    <a:pt x="49911" y="249555"/>
                  </a:lnTo>
                  <a:lnTo>
                    <a:pt x="56261" y="244475"/>
                  </a:lnTo>
                  <a:lnTo>
                    <a:pt x="63881" y="241808"/>
                  </a:lnTo>
                  <a:lnTo>
                    <a:pt x="74764" y="236334"/>
                  </a:lnTo>
                  <a:lnTo>
                    <a:pt x="95592" y="226758"/>
                  </a:lnTo>
                  <a:lnTo>
                    <a:pt x="103632" y="222631"/>
                  </a:lnTo>
                  <a:lnTo>
                    <a:pt x="106172" y="220091"/>
                  </a:lnTo>
                  <a:lnTo>
                    <a:pt x="113792" y="205994"/>
                  </a:lnTo>
                  <a:lnTo>
                    <a:pt x="113792" y="204724"/>
                  </a:lnTo>
                  <a:close/>
                </a:path>
                <a:path w="176529" h="281939">
                  <a:moveTo>
                    <a:pt x="176530" y="1270"/>
                  </a:moveTo>
                  <a:lnTo>
                    <a:pt x="175260" y="1270"/>
                  </a:lnTo>
                  <a:lnTo>
                    <a:pt x="175260" y="0"/>
                  </a:lnTo>
                  <a:lnTo>
                    <a:pt x="173990" y="0"/>
                  </a:lnTo>
                  <a:lnTo>
                    <a:pt x="172720" y="1270"/>
                  </a:lnTo>
                  <a:lnTo>
                    <a:pt x="151371" y="4445"/>
                  </a:lnTo>
                  <a:lnTo>
                    <a:pt x="129806" y="8051"/>
                  </a:lnTo>
                  <a:lnTo>
                    <a:pt x="108254" y="12115"/>
                  </a:lnTo>
                  <a:lnTo>
                    <a:pt x="86995" y="16637"/>
                  </a:lnTo>
                  <a:lnTo>
                    <a:pt x="84455" y="17907"/>
                  </a:lnTo>
                  <a:lnTo>
                    <a:pt x="81788" y="19177"/>
                  </a:lnTo>
                  <a:lnTo>
                    <a:pt x="81788" y="20447"/>
                  </a:lnTo>
                  <a:lnTo>
                    <a:pt x="65747" y="39890"/>
                  </a:lnTo>
                  <a:lnTo>
                    <a:pt x="50317" y="59664"/>
                  </a:lnTo>
                  <a:lnTo>
                    <a:pt x="35598" y="79679"/>
                  </a:lnTo>
                  <a:lnTo>
                    <a:pt x="21717" y="99822"/>
                  </a:lnTo>
                  <a:lnTo>
                    <a:pt x="20447" y="101092"/>
                  </a:lnTo>
                  <a:lnTo>
                    <a:pt x="20447" y="104902"/>
                  </a:lnTo>
                  <a:lnTo>
                    <a:pt x="21336" y="110921"/>
                  </a:lnTo>
                  <a:lnTo>
                    <a:pt x="23672" y="125514"/>
                  </a:lnTo>
                  <a:lnTo>
                    <a:pt x="27406" y="146481"/>
                  </a:lnTo>
                  <a:lnTo>
                    <a:pt x="31877" y="167640"/>
                  </a:lnTo>
                  <a:lnTo>
                    <a:pt x="19926" y="205752"/>
                  </a:lnTo>
                  <a:lnTo>
                    <a:pt x="9740" y="242150"/>
                  </a:lnTo>
                  <a:lnTo>
                    <a:pt x="2654" y="269430"/>
                  </a:lnTo>
                  <a:lnTo>
                    <a:pt x="0" y="280162"/>
                  </a:lnTo>
                  <a:lnTo>
                    <a:pt x="0" y="281559"/>
                  </a:lnTo>
                  <a:lnTo>
                    <a:pt x="11430" y="281559"/>
                  </a:lnTo>
                  <a:lnTo>
                    <a:pt x="12700" y="280162"/>
                  </a:lnTo>
                  <a:lnTo>
                    <a:pt x="12700" y="278892"/>
                  </a:lnTo>
                  <a:lnTo>
                    <a:pt x="20447" y="258978"/>
                  </a:lnTo>
                  <a:lnTo>
                    <a:pt x="36855" y="219570"/>
                  </a:lnTo>
                  <a:lnTo>
                    <a:pt x="54991" y="181737"/>
                  </a:lnTo>
                  <a:lnTo>
                    <a:pt x="56261" y="180467"/>
                  </a:lnTo>
                  <a:lnTo>
                    <a:pt x="61341" y="171450"/>
                  </a:lnTo>
                  <a:lnTo>
                    <a:pt x="61341" y="168910"/>
                  </a:lnTo>
                  <a:lnTo>
                    <a:pt x="86334" y="125514"/>
                  </a:lnTo>
                  <a:lnTo>
                    <a:pt x="113487" y="83502"/>
                  </a:lnTo>
                  <a:lnTo>
                    <a:pt x="143040" y="42938"/>
                  </a:lnTo>
                  <a:lnTo>
                    <a:pt x="175260" y="3810"/>
                  </a:lnTo>
                  <a:lnTo>
                    <a:pt x="175260" y="2540"/>
                  </a:lnTo>
                  <a:lnTo>
                    <a:pt x="176530" y="2540"/>
                  </a:lnTo>
                  <a:lnTo>
                    <a:pt x="176530" y="1270"/>
                  </a:lnTo>
                  <a:close/>
                </a:path>
              </a:pathLst>
            </a:custGeom>
            <a:solidFill>
              <a:srgbClr val="1ECC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13117" y="2716911"/>
              <a:ext cx="210552" cy="28917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83123" y="2763900"/>
              <a:ext cx="338963" cy="227075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66536" y="2754375"/>
              <a:ext cx="149860" cy="23660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761863" y="2754375"/>
              <a:ext cx="27940" cy="232410"/>
            </a:xfrm>
            <a:custGeom>
              <a:avLst/>
              <a:gdLst/>
              <a:ahLst/>
              <a:cxnLst/>
              <a:rect l="l" t="t" r="r" b="b"/>
              <a:pathLst>
                <a:path w="27939" h="232410">
                  <a:moveTo>
                    <a:pt x="27432" y="65532"/>
                  </a:moveTo>
                  <a:lnTo>
                    <a:pt x="0" y="65532"/>
                  </a:lnTo>
                  <a:lnTo>
                    <a:pt x="0" y="232283"/>
                  </a:lnTo>
                  <a:lnTo>
                    <a:pt x="27432" y="232283"/>
                  </a:lnTo>
                  <a:lnTo>
                    <a:pt x="27432" y="65532"/>
                  </a:lnTo>
                  <a:close/>
                </a:path>
                <a:path w="27939" h="232410">
                  <a:moveTo>
                    <a:pt x="27432" y="0"/>
                  </a:moveTo>
                  <a:lnTo>
                    <a:pt x="0" y="0"/>
                  </a:lnTo>
                  <a:lnTo>
                    <a:pt x="0" y="34925"/>
                  </a:lnTo>
                  <a:lnTo>
                    <a:pt x="27432" y="34925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1ECC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45302" y="2815589"/>
              <a:ext cx="139319" cy="171068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38469" y="2754375"/>
              <a:ext cx="140461" cy="232282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21221" y="2815589"/>
              <a:ext cx="153162" cy="17538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08165" y="2815589"/>
              <a:ext cx="153162" cy="175386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95109" y="2754375"/>
              <a:ext cx="148844" cy="236600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15786228" y="2722625"/>
              <a:ext cx="1064895" cy="479425"/>
            </a:xfrm>
            <a:custGeom>
              <a:avLst/>
              <a:gdLst/>
              <a:ahLst/>
              <a:cxnLst/>
              <a:rect l="l" t="t" r="r" b="b"/>
              <a:pathLst>
                <a:path w="1064894" h="479425">
                  <a:moveTo>
                    <a:pt x="228727" y="216789"/>
                  </a:moveTo>
                  <a:lnTo>
                    <a:pt x="220281" y="166712"/>
                  </a:lnTo>
                  <a:lnTo>
                    <a:pt x="220167" y="166014"/>
                  </a:lnTo>
                  <a:lnTo>
                    <a:pt x="208953" y="146939"/>
                  </a:lnTo>
                  <a:lnTo>
                    <a:pt x="196405" y="125615"/>
                  </a:lnTo>
                  <a:lnTo>
                    <a:pt x="172085" y="107670"/>
                  </a:lnTo>
                  <a:lnTo>
                    <a:pt x="172085" y="217805"/>
                  </a:lnTo>
                  <a:lnTo>
                    <a:pt x="167817" y="246303"/>
                  </a:lnTo>
                  <a:lnTo>
                    <a:pt x="155892" y="268859"/>
                  </a:lnTo>
                  <a:lnTo>
                    <a:pt x="137579" y="283718"/>
                  </a:lnTo>
                  <a:lnTo>
                    <a:pt x="114173" y="289052"/>
                  </a:lnTo>
                  <a:lnTo>
                    <a:pt x="90754" y="283718"/>
                  </a:lnTo>
                  <a:lnTo>
                    <a:pt x="72453" y="268859"/>
                  </a:lnTo>
                  <a:lnTo>
                    <a:pt x="60515" y="246303"/>
                  </a:lnTo>
                  <a:lnTo>
                    <a:pt x="56261" y="217805"/>
                  </a:lnTo>
                  <a:lnTo>
                    <a:pt x="60490" y="189115"/>
                  </a:lnTo>
                  <a:lnTo>
                    <a:pt x="60515" y="188950"/>
                  </a:lnTo>
                  <a:lnTo>
                    <a:pt x="72377" y="166712"/>
                  </a:lnTo>
                  <a:lnTo>
                    <a:pt x="72453" y="166573"/>
                  </a:lnTo>
                  <a:lnTo>
                    <a:pt x="90690" y="152146"/>
                  </a:lnTo>
                  <a:lnTo>
                    <a:pt x="90512" y="152146"/>
                  </a:lnTo>
                  <a:lnTo>
                    <a:pt x="114173" y="146939"/>
                  </a:lnTo>
                  <a:lnTo>
                    <a:pt x="137579" y="152146"/>
                  </a:lnTo>
                  <a:lnTo>
                    <a:pt x="155892" y="166712"/>
                  </a:lnTo>
                  <a:lnTo>
                    <a:pt x="167728" y="188950"/>
                  </a:lnTo>
                  <a:lnTo>
                    <a:pt x="167817" y="189115"/>
                  </a:lnTo>
                  <a:lnTo>
                    <a:pt x="172085" y="217805"/>
                  </a:lnTo>
                  <a:lnTo>
                    <a:pt x="172085" y="107670"/>
                  </a:lnTo>
                  <a:lnTo>
                    <a:pt x="160248" y="98920"/>
                  </a:lnTo>
                  <a:lnTo>
                    <a:pt x="114554" y="89281"/>
                  </a:lnTo>
                  <a:lnTo>
                    <a:pt x="68630" y="98780"/>
                  </a:lnTo>
                  <a:lnTo>
                    <a:pt x="32359" y="125222"/>
                  </a:lnTo>
                  <a:lnTo>
                    <a:pt x="8547" y="165582"/>
                  </a:lnTo>
                  <a:lnTo>
                    <a:pt x="0" y="216789"/>
                  </a:lnTo>
                  <a:lnTo>
                    <a:pt x="7429" y="267500"/>
                  </a:lnTo>
                  <a:lnTo>
                    <a:pt x="29184" y="307581"/>
                  </a:lnTo>
                  <a:lnTo>
                    <a:pt x="62445" y="333933"/>
                  </a:lnTo>
                  <a:lnTo>
                    <a:pt x="104394" y="343408"/>
                  </a:lnTo>
                  <a:lnTo>
                    <a:pt x="123240" y="341642"/>
                  </a:lnTo>
                  <a:lnTo>
                    <a:pt x="141249" y="336524"/>
                  </a:lnTo>
                  <a:lnTo>
                    <a:pt x="158076" y="328307"/>
                  </a:lnTo>
                  <a:lnTo>
                    <a:pt x="173355" y="317246"/>
                  </a:lnTo>
                  <a:lnTo>
                    <a:pt x="173355" y="339090"/>
                  </a:lnTo>
                  <a:lnTo>
                    <a:pt x="228727" y="339090"/>
                  </a:lnTo>
                  <a:lnTo>
                    <a:pt x="228727" y="317246"/>
                  </a:lnTo>
                  <a:lnTo>
                    <a:pt x="228727" y="289052"/>
                  </a:lnTo>
                  <a:lnTo>
                    <a:pt x="228727" y="216789"/>
                  </a:lnTo>
                  <a:close/>
                </a:path>
                <a:path w="1064894" h="479425">
                  <a:moveTo>
                    <a:pt x="356489" y="280847"/>
                  </a:moveTo>
                  <a:lnTo>
                    <a:pt x="336080" y="280847"/>
                  </a:lnTo>
                  <a:lnTo>
                    <a:pt x="329438" y="279565"/>
                  </a:lnTo>
                  <a:lnTo>
                    <a:pt x="312547" y="0"/>
                  </a:lnTo>
                  <a:lnTo>
                    <a:pt x="258445" y="0"/>
                  </a:lnTo>
                  <a:lnTo>
                    <a:pt x="258445" y="249809"/>
                  </a:lnTo>
                  <a:lnTo>
                    <a:pt x="260019" y="271703"/>
                  </a:lnTo>
                  <a:lnTo>
                    <a:pt x="272313" y="308343"/>
                  </a:lnTo>
                  <a:lnTo>
                    <a:pt x="305282" y="337654"/>
                  </a:lnTo>
                  <a:lnTo>
                    <a:pt x="332994" y="342900"/>
                  </a:lnTo>
                  <a:lnTo>
                    <a:pt x="340741" y="342900"/>
                  </a:lnTo>
                  <a:lnTo>
                    <a:pt x="345821" y="342011"/>
                  </a:lnTo>
                  <a:lnTo>
                    <a:pt x="356489" y="340487"/>
                  </a:lnTo>
                  <a:lnTo>
                    <a:pt x="356489" y="280847"/>
                  </a:lnTo>
                  <a:close/>
                </a:path>
                <a:path w="1064894" h="479425">
                  <a:moveTo>
                    <a:pt x="435610" y="97536"/>
                  </a:moveTo>
                  <a:lnTo>
                    <a:pt x="380238" y="97536"/>
                  </a:lnTo>
                  <a:lnTo>
                    <a:pt x="380238" y="342519"/>
                  </a:lnTo>
                  <a:lnTo>
                    <a:pt x="435610" y="342519"/>
                  </a:lnTo>
                  <a:lnTo>
                    <a:pt x="435610" y="97536"/>
                  </a:lnTo>
                  <a:close/>
                </a:path>
                <a:path w="1064894" h="479425">
                  <a:moveTo>
                    <a:pt x="438150" y="37338"/>
                  </a:moveTo>
                  <a:lnTo>
                    <a:pt x="435635" y="23253"/>
                  </a:lnTo>
                  <a:lnTo>
                    <a:pt x="435610" y="23101"/>
                  </a:lnTo>
                  <a:lnTo>
                    <a:pt x="428815" y="11709"/>
                  </a:lnTo>
                  <a:lnTo>
                    <a:pt x="428726" y="11557"/>
                  </a:lnTo>
                  <a:lnTo>
                    <a:pt x="418655" y="3898"/>
                  </a:lnTo>
                  <a:lnTo>
                    <a:pt x="418820" y="3898"/>
                  </a:lnTo>
                  <a:lnTo>
                    <a:pt x="406273" y="1016"/>
                  </a:lnTo>
                  <a:lnTo>
                    <a:pt x="393941" y="3898"/>
                  </a:lnTo>
                  <a:lnTo>
                    <a:pt x="383882" y="11709"/>
                  </a:lnTo>
                  <a:lnTo>
                    <a:pt x="377113" y="23101"/>
                  </a:lnTo>
                  <a:lnTo>
                    <a:pt x="377012" y="23253"/>
                  </a:lnTo>
                  <a:lnTo>
                    <a:pt x="374269" y="37338"/>
                  </a:lnTo>
                  <a:lnTo>
                    <a:pt x="376796" y="51435"/>
                  </a:lnTo>
                  <a:lnTo>
                    <a:pt x="383692" y="62979"/>
                  </a:lnTo>
                  <a:lnTo>
                    <a:pt x="393877" y="70789"/>
                  </a:lnTo>
                  <a:lnTo>
                    <a:pt x="406273" y="73660"/>
                  </a:lnTo>
                  <a:lnTo>
                    <a:pt x="418592" y="70789"/>
                  </a:lnTo>
                  <a:lnTo>
                    <a:pt x="428726" y="62979"/>
                  </a:lnTo>
                  <a:lnTo>
                    <a:pt x="435610" y="51435"/>
                  </a:lnTo>
                  <a:lnTo>
                    <a:pt x="438150" y="37338"/>
                  </a:lnTo>
                  <a:close/>
                </a:path>
                <a:path w="1064894" h="479425">
                  <a:moveTo>
                    <a:pt x="692404" y="242951"/>
                  </a:moveTo>
                  <a:lnTo>
                    <a:pt x="634492" y="242951"/>
                  </a:lnTo>
                  <a:lnTo>
                    <a:pt x="633984" y="245999"/>
                  </a:lnTo>
                  <a:lnTo>
                    <a:pt x="632714" y="249301"/>
                  </a:lnTo>
                  <a:lnTo>
                    <a:pt x="631952" y="251714"/>
                  </a:lnTo>
                  <a:lnTo>
                    <a:pt x="631952" y="253238"/>
                  </a:lnTo>
                  <a:lnTo>
                    <a:pt x="631444" y="253238"/>
                  </a:lnTo>
                  <a:lnTo>
                    <a:pt x="622922" y="267868"/>
                  </a:lnTo>
                  <a:lnTo>
                    <a:pt x="611035" y="278853"/>
                  </a:lnTo>
                  <a:lnTo>
                    <a:pt x="596277" y="285762"/>
                  </a:lnTo>
                  <a:lnTo>
                    <a:pt x="579120" y="288163"/>
                  </a:lnTo>
                  <a:lnTo>
                    <a:pt x="560463" y="284861"/>
                  </a:lnTo>
                  <a:lnTo>
                    <a:pt x="544563" y="275501"/>
                  </a:lnTo>
                  <a:lnTo>
                    <a:pt x="532104" y="260946"/>
                  </a:lnTo>
                  <a:lnTo>
                    <a:pt x="523748" y="242062"/>
                  </a:lnTo>
                  <a:lnTo>
                    <a:pt x="466344" y="242062"/>
                  </a:lnTo>
                  <a:lnTo>
                    <a:pt x="478421" y="283756"/>
                  </a:lnTo>
                  <a:lnTo>
                    <a:pt x="500786" y="316407"/>
                  </a:lnTo>
                  <a:lnTo>
                    <a:pt x="531774" y="337705"/>
                  </a:lnTo>
                  <a:lnTo>
                    <a:pt x="569722" y="345313"/>
                  </a:lnTo>
                  <a:lnTo>
                    <a:pt x="588505" y="343547"/>
                  </a:lnTo>
                  <a:lnTo>
                    <a:pt x="606386" y="338429"/>
                  </a:lnTo>
                  <a:lnTo>
                    <a:pt x="623074" y="330212"/>
                  </a:lnTo>
                  <a:lnTo>
                    <a:pt x="638302" y="319151"/>
                  </a:lnTo>
                  <a:lnTo>
                    <a:pt x="638263" y="350139"/>
                  </a:lnTo>
                  <a:lnTo>
                    <a:pt x="638073" y="356933"/>
                  </a:lnTo>
                  <a:lnTo>
                    <a:pt x="637540" y="365353"/>
                  </a:lnTo>
                  <a:lnTo>
                    <a:pt x="636701" y="371602"/>
                  </a:lnTo>
                  <a:lnTo>
                    <a:pt x="636638" y="372110"/>
                  </a:lnTo>
                  <a:lnTo>
                    <a:pt x="616597" y="409943"/>
                  </a:lnTo>
                  <a:lnTo>
                    <a:pt x="580390" y="423926"/>
                  </a:lnTo>
                  <a:lnTo>
                    <a:pt x="560908" y="420281"/>
                  </a:lnTo>
                  <a:lnTo>
                    <a:pt x="560578" y="420281"/>
                  </a:lnTo>
                  <a:lnTo>
                    <a:pt x="543979" y="409638"/>
                  </a:lnTo>
                  <a:lnTo>
                    <a:pt x="531685" y="393280"/>
                  </a:lnTo>
                  <a:lnTo>
                    <a:pt x="524256" y="372110"/>
                  </a:lnTo>
                  <a:lnTo>
                    <a:pt x="467995" y="372110"/>
                  </a:lnTo>
                  <a:lnTo>
                    <a:pt x="479590" y="415658"/>
                  </a:lnTo>
                  <a:lnTo>
                    <a:pt x="503453" y="449516"/>
                  </a:lnTo>
                  <a:lnTo>
                    <a:pt x="537514" y="471525"/>
                  </a:lnTo>
                  <a:lnTo>
                    <a:pt x="537667" y="471525"/>
                  </a:lnTo>
                  <a:lnTo>
                    <a:pt x="579501" y="479298"/>
                  </a:lnTo>
                  <a:lnTo>
                    <a:pt x="620661" y="471525"/>
                  </a:lnTo>
                  <a:lnTo>
                    <a:pt x="654558" y="449821"/>
                  </a:lnTo>
                  <a:lnTo>
                    <a:pt x="673646" y="423926"/>
                  </a:lnTo>
                  <a:lnTo>
                    <a:pt x="679005" y="416674"/>
                  </a:lnTo>
                  <a:lnTo>
                    <a:pt x="691896" y="374523"/>
                  </a:lnTo>
                  <a:lnTo>
                    <a:pt x="691896" y="371602"/>
                  </a:lnTo>
                  <a:lnTo>
                    <a:pt x="692188" y="366852"/>
                  </a:lnTo>
                  <a:lnTo>
                    <a:pt x="692213" y="365353"/>
                  </a:lnTo>
                  <a:lnTo>
                    <a:pt x="692327" y="359321"/>
                  </a:lnTo>
                  <a:lnTo>
                    <a:pt x="692404" y="319151"/>
                  </a:lnTo>
                  <a:lnTo>
                    <a:pt x="692404" y="288163"/>
                  </a:lnTo>
                  <a:lnTo>
                    <a:pt x="692404" y="242951"/>
                  </a:lnTo>
                  <a:close/>
                </a:path>
                <a:path w="1064894" h="479425">
                  <a:moveTo>
                    <a:pt x="694055" y="217805"/>
                  </a:moveTo>
                  <a:lnTo>
                    <a:pt x="684250" y="170040"/>
                  </a:lnTo>
                  <a:lnTo>
                    <a:pt x="660361" y="132054"/>
                  </a:lnTo>
                  <a:lnTo>
                    <a:pt x="624903" y="106972"/>
                  </a:lnTo>
                  <a:lnTo>
                    <a:pt x="580390" y="97917"/>
                  </a:lnTo>
                  <a:lnTo>
                    <a:pt x="536079" y="106756"/>
                  </a:lnTo>
                  <a:lnTo>
                    <a:pt x="500646" y="131483"/>
                  </a:lnTo>
                  <a:lnTo>
                    <a:pt x="476567" y="169392"/>
                  </a:lnTo>
                  <a:lnTo>
                    <a:pt x="466344" y="217805"/>
                  </a:lnTo>
                  <a:lnTo>
                    <a:pt x="522859" y="217805"/>
                  </a:lnTo>
                  <a:lnTo>
                    <a:pt x="528497" y="192328"/>
                  </a:lnTo>
                  <a:lnTo>
                    <a:pt x="528548" y="192112"/>
                  </a:lnTo>
                  <a:lnTo>
                    <a:pt x="540829" y="172186"/>
                  </a:lnTo>
                  <a:lnTo>
                    <a:pt x="540956" y="171996"/>
                  </a:lnTo>
                  <a:lnTo>
                    <a:pt x="558685" y="158940"/>
                  </a:lnTo>
                  <a:lnTo>
                    <a:pt x="558457" y="158940"/>
                  </a:lnTo>
                  <a:lnTo>
                    <a:pt x="580771" y="154178"/>
                  </a:lnTo>
                  <a:lnTo>
                    <a:pt x="603008" y="158940"/>
                  </a:lnTo>
                  <a:lnTo>
                    <a:pt x="620915" y="172186"/>
                  </a:lnTo>
                  <a:lnTo>
                    <a:pt x="633222" y="192328"/>
                  </a:lnTo>
                  <a:lnTo>
                    <a:pt x="638683" y="217805"/>
                  </a:lnTo>
                  <a:lnTo>
                    <a:pt x="694055" y="217805"/>
                  </a:lnTo>
                  <a:close/>
                </a:path>
                <a:path w="1064894" h="479425">
                  <a:moveTo>
                    <a:pt x="926084" y="187706"/>
                  </a:moveTo>
                  <a:lnTo>
                    <a:pt x="925322" y="184785"/>
                  </a:lnTo>
                  <a:lnTo>
                    <a:pt x="924814" y="179959"/>
                  </a:lnTo>
                  <a:lnTo>
                    <a:pt x="924814" y="175641"/>
                  </a:lnTo>
                  <a:lnTo>
                    <a:pt x="915149" y="141224"/>
                  </a:lnTo>
                  <a:lnTo>
                    <a:pt x="884694" y="103378"/>
                  </a:lnTo>
                  <a:lnTo>
                    <a:pt x="833755" y="83947"/>
                  </a:lnTo>
                  <a:lnTo>
                    <a:pt x="819429" y="85280"/>
                  </a:lnTo>
                  <a:lnTo>
                    <a:pt x="805522" y="89090"/>
                  </a:lnTo>
                  <a:lnTo>
                    <a:pt x="792416" y="95199"/>
                  </a:lnTo>
                  <a:lnTo>
                    <a:pt x="780542" y="103378"/>
                  </a:lnTo>
                  <a:lnTo>
                    <a:pt x="780542" y="1016"/>
                  </a:lnTo>
                  <a:lnTo>
                    <a:pt x="723900" y="1016"/>
                  </a:lnTo>
                  <a:lnTo>
                    <a:pt x="723900" y="337566"/>
                  </a:lnTo>
                  <a:lnTo>
                    <a:pt x="780542" y="337566"/>
                  </a:lnTo>
                  <a:lnTo>
                    <a:pt x="780542" y="190627"/>
                  </a:lnTo>
                  <a:lnTo>
                    <a:pt x="783374" y="171450"/>
                  </a:lnTo>
                  <a:lnTo>
                    <a:pt x="791845" y="155740"/>
                  </a:lnTo>
                  <a:lnTo>
                    <a:pt x="805827" y="145122"/>
                  </a:lnTo>
                  <a:lnTo>
                    <a:pt x="825246" y="141224"/>
                  </a:lnTo>
                  <a:lnTo>
                    <a:pt x="842619" y="145122"/>
                  </a:lnTo>
                  <a:lnTo>
                    <a:pt x="842391" y="145122"/>
                  </a:lnTo>
                  <a:lnTo>
                    <a:pt x="856551" y="155549"/>
                  </a:lnTo>
                  <a:lnTo>
                    <a:pt x="866317" y="171234"/>
                  </a:lnTo>
                  <a:lnTo>
                    <a:pt x="869950" y="190627"/>
                  </a:lnTo>
                  <a:lnTo>
                    <a:pt x="869950" y="337566"/>
                  </a:lnTo>
                  <a:lnTo>
                    <a:pt x="926084" y="337566"/>
                  </a:lnTo>
                  <a:lnTo>
                    <a:pt x="926084" y="187706"/>
                  </a:lnTo>
                  <a:close/>
                </a:path>
                <a:path w="1064894" h="479425">
                  <a:moveTo>
                    <a:pt x="1064514" y="274955"/>
                  </a:moveTo>
                  <a:lnTo>
                    <a:pt x="1053807" y="276072"/>
                  </a:lnTo>
                  <a:lnTo>
                    <a:pt x="1044854" y="276072"/>
                  </a:lnTo>
                  <a:lnTo>
                    <a:pt x="1016063" y="244995"/>
                  </a:lnTo>
                  <a:lnTo>
                    <a:pt x="1015492" y="234696"/>
                  </a:lnTo>
                  <a:lnTo>
                    <a:pt x="1015492" y="129921"/>
                  </a:lnTo>
                  <a:lnTo>
                    <a:pt x="1052957" y="129921"/>
                  </a:lnTo>
                  <a:lnTo>
                    <a:pt x="1052957" y="73279"/>
                  </a:lnTo>
                  <a:lnTo>
                    <a:pt x="1015492" y="73279"/>
                  </a:lnTo>
                  <a:lnTo>
                    <a:pt x="1015492" y="16510"/>
                  </a:lnTo>
                  <a:lnTo>
                    <a:pt x="961009" y="16510"/>
                  </a:lnTo>
                  <a:lnTo>
                    <a:pt x="961034" y="234696"/>
                  </a:lnTo>
                  <a:lnTo>
                    <a:pt x="967689" y="279628"/>
                  </a:lnTo>
                  <a:lnTo>
                    <a:pt x="987425" y="313309"/>
                  </a:lnTo>
                  <a:lnTo>
                    <a:pt x="1027023" y="333756"/>
                  </a:lnTo>
                  <a:lnTo>
                    <a:pt x="1027277" y="333756"/>
                  </a:lnTo>
                  <a:lnTo>
                    <a:pt x="1042797" y="335153"/>
                  </a:lnTo>
                  <a:lnTo>
                    <a:pt x="1051306" y="335153"/>
                  </a:lnTo>
                  <a:lnTo>
                    <a:pt x="1056005" y="334264"/>
                  </a:lnTo>
                  <a:lnTo>
                    <a:pt x="1064514" y="333756"/>
                  </a:lnTo>
                  <a:lnTo>
                    <a:pt x="1064514" y="276072"/>
                  </a:lnTo>
                  <a:lnTo>
                    <a:pt x="1064514" y="274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040358" y="3432047"/>
              <a:ext cx="215392" cy="141731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4493493" y="3430016"/>
              <a:ext cx="303530" cy="142875"/>
            </a:xfrm>
            <a:custGeom>
              <a:avLst/>
              <a:gdLst/>
              <a:ahLst/>
              <a:cxnLst/>
              <a:rect l="l" t="t" r="r" b="b"/>
              <a:pathLst>
                <a:path w="303530" h="142875">
                  <a:moveTo>
                    <a:pt x="56134" y="135762"/>
                  </a:moveTo>
                  <a:lnTo>
                    <a:pt x="0" y="135762"/>
                  </a:lnTo>
                  <a:lnTo>
                    <a:pt x="0" y="142493"/>
                  </a:lnTo>
                  <a:lnTo>
                    <a:pt x="56134" y="142493"/>
                  </a:lnTo>
                  <a:lnTo>
                    <a:pt x="56134" y="135762"/>
                  </a:lnTo>
                  <a:close/>
                </a:path>
                <a:path w="303530" h="142875">
                  <a:moveTo>
                    <a:pt x="90170" y="75437"/>
                  </a:moveTo>
                  <a:lnTo>
                    <a:pt x="62102" y="75437"/>
                  </a:lnTo>
                  <a:lnTo>
                    <a:pt x="78988" y="87308"/>
                  </a:lnTo>
                  <a:lnTo>
                    <a:pt x="80502" y="110204"/>
                  </a:lnTo>
                  <a:lnTo>
                    <a:pt x="84373" y="132480"/>
                  </a:lnTo>
                  <a:lnTo>
                    <a:pt x="108330" y="142493"/>
                  </a:lnTo>
                  <a:lnTo>
                    <a:pt x="141732" y="142493"/>
                  </a:lnTo>
                  <a:lnTo>
                    <a:pt x="141732" y="135762"/>
                  </a:lnTo>
                  <a:lnTo>
                    <a:pt x="138048" y="135762"/>
                  </a:lnTo>
                  <a:lnTo>
                    <a:pt x="127507" y="135508"/>
                  </a:lnTo>
                  <a:lnTo>
                    <a:pt x="101473" y="135508"/>
                  </a:lnTo>
                  <a:lnTo>
                    <a:pt x="102103" y="132480"/>
                  </a:lnTo>
                  <a:lnTo>
                    <a:pt x="101996" y="104102"/>
                  </a:lnTo>
                  <a:lnTo>
                    <a:pt x="101909" y="101482"/>
                  </a:lnTo>
                  <a:lnTo>
                    <a:pt x="100996" y="94059"/>
                  </a:lnTo>
                  <a:lnTo>
                    <a:pt x="98893" y="86564"/>
                  </a:lnTo>
                  <a:lnTo>
                    <a:pt x="95123" y="80390"/>
                  </a:lnTo>
                  <a:lnTo>
                    <a:pt x="90170" y="75437"/>
                  </a:lnTo>
                  <a:close/>
                </a:path>
                <a:path w="303530" h="142875">
                  <a:moveTo>
                    <a:pt x="303402" y="91058"/>
                  </a:moveTo>
                  <a:lnTo>
                    <a:pt x="298450" y="91058"/>
                  </a:lnTo>
                  <a:lnTo>
                    <a:pt x="293596" y="114385"/>
                  </a:lnTo>
                  <a:lnTo>
                    <a:pt x="285718" y="127936"/>
                  </a:lnTo>
                  <a:lnTo>
                    <a:pt x="273696" y="134225"/>
                  </a:lnTo>
                  <a:lnTo>
                    <a:pt x="256413" y="135762"/>
                  </a:lnTo>
                  <a:lnTo>
                    <a:pt x="179069" y="135762"/>
                  </a:lnTo>
                  <a:lnTo>
                    <a:pt x="179069" y="142493"/>
                  </a:lnTo>
                  <a:lnTo>
                    <a:pt x="303402" y="142493"/>
                  </a:lnTo>
                  <a:lnTo>
                    <a:pt x="303402" y="91058"/>
                  </a:lnTo>
                  <a:close/>
                </a:path>
                <a:path w="303530" h="142875">
                  <a:moveTo>
                    <a:pt x="38988" y="10413"/>
                  </a:moveTo>
                  <a:lnTo>
                    <a:pt x="17398" y="10413"/>
                  </a:lnTo>
                  <a:lnTo>
                    <a:pt x="17398" y="135762"/>
                  </a:lnTo>
                  <a:lnTo>
                    <a:pt x="38607" y="135762"/>
                  </a:lnTo>
                  <a:lnTo>
                    <a:pt x="38607" y="75437"/>
                  </a:lnTo>
                  <a:lnTo>
                    <a:pt x="90170" y="75437"/>
                  </a:lnTo>
                  <a:lnTo>
                    <a:pt x="87884" y="73151"/>
                  </a:lnTo>
                  <a:lnTo>
                    <a:pt x="75692" y="72770"/>
                  </a:lnTo>
                  <a:lnTo>
                    <a:pt x="75946" y="72389"/>
                  </a:lnTo>
                  <a:lnTo>
                    <a:pt x="80807" y="70893"/>
                  </a:lnTo>
                  <a:lnTo>
                    <a:pt x="85536" y="68452"/>
                  </a:lnTo>
                  <a:lnTo>
                    <a:pt x="38988" y="68452"/>
                  </a:lnTo>
                  <a:lnTo>
                    <a:pt x="38988" y="10413"/>
                  </a:lnTo>
                  <a:close/>
                </a:path>
                <a:path w="303530" h="142875">
                  <a:moveTo>
                    <a:pt x="204680" y="98805"/>
                  </a:moveTo>
                  <a:lnTo>
                    <a:pt x="180340" y="98805"/>
                  </a:lnTo>
                  <a:lnTo>
                    <a:pt x="187499" y="117284"/>
                  </a:lnTo>
                  <a:lnTo>
                    <a:pt x="192502" y="129988"/>
                  </a:lnTo>
                  <a:lnTo>
                    <a:pt x="194837" y="135508"/>
                  </a:lnTo>
                  <a:lnTo>
                    <a:pt x="194944" y="135762"/>
                  </a:lnTo>
                  <a:lnTo>
                    <a:pt x="218440" y="135762"/>
                  </a:lnTo>
                  <a:lnTo>
                    <a:pt x="204680" y="98805"/>
                  </a:lnTo>
                  <a:close/>
                </a:path>
                <a:path w="303530" h="142875">
                  <a:moveTo>
                    <a:pt x="254761" y="10413"/>
                  </a:moveTo>
                  <a:lnTo>
                    <a:pt x="232282" y="10413"/>
                  </a:lnTo>
                  <a:lnTo>
                    <a:pt x="232282" y="135762"/>
                  </a:lnTo>
                  <a:lnTo>
                    <a:pt x="254761" y="135762"/>
                  </a:lnTo>
                  <a:lnTo>
                    <a:pt x="254761" y="10413"/>
                  </a:lnTo>
                  <a:close/>
                </a:path>
                <a:path w="303530" h="142875">
                  <a:moveTo>
                    <a:pt x="167894" y="0"/>
                  </a:moveTo>
                  <a:lnTo>
                    <a:pt x="160273" y="0"/>
                  </a:lnTo>
                  <a:lnTo>
                    <a:pt x="153759" y="19413"/>
                  </a:lnTo>
                  <a:lnTo>
                    <a:pt x="124823" y="104102"/>
                  </a:lnTo>
                  <a:lnTo>
                    <a:pt x="118236" y="123443"/>
                  </a:lnTo>
                  <a:lnTo>
                    <a:pt x="114771" y="134225"/>
                  </a:lnTo>
                  <a:lnTo>
                    <a:pt x="114263" y="134225"/>
                  </a:lnTo>
                  <a:lnTo>
                    <a:pt x="108076" y="135508"/>
                  </a:lnTo>
                  <a:lnTo>
                    <a:pt x="127507" y="135508"/>
                  </a:lnTo>
                  <a:lnTo>
                    <a:pt x="126907" y="127936"/>
                  </a:lnTo>
                  <a:lnTo>
                    <a:pt x="126873" y="127507"/>
                  </a:lnTo>
                  <a:lnTo>
                    <a:pt x="127835" y="120344"/>
                  </a:lnTo>
                  <a:lnTo>
                    <a:pt x="130571" y="110775"/>
                  </a:lnTo>
                  <a:lnTo>
                    <a:pt x="133427" y="102397"/>
                  </a:lnTo>
                  <a:lnTo>
                    <a:pt x="134746" y="98805"/>
                  </a:lnTo>
                  <a:lnTo>
                    <a:pt x="204680" y="98805"/>
                  </a:lnTo>
                  <a:lnTo>
                    <a:pt x="202316" y="92455"/>
                  </a:lnTo>
                  <a:lnTo>
                    <a:pt x="138048" y="92455"/>
                  </a:lnTo>
                  <a:lnTo>
                    <a:pt x="157988" y="32384"/>
                  </a:lnTo>
                  <a:lnTo>
                    <a:pt x="179951" y="32384"/>
                  </a:lnTo>
                  <a:lnTo>
                    <a:pt x="167894" y="0"/>
                  </a:lnTo>
                  <a:close/>
                </a:path>
                <a:path w="303530" h="142875">
                  <a:moveTo>
                    <a:pt x="179951" y="32384"/>
                  </a:moveTo>
                  <a:lnTo>
                    <a:pt x="157988" y="32384"/>
                  </a:lnTo>
                  <a:lnTo>
                    <a:pt x="179069" y="92455"/>
                  </a:lnTo>
                  <a:lnTo>
                    <a:pt x="202316" y="92455"/>
                  </a:lnTo>
                  <a:lnTo>
                    <a:pt x="179951" y="32384"/>
                  </a:lnTo>
                  <a:close/>
                </a:path>
                <a:path w="303530" h="142875">
                  <a:moveTo>
                    <a:pt x="68707" y="3682"/>
                  </a:moveTo>
                  <a:lnTo>
                    <a:pt x="0" y="3682"/>
                  </a:lnTo>
                  <a:lnTo>
                    <a:pt x="0" y="10413"/>
                  </a:lnTo>
                  <a:lnTo>
                    <a:pt x="67309" y="10413"/>
                  </a:lnTo>
                  <a:lnTo>
                    <a:pt x="77027" y="15071"/>
                  </a:lnTo>
                  <a:lnTo>
                    <a:pt x="82184" y="23193"/>
                  </a:lnTo>
                  <a:lnTo>
                    <a:pt x="84222" y="32005"/>
                  </a:lnTo>
                  <a:lnTo>
                    <a:pt x="84582" y="38734"/>
                  </a:lnTo>
                  <a:lnTo>
                    <a:pt x="83375" y="49700"/>
                  </a:lnTo>
                  <a:lnTo>
                    <a:pt x="79406" y="59213"/>
                  </a:lnTo>
                  <a:lnTo>
                    <a:pt x="72151" y="65916"/>
                  </a:lnTo>
                  <a:lnTo>
                    <a:pt x="61086" y="68452"/>
                  </a:lnTo>
                  <a:lnTo>
                    <a:pt x="85536" y="68452"/>
                  </a:lnTo>
                  <a:lnTo>
                    <a:pt x="91503" y="65373"/>
                  </a:lnTo>
                  <a:lnTo>
                    <a:pt x="102199" y="54280"/>
                  </a:lnTo>
                  <a:lnTo>
                    <a:pt x="107061" y="36067"/>
                  </a:lnTo>
                  <a:lnTo>
                    <a:pt x="104461" y="22310"/>
                  </a:lnTo>
                  <a:lnTo>
                    <a:pt x="96932" y="12398"/>
                  </a:lnTo>
                  <a:lnTo>
                    <a:pt x="84879" y="6224"/>
                  </a:lnTo>
                  <a:lnTo>
                    <a:pt x="68707" y="3682"/>
                  </a:lnTo>
                  <a:close/>
                </a:path>
                <a:path w="303530" h="142875">
                  <a:moveTo>
                    <a:pt x="271907" y="3682"/>
                  </a:moveTo>
                  <a:lnTo>
                    <a:pt x="214757" y="3682"/>
                  </a:lnTo>
                  <a:lnTo>
                    <a:pt x="214757" y="10413"/>
                  </a:lnTo>
                  <a:lnTo>
                    <a:pt x="271907" y="10413"/>
                  </a:lnTo>
                  <a:lnTo>
                    <a:pt x="271907" y="3682"/>
                  </a:lnTo>
                  <a:close/>
                </a:path>
              </a:pathLst>
            </a:custGeom>
            <a:solidFill>
              <a:srgbClr val="C51F1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263369" y="3433698"/>
              <a:ext cx="222123" cy="138810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4803120" y="3434079"/>
              <a:ext cx="55880" cy="138430"/>
            </a:xfrm>
            <a:custGeom>
              <a:avLst/>
              <a:gdLst/>
              <a:ahLst/>
              <a:cxnLst/>
              <a:rect l="l" t="t" r="r" b="b"/>
              <a:pathLst>
                <a:path w="55880" h="138429">
                  <a:moveTo>
                    <a:pt x="55880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17526" y="6350"/>
                  </a:lnTo>
                  <a:lnTo>
                    <a:pt x="17526" y="132080"/>
                  </a:lnTo>
                  <a:lnTo>
                    <a:pt x="0" y="132080"/>
                  </a:lnTo>
                  <a:lnTo>
                    <a:pt x="0" y="138430"/>
                  </a:lnTo>
                  <a:lnTo>
                    <a:pt x="55880" y="138430"/>
                  </a:lnTo>
                  <a:lnTo>
                    <a:pt x="55880" y="132080"/>
                  </a:lnTo>
                  <a:lnTo>
                    <a:pt x="38354" y="132080"/>
                  </a:lnTo>
                  <a:lnTo>
                    <a:pt x="38354" y="6350"/>
                  </a:lnTo>
                  <a:lnTo>
                    <a:pt x="55880" y="6350"/>
                  </a:lnTo>
                  <a:lnTo>
                    <a:pt x="55880" y="0"/>
                  </a:lnTo>
                  <a:close/>
                </a:path>
              </a:pathLst>
            </a:custGeom>
            <a:solidFill>
              <a:srgbClr val="C51F1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040612" y="2903346"/>
              <a:ext cx="820039" cy="48767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5813913" y="2358389"/>
              <a:ext cx="1372235" cy="173355"/>
            </a:xfrm>
            <a:custGeom>
              <a:avLst/>
              <a:gdLst/>
              <a:ahLst/>
              <a:cxnLst/>
              <a:rect l="l" t="t" r="r" b="b"/>
              <a:pathLst>
                <a:path w="1372234" h="173355">
                  <a:moveTo>
                    <a:pt x="132715" y="168021"/>
                  </a:moveTo>
                  <a:lnTo>
                    <a:pt x="91605" y="110998"/>
                  </a:lnTo>
                  <a:lnTo>
                    <a:pt x="88138" y="106172"/>
                  </a:lnTo>
                  <a:lnTo>
                    <a:pt x="103378" y="99745"/>
                  </a:lnTo>
                  <a:lnTo>
                    <a:pt x="115265" y="88417"/>
                  </a:lnTo>
                  <a:lnTo>
                    <a:pt x="116497" y="85979"/>
                  </a:lnTo>
                  <a:lnTo>
                    <a:pt x="122974" y="73304"/>
                  </a:lnTo>
                  <a:lnTo>
                    <a:pt x="125730" y="55499"/>
                  </a:lnTo>
                  <a:lnTo>
                    <a:pt x="124764" y="46024"/>
                  </a:lnTo>
                  <a:lnTo>
                    <a:pt x="124726" y="45643"/>
                  </a:lnTo>
                  <a:lnTo>
                    <a:pt x="121983" y="36042"/>
                  </a:lnTo>
                  <a:lnTo>
                    <a:pt x="97917" y="8483"/>
                  </a:lnTo>
                  <a:lnTo>
                    <a:pt x="97917" y="58293"/>
                  </a:lnTo>
                  <a:lnTo>
                    <a:pt x="95529" y="69316"/>
                  </a:lnTo>
                  <a:lnTo>
                    <a:pt x="88798" y="78092"/>
                  </a:lnTo>
                  <a:lnTo>
                    <a:pt x="78295" y="83896"/>
                  </a:lnTo>
                  <a:lnTo>
                    <a:pt x="64643" y="85979"/>
                  </a:lnTo>
                  <a:lnTo>
                    <a:pt x="25781" y="85979"/>
                  </a:lnTo>
                  <a:lnTo>
                    <a:pt x="25781" y="30480"/>
                  </a:lnTo>
                  <a:lnTo>
                    <a:pt x="64643" y="30480"/>
                  </a:lnTo>
                  <a:lnTo>
                    <a:pt x="78295" y="32194"/>
                  </a:lnTo>
                  <a:lnTo>
                    <a:pt x="88798" y="37338"/>
                  </a:lnTo>
                  <a:lnTo>
                    <a:pt x="95529" y="46024"/>
                  </a:lnTo>
                  <a:lnTo>
                    <a:pt x="97917" y="58293"/>
                  </a:lnTo>
                  <a:lnTo>
                    <a:pt x="97917" y="8483"/>
                  </a:lnTo>
                  <a:lnTo>
                    <a:pt x="92341" y="5638"/>
                  </a:lnTo>
                  <a:lnTo>
                    <a:pt x="80454" y="2476"/>
                  </a:lnTo>
                  <a:lnTo>
                    <a:pt x="68072" y="2032"/>
                  </a:lnTo>
                  <a:lnTo>
                    <a:pt x="0" y="2032"/>
                  </a:lnTo>
                  <a:lnTo>
                    <a:pt x="0" y="168021"/>
                  </a:lnTo>
                  <a:lnTo>
                    <a:pt x="27051" y="168021"/>
                  </a:lnTo>
                  <a:lnTo>
                    <a:pt x="27051" y="110998"/>
                  </a:lnTo>
                  <a:lnTo>
                    <a:pt x="61849" y="110998"/>
                  </a:lnTo>
                  <a:lnTo>
                    <a:pt x="99314" y="168021"/>
                  </a:lnTo>
                  <a:lnTo>
                    <a:pt x="132715" y="168021"/>
                  </a:lnTo>
                  <a:close/>
                </a:path>
                <a:path w="1372234" h="173355">
                  <a:moveTo>
                    <a:pt x="279908" y="4064"/>
                  </a:moveTo>
                  <a:lnTo>
                    <a:pt x="163957" y="4064"/>
                  </a:lnTo>
                  <a:lnTo>
                    <a:pt x="163957" y="170053"/>
                  </a:lnTo>
                  <a:lnTo>
                    <a:pt x="279908" y="170053"/>
                  </a:lnTo>
                  <a:lnTo>
                    <a:pt x="279908" y="143764"/>
                  </a:lnTo>
                  <a:lnTo>
                    <a:pt x="189611" y="143764"/>
                  </a:lnTo>
                  <a:lnTo>
                    <a:pt x="191643" y="98552"/>
                  </a:lnTo>
                  <a:lnTo>
                    <a:pt x="270129" y="98552"/>
                  </a:lnTo>
                  <a:lnTo>
                    <a:pt x="270129" y="72898"/>
                  </a:lnTo>
                  <a:lnTo>
                    <a:pt x="191643" y="72898"/>
                  </a:lnTo>
                  <a:lnTo>
                    <a:pt x="191643" y="30480"/>
                  </a:lnTo>
                  <a:lnTo>
                    <a:pt x="279908" y="30480"/>
                  </a:lnTo>
                  <a:lnTo>
                    <a:pt x="279908" y="4064"/>
                  </a:lnTo>
                  <a:close/>
                </a:path>
                <a:path w="1372234" h="173355">
                  <a:moveTo>
                    <a:pt x="449961" y="25654"/>
                  </a:moveTo>
                  <a:lnTo>
                    <a:pt x="436829" y="13995"/>
                  </a:lnTo>
                  <a:lnTo>
                    <a:pt x="422414" y="6019"/>
                  </a:lnTo>
                  <a:lnTo>
                    <a:pt x="406679" y="1460"/>
                  </a:lnTo>
                  <a:lnTo>
                    <a:pt x="389636" y="0"/>
                  </a:lnTo>
                  <a:lnTo>
                    <a:pt x="373316" y="1460"/>
                  </a:lnTo>
                  <a:lnTo>
                    <a:pt x="373494" y="1460"/>
                  </a:lnTo>
                  <a:lnTo>
                    <a:pt x="358178" y="5854"/>
                  </a:lnTo>
                  <a:lnTo>
                    <a:pt x="322338" y="37490"/>
                  </a:lnTo>
                  <a:lnTo>
                    <a:pt x="309753" y="84582"/>
                  </a:lnTo>
                  <a:lnTo>
                    <a:pt x="311162" y="101765"/>
                  </a:lnTo>
                  <a:lnTo>
                    <a:pt x="331978" y="145796"/>
                  </a:lnTo>
                  <a:lnTo>
                    <a:pt x="373976" y="168605"/>
                  </a:lnTo>
                  <a:lnTo>
                    <a:pt x="389636" y="170053"/>
                  </a:lnTo>
                  <a:lnTo>
                    <a:pt x="405968" y="169837"/>
                  </a:lnTo>
                  <a:lnTo>
                    <a:pt x="422122" y="165100"/>
                  </a:lnTo>
                  <a:lnTo>
                    <a:pt x="437121" y="156095"/>
                  </a:lnTo>
                  <a:lnTo>
                    <a:pt x="449211" y="143764"/>
                  </a:lnTo>
                  <a:lnTo>
                    <a:pt x="449961" y="143002"/>
                  </a:lnTo>
                  <a:lnTo>
                    <a:pt x="431927" y="122809"/>
                  </a:lnTo>
                  <a:lnTo>
                    <a:pt x="422668" y="131660"/>
                  </a:lnTo>
                  <a:lnTo>
                    <a:pt x="411835" y="138239"/>
                  </a:lnTo>
                  <a:lnTo>
                    <a:pt x="399935" y="142354"/>
                  </a:lnTo>
                  <a:lnTo>
                    <a:pt x="387477" y="143764"/>
                  </a:lnTo>
                  <a:lnTo>
                    <a:pt x="376821" y="142506"/>
                  </a:lnTo>
                  <a:lnTo>
                    <a:pt x="344182" y="116649"/>
                  </a:lnTo>
                  <a:lnTo>
                    <a:pt x="335407" y="84582"/>
                  </a:lnTo>
                  <a:lnTo>
                    <a:pt x="336423" y="73761"/>
                  </a:lnTo>
                  <a:lnTo>
                    <a:pt x="358140" y="36423"/>
                  </a:lnTo>
                  <a:lnTo>
                    <a:pt x="387477" y="25654"/>
                  </a:lnTo>
                  <a:lnTo>
                    <a:pt x="399935" y="27165"/>
                  </a:lnTo>
                  <a:lnTo>
                    <a:pt x="411835" y="31534"/>
                  </a:lnTo>
                  <a:lnTo>
                    <a:pt x="422668" y="38519"/>
                  </a:lnTo>
                  <a:lnTo>
                    <a:pt x="431927" y="47879"/>
                  </a:lnTo>
                  <a:lnTo>
                    <a:pt x="449961" y="25654"/>
                  </a:lnTo>
                  <a:close/>
                </a:path>
                <a:path w="1372234" h="173355">
                  <a:moveTo>
                    <a:pt x="612521" y="3429"/>
                  </a:moveTo>
                  <a:lnTo>
                    <a:pt x="584708" y="3429"/>
                  </a:lnTo>
                  <a:lnTo>
                    <a:pt x="584708" y="98552"/>
                  </a:lnTo>
                  <a:lnTo>
                    <a:pt x="582053" y="118999"/>
                  </a:lnTo>
                  <a:lnTo>
                    <a:pt x="574408" y="133515"/>
                  </a:lnTo>
                  <a:lnTo>
                    <a:pt x="562203" y="142176"/>
                  </a:lnTo>
                  <a:lnTo>
                    <a:pt x="545846" y="145034"/>
                  </a:lnTo>
                  <a:lnTo>
                    <a:pt x="529539" y="141947"/>
                  </a:lnTo>
                  <a:lnTo>
                    <a:pt x="517309" y="132816"/>
                  </a:lnTo>
                  <a:lnTo>
                    <a:pt x="509638" y="117817"/>
                  </a:lnTo>
                  <a:lnTo>
                    <a:pt x="506984" y="97155"/>
                  </a:lnTo>
                  <a:lnTo>
                    <a:pt x="506984" y="3429"/>
                  </a:lnTo>
                  <a:lnTo>
                    <a:pt x="478536" y="3429"/>
                  </a:lnTo>
                  <a:lnTo>
                    <a:pt x="478536" y="98552"/>
                  </a:lnTo>
                  <a:lnTo>
                    <a:pt x="483273" y="130365"/>
                  </a:lnTo>
                  <a:lnTo>
                    <a:pt x="496798" y="153657"/>
                  </a:lnTo>
                  <a:lnTo>
                    <a:pt x="518020" y="167982"/>
                  </a:lnTo>
                  <a:lnTo>
                    <a:pt x="545846" y="172847"/>
                  </a:lnTo>
                  <a:lnTo>
                    <a:pt x="573506" y="168262"/>
                  </a:lnTo>
                  <a:lnTo>
                    <a:pt x="594512" y="154419"/>
                  </a:lnTo>
                  <a:lnTo>
                    <a:pt x="599909" y="145034"/>
                  </a:lnTo>
                  <a:lnTo>
                    <a:pt x="607847" y="131229"/>
                  </a:lnTo>
                  <a:lnTo>
                    <a:pt x="612521" y="98552"/>
                  </a:lnTo>
                  <a:lnTo>
                    <a:pt x="612521" y="3429"/>
                  </a:lnTo>
                  <a:close/>
                </a:path>
                <a:path w="1372234" h="173355">
                  <a:moveTo>
                    <a:pt x="788797" y="168656"/>
                  </a:moveTo>
                  <a:lnTo>
                    <a:pt x="750201" y="111633"/>
                  </a:lnTo>
                  <a:lnTo>
                    <a:pt x="746506" y="106172"/>
                  </a:lnTo>
                  <a:lnTo>
                    <a:pt x="761949" y="99479"/>
                  </a:lnTo>
                  <a:lnTo>
                    <a:pt x="774268" y="88252"/>
                  </a:lnTo>
                  <a:lnTo>
                    <a:pt x="775512" y="85979"/>
                  </a:lnTo>
                  <a:lnTo>
                    <a:pt x="782408" y="73482"/>
                  </a:lnTo>
                  <a:lnTo>
                    <a:pt x="785368" y="56134"/>
                  </a:lnTo>
                  <a:lnTo>
                    <a:pt x="784377" y="46443"/>
                  </a:lnTo>
                  <a:lnTo>
                    <a:pt x="781723" y="37338"/>
                  </a:lnTo>
                  <a:lnTo>
                    <a:pt x="781634" y="37007"/>
                  </a:lnTo>
                  <a:lnTo>
                    <a:pt x="755523" y="8140"/>
                  </a:lnTo>
                  <a:lnTo>
                    <a:pt x="755523" y="58293"/>
                  </a:lnTo>
                  <a:lnTo>
                    <a:pt x="753262" y="69316"/>
                  </a:lnTo>
                  <a:lnTo>
                    <a:pt x="746785" y="78092"/>
                  </a:lnTo>
                  <a:lnTo>
                    <a:pt x="736549" y="83896"/>
                  </a:lnTo>
                  <a:lnTo>
                    <a:pt x="723011" y="85979"/>
                  </a:lnTo>
                  <a:lnTo>
                    <a:pt x="684022" y="85979"/>
                  </a:lnTo>
                  <a:lnTo>
                    <a:pt x="684022" y="30480"/>
                  </a:lnTo>
                  <a:lnTo>
                    <a:pt x="723011" y="30480"/>
                  </a:lnTo>
                  <a:lnTo>
                    <a:pt x="736549" y="32194"/>
                  </a:lnTo>
                  <a:lnTo>
                    <a:pt x="746785" y="37338"/>
                  </a:lnTo>
                  <a:lnTo>
                    <a:pt x="753262" y="46024"/>
                  </a:lnTo>
                  <a:lnTo>
                    <a:pt x="755523" y="58293"/>
                  </a:lnTo>
                  <a:lnTo>
                    <a:pt x="755523" y="8140"/>
                  </a:lnTo>
                  <a:lnTo>
                    <a:pt x="752081" y="6413"/>
                  </a:lnTo>
                  <a:lnTo>
                    <a:pt x="740168" y="3454"/>
                  </a:lnTo>
                  <a:lnTo>
                    <a:pt x="657606" y="3454"/>
                  </a:lnTo>
                  <a:lnTo>
                    <a:pt x="657606" y="168656"/>
                  </a:lnTo>
                  <a:lnTo>
                    <a:pt x="685419" y="168656"/>
                  </a:lnTo>
                  <a:lnTo>
                    <a:pt x="685419" y="111633"/>
                  </a:lnTo>
                  <a:lnTo>
                    <a:pt x="718693" y="111633"/>
                  </a:lnTo>
                  <a:lnTo>
                    <a:pt x="755523" y="168656"/>
                  </a:lnTo>
                  <a:lnTo>
                    <a:pt x="788797" y="168656"/>
                  </a:lnTo>
                  <a:close/>
                </a:path>
                <a:path w="1372234" h="173355">
                  <a:moveTo>
                    <a:pt x="931291" y="121412"/>
                  </a:moveTo>
                  <a:lnTo>
                    <a:pt x="902512" y="79997"/>
                  </a:lnTo>
                  <a:lnTo>
                    <a:pt x="861402" y="66065"/>
                  </a:lnTo>
                  <a:lnTo>
                    <a:pt x="849922" y="60706"/>
                  </a:lnTo>
                  <a:lnTo>
                    <a:pt x="844042" y="54305"/>
                  </a:lnTo>
                  <a:lnTo>
                    <a:pt x="842391" y="45847"/>
                  </a:lnTo>
                  <a:lnTo>
                    <a:pt x="844156" y="37985"/>
                  </a:lnTo>
                  <a:lnTo>
                    <a:pt x="849287" y="31572"/>
                  </a:lnTo>
                  <a:lnTo>
                    <a:pt x="857542" y="27241"/>
                  </a:lnTo>
                  <a:lnTo>
                    <a:pt x="868680" y="25654"/>
                  </a:lnTo>
                  <a:lnTo>
                    <a:pt x="879906" y="26885"/>
                  </a:lnTo>
                  <a:lnTo>
                    <a:pt x="891222" y="30314"/>
                  </a:lnTo>
                  <a:lnTo>
                    <a:pt x="901852" y="35572"/>
                  </a:lnTo>
                  <a:lnTo>
                    <a:pt x="911098" y="42291"/>
                  </a:lnTo>
                  <a:lnTo>
                    <a:pt x="922413" y="25654"/>
                  </a:lnTo>
                  <a:lnTo>
                    <a:pt x="884123" y="1384"/>
                  </a:lnTo>
                  <a:lnTo>
                    <a:pt x="868680" y="0"/>
                  </a:lnTo>
                  <a:lnTo>
                    <a:pt x="847356" y="3467"/>
                  </a:lnTo>
                  <a:lnTo>
                    <a:pt x="830922" y="13233"/>
                  </a:lnTo>
                  <a:lnTo>
                    <a:pt x="820343" y="28346"/>
                  </a:lnTo>
                  <a:lnTo>
                    <a:pt x="816610" y="47879"/>
                  </a:lnTo>
                  <a:lnTo>
                    <a:pt x="819950" y="67170"/>
                  </a:lnTo>
                  <a:lnTo>
                    <a:pt x="829881" y="80568"/>
                  </a:lnTo>
                  <a:lnTo>
                    <a:pt x="846175" y="89941"/>
                  </a:lnTo>
                  <a:lnTo>
                    <a:pt x="868680" y="97155"/>
                  </a:lnTo>
                  <a:lnTo>
                    <a:pt x="886650" y="102349"/>
                  </a:lnTo>
                  <a:lnTo>
                    <a:pt x="897724" y="107759"/>
                  </a:lnTo>
                  <a:lnTo>
                    <a:pt x="903325" y="113944"/>
                  </a:lnTo>
                  <a:lnTo>
                    <a:pt x="904875" y="121412"/>
                  </a:lnTo>
                  <a:lnTo>
                    <a:pt x="903160" y="130238"/>
                  </a:lnTo>
                  <a:lnTo>
                    <a:pt x="898017" y="136779"/>
                  </a:lnTo>
                  <a:lnTo>
                    <a:pt x="889330" y="140843"/>
                  </a:lnTo>
                  <a:lnTo>
                    <a:pt x="877049" y="142252"/>
                  </a:lnTo>
                  <a:lnTo>
                    <a:pt x="863600" y="140843"/>
                  </a:lnTo>
                  <a:lnTo>
                    <a:pt x="850607" y="136779"/>
                  </a:lnTo>
                  <a:lnTo>
                    <a:pt x="838517" y="130238"/>
                  </a:lnTo>
                  <a:lnTo>
                    <a:pt x="827786" y="121412"/>
                  </a:lnTo>
                  <a:lnTo>
                    <a:pt x="811072" y="142328"/>
                  </a:lnTo>
                  <a:lnTo>
                    <a:pt x="811250" y="142328"/>
                  </a:lnTo>
                  <a:lnTo>
                    <a:pt x="825855" y="153352"/>
                  </a:lnTo>
                  <a:lnTo>
                    <a:pt x="841768" y="161417"/>
                  </a:lnTo>
                  <a:lnTo>
                    <a:pt x="858850" y="166357"/>
                  </a:lnTo>
                  <a:lnTo>
                    <a:pt x="877062" y="168021"/>
                  </a:lnTo>
                  <a:lnTo>
                    <a:pt x="898169" y="166357"/>
                  </a:lnTo>
                  <a:lnTo>
                    <a:pt x="898398" y="166357"/>
                  </a:lnTo>
                  <a:lnTo>
                    <a:pt x="915644" y="157530"/>
                  </a:lnTo>
                  <a:lnTo>
                    <a:pt x="927112" y="142328"/>
                  </a:lnTo>
                  <a:lnTo>
                    <a:pt x="931291" y="121412"/>
                  </a:lnTo>
                  <a:close/>
                </a:path>
                <a:path w="1372234" h="173355">
                  <a:moveTo>
                    <a:pt x="996569" y="3429"/>
                  </a:moveTo>
                  <a:lnTo>
                    <a:pt x="968756" y="3429"/>
                  </a:lnTo>
                  <a:lnTo>
                    <a:pt x="968756" y="169291"/>
                  </a:lnTo>
                  <a:lnTo>
                    <a:pt x="996569" y="169291"/>
                  </a:lnTo>
                  <a:lnTo>
                    <a:pt x="996569" y="3429"/>
                  </a:lnTo>
                  <a:close/>
                </a:path>
                <a:path w="1372234" h="173355">
                  <a:moveTo>
                    <a:pt x="1199261" y="85979"/>
                  </a:moveTo>
                  <a:lnTo>
                    <a:pt x="1198626" y="85979"/>
                  </a:lnTo>
                  <a:lnTo>
                    <a:pt x="1192187" y="52451"/>
                  </a:lnTo>
                  <a:lnTo>
                    <a:pt x="1175905" y="27051"/>
                  </a:lnTo>
                  <a:lnTo>
                    <a:pt x="1174826" y="25361"/>
                  </a:lnTo>
                  <a:lnTo>
                    <a:pt x="1168781" y="21069"/>
                  </a:lnTo>
                  <a:lnTo>
                    <a:pt x="1168781" y="87376"/>
                  </a:lnTo>
                  <a:lnTo>
                    <a:pt x="1167980" y="96939"/>
                  </a:lnTo>
                  <a:lnTo>
                    <a:pt x="1146327" y="135661"/>
                  </a:lnTo>
                  <a:lnTo>
                    <a:pt x="1116711" y="145034"/>
                  </a:lnTo>
                  <a:lnTo>
                    <a:pt x="1106030" y="143776"/>
                  </a:lnTo>
                  <a:lnTo>
                    <a:pt x="1072121" y="117360"/>
                  </a:lnTo>
                  <a:lnTo>
                    <a:pt x="1063879" y="85979"/>
                  </a:lnTo>
                  <a:lnTo>
                    <a:pt x="1064755" y="75311"/>
                  </a:lnTo>
                  <a:lnTo>
                    <a:pt x="1064793" y="74714"/>
                  </a:lnTo>
                  <a:lnTo>
                    <a:pt x="1086472" y="37731"/>
                  </a:lnTo>
                  <a:lnTo>
                    <a:pt x="1116711" y="27051"/>
                  </a:lnTo>
                  <a:lnTo>
                    <a:pt x="1127912" y="28308"/>
                  </a:lnTo>
                  <a:lnTo>
                    <a:pt x="1160576" y="54025"/>
                  </a:lnTo>
                  <a:lnTo>
                    <a:pt x="1165059" y="63969"/>
                  </a:lnTo>
                  <a:lnTo>
                    <a:pt x="1165136" y="64135"/>
                  </a:lnTo>
                  <a:lnTo>
                    <a:pt x="1167866" y="75311"/>
                  </a:lnTo>
                  <a:lnTo>
                    <a:pt x="1168666" y="85979"/>
                  </a:lnTo>
                  <a:lnTo>
                    <a:pt x="1168781" y="87376"/>
                  </a:lnTo>
                  <a:lnTo>
                    <a:pt x="1168781" y="21069"/>
                  </a:lnTo>
                  <a:lnTo>
                    <a:pt x="1149375" y="7239"/>
                  </a:lnTo>
                  <a:lnTo>
                    <a:pt x="1118743" y="635"/>
                  </a:lnTo>
                  <a:lnTo>
                    <a:pt x="1087120" y="7239"/>
                  </a:lnTo>
                  <a:lnTo>
                    <a:pt x="1087526" y="7239"/>
                  </a:lnTo>
                  <a:lnTo>
                    <a:pt x="1061923" y="24866"/>
                  </a:lnTo>
                  <a:lnTo>
                    <a:pt x="1044067" y="51320"/>
                  </a:lnTo>
                  <a:lnTo>
                    <a:pt x="1036828" y="83947"/>
                  </a:lnTo>
                  <a:lnTo>
                    <a:pt x="1036828" y="87376"/>
                  </a:lnTo>
                  <a:lnTo>
                    <a:pt x="1043241" y="120992"/>
                  </a:lnTo>
                  <a:lnTo>
                    <a:pt x="1060653" y="148120"/>
                  </a:lnTo>
                  <a:lnTo>
                    <a:pt x="1086446" y="166370"/>
                  </a:lnTo>
                  <a:lnTo>
                    <a:pt x="1086853" y="166370"/>
                  </a:lnTo>
                  <a:lnTo>
                    <a:pt x="1117346" y="172847"/>
                  </a:lnTo>
                  <a:lnTo>
                    <a:pt x="1148600" y="166370"/>
                  </a:lnTo>
                  <a:lnTo>
                    <a:pt x="1174203" y="148628"/>
                  </a:lnTo>
                  <a:lnTo>
                    <a:pt x="1176591" y="145034"/>
                  </a:lnTo>
                  <a:lnTo>
                    <a:pt x="1191844" y="122174"/>
                  </a:lnTo>
                  <a:lnTo>
                    <a:pt x="1199261" y="89535"/>
                  </a:lnTo>
                  <a:lnTo>
                    <a:pt x="1199261" y="85979"/>
                  </a:lnTo>
                  <a:close/>
                </a:path>
                <a:path w="1372234" h="173355">
                  <a:moveTo>
                    <a:pt x="1372235" y="3429"/>
                  </a:moveTo>
                  <a:lnTo>
                    <a:pt x="1344422" y="3429"/>
                  </a:lnTo>
                  <a:lnTo>
                    <a:pt x="1344422" y="117983"/>
                  </a:lnTo>
                  <a:lnTo>
                    <a:pt x="1295920" y="51308"/>
                  </a:lnTo>
                  <a:lnTo>
                    <a:pt x="1261110" y="3429"/>
                  </a:lnTo>
                  <a:lnTo>
                    <a:pt x="1234694" y="3429"/>
                  </a:lnTo>
                  <a:lnTo>
                    <a:pt x="1234694" y="169291"/>
                  </a:lnTo>
                  <a:lnTo>
                    <a:pt x="1262507" y="169291"/>
                  </a:lnTo>
                  <a:lnTo>
                    <a:pt x="1262507" y="51308"/>
                  </a:lnTo>
                  <a:lnTo>
                    <a:pt x="1349248" y="169291"/>
                  </a:lnTo>
                  <a:lnTo>
                    <a:pt x="1372235" y="169291"/>
                  </a:lnTo>
                  <a:lnTo>
                    <a:pt x="1372235" y="117983"/>
                  </a:lnTo>
                  <a:lnTo>
                    <a:pt x="1372235" y="3429"/>
                  </a:lnTo>
                  <a:close/>
                </a:path>
              </a:pathLst>
            </a:custGeom>
            <a:solidFill>
              <a:srgbClr val="4445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450058" y="2274950"/>
              <a:ext cx="283972" cy="328549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577439" y="3321050"/>
              <a:ext cx="1481328" cy="366522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478001" y="4642777"/>
              <a:ext cx="1944624" cy="545553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5793446" y="3806951"/>
              <a:ext cx="964565" cy="518159"/>
            </a:xfrm>
            <a:custGeom>
              <a:avLst/>
              <a:gdLst/>
              <a:ahLst/>
              <a:cxnLst/>
              <a:rect l="l" t="t" r="r" b="b"/>
              <a:pathLst>
                <a:path w="964565" h="518160">
                  <a:moveTo>
                    <a:pt x="949122" y="347980"/>
                  </a:moveTo>
                  <a:lnTo>
                    <a:pt x="907434" y="347980"/>
                  </a:lnTo>
                  <a:lnTo>
                    <a:pt x="908704" y="349250"/>
                  </a:lnTo>
                  <a:lnTo>
                    <a:pt x="908704" y="350520"/>
                  </a:lnTo>
                  <a:lnTo>
                    <a:pt x="884000" y="415289"/>
                  </a:lnTo>
                  <a:lnTo>
                    <a:pt x="854633" y="461010"/>
                  </a:lnTo>
                  <a:lnTo>
                    <a:pt x="824168" y="490220"/>
                  </a:lnTo>
                  <a:lnTo>
                    <a:pt x="774211" y="514350"/>
                  </a:lnTo>
                  <a:lnTo>
                    <a:pt x="774465" y="516889"/>
                  </a:lnTo>
                  <a:lnTo>
                    <a:pt x="779545" y="518160"/>
                  </a:lnTo>
                  <a:lnTo>
                    <a:pt x="787546" y="518160"/>
                  </a:lnTo>
                  <a:lnTo>
                    <a:pt x="841767" y="504189"/>
                  </a:lnTo>
                  <a:lnTo>
                    <a:pt x="888412" y="463550"/>
                  </a:lnTo>
                  <a:lnTo>
                    <a:pt x="911625" y="433070"/>
                  </a:lnTo>
                  <a:lnTo>
                    <a:pt x="945026" y="364489"/>
                  </a:lnTo>
                  <a:lnTo>
                    <a:pt x="947296" y="354330"/>
                  </a:lnTo>
                  <a:lnTo>
                    <a:pt x="949122" y="347980"/>
                  </a:lnTo>
                  <a:close/>
                </a:path>
                <a:path w="964565" h="518160">
                  <a:moveTo>
                    <a:pt x="186582" y="223520"/>
                  </a:moveTo>
                  <a:lnTo>
                    <a:pt x="162242" y="260350"/>
                  </a:lnTo>
                  <a:lnTo>
                    <a:pt x="148546" y="299720"/>
                  </a:lnTo>
                  <a:lnTo>
                    <a:pt x="142184" y="336550"/>
                  </a:lnTo>
                  <a:lnTo>
                    <a:pt x="141599" y="342900"/>
                  </a:lnTo>
                  <a:lnTo>
                    <a:pt x="141483" y="344170"/>
                  </a:lnTo>
                  <a:lnTo>
                    <a:pt x="141366" y="345439"/>
                  </a:lnTo>
                  <a:lnTo>
                    <a:pt x="141249" y="346710"/>
                  </a:lnTo>
                  <a:lnTo>
                    <a:pt x="141132" y="347980"/>
                  </a:lnTo>
                  <a:lnTo>
                    <a:pt x="141015" y="349250"/>
                  </a:lnTo>
                  <a:lnTo>
                    <a:pt x="140898" y="350520"/>
                  </a:lnTo>
                  <a:lnTo>
                    <a:pt x="140781" y="351789"/>
                  </a:lnTo>
                  <a:lnTo>
                    <a:pt x="140664" y="353060"/>
                  </a:lnTo>
                  <a:lnTo>
                    <a:pt x="140548" y="354330"/>
                  </a:lnTo>
                  <a:lnTo>
                    <a:pt x="140431" y="355600"/>
                  </a:lnTo>
                  <a:lnTo>
                    <a:pt x="140314" y="356870"/>
                  </a:lnTo>
                  <a:lnTo>
                    <a:pt x="140197" y="358139"/>
                  </a:lnTo>
                  <a:lnTo>
                    <a:pt x="140080" y="359410"/>
                  </a:lnTo>
                  <a:lnTo>
                    <a:pt x="139963" y="360680"/>
                  </a:lnTo>
                  <a:lnTo>
                    <a:pt x="167532" y="392430"/>
                  </a:lnTo>
                  <a:lnTo>
                    <a:pt x="186088" y="383539"/>
                  </a:lnTo>
                  <a:lnTo>
                    <a:pt x="194345" y="370839"/>
                  </a:lnTo>
                  <a:lnTo>
                    <a:pt x="196339" y="361950"/>
                  </a:lnTo>
                  <a:lnTo>
                    <a:pt x="196223" y="359410"/>
                  </a:lnTo>
                  <a:lnTo>
                    <a:pt x="196107" y="356870"/>
                  </a:lnTo>
                  <a:lnTo>
                    <a:pt x="193313" y="355600"/>
                  </a:lnTo>
                  <a:lnTo>
                    <a:pt x="191408" y="351789"/>
                  </a:lnTo>
                  <a:lnTo>
                    <a:pt x="192297" y="347980"/>
                  </a:lnTo>
                  <a:lnTo>
                    <a:pt x="195433" y="331470"/>
                  </a:lnTo>
                  <a:lnTo>
                    <a:pt x="209228" y="270510"/>
                  </a:lnTo>
                  <a:lnTo>
                    <a:pt x="212363" y="254000"/>
                  </a:lnTo>
                  <a:lnTo>
                    <a:pt x="212803" y="254000"/>
                  </a:lnTo>
                  <a:lnTo>
                    <a:pt x="211228" y="245110"/>
                  </a:lnTo>
                  <a:lnTo>
                    <a:pt x="205632" y="234950"/>
                  </a:lnTo>
                  <a:lnTo>
                    <a:pt x="197179" y="227330"/>
                  </a:lnTo>
                  <a:lnTo>
                    <a:pt x="186582" y="223520"/>
                  </a:lnTo>
                  <a:close/>
                </a:path>
                <a:path w="964565" h="518160">
                  <a:moveTo>
                    <a:pt x="433132" y="242570"/>
                  </a:moveTo>
                  <a:lnTo>
                    <a:pt x="372637" y="242570"/>
                  </a:lnTo>
                  <a:lnTo>
                    <a:pt x="346436" y="265430"/>
                  </a:lnTo>
                  <a:lnTo>
                    <a:pt x="324282" y="289560"/>
                  </a:lnTo>
                  <a:lnTo>
                    <a:pt x="309129" y="320039"/>
                  </a:lnTo>
                  <a:lnTo>
                    <a:pt x="303930" y="356870"/>
                  </a:lnTo>
                  <a:lnTo>
                    <a:pt x="307883" y="369570"/>
                  </a:lnTo>
                  <a:lnTo>
                    <a:pt x="316218" y="381000"/>
                  </a:lnTo>
                  <a:lnTo>
                    <a:pt x="327933" y="388620"/>
                  </a:lnTo>
                  <a:lnTo>
                    <a:pt x="342030" y="392430"/>
                  </a:lnTo>
                  <a:lnTo>
                    <a:pt x="359759" y="388620"/>
                  </a:lnTo>
                  <a:lnTo>
                    <a:pt x="376416" y="379730"/>
                  </a:lnTo>
                  <a:lnTo>
                    <a:pt x="390929" y="368300"/>
                  </a:lnTo>
                  <a:lnTo>
                    <a:pt x="402228" y="356870"/>
                  </a:lnTo>
                  <a:lnTo>
                    <a:pt x="402482" y="355600"/>
                  </a:lnTo>
                  <a:lnTo>
                    <a:pt x="403752" y="354330"/>
                  </a:lnTo>
                  <a:lnTo>
                    <a:pt x="454895" y="354330"/>
                  </a:lnTo>
                  <a:lnTo>
                    <a:pt x="456343" y="346710"/>
                  </a:lnTo>
                  <a:lnTo>
                    <a:pt x="355365" y="346710"/>
                  </a:lnTo>
                  <a:lnTo>
                    <a:pt x="352825" y="345439"/>
                  </a:lnTo>
                  <a:lnTo>
                    <a:pt x="351555" y="342900"/>
                  </a:lnTo>
                  <a:lnTo>
                    <a:pt x="350900" y="327660"/>
                  </a:lnTo>
                  <a:lnTo>
                    <a:pt x="350791" y="325120"/>
                  </a:lnTo>
                  <a:lnTo>
                    <a:pt x="350682" y="322580"/>
                  </a:lnTo>
                  <a:lnTo>
                    <a:pt x="363049" y="294639"/>
                  </a:lnTo>
                  <a:lnTo>
                    <a:pt x="389703" y="265430"/>
                  </a:lnTo>
                  <a:lnTo>
                    <a:pt x="431692" y="243839"/>
                  </a:lnTo>
                  <a:lnTo>
                    <a:pt x="433132" y="242570"/>
                  </a:lnTo>
                  <a:close/>
                </a:path>
                <a:path w="964565" h="518160">
                  <a:moveTo>
                    <a:pt x="19577" y="76200"/>
                  </a:moveTo>
                  <a:lnTo>
                    <a:pt x="12719" y="76200"/>
                  </a:lnTo>
                  <a:lnTo>
                    <a:pt x="7258" y="78739"/>
                  </a:lnTo>
                  <a:lnTo>
                    <a:pt x="1658" y="109220"/>
                  </a:lnTo>
                  <a:lnTo>
                    <a:pt x="0" y="162560"/>
                  </a:lnTo>
                  <a:lnTo>
                    <a:pt x="96" y="171450"/>
                  </a:lnTo>
                  <a:lnTo>
                    <a:pt x="1395" y="218439"/>
                  </a:lnTo>
                  <a:lnTo>
                    <a:pt x="1465" y="220980"/>
                  </a:lnTo>
                  <a:lnTo>
                    <a:pt x="1571" y="224789"/>
                  </a:lnTo>
                  <a:lnTo>
                    <a:pt x="1676" y="228600"/>
                  </a:lnTo>
                  <a:lnTo>
                    <a:pt x="1781" y="232410"/>
                  </a:lnTo>
                  <a:lnTo>
                    <a:pt x="6486" y="293370"/>
                  </a:lnTo>
                  <a:lnTo>
                    <a:pt x="6584" y="294639"/>
                  </a:lnTo>
                  <a:lnTo>
                    <a:pt x="6682" y="295910"/>
                  </a:lnTo>
                  <a:lnTo>
                    <a:pt x="6780" y="297180"/>
                  </a:lnTo>
                  <a:lnTo>
                    <a:pt x="6878" y="298450"/>
                  </a:lnTo>
                  <a:lnTo>
                    <a:pt x="6976" y="299720"/>
                  </a:lnTo>
                  <a:lnTo>
                    <a:pt x="15240" y="355600"/>
                  </a:lnTo>
                  <a:lnTo>
                    <a:pt x="26308" y="388620"/>
                  </a:lnTo>
                  <a:lnTo>
                    <a:pt x="31257" y="389889"/>
                  </a:lnTo>
                  <a:lnTo>
                    <a:pt x="37326" y="389889"/>
                  </a:lnTo>
                  <a:lnTo>
                    <a:pt x="44203" y="391160"/>
                  </a:lnTo>
                  <a:lnTo>
                    <a:pt x="64357" y="391160"/>
                  </a:lnTo>
                  <a:lnTo>
                    <a:pt x="76442" y="388620"/>
                  </a:lnTo>
                  <a:lnTo>
                    <a:pt x="86479" y="386080"/>
                  </a:lnTo>
                  <a:lnTo>
                    <a:pt x="93110" y="382270"/>
                  </a:lnTo>
                  <a:lnTo>
                    <a:pt x="97871" y="369570"/>
                  </a:lnTo>
                  <a:lnTo>
                    <a:pt x="106071" y="339089"/>
                  </a:lnTo>
                  <a:lnTo>
                    <a:pt x="116047" y="302260"/>
                  </a:lnTo>
                  <a:lnTo>
                    <a:pt x="57042" y="302260"/>
                  </a:lnTo>
                  <a:lnTo>
                    <a:pt x="55899" y="300989"/>
                  </a:lnTo>
                  <a:lnTo>
                    <a:pt x="55899" y="299720"/>
                  </a:lnTo>
                  <a:lnTo>
                    <a:pt x="47537" y="236220"/>
                  </a:lnTo>
                  <a:lnTo>
                    <a:pt x="44914" y="175260"/>
                  </a:lnTo>
                  <a:lnTo>
                    <a:pt x="45028" y="152400"/>
                  </a:lnTo>
                  <a:lnTo>
                    <a:pt x="45148" y="128270"/>
                  </a:lnTo>
                  <a:lnTo>
                    <a:pt x="45248" y="116839"/>
                  </a:lnTo>
                  <a:lnTo>
                    <a:pt x="45358" y="104139"/>
                  </a:lnTo>
                  <a:lnTo>
                    <a:pt x="41562" y="90170"/>
                  </a:lnTo>
                  <a:lnTo>
                    <a:pt x="35182" y="81280"/>
                  </a:lnTo>
                  <a:lnTo>
                    <a:pt x="27445" y="77470"/>
                  </a:lnTo>
                  <a:lnTo>
                    <a:pt x="19577" y="76200"/>
                  </a:lnTo>
                  <a:close/>
                </a:path>
                <a:path w="964565" h="518160">
                  <a:moveTo>
                    <a:pt x="454895" y="354330"/>
                  </a:moveTo>
                  <a:lnTo>
                    <a:pt x="407435" y="354330"/>
                  </a:lnTo>
                  <a:lnTo>
                    <a:pt x="410102" y="356870"/>
                  </a:lnTo>
                  <a:lnTo>
                    <a:pt x="408832" y="359410"/>
                  </a:lnTo>
                  <a:lnTo>
                    <a:pt x="413115" y="372110"/>
                  </a:lnTo>
                  <a:lnTo>
                    <a:pt x="421183" y="382270"/>
                  </a:lnTo>
                  <a:lnTo>
                    <a:pt x="432157" y="388620"/>
                  </a:lnTo>
                  <a:lnTo>
                    <a:pt x="445154" y="391160"/>
                  </a:lnTo>
                  <a:lnTo>
                    <a:pt x="447059" y="391160"/>
                  </a:lnTo>
                  <a:lnTo>
                    <a:pt x="460263" y="388620"/>
                  </a:lnTo>
                  <a:lnTo>
                    <a:pt x="474301" y="383539"/>
                  </a:lnTo>
                  <a:lnTo>
                    <a:pt x="487100" y="375920"/>
                  </a:lnTo>
                  <a:lnTo>
                    <a:pt x="496589" y="370839"/>
                  </a:lnTo>
                  <a:lnTo>
                    <a:pt x="567929" y="370839"/>
                  </a:lnTo>
                  <a:lnTo>
                    <a:pt x="578631" y="361950"/>
                  </a:lnTo>
                  <a:lnTo>
                    <a:pt x="579712" y="360680"/>
                  </a:lnTo>
                  <a:lnTo>
                    <a:pt x="460902" y="360680"/>
                  </a:lnTo>
                  <a:lnTo>
                    <a:pt x="454171" y="358139"/>
                  </a:lnTo>
                  <a:lnTo>
                    <a:pt x="454895" y="354330"/>
                  </a:lnTo>
                  <a:close/>
                </a:path>
                <a:path w="964565" h="518160">
                  <a:moveTo>
                    <a:pt x="322980" y="46989"/>
                  </a:moveTo>
                  <a:lnTo>
                    <a:pt x="303119" y="83820"/>
                  </a:lnTo>
                  <a:lnTo>
                    <a:pt x="285055" y="123189"/>
                  </a:lnTo>
                  <a:lnTo>
                    <a:pt x="268777" y="162560"/>
                  </a:lnTo>
                  <a:lnTo>
                    <a:pt x="254273" y="201930"/>
                  </a:lnTo>
                  <a:lnTo>
                    <a:pt x="249378" y="204470"/>
                  </a:lnTo>
                  <a:lnTo>
                    <a:pt x="243685" y="208280"/>
                  </a:lnTo>
                  <a:lnTo>
                    <a:pt x="237825" y="213360"/>
                  </a:lnTo>
                  <a:lnTo>
                    <a:pt x="232429" y="223520"/>
                  </a:lnTo>
                  <a:lnTo>
                    <a:pt x="232334" y="226060"/>
                  </a:lnTo>
                  <a:lnTo>
                    <a:pt x="232239" y="228600"/>
                  </a:lnTo>
                  <a:lnTo>
                    <a:pt x="232144" y="231139"/>
                  </a:lnTo>
                  <a:lnTo>
                    <a:pt x="232048" y="233680"/>
                  </a:lnTo>
                  <a:lnTo>
                    <a:pt x="236906" y="238760"/>
                  </a:lnTo>
                  <a:lnTo>
                    <a:pt x="242859" y="242570"/>
                  </a:lnTo>
                  <a:lnTo>
                    <a:pt x="245764" y="247650"/>
                  </a:lnTo>
                  <a:lnTo>
                    <a:pt x="240379" y="283210"/>
                  </a:lnTo>
                  <a:lnTo>
                    <a:pt x="237160" y="318770"/>
                  </a:lnTo>
                  <a:lnTo>
                    <a:pt x="237128" y="389889"/>
                  </a:lnTo>
                  <a:lnTo>
                    <a:pt x="238906" y="389889"/>
                  </a:lnTo>
                  <a:lnTo>
                    <a:pt x="272946" y="364489"/>
                  </a:lnTo>
                  <a:lnTo>
                    <a:pt x="281316" y="327660"/>
                  </a:lnTo>
                  <a:lnTo>
                    <a:pt x="286373" y="300989"/>
                  </a:lnTo>
                  <a:lnTo>
                    <a:pt x="292334" y="273050"/>
                  </a:lnTo>
                  <a:lnTo>
                    <a:pt x="299104" y="246380"/>
                  </a:lnTo>
                  <a:lnTo>
                    <a:pt x="317595" y="246380"/>
                  </a:lnTo>
                  <a:lnTo>
                    <a:pt x="372637" y="242570"/>
                  </a:lnTo>
                  <a:lnTo>
                    <a:pt x="433132" y="242570"/>
                  </a:lnTo>
                  <a:lnTo>
                    <a:pt x="448964" y="228600"/>
                  </a:lnTo>
                  <a:lnTo>
                    <a:pt x="449853" y="226060"/>
                  </a:lnTo>
                  <a:lnTo>
                    <a:pt x="449853" y="223520"/>
                  </a:lnTo>
                  <a:lnTo>
                    <a:pt x="410598" y="209550"/>
                  </a:lnTo>
                  <a:lnTo>
                    <a:pt x="369780" y="204470"/>
                  </a:lnTo>
                  <a:lnTo>
                    <a:pt x="333247" y="203200"/>
                  </a:lnTo>
                  <a:lnTo>
                    <a:pt x="311550" y="201930"/>
                  </a:lnTo>
                  <a:lnTo>
                    <a:pt x="322718" y="162560"/>
                  </a:lnTo>
                  <a:lnTo>
                    <a:pt x="337077" y="123189"/>
                  </a:lnTo>
                  <a:lnTo>
                    <a:pt x="349626" y="90170"/>
                  </a:lnTo>
                  <a:lnTo>
                    <a:pt x="355365" y="74930"/>
                  </a:lnTo>
                  <a:lnTo>
                    <a:pt x="353948" y="67310"/>
                  </a:lnTo>
                  <a:lnTo>
                    <a:pt x="348126" y="59689"/>
                  </a:lnTo>
                  <a:lnTo>
                    <a:pt x="337827" y="52070"/>
                  </a:lnTo>
                  <a:lnTo>
                    <a:pt x="322980" y="46989"/>
                  </a:lnTo>
                  <a:close/>
                </a:path>
                <a:path w="964565" h="518160">
                  <a:moveTo>
                    <a:pt x="567929" y="370839"/>
                  </a:moveTo>
                  <a:lnTo>
                    <a:pt x="498494" y="370839"/>
                  </a:lnTo>
                  <a:lnTo>
                    <a:pt x="503922" y="377189"/>
                  </a:lnTo>
                  <a:lnTo>
                    <a:pt x="511147" y="383539"/>
                  </a:lnTo>
                  <a:lnTo>
                    <a:pt x="519443" y="388620"/>
                  </a:lnTo>
                  <a:lnTo>
                    <a:pt x="528085" y="389889"/>
                  </a:lnTo>
                  <a:lnTo>
                    <a:pt x="554168" y="382270"/>
                  </a:lnTo>
                  <a:lnTo>
                    <a:pt x="567929" y="370839"/>
                  </a:lnTo>
                  <a:close/>
                </a:path>
                <a:path w="964565" h="518160">
                  <a:moveTo>
                    <a:pt x="677202" y="309880"/>
                  </a:moveTo>
                  <a:lnTo>
                    <a:pt x="622954" y="309880"/>
                  </a:lnTo>
                  <a:lnTo>
                    <a:pt x="623462" y="311150"/>
                  </a:lnTo>
                  <a:lnTo>
                    <a:pt x="628390" y="337820"/>
                  </a:lnTo>
                  <a:lnTo>
                    <a:pt x="634305" y="363220"/>
                  </a:lnTo>
                  <a:lnTo>
                    <a:pt x="645054" y="382270"/>
                  </a:lnTo>
                  <a:lnTo>
                    <a:pt x="664483" y="389889"/>
                  </a:lnTo>
                  <a:lnTo>
                    <a:pt x="671786" y="389889"/>
                  </a:lnTo>
                  <a:lnTo>
                    <a:pt x="686772" y="387350"/>
                  </a:lnTo>
                  <a:lnTo>
                    <a:pt x="701440" y="382270"/>
                  </a:lnTo>
                  <a:lnTo>
                    <a:pt x="699916" y="372110"/>
                  </a:lnTo>
                  <a:lnTo>
                    <a:pt x="692169" y="372110"/>
                  </a:lnTo>
                  <a:lnTo>
                    <a:pt x="695090" y="370839"/>
                  </a:lnTo>
                  <a:lnTo>
                    <a:pt x="694074" y="370839"/>
                  </a:lnTo>
                  <a:lnTo>
                    <a:pt x="678874" y="351789"/>
                  </a:lnTo>
                  <a:lnTo>
                    <a:pt x="677253" y="311150"/>
                  </a:lnTo>
                  <a:lnTo>
                    <a:pt x="677202" y="309880"/>
                  </a:lnTo>
                  <a:close/>
                </a:path>
                <a:path w="964565" h="518160">
                  <a:moveTo>
                    <a:pt x="783736" y="82550"/>
                  </a:moveTo>
                  <a:lnTo>
                    <a:pt x="766234" y="116839"/>
                  </a:lnTo>
                  <a:lnTo>
                    <a:pt x="750875" y="152400"/>
                  </a:lnTo>
                  <a:lnTo>
                    <a:pt x="737659" y="189230"/>
                  </a:lnTo>
                  <a:lnTo>
                    <a:pt x="726586" y="226060"/>
                  </a:lnTo>
                  <a:lnTo>
                    <a:pt x="717754" y="231139"/>
                  </a:lnTo>
                  <a:lnTo>
                    <a:pt x="708314" y="232410"/>
                  </a:lnTo>
                  <a:lnTo>
                    <a:pt x="700137" y="237489"/>
                  </a:lnTo>
                  <a:lnTo>
                    <a:pt x="695090" y="246380"/>
                  </a:lnTo>
                  <a:lnTo>
                    <a:pt x="697569" y="256539"/>
                  </a:lnTo>
                  <a:lnTo>
                    <a:pt x="705869" y="261620"/>
                  </a:lnTo>
                  <a:lnTo>
                    <a:pt x="714718" y="265430"/>
                  </a:lnTo>
                  <a:lnTo>
                    <a:pt x="718839" y="267970"/>
                  </a:lnTo>
                  <a:lnTo>
                    <a:pt x="717129" y="278130"/>
                  </a:lnTo>
                  <a:lnTo>
                    <a:pt x="713728" y="299720"/>
                  </a:lnTo>
                  <a:lnTo>
                    <a:pt x="711231" y="335280"/>
                  </a:lnTo>
                  <a:lnTo>
                    <a:pt x="711301" y="339089"/>
                  </a:lnTo>
                  <a:lnTo>
                    <a:pt x="711418" y="345439"/>
                  </a:lnTo>
                  <a:lnTo>
                    <a:pt x="711535" y="351789"/>
                  </a:lnTo>
                  <a:lnTo>
                    <a:pt x="711652" y="358139"/>
                  </a:lnTo>
                  <a:lnTo>
                    <a:pt x="711768" y="364489"/>
                  </a:lnTo>
                  <a:lnTo>
                    <a:pt x="711885" y="370839"/>
                  </a:lnTo>
                  <a:lnTo>
                    <a:pt x="712002" y="377189"/>
                  </a:lnTo>
                  <a:lnTo>
                    <a:pt x="712119" y="383539"/>
                  </a:lnTo>
                  <a:lnTo>
                    <a:pt x="712235" y="389889"/>
                  </a:lnTo>
                  <a:lnTo>
                    <a:pt x="713251" y="389889"/>
                  </a:lnTo>
                  <a:lnTo>
                    <a:pt x="720677" y="386080"/>
                  </a:lnTo>
                  <a:lnTo>
                    <a:pt x="730269" y="377189"/>
                  </a:lnTo>
                  <a:lnTo>
                    <a:pt x="738719" y="367030"/>
                  </a:lnTo>
                  <a:lnTo>
                    <a:pt x="742715" y="359410"/>
                  </a:lnTo>
                  <a:lnTo>
                    <a:pt x="749661" y="316230"/>
                  </a:lnTo>
                  <a:lnTo>
                    <a:pt x="757511" y="287020"/>
                  </a:lnTo>
                  <a:lnTo>
                    <a:pt x="763932" y="271780"/>
                  </a:lnTo>
                  <a:lnTo>
                    <a:pt x="766591" y="266700"/>
                  </a:lnTo>
                  <a:lnTo>
                    <a:pt x="777882" y="266700"/>
                  </a:lnTo>
                  <a:lnTo>
                    <a:pt x="789007" y="265430"/>
                  </a:lnTo>
                  <a:lnTo>
                    <a:pt x="800131" y="265430"/>
                  </a:lnTo>
                  <a:lnTo>
                    <a:pt x="811422" y="264160"/>
                  </a:lnTo>
                  <a:lnTo>
                    <a:pt x="839698" y="264160"/>
                  </a:lnTo>
                  <a:lnTo>
                    <a:pt x="840335" y="261620"/>
                  </a:lnTo>
                  <a:lnTo>
                    <a:pt x="842918" y="242570"/>
                  </a:lnTo>
                  <a:lnTo>
                    <a:pt x="842701" y="238760"/>
                  </a:lnTo>
                  <a:lnTo>
                    <a:pt x="827678" y="238760"/>
                  </a:lnTo>
                  <a:lnTo>
                    <a:pt x="802850" y="231139"/>
                  </a:lnTo>
                  <a:lnTo>
                    <a:pt x="778021" y="226060"/>
                  </a:lnTo>
                  <a:lnTo>
                    <a:pt x="789384" y="194310"/>
                  </a:lnTo>
                  <a:lnTo>
                    <a:pt x="802247" y="157480"/>
                  </a:lnTo>
                  <a:lnTo>
                    <a:pt x="812776" y="127000"/>
                  </a:lnTo>
                  <a:lnTo>
                    <a:pt x="817137" y="110489"/>
                  </a:lnTo>
                  <a:lnTo>
                    <a:pt x="814865" y="104139"/>
                  </a:lnTo>
                  <a:lnTo>
                    <a:pt x="808295" y="96520"/>
                  </a:lnTo>
                  <a:lnTo>
                    <a:pt x="797796" y="88900"/>
                  </a:lnTo>
                  <a:lnTo>
                    <a:pt x="783736" y="82550"/>
                  </a:lnTo>
                  <a:close/>
                </a:path>
                <a:path w="964565" h="518160">
                  <a:moveTo>
                    <a:pt x="839698" y="264160"/>
                  </a:moveTo>
                  <a:lnTo>
                    <a:pt x="812438" y="264160"/>
                  </a:lnTo>
                  <a:lnTo>
                    <a:pt x="806505" y="276860"/>
                  </a:lnTo>
                  <a:lnTo>
                    <a:pt x="797167" y="297180"/>
                  </a:lnTo>
                  <a:lnTo>
                    <a:pt x="788542" y="321310"/>
                  </a:lnTo>
                  <a:lnTo>
                    <a:pt x="784752" y="342900"/>
                  </a:lnTo>
                  <a:lnTo>
                    <a:pt x="786614" y="359410"/>
                  </a:lnTo>
                  <a:lnTo>
                    <a:pt x="792499" y="373380"/>
                  </a:lnTo>
                  <a:lnTo>
                    <a:pt x="802862" y="384810"/>
                  </a:lnTo>
                  <a:lnTo>
                    <a:pt x="818153" y="388620"/>
                  </a:lnTo>
                  <a:lnTo>
                    <a:pt x="832377" y="388620"/>
                  </a:lnTo>
                  <a:lnTo>
                    <a:pt x="853263" y="383539"/>
                  </a:lnTo>
                  <a:lnTo>
                    <a:pt x="872589" y="374650"/>
                  </a:lnTo>
                  <a:lnTo>
                    <a:pt x="889938" y="363220"/>
                  </a:lnTo>
                  <a:lnTo>
                    <a:pt x="898663" y="354330"/>
                  </a:lnTo>
                  <a:lnTo>
                    <a:pt x="828567" y="354330"/>
                  </a:lnTo>
                  <a:lnTo>
                    <a:pt x="823868" y="350520"/>
                  </a:lnTo>
                  <a:lnTo>
                    <a:pt x="823974" y="344170"/>
                  </a:lnTo>
                  <a:lnTo>
                    <a:pt x="825351" y="327660"/>
                  </a:lnTo>
                  <a:lnTo>
                    <a:pt x="825457" y="326389"/>
                  </a:lnTo>
                  <a:lnTo>
                    <a:pt x="825563" y="325120"/>
                  </a:lnTo>
                  <a:lnTo>
                    <a:pt x="825669" y="323850"/>
                  </a:lnTo>
                  <a:lnTo>
                    <a:pt x="825775" y="322580"/>
                  </a:lnTo>
                  <a:lnTo>
                    <a:pt x="825880" y="321310"/>
                  </a:lnTo>
                  <a:lnTo>
                    <a:pt x="833012" y="290830"/>
                  </a:lnTo>
                  <a:lnTo>
                    <a:pt x="839698" y="264160"/>
                  </a:lnTo>
                  <a:close/>
                </a:path>
                <a:path w="964565" h="518160">
                  <a:moveTo>
                    <a:pt x="572916" y="66039"/>
                  </a:moveTo>
                  <a:lnTo>
                    <a:pt x="537591" y="134620"/>
                  </a:lnTo>
                  <a:lnTo>
                    <a:pt x="520227" y="184150"/>
                  </a:lnTo>
                  <a:lnTo>
                    <a:pt x="505879" y="238760"/>
                  </a:lnTo>
                  <a:lnTo>
                    <a:pt x="496660" y="295910"/>
                  </a:lnTo>
                  <a:lnTo>
                    <a:pt x="494999" y="342900"/>
                  </a:lnTo>
                  <a:lnTo>
                    <a:pt x="494954" y="344170"/>
                  </a:lnTo>
                  <a:lnTo>
                    <a:pt x="494864" y="346710"/>
                  </a:lnTo>
                  <a:lnTo>
                    <a:pt x="494774" y="349250"/>
                  </a:lnTo>
                  <a:lnTo>
                    <a:pt x="494684" y="353060"/>
                  </a:lnTo>
                  <a:lnTo>
                    <a:pt x="492779" y="355600"/>
                  </a:lnTo>
                  <a:lnTo>
                    <a:pt x="488461" y="356870"/>
                  </a:lnTo>
                  <a:lnTo>
                    <a:pt x="477920" y="360680"/>
                  </a:lnTo>
                  <a:lnTo>
                    <a:pt x="579712" y="360680"/>
                  </a:lnTo>
                  <a:lnTo>
                    <a:pt x="591595" y="346710"/>
                  </a:lnTo>
                  <a:lnTo>
                    <a:pt x="544976" y="346710"/>
                  </a:lnTo>
                  <a:lnTo>
                    <a:pt x="542055" y="345439"/>
                  </a:lnTo>
                  <a:lnTo>
                    <a:pt x="541420" y="342900"/>
                  </a:lnTo>
                  <a:lnTo>
                    <a:pt x="541316" y="331470"/>
                  </a:lnTo>
                  <a:lnTo>
                    <a:pt x="541200" y="318770"/>
                  </a:lnTo>
                  <a:lnTo>
                    <a:pt x="541083" y="306070"/>
                  </a:lnTo>
                  <a:lnTo>
                    <a:pt x="556449" y="231139"/>
                  </a:lnTo>
                  <a:lnTo>
                    <a:pt x="578838" y="168910"/>
                  </a:lnTo>
                  <a:lnTo>
                    <a:pt x="599105" y="119380"/>
                  </a:lnTo>
                  <a:lnTo>
                    <a:pt x="608222" y="97789"/>
                  </a:lnTo>
                  <a:lnTo>
                    <a:pt x="605152" y="91439"/>
                  </a:lnTo>
                  <a:lnTo>
                    <a:pt x="596332" y="81280"/>
                  </a:lnTo>
                  <a:lnTo>
                    <a:pt x="584630" y="71120"/>
                  </a:lnTo>
                  <a:lnTo>
                    <a:pt x="572916" y="66039"/>
                  </a:lnTo>
                  <a:close/>
                </a:path>
                <a:path w="964565" h="518160">
                  <a:moveTo>
                    <a:pt x="935501" y="229870"/>
                  </a:moveTo>
                  <a:lnTo>
                    <a:pt x="936390" y="233680"/>
                  </a:lnTo>
                  <a:lnTo>
                    <a:pt x="934485" y="233680"/>
                  </a:lnTo>
                  <a:lnTo>
                    <a:pt x="932580" y="234950"/>
                  </a:lnTo>
                  <a:lnTo>
                    <a:pt x="904988" y="281939"/>
                  </a:lnTo>
                  <a:lnTo>
                    <a:pt x="879732" y="318770"/>
                  </a:lnTo>
                  <a:lnTo>
                    <a:pt x="834282" y="354330"/>
                  </a:lnTo>
                  <a:lnTo>
                    <a:pt x="898663" y="354330"/>
                  </a:lnTo>
                  <a:lnTo>
                    <a:pt x="904894" y="347980"/>
                  </a:lnTo>
                  <a:lnTo>
                    <a:pt x="949122" y="347980"/>
                  </a:lnTo>
                  <a:lnTo>
                    <a:pt x="949852" y="345439"/>
                  </a:lnTo>
                  <a:lnTo>
                    <a:pt x="958683" y="306070"/>
                  </a:lnTo>
                  <a:lnTo>
                    <a:pt x="962977" y="267970"/>
                  </a:lnTo>
                  <a:lnTo>
                    <a:pt x="964076" y="250189"/>
                  </a:lnTo>
                  <a:lnTo>
                    <a:pt x="960272" y="245110"/>
                  </a:lnTo>
                  <a:lnTo>
                    <a:pt x="951551" y="237489"/>
                  </a:lnTo>
                  <a:lnTo>
                    <a:pt x="941949" y="232410"/>
                  </a:lnTo>
                  <a:lnTo>
                    <a:pt x="935501" y="229870"/>
                  </a:lnTo>
                  <a:close/>
                </a:path>
                <a:path w="964565" h="518160">
                  <a:moveTo>
                    <a:pt x="439439" y="264160"/>
                  </a:moveTo>
                  <a:lnTo>
                    <a:pt x="423697" y="274320"/>
                  </a:lnTo>
                  <a:lnTo>
                    <a:pt x="401704" y="298450"/>
                  </a:lnTo>
                  <a:lnTo>
                    <a:pt x="379021" y="326389"/>
                  </a:lnTo>
                  <a:lnTo>
                    <a:pt x="361207" y="345439"/>
                  </a:lnTo>
                  <a:lnTo>
                    <a:pt x="360191" y="346710"/>
                  </a:lnTo>
                  <a:lnTo>
                    <a:pt x="456343" y="346710"/>
                  </a:lnTo>
                  <a:lnTo>
                    <a:pt x="456584" y="345439"/>
                  </a:lnTo>
                  <a:lnTo>
                    <a:pt x="459908" y="335280"/>
                  </a:lnTo>
                  <a:lnTo>
                    <a:pt x="465363" y="318770"/>
                  </a:lnTo>
                  <a:lnTo>
                    <a:pt x="470461" y="303530"/>
                  </a:lnTo>
                  <a:lnTo>
                    <a:pt x="472713" y="293370"/>
                  </a:lnTo>
                  <a:lnTo>
                    <a:pt x="469514" y="285750"/>
                  </a:lnTo>
                  <a:lnTo>
                    <a:pt x="461410" y="275589"/>
                  </a:lnTo>
                  <a:lnTo>
                    <a:pt x="450639" y="267970"/>
                  </a:lnTo>
                  <a:lnTo>
                    <a:pt x="439439" y="264160"/>
                  </a:lnTo>
                  <a:close/>
                </a:path>
                <a:path w="964565" h="518160">
                  <a:moveTo>
                    <a:pt x="651656" y="247650"/>
                  </a:moveTo>
                  <a:lnTo>
                    <a:pt x="647338" y="247650"/>
                  </a:lnTo>
                  <a:lnTo>
                    <a:pt x="640208" y="248920"/>
                  </a:lnTo>
                  <a:lnTo>
                    <a:pt x="633162" y="251460"/>
                  </a:lnTo>
                  <a:lnTo>
                    <a:pt x="626282" y="255270"/>
                  </a:lnTo>
                  <a:lnTo>
                    <a:pt x="619652" y="257810"/>
                  </a:lnTo>
                  <a:lnTo>
                    <a:pt x="617747" y="260350"/>
                  </a:lnTo>
                  <a:lnTo>
                    <a:pt x="602914" y="283210"/>
                  </a:lnTo>
                  <a:lnTo>
                    <a:pt x="586997" y="304800"/>
                  </a:lnTo>
                  <a:lnTo>
                    <a:pt x="570009" y="325120"/>
                  </a:lnTo>
                  <a:lnTo>
                    <a:pt x="551961" y="345439"/>
                  </a:lnTo>
                  <a:lnTo>
                    <a:pt x="550945" y="346710"/>
                  </a:lnTo>
                  <a:lnTo>
                    <a:pt x="591595" y="346710"/>
                  </a:lnTo>
                  <a:lnTo>
                    <a:pt x="600237" y="336550"/>
                  </a:lnTo>
                  <a:lnTo>
                    <a:pt x="617747" y="311150"/>
                  </a:lnTo>
                  <a:lnTo>
                    <a:pt x="618509" y="309880"/>
                  </a:lnTo>
                  <a:lnTo>
                    <a:pt x="677202" y="309880"/>
                  </a:lnTo>
                  <a:lnTo>
                    <a:pt x="677152" y="308610"/>
                  </a:lnTo>
                  <a:lnTo>
                    <a:pt x="673403" y="267970"/>
                  </a:lnTo>
                  <a:lnTo>
                    <a:pt x="673286" y="266700"/>
                  </a:lnTo>
                  <a:lnTo>
                    <a:pt x="651656" y="247650"/>
                  </a:lnTo>
                  <a:close/>
                </a:path>
                <a:path w="964565" h="518160">
                  <a:moveTo>
                    <a:pt x="286150" y="0"/>
                  </a:moveTo>
                  <a:lnTo>
                    <a:pt x="277768" y="0"/>
                  </a:lnTo>
                  <a:lnTo>
                    <a:pt x="261238" y="2539"/>
                  </a:lnTo>
                  <a:lnTo>
                    <a:pt x="215104" y="26670"/>
                  </a:lnTo>
                  <a:lnTo>
                    <a:pt x="156838" y="91439"/>
                  </a:lnTo>
                  <a:lnTo>
                    <a:pt x="125142" y="143510"/>
                  </a:lnTo>
                  <a:lnTo>
                    <a:pt x="92797" y="212089"/>
                  </a:lnTo>
                  <a:lnTo>
                    <a:pt x="60598" y="299720"/>
                  </a:lnTo>
                  <a:lnTo>
                    <a:pt x="60598" y="300989"/>
                  </a:lnTo>
                  <a:lnTo>
                    <a:pt x="59455" y="302260"/>
                  </a:lnTo>
                  <a:lnTo>
                    <a:pt x="116047" y="302260"/>
                  </a:lnTo>
                  <a:lnTo>
                    <a:pt x="118110" y="294639"/>
                  </a:lnTo>
                  <a:lnTo>
                    <a:pt x="134389" y="242570"/>
                  </a:lnTo>
                  <a:lnTo>
                    <a:pt x="155308" y="186689"/>
                  </a:lnTo>
                  <a:lnTo>
                    <a:pt x="181267" y="129539"/>
                  </a:lnTo>
                  <a:lnTo>
                    <a:pt x="212667" y="77470"/>
                  </a:lnTo>
                  <a:lnTo>
                    <a:pt x="249907" y="34289"/>
                  </a:lnTo>
                  <a:lnTo>
                    <a:pt x="293389" y="5080"/>
                  </a:lnTo>
                  <a:lnTo>
                    <a:pt x="293389" y="3810"/>
                  </a:lnTo>
                  <a:lnTo>
                    <a:pt x="291611" y="2539"/>
                  </a:lnTo>
                  <a:lnTo>
                    <a:pt x="286150" y="0"/>
                  </a:lnTo>
                  <a:close/>
                </a:path>
                <a:path w="964565" h="518160">
                  <a:moveTo>
                    <a:pt x="212803" y="254000"/>
                  </a:moveTo>
                  <a:lnTo>
                    <a:pt x="212363" y="254000"/>
                  </a:lnTo>
                  <a:lnTo>
                    <a:pt x="213252" y="256539"/>
                  </a:lnTo>
                  <a:lnTo>
                    <a:pt x="212803" y="254000"/>
                  </a:lnTo>
                  <a:close/>
                </a:path>
                <a:path w="964565" h="518160">
                  <a:moveTo>
                    <a:pt x="841775" y="232410"/>
                  </a:moveTo>
                  <a:lnTo>
                    <a:pt x="839743" y="232410"/>
                  </a:lnTo>
                  <a:lnTo>
                    <a:pt x="838346" y="233680"/>
                  </a:lnTo>
                  <a:lnTo>
                    <a:pt x="835298" y="233680"/>
                  </a:lnTo>
                  <a:lnTo>
                    <a:pt x="830472" y="238760"/>
                  </a:lnTo>
                  <a:lnTo>
                    <a:pt x="842701" y="238760"/>
                  </a:lnTo>
                  <a:lnTo>
                    <a:pt x="842628" y="237489"/>
                  </a:lnTo>
                  <a:lnTo>
                    <a:pt x="842555" y="236220"/>
                  </a:lnTo>
                  <a:lnTo>
                    <a:pt x="842483" y="234950"/>
                  </a:lnTo>
                  <a:lnTo>
                    <a:pt x="842410" y="233680"/>
                  </a:lnTo>
                  <a:lnTo>
                    <a:pt x="841775" y="232410"/>
                  </a:lnTo>
                  <a:close/>
                </a:path>
                <a:path w="964565" h="518160">
                  <a:moveTo>
                    <a:pt x="640607" y="165100"/>
                  </a:moveTo>
                  <a:lnTo>
                    <a:pt x="632098" y="165100"/>
                  </a:lnTo>
                  <a:lnTo>
                    <a:pt x="626383" y="171450"/>
                  </a:lnTo>
                  <a:lnTo>
                    <a:pt x="624478" y="179070"/>
                  </a:lnTo>
                  <a:lnTo>
                    <a:pt x="626340" y="191770"/>
                  </a:lnTo>
                  <a:lnTo>
                    <a:pt x="632225" y="207010"/>
                  </a:lnTo>
                  <a:lnTo>
                    <a:pt x="642588" y="220980"/>
                  </a:lnTo>
                  <a:lnTo>
                    <a:pt x="657879" y="226060"/>
                  </a:lnTo>
                  <a:lnTo>
                    <a:pt x="656863" y="224789"/>
                  </a:lnTo>
                  <a:lnTo>
                    <a:pt x="664864" y="222250"/>
                  </a:lnTo>
                  <a:lnTo>
                    <a:pt x="671532" y="218439"/>
                  </a:lnTo>
                  <a:lnTo>
                    <a:pt x="676580" y="212089"/>
                  </a:lnTo>
                  <a:lnTo>
                    <a:pt x="679723" y="204470"/>
                  </a:lnTo>
                  <a:lnTo>
                    <a:pt x="676844" y="196850"/>
                  </a:lnTo>
                  <a:lnTo>
                    <a:pt x="668785" y="182880"/>
                  </a:lnTo>
                  <a:lnTo>
                    <a:pt x="656417" y="170180"/>
                  </a:lnTo>
                  <a:lnTo>
                    <a:pt x="640607" y="165100"/>
                  </a:lnTo>
                  <a:close/>
                </a:path>
                <a:path w="964565" h="518160">
                  <a:moveTo>
                    <a:pt x="201822" y="137160"/>
                  </a:moveTo>
                  <a:lnTo>
                    <a:pt x="193313" y="138430"/>
                  </a:lnTo>
                  <a:lnTo>
                    <a:pt x="187471" y="144780"/>
                  </a:lnTo>
                  <a:lnTo>
                    <a:pt x="186709" y="152400"/>
                  </a:lnTo>
                  <a:lnTo>
                    <a:pt x="186582" y="153670"/>
                  </a:lnTo>
                  <a:lnTo>
                    <a:pt x="187408" y="165100"/>
                  </a:lnTo>
                  <a:lnTo>
                    <a:pt x="191758" y="179070"/>
                  </a:lnTo>
                  <a:lnTo>
                    <a:pt x="202441" y="191770"/>
                  </a:lnTo>
                  <a:lnTo>
                    <a:pt x="222269" y="198120"/>
                  </a:lnTo>
                  <a:lnTo>
                    <a:pt x="229889" y="198120"/>
                  </a:lnTo>
                  <a:lnTo>
                    <a:pt x="241954" y="193039"/>
                  </a:lnTo>
                  <a:lnTo>
                    <a:pt x="241954" y="184150"/>
                  </a:lnTo>
                  <a:lnTo>
                    <a:pt x="238898" y="172720"/>
                  </a:lnTo>
                  <a:lnTo>
                    <a:pt x="230461" y="157480"/>
                  </a:lnTo>
                  <a:lnTo>
                    <a:pt x="217737" y="143510"/>
                  </a:lnTo>
                  <a:lnTo>
                    <a:pt x="201822" y="137160"/>
                  </a:lnTo>
                  <a:close/>
                </a:path>
              </a:pathLst>
            </a:custGeom>
            <a:solidFill>
              <a:srgbClr val="F162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769968" y="4032504"/>
              <a:ext cx="69137" cy="68199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785338" y="4444187"/>
              <a:ext cx="1065377" cy="719124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138908" y="8786621"/>
              <a:ext cx="239776" cy="208915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622650" y="8778874"/>
              <a:ext cx="212705" cy="226949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15390622" y="8653907"/>
              <a:ext cx="787400" cy="474980"/>
            </a:xfrm>
            <a:custGeom>
              <a:avLst/>
              <a:gdLst/>
              <a:ahLst/>
              <a:cxnLst/>
              <a:rect l="l" t="t" r="r" b="b"/>
              <a:pathLst>
                <a:path w="787400" h="474979">
                  <a:moveTo>
                    <a:pt x="214884" y="236347"/>
                  </a:moveTo>
                  <a:lnTo>
                    <a:pt x="206756" y="191020"/>
                  </a:lnTo>
                  <a:lnTo>
                    <a:pt x="191262" y="167005"/>
                  </a:lnTo>
                  <a:lnTo>
                    <a:pt x="183870" y="155562"/>
                  </a:lnTo>
                  <a:lnTo>
                    <a:pt x="156718" y="137845"/>
                  </a:lnTo>
                  <a:lnTo>
                    <a:pt x="156718" y="236347"/>
                  </a:lnTo>
                  <a:lnTo>
                    <a:pt x="152412" y="267042"/>
                  </a:lnTo>
                  <a:lnTo>
                    <a:pt x="138849" y="290233"/>
                  </a:lnTo>
                  <a:lnTo>
                    <a:pt x="117081" y="304901"/>
                  </a:lnTo>
                  <a:lnTo>
                    <a:pt x="88138" y="310007"/>
                  </a:lnTo>
                  <a:lnTo>
                    <a:pt x="80467" y="309816"/>
                  </a:lnTo>
                  <a:lnTo>
                    <a:pt x="72593" y="309143"/>
                  </a:lnTo>
                  <a:lnTo>
                    <a:pt x="64363" y="307822"/>
                  </a:lnTo>
                  <a:lnTo>
                    <a:pt x="55626" y="305689"/>
                  </a:lnTo>
                  <a:lnTo>
                    <a:pt x="55626" y="172974"/>
                  </a:lnTo>
                  <a:lnTo>
                    <a:pt x="65620" y="170230"/>
                  </a:lnTo>
                  <a:lnTo>
                    <a:pt x="75145" y="168376"/>
                  </a:lnTo>
                  <a:lnTo>
                    <a:pt x="84340" y="167335"/>
                  </a:lnTo>
                  <a:lnTo>
                    <a:pt x="93345" y="167005"/>
                  </a:lnTo>
                  <a:lnTo>
                    <a:pt x="119532" y="171958"/>
                  </a:lnTo>
                  <a:lnTo>
                    <a:pt x="139509" y="185966"/>
                  </a:lnTo>
                  <a:lnTo>
                    <a:pt x="152234" y="207835"/>
                  </a:lnTo>
                  <a:lnTo>
                    <a:pt x="156718" y="236347"/>
                  </a:lnTo>
                  <a:lnTo>
                    <a:pt x="156718" y="137845"/>
                  </a:lnTo>
                  <a:lnTo>
                    <a:pt x="148488" y="132461"/>
                  </a:lnTo>
                  <a:lnTo>
                    <a:pt x="102870" y="124206"/>
                  </a:lnTo>
                  <a:lnTo>
                    <a:pt x="90868" y="124828"/>
                  </a:lnTo>
                  <a:lnTo>
                    <a:pt x="79248" y="126555"/>
                  </a:lnTo>
                  <a:lnTo>
                    <a:pt x="67614" y="129247"/>
                  </a:lnTo>
                  <a:lnTo>
                    <a:pt x="55626" y="132715"/>
                  </a:lnTo>
                  <a:lnTo>
                    <a:pt x="0" y="132715"/>
                  </a:lnTo>
                  <a:lnTo>
                    <a:pt x="0" y="474395"/>
                  </a:lnTo>
                  <a:lnTo>
                    <a:pt x="12814" y="471728"/>
                  </a:lnTo>
                  <a:lnTo>
                    <a:pt x="26695" y="467296"/>
                  </a:lnTo>
                  <a:lnTo>
                    <a:pt x="41389" y="460629"/>
                  </a:lnTo>
                  <a:lnTo>
                    <a:pt x="56642" y="451231"/>
                  </a:lnTo>
                  <a:lnTo>
                    <a:pt x="56642" y="347599"/>
                  </a:lnTo>
                  <a:lnTo>
                    <a:pt x="75387" y="349986"/>
                  </a:lnTo>
                  <a:lnTo>
                    <a:pt x="83731" y="350748"/>
                  </a:lnTo>
                  <a:lnTo>
                    <a:pt x="91567" y="351028"/>
                  </a:lnTo>
                  <a:lnTo>
                    <a:pt x="113017" y="347599"/>
                  </a:lnTo>
                  <a:lnTo>
                    <a:pt x="142659" y="342861"/>
                  </a:lnTo>
                  <a:lnTo>
                    <a:pt x="181508" y="319697"/>
                  </a:lnTo>
                  <a:lnTo>
                    <a:pt x="188125" y="310007"/>
                  </a:lnTo>
                  <a:lnTo>
                    <a:pt x="206222" y="283527"/>
                  </a:lnTo>
                  <a:lnTo>
                    <a:pt x="214884" y="236347"/>
                  </a:lnTo>
                  <a:close/>
                </a:path>
                <a:path w="787400" h="474979">
                  <a:moveTo>
                    <a:pt x="680720" y="0"/>
                  </a:moveTo>
                  <a:lnTo>
                    <a:pt x="668045" y="3022"/>
                  </a:lnTo>
                  <a:lnTo>
                    <a:pt x="654469" y="7327"/>
                  </a:lnTo>
                  <a:lnTo>
                    <a:pt x="640118" y="13563"/>
                  </a:lnTo>
                  <a:lnTo>
                    <a:pt x="625094" y="22352"/>
                  </a:lnTo>
                  <a:lnTo>
                    <a:pt x="625094" y="130175"/>
                  </a:lnTo>
                  <a:lnTo>
                    <a:pt x="625094" y="174625"/>
                  </a:lnTo>
                  <a:lnTo>
                    <a:pt x="625094" y="292862"/>
                  </a:lnTo>
                  <a:lnTo>
                    <a:pt x="612673" y="298462"/>
                  </a:lnTo>
                  <a:lnTo>
                    <a:pt x="600913" y="302475"/>
                  </a:lnTo>
                  <a:lnTo>
                    <a:pt x="589457" y="304888"/>
                  </a:lnTo>
                  <a:lnTo>
                    <a:pt x="577977" y="305689"/>
                  </a:lnTo>
                  <a:lnTo>
                    <a:pt x="555002" y="301434"/>
                  </a:lnTo>
                  <a:lnTo>
                    <a:pt x="537794" y="288988"/>
                  </a:lnTo>
                  <a:lnTo>
                    <a:pt x="526986" y="268833"/>
                  </a:lnTo>
                  <a:lnTo>
                    <a:pt x="523240" y="241427"/>
                  </a:lnTo>
                  <a:lnTo>
                    <a:pt x="527888" y="210540"/>
                  </a:lnTo>
                  <a:lnTo>
                    <a:pt x="541210" y="186778"/>
                  </a:lnTo>
                  <a:lnTo>
                    <a:pt x="562241" y="171513"/>
                  </a:lnTo>
                  <a:lnTo>
                    <a:pt x="590042" y="166116"/>
                  </a:lnTo>
                  <a:lnTo>
                    <a:pt x="597928" y="166611"/>
                  </a:lnTo>
                  <a:lnTo>
                    <a:pt x="606272" y="168135"/>
                  </a:lnTo>
                  <a:lnTo>
                    <a:pt x="615276" y="170789"/>
                  </a:lnTo>
                  <a:lnTo>
                    <a:pt x="625094" y="174625"/>
                  </a:lnTo>
                  <a:lnTo>
                    <a:pt x="625094" y="130175"/>
                  </a:lnTo>
                  <a:lnTo>
                    <a:pt x="613321" y="127431"/>
                  </a:lnTo>
                  <a:lnTo>
                    <a:pt x="602183" y="125577"/>
                  </a:lnTo>
                  <a:lnTo>
                    <a:pt x="591350" y="124536"/>
                  </a:lnTo>
                  <a:lnTo>
                    <a:pt x="580517" y="124206"/>
                  </a:lnTo>
                  <a:lnTo>
                    <a:pt x="534784" y="132867"/>
                  </a:lnTo>
                  <a:lnTo>
                    <a:pt x="498449" y="156845"/>
                  </a:lnTo>
                  <a:lnTo>
                    <a:pt x="474484" y="193217"/>
                  </a:lnTo>
                  <a:lnTo>
                    <a:pt x="465836" y="239014"/>
                  </a:lnTo>
                  <a:lnTo>
                    <a:pt x="473583" y="283959"/>
                  </a:lnTo>
                  <a:lnTo>
                    <a:pt x="495058" y="319405"/>
                  </a:lnTo>
                  <a:lnTo>
                    <a:pt x="527608" y="342671"/>
                  </a:lnTo>
                  <a:lnTo>
                    <a:pt x="568579" y="351028"/>
                  </a:lnTo>
                  <a:lnTo>
                    <a:pt x="583730" y="350050"/>
                  </a:lnTo>
                  <a:lnTo>
                    <a:pt x="598932" y="346989"/>
                  </a:lnTo>
                  <a:lnTo>
                    <a:pt x="614794" y="341655"/>
                  </a:lnTo>
                  <a:lnTo>
                    <a:pt x="631952" y="333883"/>
                  </a:lnTo>
                  <a:lnTo>
                    <a:pt x="631952" y="352806"/>
                  </a:lnTo>
                  <a:lnTo>
                    <a:pt x="643318" y="350189"/>
                  </a:lnTo>
                  <a:lnTo>
                    <a:pt x="655383" y="345948"/>
                  </a:lnTo>
                  <a:lnTo>
                    <a:pt x="667918" y="339813"/>
                  </a:lnTo>
                  <a:lnTo>
                    <a:pt x="677011" y="333883"/>
                  </a:lnTo>
                  <a:lnTo>
                    <a:pt x="680720" y="331470"/>
                  </a:lnTo>
                  <a:lnTo>
                    <a:pt x="680720" y="305689"/>
                  </a:lnTo>
                  <a:lnTo>
                    <a:pt x="680720" y="166116"/>
                  </a:lnTo>
                  <a:lnTo>
                    <a:pt x="680720" y="130175"/>
                  </a:lnTo>
                  <a:lnTo>
                    <a:pt x="680720" y="0"/>
                  </a:lnTo>
                  <a:close/>
                </a:path>
                <a:path w="787400" h="474979">
                  <a:moveTo>
                    <a:pt x="781812" y="131826"/>
                  </a:moveTo>
                  <a:lnTo>
                    <a:pt x="724408" y="131826"/>
                  </a:lnTo>
                  <a:lnTo>
                    <a:pt x="726059" y="341630"/>
                  </a:lnTo>
                  <a:lnTo>
                    <a:pt x="781812" y="341630"/>
                  </a:lnTo>
                  <a:lnTo>
                    <a:pt x="781812" y="131826"/>
                  </a:lnTo>
                  <a:close/>
                </a:path>
                <a:path w="787400" h="474979">
                  <a:moveTo>
                    <a:pt x="786892" y="55626"/>
                  </a:moveTo>
                  <a:lnTo>
                    <a:pt x="784186" y="41973"/>
                  </a:lnTo>
                  <a:lnTo>
                    <a:pt x="776833" y="31102"/>
                  </a:lnTo>
                  <a:lnTo>
                    <a:pt x="765937" y="23926"/>
                  </a:lnTo>
                  <a:lnTo>
                    <a:pt x="752602" y="21336"/>
                  </a:lnTo>
                  <a:lnTo>
                    <a:pt x="738949" y="23926"/>
                  </a:lnTo>
                  <a:lnTo>
                    <a:pt x="728129" y="31102"/>
                  </a:lnTo>
                  <a:lnTo>
                    <a:pt x="721004" y="41973"/>
                  </a:lnTo>
                  <a:lnTo>
                    <a:pt x="718439" y="55626"/>
                  </a:lnTo>
                  <a:lnTo>
                    <a:pt x="721004" y="68453"/>
                  </a:lnTo>
                  <a:lnTo>
                    <a:pt x="728129" y="79095"/>
                  </a:lnTo>
                  <a:lnTo>
                    <a:pt x="738949" y="86347"/>
                  </a:lnTo>
                  <a:lnTo>
                    <a:pt x="752602" y="89027"/>
                  </a:lnTo>
                  <a:lnTo>
                    <a:pt x="765937" y="86347"/>
                  </a:lnTo>
                  <a:lnTo>
                    <a:pt x="776833" y="79095"/>
                  </a:lnTo>
                  <a:lnTo>
                    <a:pt x="784186" y="68453"/>
                  </a:lnTo>
                  <a:lnTo>
                    <a:pt x="786892" y="55626"/>
                  </a:lnTo>
                  <a:close/>
                </a:path>
              </a:pathLst>
            </a:custGeom>
            <a:solidFill>
              <a:srgbClr val="072E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203168" y="8778112"/>
              <a:ext cx="215011" cy="228600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14348929" y="8520429"/>
              <a:ext cx="2141220" cy="500380"/>
            </a:xfrm>
            <a:custGeom>
              <a:avLst/>
              <a:gdLst/>
              <a:ahLst/>
              <a:cxnLst/>
              <a:rect l="l" t="t" r="r" b="b"/>
              <a:pathLst>
                <a:path w="2141219" h="500379">
                  <a:moveTo>
                    <a:pt x="473240" y="143764"/>
                  </a:moveTo>
                  <a:lnTo>
                    <a:pt x="448919" y="102730"/>
                  </a:lnTo>
                  <a:lnTo>
                    <a:pt x="416560" y="66598"/>
                  </a:lnTo>
                  <a:lnTo>
                    <a:pt x="377012" y="36741"/>
                  </a:lnTo>
                  <a:lnTo>
                    <a:pt x="331127" y="14478"/>
                  </a:lnTo>
                  <a:lnTo>
                    <a:pt x="289407" y="3530"/>
                  </a:lnTo>
                  <a:lnTo>
                    <a:pt x="247688" y="0"/>
                  </a:lnTo>
                  <a:lnTo>
                    <a:pt x="197548" y="5181"/>
                  </a:lnTo>
                  <a:lnTo>
                    <a:pt x="149961" y="20231"/>
                  </a:lnTo>
                  <a:lnTo>
                    <a:pt x="106400" y="44462"/>
                  </a:lnTo>
                  <a:lnTo>
                    <a:pt x="68287" y="77152"/>
                  </a:lnTo>
                  <a:lnTo>
                    <a:pt x="37084" y="117602"/>
                  </a:lnTo>
                  <a:lnTo>
                    <a:pt x="14262" y="165100"/>
                  </a:lnTo>
                  <a:lnTo>
                    <a:pt x="1181" y="225983"/>
                  </a:lnTo>
                  <a:lnTo>
                    <a:pt x="0" y="256451"/>
                  </a:lnTo>
                  <a:lnTo>
                    <a:pt x="2197" y="286766"/>
                  </a:lnTo>
                  <a:lnTo>
                    <a:pt x="209461" y="214757"/>
                  </a:lnTo>
                  <a:lnTo>
                    <a:pt x="290741" y="190881"/>
                  </a:lnTo>
                  <a:lnTo>
                    <a:pt x="280454" y="163449"/>
                  </a:lnTo>
                  <a:lnTo>
                    <a:pt x="196634" y="49657"/>
                  </a:lnTo>
                  <a:lnTo>
                    <a:pt x="211239" y="45212"/>
                  </a:lnTo>
                  <a:lnTo>
                    <a:pt x="357543" y="171958"/>
                  </a:lnTo>
                  <a:lnTo>
                    <a:pt x="443141" y="147193"/>
                  </a:lnTo>
                  <a:lnTo>
                    <a:pt x="450964" y="145542"/>
                  </a:lnTo>
                  <a:lnTo>
                    <a:pt x="458800" y="144487"/>
                  </a:lnTo>
                  <a:lnTo>
                    <a:pt x="466331" y="143929"/>
                  </a:lnTo>
                  <a:lnTo>
                    <a:pt x="473240" y="143764"/>
                  </a:lnTo>
                  <a:close/>
                </a:path>
                <a:path w="2141219" h="500379">
                  <a:moveTo>
                    <a:pt x="481749" y="471805"/>
                  </a:moveTo>
                  <a:lnTo>
                    <a:pt x="473710" y="458851"/>
                  </a:lnTo>
                  <a:lnTo>
                    <a:pt x="473240" y="458089"/>
                  </a:lnTo>
                  <a:lnTo>
                    <a:pt x="477431" y="456311"/>
                  </a:lnTo>
                  <a:lnTo>
                    <a:pt x="480860" y="454660"/>
                  </a:lnTo>
                  <a:lnTo>
                    <a:pt x="480860" y="453644"/>
                  </a:lnTo>
                  <a:lnTo>
                    <a:pt x="480860" y="443484"/>
                  </a:lnTo>
                  <a:lnTo>
                    <a:pt x="480860" y="442595"/>
                  </a:lnTo>
                  <a:lnTo>
                    <a:pt x="476669" y="440944"/>
                  </a:lnTo>
                  <a:lnTo>
                    <a:pt x="476669" y="443484"/>
                  </a:lnTo>
                  <a:lnTo>
                    <a:pt x="476669" y="453644"/>
                  </a:lnTo>
                  <a:lnTo>
                    <a:pt x="462953" y="453644"/>
                  </a:lnTo>
                  <a:lnTo>
                    <a:pt x="462953" y="443484"/>
                  </a:lnTo>
                  <a:lnTo>
                    <a:pt x="476669" y="443484"/>
                  </a:lnTo>
                  <a:lnTo>
                    <a:pt x="476669" y="440944"/>
                  </a:lnTo>
                  <a:lnTo>
                    <a:pt x="456857" y="440944"/>
                  </a:lnTo>
                  <a:lnTo>
                    <a:pt x="456857" y="471805"/>
                  </a:lnTo>
                  <a:lnTo>
                    <a:pt x="462953" y="471805"/>
                  </a:lnTo>
                  <a:lnTo>
                    <a:pt x="462953" y="458851"/>
                  </a:lnTo>
                  <a:lnTo>
                    <a:pt x="468033" y="458851"/>
                  </a:lnTo>
                  <a:lnTo>
                    <a:pt x="475780" y="471805"/>
                  </a:lnTo>
                  <a:lnTo>
                    <a:pt x="481749" y="471805"/>
                  </a:lnTo>
                  <a:close/>
                </a:path>
                <a:path w="2141219" h="500379">
                  <a:moveTo>
                    <a:pt x="493687" y="455422"/>
                  </a:moveTo>
                  <a:lnTo>
                    <a:pt x="491972" y="444423"/>
                  </a:lnTo>
                  <a:lnTo>
                    <a:pt x="489496" y="440753"/>
                  </a:lnTo>
                  <a:lnTo>
                    <a:pt x="489496" y="455422"/>
                  </a:lnTo>
                  <a:lnTo>
                    <a:pt x="488302" y="464642"/>
                  </a:lnTo>
                  <a:lnTo>
                    <a:pt x="488264" y="464959"/>
                  </a:lnTo>
                  <a:lnTo>
                    <a:pt x="483857" y="472579"/>
                  </a:lnTo>
                  <a:lnTo>
                    <a:pt x="476897" y="477608"/>
                  </a:lnTo>
                  <a:lnTo>
                    <a:pt x="468033" y="479425"/>
                  </a:lnTo>
                  <a:lnTo>
                    <a:pt x="459282" y="477608"/>
                  </a:lnTo>
                  <a:lnTo>
                    <a:pt x="458914" y="477608"/>
                  </a:lnTo>
                  <a:lnTo>
                    <a:pt x="451777" y="472287"/>
                  </a:lnTo>
                  <a:lnTo>
                    <a:pt x="447344" y="464642"/>
                  </a:lnTo>
                  <a:lnTo>
                    <a:pt x="445808" y="455422"/>
                  </a:lnTo>
                  <a:lnTo>
                    <a:pt x="447471" y="445897"/>
                  </a:lnTo>
                  <a:lnTo>
                    <a:pt x="452107" y="438289"/>
                  </a:lnTo>
                  <a:lnTo>
                    <a:pt x="459143" y="433247"/>
                  </a:lnTo>
                  <a:lnTo>
                    <a:pt x="468033" y="431419"/>
                  </a:lnTo>
                  <a:lnTo>
                    <a:pt x="476415" y="433247"/>
                  </a:lnTo>
                  <a:lnTo>
                    <a:pt x="483235" y="438289"/>
                  </a:lnTo>
                  <a:lnTo>
                    <a:pt x="487819" y="445897"/>
                  </a:lnTo>
                  <a:lnTo>
                    <a:pt x="489496" y="455422"/>
                  </a:lnTo>
                  <a:lnTo>
                    <a:pt x="489496" y="440753"/>
                  </a:lnTo>
                  <a:lnTo>
                    <a:pt x="486333" y="436054"/>
                  </a:lnTo>
                  <a:lnTo>
                    <a:pt x="479018" y="431419"/>
                  </a:lnTo>
                  <a:lnTo>
                    <a:pt x="477951" y="430745"/>
                  </a:lnTo>
                  <a:lnTo>
                    <a:pt x="468033" y="428879"/>
                  </a:lnTo>
                  <a:lnTo>
                    <a:pt x="458228" y="430745"/>
                  </a:lnTo>
                  <a:lnTo>
                    <a:pt x="450062" y="436054"/>
                  </a:lnTo>
                  <a:lnTo>
                    <a:pt x="444449" y="444423"/>
                  </a:lnTo>
                  <a:lnTo>
                    <a:pt x="442379" y="455422"/>
                  </a:lnTo>
                  <a:lnTo>
                    <a:pt x="444322" y="466064"/>
                  </a:lnTo>
                  <a:lnTo>
                    <a:pt x="449719" y="474459"/>
                  </a:lnTo>
                  <a:lnTo>
                    <a:pt x="457860" y="479983"/>
                  </a:lnTo>
                  <a:lnTo>
                    <a:pt x="468033" y="481965"/>
                  </a:lnTo>
                  <a:lnTo>
                    <a:pt x="477824" y="480123"/>
                  </a:lnTo>
                  <a:lnTo>
                    <a:pt x="478904" y="479425"/>
                  </a:lnTo>
                  <a:lnTo>
                    <a:pt x="486003" y="474840"/>
                  </a:lnTo>
                  <a:lnTo>
                    <a:pt x="491604" y="466483"/>
                  </a:lnTo>
                  <a:lnTo>
                    <a:pt x="493687" y="455422"/>
                  </a:lnTo>
                  <a:close/>
                </a:path>
                <a:path w="2141219" h="500379">
                  <a:moveTo>
                    <a:pt x="496938" y="248653"/>
                  </a:moveTo>
                  <a:lnTo>
                    <a:pt x="493623" y="207314"/>
                  </a:lnTo>
                  <a:lnTo>
                    <a:pt x="483400" y="167767"/>
                  </a:lnTo>
                  <a:lnTo>
                    <a:pt x="476948" y="171818"/>
                  </a:lnTo>
                  <a:lnTo>
                    <a:pt x="469404" y="175971"/>
                  </a:lnTo>
                  <a:lnTo>
                    <a:pt x="461378" y="179628"/>
                  </a:lnTo>
                  <a:lnTo>
                    <a:pt x="453428" y="182245"/>
                  </a:lnTo>
                  <a:lnTo>
                    <a:pt x="366052" y="207137"/>
                  </a:lnTo>
                  <a:lnTo>
                    <a:pt x="308775" y="392049"/>
                  </a:lnTo>
                  <a:lnTo>
                    <a:pt x="293408" y="397256"/>
                  </a:lnTo>
                  <a:lnTo>
                    <a:pt x="305346" y="255905"/>
                  </a:lnTo>
                  <a:lnTo>
                    <a:pt x="299377" y="227711"/>
                  </a:lnTo>
                  <a:lnTo>
                    <a:pt x="218097" y="250825"/>
                  </a:lnTo>
                  <a:lnTo>
                    <a:pt x="3975" y="301371"/>
                  </a:lnTo>
                  <a:lnTo>
                    <a:pt x="18973" y="349186"/>
                  </a:lnTo>
                  <a:lnTo>
                    <a:pt x="43053" y="393014"/>
                  </a:lnTo>
                  <a:lnTo>
                    <a:pt x="75653" y="431342"/>
                  </a:lnTo>
                  <a:lnTo>
                    <a:pt x="116192" y="462635"/>
                  </a:lnTo>
                  <a:lnTo>
                    <a:pt x="164122" y="485394"/>
                  </a:lnTo>
                  <a:lnTo>
                    <a:pt x="205790" y="496379"/>
                  </a:lnTo>
                  <a:lnTo>
                    <a:pt x="247561" y="499922"/>
                  </a:lnTo>
                  <a:lnTo>
                    <a:pt x="297637" y="494753"/>
                  </a:lnTo>
                  <a:lnTo>
                    <a:pt x="345186" y="479691"/>
                  </a:lnTo>
                  <a:lnTo>
                    <a:pt x="388734" y="455447"/>
                  </a:lnTo>
                  <a:lnTo>
                    <a:pt x="426834" y="422744"/>
                  </a:lnTo>
                  <a:lnTo>
                    <a:pt x="458025" y="382295"/>
                  </a:lnTo>
                  <a:lnTo>
                    <a:pt x="480860" y="334772"/>
                  </a:lnTo>
                  <a:lnTo>
                    <a:pt x="492836" y="291312"/>
                  </a:lnTo>
                  <a:lnTo>
                    <a:pt x="496938" y="248653"/>
                  </a:lnTo>
                  <a:close/>
                </a:path>
                <a:path w="2141219" h="500379">
                  <a:moveTo>
                    <a:pt x="779691" y="138684"/>
                  </a:moveTo>
                  <a:lnTo>
                    <a:pt x="617004" y="138684"/>
                  </a:lnTo>
                  <a:lnTo>
                    <a:pt x="604329" y="141097"/>
                  </a:lnTo>
                  <a:lnTo>
                    <a:pt x="593801" y="147675"/>
                  </a:lnTo>
                  <a:lnTo>
                    <a:pt x="586295" y="157441"/>
                  </a:lnTo>
                  <a:lnTo>
                    <a:pt x="582714" y="169418"/>
                  </a:lnTo>
                  <a:lnTo>
                    <a:pt x="582714" y="443484"/>
                  </a:lnTo>
                  <a:lnTo>
                    <a:pt x="586409" y="455612"/>
                  </a:lnTo>
                  <a:lnTo>
                    <a:pt x="594093" y="465683"/>
                  </a:lnTo>
                  <a:lnTo>
                    <a:pt x="604659" y="472567"/>
                  </a:lnTo>
                  <a:lnTo>
                    <a:pt x="617004" y="475107"/>
                  </a:lnTo>
                  <a:lnTo>
                    <a:pt x="760006" y="475107"/>
                  </a:lnTo>
                  <a:lnTo>
                    <a:pt x="767803" y="461200"/>
                  </a:lnTo>
                  <a:lnTo>
                    <a:pt x="773417" y="447840"/>
                  </a:lnTo>
                  <a:lnTo>
                    <a:pt x="777240" y="435292"/>
                  </a:lnTo>
                  <a:lnTo>
                    <a:pt x="779691" y="423799"/>
                  </a:lnTo>
                  <a:lnTo>
                    <a:pt x="641896" y="423799"/>
                  </a:lnTo>
                  <a:lnTo>
                    <a:pt x="641896" y="318389"/>
                  </a:lnTo>
                  <a:lnTo>
                    <a:pt x="760006" y="318389"/>
                  </a:lnTo>
                  <a:lnTo>
                    <a:pt x="760006" y="265303"/>
                  </a:lnTo>
                  <a:lnTo>
                    <a:pt x="641896" y="265303"/>
                  </a:lnTo>
                  <a:lnTo>
                    <a:pt x="641896" y="190881"/>
                  </a:lnTo>
                  <a:lnTo>
                    <a:pt x="760006" y="190881"/>
                  </a:lnTo>
                  <a:lnTo>
                    <a:pt x="767803" y="177279"/>
                  </a:lnTo>
                  <a:lnTo>
                    <a:pt x="773417" y="163791"/>
                  </a:lnTo>
                  <a:lnTo>
                    <a:pt x="777240" y="150787"/>
                  </a:lnTo>
                  <a:lnTo>
                    <a:pt x="779691" y="138684"/>
                  </a:lnTo>
                  <a:close/>
                </a:path>
                <a:path w="2141219" h="500379">
                  <a:moveTo>
                    <a:pt x="2128304" y="292735"/>
                  </a:moveTo>
                  <a:lnTo>
                    <a:pt x="2120227" y="279908"/>
                  </a:lnTo>
                  <a:lnTo>
                    <a:pt x="2119668" y="279019"/>
                  </a:lnTo>
                  <a:lnTo>
                    <a:pt x="2123986" y="278257"/>
                  </a:lnTo>
                  <a:lnTo>
                    <a:pt x="2127415" y="275590"/>
                  </a:lnTo>
                  <a:lnTo>
                    <a:pt x="2127415" y="274828"/>
                  </a:lnTo>
                  <a:lnTo>
                    <a:pt x="2127415" y="265303"/>
                  </a:lnTo>
                  <a:lnTo>
                    <a:pt x="2127415" y="263652"/>
                  </a:lnTo>
                  <a:lnTo>
                    <a:pt x="2123097" y="261874"/>
                  </a:lnTo>
                  <a:lnTo>
                    <a:pt x="2123097" y="265303"/>
                  </a:lnTo>
                  <a:lnTo>
                    <a:pt x="2123097" y="274828"/>
                  </a:lnTo>
                  <a:lnTo>
                    <a:pt x="2108619" y="274828"/>
                  </a:lnTo>
                  <a:lnTo>
                    <a:pt x="2108619" y="265303"/>
                  </a:lnTo>
                  <a:lnTo>
                    <a:pt x="2123097" y="265303"/>
                  </a:lnTo>
                  <a:lnTo>
                    <a:pt x="2123097" y="261874"/>
                  </a:lnTo>
                  <a:lnTo>
                    <a:pt x="2103539" y="261874"/>
                  </a:lnTo>
                  <a:lnTo>
                    <a:pt x="2103539" y="292735"/>
                  </a:lnTo>
                  <a:lnTo>
                    <a:pt x="2108619" y="292735"/>
                  </a:lnTo>
                  <a:lnTo>
                    <a:pt x="2108619" y="279908"/>
                  </a:lnTo>
                  <a:lnTo>
                    <a:pt x="2114588" y="279908"/>
                  </a:lnTo>
                  <a:lnTo>
                    <a:pt x="2121446" y="292735"/>
                  </a:lnTo>
                  <a:lnTo>
                    <a:pt x="2128304" y="292735"/>
                  </a:lnTo>
                  <a:close/>
                </a:path>
                <a:path w="2141219" h="500379">
                  <a:moveTo>
                    <a:pt x="2141131" y="276479"/>
                  </a:moveTo>
                  <a:lnTo>
                    <a:pt x="2139048" y="265849"/>
                  </a:lnTo>
                  <a:lnTo>
                    <a:pt x="2136813" y="262509"/>
                  </a:lnTo>
                  <a:lnTo>
                    <a:pt x="2136813" y="276479"/>
                  </a:lnTo>
                  <a:lnTo>
                    <a:pt x="2135213" y="285648"/>
                  </a:lnTo>
                  <a:lnTo>
                    <a:pt x="2135149" y="286016"/>
                  </a:lnTo>
                  <a:lnTo>
                    <a:pt x="2130615" y="293636"/>
                  </a:lnTo>
                  <a:lnTo>
                    <a:pt x="2123846" y="298665"/>
                  </a:lnTo>
                  <a:lnTo>
                    <a:pt x="2115477" y="300482"/>
                  </a:lnTo>
                  <a:lnTo>
                    <a:pt x="2106803" y="298665"/>
                  </a:lnTo>
                  <a:lnTo>
                    <a:pt x="2106384" y="298665"/>
                  </a:lnTo>
                  <a:lnTo>
                    <a:pt x="2099221" y="293293"/>
                  </a:lnTo>
                  <a:lnTo>
                    <a:pt x="2094788" y="285648"/>
                  </a:lnTo>
                  <a:lnTo>
                    <a:pt x="2093252" y="276479"/>
                  </a:lnTo>
                  <a:lnTo>
                    <a:pt x="2094903" y="267081"/>
                  </a:lnTo>
                  <a:lnTo>
                    <a:pt x="2099500" y="259778"/>
                  </a:lnTo>
                  <a:lnTo>
                    <a:pt x="2106536" y="255054"/>
                  </a:lnTo>
                  <a:lnTo>
                    <a:pt x="2115477" y="253365"/>
                  </a:lnTo>
                  <a:lnTo>
                    <a:pt x="2123846" y="255054"/>
                  </a:lnTo>
                  <a:lnTo>
                    <a:pt x="2130615" y="259778"/>
                  </a:lnTo>
                  <a:lnTo>
                    <a:pt x="2135149" y="267081"/>
                  </a:lnTo>
                  <a:lnTo>
                    <a:pt x="2136813" y="276479"/>
                  </a:lnTo>
                  <a:lnTo>
                    <a:pt x="2136813" y="262509"/>
                  </a:lnTo>
                  <a:lnTo>
                    <a:pt x="2133447" y="257454"/>
                  </a:lnTo>
                  <a:lnTo>
                    <a:pt x="2127402" y="253365"/>
                  </a:lnTo>
                  <a:lnTo>
                    <a:pt x="2125268" y="251929"/>
                  </a:lnTo>
                  <a:lnTo>
                    <a:pt x="2115477" y="249936"/>
                  </a:lnTo>
                  <a:lnTo>
                    <a:pt x="2105672" y="251929"/>
                  </a:lnTo>
                  <a:lnTo>
                    <a:pt x="2097506" y="257454"/>
                  </a:lnTo>
                  <a:lnTo>
                    <a:pt x="2091893" y="265849"/>
                  </a:lnTo>
                  <a:lnTo>
                    <a:pt x="2089823" y="276479"/>
                  </a:lnTo>
                  <a:lnTo>
                    <a:pt x="2091664" y="287248"/>
                  </a:lnTo>
                  <a:lnTo>
                    <a:pt x="2096884" y="295960"/>
                  </a:lnTo>
                  <a:lnTo>
                    <a:pt x="2105152" y="301917"/>
                  </a:lnTo>
                  <a:lnTo>
                    <a:pt x="2105596" y="301917"/>
                  </a:lnTo>
                  <a:lnTo>
                    <a:pt x="2115477" y="303911"/>
                  </a:lnTo>
                  <a:lnTo>
                    <a:pt x="2125268" y="301917"/>
                  </a:lnTo>
                  <a:lnTo>
                    <a:pt x="2127339" y="300482"/>
                  </a:lnTo>
                  <a:lnTo>
                    <a:pt x="2133447" y="296291"/>
                  </a:lnTo>
                  <a:lnTo>
                    <a:pt x="2139048" y="287629"/>
                  </a:lnTo>
                  <a:lnTo>
                    <a:pt x="2141131" y="276479"/>
                  </a:lnTo>
                  <a:close/>
                </a:path>
              </a:pathLst>
            </a:custGeom>
            <a:solidFill>
              <a:srgbClr val="072E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4353793" y="8565642"/>
              <a:ext cx="479425" cy="351155"/>
            </a:xfrm>
            <a:custGeom>
              <a:avLst/>
              <a:gdLst/>
              <a:ahLst/>
              <a:cxnLst/>
              <a:rect l="l" t="t" r="r" b="b"/>
              <a:pathLst>
                <a:path w="479425" h="351154">
                  <a:moveTo>
                    <a:pt x="208915" y="0"/>
                  </a:moveTo>
                  <a:lnTo>
                    <a:pt x="193421" y="4444"/>
                  </a:lnTo>
                  <a:lnTo>
                    <a:pt x="278257" y="118236"/>
                  </a:lnTo>
                  <a:lnTo>
                    <a:pt x="287654" y="145668"/>
                  </a:lnTo>
                  <a:lnTo>
                    <a:pt x="206375" y="169544"/>
                  </a:lnTo>
                  <a:lnTo>
                    <a:pt x="0" y="241553"/>
                  </a:lnTo>
                  <a:lnTo>
                    <a:pt x="761" y="245871"/>
                  </a:lnTo>
                  <a:lnTo>
                    <a:pt x="761" y="250062"/>
                  </a:lnTo>
                  <a:lnTo>
                    <a:pt x="1650" y="254380"/>
                  </a:lnTo>
                  <a:lnTo>
                    <a:pt x="215646" y="203834"/>
                  </a:lnTo>
                  <a:lnTo>
                    <a:pt x="295401" y="180720"/>
                  </a:lnTo>
                  <a:lnTo>
                    <a:pt x="301371" y="209930"/>
                  </a:lnTo>
                  <a:lnTo>
                    <a:pt x="290194" y="351154"/>
                  </a:lnTo>
                  <a:lnTo>
                    <a:pt x="304800" y="346074"/>
                  </a:lnTo>
                  <a:lnTo>
                    <a:pt x="362203" y="161035"/>
                  </a:lnTo>
                  <a:lnTo>
                    <a:pt x="449452" y="136270"/>
                  </a:lnTo>
                  <a:lnTo>
                    <a:pt x="457404" y="133256"/>
                  </a:lnTo>
                  <a:lnTo>
                    <a:pt x="465439" y="129587"/>
                  </a:lnTo>
                  <a:lnTo>
                    <a:pt x="472973" y="125608"/>
                  </a:lnTo>
                  <a:lnTo>
                    <a:pt x="479425" y="121665"/>
                  </a:lnTo>
                  <a:lnTo>
                    <a:pt x="475996" y="114045"/>
                  </a:lnTo>
                  <a:lnTo>
                    <a:pt x="470915" y="98551"/>
                  </a:lnTo>
                  <a:lnTo>
                    <a:pt x="355346" y="126745"/>
                  </a:lnTo>
                  <a:lnTo>
                    <a:pt x="208915" y="0"/>
                  </a:lnTo>
                  <a:close/>
                </a:path>
              </a:pathLst>
            </a:custGeom>
            <a:solidFill>
              <a:srgbClr val="FAC1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6115411" y="7283957"/>
              <a:ext cx="621030" cy="667385"/>
            </a:xfrm>
            <a:custGeom>
              <a:avLst/>
              <a:gdLst/>
              <a:ahLst/>
              <a:cxnLst/>
              <a:rect l="l" t="t" r="r" b="b"/>
              <a:pathLst>
                <a:path w="621030" h="667384">
                  <a:moveTo>
                    <a:pt x="151637" y="264795"/>
                  </a:moveTo>
                  <a:lnTo>
                    <a:pt x="151129" y="266573"/>
                  </a:lnTo>
                  <a:lnTo>
                    <a:pt x="148415" y="288415"/>
                  </a:lnTo>
                  <a:lnTo>
                    <a:pt x="143795" y="311769"/>
                  </a:lnTo>
                  <a:lnTo>
                    <a:pt x="129412" y="355727"/>
                  </a:lnTo>
                  <a:lnTo>
                    <a:pt x="112379" y="390556"/>
                  </a:lnTo>
                  <a:lnTo>
                    <a:pt x="101927" y="409948"/>
                  </a:lnTo>
                  <a:lnTo>
                    <a:pt x="90296" y="432054"/>
                  </a:lnTo>
                  <a:lnTo>
                    <a:pt x="71766" y="489866"/>
                  </a:lnTo>
                  <a:lnTo>
                    <a:pt x="74263" y="534320"/>
                  </a:lnTo>
                  <a:lnTo>
                    <a:pt x="86046" y="566535"/>
                  </a:lnTo>
                  <a:lnTo>
                    <a:pt x="95376" y="587629"/>
                  </a:lnTo>
                  <a:lnTo>
                    <a:pt x="92372" y="597808"/>
                  </a:lnTo>
                  <a:lnTo>
                    <a:pt x="59690" y="632206"/>
                  </a:lnTo>
                  <a:lnTo>
                    <a:pt x="6730" y="659003"/>
                  </a:lnTo>
                  <a:lnTo>
                    <a:pt x="1142" y="662305"/>
                  </a:lnTo>
                  <a:lnTo>
                    <a:pt x="0" y="663448"/>
                  </a:lnTo>
                  <a:lnTo>
                    <a:pt x="0" y="665099"/>
                  </a:lnTo>
                  <a:lnTo>
                    <a:pt x="1650" y="667385"/>
                  </a:lnTo>
                  <a:lnTo>
                    <a:pt x="5079" y="667385"/>
                  </a:lnTo>
                  <a:lnTo>
                    <a:pt x="43021" y="660146"/>
                  </a:lnTo>
                  <a:lnTo>
                    <a:pt x="80898" y="648970"/>
                  </a:lnTo>
                  <a:lnTo>
                    <a:pt x="144000" y="620454"/>
                  </a:lnTo>
                  <a:lnTo>
                    <a:pt x="196215" y="584327"/>
                  </a:lnTo>
                  <a:lnTo>
                    <a:pt x="230855" y="550963"/>
                  </a:lnTo>
                  <a:lnTo>
                    <a:pt x="261503" y="514686"/>
                  </a:lnTo>
                  <a:lnTo>
                    <a:pt x="290718" y="478860"/>
                  </a:lnTo>
                  <a:lnTo>
                    <a:pt x="309685" y="458851"/>
                  </a:lnTo>
                  <a:lnTo>
                    <a:pt x="245363" y="458851"/>
                  </a:lnTo>
                  <a:lnTo>
                    <a:pt x="242418" y="409948"/>
                  </a:lnTo>
                  <a:lnTo>
                    <a:pt x="242306" y="408100"/>
                  </a:lnTo>
                  <a:lnTo>
                    <a:pt x="224076" y="360331"/>
                  </a:lnTo>
                  <a:lnTo>
                    <a:pt x="198116" y="318646"/>
                  </a:lnTo>
                  <a:lnTo>
                    <a:pt x="171870" y="286147"/>
                  </a:lnTo>
                  <a:lnTo>
                    <a:pt x="152780" y="265938"/>
                  </a:lnTo>
                  <a:lnTo>
                    <a:pt x="151637" y="264795"/>
                  </a:lnTo>
                  <a:close/>
                </a:path>
                <a:path w="621030" h="667384">
                  <a:moveTo>
                    <a:pt x="508061" y="422021"/>
                  </a:moveTo>
                  <a:lnTo>
                    <a:pt x="355092" y="422021"/>
                  </a:lnTo>
                  <a:lnTo>
                    <a:pt x="467740" y="656717"/>
                  </a:lnTo>
                  <a:lnTo>
                    <a:pt x="621029" y="656717"/>
                  </a:lnTo>
                  <a:lnTo>
                    <a:pt x="508061" y="422021"/>
                  </a:lnTo>
                  <a:close/>
                </a:path>
                <a:path w="621030" h="667384">
                  <a:moveTo>
                    <a:pt x="406400" y="361315"/>
                  </a:moveTo>
                  <a:lnTo>
                    <a:pt x="389306" y="364845"/>
                  </a:lnTo>
                  <a:lnTo>
                    <a:pt x="374273" y="373507"/>
                  </a:lnTo>
                  <a:lnTo>
                    <a:pt x="359644" y="385335"/>
                  </a:lnTo>
                  <a:lnTo>
                    <a:pt x="343407" y="398653"/>
                  </a:lnTo>
                  <a:lnTo>
                    <a:pt x="322552" y="413863"/>
                  </a:lnTo>
                  <a:lnTo>
                    <a:pt x="296290" y="431276"/>
                  </a:lnTo>
                  <a:lnTo>
                    <a:pt x="269077" y="447426"/>
                  </a:lnTo>
                  <a:lnTo>
                    <a:pt x="245363" y="458851"/>
                  </a:lnTo>
                  <a:lnTo>
                    <a:pt x="309685" y="458851"/>
                  </a:lnTo>
                  <a:lnTo>
                    <a:pt x="321061" y="446850"/>
                  </a:lnTo>
                  <a:lnTo>
                    <a:pt x="355092" y="422021"/>
                  </a:lnTo>
                  <a:lnTo>
                    <a:pt x="508061" y="422021"/>
                  </a:lnTo>
                  <a:lnTo>
                    <a:pt x="485015" y="374142"/>
                  </a:lnTo>
                  <a:lnTo>
                    <a:pt x="447675" y="374142"/>
                  </a:lnTo>
                  <a:lnTo>
                    <a:pt x="436993" y="371084"/>
                  </a:lnTo>
                  <a:lnTo>
                    <a:pt x="428704" y="366633"/>
                  </a:lnTo>
                  <a:lnTo>
                    <a:pt x="419582" y="362729"/>
                  </a:lnTo>
                  <a:lnTo>
                    <a:pt x="406400" y="361315"/>
                  </a:lnTo>
                  <a:close/>
                </a:path>
                <a:path w="621030" h="667384">
                  <a:moveTo>
                    <a:pt x="304926" y="0"/>
                  </a:moveTo>
                  <a:lnTo>
                    <a:pt x="268820" y="53669"/>
                  </a:lnTo>
                  <a:lnTo>
                    <a:pt x="246746" y="98980"/>
                  </a:lnTo>
                  <a:lnTo>
                    <a:pt x="237773" y="139098"/>
                  </a:lnTo>
                  <a:lnTo>
                    <a:pt x="240967" y="177186"/>
                  </a:lnTo>
                  <a:lnTo>
                    <a:pt x="255396" y="216408"/>
                  </a:lnTo>
                  <a:lnTo>
                    <a:pt x="334009" y="380746"/>
                  </a:lnTo>
                  <a:lnTo>
                    <a:pt x="347243" y="370564"/>
                  </a:lnTo>
                  <a:lnTo>
                    <a:pt x="362727" y="358441"/>
                  </a:lnTo>
                  <a:lnTo>
                    <a:pt x="380426" y="348295"/>
                  </a:lnTo>
                  <a:lnTo>
                    <a:pt x="400303" y="344043"/>
                  </a:lnTo>
                  <a:lnTo>
                    <a:pt x="470528" y="344043"/>
                  </a:lnTo>
                  <a:lnTo>
                    <a:pt x="304926" y="0"/>
                  </a:lnTo>
                  <a:close/>
                </a:path>
                <a:path w="621030" h="667384">
                  <a:moveTo>
                    <a:pt x="470528" y="344043"/>
                  </a:moveTo>
                  <a:lnTo>
                    <a:pt x="400303" y="344043"/>
                  </a:lnTo>
                  <a:lnTo>
                    <a:pt x="419611" y="347265"/>
                  </a:lnTo>
                  <a:lnTo>
                    <a:pt x="433419" y="354774"/>
                  </a:lnTo>
                  <a:lnTo>
                    <a:pt x="445845" y="363331"/>
                  </a:lnTo>
                  <a:lnTo>
                    <a:pt x="461009" y="369697"/>
                  </a:lnTo>
                  <a:lnTo>
                    <a:pt x="462787" y="370205"/>
                  </a:lnTo>
                  <a:lnTo>
                    <a:pt x="463296" y="371856"/>
                  </a:lnTo>
                  <a:lnTo>
                    <a:pt x="462152" y="372491"/>
                  </a:lnTo>
                  <a:lnTo>
                    <a:pt x="458850" y="373507"/>
                  </a:lnTo>
                  <a:lnTo>
                    <a:pt x="452754" y="374142"/>
                  </a:lnTo>
                  <a:lnTo>
                    <a:pt x="485015" y="374142"/>
                  </a:lnTo>
                  <a:lnTo>
                    <a:pt x="470528" y="344043"/>
                  </a:lnTo>
                  <a:close/>
                </a:path>
              </a:pathLst>
            </a:custGeom>
            <a:solidFill>
              <a:srgbClr val="D2A96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807690" y="8115680"/>
              <a:ext cx="196850" cy="162306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857979" y="8115680"/>
              <a:ext cx="176148" cy="162306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055847" y="8111236"/>
              <a:ext cx="181101" cy="17119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6313912" y="8111236"/>
              <a:ext cx="181228" cy="171195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571468" y="8111870"/>
              <a:ext cx="196215" cy="171069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14360905" y="6661911"/>
              <a:ext cx="2114550" cy="384810"/>
            </a:xfrm>
            <a:custGeom>
              <a:avLst/>
              <a:gdLst/>
              <a:ahLst/>
              <a:cxnLst/>
              <a:rect l="l" t="t" r="r" b="b"/>
              <a:pathLst>
                <a:path w="2114550" h="384809">
                  <a:moveTo>
                    <a:pt x="213106" y="199517"/>
                  </a:moveTo>
                  <a:lnTo>
                    <a:pt x="205981" y="153593"/>
                  </a:lnTo>
                  <a:lnTo>
                    <a:pt x="194779" y="131953"/>
                  </a:lnTo>
                  <a:lnTo>
                    <a:pt x="186499" y="115951"/>
                  </a:lnTo>
                  <a:lnTo>
                    <a:pt x="174764" y="105664"/>
                  </a:lnTo>
                  <a:lnTo>
                    <a:pt x="157480" y="90512"/>
                  </a:lnTo>
                  <a:lnTo>
                    <a:pt x="153035" y="89357"/>
                  </a:lnTo>
                  <a:lnTo>
                    <a:pt x="153035" y="186944"/>
                  </a:lnTo>
                  <a:lnTo>
                    <a:pt x="153035" y="203835"/>
                  </a:lnTo>
                  <a:lnTo>
                    <a:pt x="152273" y="208153"/>
                  </a:lnTo>
                  <a:lnTo>
                    <a:pt x="151384" y="212344"/>
                  </a:lnTo>
                  <a:lnTo>
                    <a:pt x="149733" y="216535"/>
                  </a:lnTo>
                  <a:lnTo>
                    <a:pt x="149733" y="219837"/>
                  </a:lnTo>
                  <a:lnTo>
                    <a:pt x="143357" y="235699"/>
                  </a:lnTo>
                  <a:lnTo>
                    <a:pt x="133832" y="248285"/>
                  </a:lnTo>
                  <a:lnTo>
                    <a:pt x="122097" y="256603"/>
                  </a:lnTo>
                  <a:lnTo>
                    <a:pt x="109093" y="259588"/>
                  </a:lnTo>
                  <a:lnTo>
                    <a:pt x="105664" y="259588"/>
                  </a:lnTo>
                  <a:lnTo>
                    <a:pt x="102235" y="258826"/>
                  </a:lnTo>
                  <a:lnTo>
                    <a:pt x="100711" y="257937"/>
                  </a:lnTo>
                  <a:lnTo>
                    <a:pt x="97282" y="257175"/>
                  </a:lnTo>
                  <a:lnTo>
                    <a:pt x="94742" y="255397"/>
                  </a:lnTo>
                  <a:lnTo>
                    <a:pt x="92202" y="253746"/>
                  </a:lnTo>
                  <a:lnTo>
                    <a:pt x="89662" y="251206"/>
                  </a:lnTo>
                  <a:lnTo>
                    <a:pt x="86233" y="249428"/>
                  </a:lnTo>
                  <a:lnTo>
                    <a:pt x="84582" y="247015"/>
                  </a:lnTo>
                  <a:lnTo>
                    <a:pt x="82042" y="245237"/>
                  </a:lnTo>
                  <a:lnTo>
                    <a:pt x="79502" y="241808"/>
                  </a:lnTo>
                  <a:lnTo>
                    <a:pt x="77851" y="238506"/>
                  </a:lnTo>
                  <a:lnTo>
                    <a:pt x="76073" y="236855"/>
                  </a:lnTo>
                  <a:lnTo>
                    <a:pt x="75311" y="233426"/>
                  </a:lnTo>
                  <a:lnTo>
                    <a:pt x="72771" y="231648"/>
                  </a:lnTo>
                  <a:lnTo>
                    <a:pt x="72771" y="229997"/>
                  </a:lnTo>
                  <a:lnTo>
                    <a:pt x="71120" y="225806"/>
                  </a:lnTo>
                  <a:lnTo>
                    <a:pt x="71120" y="224917"/>
                  </a:lnTo>
                  <a:lnTo>
                    <a:pt x="69342" y="224155"/>
                  </a:lnTo>
                  <a:lnTo>
                    <a:pt x="66776" y="216865"/>
                  </a:lnTo>
                  <a:lnTo>
                    <a:pt x="65227" y="209207"/>
                  </a:lnTo>
                  <a:lnTo>
                    <a:pt x="64465" y="201409"/>
                  </a:lnTo>
                  <a:lnTo>
                    <a:pt x="64262" y="193675"/>
                  </a:lnTo>
                  <a:lnTo>
                    <a:pt x="66662" y="170815"/>
                  </a:lnTo>
                  <a:lnTo>
                    <a:pt x="66738" y="170103"/>
                  </a:lnTo>
                  <a:lnTo>
                    <a:pt x="75704" y="150444"/>
                  </a:lnTo>
                  <a:lnTo>
                    <a:pt x="89738" y="136956"/>
                  </a:lnTo>
                  <a:lnTo>
                    <a:pt x="107442" y="131953"/>
                  </a:lnTo>
                  <a:lnTo>
                    <a:pt x="114719" y="132854"/>
                  </a:lnTo>
                  <a:lnTo>
                    <a:pt x="121361" y="135343"/>
                  </a:lnTo>
                  <a:lnTo>
                    <a:pt x="127342" y="139090"/>
                  </a:lnTo>
                  <a:lnTo>
                    <a:pt x="132715" y="143764"/>
                  </a:lnTo>
                  <a:lnTo>
                    <a:pt x="135382" y="145542"/>
                  </a:lnTo>
                  <a:lnTo>
                    <a:pt x="137033" y="147955"/>
                  </a:lnTo>
                  <a:lnTo>
                    <a:pt x="138684" y="149733"/>
                  </a:lnTo>
                  <a:lnTo>
                    <a:pt x="139573" y="151384"/>
                  </a:lnTo>
                  <a:lnTo>
                    <a:pt x="142875" y="156464"/>
                  </a:lnTo>
                  <a:lnTo>
                    <a:pt x="144653" y="159893"/>
                  </a:lnTo>
                  <a:lnTo>
                    <a:pt x="144653" y="160655"/>
                  </a:lnTo>
                  <a:lnTo>
                    <a:pt x="147193" y="162433"/>
                  </a:lnTo>
                  <a:lnTo>
                    <a:pt x="148844" y="165735"/>
                  </a:lnTo>
                  <a:lnTo>
                    <a:pt x="148844" y="168275"/>
                  </a:lnTo>
                  <a:lnTo>
                    <a:pt x="149733" y="170815"/>
                  </a:lnTo>
                  <a:lnTo>
                    <a:pt x="151384" y="175006"/>
                  </a:lnTo>
                  <a:lnTo>
                    <a:pt x="152273" y="179324"/>
                  </a:lnTo>
                  <a:lnTo>
                    <a:pt x="152273" y="182626"/>
                  </a:lnTo>
                  <a:lnTo>
                    <a:pt x="153035" y="186944"/>
                  </a:lnTo>
                  <a:lnTo>
                    <a:pt x="153035" y="89357"/>
                  </a:lnTo>
                  <a:lnTo>
                    <a:pt x="121793" y="81153"/>
                  </a:lnTo>
                  <a:lnTo>
                    <a:pt x="106184" y="82740"/>
                  </a:lnTo>
                  <a:lnTo>
                    <a:pt x="91274" y="87414"/>
                  </a:lnTo>
                  <a:lnTo>
                    <a:pt x="77457" y="95084"/>
                  </a:lnTo>
                  <a:lnTo>
                    <a:pt x="65151" y="105664"/>
                  </a:lnTo>
                  <a:lnTo>
                    <a:pt x="65151" y="89662"/>
                  </a:lnTo>
                  <a:lnTo>
                    <a:pt x="0" y="89662"/>
                  </a:lnTo>
                  <a:lnTo>
                    <a:pt x="0" y="384810"/>
                  </a:lnTo>
                  <a:lnTo>
                    <a:pt x="65151" y="384810"/>
                  </a:lnTo>
                  <a:lnTo>
                    <a:pt x="65151" y="293497"/>
                  </a:lnTo>
                  <a:lnTo>
                    <a:pt x="77787" y="304088"/>
                  </a:lnTo>
                  <a:lnTo>
                    <a:pt x="91567" y="311759"/>
                  </a:lnTo>
                  <a:lnTo>
                    <a:pt x="106286" y="316433"/>
                  </a:lnTo>
                  <a:lnTo>
                    <a:pt x="121793" y="318020"/>
                  </a:lnTo>
                  <a:lnTo>
                    <a:pt x="157810" y="308673"/>
                  </a:lnTo>
                  <a:lnTo>
                    <a:pt x="175094" y="293497"/>
                  </a:lnTo>
                  <a:lnTo>
                    <a:pt x="186778" y="283248"/>
                  </a:lnTo>
                  <a:lnTo>
                    <a:pt x="198894" y="259588"/>
                  </a:lnTo>
                  <a:lnTo>
                    <a:pt x="206082" y="245579"/>
                  </a:lnTo>
                  <a:lnTo>
                    <a:pt x="213106" y="199517"/>
                  </a:lnTo>
                  <a:close/>
                </a:path>
                <a:path w="2114550" h="384809">
                  <a:moveTo>
                    <a:pt x="361061" y="87884"/>
                  </a:moveTo>
                  <a:lnTo>
                    <a:pt x="350139" y="87884"/>
                  </a:lnTo>
                  <a:lnTo>
                    <a:pt x="346710" y="88900"/>
                  </a:lnTo>
                  <a:lnTo>
                    <a:pt x="343408" y="88900"/>
                  </a:lnTo>
                  <a:lnTo>
                    <a:pt x="341757" y="89662"/>
                  </a:lnTo>
                  <a:lnTo>
                    <a:pt x="337566" y="90424"/>
                  </a:lnTo>
                  <a:lnTo>
                    <a:pt x="333248" y="92202"/>
                  </a:lnTo>
                  <a:lnTo>
                    <a:pt x="329819" y="93091"/>
                  </a:lnTo>
                  <a:lnTo>
                    <a:pt x="329057" y="93091"/>
                  </a:lnTo>
                  <a:lnTo>
                    <a:pt x="312928" y="101473"/>
                  </a:lnTo>
                  <a:lnTo>
                    <a:pt x="307848" y="103251"/>
                  </a:lnTo>
                  <a:lnTo>
                    <a:pt x="296926" y="109093"/>
                  </a:lnTo>
                  <a:lnTo>
                    <a:pt x="296926" y="87884"/>
                  </a:lnTo>
                  <a:lnTo>
                    <a:pt x="231648" y="87884"/>
                  </a:lnTo>
                  <a:lnTo>
                    <a:pt x="231648" y="308737"/>
                  </a:lnTo>
                  <a:lnTo>
                    <a:pt x="296926" y="308737"/>
                  </a:lnTo>
                  <a:lnTo>
                    <a:pt x="296926" y="170053"/>
                  </a:lnTo>
                  <a:lnTo>
                    <a:pt x="305676" y="160947"/>
                  </a:lnTo>
                  <a:lnTo>
                    <a:pt x="318985" y="153098"/>
                  </a:lnTo>
                  <a:lnTo>
                    <a:pt x="336245" y="147167"/>
                  </a:lnTo>
                  <a:lnTo>
                    <a:pt x="356870" y="143764"/>
                  </a:lnTo>
                  <a:lnTo>
                    <a:pt x="361061" y="143764"/>
                  </a:lnTo>
                  <a:lnTo>
                    <a:pt x="361061" y="109093"/>
                  </a:lnTo>
                  <a:lnTo>
                    <a:pt x="361061" y="87884"/>
                  </a:lnTo>
                  <a:close/>
                </a:path>
                <a:path w="2114550" h="384809">
                  <a:moveTo>
                    <a:pt x="447421" y="93853"/>
                  </a:moveTo>
                  <a:lnTo>
                    <a:pt x="381381" y="93853"/>
                  </a:lnTo>
                  <a:lnTo>
                    <a:pt x="381381" y="312928"/>
                  </a:lnTo>
                  <a:lnTo>
                    <a:pt x="447421" y="312928"/>
                  </a:lnTo>
                  <a:lnTo>
                    <a:pt x="447421" y="93853"/>
                  </a:lnTo>
                  <a:close/>
                </a:path>
                <a:path w="2114550" h="384809">
                  <a:moveTo>
                    <a:pt x="447421" y="38862"/>
                  </a:moveTo>
                  <a:lnTo>
                    <a:pt x="444754" y="26441"/>
                  </a:lnTo>
                  <a:lnTo>
                    <a:pt x="437578" y="16268"/>
                  </a:lnTo>
                  <a:lnTo>
                    <a:pt x="427050" y="8940"/>
                  </a:lnTo>
                  <a:lnTo>
                    <a:pt x="414401" y="5080"/>
                  </a:lnTo>
                  <a:lnTo>
                    <a:pt x="401294" y="7620"/>
                  </a:lnTo>
                  <a:lnTo>
                    <a:pt x="390550" y="14592"/>
                  </a:lnTo>
                  <a:lnTo>
                    <a:pt x="383286" y="25069"/>
                  </a:lnTo>
                  <a:lnTo>
                    <a:pt x="380619" y="38100"/>
                  </a:lnTo>
                  <a:lnTo>
                    <a:pt x="380619" y="38862"/>
                  </a:lnTo>
                  <a:lnTo>
                    <a:pt x="383286" y="51523"/>
                  </a:lnTo>
                  <a:lnTo>
                    <a:pt x="390550" y="62039"/>
                  </a:lnTo>
                  <a:lnTo>
                    <a:pt x="401294" y="69227"/>
                  </a:lnTo>
                  <a:lnTo>
                    <a:pt x="414401" y="71882"/>
                  </a:lnTo>
                  <a:lnTo>
                    <a:pt x="427050" y="69227"/>
                  </a:lnTo>
                  <a:lnTo>
                    <a:pt x="437578" y="62039"/>
                  </a:lnTo>
                  <a:lnTo>
                    <a:pt x="444754" y="51523"/>
                  </a:lnTo>
                  <a:lnTo>
                    <a:pt x="447421" y="38862"/>
                  </a:lnTo>
                  <a:close/>
                </a:path>
                <a:path w="2114550" h="384809">
                  <a:moveTo>
                    <a:pt x="655447" y="286766"/>
                  </a:moveTo>
                  <a:lnTo>
                    <a:pt x="641159" y="266446"/>
                  </a:lnTo>
                  <a:lnTo>
                    <a:pt x="623316" y="241046"/>
                  </a:lnTo>
                  <a:lnTo>
                    <a:pt x="615581" y="251828"/>
                  </a:lnTo>
                  <a:lnTo>
                    <a:pt x="606399" y="259803"/>
                  </a:lnTo>
                  <a:lnTo>
                    <a:pt x="595972" y="264756"/>
                  </a:lnTo>
                  <a:lnTo>
                    <a:pt x="584454" y="266446"/>
                  </a:lnTo>
                  <a:lnTo>
                    <a:pt x="564261" y="261239"/>
                  </a:lnTo>
                  <a:lnTo>
                    <a:pt x="547839" y="246888"/>
                  </a:lnTo>
                  <a:lnTo>
                    <a:pt x="536803" y="225412"/>
                  </a:lnTo>
                  <a:lnTo>
                    <a:pt x="532765" y="198755"/>
                  </a:lnTo>
                  <a:lnTo>
                    <a:pt x="536803" y="172491"/>
                  </a:lnTo>
                  <a:lnTo>
                    <a:pt x="547839" y="150964"/>
                  </a:lnTo>
                  <a:lnTo>
                    <a:pt x="564261" y="136410"/>
                  </a:lnTo>
                  <a:lnTo>
                    <a:pt x="584454" y="131064"/>
                  </a:lnTo>
                  <a:lnTo>
                    <a:pt x="596099" y="132905"/>
                  </a:lnTo>
                  <a:lnTo>
                    <a:pt x="606844" y="138163"/>
                  </a:lnTo>
                  <a:lnTo>
                    <a:pt x="616331" y="146443"/>
                  </a:lnTo>
                  <a:lnTo>
                    <a:pt x="624205" y="157353"/>
                  </a:lnTo>
                  <a:lnTo>
                    <a:pt x="639343" y="131064"/>
                  </a:lnTo>
                  <a:lnTo>
                    <a:pt x="620369" y="88125"/>
                  </a:lnTo>
                  <a:lnTo>
                    <a:pt x="581025" y="81153"/>
                  </a:lnTo>
                  <a:lnTo>
                    <a:pt x="537159" y="90246"/>
                  </a:lnTo>
                  <a:lnTo>
                    <a:pt x="501726" y="115189"/>
                  </a:lnTo>
                  <a:lnTo>
                    <a:pt x="478028" y="152527"/>
                  </a:lnTo>
                  <a:lnTo>
                    <a:pt x="469392" y="198755"/>
                  </a:lnTo>
                  <a:lnTo>
                    <a:pt x="478269" y="244221"/>
                  </a:lnTo>
                  <a:lnTo>
                    <a:pt x="502386" y="281597"/>
                  </a:lnTo>
                  <a:lnTo>
                    <a:pt x="537908" y="306920"/>
                  </a:lnTo>
                  <a:lnTo>
                    <a:pt x="581025" y="316230"/>
                  </a:lnTo>
                  <a:lnTo>
                    <a:pt x="602018" y="314109"/>
                  </a:lnTo>
                  <a:lnTo>
                    <a:pt x="621703" y="308127"/>
                  </a:lnTo>
                  <a:lnTo>
                    <a:pt x="639648" y="298818"/>
                  </a:lnTo>
                  <a:lnTo>
                    <a:pt x="655447" y="286766"/>
                  </a:lnTo>
                  <a:close/>
                </a:path>
                <a:path w="2114550" h="384809">
                  <a:moveTo>
                    <a:pt x="872871" y="214757"/>
                  </a:moveTo>
                  <a:lnTo>
                    <a:pt x="870280" y="170053"/>
                  </a:lnTo>
                  <a:lnTo>
                    <a:pt x="870204" y="168275"/>
                  </a:lnTo>
                  <a:lnTo>
                    <a:pt x="868553" y="166624"/>
                  </a:lnTo>
                  <a:lnTo>
                    <a:pt x="852995" y="131838"/>
                  </a:lnTo>
                  <a:lnTo>
                    <a:pt x="846302" y="124333"/>
                  </a:lnTo>
                  <a:lnTo>
                    <a:pt x="828954" y="104838"/>
                  </a:lnTo>
                  <a:lnTo>
                    <a:pt x="813562" y="96126"/>
                  </a:lnTo>
                  <a:lnTo>
                    <a:pt x="813562" y="170053"/>
                  </a:lnTo>
                  <a:lnTo>
                    <a:pt x="720598" y="170053"/>
                  </a:lnTo>
                  <a:lnTo>
                    <a:pt x="725157" y="153060"/>
                  </a:lnTo>
                  <a:lnTo>
                    <a:pt x="734314" y="139293"/>
                  </a:lnTo>
                  <a:lnTo>
                    <a:pt x="746988" y="129476"/>
                  </a:lnTo>
                  <a:lnTo>
                    <a:pt x="762127" y="124333"/>
                  </a:lnTo>
                  <a:lnTo>
                    <a:pt x="767080" y="124333"/>
                  </a:lnTo>
                  <a:lnTo>
                    <a:pt x="783767" y="127787"/>
                  </a:lnTo>
                  <a:lnTo>
                    <a:pt x="797648" y="137337"/>
                  </a:lnTo>
                  <a:lnTo>
                    <a:pt x="807859" y="151828"/>
                  </a:lnTo>
                  <a:lnTo>
                    <a:pt x="813562" y="170053"/>
                  </a:lnTo>
                  <a:lnTo>
                    <a:pt x="813562" y="96126"/>
                  </a:lnTo>
                  <a:lnTo>
                    <a:pt x="798106" y="87376"/>
                  </a:lnTo>
                  <a:lnTo>
                    <a:pt x="762127" y="81153"/>
                  </a:lnTo>
                  <a:lnTo>
                    <a:pt x="730199" y="85864"/>
                  </a:lnTo>
                  <a:lnTo>
                    <a:pt x="702246" y="99060"/>
                  </a:lnTo>
                  <a:lnTo>
                    <a:pt x="679043" y="119418"/>
                  </a:lnTo>
                  <a:lnTo>
                    <a:pt x="661416" y="145542"/>
                  </a:lnTo>
                  <a:lnTo>
                    <a:pt x="661416" y="147193"/>
                  </a:lnTo>
                  <a:lnTo>
                    <a:pt x="660527" y="147955"/>
                  </a:lnTo>
                  <a:lnTo>
                    <a:pt x="656602" y="162242"/>
                  </a:lnTo>
                  <a:lnTo>
                    <a:pt x="653694" y="176974"/>
                  </a:lnTo>
                  <a:lnTo>
                    <a:pt x="651878" y="191998"/>
                  </a:lnTo>
                  <a:lnTo>
                    <a:pt x="651256" y="207137"/>
                  </a:lnTo>
                  <a:lnTo>
                    <a:pt x="651256" y="213106"/>
                  </a:lnTo>
                  <a:lnTo>
                    <a:pt x="658876" y="251206"/>
                  </a:lnTo>
                  <a:lnTo>
                    <a:pt x="681888" y="289306"/>
                  </a:lnTo>
                  <a:lnTo>
                    <a:pt x="724801" y="315607"/>
                  </a:lnTo>
                  <a:lnTo>
                    <a:pt x="761111" y="321437"/>
                  </a:lnTo>
                  <a:lnTo>
                    <a:pt x="797280" y="316166"/>
                  </a:lnTo>
                  <a:lnTo>
                    <a:pt x="828294" y="301523"/>
                  </a:lnTo>
                  <a:lnTo>
                    <a:pt x="852157" y="279273"/>
                  </a:lnTo>
                  <a:lnTo>
                    <a:pt x="856691" y="270637"/>
                  </a:lnTo>
                  <a:lnTo>
                    <a:pt x="866902" y="251206"/>
                  </a:lnTo>
                  <a:lnTo>
                    <a:pt x="822337" y="232778"/>
                  </a:lnTo>
                  <a:lnTo>
                    <a:pt x="821994" y="232778"/>
                  </a:lnTo>
                  <a:lnTo>
                    <a:pt x="813181" y="248196"/>
                  </a:lnTo>
                  <a:lnTo>
                    <a:pt x="801052" y="260184"/>
                  </a:lnTo>
                  <a:lnTo>
                    <a:pt x="786523" y="267906"/>
                  </a:lnTo>
                  <a:lnTo>
                    <a:pt x="770509" y="270637"/>
                  </a:lnTo>
                  <a:lnTo>
                    <a:pt x="752500" y="267195"/>
                  </a:lnTo>
                  <a:lnTo>
                    <a:pt x="736955" y="257644"/>
                  </a:lnTo>
                  <a:lnTo>
                    <a:pt x="724446" y="243154"/>
                  </a:lnTo>
                  <a:lnTo>
                    <a:pt x="715518" y="224917"/>
                  </a:lnTo>
                  <a:lnTo>
                    <a:pt x="715518" y="224155"/>
                  </a:lnTo>
                  <a:lnTo>
                    <a:pt x="714629" y="223266"/>
                  </a:lnTo>
                  <a:lnTo>
                    <a:pt x="714629" y="220726"/>
                  </a:lnTo>
                  <a:lnTo>
                    <a:pt x="713867" y="219075"/>
                  </a:lnTo>
                  <a:lnTo>
                    <a:pt x="712089" y="215646"/>
                  </a:lnTo>
                  <a:lnTo>
                    <a:pt x="712089" y="214757"/>
                  </a:lnTo>
                  <a:lnTo>
                    <a:pt x="872871" y="214757"/>
                  </a:lnTo>
                  <a:close/>
                </a:path>
                <a:path w="2114550" h="384809">
                  <a:moveTo>
                    <a:pt x="960755" y="0"/>
                  </a:moveTo>
                  <a:lnTo>
                    <a:pt x="895731" y="0"/>
                  </a:lnTo>
                  <a:lnTo>
                    <a:pt x="895731" y="307848"/>
                  </a:lnTo>
                  <a:lnTo>
                    <a:pt x="960755" y="307848"/>
                  </a:lnTo>
                  <a:lnTo>
                    <a:pt x="960755" y="0"/>
                  </a:lnTo>
                  <a:close/>
                </a:path>
                <a:path w="2114550" h="384809">
                  <a:moveTo>
                    <a:pt x="1067435" y="93853"/>
                  </a:moveTo>
                  <a:lnTo>
                    <a:pt x="1002284" y="93853"/>
                  </a:lnTo>
                  <a:lnTo>
                    <a:pt x="1002284" y="312928"/>
                  </a:lnTo>
                  <a:lnTo>
                    <a:pt x="1067435" y="312928"/>
                  </a:lnTo>
                  <a:lnTo>
                    <a:pt x="1067435" y="93853"/>
                  </a:lnTo>
                  <a:close/>
                </a:path>
                <a:path w="2114550" h="384809">
                  <a:moveTo>
                    <a:pt x="1067435" y="38862"/>
                  </a:moveTo>
                  <a:lnTo>
                    <a:pt x="1064514" y="26822"/>
                  </a:lnTo>
                  <a:lnTo>
                    <a:pt x="1057630" y="16598"/>
                  </a:lnTo>
                  <a:lnTo>
                    <a:pt x="1047584" y="9055"/>
                  </a:lnTo>
                  <a:lnTo>
                    <a:pt x="1035177" y="5080"/>
                  </a:lnTo>
                  <a:lnTo>
                    <a:pt x="1022070" y="7620"/>
                  </a:lnTo>
                  <a:lnTo>
                    <a:pt x="1011326" y="14592"/>
                  </a:lnTo>
                  <a:lnTo>
                    <a:pt x="1004062" y="25069"/>
                  </a:lnTo>
                  <a:lnTo>
                    <a:pt x="1001395" y="38100"/>
                  </a:lnTo>
                  <a:lnTo>
                    <a:pt x="1001395" y="38862"/>
                  </a:lnTo>
                  <a:lnTo>
                    <a:pt x="1004062" y="51523"/>
                  </a:lnTo>
                  <a:lnTo>
                    <a:pt x="1011326" y="62039"/>
                  </a:lnTo>
                  <a:lnTo>
                    <a:pt x="1022070" y="69227"/>
                  </a:lnTo>
                  <a:lnTo>
                    <a:pt x="1035177" y="71882"/>
                  </a:lnTo>
                  <a:lnTo>
                    <a:pt x="1047711" y="69227"/>
                  </a:lnTo>
                  <a:lnTo>
                    <a:pt x="1057960" y="62039"/>
                  </a:lnTo>
                  <a:lnTo>
                    <a:pt x="1064882" y="51523"/>
                  </a:lnTo>
                  <a:lnTo>
                    <a:pt x="1067435" y="38862"/>
                  </a:lnTo>
                  <a:close/>
                </a:path>
                <a:path w="2114550" h="384809">
                  <a:moveTo>
                    <a:pt x="1299972" y="143764"/>
                  </a:moveTo>
                  <a:lnTo>
                    <a:pt x="1299044" y="141224"/>
                  </a:lnTo>
                  <a:lnTo>
                    <a:pt x="1291869" y="121488"/>
                  </a:lnTo>
                  <a:lnTo>
                    <a:pt x="1277734" y="106553"/>
                  </a:lnTo>
                  <a:lnTo>
                    <a:pt x="1275105" y="103784"/>
                  </a:lnTo>
                  <a:lnTo>
                    <a:pt x="1251737" y="92202"/>
                  </a:lnTo>
                  <a:lnTo>
                    <a:pt x="1252245" y="92202"/>
                  </a:lnTo>
                  <a:lnTo>
                    <a:pt x="1223010" y="87884"/>
                  </a:lnTo>
                  <a:lnTo>
                    <a:pt x="1207033" y="89141"/>
                  </a:lnTo>
                  <a:lnTo>
                    <a:pt x="1192314" y="92798"/>
                  </a:lnTo>
                  <a:lnTo>
                    <a:pt x="1179195" y="98653"/>
                  </a:lnTo>
                  <a:lnTo>
                    <a:pt x="1168019" y="106553"/>
                  </a:lnTo>
                  <a:lnTo>
                    <a:pt x="1168019" y="92202"/>
                  </a:lnTo>
                  <a:lnTo>
                    <a:pt x="1102868" y="92202"/>
                  </a:lnTo>
                  <a:lnTo>
                    <a:pt x="1102868" y="309499"/>
                  </a:lnTo>
                  <a:lnTo>
                    <a:pt x="1168019" y="309499"/>
                  </a:lnTo>
                  <a:lnTo>
                    <a:pt x="1168019" y="164084"/>
                  </a:lnTo>
                  <a:lnTo>
                    <a:pt x="1173797" y="154470"/>
                  </a:lnTo>
                  <a:lnTo>
                    <a:pt x="1181760" y="147281"/>
                  </a:lnTo>
                  <a:lnTo>
                    <a:pt x="1191298" y="142786"/>
                  </a:lnTo>
                  <a:lnTo>
                    <a:pt x="1201801" y="141224"/>
                  </a:lnTo>
                  <a:lnTo>
                    <a:pt x="1211719" y="142786"/>
                  </a:lnTo>
                  <a:lnTo>
                    <a:pt x="1220825" y="147281"/>
                  </a:lnTo>
                  <a:lnTo>
                    <a:pt x="1228674" y="154470"/>
                  </a:lnTo>
                  <a:lnTo>
                    <a:pt x="1234821" y="164084"/>
                  </a:lnTo>
                  <a:lnTo>
                    <a:pt x="1234821" y="312928"/>
                  </a:lnTo>
                  <a:lnTo>
                    <a:pt x="1299972" y="312928"/>
                  </a:lnTo>
                  <a:lnTo>
                    <a:pt x="1299972" y="143764"/>
                  </a:lnTo>
                  <a:close/>
                </a:path>
                <a:path w="2114550" h="384809">
                  <a:moveTo>
                    <a:pt x="1541018" y="214757"/>
                  </a:moveTo>
                  <a:lnTo>
                    <a:pt x="1540903" y="207137"/>
                  </a:lnTo>
                  <a:lnTo>
                    <a:pt x="1540852" y="203454"/>
                  </a:lnTo>
                  <a:lnTo>
                    <a:pt x="1540357" y="192252"/>
                  </a:lnTo>
                  <a:lnTo>
                    <a:pt x="1539570" y="180898"/>
                  </a:lnTo>
                  <a:lnTo>
                    <a:pt x="1538554" y="170053"/>
                  </a:lnTo>
                  <a:lnTo>
                    <a:pt x="1538478" y="168275"/>
                  </a:lnTo>
                  <a:lnTo>
                    <a:pt x="1536700" y="166624"/>
                  </a:lnTo>
                  <a:lnTo>
                    <a:pt x="1522945" y="131838"/>
                  </a:lnTo>
                  <a:lnTo>
                    <a:pt x="1516418" y="124333"/>
                  </a:lnTo>
                  <a:lnTo>
                    <a:pt x="1499438" y="104838"/>
                  </a:lnTo>
                  <a:lnTo>
                    <a:pt x="1483487" y="95948"/>
                  </a:lnTo>
                  <a:lnTo>
                    <a:pt x="1483487" y="170053"/>
                  </a:lnTo>
                  <a:lnTo>
                    <a:pt x="1388745" y="170053"/>
                  </a:lnTo>
                  <a:lnTo>
                    <a:pt x="1394129" y="153060"/>
                  </a:lnTo>
                  <a:lnTo>
                    <a:pt x="1403502" y="139293"/>
                  </a:lnTo>
                  <a:lnTo>
                    <a:pt x="1416062" y="129476"/>
                  </a:lnTo>
                  <a:lnTo>
                    <a:pt x="1431036" y="124333"/>
                  </a:lnTo>
                  <a:lnTo>
                    <a:pt x="1437005" y="124333"/>
                  </a:lnTo>
                  <a:lnTo>
                    <a:pt x="1453261" y="127787"/>
                  </a:lnTo>
                  <a:lnTo>
                    <a:pt x="1467192" y="137337"/>
                  </a:lnTo>
                  <a:lnTo>
                    <a:pt x="1477645" y="151828"/>
                  </a:lnTo>
                  <a:lnTo>
                    <a:pt x="1483487" y="170053"/>
                  </a:lnTo>
                  <a:lnTo>
                    <a:pt x="1483487" y="95948"/>
                  </a:lnTo>
                  <a:lnTo>
                    <a:pt x="1468132" y="87376"/>
                  </a:lnTo>
                  <a:lnTo>
                    <a:pt x="1431036" y="81153"/>
                  </a:lnTo>
                  <a:lnTo>
                    <a:pt x="1399514" y="85864"/>
                  </a:lnTo>
                  <a:lnTo>
                    <a:pt x="1371638" y="99060"/>
                  </a:lnTo>
                  <a:lnTo>
                    <a:pt x="1348498" y="119418"/>
                  </a:lnTo>
                  <a:lnTo>
                    <a:pt x="1331214" y="145542"/>
                  </a:lnTo>
                  <a:lnTo>
                    <a:pt x="1331214" y="147193"/>
                  </a:lnTo>
                  <a:lnTo>
                    <a:pt x="1329563" y="147955"/>
                  </a:lnTo>
                  <a:lnTo>
                    <a:pt x="1325638" y="162242"/>
                  </a:lnTo>
                  <a:lnTo>
                    <a:pt x="1322730" y="176974"/>
                  </a:lnTo>
                  <a:lnTo>
                    <a:pt x="1320914" y="191998"/>
                  </a:lnTo>
                  <a:lnTo>
                    <a:pt x="1320292" y="207137"/>
                  </a:lnTo>
                  <a:lnTo>
                    <a:pt x="1320292" y="213106"/>
                  </a:lnTo>
                  <a:lnTo>
                    <a:pt x="1327023" y="251206"/>
                  </a:lnTo>
                  <a:lnTo>
                    <a:pt x="1350086" y="289306"/>
                  </a:lnTo>
                  <a:lnTo>
                    <a:pt x="1393012" y="315607"/>
                  </a:lnTo>
                  <a:lnTo>
                    <a:pt x="1429385" y="321437"/>
                  </a:lnTo>
                  <a:lnTo>
                    <a:pt x="1465478" y="316166"/>
                  </a:lnTo>
                  <a:lnTo>
                    <a:pt x="1496453" y="301523"/>
                  </a:lnTo>
                  <a:lnTo>
                    <a:pt x="1520304" y="279273"/>
                  </a:lnTo>
                  <a:lnTo>
                    <a:pt x="1524838" y="270637"/>
                  </a:lnTo>
                  <a:lnTo>
                    <a:pt x="1535049" y="251206"/>
                  </a:lnTo>
                  <a:lnTo>
                    <a:pt x="1490484" y="232778"/>
                  </a:lnTo>
                  <a:lnTo>
                    <a:pt x="1490141" y="232778"/>
                  </a:lnTo>
                  <a:lnTo>
                    <a:pt x="1481328" y="248196"/>
                  </a:lnTo>
                  <a:lnTo>
                    <a:pt x="1469199" y="260184"/>
                  </a:lnTo>
                  <a:lnTo>
                    <a:pt x="1454670" y="267906"/>
                  </a:lnTo>
                  <a:lnTo>
                    <a:pt x="1438656" y="270637"/>
                  </a:lnTo>
                  <a:lnTo>
                    <a:pt x="1420647" y="267195"/>
                  </a:lnTo>
                  <a:lnTo>
                    <a:pt x="1405102" y="257644"/>
                  </a:lnTo>
                  <a:lnTo>
                    <a:pt x="1392593" y="243154"/>
                  </a:lnTo>
                  <a:lnTo>
                    <a:pt x="1383665" y="224917"/>
                  </a:lnTo>
                  <a:lnTo>
                    <a:pt x="1383665" y="224155"/>
                  </a:lnTo>
                  <a:lnTo>
                    <a:pt x="1382776" y="223266"/>
                  </a:lnTo>
                  <a:lnTo>
                    <a:pt x="1382776" y="220726"/>
                  </a:lnTo>
                  <a:lnTo>
                    <a:pt x="1382014" y="219075"/>
                  </a:lnTo>
                  <a:lnTo>
                    <a:pt x="1380363" y="215646"/>
                  </a:lnTo>
                  <a:lnTo>
                    <a:pt x="1380363" y="214757"/>
                  </a:lnTo>
                  <a:lnTo>
                    <a:pt x="1541018" y="214757"/>
                  </a:lnTo>
                  <a:close/>
                </a:path>
                <a:path w="2114550" h="384809">
                  <a:moveTo>
                    <a:pt x="1596771" y="293497"/>
                  </a:moveTo>
                  <a:lnTo>
                    <a:pt x="1594827" y="283806"/>
                  </a:lnTo>
                  <a:lnTo>
                    <a:pt x="1589493" y="275704"/>
                  </a:lnTo>
                  <a:lnTo>
                    <a:pt x="1581442" y="270167"/>
                  </a:lnTo>
                  <a:lnTo>
                    <a:pt x="1571371" y="268097"/>
                  </a:lnTo>
                  <a:lnTo>
                    <a:pt x="1561731" y="270167"/>
                  </a:lnTo>
                  <a:lnTo>
                    <a:pt x="1553679" y="275704"/>
                  </a:lnTo>
                  <a:lnTo>
                    <a:pt x="1548142" y="283806"/>
                  </a:lnTo>
                  <a:lnTo>
                    <a:pt x="1546098" y="293497"/>
                  </a:lnTo>
                  <a:lnTo>
                    <a:pt x="1548142" y="303504"/>
                  </a:lnTo>
                  <a:lnTo>
                    <a:pt x="1553679" y="311518"/>
                  </a:lnTo>
                  <a:lnTo>
                    <a:pt x="1561731" y="316839"/>
                  </a:lnTo>
                  <a:lnTo>
                    <a:pt x="1571371" y="318782"/>
                  </a:lnTo>
                  <a:lnTo>
                    <a:pt x="1581442" y="316839"/>
                  </a:lnTo>
                  <a:lnTo>
                    <a:pt x="1589493" y="311518"/>
                  </a:lnTo>
                  <a:lnTo>
                    <a:pt x="1594827" y="303504"/>
                  </a:lnTo>
                  <a:lnTo>
                    <a:pt x="1596771" y="293497"/>
                  </a:lnTo>
                  <a:close/>
                </a:path>
                <a:path w="2114550" h="384809">
                  <a:moveTo>
                    <a:pt x="1717802" y="300228"/>
                  </a:moveTo>
                  <a:lnTo>
                    <a:pt x="1709483" y="288417"/>
                  </a:lnTo>
                  <a:lnTo>
                    <a:pt x="1700022" y="274955"/>
                  </a:lnTo>
                  <a:lnTo>
                    <a:pt x="1695589" y="280606"/>
                  </a:lnTo>
                  <a:lnTo>
                    <a:pt x="1690052" y="284835"/>
                  </a:lnTo>
                  <a:lnTo>
                    <a:pt x="1683550" y="287502"/>
                  </a:lnTo>
                  <a:lnTo>
                    <a:pt x="1676273" y="288417"/>
                  </a:lnTo>
                  <a:lnTo>
                    <a:pt x="1664843" y="285470"/>
                  </a:lnTo>
                  <a:lnTo>
                    <a:pt x="1655419" y="277431"/>
                  </a:lnTo>
                  <a:lnTo>
                    <a:pt x="1649031" y="265595"/>
                  </a:lnTo>
                  <a:lnTo>
                    <a:pt x="1646682" y="251206"/>
                  </a:lnTo>
                  <a:lnTo>
                    <a:pt x="1648929" y="237261"/>
                  </a:lnTo>
                  <a:lnTo>
                    <a:pt x="1655140" y="225653"/>
                  </a:lnTo>
                  <a:lnTo>
                    <a:pt x="1664512" y="217703"/>
                  </a:lnTo>
                  <a:lnTo>
                    <a:pt x="1676273" y="214757"/>
                  </a:lnTo>
                  <a:lnTo>
                    <a:pt x="1683550" y="215709"/>
                  </a:lnTo>
                  <a:lnTo>
                    <a:pt x="1690052" y="218478"/>
                  </a:lnTo>
                  <a:lnTo>
                    <a:pt x="1695589" y="223012"/>
                  </a:lnTo>
                  <a:lnTo>
                    <a:pt x="1700022" y="229235"/>
                  </a:lnTo>
                  <a:lnTo>
                    <a:pt x="1708823" y="214757"/>
                  </a:lnTo>
                  <a:lnTo>
                    <a:pt x="1674622" y="186944"/>
                  </a:lnTo>
                  <a:lnTo>
                    <a:pt x="1648942" y="191985"/>
                  </a:lnTo>
                  <a:lnTo>
                    <a:pt x="1627987" y="205740"/>
                  </a:lnTo>
                  <a:lnTo>
                    <a:pt x="1613877" y="226174"/>
                  </a:lnTo>
                  <a:lnTo>
                    <a:pt x="1608709" y="251206"/>
                  </a:lnTo>
                  <a:lnTo>
                    <a:pt x="1613877" y="276694"/>
                  </a:lnTo>
                  <a:lnTo>
                    <a:pt x="1627987" y="297345"/>
                  </a:lnTo>
                  <a:lnTo>
                    <a:pt x="1648942" y="311188"/>
                  </a:lnTo>
                  <a:lnTo>
                    <a:pt x="1674622" y="316230"/>
                  </a:lnTo>
                  <a:lnTo>
                    <a:pt x="1686458" y="315036"/>
                  </a:lnTo>
                  <a:lnTo>
                    <a:pt x="1697774" y="311708"/>
                  </a:lnTo>
                  <a:lnTo>
                    <a:pt x="1708315" y="306641"/>
                  </a:lnTo>
                  <a:lnTo>
                    <a:pt x="1717802" y="300228"/>
                  </a:lnTo>
                  <a:close/>
                </a:path>
                <a:path w="2114550" h="384809">
                  <a:moveTo>
                    <a:pt x="1855597" y="252857"/>
                  </a:moveTo>
                  <a:lnTo>
                    <a:pt x="1850707" y="227241"/>
                  </a:lnTo>
                  <a:lnTo>
                    <a:pt x="1840560" y="212344"/>
                  </a:lnTo>
                  <a:lnTo>
                    <a:pt x="1836432" y="206286"/>
                  </a:lnTo>
                  <a:lnTo>
                    <a:pt x="1818386" y="194360"/>
                  </a:lnTo>
                  <a:lnTo>
                    <a:pt x="1818386" y="248666"/>
                  </a:lnTo>
                  <a:lnTo>
                    <a:pt x="1816125" y="262026"/>
                  </a:lnTo>
                  <a:lnTo>
                    <a:pt x="1809915" y="273342"/>
                  </a:lnTo>
                  <a:lnTo>
                    <a:pt x="1800390" y="281305"/>
                  </a:lnTo>
                  <a:lnTo>
                    <a:pt x="1800034" y="281305"/>
                  </a:lnTo>
                  <a:lnTo>
                    <a:pt x="1788795" y="284099"/>
                  </a:lnTo>
                  <a:lnTo>
                    <a:pt x="1777415" y="281305"/>
                  </a:lnTo>
                  <a:lnTo>
                    <a:pt x="1767992" y="273672"/>
                  </a:lnTo>
                  <a:lnTo>
                    <a:pt x="1761566" y="262407"/>
                  </a:lnTo>
                  <a:lnTo>
                    <a:pt x="1759204" y="248666"/>
                  </a:lnTo>
                  <a:lnTo>
                    <a:pt x="1761820" y="234797"/>
                  </a:lnTo>
                  <a:lnTo>
                    <a:pt x="1767992" y="223227"/>
                  </a:lnTo>
                  <a:lnTo>
                    <a:pt x="1777161" y="215290"/>
                  </a:lnTo>
                  <a:lnTo>
                    <a:pt x="1788795" y="212344"/>
                  </a:lnTo>
                  <a:lnTo>
                    <a:pt x="1800720" y="215290"/>
                  </a:lnTo>
                  <a:lnTo>
                    <a:pt x="1800364" y="215290"/>
                  </a:lnTo>
                  <a:lnTo>
                    <a:pt x="1809635" y="222885"/>
                  </a:lnTo>
                  <a:lnTo>
                    <a:pt x="1816023" y="234429"/>
                  </a:lnTo>
                  <a:lnTo>
                    <a:pt x="1818386" y="248666"/>
                  </a:lnTo>
                  <a:lnTo>
                    <a:pt x="1818386" y="194360"/>
                  </a:lnTo>
                  <a:lnTo>
                    <a:pt x="1815033" y="192138"/>
                  </a:lnTo>
                  <a:lnTo>
                    <a:pt x="1788795" y="186944"/>
                  </a:lnTo>
                  <a:lnTo>
                    <a:pt x="1762658" y="192138"/>
                  </a:lnTo>
                  <a:lnTo>
                    <a:pt x="1741436" y="206286"/>
                  </a:lnTo>
                  <a:lnTo>
                    <a:pt x="1727187" y="227241"/>
                  </a:lnTo>
                  <a:lnTo>
                    <a:pt x="1721993" y="252857"/>
                  </a:lnTo>
                  <a:lnTo>
                    <a:pt x="1727238" y="278041"/>
                  </a:lnTo>
                  <a:lnTo>
                    <a:pt x="1727314" y="278422"/>
                  </a:lnTo>
                  <a:lnTo>
                    <a:pt x="1741766" y="299110"/>
                  </a:lnTo>
                  <a:lnTo>
                    <a:pt x="1763026" y="312966"/>
                  </a:lnTo>
                  <a:lnTo>
                    <a:pt x="1788795" y="318020"/>
                  </a:lnTo>
                  <a:lnTo>
                    <a:pt x="1814296" y="312966"/>
                  </a:lnTo>
                  <a:lnTo>
                    <a:pt x="1814741" y="312966"/>
                  </a:lnTo>
                  <a:lnTo>
                    <a:pt x="1836140" y="298780"/>
                  </a:lnTo>
                  <a:lnTo>
                    <a:pt x="1846224" y="284099"/>
                  </a:lnTo>
                  <a:lnTo>
                    <a:pt x="1850390" y="278041"/>
                  </a:lnTo>
                  <a:lnTo>
                    <a:pt x="1855597" y="252857"/>
                  </a:lnTo>
                  <a:close/>
                </a:path>
                <a:path w="2114550" h="384809">
                  <a:moveTo>
                    <a:pt x="2044192" y="206375"/>
                  </a:moveTo>
                  <a:lnTo>
                    <a:pt x="2040648" y="202184"/>
                  </a:lnTo>
                  <a:lnTo>
                    <a:pt x="2037816" y="198818"/>
                  </a:lnTo>
                  <a:lnTo>
                    <a:pt x="2029218" y="192963"/>
                  </a:lnTo>
                  <a:lnTo>
                    <a:pt x="2019020" y="189179"/>
                  </a:lnTo>
                  <a:lnTo>
                    <a:pt x="2008390" y="187896"/>
                  </a:lnTo>
                  <a:lnTo>
                    <a:pt x="2007235" y="187896"/>
                  </a:lnTo>
                  <a:lnTo>
                    <a:pt x="1997417" y="188887"/>
                  </a:lnTo>
                  <a:lnTo>
                    <a:pt x="1988058" y="191820"/>
                  </a:lnTo>
                  <a:lnTo>
                    <a:pt x="1980107" y="196354"/>
                  </a:lnTo>
                  <a:lnTo>
                    <a:pt x="1973961" y="202184"/>
                  </a:lnTo>
                  <a:lnTo>
                    <a:pt x="1969922" y="197993"/>
                  </a:lnTo>
                  <a:lnTo>
                    <a:pt x="1967547" y="195516"/>
                  </a:lnTo>
                  <a:lnTo>
                    <a:pt x="1959749" y="190754"/>
                  </a:lnTo>
                  <a:lnTo>
                    <a:pt x="1950821" y="187896"/>
                  </a:lnTo>
                  <a:lnTo>
                    <a:pt x="1941068" y="186944"/>
                  </a:lnTo>
                  <a:lnTo>
                    <a:pt x="1931898" y="187706"/>
                  </a:lnTo>
                  <a:lnTo>
                    <a:pt x="1923694" y="189903"/>
                  </a:lnTo>
                  <a:lnTo>
                    <a:pt x="1916772" y="193382"/>
                  </a:lnTo>
                  <a:lnTo>
                    <a:pt x="1911477" y="197993"/>
                  </a:lnTo>
                  <a:lnTo>
                    <a:pt x="1911477" y="193675"/>
                  </a:lnTo>
                  <a:lnTo>
                    <a:pt x="1873377" y="193675"/>
                  </a:lnTo>
                  <a:lnTo>
                    <a:pt x="1873377" y="309499"/>
                  </a:lnTo>
                  <a:lnTo>
                    <a:pt x="1910588" y="309499"/>
                  </a:lnTo>
                  <a:lnTo>
                    <a:pt x="1910588" y="224917"/>
                  </a:lnTo>
                  <a:lnTo>
                    <a:pt x="1912239" y="217297"/>
                  </a:lnTo>
                  <a:lnTo>
                    <a:pt x="1918970" y="212344"/>
                  </a:lnTo>
                  <a:lnTo>
                    <a:pt x="1931797" y="212344"/>
                  </a:lnTo>
                  <a:lnTo>
                    <a:pt x="1936750" y="217297"/>
                  </a:lnTo>
                  <a:lnTo>
                    <a:pt x="1940179" y="224917"/>
                  </a:lnTo>
                  <a:lnTo>
                    <a:pt x="1940179" y="309499"/>
                  </a:lnTo>
                  <a:lnTo>
                    <a:pt x="1978279" y="309499"/>
                  </a:lnTo>
                  <a:lnTo>
                    <a:pt x="1978279" y="224917"/>
                  </a:lnTo>
                  <a:lnTo>
                    <a:pt x="1979930" y="219075"/>
                  </a:lnTo>
                  <a:lnTo>
                    <a:pt x="1986788" y="213106"/>
                  </a:lnTo>
                  <a:lnTo>
                    <a:pt x="1999361" y="213106"/>
                  </a:lnTo>
                  <a:lnTo>
                    <a:pt x="2005330" y="219075"/>
                  </a:lnTo>
                  <a:lnTo>
                    <a:pt x="2007870" y="224917"/>
                  </a:lnTo>
                  <a:lnTo>
                    <a:pt x="2007870" y="309499"/>
                  </a:lnTo>
                  <a:lnTo>
                    <a:pt x="2044192" y="309499"/>
                  </a:lnTo>
                  <a:lnTo>
                    <a:pt x="2044192" y="213106"/>
                  </a:lnTo>
                  <a:lnTo>
                    <a:pt x="2044192" y="212344"/>
                  </a:lnTo>
                  <a:lnTo>
                    <a:pt x="2044192" y="206375"/>
                  </a:lnTo>
                  <a:close/>
                </a:path>
                <a:path w="2114550" h="384809">
                  <a:moveTo>
                    <a:pt x="2089023" y="165735"/>
                  </a:moveTo>
                  <a:lnTo>
                    <a:pt x="2088134" y="164617"/>
                  </a:lnTo>
                  <a:lnTo>
                    <a:pt x="2088134" y="165735"/>
                  </a:lnTo>
                  <a:lnTo>
                    <a:pt x="2088134" y="170053"/>
                  </a:lnTo>
                  <a:lnTo>
                    <a:pt x="2086483" y="172466"/>
                  </a:lnTo>
                  <a:lnTo>
                    <a:pt x="2084705" y="173355"/>
                  </a:lnTo>
                  <a:lnTo>
                    <a:pt x="2072132" y="173355"/>
                  </a:lnTo>
                  <a:lnTo>
                    <a:pt x="2072132" y="162433"/>
                  </a:lnTo>
                  <a:lnTo>
                    <a:pt x="2084705" y="162433"/>
                  </a:lnTo>
                  <a:lnTo>
                    <a:pt x="2086483" y="164084"/>
                  </a:lnTo>
                  <a:lnTo>
                    <a:pt x="2088134" y="165735"/>
                  </a:lnTo>
                  <a:lnTo>
                    <a:pt x="2088134" y="164617"/>
                  </a:lnTo>
                  <a:lnTo>
                    <a:pt x="2086419" y="162433"/>
                  </a:lnTo>
                  <a:lnTo>
                    <a:pt x="2085721" y="161544"/>
                  </a:lnTo>
                  <a:lnTo>
                    <a:pt x="2082292" y="161544"/>
                  </a:lnTo>
                  <a:lnTo>
                    <a:pt x="2065401" y="162433"/>
                  </a:lnTo>
                  <a:lnTo>
                    <a:pt x="2065401" y="192024"/>
                  </a:lnTo>
                  <a:lnTo>
                    <a:pt x="2068703" y="192024"/>
                  </a:lnTo>
                  <a:lnTo>
                    <a:pt x="2068703" y="180975"/>
                  </a:lnTo>
                  <a:lnTo>
                    <a:pt x="2081530" y="180975"/>
                  </a:lnTo>
                  <a:lnTo>
                    <a:pt x="2084705" y="183515"/>
                  </a:lnTo>
                  <a:lnTo>
                    <a:pt x="2084705" y="192024"/>
                  </a:lnTo>
                  <a:lnTo>
                    <a:pt x="2088134" y="192024"/>
                  </a:lnTo>
                  <a:lnTo>
                    <a:pt x="2088134" y="181864"/>
                  </a:lnTo>
                  <a:lnTo>
                    <a:pt x="2087245" y="180975"/>
                  </a:lnTo>
                  <a:lnTo>
                    <a:pt x="2084705" y="178435"/>
                  </a:lnTo>
                  <a:lnTo>
                    <a:pt x="2086483" y="175895"/>
                  </a:lnTo>
                  <a:lnTo>
                    <a:pt x="2089023" y="174244"/>
                  </a:lnTo>
                  <a:lnTo>
                    <a:pt x="2089023" y="173355"/>
                  </a:lnTo>
                  <a:lnTo>
                    <a:pt x="2089023" y="165735"/>
                  </a:lnTo>
                  <a:close/>
                </a:path>
                <a:path w="2114550" h="384809">
                  <a:moveTo>
                    <a:pt x="2101710" y="151498"/>
                  </a:moveTo>
                  <a:lnTo>
                    <a:pt x="2093518" y="145999"/>
                  </a:lnTo>
                  <a:lnTo>
                    <a:pt x="2082292" y="143764"/>
                  </a:lnTo>
                  <a:lnTo>
                    <a:pt x="2081428" y="143941"/>
                  </a:lnTo>
                  <a:lnTo>
                    <a:pt x="2093683" y="146304"/>
                  </a:lnTo>
                  <a:lnTo>
                    <a:pt x="2101710" y="151498"/>
                  </a:lnTo>
                  <a:close/>
                </a:path>
                <a:path w="2114550" h="384809">
                  <a:moveTo>
                    <a:pt x="2114423" y="176784"/>
                  </a:moveTo>
                  <a:lnTo>
                    <a:pt x="2111743" y="163753"/>
                  </a:lnTo>
                  <a:lnTo>
                    <a:pt x="2104466" y="153276"/>
                  </a:lnTo>
                  <a:lnTo>
                    <a:pt x="2102675" y="152120"/>
                  </a:lnTo>
                  <a:lnTo>
                    <a:pt x="2103412" y="153276"/>
                  </a:lnTo>
                  <a:lnTo>
                    <a:pt x="2108758" y="161239"/>
                  </a:lnTo>
                  <a:lnTo>
                    <a:pt x="2110994" y="172466"/>
                  </a:lnTo>
                  <a:lnTo>
                    <a:pt x="2109279" y="183349"/>
                  </a:lnTo>
                  <a:lnTo>
                    <a:pt x="2103513" y="192430"/>
                  </a:lnTo>
                  <a:lnTo>
                    <a:pt x="2094712" y="198958"/>
                  </a:lnTo>
                  <a:lnTo>
                    <a:pt x="2083943" y="202184"/>
                  </a:lnTo>
                  <a:lnTo>
                    <a:pt x="2072690" y="200393"/>
                  </a:lnTo>
                  <a:lnTo>
                    <a:pt x="2063470" y="194500"/>
                  </a:lnTo>
                  <a:lnTo>
                    <a:pt x="2057095" y="185470"/>
                  </a:lnTo>
                  <a:lnTo>
                    <a:pt x="2054352" y="174244"/>
                  </a:lnTo>
                  <a:lnTo>
                    <a:pt x="2054352" y="171704"/>
                  </a:lnTo>
                  <a:lnTo>
                    <a:pt x="2081428" y="143941"/>
                  </a:lnTo>
                  <a:lnTo>
                    <a:pt x="2080514" y="143764"/>
                  </a:lnTo>
                  <a:lnTo>
                    <a:pt x="2067090" y="146304"/>
                  </a:lnTo>
                  <a:lnTo>
                    <a:pt x="2056384" y="153276"/>
                  </a:lnTo>
                  <a:lnTo>
                    <a:pt x="2049284" y="163753"/>
                  </a:lnTo>
                  <a:lnTo>
                    <a:pt x="2046732" y="176784"/>
                  </a:lnTo>
                  <a:lnTo>
                    <a:pt x="2049221" y="189306"/>
                  </a:lnTo>
                  <a:lnTo>
                    <a:pt x="2049284" y="189636"/>
                  </a:lnTo>
                  <a:lnTo>
                    <a:pt x="2056384" y="199809"/>
                  </a:lnTo>
                  <a:lnTo>
                    <a:pt x="2067090" y="206502"/>
                  </a:lnTo>
                  <a:lnTo>
                    <a:pt x="2080514" y="208915"/>
                  </a:lnTo>
                  <a:lnTo>
                    <a:pt x="2093125" y="206502"/>
                  </a:lnTo>
                  <a:lnTo>
                    <a:pt x="2093518" y="206502"/>
                  </a:lnTo>
                  <a:lnTo>
                    <a:pt x="2100287" y="202184"/>
                  </a:lnTo>
                  <a:lnTo>
                    <a:pt x="2104466" y="199517"/>
                  </a:lnTo>
                  <a:lnTo>
                    <a:pt x="2111743" y="189306"/>
                  </a:lnTo>
                  <a:lnTo>
                    <a:pt x="2114423" y="176784"/>
                  </a:lnTo>
                  <a:close/>
                </a:path>
              </a:pathLst>
            </a:custGeom>
            <a:solidFill>
              <a:srgbClr val="0978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590167" y="8212962"/>
              <a:ext cx="795655" cy="372110"/>
            </a:xfrm>
            <a:custGeom>
              <a:avLst/>
              <a:gdLst/>
              <a:ahLst/>
              <a:cxnLst/>
              <a:rect l="l" t="t" r="r" b="b"/>
              <a:pathLst>
                <a:path w="795655" h="372109">
                  <a:moveTo>
                    <a:pt x="260604" y="262001"/>
                  </a:moveTo>
                  <a:lnTo>
                    <a:pt x="246659" y="216014"/>
                  </a:lnTo>
                  <a:lnTo>
                    <a:pt x="217678" y="185547"/>
                  </a:lnTo>
                  <a:lnTo>
                    <a:pt x="224536" y="176187"/>
                  </a:lnTo>
                  <a:lnTo>
                    <a:pt x="236296" y="157441"/>
                  </a:lnTo>
                  <a:lnTo>
                    <a:pt x="237680" y="154305"/>
                  </a:lnTo>
                  <a:lnTo>
                    <a:pt x="247408" y="132422"/>
                  </a:lnTo>
                  <a:lnTo>
                    <a:pt x="252349" y="104267"/>
                  </a:lnTo>
                  <a:lnTo>
                    <a:pt x="246481" y="76581"/>
                  </a:lnTo>
                  <a:lnTo>
                    <a:pt x="242912" y="59740"/>
                  </a:lnTo>
                  <a:lnTo>
                    <a:pt x="217335" y="27038"/>
                  </a:lnTo>
                  <a:lnTo>
                    <a:pt x="179641" y="6883"/>
                  </a:lnTo>
                  <a:lnTo>
                    <a:pt x="172085" y="5753"/>
                  </a:lnTo>
                  <a:lnTo>
                    <a:pt x="172085" y="255905"/>
                  </a:lnTo>
                  <a:lnTo>
                    <a:pt x="168465" y="271754"/>
                  </a:lnTo>
                  <a:lnTo>
                    <a:pt x="159600" y="283337"/>
                  </a:lnTo>
                  <a:lnTo>
                    <a:pt x="146215" y="290449"/>
                  </a:lnTo>
                  <a:lnTo>
                    <a:pt x="129032" y="292862"/>
                  </a:lnTo>
                  <a:lnTo>
                    <a:pt x="112420" y="289534"/>
                  </a:lnTo>
                  <a:lnTo>
                    <a:pt x="99187" y="280517"/>
                  </a:lnTo>
                  <a:lnTo>
                    <a:pt x="90411" y="267258"/>
                  </a:lnTo>
                  <a:lnTo>
                    <a:pt x="87249" y="251206"/>
                  </a:lnTo>
                  <a:lnTo>
                    <a:pt x="89065" y="237540"/>
                  </a:lnTo>
                  <a:lnTo>
                    <a:pt x="93687" y="225425"/>
                  </a:lnTo>
                  <a:lnTo>
                    <a:pt x="99885" y="215138"/>
                  </a:lnTo>
                  <a:lnTo>
                    <a:pt x="106426" y="206883"/>
                  </a:lnTo>
                  <a:lnTo>
                    <a:pt x="131305" y="218287"/>
                  </a:lnTo>
                  <a:lnTo>
                    <a:pt x="152247" y="229641"/>
                  </a:lnTo>
                  <a:lnTo>
                    <a:pt x="166700" y="241871"/>
                  </a:lnTo>
                  <a:lnTo>
                    <a:pt x="172085" y="255905"/>
                  </a:lnTo>
                  <a:lnTo>
                    <a:pt x="172085" y="5753"/>
                  </a:lnTo>
                  <a:lnTo>
                    <a:pt x="168529" y="5219"/>
                  </a:lnTo>
                  <a:lnTo>
                    <a:pt x="168529" y="109982"/>
                  </a:lnTo>
                  <a:lnTo>
                    <a:pt x="166992" y="125222"/>
                  </a:lnTo>
                  <a:lnTo>
                    <a:pt x="163474" y="138010"/>
                  </a:lnTo>
                  <a:lnTo>
                    <a:pt x="159524" y="147866"/>
                  </a:lnTo>
                  <a:lnTo>
                    <a:pt x="156718" y="154305"/>
                  </a:lnTo>
                  <a:lnTo>
                    <a:pt x="134721" y="144475"/>
                  </a:lnTo>
                  <a:lnTo>
                    <a:pt x="116801" y="133781"/>
                  </a:lnTo>
                  <a:lnTo>
                    <a:pt x="104736" y="121069"/>
                  </a:lnTo>
                  <a:lnTo>
                    <a:pt x="100330" y="105156"/>
                  </a:lnTo>
                  <a:lnTo>
                    <a:pt x="101549" y="94272"/>
                  </a:lnTo>
                  <a:lnTo>
                    <a:pt x="106946" y="85153"/>
                  </a:lnTo>
                  <a:lnTo>
                    <a:pt x="116725" y="78981"/>
                  </a:lnTo>
                  <a:lnTo>
                    <a:pt x="116370" y="78981"/>
                  </a:lnTo>
                  <a:lnTo>
                    <a:pt x="131572" y="76581"/>
                  </a:lnTo>
                  <a:lnTo>
                    <a:pt x="146875" y="78981"/>
                  </a:lnTo>
                  <a:lnTo>
                    <a:pt x="158521" y="85763"/>
                  </a:lnTo>
                  <a:lnTo>
                    <a:pt x="165925" y="96304"/>
                  </a:lnTo>
                  <a:lnTo>
                    <a:pt x="168529" y="109982"/>
                  </a:lnTo>
                  <a:lnTo>
                    <a:pt x="168529" y="5219"/>
                  </a:lnTo>
                  <a:lnTo>
                    <a:pt x="80860" y="8902"/>
                  </a:lnTo>
                  <a:lnTo>
                    <a:pt x="44513" y="32423"/>
                  </a:lnTo>
                  <a:lnTo>
                    <a:pt x="23583" y="65798"/>
                  </a:lnTo>
                  <a:lnTo>
                    <a:pt x="16891" y="104267"/>
                  </a:lnTo>
                  <a:lnTo>
                    <a:pt x="19164" y="125222"/>
                  </a:lnTo>
                  <a:lnTo>
                    <a:pt x="19227" y="125768"/>
                  </a:lnTo>
                  <a:lnTo>
                    <a:pt x="25806" y="144195"/>
                  </a:lnTo>
                  <a:lnTo>
                    <a:pt x="35953" y="159943"/>
                  </a:lnTo>
                  <a:lnTo>
                    <a:pt x="49022" y="173355"/>
                  </a:lnTo>
                  <a:lnTo>
                    <a:pt x="36804" y="184010"/>
                  </a:lnTo>
                  <a:lnTo>
                    <a:pt x="20459" y="202755"/>
                  </a:lnTo>
                  <a:lnTo>
                    <a:pt x="6134" y="228650"/>
                  </a:lnTo>
                  <a:lnTo>
                    <a:pt x="0" y="260731"/>
                  </a:lnTo>
                  <a:lnTo>
                    <a:pt x="8242" y="302336"/>
                  </a:lnTo>
                  <a:lnTo>
                    <a:pt x="32854" y="337883"/>
                  </a:lnTo>
                  <a:lnTo>
                    <a:pt x="73609" y="362673"/>
                  </a:lnTo>
                  <a:lnTo>
                    <a:pt x="130302" y="371983"/>
                  </a:lnTo>
                  <a:lnTo>
                    <a:pt x="187515" y="362521"/>
                  </a:lnTo>
                  <a:lnTo>
                    <a:pt x="228219" y="337566"/>
                  </a:lnTo>
                  <a:lnTo>
                    <a:pt x="252526" y="302336"/>
                  </a:lnTo>
                  <a:lnTo>
                    <a:pt x="254419" y="292862"/>
                  </a:lnTo>
                  <a:lnTo>
                    <a:pt x="260604" y="262001"/>
                  </a:lnTo>
                  <a:close/>
                </a:path>
                <a:path w="795655" h="372109">
                  <a:moveTo>
                    <a:pt x="514350" y="344297"/>
                  </a:moveTo>
                  <a:lnTo>
                    <a:pt x="477977" y="288163"/>
                  </a:lnTo>
                  <a:lnTo>
                    <a:pt x="446151" y="239014"/>
                  </a:lnTo>
                  <a:lnTo>
                    <a:pt x="480987" y="184277"/>
                  </a:lnTo>
                  <a:lnTo>
                    <a:pt x="513080" y="133858"/>
                  </a:lnTo>
                  <a:lnTo>
                    <a:pt x="426720" y="133858"/>
                  </a:lnTo>
                  <a:lnTo>
                    <a:pt x="406273" y="172085"/>
                  </a:lnTo>
                  <a:lnTo>
                    <a:pt x="404114" y="176911"/>
                  </a:lnTo>
                  <a:lnTo>
                    <a:pt x="401574" y="180467"/>
                  </a:lnTo>
                  <a:lnTo>
                    <a:pt x="399288" y="184277"/>
                  </a:lnTo>
                  <a:lnTo>
                    <a:pt x="398018" y="184277"/>
                  </a:lnTo>
                  <a:lnTo>
                    <a:pt x="394589" y="176911"/>
                  </a:lnTo>
                  <a:lnTo>
                    <a:pt x="390652" y="172085"/>
                  </a:lnTo>
                  <a:lnTo>
                    <a:pt x="371602" y="133858"/>
                  </a:lnTo>
                  <a:lnTo>
                    <a:pt x="285496" y="133858"/>
                  </a:lnTo>
                  <a:lnTo>
                    <a:pt x="353695" y="239014"/>
                  </a:lnTo>
                  <a:lnTo>
                    <a:pt x="285496" y="344297"/>
                  </a:lnTo>
                  <a:lnTo>
                    <a:pt x="370586" y="344297"/>
                  </a:lnTo>
                  <a:lnTo>
                    <a:pt x="393319" y="300228"/>
                  </a:lnTo>
                  <a:lnTo>
                    <a:pt x="395478" y="296418"/>
                  </a:lnTo>
                  <a:lnTo>
                    <a:pt x="399288" y="288163"/>
                  </a:lnTo>
                  <a:lnTo>
                    <a:pt x="400304" y="288163"/>
                  </a:lnTo>
                  <a:lnTo>
                    <a:pt x="404114" y="296418"/>
                  </a:lnTo>
                  <a:lnTo>
                    <a:pt x="406273" y="300228"/>
                  </a:lnTo>
                  <a:lnTo>
                    <a:pt x="429006" y="344297"/>
                  </a:lnTo>
                  <a:lnTo>
                    <a:pt x="514350" y="344297"/>
                  </a:lnTo>
                  <a:close/>
                </a:path>
                <a:path w="795655" h="372109">
                  <a:moveTo>
                    <a:pt x="795147" y="260731"/>
                  </a:moveTo>
                  <a:lnTo>
                    <a:pt x="782916" y="215861"/>
                  </a:lnTo>
                  <a:lnTo>
                    <a:pt x="753364" y="185547"/>
                  </a:lnTo>
                  <a:lnTo>
                    <a:pt x="760298" y="176187"/>
                  </a:lnTo>
                  <a:lnTo>
                    <a:pt x="772096" y="157441"/>
                  </a:lnTo>
                  <a:lnTo>
                    <a:pt x="773480" y="154305"/>
                  </a:lnTo>
                  <a:lnTo>
                    <a:pt x="783221" y="132422"/>
                  </a:lnTo>
                  <a:lnTo>
                    <a:pt x="788162" y="104267"/>
                  </a:lnTo>
                  <a:lnTo>
                    <a:pt x="782294" y="76581"/>
                  </a:lnTo>
                  <a:lnTo>
                    <a:pt x="778738" y="59740"/>
                  </a:lnTo>
                  <a:lnTo>
                    <a:pt x="753186" y="27038"/>
                  </a:lnTo>
                  <a:lnTo>
                    <a:pt x="715556" y="6883"/>
                  </a:lnTo>
                  <a:lnTo>
                    <a:pt x="708152" y="5778"/>
                  </a:lnTo>
                  <a:lnTo>
                    <a:pt x="708152" y="255905"/>
                  </a:lnTo>
                  <a:lnTo>
                    <a:pt x="704380" y="271754"/>
                  </a:lnTo>
                  <a:lnTo>
                    <a:pt x="695477" y="283337"/>
                  </a:lnTo>
                  <a:lnTo>
                    <a:pt x="682142" y="290449"/>
                  </a:lnTo>
                  <a:lnTo>
                    <a:pt x="665099" y="292862"/>
                  </a:lnTo>
                  <a:lnTo>
                    <a:pt x="648449" y="289534"/>
                  </a:lnTo>
                  <a:lnTo>
                    <a:pt x="635127" y="280517"/>
                  </a:lnTo>
                  <a:lnTo>
                    <a:pt x="626262" y="267258"/>
                  </a:lnTo>
                  <a:lnTo>
                    <a:pt x="623062" y="251206"/>
                  </a:lnTo>
                  <a:lnTo>
                    <a:pt x="624878" y="237540"/>
                  </a:lnTo>
                  <a:lnTo>
                    <a:pt x="629500" y="225425"/>
                  </a:lnTo>
                  <a:lnTo>
                    <a:pt x="635698" y="215138"/>
                  </a:lnTo>
                  <a:lnTo>
                    <a:pt x="642239" y="206883"/>
                  </a:lnTo>
                  <a:lnTo>
                    <a:pt x="667156" y="218287"/>
                  </a:lnTo>
                  <a:lnTo>
                    <a:pt x="688187" y="229641"/>
                  </a:lnTo>
                  <a:lnTo>
                    <a:pt x="702716" y="241871"/>
                  </a:lnTo>
                  <a:lnTo>
                    <a:pt x="708152" y="255905"/>
                  </a:lnTo>
                  <a:lnTo>
                    <a:pt x="708152" y="5778"/>
                  </a:lnTo>
                  <a:lnTo>
                    <a:pt x="704342" y="5194"/>
                  </a:lnTo>
                  <a:lnTo>
                    <a:pt x="704342" y="109982"/>
                  </a:lnTo>
                  <a:lnTo>
                    <a:pt x="702881" y="124498"/>
                  </a:lnTo>
                  <a:lnTo>
                    <a:pt x="702805" y="125222"/>
                  </a:lnTo>
                  <a:lnTo>
                    <a:pt x="699287" y="138010"/>
                  </a:lnTo>
                  <a:lnTo>
                    <a:pt x="695337" y="147866"/>
                  </a:lnTo>
                  <a:lnTo>
                    <a:pt x="692531" y="154305"/>
                  </a:lnTo>
                  <a:lnTo>
                    <a:pt x="670534" y="144475"/>
                  </a:lnTo>
                  <a:lnTo>
                    <a:pt x="652614" y="133781"/>
                  </a:lnTo>
                  <a:lnTo>
                    <a:pt x="640549" y="121069"/>
                  </a:lnTo>
                  <a:lnTo>
                    <a:pt x="636143" y="105156"/>
                  </a:lnTo>
                  <a:lnTo>
                    <a:pt x="637413" y="94272"/>
                  </a:lnTo>
                  <a:lnTo>
                    <a:pt x="642899" y="85153"/>
                  </a:lnTo>
                  <a:lnTo>
                    <a:pt x="652703" y="78981"/>
                  </a:lnTo>
                  <a:lnTo>
                    <a:pt x="652348" y="78981"/>
                  </a:lnTo>
                  <a:lnTo>
                    <a:pt x="667385" y="76581"/>
                  </a:lnTo>
                  <a:lnTo>
                    <a:pt x="682688" y="78981"/>
                  </a:lnTo>
                  <a:lnTo>
                    <a:pt x="694334" y="85763"/>
                  </a:lnTo>
                  <a:lnTo>
                    <a:pt x="701738" y="96304"/>
                  </a:lnTo>
                  <a:lnTo>
                    <a:pt x="704342" y="109982"/>
                  </a:lnTo>
                  <a:lnTo>
                    <a:pt x="704342" y="5194"/>
                  </a:lnTo>
                  <a:lnTo>
                    <a:pt x="616559" y="8699"/>
                  </a:lnTo>
                  <a:lnTo>
                    <a:pt x="579653" y="31788"/>
                  </a:lnTo>
                  <a:lnTo>
                    <a:pt x="558228" y="64731"/>
                  </a:lnTo>
                  <a:lnTo>
                    <a:pt x="551307" y="102997"/>
                  </a:lnTo>
                  <a:lnTo>
                    <a:pt x="553707" y="124498"/>
                  </a:lnTo>
                  <a:lnTo>
                    <a:pt x="560412" y="142925"/>
                  </a:lnTo>
                  <a:lnTo>
                    <a:pt x="570699" y="158673"/>
                  </a:lnTo>
                  <a:lnTo>
                    <a:pt x="583819" y="172085"/>
                  </a:lnTo>
                  <a:lnTo>
                    <a:pt x="571601" y="182740"/>
                  </a:lnTo>
                  <a:lnTo>
                    <a:pt x="555256" y="201485"/>
                  </a:lnTo>
                  <a:lnTo>
                    <a:pt x="540931" y="227380"/>
                  </a:lnTo>
                  <a:lnTo>
                    <a:pt x="534797" y="259461"/>
                  </a:lnTo>
                  <a:lnTo>
                    <a:pt x="543064" y="301066"/>
                  </a:lnTo>
                  <a:lnTo>
                    <a:pt x="567702" y="336613"/>
                  </a:lnTo>
                  <a:lnTo>
                    <a:pt x="608457" y="361403"/>
                  </a:lnTo>
                  <a:lnTo>
                    <a:pt x="665099" y="370713"/>
                  </a:lnTo>
                  <a:lnTo>
                    <a:pt x="722109" y="361251"/>
                  </a:lnTo>
                  <a:lnTo>
                    <a:pt x="762736" y="336308"/>
                  </a:lnTo>
                  <a:lnTo>
                    <a:pt x="787057" y="301066"/>
                  </a:lnTo>
                  <a:lnTo>
                    <a:pt x="788695" y="292862"/>
                  </a:lnTo>
                  <a:lnTo>
                    <a:pt x="795147" y="260731"/>
                  </a:lnTo>
                  <a:close/>
                </a:path>
              </a:pathLst>
            </a:custGeom>
            <a:solidFill>
              <a:srgbClr val="E0241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767827" y="2211577"/>
              <a:ext cx="1136903" cy="496189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13643355" y="7758175"/>
              <a:ext cx="419100" cy="347345"/>
            </a:xfrm>
            <a:custGeom>
              <a:avLst/>
              <a:gdLst/>
              <a:ahLst/>
              <a:cxnLst/>
              <a:rect l="l" t="t" r="r" b="b"/>
              <a:pathLst>
                <a:path w="419100" h="347345">
                  <a:moveTo>
                    <a:pt x="70381" y="278892"/>
                  </a:moveTo>
                  <a:lnTo>
                    <a:pt x="43815" y="278892"/>
                  </a:lnTo>
                  <a:lnTo>
                    <a:pt x="43815" y="314960"/>
                  </a:lnTo>
                  <a:lnTo>
                    <a:pt x="228219" y="347218"/>
                  </a:lnTo>
                  <a:lnTo>
                    <a:pt x="276059" y="336931"/>
                  </a:lnTo>
                  <a:lnTo>
                    <a:pt x="230632" y="336931"/>
                  </a:lnTo>
                  <a:lnTo>
                    <a:pt x="58547" y="307594"/>
                  </a:lnTo>
                  <a:lnTo>
                    <a:pt x="58547" y="280416"/>
                  </a:lnTo>
                  <a:lnTo>
                    <a:pt x="70381" y="278892"/>
                  </a:lnTo>
                  <a:close/>
                </a:path>
                <a:path w="419100" h="347345">
                  <a:moveTo>
                    <a:pt x="324582" y="23368"/>
                  </a:moveTo>
                  <a:lnTo>
                    <a:pt x="143001" y="23368"/>
                  </a:lnTo>
                  <a:lnTo>
                    <a:pt x="230632" y="123951"/>
                  </a:lnTo>
                  <a:lnTo>
                    <a:pt x="230632" y="336931"/>
                  </a:lnTo>
                  <a:lnTo>
                    <a:pt x="276059" y="336931"/>
                  </a:lnTo>
                  <a:lnTo>
                    <a:pt x="375284" y="315594"/>
                  </a:lnTo>
                  <a:lnTo>
                    <a:pt x="375284" y="267207"/>
                  </a:lnTo>
                  <a:lnTo>
                    <a:pt x="264286" y="267207"/>
                  </a:lnTo>
                  <a:lnTo>
                    <a:pt x="264286" y="215011"/>
                  </a:lnTo>
                  <a:lnTo>
                    <a:pt x="305688" y="212090"/>
                  </a:lnTo>
                  <a:lnTo>
                    <a:pt x="340429" y="212090"/>
                  </a:lnTo>
                  <a:lnTo>
                    <a:pt x="355726" y="211455"/>
                  </a:lnTo>
                  <a:lnTo>
                    <a:pt x="375284" y="211455"/>
                  </a:lnTo>
                  <a:lnTo>
                    <a:pt x="375284" y="199644"/>
                  </a:lnTo>
                  <a:lnTo>
                    <a:pt x="264286" y="199644"/>
                  </a:lnTo>
                  <a:lnTo>
                    <a:pt x="265811" y="146812"/>
                  </a:lnTo>
                  <a:lnTo>
                    <a:pt x="305688" y="145287"/>
                  </a:lnTo>
                  <a:lnTo>
                    <a:pt x="321309" y="145287"/>
                  </a:lnTo>
                  <a:lnTo>
                    <a:pt x="354076" y="144525"/>
                  </a:lnTo>
                  <a:lnTo>
                    <a:pt x="375284" y="144525"/>
                  </a:lnTo>
                  <a:lnTo>
                    <a:pt x="375284" y="121793"/>
                  </a:lnTo>
                  <a:lnTo>
                    <a:pt x="417533" y="121793"/>
                  </a:lnTo>
                  <a:lnTo>
                    <a:pt x="324582" y="23368"/>
                  </a:lnTo>
                  <a:close/>
                </a:path>
                <a:path w="419100" h="347345">
                  <a:moveTo>
                    <a:pt x="302513" y="0"/>
                  </a:moveTo>
                  <a:lnTo>
                    <a:pt x="115697" y="0"/>
                  </a:lnTo>
                  <a:lnTo>
                    <a:pt x="5461" y="123317"/>
                  </a:lnTo>
                  <a:lnTo>
                    <a:pt x="43815" y="123317"/>
                  </a:lnTo>
                  <a:lnTo>
                    <a:pt x="43815" y="254635"/>
                  </a:lnTo>
                  <a:lnTo>
                    <a:pt x="13970" y="258444"/>
                  </a:lnTo>
                  <a:lnTo>
                    <a:pt x="0" y="260604"/>
                  </a:lnTo>
                  <a:lnTo>
                    <a:pt x="3809" y="274574"/>
                  </a:lnTo>
                  <a:lnTo>
                    <a:pt x="6223" y="282701"/>
                  </a:lnTo>
                  <a:lnTo>
                    <a:pt x="18034" y="282701"/>
                  </a:lnTo>
                  <a:lnTo>
                    <a:pt x="43815" y="278892"/>
                  </a:lnTo>
                  <a:lnTo>
                    <a:pt x="70381" y="278892"/>
                  </a:lnTo>
                  <a:lnTo>
                    <a:pt x="138430" y="270129"/>
                  </a:lnTo>
                  <a:lnTo>
                    <a:pt x="152400" y="270129"/>
                  </a:lnTo>
                  <a:lnTo>
                    <a:pt x="150876" y="255524"/>
                  </a:lnTo>
                  <a:lnTo>
                    <a:pt x="150827" y="254635"/>
                  </a:lnTo>
                  <a:lnTo>
                    <a:pt x="150716" y="252603"/>
                  </a:lnTo>
                  <a:lnTo>
                    <a:pt x="58547" y="252603"/>
                  </a:lnTo>
                  <a:lnTo>
                    <a:pt x="59173" y="146812"/>
                  </a:lnTo>
                  <a:lnTo>
                    <a:pt x="59187" y="144525"/>
                  </a:lnTo>
                  <a:lnTo>
                    <a:pt x="59309" y="123951"/>
                  </a:lnTo>
                  <a:lnTo>
                    <a:pt x="143001" y="23368"/>
                  </a:lnTo>
                  <a:lnTo>
                    <a:pt x="324582" y="23368"/>
                  </a:lnTo>
                  <a:lnTo>
                    <a:pt x="302513" y="0"/>
                  </a:lnTo>
                  <a:close/>
                </a:path>
                <a:path w="419100" h="347345">
                  <a:moveTo>
                    <a:pt x="340429" y="212090"/>
                  </a:moveTo>
                  <a:lnTo>
                    <a:pt x="305688" y="212090"/>
                  </a:lnTo>
                  <a:lnTo>
                    <a:pt x="305688" y="263525"/>
                  </a:lnTo>
                  <a:lnTo>
                    <a:pt x="264286" y="267207"/>
                  </a:lnTo>
                  <a:lnTo>
                    <a:pt x="375284" y="267207"/>
                  </a:lnTo>
                  <a:lnTo>
                    <a:pt x="375284" y="263525"/>
                  </a:lnTo>
                  <a:lnTo>
                    <a:pt x="322072" y="263525"/>
                  </a:lnTo>
                  <a:lnTo>
                    <a:pt x="322072" y="212851"/>
                  </a:lnTo>
                  <a:lnTo>
                    <a:pt x="340429" y="212090"/>
                  </a:lnTo>
                  <a:close/>
                </a:path>
                <a:path w="419100" h="347345">
                  <a:moveTo>
                    <a:pt x="375284" y="211455"/>
                  </a:moveTo>
                  <a:lnTo>
                    <a:pt x="355726" y="211455"/>
                  </a:lnTo>
                  <a:lnTo>
                    <a:pt x="355726" y="259842"/>
                  </a:lnTo>
                  <a:lnTo>
                    <a:pt x="322072" y="263525"/>
                  </a:lnTo>
                  <a:lnTo>
                    <a:pt x="375284" y="263525"/>
                  </a:lnTo>
                  <a:lnTo>
                    <a:pt x="375284" y="211455"/>
                  </a:lnTo>
                  <a:close/>
                </a:path>
                <a:path w="419100" h="347345">
                  <a:moveTo>
                    <a:pt x="150113" y="241554"/>
                  </a:moveTo>
                  <a:lnTo>
                    <a:pt x="135255" y="244475"/>
                  </a:lnTo>
                  <a:lnTo>
                    <a:pt x="58547" y="252603"/>
                  </a:lnTo>
                  <a:lnTo>
                    <a:pt x="150716" y="252603"/>
                  </a:lnTo>
                  <a:lnTo>
                    <a:pt x="150113" y="241554"/>
                  </a:lnTo>
                  <a:close/>
                </a:path>
                <a:path w="419100" h="347345">
                  <a:moveTo>
                    <a:pt x="321309" y="145287"/>
                  </a:moveTo>
                  <a:lnTo>
                    <a:pt x="305688" y="145287"/>
                  </a:lnTo>
                  <a:lnTo>
                    <a:pt x="305688" y="195961"/>
                  </a:lnTo>
                  <a:lnTo>
                    <a:pt x="264286" y="199644"/>
                  </a:lnTo>
                  <a:lnTo>
                    <a:pt x="375284" y="199644"/>
                  </a:lnTo>
                  <a:lnTo>
                    <a:pt x="375284" y="195961"/>
                  </a:lnTo>
                  <a:lnTo>
                    <a:pt x="321309" y="195961"/>
                  </a:lnTo>
                  <a:lnTo>
                    <a:pt x="321309" y="145287"/>
                  </a:lnTo>
                  <a:close/>
                </a:path>
                <a:path w="419100" h="347345">
                  <a:moveTo>
                    <a:pt x="375284" y="144525"/>
                  </a:moveTo>
                  <a:lnTo>
                    <a:pt x="354076" y="144525"/>
                  </a:lnTo>
                  <a:lnTo>
                    <a:pt x="354076" y="193801"/>
                  </a:lnTo>
                  <a:lnTo>
                    <a:pt x="321309" y="195961"/>
                  </a:lnTo>
                  <a:lnTo>
                    <a:pt x="375284" y="195961"/>
                  </a:lnTo>
                  <a:lnTo>
                    <a:pt x="375284" y="144525"/>
                  </a:lnTo>
                  <a:close/>
                </a:path>
                <a:path w="419100" h="347345">
                  <a:moveTo>
                    <a:pt x="418973" y="121793"/>
                  </a:moveTo>
                  <a:lnTo>
                    <a:pt x="417533" y="121793"/>
                  </a:lnTo>
                  <a:lnTo>
                    <a:pt x="418973" y="123317"/>
                  </a:lnTo>
                  <a:lnTo>
                    <a:pt x="418973" y="121793"/>
                  </a:lnTo>
                  <a:close/>
                </a:path>
              </a:pathLst>
            </a:custGeom>
            <a:solidFill>
              <a:srgbClr val="046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731621" y="7867523"/>
              <a:ext cx="101726" cy="117475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4128115" y="7871968"/>
              <a:ext cx="1473835" cy="267335"/>
            </a:xfrm>
            <a:custGeom>
              <a:avLst/>
              <a:gdLst/>
              <a:ahLst/>
              <a:cxnLst/>
              <a:rect l="l" t="t" r="r" b="b"/>
              <a:pathLst>
                <a:path w="1473834" h="267334">
                  <a:moveTo>
                    <a:pt x="28067" y="5079"/>
                  </a:moveTo>
                  <a:lnTo>
                    <a:pt x="0" y="5079"/>
                  </a:lnTo>
                  <a:lnTo>
                    <a:pt x="0" y="204850"/>
                  </a:lnTo>
                  <a:lnTo>
                    <a:pt x="28067" y="204850"/>
                  </a:lnTo>
                  <a:lnTo>
                    <a:pt x="28067" y="111632"/>
                  </a:lnTo>
                  <a:lnTo>
                    <a:pt x="161036" y="111632"/>
                  </a:lnTo>
                  <a:lnTo>
                    <a:pt x="161036" y="88010"/>
                  </a:lnTo>
                  <a:lnTo>
                    <a:pt x="28067" y="88010"/>
                  </a:lnTo>
                  <a:lnTo>
                    <a:pt x="28067" y="5079"/>
                  </a:lnTo>
                  <a:close/>
                </a:path>
                <a:path w="1473834" h="267334">
                  <a:moveTo>
                    <a:pt x="161036" y="111632"/>
                  </a:moveTo>
                  <a:lnTo>
                    <a:pt x="132842" y="111632"/>
                  </a:lnTo>
                  <a:lnTo>
                    <a:pt x="132842" y="204850"/>
                  </a:lnTo>
                  <a:lnTo>
                    <a:pt x="161036" y="204850"/>
                  </a:lnTo>
                  <a:lnTo>
                    <a:pt x="161036" y="111632"/>
                  </a:lnTo>
                  <a:close/>
                </a:path>
                <a:path w="1473834" h="267334">
                  <a:moveTo>
                    <a:pt x="161036" y="5079"/>
                  </a:moveTo>
                  <a:lnTo>
                    <a:pt x="132842" y="5079"/>
                  </a:lnTo>
                  <a:lnTo>
                    <a:pt x="132842" y="88010"/>
                  </a:lnTo>
                  <a:lnTo>
                    <a:pt x="161036" y="88010"/>
                  </a:lnTo>
                  <a:lnTo>
                    <a:pt x="161036" y="5079"/>
                  </a:lnTo>
                  <a:close/>
                </a:path>
                <a:path w="1473834" h="267334">
                  <a:moveTo>
                    <a:pt x="265048" y="58673"/>
                  </a:moveTo>
                  <a:lnTo>
                    <a:pt x="235360" y="63678"/>
                  </a:lnTo>
                  <a:lnTo>
                    <a:pt x="211280" y="78327"/>
                  </a:lnTo>
                  <a:lnTo>
                    <a:pt x="195129" y="102072"/>
                  </a:lnTo>
                  <a:lnTo>
                    <a:pt x="189229" y="134365"/>
                  </a:lnTo>
                  <a:lnTo>
                    <a:pt x="194891" y="164695"/>
                  </a:lnTo>
                  <a:lnTo>
                    <a:pt x="210518" y="187832"/>
                  </a:lnTo>
                  <a:lnTo>
                    <a:pt x="234074" y="202588"/>
                  </a:lnTo>
                  <a:lnTo>
                    <a:pt x="263525" y="207771"/>
                  </a:lnTo>
                  <a:lnTo>
                    <a:pt x="291415" y="203380"/>
                  </a:lnTo>
                  <a:lnTo>
                    <a:pt x="316245" y="189690"/>
                  </a:lnTo>
                  <a:lnTo>
                    <a:pt x="316971" y="188721"/>
                  </a:lnTo>
                  <a:lnTo>
                    <a:pt x="264286" y="188721"/>
                  </a:lnTo>
                  <a:lnTo>
                    <a:pt x="245445" y="184449"/>
                  </a:lnTo>
                  <a:lnTo>
                    <a:pt x="230616" y="172735"/>
                  </a:lnTo>
                  <a:lnTo>
                    <a:pt x="220906" y="155235"/>
                  </a:lnTo>
                  <a:lnTo>
                    <a:pt x="217546" y="134365"/>
                  </a:lnTo>
                  <a:lnTo>
                    <a:pt x="217423" y="133603"/>
                  </a:lnTo>
                  <a:lnTo>
                    <a:pt x="220140" y="113609"/>
                  </a:lnTo>
                  <a:lnTo>
                    <a:pt x="220227" y="112966"/>
                  </a:lnTo>
                  <a:lnTo>
                    <a:pt x="228806" y="94805"/>
                  </a:lnTo>
                  <a:lnTo>
                    <a:pt x="243409" y="81883"/>
                  </a:lnTo>
                  <a:lnTo>
                    <a:pt x="264286" y="76961"/>
                  </a:lnTo>
                  <a:lnTo>
                    <a:pt x="318284" y="76961"/>
                  </a:lnTo>
                  <a:lnTo>
                    <a:pt x="296023" y="63255"/>
                  </a:lnTo>
                  <a:lnTo>
                    <a:pt x="265048" y="58673"/>
                  </a:lnTo>
                  <a:close/>
                </a:path>
                <a:path w="1473834" h="267334">
                  <a:moveTo>
                    <a:pt x="318284" y="76961"/>
                  </a:moveTo>
                  <a:lnTo>
                    <a:pt x="264286" y="76961"/>
                  </a:lnTo>
                  <a:lnTo>
                    <a:pt x="286129" y="82288"/>
                  </a:lnTo>
                  <a:lnTo>
                    <a:pt x="300624" y="95757"/>
                  </a:lnTo>
                  <a:lnTo>
                    <a:pt x="308667" y="113609"/>
                  </a:lnTo>
                  <a:lnTo>
                    <a:pt x="311047" y="131317"/>
                  </a:lnTo>
                  <a:lnTo>
                    <a:pt x="311150" y="132079"/>
                  </a:lnTo>
                  <a:lnTo>
                    <a:pt x="307667" y="154592"/>
                  </a:lnTo>
                  <a:lnTo>
                    <a:pt x="297957" y="172545"/>
                  </a:lnTo>
                  <a:lnTo>
                    <a:pt x="283024" y="184449"/>
                  </a:lnTo>
                  <a:lnTo>
                    <a:pt x="264286" y="188721"/>
                  </a:lnTo>
                  <a:lnTo>
                    <a:pt x="316971" y="188721"/>
                  </a:lnTo>
                  <a:lnTo>
                    <a:pt x="334051" y="165927"/>
                  </a:lnTo>
                  <a:lnTo>
                    <a:pt x="340867" y="131317"/>
                  </a:lnTo>
                  <a:lnTo>
                    <a:pt x="335397" y="101232"/>
                  </a:lnTo>
                  <a:lnTo>
                    <a:pt x="319960" y="77993"/>
                  </a:lnTo>
                  <a:lnTo>
                    <a:pt x="318284" y="76961"/>
                  </a:lnTo>
                  <a:close/>
                </a:path>
                <a:path w="1473834" h="267334">
                  <a:moveTo>
                    <a:pt x="481951" y="79247"/>
                  </a:moveTo>
                  <a:lnTo>
                    <a:pt x="432307" y="79247"/>
                  </a:lnTo>
                  <a:lnTo>
                    <a:pt x="446716" y="82135"/>
                  </a:lnTo>
                  <a:lnTo>
                    <a:pt x="456993" y="90249"/>
                  </a:lnTo>
                  <a:lnTo>
                    <a:pt x="463151" y="102768"/>
                  </a:lnTo>
                  <a:lnTo>
                    <a:pt x="465200" y="118871"/>
                  </a:lnTo>
                  <a:lnTo>
                    <a:pt x="465200" y="204850"/>
                  </a:lnTo>
                  <a:lnTo>
                    <a:pt x="492505" y="204850"/>
                  </a:lnTo>
                  <a:lnTo>
                    <a:pt x="492505" y="112267"/>
                  </a:lnTo>
                  <a:lnTo>
                    <a:pt x="494156" y="104139"/>
                  </a:lnTo>
                  <a:lnTo>
                    <a:pt x="499127" y="94851"/>
                  </a:lnTo>
                  <a:lnTo>
                    <a:pt x="506777" y="87169"/>
                  </a:lnTo>
                  <a:lnTo>
                    <a:pt x="507810" y="86613"/>
                  </a:lnTo>
                  <a:lnTo>
                    <a:pt x="486282" y="86613"/>
                  </a:lnTo>
                  <a:lnTo>
                    <a:pt x="481951" y="79247"/>
                  </a:lnTo>
                  <a:close/>
                </a:path>
                <a:path w="1473834" h="267334">
                  <a:moveTo>
                    <a:pt x="578645" y="80009"/>
                  </a:moveTo>
                  <a:lnTo>
                    <a:pt x="527684" y="80009"/>
                  </a:lnTo>
                  <a:lnTo>
                    <a:pt x="542093" y="83073"/>
                  </a:lnTo>
                  <a:lnTo>
                    <a:pt x="552370" y="91852"/>
                  </a:lnTo>
                  <a:lnTo>
                    <a:pt x="558528" y="105727"/>
                  </a:lnTo>
                  <a:lnTo>
                    <a:pt x="560577" y="124078"/>
                  </a:lnTo>
                  <a:lnTo>
                    <a:pt x="560577" y="204850"/>
                  </a:lnTo>
                  <a:lnTo>
                    <a:pt x="590296" y="204850"/>
                  </a:lnTo>
                  <a:lnTo>
                    <a:pt x="590296" y="120395"/>
                  </a:lnTo>
                  <a:lnTo>
                    <a:pt x="585271" y="90249"/>
                  </a:lnTo>
                  <a:lnTo>
                    <a:pt x="585204" y="89844"/>
                  </a:lnTo>
                  <a:lnTo>
                    <a:pt x="578645" y="80009"/>
                  </a:lnTo>
                  <a:close/>
                </a:path>
                <a:path w="1473834" h="267334">
                  <a:moveTo>
                    <a:pt x="391667" y="60832"/>
                  </a:moveTo>
                  <a:lnTo>
                    <a:pt x="366648" y="60832"/>
                  </a:lnTo>
                  <a:lnTo>
                    <a:pt x="367530" y="69734"/>
                  </a:lnTo>
                  <a:lnTo>
                    <a:pt x="367982" y="78898"/>
                  </a:lnTo>
                  <a:lnTo>
                    <a:pt x="367991" y="124078"/>
                  </a:lnTo>
                  <a:lnTo>
                    <a:pt x="367411" y="204088"/>
                  </a:lnTo>
                  <a:lnTo>
                    <a:pt x="395604" y="204088"/>
                  </a:lnTo>
                  <a:lnTo>
                    <a:pt x="395604" y="113029"/>
                  </a:lnTo>
                  <a:lnTo>
                    <a:pt x="396367" y="108711"/>
                  </a:lnTo>
                  <a:lnTo>
                    <a:pt x="397128" y="105028"/>
                  </a:lnTo>
                  <a:lnTo>
                    <a:pt x="402572" y="95375"/>
                  </a:lnTo>
                  <a:lnTo>
                    <a:pt x="410354" y="87169"/>
                  </a:lnTo>
                  <a:lnTo>
                    <a:pt x="416377" y="83692"/>
                  </a:lnTo>
                  <a:lnTo>
                    <a:pt x="392556" y="83692"/>
                  </a:lnTo>
                  <a:lnTo>
                    <a:pt x="392449" y="80934"/>
                  </a:lnTo>
                  <a:lnTo>
                    <a:pt x="392370" y="78898"/>
                  </a:lnTo>
                  <a:lnTo>
                    <a:pt x="392259" y="76041"/>
                  </a:lnTo>
                  <a:lnTo>
                    <a:pt x="392171" y="73771"/>
                  </a:lnTo>
                  <a:lnTo>
                    <a:pt x="392050" y="70675"/>
                  </a:lnTo>
                  <a:lnTo>
                    <a:pt x="391959" y="68325"/>
                  </a:lnTo>
                  <a:lnTo>
                    <a:pt x="391851" y="65563"/>
                  </a:lnTo>
                  <a:lnTo>
                    <a:pt x="391785" y="63859"/>
                  </a:lnTo>
                  <a:lnTo>
                    <a:pt x="391667" y="60832"/>
                  </a:lnTo>
                  <a:close/>
                </a:path>
                <a:path w="1473834" h="267334">
                  <a:moveTo>
                    <a:pt x="538733" y="57911"/>
                  </a:moveTo>
                  <a:lnTo>
                    <a:pt x="500030" y="71862"/>
                  </a:lnTo>
                  <a:lnTo>
                    <a:pt x="487171" y="86613"/>
                  </a:lnTo>
                  <a:lnTo>
                    <a:pt x="507810" y="86613"/>
                  </a:lnTo>
                  <a:lnTo>
                    <a:pt x="516499" y="81940"/>
                  </a:lnTo>
                  <a:lnTo>
                    <a:pt x="527684" y="80009"/>
                  </a:lnTo>
                  <a:lnTo>
                    <a:pt x="578645" y="80009"/>
                  </a:lnTo>
                  <a:lnTo>
                    <a:pt x="572420" y="70675"/>
                  </a:lnTo>
                  <a:lnTo>
                    <a:pt x="555831" y="60832"/>
                  </a:lnTo>
                  <a:lnTo>
                    <a:pt x="556206" y="60832"/>
                  </a:lnTo>
                  <a:lnTo>
                    <a:pt x="538733" y="57911"/>
                  </a:lnTo>
                  <a:close/>
                </a:path>
                <a:path w="1473834" h="267334">
                  <a:moveTo>
                    <a:pt x="442467" y="57911"/>
                  </a:moveTo>
                  <a:lnTo>
                    <a:pt x="424396" y="60021"/>
                  </a:lnTo>
                  <a:lnTo>
                    <a:pt x="424675" y="60021"/>
                  </a:lnTo>
                  <a:lnTo>
                    <a:pt x="411130" y="65563"/>
                  </a:lnTo>
                  <a:lnTo>
                    <a:pt x="400855" y="73771"/>
                  </a:lnTo>
                  <a:lnTo>
                    <a:pt x="393319" y="83692"/>
                  </a:lnTo>
                  <a:lnTo>
                    <a:pt x="416377" y="83692"/>
                  </a:lnTo>
                  <a:lnTo>
                    <a:pt x="420364" y="81401"/>
                  </a:lnTo>
                  <a:lnTo>
                    <a:pt x="432307" y="79247"/>
                  </a:lnTo>
                  <a:lnTo>
                    <a:pt x="481951" y="79247"/>
                  </a:lnTo>
                  <a:lnTo>
                    <a:pt x="479454" y="75003"/>
                  </a:lnTo>
                  <a:lnTo>
                    <a:pt x="469661" y="65928"/>
                  </a:lnTo>
                  <a:lnTo>
                    <a:pt x="457225" y="60021"/>
                  </a:lnTo>
                  <a:lnTo>
                    <a:pt x="442467" y="57911"/>
                  </a:lnTo>
                  <a:close/>
                </a:path>
                <a:path w="1473834" h="267334">
                  <a:moveTo>
                    <a:pt x="690371" y="54355"/>
                  </a:moveTo>
                  <a:lnTo>
                    <a:pt x="659636" y="60541"/>
                  </a:lnTo>
                  <a:lnTo>
                    <a:pt x="636222" y="77454"/>
                  </a:lnTo>
                  <a:lnTo>
                    <a:pt x="621309" y="102629"/>
                  </a:lnTo>
                  <a:lnTo>
                    <a:pt x="616076" y="133603"/>
                  </a:lnTo>
                  <a:lnTo>
                    <a:pt x="621478" y="163022"/>
                  </a:lnTo>
                  <a:lnTo>
                    <a:pt x="637000" y="186261"/>
                  </a:lnTo>
                  <a:lnTo>
                    <a:pt x="661618" y="201523"/>
                  </a:lnTo>
                  <a:lnTo>
                    <a:pt x="694308" y="207009"/>
                  </a:lnTo>
                  <a:lnTo>
                    <a:pt x="712069" y="206039"/>
                  </a:lnTo>
                  <a:lnTo>
                    <a:pt x="726757" y="203628"/>
                  </a:lnTo>
                  <a:lnTo>
                    <a:pt x="738493" y="200527"/>
                  </a:lnTo>
                  <a:lnTo>
                    <a:pt x="747394" y="197484"/>
                  </a:lnTo>
                  <a:lnTo>
                    <a:pt x="744651" y="186435"/>
                  </a:lnTo>
                  <a:lnTo>
                    <a:pt x="698246" y="186435"/>
                  </a:lnTo>
                  <a:lnTo>
                    <a:pt x="677691" y="183572"/>
                  </a:lnTo>
                  <a:lnTo>
                    <a:pt x="660590" y="174577"/>
                  </a:lnTo>
                  <a:lnTo>
                    <a:pt x="648632" y="158843"/>
                  </a:lnTo>
                  <a:lnTo>
                    <a:pt x="643508" y="135762"/>
                  </a:lnTo>
                  <a:lnTo>
                    <a:pt x="643508" y="135000"/>
                  </a:lnTo>
                  <a:lnTo>
                    <a:pt x="755269" y="135000"/>
                  </a:lnTo>
                  <a:lnTo>
                    <a:pt x="755269" y="132079"/>
                  </a:lnTo>
                  <a:lnTo>
                    <a:pt x="756030" y="128396"/>
                  </a:lnTo>
                  <a:lnTo>
                    <a:pt x="756030" y="123316"/>
                  </a:lnTo>
                  <a:lnTo>
                    <a:pt x="755162" y="116712"/>
                  </a:lnTo>
                  <a:lnTo>
                    <a:pt x="643508" y="116712"/>
                  </a:lnTo>
                  <a:lnTo>
                    <a:pt x="647436" y="102629"/>
                  </a:lnTo>
                  <a:lnTo>
                    <a:pt x="647563" y="102177"/>
                  </a:lnTo>
                  <a:lnTo>
                    <a:pt x="655748" y="88153"/>
                  </a:lnTo>
                  <a:lnTo>
                    <a:pt x="668958" y="77583"/>
                  </a:lnTo>
                  <a:lnTo>
                    <a:pt x="688086" y="73405"/>
                  </a:lnTo>
                  <a:lnTo>
                    <a:pt x="736526" y="73405"/>
                  </a:lnTo>
                  <a:lnTo>
                    <a:pt x="722758" y="61416"/>
                  </a:lnTo>
                  <a:lnTo>
                    <a:pt x="690371" y="54355"/>
                  </a:lnTo>
                  <a:close/>
                </a:path>
                <a:path w="1473834" h="267334">
                  <a:moveTo>
                    <a:pt x="742823" y="179069"/>
                  </a:moveTo>
                  <a:lnTo>
                    <a:pt x="734161" y="181774"/>
                  </a:lnTo>
                  <a:lnTo>
                    <a:pt x="724296" y="184134"/>
                  </a:lnTo>
                  <a:lnTo>
                    <a:pt x="712551" y="185802"/>
                  </a:lnTo>
                  <a:lnTo>
                    <a:pt x="698246" y="186435"/>
                  </a:lnTo>
                  <a:lnTo>
                    <a:pt x="744651" y="186435"/>
                  </a:lnTo>
                  <a:lnTo>
                    <a:pt x="742823" y="179069"/>
                  </a:lnTo>
                  <a:close/>
                </a:path>
                <a:path w="1473834" h="267334">
                  <a:moveTo>
                    <a:pt x="736526" y="73405"/>
                  </a:moveTo>
                  <a:lnTo>
                    <a:pt x="688086" y="73405"/>
                  </a:lnTo>
                  <a:lnTo>
                    <a:pt x="708140" y="77904"/>
                  </a:lnTo>
                  <a:lnTo>
                    <a:pt x="720312" y="89011"/>
                  </a:lnTo>
                  <a:lnTo>
                    <a:pt x="726340" y="103141"/>
                  </a:lnTo>
                  <a:lnTo>
                    <a:pt x="727963" y="116712"/>
                  </a:lnTo>
                  <a:lnTo>
                    <a:pt x="755162" y="116712"/>
                  </a:lnTo>
                  <a:lnTo>
                    <a:pt x="753377" y="103141"/>
                  </a:lnTo>
                  <a:lnTo>
                    <a:pt x="753250" y="102177"/>
                  </a:lnTo>
                  <a:lnTo>
                    <a:pt x="753147" y="101397"/>
                  </a:lnTo>
                  <a:lnTo>
                    <a:pt x="742870" y="78930"/>
                  </a:lnTo>
                  <a:lnTo>
                    <a:pt x="736526" y="73405"/>
                  </a:lnTo>
                  <a:close/>
                </a:path>
                <a:path w="1473834" h="267334">
                  <a:moveTo>
                    <a:pt x="877188" y="0"/>
                  </a:moveTo>
                  <a:lnTo>
                    <a:pt x="842771" y="0"/>
                  </a:lnTo>
                  <a:lnTo>
                    <a:pt x="767715" y="204088"/>
                  </a:lnTo>
                  <a:lnTo>
                    <a:pt x="797432" y="204088"/>
                  </a:lnTo>
                  <a:lnTo>
                    <a:pt x="819403" y="140969"/>
                  </a:lnTo>
                  <a:lnTo>
                    <a:pt x="929032" y="140969"/>
                  </a:lnTo>
                  <a:lnTo>
                    <a:pt x="921186" y="119633"/>
                  </a:lnTo>
                  <a:lnTo>
                    <a:pt x="824102" y="119633"/>
                  </a:lnTo>
                  <a:lnTo>
                    <a:pt x="845946" y="60832"/>
                  </a:lnTo>
                  <a:lnTo>
                    <a:pt x="849221" y="51829"/>
                  </a:lnTo>
                  <a:lnTo>
                    <a:pt x="852138" y="42529"/>
                  </a:lnTo>
                  <a:lnTo>
                    <a:pt x="854912" y="33204"/>
                  </a:lnTo>
                  <a:lnTo>
                    <a:pt x="857757" y="24129"/>
                  </a:lnTo>
                  <a:lnTo>
                    <a:pt x="886063" y="24129"/>
                  </a:lnTo>
                  <a:lnTo>
                    <a:pt x="877188" y="0"/>
                  </a:lnTo>
                  <a:close/>
                </a:path>
                <a:path w="1473834" h="267334">
                  <a:moveTo>
                    <a:pt x="929032" y="140969"/>
                  </a:moveTo>
                  <a:lnTo>
                    <a:pt x="899159" y="140969"/>
                  </a:lnTo>
                  <a:lnTo>
                    <a:pt x="922654" y="204088"/>
                  </a:lnTo>
                  <a:lnTo>
                    <a:pt x="952246" y="204088"/>
                  </a:lnTo>
                  <a:lnTo>
                    <a:pt x="929032" y="140969"/>
                  </a:lnTo>
                  <a:close/>
                </a:path>
                <a:path w="1473834" h="267334">
                  <a:moveTo>
                    <a:pt x="981201" y="57911"/>
                  </a:moveTo>
                  <a:lnTo>
                    <a:pt x="951483" y="57911"/>
                  </a:lnTo>
                  <a:lnTo>
                    <a:pt x="999236" y="204088"/>
                  </a:lnTo>
                  <a:lnTo>
                    <a:pt x="1025017" y="204088"/>
                  </a:lnTo>
                  <a:lnTo>
                    <a:pt x="1034222" y="178434"/>
                  </a:lnTo>
                  <a:lnTo>
                    <a:pt x="1013332" y="178434"/>
                  </a:lnTo>
                  <a:lnTo>
                    <a:pt x="1010701" y="167352"/>
                  </a:lnTo>
                  <a:lnTo>
                    <a:pt x="1007784" y="156336"/>
                  </a:lnTo>
                  <a:lnTo>
                    <a:pt x="1004581" y="144377"/>
                  </a:lnTo>
                  <a:lnTo>
                    <a:pt x="1001521" y="132079"/>
                  </a:lnTo>
                  <a:lnTo>
                    <a:pt x="981201" y="57911"/>
                  </a:lnTo>
                  <a:close/>
                </a:path>
                <a:path w="1473834" h="267334">
                  <a:moveTo>
                    <a:pt x="1088224" y="85851"/>
                  </a:moveTo>
                  <a:lnTo>
                    <a:pt x="1065656" y="85851"/>
                  </a:lnTo>
                  <a:lnTo>
                    <a:pt x="1069514" y="98182"/>
                  </a:lnTo>
                  <a:lnTo>
                    <a:pt x="1076658" y="122035"/>
                  </a:lnTo>
                  <a:lnTo>
                    <a:pt x="1080515" y="134365"/>
                  </a:lnTo>
                  <a:lnTo>
                    <a:pt x="1104773" y="204088"/>
                  </a:lnTo>
                  <a:lnTo>
                    <a:pt x="1130553" y="204088"/>
                  </a:lnTo>
                  <a:lnTo>
                    <a:pt x="1139270" y="179069"/>
                  </a:lnTo>
                  <a:lnTo>
                    <a:pt x="1118107" y="179069"/>
                  </a:lnTo>
                  <a:lnTo>
                    <a:pt x="1114893" y="167929"/>
                  </a:lnTo>
                  <a:lnTo>
                    <a:pt x="1111250" y="156336"/>
                  </a:lnTo>
                  <a:lnTo>
                    <a:pt x="1107386" y="144377"/>
                  </a:lnTo>
                  <a:lnTo>
                    <a:pt x="1103248" y="131317"/>
                  </a:lnTo>
                  <a:lnTo>
                    <a:pt x="1088224" y="85851"/>
                  </a:lnTo>
                  <a:close/>
                </a:path>
                <a:path w="1473834" h="267334">
                  <a:moveTo>
                    <a:pt x="1181480" y="57911"/>
                  </a:moveTo>
                  <a:lnTo>
                    <a:pt x="1153286" y="57911"/>
                  </a:lnTo>
                  <a:lnTo>
                    <a:pt x="1130553" y="131317"/>
                  </a:lnTo>
                  <a:lnTo>
                    <a:pt x="1127174" y="144172"/>
                  </a:lnTo>
                  <a:lnTo>
                    <a:pt x="1124221" y="155828"/>
                  </a:lnTo>
                  <a:lnTo>
                    <a:pt x="1121320" y="167929"/>
                  </a:lnTo>
                  <a:lnTo>
                    <a:pt x="1118869" y="179069"/>
                  </a:lnTo>
                  <a:lnTo>
                    <a:pt x="1139270" y="179069"/>
                  </a:lnTo>
                  <a:lnTo>
                    <a:pt x="1181480" y="57911"/>
                  </a:lnTo>
                  <a:close/>
                </a:path>
                <a:path w="1473834" h="267334">
                  <a:moveTo>
                    <a:pt x="1078992" y="57911"/>
                  </a:moveTo>
                  <a:lnTo>
                    <a:pt x="1053973" y="57911"/>
                  </a:lnTo>
                  <a:lnTo>
                    <a:pt x="1028953" y="132079"/>
                  </a:lnTo>
                  <a:lnTo>
                    <a:pt x="1024521" y="144172"/>
                  </a:lnTo>
                  <a:lnTo>
                    <a:pt x="1020619" y="155828"/>
                  </a:lnTo>
                  <a:lnTo>
                    <a:pt x="1017124" y="167352"/>
                  </a:lnTo>
                  <a:lnTo>
                    <a:pt x="1014094" y="178434"/>
                  </a:lnTo>
                  <a:lnTo>
                    <a:pt x="1034222" y="178434"/>
                  </a:lnTo>
                  <a:lnTo>
                    <a:pt x="1050036" y="134365"/>
                  </a:lnTo>
                  <a:lnTo>
                    <a:pt x="1054429" y="122624"/>
                  </a:lnTo>
                  <a:lnTo>
                    <a:pt x="1058322" y="110632"/>
                  </a:lnTo>
                  <a:lnTo>
                    <a:pt x="1061787" y="98379"/>
                  </a:lnTo>
                  <a:lnTo>
                    <a:pt x="1064894" y="85851"/>
                  </a:lnTo>
                  <a:lnTo>
                    <a:pt x="1088224" y="85851"/>
                  </a:lnTo>
                  <a:lnTo>
                    <a:pt x="1078992" y="57911"/>
                  </a:lnTo>
                  <a:close/>
                </a:path>
                <a:path w="1473834" h="267334">
                  <a:moveTo>
                    <a:pt x="886063" y="24129"/>
                  </a:moveTo>
                  <a:lnTo>
                    <a:pt x="858519" y="24129"/>
                  </a:lnTo>
                  <a:lnTo>
                    <a:pt x="861292" y="32579"/>
                  </a:lnTo>
                  <a:lnTo>
                    <a:pt x="866931" y="50811"/>
                  </a:lnTo>
                  <a:lnTo>
                    <a:pt x="870203" y="60832"/>
                  </a:lnTo>
                  <a:lnTo>
                    <a:pt x="892175" y="119633"/>
                  </a:lnTo>
                  <a:lnTo>
                    <a:pt x="921186" y="119633"/>
                  </a:lnTo>
                  <a:lnTo>
                    <a:pt x="886063" y="24129"/>
                  </a:lnTo>
                  <a:close/>
                </a:path>
                <a:path w="1473834" h="267334">
                  <a:moveTo>
                    <a:pt x="1296277" y="73405"/>
                  </a:moveTo>
                  <a:lnTo>
                    <a:pt x="1244727" y="73405"/>
                  </a:lnTo>
                  <a:lnTo>
                    <a:pt x="1263844" y="77035"/>
                  </a:lnTo>
                  <a:lnTo>
                    <a:pt x="1274699" y="85963"/>
                  </a:lnTo>
                  <a:lnTo>
                    <a:pt x="1279552" y="97248"/>
                  </a:lnTo>
                  <a:lnTo>
                    <a:pt x="1280667" y="107949"/>
                  </a:lnTo>
                  <a:lnTo>
                    <a:pt x="1280667" y="110108"/>
                  </a:lnTo>
                  <a:lnTo>
                    <a:pt x="1240166" y="113208"/>
                  </a:lnTo>
                  <a:lnTo>
                    <a:pt x="1210500" y="123475"/>
                  </a:lnTo>
                  <a:lnTo>
                    <a:pt x="1192264" y="140648"/>
                  </a:lnTo>
                  <a:lnTo>
                    <a:pt x="1186052" y="164464"/>
                  </a:lnTo>
                  <a:lnTo>
                    <a:pt x="1189126" y="179941"/>
                  </a:lnTo>
                  <a:lnTo>
                    <a:pt x="1198356" y="193309"/>
                  </a:lnTo>
                  <a:lnTo>
                    <a:pt x="1213752" y="202701"/>
                  </a:lnTo>
                  <a:lnTo>
                    <a:pt x="1235328" y="206247"/>
                  </a:lnTo>
                  <a:lnTo>
                    <a:pt x="1251606" y="204587"/>
                  </a:lnTo>
                  <a:lnTo>
                    <a:pt x="1265158" y="200104"/>
                  </a:lnTo>
                  <a:lnTo>
                    <a:pt x="1275923" y="193549"/>
                  </a:lnTo>
                  <a:lnTo>
                    <a:pt x="1280778" y="188721"/>
                  </a:lnTo>
                  <a:lnTo>
                    <a:pt x="1243965" y="188721"/>
                  </a:lnTo>
                  <a:lnTo>
                    <a:pt x="1233108" y="187069"/>
                  </a:lnTo>
                  <a:lnTo>
                    <a:pt x="1224454" y="182165"/>
                  </a:lnTo>
                  <a:lnTo>
                    <a:pt x="1218729" y="174095"/>
                  </a:lnTo>
                  <a:lnTo>
                    <a:pt x="1216659" y="162940"/>
                  </a:lnTo>
                  <a:lnTo>
                    <a:pt x="1222763" y="145512"/>
                  </a:lnTo>
                  <a:lnTo>
                    <a:pt x="1238535" y="135143"/>
                  </a:lnTo>
                  <a:lnTo>
                    <a:pt x="1260165" y="130419"/>
                  </a:lnTo>
                  <a:lnTo>
                    <a:pt x="1283842" y="129920"/>
                  </a:lnTo>
                  <a:lnTo>
                    <a:pt x="1308100" y="129920"/>
                  </a:lnTo>
                  <a:lnTo>
                    <a:pt x="1308031" y="113208"/>
                  </a:lnTo>
                  <a:lnTo>
                    <a:pt x="1305617" y="92717"/>
                  </a:lnTo>
                  <a:lnTo>
                    <a:pt x="1296527" y="73596"/>
                  </a:lnTo>
                  <a:lnTo>
                    <a:pt x="1296277" y="73405"/>
                  </a:lnTo>
                  <a:close/>
                </a:path>
                <a:path w="1473834" h="267334">
                  <a:moveTo>
                    <a:pt x="1311058" y="185673"/>
                  </a:moveTo>
                  <a:lnTo>
                    <a:pt x="1284604" y="185673"/>
                  </a:lnTo>
                  <a:lnTo>
                    <a:pt x="1286890" y="204088"/>
                  </a:lnTo>
                  <a:lnTo>
                    <a:pt x="1313433" y="204088"/>
                  </a:lnTo>
                  <a:lnTo>
                    <a:pt x="1312066" y="196109"/>
                  </a:lnTo>
                  <a:lnTo>
                    <a:pt x="1311283" y="188721"/>
                  </a:lnTo>
                  <a:lnTo>
                    <a:pt x="1311163" y="187594"/>
                  </a:lnTo>
                  <a:lnTo>
                    <a:pt x="1311058" y="185673"/>
                  </a:lnTo>
                  <a:close/>
                </a:path>
                <a:path w="1473834" h="267334">
                  <a:moveTo>
                    <a:pt x="1308100" y="129920"/>
                  </a:moveTo>
                  <a:lnTo>
                    <a:pt x="1283842" y="129920"/>
                  </a:lnTo>
                  <a:lnTo>
                    <a:pt x="1283080" y="156336"/>
                  </a:lnTo>
                  <a:lnTo>
                    <a:pt x="1283080" y="161543"/>
                  </a:lnTo>
                  <a:lnTo>
                    <a:pt x="1282319" y="164464"/>
                  </a:lnTo>
                  <a:lnTo>
                    <a:pt x="1276826" y="173184"/>
                  </a:lnTo>
                  <a:lnTo>
                    <a:pt x="1268666" y="180974"/>
                  </a:lnTo>
                  <a:lnTo>
                    <a:pt x="1257744" y="186574"/>
                  </a:lnTo>
                  <a:lnTo>
                    <a:pt x="1243965" y="188721"/>
                  </a:lnTo>
                  <a:lnTo>
                    <a:pt x="1280778" y="188721"/>
                  </a:lnTo>
                  <a:lnTo>
                    <a:pt x="1283842" y="185673"/>
                  </a:lnTo>
                  <a:lnTo>
                    <a:pt x="1311058" y="185673"/>
                  </a:lnTo>
                  <a:lnTo>
                    <a:pt x="1310865" y="182165"/>
                  </a:lnTo>
                  <a:lnTo>
                    <a:pt x="1310743" y="179941"/>
                  </a:lnTo>
                  <a:lnTo>
                    <a:pt x="1310665" y="178532"/>
                  </a:lnTo>
                  <a:lnTo>
                    <a:pt x="1310580" y="173184"/>
                  </a:lnTo>
                  <a:lnTo>
                    <a:pt x="1310513" y="168909"/>
                  </a:lnTo>
                  <a:lnTo>
                    <a:pt x="1308100" y="168909"/>
                  </a:lnTo>
                  <a:lnTo>
                    <a:pt x="1308100" y="129920"/>
                  </a:lnTo>
                  <a:close/>
                </a:path>
                <a:path w="1473834" h="267334">
                  <a:moveTo>
                    <a:pt x="1248663" y="54355"/>
                  </a:moveTo>
                  <a:lnTo>
                    <a:pt x="1234106" y="55167"/>
                  </a:lnTo>
                  <a:lnTo>
                    <a:pt x="1220215" y="57610"/>
                  </a:lnTo>
                  <a:lnTo>
                    <a:pt x="1207658" y="61696"/>
                  </a:lnTo>
                  <a:lnTo>
                    <a:pt x="1197102" y="67436"/>
                  </a:lnTo>
                  <a:lnTo>
                    <a:pt x="1204086" y="84454"/>
                  </a:lnTo>
                  <a:lnTo>
                    <a:pt x="1212633" y="79567"/>
                  </a:lnTo>
                  <a:lnTo>
                    <a:pt x="1222644" y="76120"/>
                  </a:lnTo>
                  <a:lnTo>
                    <a:pt x="1233537" y="74078"/>
                  </a:lnTo>
                  <a:lnTo>
                    <a:pt x="1244727" y="73405"/>
                  </a:lnTo>
                  <a:lnTo>
                    <a:pt x="1296277" y="73405"/>
                  </a:lnTo>
                  <a:lnTo>
                    <a:pt x="1278364" y="59713"/>
                  </a:lnTo>
                  <a:lnTo>
                    <a:pt x="1248663" y="54355"/>
                  </a:lnTo>
                  <a:close/>
                </a:path>
                <a:path w="1473834" h="267334">
                  <a:moveTo>
                    <a:pt x="1357375" y="57911"/>
                  </a:moveTo>
                  <a:lnTo>
                    <a:pt x="1325244" y="59435"/>
                  </a:lnTo>
                  <a:lnTo>
                    <a:pt x="1383919" y="190118"/>
                  </a:lnTo>
                  <a:lnTo>
                    <a:pt x="1384680" y="193039"/>
                  </a:lnTo>
                  <a:lnTo>
                    <a:pt x="1385442" y="195198"/>
                  </a:lnTo>
                  <a:lnTo>
                    <a:pt x="1385442" y="198246"/>
                  </a:lnTo>
                  <a:lnTo>
                    <a:pt x="1384680" y="200405"/>
                  </a:lnTo>
                  <a:lnTo>
                    <a:pt x="1383919" y="203326"/>
                  </a:lnTo>
                  <a:lnTo>
                    <a:pt x="1358900" y="232790"/>
                  </a:lnTo>
                  <a:lnTo>
                    <a:pt x="1333880" y="245236"/>
                  </a:lnTo>
                  <a:lnTo>
                    <a:pt x="1340865" y="267207"/>
                  </a:lnTo>
                  <a:lnTo>
                    <a:pt x="1376044" y="249554"/>
                  </a:lnTo>
                  <a:lnTo>
                    <a:pt x="1403143" y="218503"/>
                  </a:lnTo>
                  <a:lnTo>
                    <a:pt x="1425072" y="174624"/>
                  </a:lnTo>
                  <a:lnTo>
                    <a:pt x="1401063" y="174624"/>
                  </a:lnTo>
                  <a:lnTo>
                    <a:pt x="1398865" y="166995"/>
                  </a:lnTo>
                  <a:lnTo>
                    <a:pt x="1396714" y="159400"/>
                  </a:lnTo>
                  <a:lnTo>
                    <a:pt x="1394420" y="151925"/>
                  </a:lnTo>
                  <a:lnTo>
                    <a:pt x="1391792" y="144652"/>
                  </a:lnTo>
                  <a:lnTo>
                    <a:pt x="1357375" y="57911"/>
                  </a:lnTo>
                  <a:close/>
                </a:path>
                <a:path w="1473834" h="267334">
                  <a:moveTo>
                    <a:pt x="1473834" y="57911"/>
                  </a:moveTo>
                  <a:lnTo>
                    <a:pt x="1443227" y="57911"/>
                  </a:lnTo>
                  <a:lnTo>
                    <a:pt x="1412113" y="143128"/>
                  </a:lnTo>
                  <a:lnTo>
                    <a:pt x="1409614" y="151586"/>
                  </a:lnTo>
                  <a:lnTo>
                    <a:pt x="1406985" y="160019"/>
                  </a:lnTo>
                  <a:lnTo>
                    <a:pt x="1404379" y="167882"/>
                  </a:lnTo>
                  <a:lnTo>
                    <a:pt x="1401952" y="174624"/>
                  </a:lnTo>
                  <a:lnTo>
                    <a:pt x="1425072" y="174624"/>
                  </a:lnTo>
                  <a:lnTo>
                    <a:pt x="1430908" y="161543"/>
                  </a:lnTo>
                  <a:lnTo>
                    <a:pt x="1473834" y="57911"/>
                  </a:lnTo>
                  <a:close/>
                </a:path>
              </a:pathLst>
            </a:custGeom>
            <a:solidFill>
              <a:srgbClr val="046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321172" y="3127578"/>
              <a:ext cx="928471" cy="557072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077583" y="4754816"/>
              <a:ext cx="1755013" cy="500316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104638" y="4196778"/>
              <a:ext cx="2101595" cy="551624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5038832" y="7197979"/>
              <a:ext cx="614171" cy="429768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02169" y="7443838"/>
              <a:ext cx="1571117" cy="439559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819020" y="8914536"/>
              <a:ext cx="2101596" cy="281940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983993" y="6587998"/>
              <a:ext cx="1958339" cy="470915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860166" y="8179562"/>
              <a:ext cx="716280" cy="438785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3709649" y="2358948"/>
              <a:ext cx="1481582" cy="303733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082291" y="3838194"/>
              <a:ext cx="569417" cy="740663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37958" y="4612601"/>
              <a:ext cx="1822196" cy="565315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245485" y="4839842"/>
              <a:ext cx="1389761" cy="352805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015236" y="2278659"/>
              <a:ext cx="1321053" cy="670788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2005711" y="2269134"/>
              <a:ext cx="1340485" cy="690245"/>
            </a:xfrm>
            <a:custGeom>
              <a:avLst/>
              <a:gdLst/>
              <a:ahLst/>
              <a:cxnLst/>
              <a:rect l="l" t="t" r="r" b="b"/>
              <a:pathLst>
                <a:path w="1340485" h="690244">
                  <a:moveTo>
                    <a:pt x="0" y="689838"/>
                  </a:moveTo>
                  <a:lnTo>
                    <a:pt x="1340103" y="689838"/>
                  </a:lnTo>
                  <a:lnTo>
                    <a:pt x="1340103" y="0"/>
                  </a:lnTo>
                  <a:lnTo>
                    <a:pt x="0" y="0"/>
                  </a:lnTo>
                  <a:lnTo>
                    <a:pt x="0" y="68983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580004" y="3357372"/>
              <a:ext cx="1947291" cy="302895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045332" y="3749294"/>
              <a:ext cx="1657604" cy="599947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4324350" y="2866516"/>
              <a:ext cx="339090" cy="312420"/>
            </a:xfrm>
            <a:custGeom>
              <a:avLst/>
              <a:gdLst/>
              <a:ahLst/>
              <a:cxnLst/>
              <a:rect l="l" t="t" r="r" b="b"/>
              <a:pathLst>
                <a:path w="339089" h="312419">
                  <a:moveTo>
                    <a:pt x="49707" y="73037"/>
                  </a:moveTo>
                  <a:lnTo>
                    <a:pt x="0" y="73037"/>
                  </a:lnTo>
                  <a:lnTo>
                    <a:pt x="0" y="308356"/>
                  </a:lnTo>
                  <a:lnTo>
                    <a:pt x="49707" y="308356"/>
                  </a:lnTo>
                  <a:lnTo>
                    <a:pt x="49707" y="73037"/>
                  </a:lnTo>
                  <a:close/>
                </a:path>
                <a:path w="339089" h="312419">
                  <a:moveTo>
                    <a:pt x="250063" y="256159"/>
                  </a:moveTo>
                  <a:lnTo>
                    <a:pt x="237426" y="262788"/>
                  </a:lnTo>
                  <a:lnTo>
                    <a:pt x="227901" y="266471"/>
                  </a:lnTo>
                  <a:lnTo>
                    <a:pt x="218744" y="268655"/>
                  </a:lnTo>
                  <a:lnTo>
                    <a:pt x="209931" y="269367"/>
                  </a:lnTo>
                  <a:lnTo>
                    <a:pt x="199809" y="267690"/>
                  </a:lnTo>
                  <a:lnTo>
                    <a:pt x="192582" y="262788"/>
                  </a:lnTo>
                  <a:lnTo>
                    <a:pt x="188861" y="256159"/>
                  </a:lnTo>
                  <a:lnTo>
                    <a:pt x="187845" y="254317"/>
                  </a:lnTo>
                  <a:lnTo>
                    <a:pt x="186309" y="242697"/>
                  </a:lnTo>
                  <a:lnTo>
                    <a:pt x="186309" y="117983"/>
                  </a:lnTo>
                  <a:lnTo>
                    <a:pt x="237744" y="117983"/>
                  </a:lnTo>
                  <a:lnTo>
                    <a:pt x="237744" y="73533"/>
                  </a:lnTo>
                  <a:lnTo>
                    <a:pt x="187071" y="73533"/>
                  </a:lnTo>
                  <a:lnTo>
                    <a:pt x="187071" y="0"/>
                  </a:lnTo>
                  <a:lnTo>
                    <a:pt x="137795" y="25781"/>
                  </a:lnTo>
                  <a:lnTo>
                    <a:pt x="137795" y="74168"/>
                  </a:lnTo>
                  <a:lnTo>
                    <a:pt x="95504" y="74168"/>
                  </a:lnTo>
                  <a:lnTo>
                    <a:pt x="95504" y="117475"/>
                  </a:lnTo>
                  <a:lnTo>
                    <a:pt x="137795" y="117475"/>
                  </a:lnTo>
                  <a:lnTo>
                    <a:pt x="137795" y="250444"/>
                  </a:lnTo>
                  <a:lnTo>
                    <a:pt x="138709" y="262788"/>
                  </a:lnTo>
                  <a:lnTo>
                    <a:pt x="161264" y="302120"/>
                  </a:lnTo>
                  <a:lnTo>
                    <a:pt x="193421" y="312420"/>
                  </a:lnTo>
                  <a:lnTo>
                    <a:pt x="205790" y="311861"/>
                  </a:lnTo>
                  <a:lnTo>
                    <a:pt x="217335" y="309943"/>
                  </a:lnTo>
                  <a:lnTo>
                    <a:pt x="228003" y="306603"/>
                  </a:lnTo>
                  <a:lnTo>
                    <a:pt x="238252" y="301498"/>
                  </a:lnTo>
                  <a:lnTo>
                    <a:pt x="238252" y="300990"/>
                  </a:lnTo>
                  <a:lnTo>
                    <a:pt x="246583" y="269367"/>
                  </a:lnTo>
                  <a:lnTo>
                    <a:pt x="250063" y="256159"/>
                  </a:lnTo>
                  <a:close/>
                </a:path>
                <a:path w="339089" h="312419">
                  <a:moveTo>
                    <a:pt x="338607" y="73037"/>
                  </a:moveTo>
                  <a:lnTo>
                    <a:pt x="287909" y="73037"/>
                  </a:lnTo>
                  <a:lnTo>
                    <a:pt x="287909" y="308356"/>
                  </a:lnTo>
                  <a:lnTo>
                    <a:pt x="338607" y="308356"/>
                  </a:lnTo>
                  <a:lnTo>
                    <a:pt x="338607" y="73037"/>
                  </a:lnTo>
                  <a:close/>
                </a:path>
              </a:pathLst>
            </a:custGeom>
            <a:solidFill>
              <a:srgbClr val="33347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078985" y="2935477"/>
              <a:ext cx="216153" cy="243840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4291202" y="2798318"/>
              <a:ext cx="402590" cy="102870"/>
            </a:xfrm>
            <a:custGeom>
              <a:avLst/>
              <a:gdLst/>
              <a:ahLst/>
              <a:cxnLst/>
              <a:rect l="l" t="t" r="r" b="b"/>
              <a:pathLst>
                <a:path w="402589" h="102869">
                  <a:moveTo>
                    <a:pt x="201041" y="0"/>
                  </a:moveTo>
                  <a:lnTo>
                    <a:pt x="143970" y="6461"/>
                  </a:lnTo>
                  <a:lnTo>
                    <a:pt x="89281" y="26161"/>
                  </a:lnTo>
                  <a:lnTo>
                    <a:pt x="40973" y="57991"/>
                  </a:lnTo>
                  <a:lnTo>
                    <a:pt x="1905" y="99440"/>
                  </a:lnTo>
                  <a:lnTo>
                    <a:pt x="0" y="102742"/>
                  </a:lnTo>
                  <a:lnTo>
                    <a:pt x="57023" y="102742"/>
                  </a:lnTo>
                  <a:lnTo>
                    <a:pt x="57276" y="102234"/>
                  </a:lnTo>
                  <a:lnTo>
                    <a:pt x="72524" y="88554"/>
                  </a:lnTo>
                  <a:lnTo>
                    <a:pt x="106068" y="66337"/>
                  </a:lnTo>
                  <a:lnTo>
                    <a:pt x="142944" y="50976"/>
                  </a:lnTo>
                  <a:lnTo>
                    <a:pt x="181199" y="43566"/>
                  </a:lnTo>
                  <a:lnTo>
                    <a:pt x="201041" y="42672"/>
                  </a:lnTo>
                  <a:lnTo>
                    <a:pt x="220924" y="43638"/>
                  </a:lnTo>
                  <a:lnTo>
                    <a:pt x="259405" y="51190"/>
                  </a:lnTo>
                  <a:lnTo>
                    <a:pt x="296007" y="66230"/>
                  </a:lnTo>
                  <a:lnTo>
                    <a:pt x="329205" y="88518"/>
                  </a:lnTo>
                  <a:lnTo>
                    <a:pt x="344932" y="102742"/>
                  </a:lnTo>
                  <a:lnTo>
                    <a:pt x="402589" y="102742"/>
                  </a:lnTo>
                  <a:lnTo>
                    <a:pt x="360965" y="57991"/>
                  </a:lnTo>
                  <a:lnTo>
                    <a:pt x="312674" y="26161"/>
                  </a:lnTo>
                  <a:lnTo>
                    <a:pt x="258333" y="6461"/>
                  </a:lnTo>
                  <a:lnTo>
                    <a:pt x="230110" y="1605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EC1C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4324350" y="2866516"/>
              <a:ext cx="339090" cy="312420"/>
            </a:xfrm>
            <a:custGeom>
              <a:avLst/>
              <a:gdLst/>
              <a:ahLst/>
              <a:cxnLst/>
              <a:rect l="l" t="t" r="r" b="b"/>
              <a:pathLst>
                <a:path w="339089" h="312419">
                  <a:moveTo>
                    <a:pt x="49707" y="73037"/>
                  </a:moveTo>
                  <a:lnTo>
                    <a:pt x="0" y="73037"/>
                  </a:lnTo>
                  <a:lnTo>
                    <a:pt x="0" y="308356"/>
                  </a:lnTo>
                  <a:lnTo>
                    <a:pt x="49707" y="308356"/>
                  </a:lnTo>
                  <a:lnTo>
                    <a:pt x="49707" y="73037"/>
                  </a:lnTo>
                  <a:close/>
                </a:path>
                <a:path w="339089" h="312419">
                  <a:moveTo>
                    <a:pt x="250063" y="256159"/>
                  </a:moveTo>
                  <a:lnTo>
                    <a:pt x="237426" y="262788"/>
                  </a:lnTo>
                  <a:lnTo>
                    <a:pt x="227901" y="266471"/>
                  </a:lnTo>
                  <a:lnTo>
                    <a:pt x="218744" y="268655"/>
                  </a:lnTo>
                  <a:lnTo>
                    <a:pt x="209931" y="269367"/>
                  </a:lnTo>
                  <a:lnTo>
                    <a:pt x="199809" y="267690"/>
                  </a:lnTo>
                  <a:lnTo>
                    <a:pt x="192582" y="262788"/>
                  </a:lnTo>
                  <a:lnTo>
                    <a:pt x="188861" y="256159"/>
                  </a:lnTo>
                  <a:lnTo>
                    <a:pt x="187845" y="254317"/>
                  </a:lnTo>
                  <a:lnTo>
                    <a:pt x="186309" y="242697"/>
                  </a:lnTo>
                  <a:lnTo>
                    <a:pt x="186309" y="117983"/>
                  </a:lnTo>
                  <a:lnTo>
                    <a:pt x="237744" y="117983"/>
                  </a:lnTo>
                  <a:lnTo>
                    <a:pt x="237744" y="73533"/>
                  </a:lnTo>
                  <a:lnTo>
                    <a:pt x="187071" y="73533"/>
                  </a:lnTo>
                  <a:lnTo>
                    <a:pt x="187071" y="0"/>
                  </a:lnTo>
                  <a:lnTo>
                    <a:pt x="137795" y="25781"/>
                  </a:lnTo>
                  <a:lnTo>
                    <a:pt x="137795" y="74168"/>
                  </a:lnTo>
                  <a:lnTo>
                    <a:pt x="95504" y="74168"/>
                  </a:lnTo>
                  <a:lnTo>
                    <a:pt x="95504" y="117475"/>
                  </a:lnTo>
                  <a:lnTo>
                    <a:pt x="137795" y="117475"/>
                  </a:lnTo>
                  <a:lnTo>
                    <a:pt x="137795" y="250444"/>
                  </a:lnTo>
                  <a:lnTo>
                    <a:pt x="138709" y="262788"/>
                  </a:lnTo>
                  <a:lnTo>
                    <a:pt x="161264" y="302120"/>
                  </a:lnTo>
                  <a:lnTo>
                    <a:pt x="193421" y="312420"/>
                  </a:lnTo>
                  <a:lnTo>
                    <a:pt x="205790" y="311861"/>
                  </a:lnTo>
                  <a:lnTo>
                    <a:pt x="217335" y="309943"/>
                  </a:lnTo>
                  <a:lnTo>
                    <a:pt x="228003" y="306603"/>
                  </a:lnTo>
                  <a:lnTo>
                    <a:pt x="238252" y="301498"/>
                  </a:lnTo>
                  <a:lnTo>
                    <a:pt x="238252" y="300990"/>
                  </a:lnTo>
                  <a:lnTo>
                    <a:pt x="246583" y="269367"/>
                  </a:lnTo>
                  <a:lnTo>
                    <a:pt x="250063" y="256159"/>
                  </a:lnTo>
                  <a:close/>
                </a:path>
                <a:path w="339089" h="312419">
                  <a:moveTo>
                    <a:pt x="338607" y="73037"/>
                  </a:moveTo>
                  <a:lnTo>
                    <a:pt x="287909" y="73037"/>
                  </a:lnTo>
                  <a:lnTo>
                    <a:pt x="287909" y="308356"/>
                  </a:lnTo>
                  <a:lnTo>
                    <a:pt x="338607" y="308356"/>
                  </a:lnTo>
                  <a:lnTo>
                    <a:pt x="338607" y="73037"/>
                  </a:lnTo>
                  <a:close/>
                </a:path>
              </a:pathLst>
            </a:custGeom>
            <a:solidFill>
              <a:srgbClr val="33347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078985" y="2935477"/>
              <a:ext cx="216153" cy="243840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4291202" y="2798318"/>
              <a:ext cx="402590" cy="102870"/>
            </a:xfrm>
            <a:custGeom>
              <a:avLst/>
              <a:gdLst/>
              <a:ahLst/>
              <a:cxnLst/>
              <a:rect l="l" t="t" r="r" b="b"/>
              <a:pathLst>
                <a:path w="402589" h="102869">
                  <a:moveTo>
                    <a:pt x="201041" y="0"/>
                  </a:moveTo>
                  <a:lnTo>
                    <a:pt x="143970" y="6461"/>
                  </a:lnTo>
                  <a:lnTo>
                    <a:pt x="89281" y="26161"/>
                  </a:lnTo>
                  <a:lnTo>
                    <a:pt x="40973" y="57991"/>
                  </a:lnTo>
                  <a:lnTo>
                    <a:pt x="1905" y="99440"/>
                  </a:lnTo>
                  <a:lnTo>
                    <a:pt x="0" y="102742"/>
                  </a:lnTo>
                  <a:lnTo>
                    <a:pt x="57023" y="102742"/>
                  </a:lnTo>
                  <a:lnTo>
                    <a:pt x="57276" y="102234"/>
                  </a:lnTo>
                  <a:lnTo>
                    <a:pt x="72524" y="88554"/>
                  </a:lnTo>
                  <a:lnTo>
                    <a:pt x="106068" y="66337"/>
                  </a:lnTo>
                  <a:lnTo>
                    <a:pt x="142944" y="50976"/>
                  </a:lnTo>
                  <a:lnTo>
                    <a:pt x="181199" y="43566"/>
                  </a:lnTo>
                  <a:lnTo>
                    <a:pt x="201041" y="42672"/>
                  </a:lnTo>
                  <a:lnTo>
                    <a:pt x="220924" y="43638"/>
                  </a:lnTo>
                  <a:lnTo>
                    <a:pt x="259405" y="51190"/>
                  </a:lnTo>
                  <a:lnTo>
                    <a:pt x="296007" y="66230"/>
                  </a:lnTo>
                  <a:lnTo>
                    <a:pt x="329205" y="88518"/>
                  </a:lnTo>
                  <a:lnTo>
                    <a:pt x="344932" y="102742"/>
                  </a:lnTo>
                  <a:lnTo>
                    <a:pt x="402589" y="102742"/>
                  </a:lnTo>
                  <a:lnTo>
                    <a:pt x="360965" y="57991"/>
                  </a:lnTo>
                  <a:lnTo>
                    <a:pt x="312674" y="26161"/>
                  </a:lnTo>
                  <a:lnTo>
                    <a:pt x="258333" y="6461"/>
                  </a:lnTo>
                  <a:lnTo>
                    <a:pt x="230110" y="1605"/>
                  </a:lnTo>
                  <a:lnTo>
                    <a:pt x="201041" y="0"/>
                  </a:lnTo>
                  <a:close/>
                </a:path>
              </a:pathLst>
            </a:custGeom>
            <a:solidFill>
              <a:srgbClr val="EB2D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54468" y="3783342"/>
              <a:ext cx="820445" cy="716521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486657" y="2343607"/>
              <a:ext cx="996480" cy="332155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61745" y="3167976"/>
              <a:ext cx="1201127" cy="589445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047445" y="2238273"/>
              <a:ext cx="816863" cy="816838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015236" y="2882633"/>
              <a:ext cx="1996059" cy="498995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757550" y="4438294"/>
              <a:ext cx="1905000" cy="272770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567410" y="3697503"/>
              <a:ext cx="1657603" cy="821410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153278" y="8159114"/>
              <a:ext cx="1822196" cy="313182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230873" y="8772931"/>
              <a:ext cx="2179320" cy="400812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183377" y="7333335"/>
              <a:ext cx="1761871" cy="572287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7447533" y="8003349"/>
              <a:ext cx="928116" cy="408368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854827" y="6572770"/>
              <a:ext cx="2395601" cy="518274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1819382" y="2457068"/>
              <a:ext cx="1200912" cy="294131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321673" y="2122347"/>
              <a:ext cx="2252472" cy="784174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302114" y="3562426"/>
              <a:ext cx="2106295" cy="464870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1341226" y="4796294"/>
              <a:ext cx="1054607" cy="34834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0991469" y="3010433"/>
              <a:ext cx="614172" cy="623290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9685020" y="4656340"/>
              <a:ext cx="1321053" cy="598919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1848211" y="2874898"/>
              <a:ext cx="1136903" cy="541020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9680955" y="2918205"/>
              <a:ext cx="1065276" cy="359409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2320397" y="4037076"/>
              <a:ext cx="760729" cy="752728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1579351" y="4037088"/>
              <a:ext cx="614172" cy="614159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1550014" y="3540747"/>
              <a:ext cx="1598040" cy="371741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9379330" y="4256785"/>
              <a:ext cx="1905000" cy="360806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579351" y="8378062"/>
              <a:ext cx="1267968" cy="429768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9255505" y="7733868"/>
              <a:ext cx="3217672" cy="464870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11002645" y="7105649"/>
              <a:ext cx="2066289" cy="408940"/>
            </a:xfrm>
            <a:custGeom>
              <a:avLst/>
              <a:gdLst/>
              <a:ahLst/>
              <a:cxnLst/>
              <a:rect l="l" t="t" r="r" b="b"/>
              <a:pathLst>
                <a:path w="2066290" h="408940">
                  <a:moveTo>
                    <a:pt x="180086" y="227076"/>
                  </a:moveTo>
                  <a:lnTo>
                    <a:pt x="148717" y="187960"/>
                  </a:lnTo>
                  <a:lnTo>
                    <a:pt x="159486" y="180416"/>
                  </a:lnTo>
                  <a:lnTo>
                    <a:pt x="167817" y="171107"/>
                  </a:lnTo>
                  <a:lnTo>
                    <a:pt x="169799" y="167259"/>
                  </a:lnTo>
                  <a:lnTo>
                    <a:pt x="173215" y="160604"/>
                  </a:lnTo>
                  <a:lnTo>
                    <a:pt x="175133" y="149479"/>
                  </a:lnTo>
                  <a:lnTo>
                    <a:pt x="175133" y="101092"/>
                  </a:lnTo>
                  <a:lnTo>
                    <a:pt x="170929" y="83591"/>
                  </a:lnTo>
                  <a:lnTo>
                    <a:pt x="159524" y="69342"/>
                  </a:lnTo>
                  <a:lnTo>
                    <a:pt x="142709" y="59766"/>
                  </a:lnTo>
                  <a:lnTo>
                    <a:pt x="122301" y="56261"/>
                  </a:lnTo>
                  <a:lnTo>
                    <a:pt x="102489" y="56261"/>
                  </a:lnTo>
                  <a:lnTo>
                    <a:pt x="102489" y="107569"/>
                  </a:lnTo>
                  <a:lnTo>
                    <a:pt x="102489" y="160909"/>
                  </a:lnTo>
                  <a:lnTo>
                    <a:pt x="102489" y="216281"/>
                  </a:lnTo>
                  <a:lnTo>
                    <a:pt x="102489" y="287528"/>
                  </a:lnTo>
                  <a:lnTo>
                    <a:pt x="94996" y="293116"/>
                  </a:lnTo>
                  <a:lnTo>
                    <a:pt x="71882" y="293116"/>
                  </a:lnTo>
                  <a:lnTo>
                    <a:pt x="71882" y="209931"/>
                  </a:lnTo>
                  <a:lnTo>
                    <a:pt x="94996" y="209931"/>
                  </a:lnTo>
                  <a:lnTo>
                    <a:pt x="102489" y="216281"/>
                  </a:lnTo>
                  <a:lnTo>
                    <a:pt x="102489" y="160909"/>
                  </a:lnTo>
                  <a:lnTo>
                    <a:pt x="94996" y="167259"/>
                  </a:lnTo>
                  <a:lnTo>
                    <a:pt x="71882" y="167259"/>
                  </a:lnTo>
                  <a:lnTo>
                    <a:pt x="71882" y="101092"/>
                  </a:lnTo>
                  <a:lnTo>
                    <a:pt x="94996" y="101092"/>
                  </a:lnTo>
                  <a:lnTo>
                    <a:pt x="102489" y="107569"/>
                  </a:lnTo>
                  <a:lnTo>
                    <a:pt x="102489" y="56261"/>
                  </a:lnTo>
                  <a:lnTo>
                    <a:pt x="0" y="56261"/>
                  </a:lnTo>
                  <a:lnTo>
                    <a:pt x="0" y="338074"/>
                  </a:lnTo>
                  <a:lnTo>
                    <a:pt x="127254" y="338074"/>
                  </a:lnTo>
                  <a:lnTo>
                    <a:pt x="147662" y="334454"/>
                  </a:lnTo>
                  <a:lnTo>
                    <a:pt x="164477" y="324612"/>
                  </a:lnTo>
                  <a:lnTo>
                    <a:pt x="175882" y="310108"/>
                  </a:lnTo>
                  <a:lnTo>
                    <a:pt x="179933" y="293116"/>
                  </a:lnTo>
                  <a:lnTo>
                    <a:pt x="180086" y="292481"/>
                  </a:lnTo>
                  <a:lnTo>
                    <a:pt x="180086" y="227076"/>
                  </a:lnTo>
                  <a:close/>
                </a:path>
                <a:path w="2066290" h="408940">
                  <a:moveTo>
                    <a:pt x="412369" y="338709"/>
                  </a:moveTo>
                  <a:lnTo>
                    <a:pt x="408241" y="306705"/>
                  </a:lnTo>
                  <a:lnTo>
                    <a:pt x="402374" y="261239"/>
                  </a:lnTo>
                  <a:lnTo>
                    <a:pt x="381635" y="100330"/>
                  </a:lnTo>
                  <a:lnTo>
                    <a:pt x="376047" y="56896"/>
                  </a:lnTo>
                  <a:lnTo>
                    <a:pt x="330454" y="56896"/>
                  </a:lnTo>
                  <a:lnTo>
                    <a:pt x="330454" y="261239"/>
                  </a:lnTo>
                  <a:lnTo>
                    <a:pt x="296545" y="261239"/>
                  </a:lnTo>
                  <a:lnTo>
                    <a:pt x="308991" y="100330"/>
                  </a:lnTo>
                  <a:lnTo>
                    <a:pt x="317246" y="100330"/>
                  </a:lnTo>
                  <a:lnTo>
                    <a:pt x="330454" y="261239"/>
                  </a:lnTo>
                  <a:lnTo>
                    <a:pt x="330454" y="56896"/>
                  </a:lnTo>
                  <a:lnTo>
                    <a:pt x="246253" y="56896"/>
                  </a:lnTo>
                  <a:lnTo>
                    <a:pt x="217297" y="338709"/>
                  </a:lnTo>
                  <a:lnTo>
                    <a:pt x="291719" y="338709"/>
                  </a:lnTo>
                  <a:lnTo>
                    <a:pt x="293370" y="306705"/>
                  </a:lnTo>
                  <a:lnTo>
                    <a:pt x="333756" y="306705"/>
                  </a:lnTo>
                  <a:lnTo>
                    <a:pt x="337058" y="338709"/>
                  </a:lnTo>
                  <a:lnTo>
                    <a:pt x="412369" y="338709"/>
                  </a:lnTo>
                  <a:close/>
                </a:path>
                <a:path w="2066290" h="408940">
                  <a:moveTo>
                    <a:pt x="646176" y="338709"/>
                  </a:moveTo>
                  <a:lnTo>
                    <a:pt x="642048" y="306705"/>
                  </a:lnTo>
                  <a:lnTo>
                    <a:pt x="636181" y="261239"/>
                  </a:lnTo>
                  <a:lnTo>
                    <a:pt x="615442" y="100330"/>
                  </a:lnTo>
                  <a:lnTo>
                    <a:pt x="609854" y="56896"/>
                  </a:lnTo>
                  <a:lnTo>
                    <a:pt x="564515" y="56896"/>
                  </a:lnTo>
                  <a:lnTo>
                    <a:pt x="564515" y="261239"/>
                  </a:lnTo>
                  <a:lnTo>
                    <a:pt x="530606" y="261239"/>
                  </a:lnTo>
                  <a:lnTo>
                    <a:pt x="542925" y="100330"/>
                  </a:lnTo>
                  <a:lnTo>
                    <a:pt x="551180" y="100330"/>
                  </a:lnTo>
                  <a:lnTo>
                    <a:pt x="564515" y="261239"/>
                  </a:lnTo>
                  <a:lnTo>
                    <a:pt x="564515" y="56896"/>
                  </a:lnTo>
                  <a:lnTo>
                    <a:pt x="479298" y="56896"/>
                  </a:lnTo>
                  <a:lnTo>
                    <a:pt x="450342" y="338709"/>
                  </a:lnTo>
                  <a:lnTo>
                    <a:pt x="524764" y="338709"/>
                  </a:lnTo>
                  <a:lnTo>
                    <a:pt x="527304" y="306705"/>
                  </a:lnTo>
                  <a:lnTo>
                    <a:pt x="566928" y="306705"/>
                  </a:lnTo>
                  <a:lnTo>
                    <a:pt x="570230" y="338709"/>
                  </a:lnTo>
                  <a:lnTo>
                    <a:pt x="646176" y="338709"/>
                  </a:lnTo>
                  <a:close/>
                </a:path>
                <a:path w="2066290" h="408940">
                  <a:moveTo>
                    <a:pt x="861060" y="101092"/>
                  </a:moveTo>
                  <a:lnTo>
                    <a:pt x="860869" y="100330"/>
                  </a:lnTo>
                  <a:lnTo>
                    <a:pt x="856869" y="83591"/>
                  </a:lnTo>
                  <a:lnTo>
                    <a:pt x="845502" y="69342"/>
                  </a:lnTo>
                  <a:lnTo>
                    <a:pt x="828687" y="59766"/>
                  </a:lnTo>
                  <a:lnTo>
                    <a:pt x="808228" y="56261"/>
                  </a:lnTo>
                  <a:lnTo>
                    <a:pt x="787654" y="56261"/>
                  </a:lnTo>
                  <a:lnTo>
                    <a:pt x="787654" y="106680"/>
                  </a:lnTo>
                  <a:lnTo>
                    <a:pt x="787654" y="287528"/>
                  </a:lnTo>
                  <a:lnTo>
                    <a:pt x="780034" y="293116"/>
                  </a:lnTo>
                  <a:lnTo>
                    <a:pt x="756158" y="293116"/>
                  </a:lnTo>
                  <a:lnTo>
                    <a:pt x="756158" y="100330"/>
                  </a:lnTo>
                  <a:lnTo>
                    <a:pt x="780034" y="100330"/>
                  </a:lnTo>
                  <a:lnTo>
                    <a:pt x="787654" y="106680"/>
                  </a:lnTo>
                  <a:lnTo>
                    <a:pt x="787654" y="56261"/>
                  </a:lnTo>
                  <a:lnTo>
                    <a:pt x="683387" y="56261"/>
                  </a:lnTo>
                  <a:lnTo>
                    <a:pt x="683387" y="338709"/>
                  </a:lnTo>
                  <a:lnTo>
                    <a:pt x="808228" y="338709"/>
                  </a:lnTo>
                  <a:lnTo>
                    <a:pt x="828687" y="335114"/>
                  </a:lnTo>
                  <a:lnTo>
                    <a:pt x="845502" y="325297"/>
                  </a:lnTo>
                  <a:lnTo>
                    <a:pt x="856869" y="310807"/>
                  </a:lnTo>
                  <a:lnTo>
                    <a:pt x="861060" y="293116"/>
                  </a:lnTo>
                  <a:lnTo>
                    <a:pt x="861060" y="101092"/>
                  </a:lnTo>
                  <a:close/>
                </a:path>
                <a:path w="2066290" h="408940">
                  <a:moveTo>
                    <a:pt x="1051179" y="55880"/>
                  </a:moveTo>
                  <a:lnTo>
                    <a:pt x="907415" y="55880"/>
                  </a:lnTo>
                  <a:lnTo>
                    <a:pt x="907415" y="100330"/>
                  </a:lnTo>
                  <a:lnTo>
                    <a:pt x="907415" y="166370"/>
                  </a:lnTo>
                  <a:lnTo>
                    <a:pt x="907415" y="210820"/>
                  </a:lnTo>
                  <a:lnTo>
                    <a:pt x="907415" y="293370"/>
                  </a:lnTo>
                  <a:lnTo>
                    <a:pt x="907415" y="339090"/>
                  </a:lnTo>
                  <a:lnTo>
                    <a:pt x="1051179" y="339090"/>
                  </a:lnTo>
                  <a:lnTo>
                    <a:pt x="1051179" y="293370"/>
                  </a:lnTo>
                  <a:lnTo>
                    <a:pt x="979297" y="293370"/>
                  </a:lnTo>
                  <a:lnTo>
                    <a:pt x="979297" y="210820"/>
                  </a:lnTo>
                  <a:lnTo>
                    <a:pt x="1046988" y="210820"/>
                  </a:lnTo>
                  <a:lnTo>
                    <a:pt x="1046988" y="166370"/>
                  </a:lnTo>
                  <a:lnTo>
                    <a:pt x="979297" y="166370"/>
                  </a:lnTo>
                  <a:lnTo>
                    <a:pt x="979297" y="100330"/>
                  </a:lnTo>
                  <a:lnTo>
                    <a:pt x="1051179" y="100330"/>
                  </a:lnTo>
                  <a:lnTo>
                    <a:pt x="1051179" y="55880"/>
                  </a:lnTo>
                  <a:close/>
                </a:path>
                <a:path w="2066290" h="408940">
                  <a:moveTo>
                    <a:pt x="1299972" y="338709"/>
                  </a:moveTo>
                  <a:lnTo>
                    <a:pt x="1253261" y="229235"/>
                  </a:lnTo>
                  <a:lnTo>
                    <a:pt x="1243838" y="207137"/>
                  </a:lnTo>
                  <a:lnTo>
                    <a:pt x="1255306" y="200406"/>
                  </a:lnTo>
                  <a:lnTo>
                    <a:pt x="1264437" y="191198"/>
                  </a:lnTo>
                  <a:lnTo>
                    <a:pt x="1270482" y="179997"/>
                  </a:lnTo>
                  <a:lnTo>
                    <a:pt x="1272667" y="167259"/>
                  </a:lnTo>
                  <a:lnTo>
                    <a:pt x="1272667" y="101092"/>
                  </a:lnTo>
                  <a:lnTo>
                    <a:pt x="1268476" y="83591"/>
                  </a:lnTo>
                  <a:lnTo>
                    <a:pt x="1257147" y="69342"/>
                  </a:lnTo>
                  <a:lnTo>
                    <a:pt x="1240561" y="59766"/>
                  </a:lnTo>
                  <a:lnTo>
                    <a:pt x="1220597" y="56261"/>
                  </a:lnTo>
                  <a:lnTo>
                    <a:pt x="1201547" y="56261"/>
                  </a:lnTo>
                  <a:lnTo>
                    <a:pt x="1201547" y="107569"/>
                  </a:lnTo>
                  <a:lnTo>
                    <a:pt x="1201547" y="160909"/>
                  </a:lnTo>
                  <a:lnTo>
                    <a:pt x="1194181" y="167259"/>
                  </a:lnTo>
                  <a:lnTo>
                    <a:pt x="1170940" y="167259"/>
                  </a:lnTo>
                  <a:lnTo>
                    <a:pt x="1170940" y="101092"/>
                  </a:lnTo>
                  <a:lnTo>
                    <a:pt x="1194181" y="101092"/>
                  </a:lnTo>
                  <a:lnTo>
                    <a:pt x="1201547" y="107569"/>
                  </a:lnTo>
                  <a:lnTo>
                    <a:pt x="1201547" y="56261"/>
                  </a:lnTo>
                  <a:lnTo>
                    <a:pt x="1098296" y="56261"/>
                  </a:lnTo>
                  <a:lnTo>
                    <a:pt x="1098296" y="338709"/>
                  </a:lnTo>
                  <a:lnTo>
                    <a:pt x="1169416" y="338709"/>
                  </a:lnTo>
                  <a:lnTo>
                    <a:pt x="1169416" y="229235"/>
                  </a:lnTo>
                  <a:lnTo>
                    <a:pt x="1180084" y="229235"/>
                  </a:lnTo>
                  <a:lnTo>
                    <a:pt x="1226439" y="338709"/>
                  </a:lnTo>
                  <a:lnTo>
                    <a:pt x="1299972" y="338709"/>
                  </a:lnTo>
                  <a:close/>
                </a:path>
                <a:path w="2066290" h="408940">
                  <a:moveTo>
                    <a:pt x="1685925" y="0"/>
                  </a:moveTo>
                  <a:lnTo>
                    <a:pt x="1602359" y="0"/>
                  </a:lnTo>
                  <a:lnTo>
                    <a:pt x="1429766" y="408432"/>
                  </a:lnTo>
                  <a:lnTo>
                    <a:pt x="1514094" y="408432"/>
                  </a:lnTo>
                  <a:lnTo>
                    <a:pt x="1685925" y="0"/>
                  </a:lnTo>
                  <a:close/>
                </a:path>
                <a:path w="2066290" h="408940">
                  <a:moveTo>
                    <a:pt x="1813179" y="0"/>
                  </a:moveTo>
                  <a:lnTo>
                    <a:pt x="1728851" y="0"/>
                  </a:lnTo>
                  <a:lnTo>
                    <a:pt x="1556131" y="408432"/>
                  </a:lnTo>
                  <a:lnTo>
                    <a:pt x="1640459" y="408432"/>
                  </a:lnTo>
                  <a:lnTo>
                    <a:pt x="1813179" y="0"/>
                  </a:lnTo>
                  <a:close/>
                </a:path>
                <a:path w="2066290" h="408940">
                  <a:moveTo>
                    <a:pt x="1940433" y="0"/>
                  </a:moveTo>
                  <a:lnTo>
                    <a:pt x="1855343" y="0"/>
                  </a:lnTo>
                  <a:lnTo>
                    <a:pt x="1683385" y="408432"/>
                  </a:lnTo>
                  <a:lnTo>
                    <a:pt x="1767713" y="408432"/>
                  </a:lnTo>
                  <a:lnTo>
                    <a:pt x="1940433" y="0"/>
                  </a:lnTo>
                  <a:close/>
                </a:path>
                <a:path w="2066290" h="408940">
                  <a:moveTo>
                    <a:pt x="2066163" y="0"/>
                  </a:moveTo>
                  <a:lnTo>
                    <a:pt x="1981835" y="0"/>
                  </a:lnTo>
                  <a:lnTo>
                    <a:pt x="1809115" y="408432"/>
                  </a:lnTo>
                  <a:lnTo>
                    <a:pt x="1894078" y="408432"/>
                  </a:lnTo>
                  <a:lnTo>
                    <a:pt x="2066163" y="0"/>
                  </a:lnTo>
                  <a:close/>
                </a:path>
              </a:pathLst>
            </a:custGeom>
            <a:solidFill>
              <a:srgbClr val="0030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9544685" y="6657593"/>
              <a:ext cx="1217930" cy="332740"/>
            </a:xfrm>
            <a:custGeom>
              <a:avLst/>
              <a:gdLst/>
              <a:ahLst/>
              <a:cxnLst/>
              <a:rect l="l" t="t" r="r" b="b"/>
              <a:pathLst>
                <a:path w="1217929" h="332740">
                  <a:moveTo>
                    <a:pt x="608711" y="0"/>
                  </a:moveTo>
                  <a:lnTo>
                    <a:pt x="563754" y="7907"/>
                  </a:lnTo>
                  <a:lnTo>
                    <a:pt x="524430" y="30019"/>
                  </a:lnTo>
                  <a:lnTo>
                    <a:pt x="492892" y="63918"/>
                  </a:lnTo>
                  <a:lnTo>
                    <a:pt x="471297" y="107187"/>
                  </a:lnTo>
                  <a:lnTo>
                    <a:pt x="471297" y="10667"/>
                  </a:lnTo>
                  <a:lnTo>
                    <a:pt x="412369" y="10667"/>
                  </a:lnTo>
                  <a:lnTo>
                    <a:pt x="412369" y="199262"/>
                  </a:lnTo>
                  <a:lnTo>
                    <a:pt x="294640" y="10667"/>
                  </a:lnTo>
                  <a:lnTo>
                    <a:pt x="235712" y="10667"/>
                  </a:lnTo>
                  <a:lnTo>
                    <a:pt x="235712" y="255142"/>
                  </a:lnTo>
                  <a:lnTo>
                    <a:pt x="58928" y="255142"/>
                  </a:lnTo>
                  <a:lnTo>
                    <a:pt x="58928" y="199262"/>
                  </a:lnTo>
                  <a:lnTo>
                    <a:pt x="206629" y="199262"/>
                  </a:lnTo>
                  <a:lnTo>
                    <a:pt x="206629" y="132841"/>
                  </a:lnTo>
                  <a:lnTo>
                    <a:pt x="58928" y="132841"/>
                  </a:lnTo>
                  <a:lnTo>
                    <a:pt x="58928" y="77088"/>
                  </a:lnTo>
                  <a:lnTo>
                    <a:pt x="206629" y="77088"/>
                  </a:lnTo>
                  <a:lnTo>
                    <a:pt x="206629" y="10667"/>
                  </a:lnTo>
                  <a:lnTo>
                    <a:pt x="0" y="10667"/>
                  </a:lnTo>
                  <a:lnTo>
                    <a:pt x="0" y="321563"/>
                  </a:lnTo>
                  <a:lnTo>
                    <a:pt x="294640" y="321563"/>
                  </a:lnTo>
                  <a:lnTo>
                    <a:pt x="294640" y="132841"/>
                  </a:lnTo>
                  <a:lnTo>
                    <a:pt x="412369" y="321563"/>
                  </a:lnTo>
                  <a:lnTo>
                    <a:pt x="471297" y="321563"/>
                  </a:lnTo>
                  <a:lnTo>
                    <a:pt x="471297" y="225043"/>
                  </a:lnTo>
                  <a:lnTo>
                    <a:pt x="492892" y="268313"/>
                  </a:lnTo>
                  <a:lnTo>
                    <a:pt x="524430" y="302212"/>
                  </a:lnTo>
                  <a:lnTo>
                    <a:pt x="563754" y="324324"/>
                  </a:lnTo>
                  <a:lnTo>
                    <a:pt x="608711" y="332231"/>
                  </a:lnTo>
                  <a:lnTo>
                    <a:pt x="653740" y="324324"/>
                  </a:lnTo>
                  <a:lnTo>
                    <a:pt x="693102" y="302212"/>
                  </a:lnTo>
                  <a:lnTo>
                    <a:pt x="724654" y="268313"/>
                  </a:lnTo>
                  <a:lnTo>
                    <a:pt x="746251" y="225043"/>
                  </a:lnTo>
                  <a:lnTo>
                    <a:pt x="746251" y="321563"/>
                  </a:lnTo>
                  <a:lnTo>
                    <a:pt x="1217422" y="321563"/>
                  </a:lnTo>
                  <a:lnTo>
                    <a:pt x="1217422" y="255142"/>
                  </a:lnTo>
                  <a:lnTo>
                    <a:pt x="1040765" y="255142"/>
                  </a:lnTo>
                  <a:lnTo>
                    <a:pt x="1040765" y="10667"/>
                  </a:lnTo>
                  <a:lnTo>
                    <a:pt x="981837" y="10667"/>
                  </a:lnTo>
                  <a:lnTo>
                    <a:pt x="981837" y="255142"/>
                  </a:lnTo>
                  <a:lnTo>
                    <a:pt x="805180" y="255142"/>
                  </a:lnTo>
                  <a:lnTo>
                    <a:pt x="805180" y="199262"/>
                  </a:lnTo>
                  <a:lnTo>
                    <a:pt x="951992" y="199262"/>
                  </a:lnTo>
                  <a:lnTo>
                    <a:pt x="951992" y="132841"/>
                  </a:lnTo>
                  <a:lnTo>
                    <a:pt x="805180" y="132841"/>
                  </a:lnTo>
                  <a:lnTo>
                    <a:pt x="805180" y="77088"/>
                  </a:lnTo>
                  <a:lnTo>
                    <a:pt x="952754" y="77088"/>
                  </a:lnTo>
                  <a:lnTo>
                    <a:pt x="952754" y="10667"/>
                  </a:lnTo>
                  <a:lnTo>
                    <a:pt x="746251" y="10667"/>
                  </a:lnTo>
                  <a:lnTo>
                    <a:pt x="746251" y="132841"/>
                  </a:lnTo>
                  <a:lnTo>
                    <a:pt x="608711" y="132841"/>
                  </a:lnTo>
                  <a:lnTo>
                    <a:pt x="608711" y="199262"/>
                  </a:lnTo>
                  <a:lnTo>
                    <a:pt x="692023" y="199262"/>
                  </a:lnTo>
                  <a:lnTo>
                    <a:pt x="679434" y="226109"/>
                  </a:lnTo>
                  <a:lnTo>
                    <a:pt x="660368" y="247157"/>
                  </a:lnTo>
                  <a:lnTo>
                    <a:pt x="636301" y="260895"/>
                  </a:lnTo>
                  <a:lnTo>
                    <a:pt x="608711" y="265810"/>
                  </a:lnTo>
                  <a:lnTo>
                    <a:pt x="574339" y="258012"/>
                  </a:lnTo>
                  <a:lnTo>
                    <a:pt x="546147" y="236664"/>
                  </a:lnTo>
                  <a:lnTo>
                    <a:pt x="527075" y="204839"/>
                  </a:lnTo>
                  <a:lnTo>
                    <a:pt x="520065" y="165607"/>
                  </a:lnTo>
                  <a:lnTo>
                    <a:pt x="527075" y="126964"/>
                  </a:lnTo>
                  <a:lnTo>
                    <a:pt x="546147" y="95440"/>
                  </a:lnTo>
                  <a:lnTo>
                    <a:pt x="574339" y="74203"/>
                  </a:lnTo>
                  <a:lnTo>
                    <a:pt x="608711" y="66420"/>
                  </a:lnTo>
                  <a:lnTo>
                    <a:pt x="626487" y="68377"/>
                  </a:lnTo>
                  <a:lnTo>
                    <a:pt x="643001" y="74072"/>
                  </a:lnTo>
                  <a:lnTo>
                    <a:pt x="657895" y="83244"/>
                  </a:lnTo>
                  <a:lnTo>
                    <a:pt x="670814" y="95630"/>
                  </a:lnTo>
                  <a:lnTo>
                    <a:pt x="713232" y="48767"/>
                  </a:lnTo>
                  <a:lnTo>
                    <a:pt x="691399" y="28449"/>
                  </a:lnTo>
                  <a:lnTo>
                    <a:pt x="666305" y="13096"/>
                  </a:lnTo>
                  <a:lnTo>
                    <a:pt x="638544" y="3387"/>
                  </a:lnTo>
                  <a:lnTo>
                    <a:pt x="608711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9255505" y="8618397"/>
              <a:ext cx="1849627" cy="495998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3802252" y="7485633"/>
              <a:ext cx="803275" cy="298450"/>
            </a:xfrm>
            <a:custGeom>
              <a:avLst/>
              <a:gdLst/>
              <a:ahLst/>
              <a:cxnLst/>
              <a:rect l="l" t="t" r="r" b="b"/>
              <a:pathLst>
                <a:path w="803275" h="298450">
                  <a:moveTo>
                    <a:pt x="479933" y="0"/>
                  </a:moveTo>
                  <a:lnTo>
                    <a:pt x="424561" y="0"/>
                  </a:lnTo>
                  <a:lnTo>
                    <a:pt x="424561" y="44958"/>
                  </a:lnTo>
                  <a:lnTo>
                    <a:pt x="479933" y="44958"/>
                  </a:lnTo>
                  <a:lnTo>
                    <a:pt x="479933" y="0"/>
                  </a:lnTo>
                  <a:close/>
                </a:path>
                <a:path w="803275" h="298450">
                  <a:moveTo>
                    <a:pt x="479933" y="67945"/>
                  </a:moveTo>
                  <a:lnTo>
                    <a:pt x="424561" y="67945"/>
                  </a:lnTo>
                  <a:lnTo>
                    <a:pt x="424561" y="240538"/>
                  </a:lnTo>
                  <a:lnTo>
                    <a:pt x="479933" y="240538"/>
                  </a:lnTo>
                  <a:lnTo>
                    <a:pt x="479933" y="67945"/>
                  </a:lnTo>
                  <a:close/>
                </a:path>
                <a:path w="803275" h="298450">
                  <a:moveTo>
                    <a:pt x="282321" y="67945"/>
                  </a:moveTo>
                  <a:lnTo>
                    <a:pt x="227964" y="67945"/>
                  </a:lnTo>
                  <a:lnTo>
                    <a:pt x="227964" y="241427"/>
                  </a:lnTo>
                  <a:lnTo>
                    <a:pt x="283337" y="241427"/>
                  </a:lnTo>
                  <a:lnTo>
                    <a:pt x="283337" y="146431"/>
                  </a:lnTo>
                  <a:lnTo>
                    <a:pt x="285579" y="131875"/>
                  </a:lnTo>
                  <a:lnTo>
                    <a:pt x="291846" y="120284"/>
                  </a:lnTo>
                  <a:lnTo>
                    <a:pt x="301446" y="112623"/>
                  </a:lnTo>
                  <a:lnTo>
                    <a:pt x="313689" y="109855"/>
                  </a:lnTo>
                  <a:lnTo>
                    <a:pt x="393375" y="109855"/>
                  </a:lnTo>
                  <a:lnTo>
                    <a:pt x="392344" y="103026"/>
                  </a:lnTo>
                  <a:lnTo>
                    <a:pt x="386208" y="92075"/>
                  </a:lnTo>
                  <a:lnTo>
                    <a:pt x="282321" y="92075"/>
                  </a:lnTo>
                  <a:lnTo>
                    <a:pt x="282321" y="67945"/>
                  </a:lnTo>
                  <a:close/>
                </a:path>
                <a:path w="803275" h="298450">
                  <a:moveTo>
                    <a:pt x="393375" y="109855"/>
                  </a:moveTo>
                  <a:lnTo>
                    <a:pt x="313689" y="109855"/>
                  </a:lnTo>
                  <a:lnTo>
                    <a:pt x="325437" y="112077"/>
                  </a:lnTo>
                  <a:lnTo>
                    <a:pt x="333946" y="118300"/>
                  </a:lnTo>
                  <a:lnTo>
                    <a:pt x="339121" y="127857"/>
                  </a:lnTo>
                  <a:lnTo>
                    <a:pt x="340868" y="140081"/>
                  </a:lnTo>
                  <a:lnTo>
                    <a:pt x="340868" y="241427"/>
                  </a:lnTo>
                  <a:lnTo>
                    <a:pt x="396367" y="241427"/>
                  </a:lnTo>
                  <a:lnTo>
                    <a:pt x="396367" y="129667"/>
                  </a:lnTo>
                  <a:lnTo>
                    <a:pt x="393375" y="109855"/>
                  </a:lnTo>
                  <a:close/>
                </a:path>
                <a:path w="803275" h="298450">
                  <a:moveTo>
                    <a:pt x="336676" y="63754"/>
                  </a:moveTo>
                  <a:lnTo>
                    <a:pt x="319984" y="65518"/>
                  </a:lnTo>
                  <a:lnTo>
                    <a:pt x="305720" y="70818"/>
                  </a:lnTo>
                  <a:lnTo>
                    <a:pt x="293600" y="79666"/>
                  </a:lnTo>
                  <a:lnTo>
                    <a:pt x="283337" y="92075"/>
                  </a:lnTo>
                  <a:lnTo>
                    <a:pt x="386208" y="92075"/>
                  </a:lnTo>
                  <a:lnTo>
                    <a:pt x="380666" y="82184"/>
                  </a:lnTo>
                  <a:lnTo>
                    <a:pt x="361916" y="68605"/>
                  </a:lnTo>
                  <a:lnTo>
                    <a:pt x="336676" y="63754"/>
                  </a:lnTo>
                  <a:close/>
                </a:path>
                <a:path w="803275" h="298450">
                  <a:moveTo>
                    <a:pt x="576072" y="112903"/>
                  </a:moveTo>
                  <a:lnTo>
                    <a:pt x="522859" y="112903"/>
                  </a:lnTo>
                  <a:lnTo>
                    <a:pt x="522859" y="195580"/>
                  </a:lnTo>
                  <a:lnTo>
                    <a:pt x="526940" y="218959"/>
                  </a:lnTo>
                  <a:lnTo>
                    <a:pt x="538273" y="233743"/>
                  </a:lnTo>
                  <a:lnTo>
                    <a:pt x="555488" y="241478"/>
                  </a:lnTo>
                  <a:lnTo>
                    <a:pt x="577214" y="243713"/>
                  </a:lnTo>
                  <a:lnTo>
                    <a:pt x="587386" y="243341"/>
                  </a:lnTo>
                  <a:lnTo>
                    <a:pt x="595915" y="242458"/>
                  </a:lnTo>
                  <a:lnTo>
                    <a:pt x="602234" y="241478"/>
                  </a:lnTo>
                  <a:lnTo>
                    <a:pt x="607568" y="240538"/>
                  </a:lnTo>
                  <a:lnTo>
                    <a:pt x="607568" y="200787"/>
                  </a:lnTo>
                  <a:lnTo>
                    <a:pt x="583564" y="200787"/>
                  </a:lnTo>
                  <a:lnTo>
                    <a:pt x="576072" y="197612"/>
                  </a:lnTo>
                  <a:lnTo>
                    <a:pt x="576072" y="112903"/>
                  </a:lnTo>
                  <a:close/>
                </a:path>
                <a:path w="803275" h="298450">
                  <a:moveTo>
                    <a:pt x="607568" y="67945"/>
                  </a:moveTo>
                  <a:lnTo>
                    <a:pt x="499745" y="67945"/>
                  </a:lnTo>
                  <a:lnTo>
                    <a:pt x="499745" y="112903"/>
                  </a:lnTo>
                  <a:lnTo>
                    <a:pt x="607568" y="112903"/>
                  </a:lnTo>
                  <a:lnTo>
                    <a:pt x="607568" y="67945"/>
                  </a:lnTo>
                  <a:close/>
                </a:path>
                <a:path w="803275" h="298450">
                  <a:moveTo>
                    <a:pt x="576072" y="13589"/>
                  </a:moveTo>
                  <a:lnTo>
                    <a:pt x="522859" y="13589"/>
                  </a:lnTo>
                  <a:lnTo>
                    <a:pt x="522859" y="67945"/>
                  </a:lnTo>
                  <a:lnTo>
                    <a:pt x="576072" y="67945"/>
                  </a:lnTo>
                  <a:lnTo>
                    <a:pt x="576072" y="13589"/>
                  </a:lnTo>
                  <a:close/>
                </a:path>
                <a:path w="803275" h="298450">
                  <a:moveTo>
                    <a:pt x="59689" y="13589"/>
                  </a:moveTo>
                  <a:lnTo>
                    <a:pt x="0" y="13589"/>
                  </a:lnTo>
                  <a:lnTo>
                    <a:pt x="0" y="155829"/>
                  </a:lnTo>
                  <a:lnTo>
                    <a:pt x="6090" y="193133"/>
                  </a:lnTo>
                  <a:lnTo>
                    <a:pt x="24431" y="221091"/>
                  </a:lnTo>
                  <a:lnTo>
                    <a:pt x="55131" y="238642"/>
                  </a:lnTo>
                  <a:lnTo>
                    <a:pt x="98298" y="244729"/>
                  </a:lnTo>
                  <a:lnTo>
                    <a:pt x="100556" y="244729"/>
                  </a:lnTo>
                  <a:lnTo>
                    <a:pt x="144482" y="238642"/>
                  </a:lnTo>
                  <a:lnTo>
                    <a:pt x="145161" y="238642"/>
                  </a:lnTo>
                  <a:lnTo>
                    <a:pt x="176537" y="221091"/>
                  </a:lnTo>
                  <a:lnTo>
                    <a:pt x="192472" y="197612"/>
                  </a:lnTo>
                  <a:lnTo>
                    <a:pt x="101473" y="197612"/>
                  </a:lnTo>
                  <a:lnTo>
                    <a:pt x="82621" y="194776"/>
                  </a:lnTo>
                  <a:lnTo>
                    <a:pt x="69627" y="186737"/>
                  </a:lnTo>
                  <a:lnTo>
                    <a:pt x="62110" y="174198"/>
                  </a:lnTo>
                  <a:lnTo>
                    <a:pt x="59689" y="157861"/>
                  </a:lnTo>
                  <a:lnTo>
                    <a:pt x="59689" y="13589"/>
                  </a:lnTo>
                  <a:close/>
                </a:path>
                <a:path w="803275" h="298450">
                  <a:moveTo>
                    <a:pt x="201802" y="13589"/>
                  </a:moveTo>
                  <a:lnTo>
                    <a:pt x="142239" y="13589"/>
                  </a:lnTo>
                  <a:lnTo>
                    <a:pt x="142239" y="156845"/>
                  </a:lnTo>
                  <a:lnTo>
                    <a:pt x="139692" y="173341"/>
                  </a:lnTo>
                  <a:lnTo>
                    <a:pt x="132048" y="186229"/>
                  </a:lnTo>
                  <a:lnTo>
                    <a:pt x="119308" y="194617"/>
                  </a:lnTo>
                  <a:lnTo>
                    <a:pt x="101473" y="197612"/>
                  </a:lnTo>
                  <a:lnTo>
                    <a:pt x="192472" y="197612"/>
                  </a:lnTo>
                  <a:lnTo>
                    <a:pt x="195488" y="193133"/>
                  </a:lnTo>
                  <a:lnTo>
                    <a:pt x="196602" y="186737"/>
                  </a:lnTo>
                  <a:lnTo>
                    <a:pt x="201802" y="155829"/>
                  </a:lnTo>
                  <a:lnTo>
                    <a:pt x="201802" y="13589"/>
                  </a:lnTo>
                  <a:close/>
                </a:path>
                <a:path w="803275" h="298450">
                  <a:moveTo>
                    <a:pt x="679704" y="68961"/>
                  </a:moveTo>
                  <a:lnTo>
                    <a:pt x="622173" y="68961"/>
                  </a:lnTo>
                  <a:lnTo>
                    <a:pt x="673354" y="201803"/>
                  </a:lnTo>
                  <a:lnTo>
                    <a:pt x="678108" y="213824"/>
                  </a:lnTo>
                  <a:lnTo>
                    <a:pt x="681386" y="223488"/>
                  </a:lnTo>
                  <a:lnTo>
                    <a:pt x="683283" y="231199"/>
                  </a:lnTo>
                  <a:lnTo>
                    <a:pt x="683895" y="237363"/>
                  </a:lnTo>
                  <a:lnTo>
                    <a:pt x="682498" y="244963"/>
                  </a:lnTo>
                  <a:lnTo>
                    <a:pt x="678243" y="250539"/>
                  </a:lnTo>
                  <a:lnTo>
                    <a:pt x="671036" y="253972"/>
                  </a:lnTo>
                  <a:lnTo>
                    <a:pt x="660781" y="255143"/>
                  </a:lnTo>
                  <a:lnTo>
                    <a:pt x="641985" y="255143"/>
                  </a:lnTo>
                  <a:lnTo>
                    <a:pt x="642935" y="295290"/>
                  </a:lnTo>
                  <a:lnTo>
                    <a:pt x="643001" y="298069"/>
                  </a:lnTo>
                  <a:lnTo>
                    <a:pt x="678561" y="298069"/>
                  </a:lnTo>
                  <a:lnTo>
                    <a:pt x="718867" y="286131"/>
                  </a:lnTo>
                  <a:lnTo>
                    <a:pt x="743458" y="243713"/>
                  </a:lnTo>
                  <a:lnTo>
                    <a:pt x="764538" y="181864"/>
                  </a:lnTo>
                  <a:lnTo>
                    <a:pt x="713105" y="181864"/>
                  </a:lnTo>
                  <a:lnTo>
                    <a:pt x="712208" y="178028"/>
                  </a:lnTo>
                  <a:lnTo>
                    <a:pt x="709834" y="168322"/>
                  </a:lnTo>
                  <a:lnTo>
                    <a:pt x="706461" y="155449"/>
                  </a:lnTo>
                  <a:lnTo>
                    <a:pt x="702563" y="142113"/>
                  </a:lnTo>
                  <a:lnTo>
                    <a:pt x="679704" y="68961"/>
                  </a:lnTo>
                  <a:close/>
                </a:path>
                <a:path w="803275" h="298450">
                  <a:moveTo>
                    <a:pt x="803021" y="68961"/>
                  </a:moveTo>
                  <a:lnTo>
                    <a:pt x="747649" y="68961"/>
                  </a:lnTo>
                  <a:lnTo>
                    <a:pt x="724662" y="142113"/>
                  </a:lnTo>
                  <a:lnTo>
                    <a:pt x="720838" y="155449"/>
                  </a:lnTo>
                  <a:lnTo>
                    <a:pt x="717502" y="168322"/>
                  </a:lnTo>
                  <a:lnTo>
                    <a:pt x="715142" y="178028"/>
                  </a:lnTo>
                  <a:lnTo>
                    <a:pt x="714248" y="181864"/>
                  </a:lnTo>
                  <a:lnTo>
                    <a:pt x="764538" y="181864"/>
                  </a:lnTo>
                  <a:lnTo>
                    <a:pt x="803021" y="689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3240785" y="7368539"/>
              <a:ext cx="444500" cy="502284"/>
            </a:xfrm>
            <a:custGeom>
              <a:avLst/>
              <a:gdLst/>
              <a:ahLst/>
              <a:cxnLst/>
              <a:rect l="l" t="t" r="r" b="b"/>
              <a:pathLst>
                <a:path w="444500" h="502284">
                  <a:moveTo>
                    <a:pt x="241553" y="0"/>
                  </a:moveTo>
                  <a:lnTo>
                    <a:pt x="241553" y="89915"/>
                  </a:lnTo>
                  <a:lnTo>
                    <a:pt x="321055" y="135889"/>
                  </a:lnTo>
                  <a:lnTo>
                    <a:pt x="324103" y="137921"/>
                  </a:lnTo>
                  <a:lnTo>
                    <a:pt x="324103" y="142239"/>
                  </a:lnTo>
                  <a:lnTo>
                    <a:pt x="321055" y="143255"/>
                  </a:lnTo>
                  <a:lnTo>
                    <a:pt x="225551" y="198500"/>
                  </a:lnTo>
                  <a:lnTo>
                    <a:pt x="224281" y="198881"/>
                  </a:lnTo>
                  <a:lnTo>
                    <a:pt x="221234" y="198881"/>
                  </a:lnTo>
                  <a:lnTo>
                    <a:pt x="218566" y="197611"/>
                  </a:lnTo>
                  <a:lnTo>
                    <a:pt x="124460" y="143255"/>
                  </a:lnTo>
                  <a:lnTo>
                    <a:pt x="121285" y="142239"/>
                  </a:lnTo>
                  <a:lnTo>
                    <a:pt x="121285" y="137032"/>
                  </a:lnTo>
                  <a:lnTo>
                    <a:pt x="124460" y="135889"/>
                  </a:lnTo>
                  <a:lnTo>
                    <a:pt x="203962" y="89915"/>
                  </a:lnTo>
                  <a:lnTo>
                    <a:pt x="203962" y="0"/>
                  </a:lnTo>
                  <a:lnTo>
                    <a:pt x="0" y="117093"/>
                  </a:lnTo>
                  <a:lnTo>
                    <a:pt x="0" y="351281"/>
                  </a:lnTo>
                  <a:lnTo>
                    <a:pt x="77342" y="306450"/>
                  </a:lnTo>
                  <a:lnTo>
                    <a:pt x="77342" y="211708"/>
                  </a:lnTo>
                  <a:lnTo>
                    <a:pt x="80263" y="209930"/>
                  </a:lnTo>
                  <a:lnTo>
                    <a:pt x="83312" y="209930"/>
                  </a:lnTo>
                  <a:lnTo>
                    <a:pt x="177673" y="264540"/>
                  </a:lnTo>
                  <a:lnTo>
                    <a:pt x="180848" y="266699"/>
                  </a:lnTo>
                  <a:lnTo>
                    <a:pt x="181990" y="268731"/>
                  </a:lnTo>
                  <a:lnTo>
                    <a:pt x="181990" y="383158"/>
                  </a:lnTo>
                  <a:lnTo>
                    <a:pt x="179069" y="385063"/>
                  </a:lnTo>
                  <a:lnTo>
                    <a:pt x="175640" y="384809"/>
                  </a:lnTo>
                  <a:lnTo>
                    <a:pt x="96138" y="338708"/>
                  </a:lnTo>
                  <a:lnTo>
                    <a:pt x="18796" y="383666"/>
                  </a:lnTo>
                  <a:lnTo>
                    <a:pt x="221741" y="501903"/>
                  </a:lnTo>
                  <a:lnTo>
                    <a:pt x="424561" y="384809"/>
                  </a:lnTo>
                  <a:lnTo>
                    <a:pt x="347090" y="339851"/>
                  </a:lnTo>
                  <a:lnTo>
                    <a:pt x="266826" y="386333"/>
                  </a:lnTo>
                  <a:lnTo>
                    <a:pt x="265175" y="386587"/>
                  </a:lnTo>
                  <a:lnTo>
                    <a:pt x="263016" y="386587"/>
                  </a:lnTo>
                  <a:lnTo>
                    <a:pt x="261492" y="384682"/>
                  </a:lnTo>
                  <a:lnTo>
                    <a:pt x="261492" y="269747"/>
                  </a:lnTo>
                  <a:lnTo>
                    <a:pt x="263525" y="266699"/>
                  </a:lnTo>
                  <a:lnTo>
                    <a:pt x="360552" y="210692"/>
                  </a:lnTo>
                  <a:lnTo>
                    <a:pt x="361314" y="210438"/>
                  </a:lnTo>
                  <a:lnTo>
                    <a:pt x="364236" y="210438"/>
                  </a:lnTo>
                  <a:lnTo>
                    <a:pt x="365887" y="212343"/>
                  </a:lnTo>
                  <a:lnTo>
                    <a:pt x="365887" y="307339"/>
                  </a:lnTo>
                  <a:lnTo>
                    <a:pt x="444373" y="351281"/>
                  </a:lnTo>
                  <a:lnTo>
                    <a:pt x="444373" y="117093"/>
                  </a:lnTo>
                  <a:lnTo>
                    <a:pt x="241553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3462527" y="7485633"/>
              <a:ext cx="221615" cy="384810"/>
            </a:xfrm>
            <a:custGeom>
              <a:avLst/>
              <a:gdLst/>
              <a:ahLst/>
              <a:cxnLst/>
              <a:rect l="l" t="t" r="r" b="b"/>
              <a:pathLst>
                <a:path w="221614" h="384809">
                  <a:moveTo>
                    <a:pt x="221614" y="0"/>
                  </a:moveTo>
                  <a:lnTo>
                    <a:pt x="0" y="128651"/>
                  </a:lnTo>
                  <a:lnTo>
                    <a:pt x="0" y="384810"/>
                  </a:lnTo>
                  <a:lnTo>
                    <a:pt x="202819" y="267716"/>
                  </a:lnTo>
                  <a:lnTo>
                    <a:pt x="125349" y="222758"/>
                  </a:lnTo>
                  <a:lnTo>
                    <a:pt x="45085" y="269240"/>
                  </a:lnTo>
                  <a:lnTo>
                    <a:pt x="43434" y="269494"/>
                  </a:lnTo>
                  <a:lnTo>
                    <a:pt x="41275" y="269494"/>
                  </a:lnTo>
                  <a:lnTo>
                    <a:pt x="39750" y="267589"/>
                  </a:lnTo>
                  <a:lnTo>
                    <a:pt x="39750" y="152654"/>
                  </a:lnTo>
                  <a:lnTo>
                    <a:pt x="41783" y="149606"/>
                  </a:lnTo>
                  <a:lnTo>
                    <a:pt x="138811" y="93599"/>
                  </a:lnTo>
                  <a:lnTo>
                    <a:pt x="139573" y="93345"/>
                  </a:lnTo>
                  <a:lnTo>
                    <a:pt x="142494" y="93345"/>
                  </a:lnTo>
                  <a:lnTo>
                    <a:pt x="144145" y="95250"/>
                  </a:lnTo>
                  <a:lnTo>
                    <a:pt x="144145" y="190246"/>
                  </a:lnTo>
                  <a:lnTo>
                    <a:pt x="221614" y="235331"/>
                  </a:lnTo>
                  <a:lnTo>
                    <a:pt x="2216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3240785" y="7368539"/>
              <a:ext cx="443865" cy="245745"/>
            </a:xfrm>
            <a:custGeom>
              <a:avLst/>
              <a:gdLst/>
              <a:ahLst/>
              <a:cxnLst/>
              <a:rect l="l" t="t" r="r" b="b"/>
              <a:pathLst>
                <a:path w="443864" h="245745">
                  <a:moveTo>
                    <a:pt x="241553" y="0"/>
                  </a:moveTo>
                  <a:lnTo>
                    <a:pt x="241553" y="89915"/>
                  </a:lnTo>
                  <a:lnTo>
                    <a:pt x="321055" y="135889"/>
                  </a:lnTo>
                  <a:lnTo>
                    <a:pt x="324103" y="137921"/>
                  </a:lnTo>
                  <a:lnTo>
                    <a:pt x="324103" y="142239"/>
                  </a:lnTo>
                  <a:lnTo>
                    <a:pt x="321055" y="143255"/>
                  </a:lnTo>
                  <a:lnTo>
                    <a:pt x="225551" y="198500"/>
                  </a:lnTo>
                  <a:lnTo>
                    <a:pt x="224281" y="198881"/>
                  </a:lnTo>
                  <a:lnTo>
                    <a:pt x="221234" y="198881"/>
                  </a:lnTo>
                  <a:lnTo>
                    <a:pt x="218566" y="197611"/>
                  </a:lnTo>
                  <a:lnTo>
                    <a:pt x="124460" y="143255"/>
                  </a:lnTo>
                  <a:lnTo>
                    <a:pt x="121285" y="142239"/>
                  </a:lnTo>
                  <a:lnTo>
                    <a:pt x="121285" y="137032"/>
                  </a:lnTo>
                  <a:lnTo>
                    <a:pt x="124460" y="135889"/>
                  </a:lnTo>
                  <a:lnTo>
                    <a:pt x="203962" y="89915"/>
                  </a:lnTo>
                  <a:lnTo>
                    <a:pt x="203962" y="0"/>
                  </a:lnTo>
                  <a:lnTo>
                    <a:pt x="0" y="117093"/>
                  </a:lnTo>
                  <a:lnTo>
                    <a:pt x="221741" y="245744"/>
                  </a:lnTo>
                  <a:lnTo>
                    <a:pt x="443356" y="117093"/>
                  </a:lnTo>
                  <a:lnTo>
                    <a:pt x="241553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3240785" y="7485633"/>
              <a:ext cx="222885" cy="384810"/>
            </a:xfrm>
            <a:custGeom>
              <a:avLst/>
              <a:gdLst/>
              <a:ahLst/>
              <a:cxnLst/>
              <a:rect l="l" t="t" r="r" b="b"/>
              <a:pathLst>
                <a:path w="222885" h="384809">
                  <a:moveTo>
                    <a:pt x="0" y="0"/>
                  </a:moveTo>
                  <a:lnTo>
                    <a:pt x="0" y="234188"/>
                  </a:lnTo>
                  <a:lnTo>
                    <a:pt x="77342" y="189357"/>
                  </a:lnTo>
                  <a:lnTo>
                    <a:pt x="77342" y="94615"/>
                  </a:lnTo>
                  <a:lnTo>
                    <a:pt x="80263" y="92837"/>
                  </a:lnTo>
                  <a:lnTo>
                    <a:pt x="83312" y="92837"/>
                  </a:lnTo>
                  <a:lnTo>
                    <a:pt x="177673" y="147447"/>
                  </a:lnTo>
                  <a:lnTo>
                    <a:pt x="180848" y="149606"/>
                  </a:lnTo>
                  <a:lnTo>
                    <a:pt x="181990" y="151638"/>
                  </a:lnTo>
                  <a:lnTo>
                    <a:pt x="181990" y="263525"/>
                  </a:lnTo>
                  <a:lnTo>
                    <a:pt x="182752" y="266700"/>
                  </a:lnTo>
                  <a:lnTo>
                    <a:pt x="181101" y="269367"/>
                  </a:lnTo>
                  <a:lnTo>
                    <a:pt x="178180" y="269367"/>
                  </a:lnTo>
                  <a:lnTo>
                    <a:pt x="176784" y="268732"/>
                  </a:lnTo>
                  <a:lnTo>
                    <a:pt x="97281" y="222758"/>
                  </a:lnTo>
                  <a:lnTo>
                    <a:pt x="19812" y="267716"/>
                  </a:lnTo>
                  <a:lnTo>
                    <a:pt x="222630" y="384810"/>
                  </a:lnTo>
                  <a:lnTo>
                    <a:pt x="222630" y="128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146416" y="7419467"/>
              <a:ext cx="1781175" cy="400050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557642" y="2752242"/>
              <a:ext cx="1055344" cy="425043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5172836" y="4751704"/>
              <a:ext cx="1828799" cy="382524"/>
            </a:xfrm>
            <a:prstGeom prst="rect">
              <a:avLst/>
            </a:prstGeom>
          </p:spPr>
        </p:pic>
      </p:grpSp>
      <p:sp>
        <p:nvSpPr>
          <p:cNvPr id="154" name="object 154" descr=""/>
          <p:cNvSpPr txBox="1"/>
          <p:nvPr/>
        </p:nvSpPr>
        <p:spPr>
          <a:xfrm>
            <a:off x="5666613" y="1731086"/>
            <a:ext cx="27565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DIGITAL</a:t>
            </a:r>
            <a:r>
              <a:rPr dirty="0" sz="1800" spc="-4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NATIVE</a:t>
            </a:r>
            <a:r>
              <a:rPr dirty="0" sz="18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&amp;</a:t>
            </a: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 b="1">
                <a:solidFill>
                  <a:srgbClr val="221F1F"/>
                </a:solidFill>
                <a:latin typeface="Malgun Gothic"/>
                <a:cs typeface="Malgun Gothic"/>
              </a:rPr>
              <a:t>TECH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1420" y="1601215"/>
            <a:ext cx="16379190" cy="2042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웹단말</a:t>
            </a:r>
            <a:r>
              <a:rPr dirty="0" sz="2800" spc="-8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시스템과</a:t>
            </a:r>
            <a:r>
              <a:rPr dirty="0" sz="2800" spc="-6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채널간의</a:t>
            </a:r>
            <a:r>
              <a:rPr dirty="0" sz="2800" spc="-7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유기적인</a:t>
            </a:r>
            <a:r>
              <a:rPr dirty="0" sz="2800" spc="-8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거래를</a:t>
            </a:r>
            <a:r>
              <a:rPr dirty="0" sz="2800" spc="-8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위한</a:t>
            </a:r>
            <a:r>
              <a:rPr dirty="0" sz="2800" spc="-8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Queue</a:t>
            </a:r>
            <a:r>
              <a:rPr dirty="0" sz="2800" spc="-7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>
                <a:solidFill>
                  <a:srgbClr val="0074A1"/>
                </a:solidFill>
                <a:latin typeface="Malgun Gothic"/>
                <a:cs typeface="Malgun Gothic"/>
              </a:rPr>
              <a:t>시스템</a:t>
            </a:r>
            <a:r>
              <a:rPr dirty="0" sz="2800" spc="-8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2800" spc="-25">
                <a:solidFill>
                  <a:srgbClr val="0074A1"/>
                </a:solidFill>
                <a:latin typeface="Malgun Gothic"/>
                <a:cs typeface="Malgun Gothic"/>
              </a:rPr>
              <a:t>구축</a:t>
            </a:r>
            <a:endParaRPr sz="2800">
              <a:latin typeface="Malgun Gothic"/>
              <a:cs typeface="Malgun Gothic"/>
            </a:endParaRPr>
          </a:p>
          <a:p>
            <a:pPr algn="just" marL="75565" marR="5080">
              <a:lnSpc>
                <a:spcPct val="150000"/>
              </a:lnSpc>
              <a:spcBef>
                <a:spcPts val="1725"/>
              </a:spcBef>
            </a:pPr>
            <a:r>
              <a:rPr dirty="0" sz="2000" spc="-20">
                <a:solidFill>
                  <a:srgbClr val="404040"/>
                </a:solidFill>
                <a:latin typeface="Malgun Gothic"/>
                <a:cs typeface="Malgun Gothic"/>
              </a:rPr>
              <a:t>웹단말에서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발생되는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30">
                <a:solidFill>
                  <a:srgbClr val="404040"/>
                </a:solidFill>
                <a:latin typeface="Malgun Gothic"/>
                <a:cs typeface="Malgun Gothic"/>
              </a:rPr>
              <a:t>Event는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다양한</a:t>
            </a:r>
            <a:r>
              <a:rPr dirty="0" sz="2000" spc="-13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35">
                <a:solidFill>
                  <a:srgbClr val="404040"/>
                </a:solidFill>
                <a:latin typeface="Malgun Gothic"/>
                <a:cs typeface="Malgun Gothic"/>
              </a:rPr>
              <a:t>포맷(JSON,</a:t>
            </a:r>
            <a:r>
              <a:rPr dirty="0" sz="2000" spc="-12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Malgun Gothic"/>
                <a:cs typeface="Malgun Gothic"/>
              </a:rPr>
              <a:t>XML,</a:t>
            </a:r>
            <a:r>
              <a:rPr dirty="0" sz="2000" spc="-114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Malgun Gothic"/>
                <a:cs typeface="Malgun Gothic"/>
              </a:rPr>
              <a:t>..)으로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35">
                <a:solidFill>
                  <a:srgbClr val="404040"/>
                </a:solidFill>
                <a:latin typeface="Malgun Gothic"/>
                <a:cs typeface="Malgun Gothic"/>
              </a:rPr>
              <a:t>Pub/Sub</a:t>
            </a:r>
            <a:r>
              <a:rPr dirty="0" sz="2000" spc="-13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Malgun Gothic"/>
                <a:cs typeface="Malgun Gothic"/>
              </a:rPr>
              <a:t>API를</a:t>
            </a:r>
            <a:r>
              <a:rPr dirty="0" sz="2000" spc="-13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통하여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Malgun Gothic"/>
                <a:cs typeface="Malgun Gothic"/>
              </a:rPr>
              <a:t>Confluent</a:t>
            </a:r>
            <a:r>
              <a:rPr dirty="0" sz="2000" spc="-114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Malgun Gothic"/>
                <a:cs typeface="Malgun Gothic"/>
              </a:rPr>
              <a:t>Platform으로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Malgun Gothic"/>
                <a:cs typeface="Malgun Gothic"/>
              </a:rPr>
              <a:t>수집되며,</a:t>
            </a:r>
            <a:r>
              <a:rPr dirty="0" sz="2000" spc="-12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유실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없이</a:t>
            </a:r>
            <a:r>
              <a:rPr dirty="0" sz="2000" spc="-12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Malgun Gothic"/>
                <a:cs typeface="Malgun Gothic"/>
              </a:rPr>
              <a:t>보관주기에</a:t>
            </a:r>
            <a:r>
              <a:rPr dirty="0" sz="2000" spc="-13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Malgun Gothic"/>
                <a:cs typeface="Malgun Gothic"/>
              </a:rPr>
              <a:t>따라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안전하게</a:t>
            </a:r>
            <a:r>
              <a:rPr dirty="0" sz="2000" spc="7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저장됩니다.</a:t>
            </a:r>
            <a:r>
              <a:rPr dirty="0" sz="2000" spc="8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또한,</a:t>
            </a:r>
            <a:r>
              <a:rPr dirty="0" sz="2000" spc="8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실시간으로</a:t>
            </a:r>
            <a:r>
              <a:rPr dirty="0" sz="2000" spc="8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Malgun Gothic"/>
                <a:cs typeface="Malgun Gothic"/>
              </a:rPr>
              <a:t>MCI(EAI)에</a:t>
            </a:r>
            <a:r>
              <a:rPr dirty="0" sz="2000" spc="7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의하여</a:t>
            </a:r>
            <a:r>
              <a:rPr dirty="0" sz="2000" spc="6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Polling된</a:t>
            </a:r>
            <a:r>
              <a:rPr dirty="0" sz="2000" spc="7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데이터는</a:t>
            </a:r>
            <a:r>
              <a:rPr dirty="0" sz="2000" spc="7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안전하게</a:t>
            </a:r>
            <a:r>
              <a:rPr dirty="0" sz="2000" spc="7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MCI로</a:t>
            </a:r>
            <a:r>
              <a:rPr dirty="0" sz="2000" spc="8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전달되게</a:t>
            </a:r>
            <a:r>
              <a:rPr dirty="0" sz="2000" spc="7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되어</a:t>
            </a:r>
            <a:r>
              <a:rPr dirty="0" sz="2000" spc="5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유기적인</a:t>
            </a:r>
            <a:r>
              <a:rPr dirty="0" sz="2000" spc="8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거래가</a:t>
            </a:r>
            <a:r>
              <a:rPr dirty="0" sz="2000" spc="7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404040"/>
                </a:solidFill>
                <a:latin typeface="Malgun Gothic"/>
                <a:cs typeface="Malgun Gothic"/>
              </a:rPr>
              <a:t>가능한</a:t>
            </a:r>
            <a:r>
              <a:rPr dirty="0" sz="2000" spc="5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Malgun Gothic"/>
                <a:cs typeface="Malgun Gothic"/>
              </a:rPr>
              <a:t>Queue </a:t>
            </a:r>
            <a:r>
              <a:rPr dirty="0" sz="2000" spc="-25">
                <a:solidFill>
                  <a:srgbClr val="404040"/>
                </a:solidFill>
                <a:latin typeface="Malgun Gothic"/>
                <a:cs typeface="Malgun Gothic"/>
              </a:rPr>
              <a:t>시스템</a:t>
            </a:r>
            <a:r>
              <a:rPr dirty="0" sz="2000" spc="-14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Malgun Gothic"/>
                <a:cs typeface="Malgun Gothic"/>
              </a:rPr>
              <a:t>구축을</a:t>
            </a:r>
            <a:r>
              <a:rPr dirty="0" sz="2000" spc="-12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40">
                <a:solidFill>
                  <a:srgbClr val="404040"/>
                </a:solidFill>
                <a:latin typeface="Malgun Gothic"/>
                <a:cs typeface="Malgun Gothic"/>
              </a:rPr>
              <a:t>가능하게</a:t>
            </a:r>
            <a:r>
              <a:rPr dirty="0" sz="2000" spc="-135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Malgun Gothic"/>
                <a:cs typeface="Malgun Gothic"/>
              </a:rPr>
              <a:t>합니다.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34057" y="5026278"/>
            <a:ext cx="268224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solidFill>
                  <a:srgbClr val="404040"/>
                </a:solidFill>
                <a:latin typeface="Malgun Gothic"/>
                <a:cs typeface="Malgun Gothic"/>
              </a:rPr>
              <a:t>Confluent</a:t>
            </a:r>
            <a:r>
              <a:rPr dirty="0" sz="2000" spc="-10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45">
                <a:solidFill>
                  <a:srgbClr val="404040"/>
                </a:solidFill>
                <a:latin typeface="Malgun Gothic"/>
                <a:cs typeface="Malgun Gothic"/>
              </a:rPr>
              <a:t>Platform</a:t>
            </a:r>
            <a:r>
              <a:rPr dirty="0" sz="2000" spc="-114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Malgun Gothic"/>
                <a:cs typeface="Malgun Gothic"/>
              </a:rPr>
              <a:t>기반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-50">
                <a:solidFill>
                  <a:srgbClr val="404040"/>
                </a:solidFill>
                <a:latin typeface="Malgun Gothic"/>
                <a:cs typeface="Malgun Gothic"/>
              </a:rPr>
              <a:t>Queue</a:t>
            </a:r>
            <a:r>
              <a:rPr dirty="0" sz="2000" spc="-114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Malgun Gothic"/>
                <a:cs typeface="Malgun Gothic"/>
              </a:rPr>
              <a:t>시스템</a:t>
            </a:r>
            <a:r>
              <a:rPr dirty="0" sz="2000" spc="-12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Malgun Gothic"/>
                <a:cs typeface="Malgun Gothic"/>
              </a:rPr>
              <a:t>구축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469644" y="5262879"/>
            <a:ext cx="161290" cy="158115"/>
            <a:chOff x="1469644" y="5262879"/>
            <a:chExt cx="161290" cy="15811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9644" y="5262879"/>
              <a:ext cx="68199" cy="6845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227" y="5262879"/>
              <a:ext cx="68198" cy="6845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9644" y="5352414"/>
              <a:ext cx="68199" cy="6845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227" y="5352414"/>
              <a:ext cx="68198" cy="68452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7047734" y="3624021"/>
            <a:ext cx="7619365" cy="5546090"/>
            <a:chOff x="7047734" y="3624021"/>
            <a:chExt cx="7619365" cy="554609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7734" y="3675087"/>
              <a:ext cx="7618859" cy="549443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08007" y="3624021"/>
              <a:ext cx="3305175" cy="78605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055738" y="3683126"/>
              <a:ext cx="7539990" cy="5415915"/>
            </a:xfrm>
            <a:custGeom>
              <a:avLst/>
              <a:gdLst/>
              <a:ahLst/>
              <a:cxnLst/>
              <a:rect l="l" t="t" r="r" b="b"/>
              <a:pathLst>
                <a:path w="7539990" h="5415915">
                  <a:moveTo>
                    <a:pt x="7446899" y="0"/>
                  </a:moveTo>
                  <a:lnTo>
                    <a:pt x="92582" y="0"/>
                  </a:lnTo>
                  <a:lnTo>
                    <a:pt x="56524" y="7268"/>
                  </a:lnTo>
                  <a:lnTo>
                    <a:pt x="27098" y="27098"/>
                  </a:lnTo>
                  <a:lnTo>
                    <a:pt x="7268" y="56524"/>
                  </a:lnTo>
                  <a:lnTo>
                    <a:pt x="0" y="92582"/>
                  </a:lnTo>
                  <a:lnTo>
                    <a:pt x="0" y="5323078"/>
                  </a:lnTo>
                  <a:lnTo>
                    <a:pt x="7268" y="5359127"/>
                  </a:lnTo>
                  <a:lnTo>
                    <a:pt x="27098" y="5388559"/>
                  </a:lnTo>
                  <a:lnTo>
                    <a:pt x="56524" y="5408399"/>
                  </a:lnTo>
                  <a:lnTo>
                    <a:pt x="92582" y="5415673"/>
                  </a:lnTo>
                  <a:lnTo>
                    <a:pt x="7446899" y="5415673"/>
                  </a:lnTo>
                  <a:lnTo>
                    <a:pt x="7482957" y="5408399"/>
                  </a:lnTo>
                  <a:lnTo>
                    <a:pt x="7512383" y="5388559"/>
                  </a:lnTo>
                  <a:lnTo>
                    <a:pt x="7532213" y="5359127"/>
                  </a:lnTo>
                  <a:lnTo>
                    <a:pt x="7539482" y="5323078"/>
                  </a:lnTo>
                  <a:lnTo>
                    <a:pt x="7539482" y="92582"/>
                  </a:lnTo>
                  <a:lnTo>
                    <a:pt x="7532213" y="56524"/>
                  </a:lnTo>
                  <a:lnTo>
                    <a:pt x="7512383" y="27098"/>
                  </a:lnTo>
                  <a:lnTo>
                    <a:pt x="7482957" y="7268"/>
                  </a:lnTo>
                  <a:lnTo>
                    <a:pt x="744689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32391" y="3650017"/>
              <a:ext cx="3206242" cy="687158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9416542" y="3737864"/>
            <a:ext cx="28168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dirty="0" sz="2400" spc="-114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400" spc="-10" b="1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endParaRPr sz="2400">
              <a:latin typeface="Malgun Gothic"/>
              <a:cs typeface="Malgun Gothic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767571" y="5838444"/>
            <a:ext cx="1121410" cy="1151890"/>
            <a:chOff x="8767571" y="5838444"/>
            <a:chExt cx="1121410" cy="1151890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67571" y="5838444"/>
              <a:ext cx="1121219" cy="115176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800591" y="5871121"/>
              <a:ext cx="1011555" cy="706755"/>
            </a:xfrm>
            <a:custGeom>
              <a:avLst/>
              <a:gdLst/>
              <a:ahLst/>
              <a:cxnLst/>
              <a:rect l="l" t="t" r="r" b="b"/>
              <a:pathLst>
                <a:path w="1011554" h="706754">
                  <a:moveTo>
                    <a:pt x="1011123" y="0"/>
                  </a:moveTo>
                  <a:lnTo>
                    <a:pt x="0" y="0"/>
                  </a:lnTo>
                  <a:lnTo>
                    <a:pt x="0" y="706335"/>
                  </a:lnTo>
                  <a:lnTo>
                    <a:pt x="1011123" y="706335"/>
                  </a:lnTo>
                  <a:lnTo>
                    <a:pt x="101112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800591" y="5871121"/>
              <a:ext cx="1011555" cy="706755"/>
            </a:xfrm>
            <a:custGeom>
              <a:avLst/>
              <a:gdLst/>
              <a:ahLst/>
              <a:cxnLst/>
              <a:rect l="l" t="t" r="r" b="b"/>
              <a:pathLst>
                <a:path w="1011554" h="706754">
                  <a:moveTo>
                    <a:pt x="0" y="706335"/>
                  </a:moveTo>
                  <a:lnTo>
                    <a:pt x="1011123" y="706335"/>
                  </a:lnTo>
                  <a:lnTo>
                    <a:pt x="1011123" y="0"/>
                  </a:lnTo>
                  <a:lnTo>
                    <a:pt x="0" y="0"/>
                  </a:lnTo>
                  <a:lnTo>
                    <a:pt x="0" y="70633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98279" y="6013767"/>
              <a:ext cx="426504" cy="309181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11411" y="6173787"/>
              <a:ext cx="598716" cy="309181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8806942" y="6049517"/>
            <a:ext cx="99885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3370" marR="284480" indent="8636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FFFFFF"/>
                </a:solidFill>
                <a:latin typeface="Malgun Gothic"/>
                <a:cs typeface="Malgun Gothic"/>
              </a:rPr>
              <a:t>Zoo </a:t>
            </a:r>
            <a:r>
              <a:rPr dirty="0" sz="1050" spc="-10">
                <a:solidFill>
                  <a:srgbClr val="FFFFFF"/>
                </a:solidFill>
                <a:latin typeface="Malgun Gothic"/>
                <a:cs typeface="Malgun Gothic"/>
              </a:rPr>
              <a:t>keeper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794242" y="6571106"/>
            <a:ext cx="1024255" cy="344805"/>
            <a:chOff x="8794242" y="6571106"/>
            <a:chExt cx="1024255" cy="344805"/>
          </a:xfrm>
        </p:grpSpPr>
        <p:sp>
          <p:nvSpPr>
            <p:cNvPr id="23" name="object 23" descr=""/>
            <p:cNvSpPr/>
            <p:nvPr/>
          </p:nvSpPr>
          <p:spPr>
            <a:xfrm>
              <a:off x="8800592" y="6577456"/>
              <a:ext cx="1011555" cy="321310"/>
            </a:xfrm>
            <a:custGeom>
              <a:avLst/>
              <a:gdLst/>
              <a:ahLst/>
              <a:cxnLst/>
              <a:rect l="l" t="t" r="r" b="b"/>
              <a:pathLst>
                <a:path w="1011554" h="321309">
                  <a:moveTo>
                    <a:pt x="1011123" y="0"/>
                  </a:moveTo>
                  <a:lnTo>
                    <a:pt x="0" y="0"/>
                  </a:lnTo>
                  <a:lnTo>
                    <a:pt x="0" y="321056"/>
                  </a:lnTo>
                  <a:lnTo>
                    <a:pt x="1011123" y="321056"/>
                  </a:lnTo>
                  <a:lnTo>
                    <a:pt x="10111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800592" y="6577456"/>
              <a:ext cx="1011555" cy="321310"/>
            </a:xfrm>
            <a:custGeom>
              <a:avLst/>
              <a:gdLst/>
              <a:ahLst/>
              <a:cxnLst/>
              <a:rect l="l" t="t" r="r" b="b"/>
              <a:pathLst>
                <a:path w="1011554" h="321309">
                  <a:moveTo>
                    <a:pt x="0" y="321056"/>
                  </a:moveTo>
                  <a:lnTo>
                    <a:pt x="1011123" y="321056"/>
                  </a:lnTo>
                  <a:lnTo>
                    <a:pt x="1011123" y="0"/>
                  </a:lnTo>
                  <a:lnTo>
                    <a:pt x="0" y="0"/>
                  </a:lnTo>
                  <a:lnTo>
                    <a:pt x="0" y="32105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12936" y="6608101"/>
              <a:ext cx="595693" cy="307682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8800592" y="6643242"/>
            <a:ext cx="10052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Malgun Gothic"/>
                <a:cs typeface="Malgun Gothic"/>
              </a:rPr>
              <a:t>Node1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0244328" y="7048525"/>
            <a:ext cx="1121410" cy="1116965"/>
            <a:chOff x="10244328" y="7048525"/>
            <a:chExt cx="1121410" cy="1116965"/>
          </a:xfrm>
        </p:grpSpPr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44328" y="7048525"/>
              <a:ext cx="1121219" cy="1116685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0276840" y="7081380"/>
              <a:ext cx="1011555" cy="677545"/>
            </a:xfrm>
            <a:custGeom>
              <a:avLst/>
              <a:gdLst/>
              <a:ahLst/>
              <a:cxnLst/>
              <a:rect l="l" t="t" r="r" b="b"/>
              <a:pathLst>
                <a:path w="1011554" h="677545">
                  <a:moveTo>
                    <a:pt x="1011135" y="0"/>
                  </a:moveTo>
                  <a:lnTo>
                    <a:pt x="0" y="0"/>
                  </a:lnTo>
                  <a:lnTo>
                    <a:pt x="0" y="677303"/>
                  </a:lnTo>
                  <a:lnTo>
                    <a:pt x="1011135" y="677303"/>
                  </a:lnTo>
                  <a:lnTo>
                    <a:pt x="10111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276840" y="7081380"/>
              <a:ext cx="1011555" cy="677545"/>
            </a:xfrm>
            <a:custGeom>
              <a:avLst/>
              <a:gdLst/>
              <a:ahLst/>
              <a:cxnLst/>
              <a:rect l="l" t="t" r="r" b="b"/>
              <a:pathLst>
                <a:path w="1011554" h="677545">
                  <a:moveTo>
                    <a:pt x="0" y="677303"/>
                  </a:moveTo>
                  <a:lnTo>
                    <a:pt x="1011135" y="677303"/>
                  </a:lnTo>
                  <a:lnTo>
                    <a:pt x="1011135" y="0"/>
                  </a:lnTo>
                  <a:lnTo>
                    <a:pt x="0" y="0"/>
                  </a:lnTo>
                  <a:lnTo>
                    <a:pt x="0" y="67730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97312" y="7290854"/>
              <a:ext cx="580415" cy="307682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10283190" y="7325359"/>
            <a:ext cx="9988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2895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10270490" y="7752435"/>
            <a:ext cx="1024255" cy="338455"/>
            <a:chOff x="10270490" y="7752435"/>
            <a:chExt cx="1024255" cy="338455"/>
          </a:xfrm>
        </p:grpSpPr>
        <p:sp>
          <p:nvSpPr>
            <p:cNvPr id="34" name="object 34" descr=""/>
            <p:cNvSpPr/>
            <p:nvPr/>
          </p:nvSpPr>
          <p:spPr>
            <a:xfrm>
              <a:off x="10276840" y="7758785"/>
              <a:ext cx="1011555" cy="307975"/>
            </a:xfrm>
            <a:custGeom>
              <a:avLst/>
              <a:gdLst/>
              <a:ahLst/>
              <a:cxnLst/>
              <a:rect l="l" t="t" r="r" b="b"/>
              <a:pathLst>
                <a:path w="1011554" h="307975">
                  <a:moveTo>
                    <a:pt x="1011135" y="0"/>
                  </a:moveTo>
                  <a:lnTo>
                    <a:pt x="0" y="0"/>
                  </a:lnTo>
                  <a:lnTo>
                    <a:pt x="0" y="307873"/>
                  </a:lnTo>
                  <a:lnTo>
                    <a:pt x="1011135" y="307873"/>
                  </a:lnTo>
                  <a:lnTo>
                    <a:pt x="101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0276840" y="7758785"/>
              <a:ext cx="1011555" cy="307975"/>
            </a:xfrm>
            <a:custGeom>
              <a:avLst/>
              <a:gdLst/>
              <a:ahLst/>
              <a:cxnLst/>
              <a:rect l="l" t="t" r="r" b="b"/>
              <a:pathLst>
                <a:path w="1011554" h="307975">
                  <a:moveTo>
                    <a:pt x="0" y="307873"/>
                  </a:moveTo>
                  <a:lnTo>
                    <a:pt x="1011135" y="307873"/>
                  </a:lnTo>
                  <a:lnTo>
                    <a:pt x="1011135" y="0"/>
                  </a:lnTo>
                  <a:lnTo>
                    <a:pt x="0" y="0"/>
                  </a:lnTo>
                  <a:lnTo>
                    <a:pt x="0" y="30787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489692" y="7783105"/>
              <a:ext cx="595693" cy="307682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10283190" y="7817866"/>
            <a:ext cx="9988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275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Malgun Gothic"/>
                <a:cs typeface="Malgun Gothic"/>
              </a:rPr>
              <a:t>Node2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8767571" y="7048525"/>
            <a:ext cx="2527935" cy="1116965"/>
            <a:chOff x="8767571" y="7048525"/>
            <a:chExt cx="2527935" cy="1116965"/>
          </a:xfrm>
        </p:grpSpPr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45723" y="7501090"/>
              <a:ext cx="549668" cy="340779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71631" y="7527696"/>
              <a:ext cx="452577" cy="244322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67571" y="7048525"/>
              <a:ext cx="1121219" cy="1116685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8800591" y="7081380"/>
              <a:ext cx="1011555" cy="677545"/>
            </a:xfrm>
            <a:custGeom>
              <a:avLst/>
              <a:gdLst/>
              <a:ahLst/>
              <a:cxnLst/>
              <a:rect l="l" t="t" r="r" b="b"/>
              <a:pathLst>
                <a:path w="1011554" h="677545">
                  <a:moveTo>
                    <a:pt x="1011135" y="0"/>
                  </a:moveTo>
                  <a:lnTo>
                    <a:pt x="0" y="0"/>
                  </a:lnTo>
                  <a:lnTo>
                    <a:pt x="0" y="677303"/>
                  </a:lnTo>
                  <a:lnTo>
                    <a:pt x="1011135" y="677303"/>
                  </a:lnTo>
                  <a:lnTo>
                    <a:pt x="10111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800591" y="7081380"/>
              <a:ext cx="1011555" cy="677545"/>
            </a:xfrm>
            <a:custGeom>
              <a:avLst/>
              <a:gdLst/>
              <a:ahLst/>
              <a:cxnLst/>
              <a:rect l="l" t="t" r="r" b="b"/>
              <a:pathLst>
                <a:path w="1011554" h="677545">
                  <a:moveTo>
                    <a:pt x="0" y="677303"/>
                  </a:moveTo>
                  <a:lnTo>
                    <a:pt x="1011135" y="677303"/>
                  </a:lnTo>
                  <a:lnTo>
                    <a:pt x="1011135" y="0"/>
                  </a:lnTo>
                  <a:lnTo>
                    <a:pt x="0" y="0"/>
                  </a:lnTo>
                  <a:lnTo>
                    <a:pt x="0" y="67730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20555" y="7290854"/>
              <a:ext cx="580415" cy="307682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8806942" y="7325359"/>
            <a:ext cx="9988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226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8794242" y="7752435"/>
            <a:ext cx="1024255" cy="338455"/>
            <a:chOff x="8794242" y="7752435"/>
            <a:chExt cx="1024255" cy="338455"/>
          </a:xfrm>
        </p:grpSpPr>
        <p:sp>
          <p:nvSpPr>
            <p:cNvPr id="47" name="object 47" descr=""/>
            <p:cNvSpPr/>
            <p:nvPr/>
          </p:nvSpPr>
          <p:spPr>
            <a:xfrm>
              <a:off x="8800592" y="7758785"/>
              <a:ext cx="1011555" cy="307975"/>
            </a:xfrm>
            <a:custGeom>
              <a:avLst/>
              <a:gdLst/>
              <a:ahLst/>
              <a:cxnLst/>
              <a:rect l="l" t="t" r="r" b="b"/>
              <a:pathLst>
                <a:path w="1011554" h="307975">
                  <a:moveTo>
                    <a:pt x="1011135" y="0"/>
                  </a:moveTo>
                  <a:lnTo>
                    <a:pt x="0" y="0"/>
                  </a:lnTo>
                  <a:lnTo>
                    <a:pt x="0" y="307873"/>
                  </a:lnTo>
                  <a:lnTo>
                    <a:pt x="1011135" y="307873"/>
                  </a:lnTo>
                  <a:lnTo>
                    <a:pt x="101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800592" y="7758785"/>
              <a:ext cx="1011555" cy="307975"/>
            </a:xfrm>
            <a:custGeom>
              <a:avLst/>
              <a:gdLst/>
              <a:ahLst/>
              <a:cxnLst/>
              <a:rect l="l" t="t" r="r" b="b"/>
              <a:pathLst>
                <a:path w="1011554" h="307975">
                  <a:moveTo>
                    <a:pt x="0" y="307873"/>
                  </a:moveTo>
                  <a:lnTo>
                    <a:pt x="1011135" y="307873"/>
                  </a:lnTo>
                  <a:lnTo>
                    <a:pt x="1011135" y="0"/>
                  </a:lnTo>
                  <a:lnTo>
                    <a:pt x="0" y="0"/>
                  </a:lnTo>
                  <a:lnTo>
                    <a:pt x="0" y="30787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012936" y="7783105"/>
              <a:ext cx="595693" cy="307682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8806942" y="7817866"/>
            <a:ext cx="9988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275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Malgun Gothic"/>
                <a:cs typeface="Malgun Gothic"/>
              </a:rPr>
              <a:t>Node1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9262871" y="7048525"/>
            <a:ext cx="3564254" cy="1116965"/>
            <a:chOff x="9262871" y="7048525"/>
            <a:chExt cx="3564254" cy="1116965"/>
          </a:xfrm>
        </p:grpSpPr>
        <p:pic>
          <p:nvPicPr>
            <p:cNvPr id="52" name="object 5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62871" y="7501090"/>
              <a:ext cx="549668" cy="34077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89033" y="7527696"/>
              <a:ext cx="452577" cy="244322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05843" y="7048525"/>
              <a:ext cx="1121219" cy="1116685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1738228" y="7081380"/>
              <a:ext cx="1011555" cy="677545"/>
            </a:xfrm>
            <a:custGeom>
              <a:avLst/>
              <a:gdLst/>
              <a:ahLst/>
              <a:cxnLst/>
              <a:rect l="l" t="t" r="r" b="b"/>
              <a:pathLst>
                <a:path w="1011554" h="677545">
                  <a:moveTo>
                    <a:pt x="1011135" y="0"/>
                  </a:moveTo>
                  <a:lnTo>
                    <a:pt x="0" y="0"/>
                  </a:lnTo>
                  <a:lnTo>
                    <a:pt x="0" y="677303"/>
                  </a:lnTo>
                  <a:lnTo>
                    <a:pt x="1011135" y="677303"/>
                  </a:lnTo>
                  <a:lnTo>
                    <a:pt x="10111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1738228" y="7081380"/>
              <a:ext cx="1011555" cy="677545"/>
            </a:xfrm>
            <a:custGeom>
              <a:avLst/>
              <a:gdLst/>
              <a:ahLst/>
              <a:cxnLst/>
              <a:rect l="l" t="t" r="r" b="b"/>
              <a:pathLst>
                <a:path w="1011554" h="677545">
                  <a:moveTo>
                    <a:pt x="0" y="677303"/>
                  </a:moveTo>
                  <a:lnTo>
                    <a:pt x="1011135" y="677303"/>
                  </a:lnTo>
                  <a:lnTo>
                    <a:pt x="1011135" y="0"/>
                  </a:lnTo>
                  <a:lnTo>
                    <a:pt x="0" y="0"/>
                  </a:lnTo>
                  <a:lnTo>
                    <a:pt x="0" y="67730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957303" y="7290854"/>
              <a:ext cx="580415" cy="307682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11744579" y="7325359"/>
            <a:ext cx="9988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2895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1731879" y="7752435"/>
            <a:ext cx="1024255" cy="338455"/>
            <a:chOff x="11731879" y="7752435"/>
            <a:chExt cx="1024255" cy="338455"/>
          </a:xfrm>
        </p:grpSpPr>
        <p:sp>
          <p:nvSpPr>
            <p:cNvPr id="60" name="object 60" descr=""/>
            <p:cNvSpPr/>
            <p:nvPr/>
          </p:nvSpPr>
          <p:spPr>
            <a:xfrm>
              <a:off x="11738229" y="7758785"/>
              <a:ext cx="1011555" cy="307975"/>
            </a:xfrm>
            <a:custGeom>
              <a:avLst/>
              <a:gdLst/>
              <a:ahLst/>
              <a:cxnLst/>
              <a:rect l="l" t="t" r="r" b="b"/>
              <a:pathLst>
                <a:path w="1011554" h="307975">
                  <a:moveTo>
                    <a:pt x="1011135" y="0"/>
                  </a:moveTo>
                  <a:lnTo>
                    <a:pt x="0" y="0"/>
                  </a:lnTo>
                  <a:lnTo>
                    <a:pt x="0" y="307873"/>
                  </a:lnTo>
                  <a:lnTo>
                    <a:pt x="1011135" y="307873"/>
                  </a:lnTo>
                  <a:lnTo>
                    <a:pt x="101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1738229" y="7758785"/>
              <a:ext cx="1011555" cy="307975"/>
            </a:xfrm>
            <a:custGeom>
              <a:avLst/>
              <a:gdLst/>
              <a:ahLst/>
              <a:cxnLst/>
              <a:rect l="l" t="t" r="r" b="b"/>
              <a:pathLst>
                <a:path w="1011554" h="307975">
                  <a:moveTo>
                    <a:pt x="0" y="307873"/>
                  </a:moveTo>
                  <a:lnTo>
                    <a:pt x="1011135" y="307873"/>
                  </a:lnTo>
                  <a:lnTo>
                    <a:pt x="1011135" y="0"/>
                  </a:lnTo>
                  <a:lnTo>
                    <a:pt x="0" y="0"/>
                  </a:lnTo>
                  <a:lnTo>
                    <a:pt x="0" y="307873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949684" y="7783105"/>
              <a:ext cx="595693" cy="307682"/>
            </a:xfrm>
            <a:prstGeom prst="rect">
              <a:avLst/>
            </a:prstGeom>
          </p:spPr>
        </p:pic>
      </p:grpSp>
      <p:sp>
        <p:nvSpPr>
          <p:cNvPr id="63" name="object 63" descr=""/>
          <p:cNvSpPr txBox="1"/>
          <p:nvPr/>
        </p:nvSpPr>
        <p:spPr>
          <a:xfrm>
            <a:off x="11744579" y="7817866"/>
            <a:ext cx="9988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275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Malgun Gothic"/>
                <a:cs typeface="Malgun Gothic"/>
              </a:rPr>
              <a:t>Node3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10244328" y="5838444"/>
            <a:ext cx="2512695" cy="2003425"/>
            <a:chOff x="10244328" y="5838444"/>
            <a:chExt cx="2512695" cy="2003425"/>
          </a:xfrm>
        </p:grpSpPr>
        <p:pic>
          <p:nvPicPr>
            <p:cNvPr id="65" name="object 6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207240" y="7501090"/>
              <a:ext cx="549668" cy="340779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233021" y="7527696"/>
              <a:ext cx="452577" cy="244322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244328" y="5838444"/>
              <a:ext cx="1121219" cy="1151763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0276840" y="5871121"/>
              <a:ext cx="1011555" cy="706755"/>
            </a:xfrm>
            <a:custGeom>
              <a:avLst/>
              <a:gdLst/>
              <a:ahLst/>
              <a:cxnLst/>
              <a:rect l="l" t="t" r="r" b="b"/>
              <a:pathLst>
                <a:path w="1011554" h="706754">
                  <a:moveTo>
                    <a:pt x="1011123" y="0"/>
                  </a:moveTo>
                  <a:lnTo>
                    <a:pt x="0" y="0"/>
                  </a:lnTo>
                  <a:lnTo>
                    <a:pt x="0" y="706335"/>
                  </a:lnTo>
                  <a:lnTo>
                    <a:pt x="1011123" y="706335"/>
                  </a:lnTo>
                  <a:lnTo>
                    <a:pt x="101112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575036" y="6013767"/>
              <a:ext cx="426504" cy="309181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488168" y="6173787"/>
              <a:ext cx="598716" cy="309181"/>
            </a:xfrm>
            <a:prstGeom prst="rect">
              <a:avLst/>
            </a:prstGeom>
          </p:spPr>
        </p:pic>
      </p:grpSp>
      <p:sp>
        <p:nvSpPr>
          <p:cNvPr id="71" name="object 71" descr=""/>
          <p:cNvSpPr txBox="1"/>
          <p:nvPr/>
        </p:nvSpPr>
        <p:spPr>
          <a:xfrm>
            <a:off x="10276840" y="5871121"/>
            <a:ext cx="1011555" cy="706755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050">
              <a:latin typeface="Times New Roman"/>
              <a:cs typeface="Times New Roman"/>
            </a:endParaRPr>
          </a:p>
          <a:p>
            <a:pPr marL="299720" marR="290830" indent="86360">
              <a:lnSpc>
                <a:spcPct val="100000"/>
              </a:lnSpc>
            </a:pPr>
            <a:r>
              <a:rPr dirty="0" sz="1050" spc="-25">
                <a:solidFill>
                  <a:srgbClr val="FFFFFF"/>
                </a:solidFill>
                <a:latin typeface="Malgun Gothic"/>
                <a:cs typeface="Malgun Gothic"/>
              </a:rPr>
              <a:t>Zoo </a:t>
            </a:r>
            <a:r>
              <a:rPr dirty="0" sz="1050" spc="-10">
                <a:solidFill>
                  <a:srgbClr val="FFFFFF"/>
                </a:solidFill>
                <a:latin typeface="Malgun Gothic"/>
                <a:cs typeface="Malgun Gothic"/>
              </a:rPr>
              <a:t>keeper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72" name="object 72" descr=""/>
          <p:cNvGrpSpPr/>
          <p:nvPr/>
        </p:nvGrpSpPr>
        <p:grpSpPr>
          <a:xfrm>
            <a:off x="10276840" y="6577456"/>
            <a:ext cx="1011555" cy="338455"/>
            <a:chOff x="10276840" y="6577456"/>
            <a:chExt cx="1011555" cy="338455"/>
          </a:xfrm>
        </p:grpSpPr>
        <p:sp>
          <p:nvSpPr>
            <p:cNvPr id="73" name="object 73" descr=""/>
            <p:cNvSpPr/>
            <p:nvPr/>
          </p:nvSpPr>
          <p:spPr>
            <a:xfrm>
              <a:off x="10276840" y="6577456"/>
              <a:ext cx="1011555" cy="321310"/>
            </a:xfrm>
            <a:custGeom>
              <a:avLst/>
              <a:gdLst/>
              <a:ahLst/>
              <a:cxnLst/>
              <a:rect l="l" t="t" r="r" b="b"/>
              <a:pathLst>
                <a:path w="1011554" h="321309">
                  <a:moveTo>
                    <a:pt x="1011123" y="0"/>
                  </a:moveTo>
                  <a:lnTo>
                    <a:pt x="0" y="0"/>
                  </a:lnTo>
                  <a:lnTo>
                    <a:pt x="0" y="321056"/>
                  </a:lnTo>
                  <a:lnTo>
                    <a:pt x="1011123" y="321056"/>
                  </a:lnTo>
                  <a:lnTo>
                    <a:pt x="10111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89692" y="6608101"/>
              <a:ext cx="595693" cy="307682"/>
            </a:xfrm>
            <a:prstGeom prst="rect">
              <a:avLst/>
            </a:prstGeom>
          </p:spPr>
        </p:pic>
      </p:grpSp>
      <p:sp>
        <p:nvSpPr>
          <p:cNvPr id="75" name="object 75" descr=""/>
          <p:cNvSpPr txBox="1"/>
          <p:nvPr/>
        </p:nvSpPr>
        <p:spPr>
          <a:xfrm>
            <a:off x="10276840" y="6577456"/>
            <a:ext cx="1011555" cy="32131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620"/>
              </a:spcBef>
            </a:pPr>
            <a:r>
              <a:rPr dirty="0" sz="1050" spc="-20">
                <a:latin typeface="Malgun Gothic"/>
                <a:cs typeface="Malgun Gothic"/>
              </a:rPr>
              <a:t>Node2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11699747" y="5838444"/>
            <a:ext cx="1121410" cy="1151890"/>
            <a:chOff x="11699747" y="5838444"/>
            <a:chExt cx="1121410" cy="1151890"/>
          </a:xfrm>
        </p:grpSpPr>
        <p:pic>
          <p:nvPicPr>
            <p:cNvPr id="77" name="object 7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699747" y="5838444"/>
              <a:ext cx="1121219" cy="1151763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11732640" y="5871121"/>
              <a:ext cx="1011555" cy="706755"/>
            </a:xfrm>
            <a:custGeom>
              <a:avLst/>
              <a:gdLst/>
              <a:ahLst/>
              <a:cxnLst/>
              <a:rect l="l" t="t" r="r" b="b"/>
              <a:pathLst>
                <a:path w="1011554" h="706754">
                  <a:moveTo>
                    <a:pt x="1011123" y="0"/>
                  </a:moveTo>
                  <a:lnTo>
                    <a:pt x="0" y="0"/>
                  </a:lnTo>
                  <a:lnTo>
                    <a:pt x="0" y="706335"/>
                  </a:lnTo>
                  <a:lnTo>
                    <a:pt x="1011123" y="706335"/>
                  </a:lnTo>
                  <a:lnTo>
                    <a:pt x="1011123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1732640" y="5871121"/>
              <a:ext cx="1011555" cy="706755"/>
            </a:xfrm>
            <a:custGeom>
              <a:avLst/>
              <a:gdLst/>
              <a:ahLst/>
              <a:cxnLst/>
              <a:rect l="l" t="t" r="r" b="b"/>
              <a:pathLst>
                <a:path w="1011554" h="706754">
                  <a:moveTo>
                    <a:pt x="0" y="706335"/>
                  </a:moveTo>
                  <a:lnTo>
                    <a:pt x="1011123" y="706335"/>
                  </a:lnTo>
                  <a:lnTo>
                    <a:pt x="1011123" y="0"/>
                  </a:lnTo>
                  <a:lnTo>
                    <a:pt x="0" y="0"/>
                  </a:lnTo>
                  <a:lnTo>
                    <a:pt x="0" y="70633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030455" y="6013767"/>
              <a:ext cx="426504" cy="309181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943587" y="6173787"/>
              <a:ext cx="598716" cy="309181"/>
            </a:xfrm>
            <a:prstGeom prst="rect">
              <a:avLst/>
            </a:prstGeom>
          </p:spPr>
        </p:pic>
      </p:grpSp>
      <p:sp>
        <p:nvSpPr>
          <p:cNvPr id="82" name="object 82" descr=""/>
          <p:cNvSpPr txBox="1"/>
          <p:nvPr/>
        </p:nvSpPr>
        <p:spPr>
          <a:xfrm>
            <a:off x="11738991" y="6049517"/>
            <a:ext cx="99885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4005" marR="284480" indent="8636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FFFFFF"/>
                </a:solidFill>
                <a:latin typeface="Malgun Gothic"/>
                <a:cs typeface="Malgun Gothic"/>
              </a:rPr>
              <a:t>Zoo </a:t>
            </a:r>
            <a:r>
              <a:rPr dirty="0" sz="1050" spc="-10">
                <a:solidFill>
                  <a:srgbClr val="FFFFFF"/>
                </a:solidFill>
                <a:latin typeface="Malgun Gothic"/>
                <a:cs typeface="Malgun Gothic"/>
              </a:rPr>
              <a:t>keeper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83" name="object 83" descr=""/>
          <p:cNvGrpSpPr/>
          <p:nvPr/>
        </p:nvGrpSpPr>
        <p:grpSpPr>
          <a:xfrm>
            <a:off x="11726291" y="6571106"/>
            <a:ext cx="1024255" cy="344805"/>
            <a:chOff x="11726291" y="6571106"/>
            <a:chExt cx="1024255" cy="344805"/>
          </a:xfrm>
        </p:grpSpPr>
        <p:sp>
          <p:nvSpPr>
            <p:cNvPr id="84" name="object 84" descr=""/>
            <p:cNvSpPr/>
            <p:nvPr/>
          </p:nvSpPr>
          <p:spPr>
            <a:xfrm>
              <a:off x="11732641" y="6577456"/>
              <a:ext cx="1011555" cy="321310"/>
            </a:xfrm>
            <a:custGeom>
              <a:avLst/>
              <a:gdLst/>
              <a:ahLst/>
              <a:cxnLst/>
              <a:rect l="l" t="t" r="r" b="b"/>
              <a:pathLst>
                <a:path w="1011554" h="321309">
                  <a:moveTo>
                    <a:pt x="1011123" y="0"/>
                  </a:moveTo>
                  <a:lnTo>
                    <a:pt x="0" y="0"/>
                  </a:lnTo>
                  <a:lnTo>
                    <a:pt x="0" y="321056"/>
                  </a:lnTo>
                  <a:lnTo>
                    <a:pt x="1011123" y="321056"/>
                  </a:lnTo>
                  <a:lnTo>
                    <a:pt x="10111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1732641" y="6577456"/>
              <a:ext cx="1011555" cy="321310"/>
            </a:xfrm>
            <a:custGeom>
              <a:avLst/>
              <a:gdLst/>
              <a:ahLst/>
              <a:cxnLst/>
              <a:rect l="l" t="t" r="r" b="b"/>
              <a:pathLst>
                <a:path w="1011554" h="321309">
                  <a:moveTo>
                    <a:pt x="0" y="321056"/>
                  </a:moveTo>
                  <a:lnTo>
                    <a:pt x="1011123" y="321056"/>
                  </a:lnTo>
                  <a:lnTo>
                    <a:pt x="1011123" y="0"/>
                  </a:lnTo>
                  <a:lnTo>
                    <a:pt x="0" y="0"/>
                  </a:lnTo>
                  <a:lnTo>
                    <a:pt x="0" y="32105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945112" y="6608101"/>
              <a:ext cx="595693" cy="307682"/>
            </a:xfrm>
            <a:prstGeom prst="rect">
              <a:avLst/>
            </a:prstGeom>
          </p:spPr>
        </p:pic>
      </p:grpSp>
      <p:sp>
        <p:nvSpPr>
          <p:cNvPr id="87" name="object 87" descr=""/>
          <p:cNvSpPr txBox="1"/>
          <p:nvPr/>
        </p:nvSpPr>
        <p:spPr>
          <a:xfrm>
            <a:off x="11738991" y="6643242"/>
            <a:ext cx="10052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275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Malgun Gothic"/>
                <a:cs typeface="Malgun Gothic"/>
              </a:rPr>
              <a:t>Node3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88" name="object 88" descr=""/>
          <p:cNvGrpSpPr/>
          <p:nvPr/>
        </p:nvGrpSpPr>
        <p:grpSpPr>
          <a:xfrm>
            <a:off x="10181463" y="4393476"/>
            <a:ext cx="1288415" cy="706755"/>
            <a:chOff x="10181463" y="4393476"/>
            <a:chExt cx="1288415" cy="706755"/>
          </a:xfrm>
        </p:grpSpPr>
        <p:sp>
          <p:nvSpPr>
            <p:cNvPr id="89" name="object 89" descr=""/>
            <p:cNvSpPr/>
            <p:nvPr/>
          </p:nvSpPr>
          <p:spPr>
            <a:xfrm>
              <a:off x="10181463" y="4393476"/>
              <a:ext cx="1288415" cy="706755"/>
            </a:xfrm>
            <a:custGeom>
              <a:avLst/>
              <a:gdLst/>
              <a:ahLst/>
              <a:cxnLst/>
              <a:rect l="l" t="t" r="r" b="b"/>
              <a:pathLst>
                <a:path w="1288415" h="706754">
                  <a:moveTo>
                    <a:pt x="1288033" y="0"/>
                  </a:moveTo>
                  <a:lnTo>
                    <a:pt x="0" y="0"/>
                  </a:lnTo>
                  <a:lnTo>
                    <a:pt x="0" y="706335"/>
                  </a:lnTo>
                  <a:lnTo>
                    <a:pt x="1288033" y="706335"/>
                  </a:lnTo>
                  <a:lnTo>
                    <a:pt x="1288033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290048" y="4616259"/>
              <a:ext cx="1081849" cy="309181"/>
            </a:xfrm>
            <a:prstGeom prst="rect">
              <a:avLst/>
            </a:prstGeom>
          </p:spPr>
        </p:pic>
      </p:grpSp>
      <p:sp>
        <p:nvSpPr>
          <p:cNvPr id="91" name="object 91" descr=""/>
          <p:cNvSpPr txBox="1"/>
          <p:nvPr/>
        </p:nvSpPr>
        <p:spPr>
          <a:xfrm>
            <a:off x="10181463" y="4393476"/>
            <a:ext cx="1288415" cy="706755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1181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30"/>
              </a:spcBef>
            </a:pPr>
            <a:endParaRPr sz="105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</a:pPr>
            <a:r>
              <a:rPr dirty="0" sz="1050">
                <a:solidFill>
                  <a:srgbClr val="FFFFFF"/>
                </a:solidFill>
                <a:latin typeface="Malgun Gothic"/>
                <a:cs typeface="Malgun Gothic"/>
              </a:rPr>
              <a:t>Control</a:t>
            </a:r>
            <a:r>
              <a:rPr dirty="0" sz="1050" spc="-3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Malgun Gothic"/>
                <a:cs typeface="Malgun Gothic"/>
              </a:rPr>
              <a:t>Center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10181463" y="5099811"/>
            <a:ext cx="1288415" cy="339725"/>
            <a:chOff x="10181463" y="5099811"/>
            <a:chExt cx="1288415" cy="339725"/>
          </a:xfrm>
        </p:grpSpPr>
        <p:sp>
          <p:nvSpPr>
            <p:cNvPr id="93" name="object 93" descr=""/>
            <p:cNvSpPr/>
            <p:nvPr/>
          </p:nvSpPr>
          <p:spPr>
            <a:xfrm>
              <a:off x="10181463" y="5099811"/>
              <a:ext cx="1288415" cy="321310"/>
            </a:xfrm>
            <a:custGeom>
              <a:avLst/>
              <a:gdLst/>
              <a:ahLst/>
              <a:cxnLst/>
              <a:rect l="l" t="t" r="r" b="b"/>
              <a:pathLst>
                <a:path w="1288415" h="321310">
                  <a:moveTo>
                    <a:pt x="1288033" y="0"/>
                  </a:moveTo>
                  <a:lnTo>
                    <a:pt x="0" y="0"/>
                  </a:lnTo>
                  <a:lnTo>
                    <a:pt x="0" y="321056"/>
                  </a:lnTo>
                  <a:lnTo>
                    <a:pt x="1288033" y="321056"/>
                  </a:lnTo>
                  <a:lnTo>
                    <a:pt x="12880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532364" y="5129847"/>
              <a:ext cx="595693" cy="309181"/>
            </a:xfrm>
            <a:prstGeom prst="rect">
              <a:avLst/>
            </a:prstGeom>
          </p:spPr>
        </p:pic>
      </p:grpSp>
      <p:sp>
        <p:nvSpPr>
          <p:cNvPr id="95" name="object 95" descr=""/>
          <p:cNvSpPr txBox="1"/>
          <p:nvPr/>
        </p:nvSpPr>
        <p:spPr>
          <a:xfrm>
            <a:off x="10181463" y="5099811"/>
            <a:ext cx="1288415" cy="321310"/>
          </a:xfrm>
          <a:prstGeom prst="rect">
            <a:avLst/>
          </a:prstGeom>
          <a:ln w="12700">
            <a:solidFill>
              <a:srgbClr val="2E528F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620"/>
              </a:spcBef>
            </a:pPr>
            <a:r>
              <a:rPr dirty="0" sz="1050" spc="-20">
                <a:latin typeface="Malgun Gothic"/>
                <a:cs typeface="Malgun Gothic"/>
              </a:rPr>
              <a:t>Node1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5040426" y="3624033"/>
            <a:ext cx="11412855" cy="5546090"/>
            <a:chOff x="5040426" y="3624033"/>
            <a:chExt cx="11412855" cy="5546090"/>
          </a:xfrm>
        </p:grpSpPr>
        <p:pic>
          <p:nvPicPr>
            <p:cNvPr id="97" name="object 9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888514" y="3675087"/>
              <a:ext cx="1564209" cy="5494439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154655" y="3624033"/>
              <a:ext cx="1035964" cy="673265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4896211" y="3683126"/>
              <a:ext cx="1486535" cy="5415915"/>
            </a:xfrm>
            <a:custGeom>
              <a:avLst/>
              <a:gdLst/>
              <a:ahLst/>
              <a:cxnLst/>
              <a:rect l="l" t="t" r="r" b="b"/>
              <a:pathLst>
                <a:path w="1486534" h="5415915">
                  <a:moveTo>
                    <a:pt x="1461134" y="0"/>
                  </a:moveTo>
                  <a:lnTo>
                    <a:pt x="25400" y="0"/>
                  </a:lnTo>
                  <a:lnTo>
                    <a:pt x="15537" y="2004"/>
                  </a:lnTo>
                  <a:lnTo>
                    <a:pt x="7461" y="7461"/>
                  </a:lnTo>
                  <a:lnTo>
                    <a:pt x="2004" y="15537"/>
                  </a:lnTo>
                  <a:lnTo>
                    <a:pt x="0" y="25400"/>
                  </a:lnTo>
                  <a:lnTo>
                    <a:pt x="0" y="5390273"/>
                  </a:lnTo>
                  <a:lnTo>
                    <a:pt x="2004" y="5400162"/>
                  </a:lnTo>
                  <a:lnTo>
                    <a:pt x="7461" y="5408236"/>
                  </a:lnTo>
                  <a:lnTo>
                    <a:pt x="15537" y="5413678"/>
                  </a:lnTo>
                  <a:lnTo>
                    <a:pt x="25400" y="5415673"/>
                  </a:lnTo>
                  <a:lnTo>
                    <a:pt x="1461134" y="5415673"/>
                  </a:lnTo>
                  <a:lnTo>
                    <a:pt x="1470997" y="5413678"/>
                  </a:lnTo>
                  <a:lnTo>
                    <a:pt x="1479073" y="5408236"/>
                  </a:lnTo>
                  <a:lnTo>
                    <a:pt x="1484530" y="5400162"/>
                  </a:lnTo>
                  <a:lnTo>
                    <a:pt x="1486534" y="5390273"/>
                  </a:lnTo>
                  <a:lnTo>
                    <a:pt x="1486534" y="25400"/>
                  </a:lnTo>
                  <a:lnTo>
                    <a:pt x="1484530" y="15537"/>
                  </a:lnTo>
                  <a:lnTo>
                    <a:pt x="1479073" y="7461"/>
                  </a:lnTo>
                  <a:lnTo>
                    <a:pt x="1470997" y="2004"/>
                  </a:lnTo>
                  <a:lnTo>
                    <a:pt x="14611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179040" y="3648506"/>
              <a:ext cx="937069" cy="574370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040426" y="3675087"/>
              <a:ext cx="1564209" cy="5494439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192268" y="3624033"/>
              <a:ext cx="1266063" cy="673265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5047996" y="3683126"/>
              <a:ext cx="1486535" cy="5415915"/>
            </a:xfrm>
            <a:custGeom>
              <a:avLst/>
              <a:gdLst/>
              <a:ahLst/>
              <a:cxnLst/>
              <a:rect l="l" t="t" r="r" b="b"/>
              <a:pathLst>
                <a:path w="1486534" h="5415915">
                  <a:moveTo>
                    <a:pt x="1461134" y="0"/>
                  </a:moveTo>
                  <a:lnTo>
                    <a:pt x="25400" y="0"/>
                  </a:lnTo>
                  <a:lnTo>
                    <a:pt x="15537" y="2004"/>
                  </a:lnTo>
                  <a:lnTo>
                    <a:pt x="7461" y="7461"/>
                  </a:lnTo>
                  <a:lnTo>
                    <a:pt x="2004" y="15537"/>
                  </a:lnTo>
                  <a:lnTo>
                    <a:pt x="0" y="25400"/>
                  </a:lnTo>
                  <a:lnTo>
                    <a:pt x="0" y="5390273"/>
                  </a:lnTo>
                  <a:lnTo>
                    <a:pt x="2004" y="5400162"/>
                  </a:lnTo>
                  <a:lnTo>
                    <a:pt x="7461" y="5408236"/>
                  </a:lnTo>
                  <a:lnTo>
                    <a:pt x="15537" y="5413678"/>
                  </a:lnTo>
                  <a:lnTo>
                    <a:pt x="25400" y="5415673"/>
                  </a:lnTo>
                  <a:lnTo>
                    <a:pt x="1461134" y="5415673"/>
                  </a:lnTo>
                  <a:lnTo>
                    <a:pt x="1470997" y="5413678"/>
                  </a:lnTo>
                  <a:lnTo>
                    <a:pt x="1479073" y="5408236"/>
                  </a:lnTo>
                  <a:lnTo>
                    <a:pt x="1484530" y="5400162"/>
                  </a:lnTo>
                  <a:lnTo>
                    <a:pt x="1486534" y="5390273"/>
                  </a:lnTo>
                  <a:lnTo>
                    <a:pt x="1486534" y="25400"/>
                  </a:lnTo>
                  <a:lnTo>
                    <a:pt x="1484530" y="15537"/>
                  </a:lnTo>
                  <a:lnTo>
                    <a:pt x="1479073" y="7461"/>
                  </a:lnTo>
                  <a:lnTo>
                    <a:pt x="1470997" y="2004"/>
                  </a:lnTo>
                  <a:lnTo>
                    <a:pt x="146113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216652" y="3648506"/>
              <a:ext cx="1167193" cy="574370"/>
            </a:xfrm>
            <a:prstGeom prst="rect">
              <a:avLst/>
            </a:prstGeom>
          </p:spPr>
        </p:pic>
      </p:grpSp>
      <p:sp>
        <p:nvSpPr>
          <p:cNvPr id="105" name="object 105" descr=""/>
          <p:cNvSpPr txBox="1"/>
          <p:nvPr/>
        </p:nvSpPr>
        <p:spPr>
          <a:xfrm>
            <a:off x="5368544" y="3719576"/>
            <a:ext cx="105797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75850" algn="l"/>
              </a:tabLst>
            </a:pPr>
            <a:r>
              <a:rPr dirty="0" sz="2000" spc="-10" b="1">
                <a:solidFill>
                  <a:srgbClr val="221F1F"/>
                </a:solidFill>
                <a:latin typeface="Malgun Gothic"/>
                <a:cs typeface="Malgun Gothic"/>
              </a:rPr>
              <a:t>Source</a:t>
            </a: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	</a:t>
            </a:r>
            <a:r>
              <a:rPr dirty="0" sz="2000" spc="-20" b="1">
                <a:solidFill>
                  <a:srgbClr val="221F1F"/>
                </a:solidFill>
                <a:latin typeface="Malgun Gothic"/>
                <a:cs typeface="Malgun Gothic"/>
              </a:rPr>
              <a:t>SINK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06" name="object 106" descr=""/>
          <p:cNvGrpSpPr/>
          <p:nvPr/>
        </p:nvGrpSpPr>
        <p:grpSpPr>
          <a:xfrm>
            <a:off x="6322819" y="5013959"/>
            <a:ext cx="9948545" cy="3035935"/>
            <a:chOff x="6322819" y="5013959"/>
            <a:chExt cx="9948545" cy="3035935"/>
          </a:xfrm>
        </p:grpSpPr>
        <p:sp>
          <p:nvSpPr>
            <p:cNvPr id="107" name="object 107" descr=""/>
            <p:cNvSpPr/>
            <p:nvPr/>
          </p:nvSpPr>
          <p:spPr>
            <a:xfrm>
              <a:off x="6322809" y="6493687"/>
              <a:ext cx="8768080" cy="1242695"/>
            </a:xfrm>
            <a:custGeom>
              <a:avLst/>
              <a:gdLst/>
              <a:ahLst/>
              <a:cxnLst/>
              <a:rect l="l" t="t" r="r" b="b"/>
              <a:pathLst>
                <a:path w="8768080" h="1242695">
                  <a:moveTo>
                    <a:pt x="2515882" y="1241120"/>
                  </a:moveTo>
                  <a:lnTo>
                    <a:pt x="2497950" y="1217752"/>
                  </a:lnTo>
                  <a:lnTo>
                    <a:pt x="2464066" y="1173556"/>
                  </a:lnTo>
                  <a:lnTo>
                    <a:pt x="2449449" y="1203566"/>
                  </a:lnTo>
                  <a:lnTo>
                    <a:pt x="123393" y="74168"/>
                  </a:lnTo>
                  <a:lnTo>
                    <a:pt x="2404605" y="904798"/>
                  </a:lnTo>
                  <a:lnTo>
                    <a:pt x="2393200" y="936193"/>
                  </a:lnTo>
                  <a:lnTo>
                    <a:pt x="2477782" y="926414"/>
                  </a:lnTo>
                  <a:lnTo>
                    <a:pt x="2461425" y="909142"/>
                  </a:lnTo>
                  <a:lnTo>
                    <a:pt x="2419235" y="864565"/>
                  </a:lnTo>
                  <a:lnTo>
                    <a:pt x="2407831" y="895921"/>
                  </a:lnTo>
                  <a:lnTo>
                    <a:pt x="74637" y="46304"/>
                  </a:lnTo>
                  <a:lnTo>
                    <a:pt x="74739" y="45554"/>
                  </a:lnTo>
                  <a:lnTo>
                    <a:pt x="76161" y="40055"/>
                  </a:lnTo>
                  <a:lnTo>
                    <a:pt x="75857" y="37985"/>
                  </a:lnTo>
                  <a:lnTo>
                    <a:pt x="76136" y="36156"/>
                  </a:lnTo>
                  <a:lnTo>
                    <a:pt x="75501" y="33604"/>
                  </a:lnTo>
                  <a:lnTo>
                    <a:pt x="74879" y="31165"/>
                  </a:lnTo>
                  <a:lnTo>
                    <a:pt x="74091" y="25603"/>
                  </a:lnTo>
                  <a:lnTo>
                    <a:pt x="73050" y="23812"/>
                  </a:lnTo>
                  <a:lnTo>
                    <a:pt x="72593" y="21971"/>
                  </a:lnTo>
                  <a:lnTo>
                    <a:pt x="69621" y="17907"/>
                  </a:lnTo>
                  <a:lnTo>
                    <a:pt x="66776" y="12966"/>
                  </a:lnTo>
                  <a:lnTo>
                    <a:pt x="65125" y="11709"/>
                  </a:lnTo>
                  <a:lnTo>
                    <a:pt x="63995" y="10147"/>
                  </a:lnTo>
                  <a:lnTo>
                    <a:pt x="59499" y="7404"/>
                  </a:lnTo>
                  <a:lnTo>
                    <a:pt x="54749" y="3759"/>
                  </a:lnTo>
                  <a:lnTo>
                    <a:pt x="52692" y="3238"/>
                  </a:lnTo>
                  <a:lnTo>
                    <a:pt x="51066" y="2235"/>
                  </a:lnTo>
                  <a:lnTo>
                    <a:pt x="45707" y="1447"/>
                  </a:lnTo>
                  <a:lnTo>
                    <a:pt x="40093" y="0"/>
                  </a:lnTo>
                  <a:lnTo>
                    <a:pt x="37998" y="304"/>
                  </a:lnTo>
                  <a:lnTo>
                    <a:pt x="36156" y="25"/>
                  </a:lnTo>
                  <a:lnTo>
                    <a:pt x="31153" y="1282"/>
                  </a:lnTo>
                  <a:lnTo>
                    <a:pt x="25615" y="2070"/>
                  </a:lnTo>
                  <a:lnTo>
                    <a:pt x="23799" y="3124"/>
                  </a:lnTo>
                  <a:lnTo>
                    <a:pt x="22009" y="3568"/>
                  </a:lnTo>
                  <a:lnTo>
                    <a:pt x="18072" y="6426"/>
                  </a:lnTo>
                  <a:lnTo>
                    <a:pt x="12966" y="9385"/>
                  </a:lnTo>
                  <a:lnTo>
                    <a:pt x="11658" y="11112"/>
                  </a:lnTo>
                  <a:lnTo>
                    <a:pt x="10198" y="12166"/>
                  </a:lnTo>
                  <a:lnTo>
                    <a:pt x="7518" y="16548"/>
                  </a:lnTo>
                  <a:lnTo>
                    <a:pt x="3822" y="21412"/>
                  </a:lnTo>
                  <a:lnTo>
                    <a:pt x="3289" y="23469"/>
                  </a:lnTo>
                  <a:lnTo>
                    <a:pt x="2298" y="25095"/>
                  </a:lnTo>
                  <a:lnTo>
                    <a:pt x="1435" y="30683"/>
                  </a:lnTo>
                  <a:lnTo>
                    <a:pt x="50" y="36068"/>
                  </a:lnTo>
                  <a:lnTo>
                    <a:pt x="317" y="37947"/>
                  </a:lnTo>
                  <a:lnTo>
                    <a:pt x="0" y="40005"/>
                  </a:lnTo>
                  <a:lnTo>
                    <a:pt x="1422" y="45758"/>
                  </a:lnTo>
                  <a:lnTo>
                    <a:pt x="2032" y="49987"/>
                  </a:lnTo>
                  <a:lnTo>
                    <a:pt x="2120" y="50546"/>
                  </a:lnTo>
                  <a:lnTo>
                    <a:pt x="2997" y="52070"/>
                  </a:lnTo>
                  <a:lnTo>
                    <a:pt x="3517" y="54152"/>
                  </a:lnTo>
                  <a:lnTo>
                    <a:pt x="6883" y="58801"/>
                  </a:lnTo>
                  <a:lnTo>
                    <a:pt x="9436" y="63195"/>
                  </a:lnTo>
                  <a:lnTo>
                    <a:pt x="10896" y="64312"/>
                  </a:lnTo>
                  <a:lnTo>
                    <a:pt x="12103" y="65963"/>
                  </a:lnTo>
                  <a:lnTo>
                    <a:pt x="17106" y="69024"/>
                  </a:lnTo>
                  <a:lnTo>
                    <a:pt x="21475" y="72339"/>
                  </a:lnTo>
                  <a:lnTo>
                    <a:pt x="23304" y="72821"/>
                  </a:lnTo>
                  <a:lnTo>
                    <a:pt x="25031" y="73863"/>
                  </a:lnTo>
                  <a:lnTo>
                    <a:pt x="30848" y="74764"/>
                  </a:lnTo>
                  <a:lnTo>
                    <a:pt x="36106" y="76111"/>
                  </a:lnTo>
                  <a:lnTo>
                    <a:pt x="37947" y="75857"/>
                  </a:lnTo>
                  <a:lnTo>
                    <a:pt x="40005" y="76161"/>
                  </a:lnTo>
                  <a:lnTo>
                    <a:pt x="45808" y="74726"/>
                  </a:lnTo>
                  <a:lnTo>
                    <a:pt x="50558" y="74041"/>
                  </a:lnTo>
                  <a:lnTo>
                    <a:pt x="52057" y="73177"/>
                  </a:lnTo>
                  <a:lnTo>
                    <a:pt x="54190" y="72644"/>
                  </a:lnTo>
                  <a:lnTo>
                    <a:pt x="58978" y="69164"/>
                  </a:lnTo>
                  <a:lnTo>
                    <a:pt x="63195" y="66725"/>
                  </a:lnTo>
                  <a:lnTo>
                    <a:pt x="64249" y="65341"/>
                  </a:lnTo>
                  <a:lnTo>
                    <a:pt x="66014" y="64058"/>
                  </a:lnTo>
                  <a:lnTo>
                    <a:pt x="69151" y="58928"/>
                  </a:lnTo>
                  <a:lnTo>
                    <a:pt x="69392" y="58610"/>
                  </a:lnTo>
                  <a:lnTo>
                    <a:pt x="2445245" y="1212202"/>
                  </a:lnTo>
                  <a:lnTo>
                    <a:pt x="2430665" y="1242136"/>
                  </a:lnTo>
                  <a:lnTo>
                    <a:pt x="2515882" y="1241120"/>
                  </a:lnTo>
                  <a:close/>
                </a:path>
                <a:path w="8768080" h="1242695">
                  <a:moveTo>
                    <a:pt x="8767839" y="38049"/>
                  </a:moveTo>
                  <a:lnTo>
                    <a:pt x="8682749" y="32715"/>
                  </a:lnTo>
                  <a:lnTo>
                    <a:pt x="8695804" y="63461"/>
                  </a:lnTo>
                  <a:lnTo>
                    <a:pt x="8688895" y="66395"/>
                  </a:lnTo>
                  <a:lnTo>
                    <a:pt x="8663254" y="62052"/>
                  </a:lnTo>
                  <a:lnTo>
                    <a:pt x="8663254" y="92290"/>
                  </a:lnTo>
                  <a:lnTo>
                    <a:pt x="8624049" y="104241"/>
                  </a:lnTo>
                  <a:lnTo>
                    <a:pt x="8661984" y="88150"/>
                  </a:lnTo>
                  <a:lnTo>
                    <a:pt x="8663254" y="92290"/>
                  </a:lnTo>
                  <a:lnTo>
                    <a:pt x="8663254" y="62052"/>
                  </a:lnTo>
                  <a:lnTo>
                    <a:pt x="8653539" y="60401"/>
                  </a:lnTo>
                  <a:lnTo>
                    <a:pt x="8659203" y="79006"/>
                  </a:lnTo>
                  <a:lnTo>
                    <a:pt x="8537638" y="130594"/>
                  </a:lnTo>
                  <a:lnTo>
                    <a:pt x="6454991" y="765479"/>
                  </a:lnTo>
                  <a:lnTo>
                    <a:pt x="6450152" y="756488"/>
                  </a:lnTo>
                  <a:lnTo>
                    <a:pt x="6438811" y="747268"/>
                  </a:lnTo>
                  <a:lnTo>
                    <a:pt x="6424854" y="742988"/>
                  </a:lnTo>
                  <a:lnTo>
                    <a:pt x="6409830" y="744423"/>
                  </a:lnTo>
                  <a:lnTo>
                    <a:pt x="6396482" y="751662"/>
                  </a:lnTo>
                  <a:lnTo>
                    <a:pt x="6387262" y="763003"/>
                  </a:lnTo>
                  <a:lnTo>
                    <a:pt x="6382982" y="776973"/>
                  </a:lnTo>
                  <a:lnTo>
                    <a:pt x="6384430" y="792048"/>
                  </a:lnTo>
                  <a:lnTo>
                    <a:pt x="6391656" y="805345"/>
                  </a:lnTo>
                  <a:lnTo>
                    <a:pt x="6402997" y="814552"/>
                  </a:lnTo>
                  <a:lnTo>
                    <a:pt x="6416967" y="818819"/>
                  </a:lnTo>
                  <a:lnTo>
                    <a:pt x="6432055" y="817321"/>
                  </a:lnTo>
                  <a:lnTo>
                    <a:pt x="6445339" y="810158"/>
                  </a:lnTo>
                  <a:lnTo>
                    <a:pt x="6454546" y="798817"/>
                  </a:lnTo>
                  <a:lnTo>
                    <a:pt x="6458636" y="785444"/>
                  </a:lnTo>
                  <a:lnTo>
                    <a:pt x="6458813" y="784860"/>
                  </a:lnTo>
                  <a:lnTo>
                    <a:pt x="6457797" y="774623"/>
                  </a:lnTo>
                  <a:lnTo>
                    <a:pt x="8454873" y="165709"/>
                  </a:lnTo>
                  <a:lnTo>
                    <a:pt x="6453314" y="1015149"/>
                  </a:lnTo>
                  <a:lnTo>
                    <a:pt x="6447485" y="1006690"/>
                  </a:lnTo>
                  <a:lnTo>
                    <a:pt x="6435230" y="998740"/>
                  </a:lnTo>
                  <a:lnTo>
                    <a:pt x="6393548" y="1007503"/>
                  </a:lnTo>
                  <a:lnTo>
                    <a:pt x="6382779" y="1034122"/>
                  </a:lnTo>
                  <a:lnTo>
                    <a:pt x="6385827" y="1048969"/>
                  </a:lnTo>
                  <a:lnTo>
                    <a:pt x="6394386" y="1061415"/>
                  </a:lnTo>
                  <a:lnTo>
                    <a:pt x="6406642" y="1069365"/>
                  </a:lnTo>
                  <a:lnTo>
                    <a:pt x="6421006" y="1072159"/>
                  </a:lnTo>
                  <a:lnTo>
                    <a:pt x="6435865" y="1069162"/>
                  </a:lnTo>
                  <a:lnTo>
                    <a:pt x="6459017" y="1034122"/>
                  </a:lnTo>
                  <a:lnTo>
                    <a:pt x="6459042" y="1033983"/>
                  </a:lnTo>
                  <a:lnTo>
                    <a:pt x="6457010" y="1023912"/>
                  </a:lnTo>
                  <a:lnTo>
                    <a:pt x="8541321" y="139357"/>
                  </a:lnTo>
                  <a:lnTo>
                    <a:pt x="8666010" y="101333"/>
                  </a:lnTo>
                  <a:lnTo>
                    <a:pt x="8675764" y="133299"/>
                  </a:lnTo>
                  <a:lnTo>
                    <a:pt x="8711171" y="99631"/>
                  </a:lnTo>
                  <a:lnTo>
                    <a:pt x="8712594" y="102946"/>
                  </a:lnTo>
                  <a:lnTo>
                    <a:pt x="8733371" y="78536"/>
                  </a:lnTo>
                  <a:lnTo>
                    <a:pt x="8737486" y="74625"/>
                  </a:lnTo>
                  <a:lnTo>
                    <a:pt x="8736787" y="74510"/>
                  </a:lnTo>
                  <a:lnTo>
                    <a:pt x="8750427" y="58496"/>
                  </a:lnTo>
                  <a:lnTo>
                    <a:pt x="8767839" y="38049"/>
                  </a:lnTo>
                  <a:close/>
                </a:path>
              </a:pathLst>
            </a:custGeom>
            <a:solidFill>
              <a:srgbClr val="007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5090647" y="5026659"/>
              <a:ext cx="1168400" cy="3010535"/>
            </a:xfrm>
            <a:custGeom>
              <a:avLst/>
              <a:gdLst/>
              <a:ahLst/>
              <a:cxnLst/>
              <a:rect l="l" t="t" r="r" b="b"/>
              <a:pathLst>
                <a:path w="1168400" h="3010534">
                  <a:moveTo>
                    <a:pt x="973200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3"/>
                  </a:lnTo>
                  <a:lnTo>
                    <a:pt x="0" y="2815590"/>
                  </a:lnTo>
                  <a:lnTo>
                    <a:pt x="5139" y="2860204"/>
                  </a:lnTo>
                  <a:lnTo>
                    <a:pt x="19777" y="2901173"/>
                  </a:lnTo>
                  <a:lnTo>
                    <a:pt x="42747" y="2937324"/>
                  </a:lnTo>
                  <a:lnTo>
                    <a:pt x="72879" y="2967483"/>
                  </a:lnTo>
                  <a:lnTo>
                    <a:pt x="109005" y="2990477"/>
                  </a:lnTo>
                  <a:lnTo>
                    <a:pt x="149956" y="3005134"/>
                  </a:lnTo>
                  <a:lnTo>
                    <a:pt x="194563" y="3010281"/>
                  </a:lnTo>
                  <a:lnTo>
                    <a:pt x="973200" y="3010281"/>
                  </a:lnTo>
                  <a:lnTo>
                    <a:pt x="1017855" y="3005134"/>
                  </a:lnTo>
                  <a:lnTo>
                    <a:pt x="1058840" y="2990477"/>
                  </a:lnTo>
                  <a:lnTo>
                    <a:pt x="1094988" y="2967483"/>
                  </a:lnTo>
                  <a:lnTo>
                    <a:pt x="1125134" y="2937324"/>
                  </a:lnTo>
                  <a:lnTo>
                    <a:pt x="1148111" y="2901173"/>
                  </a:lnTo>
                  <a:lnTo>
                    <a:pt x="1162752" y="2860204"/>
                  </a:lnTo>
                  <a:lnTo>
                    <a:pt x="1167892" y="2815590"/>
                  </a:lnTo>
                  <a:lnTo>
                    <a:pt x="1167892" y="194563"/>
                  </a:lnTo>
                  <a:lnTo>
                    <a:pt x="1162752" y="149956"/>
                  </a:lnTo>
                  <a:lnTo>
                    <a:pt x="1148111" y="109005"/>
                  </a:lnTo>
                  <a:lnTo>
                    <a:pt x="1125134" y="72879"/>
                  </a:lnTo>
                  <a:lnTo>
                    <a:pt x="1094988" y="42747"/>
                  </a:lnTo>
                  <a:lnTo>
                    <a:pt x="1058840" y="19777"/>
                  </a:lnTo>
                  <a:lnTo>
                    <a:pt x="1017855" y="5139"/>
                  </a:lnTo>
                  <a:lnTo>
                    <a:pt x="973200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5090647" y="5026659"/>
              <a:ext cx="1168400" cy="3010535"/>
            </a:xfrm>
            <a:custGeom>
              <a:avLst/>
              <a:gdLst/>
              <a:ahLst/>
              <a:cxnLst/>
              <a:rect l="l" t="t" r="r" b="b"/>
              <a:pathLst>
                <a:path w="1168400" h="3010534">
                  <a:moveTo>
                    <a:pt x="0" y="194563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973200" y="0"/>
                  </a:lnTo>
                  <a:lnTo>
                    <a:pt x="1017855" y="5139"/>
                  </a:lnTo>
                  <a:lnTo>
                    <a:pt x="1058840" y="19777"/>
                  </a:lnTo>
                  <a:lnTo>
                    <a:pt x="1094988" y="42747"/>
                  </a:lnTo>
                  <a:lnTo>
                    <a:pt x="1125134" y="72879"/>
                  </a:lnTo>
                  <a:lnTo>
                    <a:pt x="1148111" y="109005"/>
                  </a:lnTo>
                  <a:lnTo>
                    <a:pt x="1162752" y="149956"/>
                  </a:lnTo>
                  <a:lnTo>
                    <a:pt x="1167892" y="194563"/>
                  </a:lnTo>
                  <a:lnTo>
                    <a:pt x="1167892" y="2815590"/>
                  </a:lnTo>
                  <a:lnTo>
                    <a:pt x="1162752" y="2860204"/>
                  </a:lnTo>
                  <a:lnTo>
                    <a:pt x="1148111" y="2901173"/>
                  </a:lnTo>
                  <a:lnTo>
                    <a:pt x="1125134" y="2937324"/>
                  </a:lnTo>
                  <a:lnTo>
                    <a:pt x="1094988" y="2967483"/>
                  </a:lnTo>
                  <a:lnTo>
                    <a:pt x="1058840" y="2990477"/>
                  </a:lnTo>
                  <a:lnTo>
                    <a:pt x="1017855" y="3005134"/>
                  </a:lnTo>
                  <a:lnTo>
                    <a:pt x="973200" y="3010281"/>
                  </a:lnTo>
                  <a:lnTo>
                    <a:pt x="194563" y="3010281"/>
                  </a:lnTo>
                  <a:lnTo>
                    <a:pt x="149956" y="3005134"/>
                  </a:lnTo>
                  <a:lnTo>
                    <a:pt x="109005" y="2990477"/>
                  </a:lnTo>
                  <a:lnTo>
                    <a:pt x="72879" y="2967483"/>
                  </a:lnTo>
                  <a:lnTo>
                    <a:pt x="42747" y="2937324"/>
                  </a:lnTo>
                  <a:lnTo>
                    <a:pt x="19777" y="2901173"/>
                  </a:lnTo>
                  <a:lnTo>
                    <a:pt x="5139" y="2860204"/>
                  </a:lnTo>
                  <a:lnTo>
                    <a:pt x="0" y="2815590"/>
                  </a:lnTo>
                  <a:lnTo>
                    <a:pt x="0" y="194563"/>
                  </a:lnTo>
                  <a:close/>
                </a:path>
              </a:pathLst>
            </a:custGeom>
            <a:ln w="25400">
              <a:solidFill>
                <a:srgbClr val="005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15401925" y="6210680"/>
            <a:ext cx="54927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F1F8FA"/>
                </a:solidFill>
                <a:latin typeface="Malgun Gothic"/>
                <a:cs typeface="Malgun Gothic"/>
              </a:rPr>
              <a:t>MCI </a:t>
            </a:r>
            <a:r>
              <a:rPr dirty="0" sz="2000" spc="-10">
                <a:solidFill>
                  <a:srgbClr val="F1F8FA"/>
                </a:solidFill>
                <a:latin typeface="Malgun Gothic"/>
                <a:cs typeface="Malgun Gothic"/>
              </a:rPr>
              <a:t>(EAI)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5180203" y="5013959"/>
            <a:ext cx="1193800" cy="3035935"/>
            <a:chOff x="5180203" y="5013959"/>
            <a:chExt cx="1193800" cy="3035935"/>
          </a:xfrm>
        </p:grpSpPr>
        <p:sp>
          <p:nvSpPr>
            <p:cNvPr id="112" name="object 112" descr=""/>
            <p:cNvSpPr/>
            <p:nvPr/>
          </p:nvSpPr>
          <p:spPr>
            <a:xfrm>
              <a:off x="5192903" y="5026659"/>
              <a:ext cx="1168400" cy="3010535"/>
            </a:xfrm>
            <a:custGeom>
              <a:avLst/>
              <a:gdLst/>
              <a:ahLst/>
              <a:cxnLst/>
              <a:rect l="l" t="t" r="r" b="b"/>
              <a:pathLst>
                <a:path w="1168400" h="3010534">
                  <a:moveTo>
                    <a:pt x="973327" y="0"/>
                  </a:moveTo>
                  <a:lnTo>
                    <a:pt x="194691" y="0"/>
                  </a:lnTo>
                  <a:lnTo>
                    <a:pt x="150076" y="5139"/>
                  </a:lnTo>
                  <a:lnTo>
                    <a:pt x="109107" y="19777"/>
                  </a:lnTo>
                  <a:lnTo>
                    <a:pt x="72956" y="42747"/>
                  </a:lnTo>
                  <a:lnTo>
                    <a:pt x="42797" y="72879"/>
                  </a:lnTo>
                  <a:lnTo>
                    <a:pt x="19803" y="109005"/>
                  </a:lnTo>
                  <a:lnTo>
                    <a:pt x="5146" y="149956"/>
                  </a:lnTo>
                  <a:lnTo>
                    <a:pt x="0" y="194563"/>
                  </a:lnTo>
                  <a:lnTo>
                    <a:pt x="0" y="2815590"/>
                  </a:lnTo>
                  <a:lnTo>
                    <a:pt x="5146" y="2860204"/>
                  </a:lnTo>
                  <a:lnTo>
                    <a:pt x="19803" y="2901173"/>
                  </a:lnTo>
                  <a:lnTo>
                    <a:pt x="42797" y="2937324"/>
                  </a:lnTo>
                  <a:lnTo>
                    <a:pt x="72956" y="2967483"/>
                  </a:lnTo>
                  <a:lnTo>
                    <a:pt x="109107" y="2990477"/>
                  </a:lnTo>
                  <a:lnTo>
                    <a:pt x="150076" y="3005134"/>
                  </a:lnTo>
                  <a:lnTo>
                    <a:pt x="194691" y="3010281"/>
                  </a:lnTo>
                  <a:lnTo>
                    <a:pt x="973327" y="3010281"/>
                  </a:lnTo>
                  <a:lnTo>
                    <a:pt x="1017982" y="3005134"/>
                  </a:lnTo>
                  <a:lnTo>
                    <a:pt x="1058967" y="2990477"/>
                  </a:lnTo>
                  <a:lnTo>
                    <a:pt x="1095115" y="2967483"/>
                  </a:lnTo>
                  <a:lnTo>
                    <a:pt x="1125261" y="2937324"/>
                  </a:lnTo>
                  <a:lnTo>
                    <a:pt x="1148238" y="2901173"/>
                  </a:lnTo>
                  <a:lnTo>
                    <a:pt x="1162879" y="2860204"/>
                  </a:lnTo>
                  <a:lnTo>
                    <a:pt x="1168019" y="2815590"/>
                  </a:lnTo>
                  <a:lnTo>
                    <a:pt x="1168019" y="194563"/>
                  </a:lnTo>
                  <a:lnTo>
                    <a:pt x="1162879" y="149956"/>
                  </a:lnTo>
                  <a:lnTo>
                    <a:pt x="1148238" y="109005"/>
                  </a:lnTo>
                  <a:lnTo>
                    <a:pt x="1125261" y="72879"/>
                  </a:lnTo>
                  <a:lnTo>
                    <a:pt x="1095115" y="42747"/>
                  </a:lnTo>
                  <a:lnTo>
                    <a:pt x="1058967" y="19777"/>
                  </a:lnTo>
                  <a:lnTo>
                    <a:pt x="1017982" y="5139"/>
                  </a:lnTo>
                  <a:lnTo>
                    <a:pt x="973327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5192903" y="5026659"/>
              <a:ext cx="1168400" cy="3010535"/>
            </a:xfrm>
            <a:custGeom>
              <a:avLst/>
              <a:gdLst/>
              <a:ahLst/>
              <a:cxnLst/>
              <a:rect l="l" t="t" r="r" b="b"/>
              <a:pathLst>
                <a:path w="1168400" h="3010534">
                  <a:moveTo>
                    <a:pt x="0" y="194563"/>
                  </a:moveTo>
                  <a:lnTo>
                    <a:pt x="5146" y="149956"/>
                  </a:lnTo>
                  <a:lnTo>
                    <a:pt x="19803" y="109005"/>
                  </a:lnTo>
                  <a:lnTo>
                    <a:pt x="42797" y="72879"/>
                  </a:lnTo>
                  <a:lnTo>
                    <a:pt x="72956" y="42747"/>
                  </a:lnTo>
                  <a:lnTo>
                    <a:pt x="109107" y="19777"/>
                  </a:lnTo>
                  <a:lnTo>
                    <a:pt x="150076" y="5139"/>
                  </a:lnTo>
                  <a:lnTo>
                    <a:pt x="194691" y="0"/>
                  </a:lnTo>
                  <a:lnTo>
                    <a:pt x="973327" y="0"/>
                  </a:lnTo>
                  <a:lnTo>
                    <a:pt x="1017982" y="5139"/>
                  </a:lnTo>
                  <a:lnTo>
                    <a:pt x="1058967" y="19777"/>
                  </a:lnTo>
                  <a:lnTo>
                    <a:pt x="1095115" y="42747"/>
                  </a:lnTo>
                  <a:lnTo>
                    <a:pt x="1125261" y="72879"/>
                  </a:lnTo>
                  <a:lnTo>
                    <a:pt x="1148238" y="109005"/>
                  </a:lnTo>
                  <a:lnTo>
                    <a:pt x="1162879" y="149956"/>
                  </a:lnTo>
                  <a:lnTo>
                    <a:pt x="1168019" y="194563"/>
                  </a:lnTo>
                  <a:lnTo>
                    <a:pt x="1168019" y="2815590"/>
                  </a:lnTo>
                  <a:lnTo>
                    <a:pt x="1162879" y="2860204"/>
                  </a:lnTo>
                  <a:lnTo>
                    <a:pt x="1148238" y="2901173"/>
                  </a:lnTo>
                  <a:lnTo>
                    <a:pt x="1125261" y="2937324"/>
                  </a:lnTo>
                  <a:lnTo>
                    <a:pt x="1095115" y="2967483"/>
                  </a:lnTo>
                  <a:lnTo>
                    <a:pt x="1058967" y="2990477"/>
                  </a:lnTo>
                  <a:lnTo>
                    <a:pt x="1017982" y="3005134"/>
                  </a:lnTo>
                  <a:lnTo>
                    <a:pt x="973327" y="3010281"/>
                  </a:lnTo>
                  <a:lnTo>
                    <a:pt x="194691" y="3010281"/>
                  </a:lnTo>
                  <a:lnTo>
                    <a:pt x="150076" y="3005134"/>
                  </a:lnTo>
                  <a:lnTo>
                    <a:pt x="109107" y="2990477"/>
                  </a:lnTo>
                  <a:lnTo>
                    <a:pt x="72956" y="2967483"/>
                  </a:lnTo>
                  <a:lnTo>
                    <a:pt x="42797" y="2937324"/>
                  </a:lnTo>
                  <a:lnTo>
                    <a:pt x="19803" y="2901173"/>
                  </a:lnTo>
                  <a:lnTo>
                    <a:pt x="5146" y="2860204"/>
                  </a:lnTo>
                  <a:lnTo>
                    <a:pt x="0" y="2815590"/>
                  </a:lnTo>
                  <a:lnTo>
                    <a:pt x="0" y="194563"/>
                  </a:lnTo>
                  <a:close/>
                </a:path>
              </a:pathLst>
            </a:custGeom>
            <a:ln w="25400">
              <a:solidFill>
                <a:srgbClr val="00527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 txBox="1"/>
          <p:nvPr/>
        </p:nvSpPr>
        <p:spPr>
          <a:xfrm>
            <a:off x="5509640" y="6210680"/>
            <a:ext cx="534670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105"/>
              </a:spcBef>
            </a:pPr>
            <a:r>
              <a:rPr dirty="0" sz="2000" spc="-50">
                <a:solidFill>
                  <a:srgbClr val="F1F8FA"/>
                </a:solidFill>
                <a:latin typeface="Malgun Gothic"/>
                <a:cs typeface="Malgun Gothic"/>
              </a:rPr>
              <a:t>웹 </a:t>
            </a:r>
            <a:r>
              <a:rPr dirty="0" sz="2000" spc="-25">
                <a:solidFill>
                  <a:srgbClr val="F1F8FA"/>
                </a:solidFill>
                <a:latin typeface="Malgun Gothic"/>
                <a:cs typeface="Malgun Gothic"/>
              </a:rPr>
              <a:t>단말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15" name="object 115" descr=""/>
          <p:cNvGrpSpPr/>
          <p:nvPr/>
        </p:nvGrpSpPr>
        <p:grpSpPr>
          <a:xfrm>
            <a:off x="6512559" y="5994374"/>
            <a:ext cx="8503285" cy="1339215"/>
            <a:chOff x="6512559" y="5994374"/>
            <a:chExt cx="8503285" cy="1339215"/>
          </a:xfrm>
        </p:grpSpPr>
        <p:pic>
          <p:nvPicPr>
            <p:cNvPr id="116" name="object 116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12559" y="6113246"/>
              <a:ext cx="530885" cy="530885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512559" y="6787743"/>
              <a:ext cx="530885" cy="530885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484477" y="5994374"/>
              <a:ext cx="530885" cy="530885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484477" y="6802602"/>
              <a:ext cx="530885" cy="530885"/>
            </a:xfrm>
            <a:prstGeom prst="rect">
              <a:avLst/>
            </a:prstGeom>
          </p:spPr>
        </p:pic>
      </p:grpSp>
      <p:sp>
        <p:nvSpPr>
          <p:cNvPr id="120" name="object 120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297180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S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금융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sp>
        <p:nvSpPr>
          <p:cNvPr id="121" name="object 121" descr=""/>
          <p:cNvSpPr txBox="1"/>
          <p:nvPr/>
        </p:nvSpPr>
        <p:spPr>
          <a:xfrm>
            <a:off x="955954" y="9445549"/>
            <a:ext cx="1277747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S</a:t>
            </a:r>
            <a:r>
              <a:rPr dirty="0" sz="1600" spc="-70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금융사는</a:t>
            </a:r>
            <a:r>
              <a:rPr dirty="0" sz="1600" spc="-5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Mydata</a:t>
            </a:r>
            <a:r>
              <a:rPr dirty="0" sz="1600" spc="-40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사업의</a:t>
            </a:r>
            <a:r>
              <a:rPr dirty="0" sz="1600" spc="-5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Ingestion</a:t>
            </a:r>
            <a:r>
              <a:rPr dirty="0" sz="1600" spc="-3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영역에도</a:t>
            </a:r>
            <a:r>
              <a:rPr dirty="0" sz="1600" spc="-50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Confluent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Platform을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001F5F"/>
                </a:solidFill>
                <a:latin typeface="Malgun Gothic"/>
                <a:cs typeface="Malgun Gothic"/>
              </a:rPr>
              <a:t>도입하여,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다양한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소스에서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Confluent</a:t>
            </a:r>
            <a:r>
              <a:rPr dirty="0" sz="1600" spc="-3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Kafka로</a:t>
            </a:r>
            <a:r>
              <a:rPr dirty="0" sz="1600" spc="-3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데이터를</a:t>
            </a:r>
            <a:r>
              <a:rPr dirty="0" sz="1600" spc="-30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수집하고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Elastic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Search에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효율적으로</a:t>
            </a:r>
            <a:r>
              <a:rPr dirty="0" sz="1600" spc="-30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데이터를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로드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할</a:t>
            </a:r>
            <a:r>
              <a:rPr dirty="0" sz="1600" spc="-5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수</a:t>
            </a:r>
            <a:r>
              <a:rPr dirty="0" sz="1600" spc="-50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있도록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구성/사용</a:t>
            </a:r>
            <a:r>
              <a:rPr dirty="0" sz="1600" spc="-40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001F5F"/>
                </a:solidFill>
                <a:latin typeface="Malgun Gothic"/>
                <a:cs typeface="Malgun Gothic"/>
              </a:rPr>
              <a:t>하고</a:t>
            </a:r>
            <a:r>
              <a:rPr dirty="0" sz="1600" spc="-45" b="1">
                <a:solidFill>
                  <a:srgbClr val="001F5F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001F5F"/>
                </a:solidFill>
                <a:latin typeface="Malgun Gothic"/>
                <a:cs typeface="Malgun Gothic"/>
              </a:rPr>
              <a:t>있습니다.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610739" y="2917317"/>
            <a:ext cx="6031865" cy="3432175"/>
          </a:xfrm>
          <a:custGeom>
            <a:avLst/>
            <a:gdLst/>
            <a:ahLst/>
            <a:cxnLst/>
            <a:rect l="l" t="t" r="r" b="b"/>
            <a:pathLst>
              <a:path w="6031865" h="3432175">
                <a:moveTo>
                  <a:pt x="57404" y="0"/>
                </a:moveTo>
                <a:lnTo>
                  <a:pt x="5973953" y="0"/>
                </a:lnTo>
                <a:lnTo>
                  <a:pt x="5996316" y="4504"/>
                </a:lnTo>
                <a:lnTo>
                  <a:pt x="6014561" y="16795"/>
                </a:lnTo>
                <a:lnTo>
                  <a:pt x="6026852" y="35040"/>
                </a:lnTo>
                <a:lnTo>
                  <a:pt x="6031357" y="57403"/>
                </a:lnTo>
                <a:lnTo>
                  <a:pt x="6031357" y="3376548"/>
                </a:lnTo>
                <a:lnTo>
                  <a:pt x="6027007" y="3398186"/>
                </a:lnTo>
                <a:lnTo>
                  <a:pt x="6015132" y="3415823"/>
                </a:lnTo>
                <a:lnTo>
                  <a:pt x="5997495" y="3427698"/>
                </a:lnTo>
                <a:lnTo>
                  <a:pt x="5975858" y="3432047"/>
                </a:lnTo>
                <a:lnTo>
                  <a:pt x="55499" y="3432047"/>
                </a:lnTo>
                <a:lnTo>
                  <a:pt x="33914" y="3427698"/>
                </a:lnTo>
                <a:lnTo>
                  <a:pt x="16271" y="3415823"/>
                </a:lnTo>
                <a:lnTo>
                  <a:pt x="4367" y="3398186"/>
                </a:lnTo>
                <a:lnTo>
                  <a:pt x="0" y="3376548"/>
                </a:lnTo>
                <a:lnTo>
                  <a:pt x="0" y="57403"/>
                </a:lnTo>
                <a:lnTo>
                  <a:pt x="4504" y="35040"/>
                </a:lnTo>
                <a:lnTo>
                  <a:pt x="16795" y="16795"/>
                </a:lnTo>
                <a:lnTo>
                  <a:pt x="35040" y="4504"/>
                </a:lnTo>
                <a:lnTo>
                  <a:pt x="57404" y="0"/>
                </a:lnTo>
                <a:close/>
              </a:path>
            </a:pathLst>
          </a:custGeom>
          <a:ln w="38100">
            <a:solidFill>
              <a:srgbClr val="81C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979927" y="2769222"/>
            <a:ext cx="2247265" cy="298450"/>
          </a:xfrm>
          <a:prstGeom prst="rect">
            <a:avLst/>
          </a:prstGeom>
          <a:solidFill>
            <a:srgbClr val="81CFE1"/>
          </a:solidFill>
        </p:spPr>
        <p:txBody>
          <a:bodyPr wrap="square" lIns="0" tIns="62865" rIns="0" bIns="0" rtlCol="0" vert="horz">
            <a:spAutoFit/>
          </a:bodyPr>
          <a:lstStyle/>
          <a:p>
            <a:pPr marL="706755">
              <a:lnSpc>
                <a:spcPct val="100000"/>
              </a:lnSpc>
              <a:spcBef>
                <a:spcPts val="495"/>
              </a:spcBef>
            </a:pPr>
            <a:r>
              <a:rPr dirty="0" sz="1100" b="1">
                <a:solidFill>
                  <a:srgbClr val="173360"/>
                </a:solidFill>
                <a:latin typeface="Malgun Gothic"/>
                <a:cs typeface="Malgun Gothic"/>
              </a:rPr>
              <a:t>Public</a:t>
            </a:r>
            <a:r>
              <a:rPr dirty="0" sz="1100" spc="-5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100" spc="-10" b="1">
                <a:solidFill>
                  <a:srgbClr val="173360"/>
                </a:solidFill>
                <a:latin typeface="Malgun Gothic"/>
                <a:cs typeface="Malgun Gothic"/>
              </a:rPr>
              <a:t>Cloud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99413" y="4396930"/>
            <a:ext cx="1333500" cy="3683000"/>
            <a:chOff x="1199413" y="4396930"/>
            <a:chExt cx="1333500" cy="3683000"/>
          </a:xfrm>
        </p:grpSpPr>
        <p:sp>
          <p:nvSpPr>
            <p:cNvPr id="5" name="object 5" descr=""/>
            <p:cNvSpPr/>
            <p:nvPr/>
          </p:nvSpPr>
          <p:spPr>
            <a:xfrm>
              <a:off x="1204175" y="4401692"/>
              <a:ext cx="1323975" cy="3673475"/>
            </a:xfrm>
            <a:custGeom>
              <a:avLst/>
              <a:gdLst/>
              <a:ahLst/>
              <a:cxnLst/>
              <a:rect l="l" t="t" r="r" b="b"/>
              <a:pathLst>
                <a:path w="1323975" h="3673475">
                  <a:moveTo>
                    <a:pt x="0" y="220599"/>
                  </a:moveTo>
                  <a:lnTo>
                    <a:pt x="4479" y="176152"/>
                  </a:lnTo>
                  <a:lnTo>
                    <a:pt x="17329" y="134748"/>
                  </a:lnTo>
                  <a:lnTo>
                    <a:pt x="37664" y="97277"/>
                  </a:lnTo>
                  <a:lnTo>
                    <a:pt x="64598" y="64627"/>
                  </a:lnTo>
                  <a:lnTo>
                    <a:pt x="97248" y="37685"/>
                  </a:lnTo>
                  <a:lnTo>
                    <a:pt x="134727" y="17341"/>
                  </a:lnTo>
                  <a:lnTo>
                    <a:pt x="176152" y="4483"/>
                  </a:lnTo>
                  <a:lnTo>
                    <a:pt x="220637" y="0"/>
                  </a:lnTo>
                  <a:lnTo>
                    <a:pt x="1103033" y="0"/>
                  </a:lnTo>
                  <a:lnTo>
                    <a:pt x="1147521" y="4483"/>
                  </a:lnTo>
                  <a:lnTo>
                    <a:pt x="1188956" y="17341"/>
                  </a:lnTo>
                  <a:lnTo>
                    <a:pt x="1226450" y="37685"/>
                  </a:lnTo>
                  <a:lnTo>
                    <a:pt x="1259116" y="64627"/>
                  </a:lnTo>
                  <a:lnTo>
                    <a:pt x="1286066" y="97277"/>
                  </a:lnTo>
                  <a:lnTo>
                    <a:pt x="1306415" y="134748"/>
                  </a:lnTo>
                  <a:lnTo>
                    <a:pt x="1319275" y="176152"/>
                  </a:lnTo>
                  <a:lnTo>
                    <a:pt x="1323759" y="220599"/>
                  </a:lnTo>
                  <a:lnTo>
                    <a:pt x="1323759" y="3452368"/>
                  </a:lnTo>
                  <a:lnTo>
                    <a:pt x="1319275" y="3496814"/>
                  </a:lnTo>
                  <a:lnTo>
                    <a:pt x="1306415" y="3538218"/>
                  </a:lnTo>
                  <a:lnTo>
                    <a:pt x="1286066" y="3575689"/>
                  </a:lnTo>
                  <a:lnTo>
                    <a:pt x="1259116" y="3608339"/>
                  </a:lnTo>
                  <a:lnTo>
                    <a:pt x="1226450" y="3635281"/>
                  </a:lnTo>
                  <a:lnTo>
                    <a:pt x="1188956" y="3655625"/>
                  </a:lnTo>
                  <a:lnTo>
                    <a:pt x="1147521" y="3668483"/>
                  </a:lnTo>
                  <a:lnTo>
                    <a:pt x="1103033" y="3672967"/>
                  </a:lnTo>
                  <a:lnTo>
                    <a:pt x="220637" y="3672967"/>
                  </a:lnTo>
                  <a:lnTo>
                    <a:pt x="176152" y="3668483"/>
                  </a:lnTo>
                  <a:lnTo>
                    <a:pt x="134727" y="3655625"/>
                  </a:lnTo>
                  <a:lnTo>
                    <a:pt x="97248" y="3635281"/>
                  </a:lnTo>
                  <a:lnTo>
                    <a:pt x="64598" y="3608339"/>
                  </a:lnTo>
                  <a:lnTo>
                    <a:pt x="37664" y="3575689"/>
                  </a:lnTo>
                  <a:lnTo>
                    <a:pt x="17329" y="3538218"/>
                  </a:lnTo>
                  <a:lnTo>
                    <a:pt x="4479" y="3496814"/>
                  </a:lnTo>
                  <a:lnTo>
                    <a:pt x="0" y="3452368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2231" y="5159131"/>
              <a:ext cx="222851" cy="39361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9741" y="4759896"/>
              <a:ext cx="477111" cy="3128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7528" y="5618772"/>
              <a:ext cx="271297" cy="43201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9083" y="6117615"/>
              <a:ext cx="496767" cy="30236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0309" y="6975398"/>
              <a:ext cx="263067" cy="399491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6534" y="6510411"/>
              <a:ext cx="222851" cy="39361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41939" y="7483339"/>
              <a:ext cx="471233" cy="27405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1727" y="5678296"/>
              <a:ext cx="564035" cy="19367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3200" y="7064290"/>
              <a:ext cx="423296" cy="8060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8298" y="6185026"/>
              <a:ext cx="564035" cy="19367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5486" y="5269075"/>
              <a:ext cx="423296" cy="8061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4013" y="6564757"/>
              <a:ext cx="564035" cy="19367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4013" y="7523543"/>
              <a:ext cx="564035" cy="19367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0109" y="4829746"/>
              <a:ext cx="564035" cy="193675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8955341" y="4410900"/>
            <a:ext cx="1333500" cy="3695700"/>
            <a:chOff x="8955341" y="4410900"/>
            <a:chExt cx="1333500" cy="3695700"/>
          </a:xfrm>
        </p:grpSpPr>
        <p:sp>
          <p:nvSpPr>
            <p:cNvPr id="21" name="object 21" descr=""/>
            <p:cNvSpPr/>
            <p:nvPr/>
          </p:nvSpPr>
          <p:spPr>
            <a:xfrm>
              <a:off x="8960104" y="4415663"/>
              <a:ext cx="1323975" cy="3686175"/>
            </a:xfrm>
            <a:custGeom>
              <a:avLst/>
              <a:gdLst/>
              <a:ahLst/>
              <a:cxnLst/>
              <a:rect l="l" t="t" r="r" b="b"/>
              <a:pathLst>
                <a:path w="1323975" h="3686175">
                  <a:moveTo>
                    <a:pt x="0" y="220599"/>
                  </a:moveTo>
                  <a:lnTo>
                    <a:pt x="4483" y="176115"/>
                  </a:lnTo>
                  <a:lnTo>
                    <a:pt x="17341" y="134695"/>
                  </a:lnTo>
                  <a:lnTo>
                    <a:pt x="37685" y="97221"/>
                  </a:lnTo>
                  <a:lnTo>
                    <a:pt x="64627" y="64579"/>
                  </a:lnTo>
                  <a:lnTo>
                    <a:pt x="97277" y="37652"/>
                  </a:lnTo>
                  <a:lnTo>
                    <a:pt x="134748" y="17323"/>
                  </a:lnTo>
                  <a:lnTo>
                    <a:pt x="176152" y="4478"/>
                  </a:lnTo>
                  <a:lnTo>
                    <a:pt x="220599" y="0"/>
                  </a:lnTo>
                  <a:lnTo>
                    <a:pt x="1103122" y="0"/>
                  </a:lnTo>
                  <a:lnTo>
                    <a:pt x="1147568" y="4478"/>
                  </a:lnTo>
                  <a:lnTo>
                    <a:pt x="1188972" y="17323"/>
                  </a:lnTo>
                  <a:lnTo>
                    <a:pt x="1226443" y="37652"/>
                  </a:lnTo>
                  <a:lnTo>
                    <a:pt x="1259093" y="64579"/>
                  </a:lnTo>
                  <a:lnTo>
                    <a:pt x="1286035" y="97221"/>
                  </a:lnTo>
                  <a:lnTo>
                    <a:pt x="1306379" y="134695"/>
                  </a:lnTo>
                  <a:lnTo>
                    <a:pt x="1319237" y="176115"/>
                  </a:lnTo>
                  <a:lnTo>
                    <a:pt x="1323721" y="220599"/>
                  </a:lnTo>
                  <a:lnTo>
                    <a:pt x="1323721" y="3465068"/>
                  </a:lnTo>
                  <a:lnTo>
                    <a:pt x="1319237" y="3509514"/>
                  </a:lnTo>
                  <a:lnTo>
                    <a:pt x="1306379" y="3550918"/>
                  </a:lnTo>
                  <a:lnTo>
                    <a:pt x="1286035" y="3588389"/>
                  </a:lnTo>
                  <a:lnTo>
                    <a:pt x="1259093" y="3621039"/>
                  </a:lnTo>
                  <a:lnTo>
                    <a:pt x="1226443" y="3647981"/>
                  </a:lnTo>
                  <a:lnTo>
                    <a:pt x="1188972" y="3668325"/>
                  </a:lnTo>
                  <a:lnTo>
                    <a:pt x="1147568" y="3681183"/>
                  </a:lnTo>
                  <a:lnTo>
                    <a:pt x="1103122" y="3685667"/>
                  </a:lnTo>
                  <a:lnTo>
                    <a:pt x="220599" y="3685667"/>
                  </a:lnTo>
                  <a:lnTo>
                    <a:pt x="176152" y="3681183"/>
                  </a:lnTo>
                  <a:lnTo>
                    <a:pt x="134748" y="3668325"/>
                  </a:lnTo>
                  <a:lnTo>
                    <a:pt x="97277" y="3647981"/>
                  </a:lnTo>
                  <a:lnTo>
                    <a:pt x="64627" y="3621039"/>
                  </a:lnTo>
                  <a:lnTo>
                    <a:pt x="37685" y="3588389"/>
                  </a:lnTo>
                  <a:lnTo>
                    <a:pt x="17341" y="3550918"/>
                  </a:lnTo>
                  <a:lnTo>
                    <a:pt x="4483" y="3509514"/>
                  </a:lnTo>
                  <a:lnTo>
                    <a:pt x="0" y="3465068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67164" y="4557483"/>
              <a:ext cx="524878" cy="132198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07298" y="5908144"/>
              <a:ext cx="465366" cy="61237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95797" y="6613921"/>
              <a:ext cx="477219" cy="58470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07298" y="7292341"/>
              <a:ext cx="465366" cy="556657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76725" y="5023025"/>
              <a:ext cx="382394" cy="5931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81043" y="5662089"/>
              <a:ext cx="382394" cy="5931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84091" y="6237145"/>
              <a:ext cx="382394" cy="5931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76725" y="6834934"/>
              <a:ext cx="382394" cy="5931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81043" y="7495969"/>
              <a:ext cx="382394" cy="59318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1426210" y="4090796"/>
            <a:ext cx="861694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10">
                <a:latin typeface="Malgun Gothic"/>
                <a:cs typeface="Malgun Gothic"/>
              </a:rPr>
              <a:t>Producers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141079" y="4099686"/>
            <a:ext cx="95948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10">
                <a:latin typeface="Malgun Gothic"/>
                <a:cs typeface="Malgun Gothic"/>
              </a:rPr>
              <a:t>Consumers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5797169" y="3825240"/>
            <a:ext cx="2731770" cy="2291715"/>
          </a:xfrm>
          <a:custGeom>
            <a:avLst/>
            <a:gdLst/>
            <a:ahLst/>
            <a:cxnLst/>
            <a:rect l="l" t="t" r="r" b="b"/>
            <a:pathLst>
              <a:path w="2731770" h="2291715">
                <a:moveTo>
                  <a:pt x="0" y="150495"/>
                </a:moveTo>
                <a:lnTo>
                  <a:pt x="7665" y="102900"/>
                </a:lnTo>
                <a:lnTo>
                  <a:pt x="29016" y="61584"/>
                </a:lnTo>
                <a:lnTo>
                  <a:pt x="61584" y="29016"/>
                </a:lnTo>
                <a:lnTo>
                  <a:pt x="102900" y="7665"/>
                </a:lnTo>
                <a:lnTo>
                  <a:pt x="150494" y="0"/>
                </a:lnTo>
                <a:lnTo>
                  <a:pt x="2580894" y="0"/>
                </a:lnTo>
                <a:lnTo>
                  <a:pt x="2628439" y="7665"/>
                </a:lnTo>
                <a:lnTo>
                  <a:pt x="2669749" y="29016"/>
                </a:lnTo>
                <a:lnTo>
                  <a:pt x="2702335" y="61584"/>
                </a:lnTo>
                <a:lnTo>
                  <a:pt x="2723711" y="102900"/>
                </a:lnTo>
                <a:lnTo>
                  <a:pt x="2731388" y="150495"/>
                </a:lnTo>
                <a:lnTo>
                  <a:pt x="2731388" y="2140839"/>
                </a:lnTo>
                <a:lnTo>
                  <a:pt x="2723711" y="2188446"/>
                </a:lnTo>
                <a:lnTo>
                  <a:pt x="2702335" y="2229793"/>
                </a:lnTo>
                <a:lnTo>
                  <a:pt x="2669749" y="2262399"/>
                </a:lnTo>
                <a:lnTo>
                  <a:pt x="2628439" y="2283782"/>
                </a:lnTo>
                <a:lnTo>
                  <a:pt x="2580894" y="2291461"/>
                </a:lnTo>
                <a:lnTo>
                  <a:pt x="150494" y="2291461"/>
                </a:lnTo>
                <a:lnTo>
                  <a:pt x="102900" y="2283782"/>
                </a:lnTo>
                <a:lnTo>
                  <a:pt x="61584" y="2262399"/>
                </a:lnTo>
                <a:lnTo>
                  <a:pt x="29016" y="2229793"/>
                </a:lnTo>
                <a:lnTo>
                  <a:pt x="7665" y="2188446"/>
                </a:lnTo>
                <a:lnTo>
                  <a:pt x="0" y="2140839"/>
                </a:lnTo>
                <a:lnTo>
                  <a:pt x="0" y="150495"/>
                </a:lnTo>
                <a:close/>
              </a:path>
            </a:pathLst>
          </a:custGeom>
          <a:ln w="28575">
            <a:solidFill>
              <a:srgbClr val="FF671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7776209" y="5388990"/>
            <a:ext cx="6667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776209" y="5513958"/>
            <a:ext cx="6667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776209" y="5638926"/>
            <a:ext cx="6667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2761360" y="4583176"/>
            <a:ext cx="3074035" cy="775970"/>
            <a:chOff x="2761360" y="4583176"/>
            <a:chExt cx="3074035" cy="775970"/>
          </a:xfrm>
        </p:grpSpPr>
        <p:sp>
          <p:nvSpPr>
            <p:cNvPr id="38" name="object 38" descr=""/>
            <p:cNvSpPr/>
            <p:nvPr/>
          </p:nvSpPr>
          <p:spPr>
            <a:xfrm>
              <a:off x="2770885" y="4592701"/>
              <a:ext cx="2456180" cy="756920"/>
            </a:xfrm>
            <a:custGeom>
              <a:avLst/>
              <a:gdLst/>
              <a:ahLst/>
              <a:cxnLst/>
              <a:rect l="l" t="t" r="r" b="b"/>
              <a:pathLst>
                <a:path w="2456179" h="756920">
                  <a:moveTo>
                    <a:pt x="125983" y="756412"/>
                  </a:moveTo>
                  <a:lnTo>
                    <a:pt x="76938" y="746513"/>
                  </a:lnTo>
                  <a:lnTo>
                    <a:pt x="36893" y="719518"/>
                  </a:lnTo>
                  <a:lnTo>
                    <a:pt x="9898" y="679473"/>
                  </a:lnTo>
                  <a:lnTo>
                    <a:pt x="0" y="630427"/>
                  </a:lnTo>
                  <a:lnTo>
                    <a:pt x="0" y="126111"/>
                  </a:lnTo>
                  <a:lnTo>
                    <a:pt x="9898" y="77045"/>
                  </a:lnTo>
                  <a:lnTo>
                    <a:pt x="36893" y="36956"/>
                  </a:lnTo>
                  <a:lnTo>
                    <a:pt x="76938" y="9917"/>
                  </a:lnTo>
                  <a:lnTo>
                    <a:pt x="125983" y="0"/>
                  </a:lnTo>
                  <a:lnTo>
                    <a:pt x="2329941" y="0"/>
                  </a:lnTo>
                  <a:lnTo>
                    <a:pt x="2379007" y="9917"/>
                  </a:lnTo>
                  <a:lnTo>
                    <a:pt x="2419096" y="36956"/>
                  </a:lnTo>
                  <a:lnTo>
                    <a:pt x="2446135" y="77045"/>
                  </a:lnTo>
                  <a:lnTo>
                    <a:pt x="2456053" y="126111"/>
                  </a:lnTo>
                  <a:lnTo>
                    <a:pt x="2456053" y="630427"/>
                  </a:lnTo>
                  <a:lnTo>
                    <a:pt x="2446135" y="679473"/>
                  </a:lnTo>
                  <a:lnTo>
                    <a:pt x="2419096" y="719518"/>
                  </a:lnTo>
                  <a:lnTo>
                    <a:pt x="2379007" y="746513"/>
                  </a:lnTo>
                  <a:lnTo>
                    <a:pt x="2329941" y="756412"/>
                  </a:lnTo>
                  <a:lnTo>
                    <a:pt x="125983" y="756412"/>
                  </a:lnTo>
                  <a:close/>
                </a:path>
              </a:pathLst>
            </a:custGeom>
            <a:ln w="19050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67684" y="4630801"/>
              <a:ext cx="1833676" cy="665226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188838" y="4932807"/>
              <a:ext cx="646430" cy="76200"/>
            </a:xfrm>
            <a:custGeom>
              <a:avLst/>
              <a:gdLst/>
              <a:ahLst/>
              <a:cxnLst/>
              <a:rect l="l" t="t" r="r" b="b"/>
              <a:pathLst>
                <a:path w="646429" h="76200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893" y="73211"/>
                  </a:lnTo>
                  <a:lnTo>
                    <a:pt x="65008" y="65055"/>
                  </a:lnTo>
                  <a:lnTo>
                    <a:pt x="73193" y="52947"/>
                  </a:lnTo>
                  <a:lnTo>
                    <a:pt x="75222" y="42925"/>
                  </a:lnTo>
                  <a:lnTo>
                    <a:pt x="38100" y="42925"/>
                  </a:lnTo>
                  <a:lnTo>
                    <a:pt x="38100" y="33400"/>
                  </a:lnTo>
                  <a:lnTo>
                    <a:pt x="75245" y="33400"/>
                  </a:lnTo>
                  <a:lnTo>
                    <a:pt x="73193" y="23306"/>
                  </a:lnTo>
                  <a:lnTo>
                    <a:pt x="65008" y="11191"/>
                  </a:lnTo>
                  <a:lnTo>
                    <a:pt x="52893" y="3006"/>
                  </a:lnTo>
                  <a:lnTo>
                    <a:pt x="38100" y="0"/>
                  </a:lnTo>
                  <a:close/>
                </a:path>
                <a:path w="646429" h="76200">
                  <a:moveTo>
                    <a:pt x="608202" y="0"/>
                  </a:moveTo>
                  <a:lnTo>
                    <a:pt x="593409" y="3006"/>
                  </a:lnTo>
                  <a:lnTo>
                    <a:pt x="581294" y="11191"/>
                  </a:lnTo>
                  <a:lnTo>
                    <a:pt x="573109" y="23306"/>
                  </a:lnTo>
                  <a:lnTo>
                    <a:pt x="570102" y="38100"/>
                  </a:lnTo>
                  <a:lnTo>
                    <a:pt x="573109" y="52947"/>
                  </a:lnTo>
                  <a:lnTo>
                    <a:pt x="581294" y="65055"/>
                  </a:lnTo>
                  <a:lnTo>
                    <a:pt x="593409" y="73211"/>
                  </a:lnTo>
                  <a:lnTo>
                    <a:pt x="608202" y="76200"/>
                  </a:lnTo>
                  <a:lnTo>
                    <a:pt x="623050" y="73211"/>
                  </a:lnTo>
                  <a:lnTo>
                    <a:pt x="635158" y="65055"/>
                  </a:lnTo>
                  <a:lnTo>
                    <a:pt x="643314" y="52947"/>
                  </a:lnTo>
                  <a:lnTo>
                    <a:pt x="645331" y="42925"/>
                  </a:lnTo>
                  <a:lnTo>
                    <a:pt x="608202" y="42925"/>
                  </a:lnTo>
                  <a:lnTo>
                    <a:pt x="608202" y="33400"/>
                  </a:lnTo>
                  <a:lnTo>
                    <a:pt x="645353" y="33400"/>
                  </a:lnTo>
                  <a:lnTo>
                    <a:pt x="643314" y="23306"/>
                  </a:lnTo>
                  <a:lnTo>
                    <a:pt x="635158" y="11191"/>
                  </a:lnTo>
                  <a:lnTo>
                    <a:pt x="623050" y="3006"/>
                  </a:lnTo>
                  <a:lnTo>
                    <a:pt x="608202" y="0"/>
                  </a:lnTo>
                  <a:close/>
                </a:path>
                <a:path w="646429" h="76200">
                  <a:moveTo>
                    <a:pt x="75245" y="33400"/>
                  </a:moveTo>
                  <a:lnTo>
                    <a:pt x="38100" y="33400"/>
                  </a:lnTo>
                  <a:lnTo>
                    <a:pt x="38100" y="42925"/>
                  </a:lnTo>
                  <a:lnTo>
                    <a:pt x="75222" y="42925"/>
                  </a:lnTo>
                  <a:lnTo>
                    <a:pt x="76200" y="38100"/>
                  </a:lnTo>
                  <a:lnTo>
                    <a:pt x="75245" y="33400"/>
                  </a:lnTo>
                  <a:close/>
                </a:path>
                <a:path w="646429" h="76200">
                  <a:moveTo>
                    <a:pt x="571057" y="33400"/>
                  </a:moveTo>
                  <a:lnTo>
                    <a:pt x="75245" y="33400"/>
                  </a:lnTo>
                  <a:lnTo>
                    <a:pt x="76200" y="38100"/>
                  </a:lnTo>
                  <a:lnTo>
                    <a:pt x="75222" y="42925"/>
                  </a:lnTo>
                  <a:lnTo>
                    <a:pt x="571080" y="42925"/>
                  </a:lnTo>
                  <a:lnTo>
                    <a:pt x="570102" y="38100"/>
                  </a:lnTo>
                  <a:lnTo>
                    <a:pt x="571057" y="33400"/>
                  </a:lnTo>
                  <a:close/>
                </a:path>
                <a:path w="646429" h="76200">
                  <a:moveTo>
                    <a:pt x="645353" y="33400"/>
                  </a:moveTo>
                  <a:lnTo>
                    <a:pt x="608202" y="33400"/>
                  </a:lnTo>
                  <a:lnTo>
                    <a:pt x="608202" y="42925"/>
                  </a:lnTo>
                  <a:lnTo>
                    <a:pt x="645331" y="42925"/>
                  </a:lnTo>
                  <a:lnTo>
                    <a:pt x="646302" y="38100"/>
                  </a:lnTo>
                  <a:lnTo>
                    <a:pt x="645353" y="334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6573773" y="5388990"/>
            <a:ext cx="6667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573773" y="5513958"/>
            <a:ext cx="6667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573773" y="5638926"/>
            <a:ext cx="6667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6111113" y="4024121"/>
            <a:ext cx="991235" cy="313690"/>
          </a:xfrm>
          <a:custGeom>
            <a:avLst/>
            <a:gdLst/>
            <a:ahLst/>
            <a:cxnLst/>
            <a:rect l="l" t="t" r="r" b="b"/>
            <a:pathLst>
              <a:path w="991234" h="313689">
                <a:moveTo>
                  <a:pt x="0" y="52197"/>
                </a:moveTo>
                <a:lnTo>
                  <a:pt x="4121" y="31878"/>
                </a:lnTo>
                <a:lnTo>
                  <a:pt x="15351" y="15287"/>
                </a:lnTo>
                <a:lnTo>
                  <a:pt x="31986" y="4101"/>
                </a:lnTo>
                <a:lnTo>
                  <a:pt x="52324" y="0"/>
                </a:lnTo>
                <a:lnTo>
                  <a:pt x="938403" y="0"/>
                </a:lnTo>
                <a:lnTo>
                  <a:pt x="958794" y="4101"/>
                </a:lnTo>
                <a:lnTo>
                  <a:pt x="975423" y="15287"/>
                </a:lnTo>
                <a:lnTo>
                  <a:pt x="986623" y="31878"/>
                </a:lnTo>
                <a:lnTo>
                  <a:pt x="990727" y="52197"/>
                </a:lnTo>
                <a:lnTo>
                  <a:pt x="990727" y="261365"/>
                </a:lnTo>
                <a:lnTo>
                  <a:pt x="986623" y="281703"/>
                </a:lnTo>
                <a:lnTo>
                  <a:pt x="975423" y="298338"/>
                </a:lnTo>
                <a:lnTo>
                  <a:pt x="958794" y="309568"/>
                </a:lnTo>
                <a:lnTo>
                  <a:pt x="938403" y="313689"/>
                </a:lnTo>
                <a:lnTo>
                  <a:pt x="52324" y="313689"/>
                </a:lnTo>
                <a:lnTo>
                  <a:pt x="31986" y="309568"/>
                </a:lnTo>
                <a:lnTo>
                  <a:pt x="15351" y="298338"/>
                </a:lnTo>
                <a:lnTo>
                  <a:pt x="4121" y="281703"/>
                </a:lnTo>
                <a:lnTo>
                  <a:pt x="0" y="261365"/>
                </a:lnTo>
                <a:lnTo>
                  <a:pt x="0" y="52197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6324980" y="4063746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6118605" y="4559427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4"/>
                </a:moveTo>
                <a:lnTo>
                  <a:pt x="4101" y="31986"/>
                </a:lnTo>
                <a:lnTo>
                  <a:pt x="15287" y="15351"/>
                </a:lnTo>
                <a:lnTo>
                  <a:pt x="31878" y="4121"/>
                </a:lnTo>
                <a:lnTo>
                  <a:pt x="52197" y="0"/>
                </a:lnTo>
                <a:lnTo>
                  <a:pt x="938402" y="0"/>
                </a:lnTo>
                <a:lnTo>
                  <a:pt x="958740" y="4121"/>
                </a:lnTo>
                <a:lnTo>
                  <a:pt x="975375" y="15351"/>
                </a:lnTo>
                <a:lnTo>
                  <a:pt x="986605" y="31986"/>
                </a:lnTo>
                <a:lnTo>
                  <a:pt x="990726" y="52324"/>
                </a:lnTo>
                <a:lnTo>
                  <a:pt x="990726" y="261493"/>
                </a:lnTo>
                <a:lnTo>
                  <a:pt x="986605" y="281830"/>
                </a:lnTo>
                <a:lnTo>
                  <a:pt x="975375" y="298465"/>
                </a:lnTo>
                <a:lnTo>
                  <a:pt x="958740" y="309695"/>
                </a:lnTo>
                <a:lnTo>
                  <a:pt x="938402" y="313817"/>
                </a:lnTo>
                <a:lnTo>
                  <a:pt x="52197" y="313817"/>
                </a:lnTo>
                <a:lnTo>
                  <a:pt x="31878" y="309695"/>
                </a:lnTo>
                <a:lnTo>
                  <a:pt x="15287" y="298465"/>
                </a:lnTo>
                <a:lnTo>
                  <a:pt x="4101" y="281830"/>
                </a:lnTo>
                <a:lnTo>
                  <a:pt x="0" y="261493"/>
                </a:lnTo>
                <a:lnTo>
                  <a:pt x="0" y="52324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6332601" y="4599177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6118605" y="5115814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4"/>
                </a:moveTo>
                <a:lnTo>
                  <a:pt x="4101" y="31986"/>
                </a:lnTo>
                <a:lnTo>
                  <a:pt x="15287" y="15351"/>
                </a:lnTo>
                <a:lnTo>
                  <a:pt x="31878" y="4121"/>
                </a:lnTo>
                <a:lnTo>
                  <a:pt x="52197" y="0"/>
                </a:lnTo>
                <a:lnTo>
                  <a:pt x="938402" y="0"/>
                </a:lnTo>
                <a:lnTo>
                  <a:pt x="958740" y="4121"/>
                </a:lnTo>
                <a:lnTo>
                  <a:pt x="975375" y="15351"/>
                </a:lnTo>
                <a:lnTo>
                  <a:pt x="986605" y="31986"/>
                </a:lnTo>
                <a:lnTo>
                  <a:pt x="990726" y="52324"/>
                </a:lnTo>
                <a:lnTo>
                  <a:pt x="990726" y="261493"/>
                </a:lnTo>
                <a:lnTo>
                  <a:pt x="986605" y="281830"/>
                </a:lnTo>
                <a:lnTo>
                  <a:pt x="975375" y="298465"/>
                </a:lnTo>
                <a:lnTo>
                  <a:pt x="958740" y="309695"/>
                </a:lnTo>
                <a:lnTo>
                  <a:pt x="938402" y="313816"/>
                </a:lnTo>
                <a:lnTo>
                  <a:pt x="52197" y="313816"/>
                </a:lnTo>
                <a:lnTo>
                  <a:pt x="31878" y="309695"/>
                </a:lnTo>
                <a:lnTo>
                  <a:pt x="15287" y="298465"/>
                </a:lnTo>
                <a:lnTo>
                  <a:pt x="4101" y="281830"/>
                </a:lnTo>
                <a:lnTo>
                  <a:pt x="0" y="261493"/>
                </a:lnTo>
                <a:lnTo>
                  <a:pt x="0" y="52324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6332601" y="5155438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7312406" y="4011803"/>
            <a:ext cx="991235" cy="313690"/>
          </a:xfrm>
          <a:custGeom>
            <a:avLst/>
            <a:gdLst/>
            <a:ahLst/>
            <a:cxnLst/>
            <a:rect l="l" t="t" r="r" b="b"/>
            <a:pathLst>
              <a:path w="991234" h="313689">
                <a:moveTo>
                  <a:pt x="0" y="52197"/>
                </a:moveTo>
                <a:lnTo>
                  <a:pt x="4103" y="31878"/>
                </a:lnTo>
                <a:lnTo>
                  <a:pt x="15303" y="15287"/>
                </a:lnTo>
                <a:lnTo>
                  <a:pt x="31932" y="4101"/>
                </a:lnTo>
                <a:lnTo>
                  <a:pt x="52324" y="0"/>
                </a:lnTo>
                <a:lnTo>
                  <a:pt x="938402" y="0"/>
                </a:lnTo>
                <a:lnTo>
                  <a:pt x="958740" y="4101"/>
                </a:lnTo>
                <a:lnTo>
                  <a:pt x="975375" y="15287"/>
                </a:lnTo>
                <a:lnTo>
                  <a:pt x="986605" y="31878"/>
                </a:lnTo>
                <a:lnTo>
                  <a:pt x="990726" y="52197"/>
                </a:lnTo>
                <a:lnTo>
                  <a:pt x="990726" y="261366"/>
                </a:lnTo>
                <a:lnTo>
                  <a:pt x="986605" y="281757"/>
                </a:lnTo>
                <a:lnTo>
                  <a:pt x="975375" y="298386"/>
                </a:lnTo>
                <a:lnTo>
                  <a:pt x="958740" y="309586"/>
                </a:lnTo>
                <a:lnTo>
                  <a:pt x="938402" y="313689"/>
                </a:lnTo>
                <a:lnTo>
                  <a:pt x="52324" y="313689"/>
                </a:lnTo>
                <a:lnTo>
                  <a:pt x="31932" y="309586"/>
                </a:lnTo>
                <a:lnTo>
                  <a:pt x="15303" y="298386"/>
                </a:lnTo>
                <a:lnTo>
                  <a:pt x="4103" y="281757"/>
                </a:lnTo>
                <a:lnTo>
                  <a:pt x="0" y="261366"/>
                </a:lnTo>
                <a:lnTo>
                  <a:pt x="0" y="52197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7526528" y="4051172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7312406" y="4547108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4"/>
                </a:moveTo>
                <a:lnTo>
                  <a:pt x="4103" y="31986"/>
                </a:lnTo>
                <a:lnTo>
                  <a:pt x="15303" y="15351"/>
                </a:lnTo>
                <a:lnTo>
                  <a:pt x="31932" y="4121"/>
                </a:lnTo>
                <a:lnTo>
                  <a:pt x="52324" y="0"/>
                </a:lnTo>
                <a:lnTo>
                  <a:pt x="938402" y="0"/>
                </a:lnTo>
                <a:lnTo>
                  <a:pt x="958740" y="4121"/>
                </a:lnTo>
                <a:lnTo>
                  <a:pt x="975375" y="15351"/>
                </a:lnTo>
                <a:lnTo>
                  <a:pt x="986605" y="31986"/>
                </a:lnTo>
                <a:lnTo>
                  <a:pt x="990726" y="52324"/>
                </a:lnTo>
                <a:lnTo>
                  <a:pt x="990726" y="261492"/>
                </a:lnTo>
                <a:lnTo>
                  <a:pt x="986605" y="281830"/>
                </a:lnTo>
                <a:lnTo>
                  <a:pt x="975375" y="298465"/>
                </a:lnTo>
                <a:lnTo>
                  <a:pt x="958740" y="309695"/>
                </a:lnTo>
                <a:lnTo>
                  <a:pt x="938402" y="313816"/>
                </a:lnTo>
                <a:lnTo>
                  <a:pt x="52324" y="313816"/>
                </a:lnTo>
                <a:lnTo>
                  <a:pt x="31932" y="309695"/>
                </a:lnTo>
                <a:lnTo>
                  <a:pt x="15303" y="298465"/>
                </a:lnTo>
                <a:lnTo>
                  <a:pt x="4103" y="281830"/>
                </a:lnTo>
                <a:lnTo>
                  <a:pt x="0" y="261492"/>
                </a:lnTo>
                <a:lnTo>
                  <a:pt x="0" y="52324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7526528" y="4586732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7312406" y="5103495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4"/>
                </a:moveTo>
                <a:lnTo>
                  <a:pt x="4103" y="31986"/>
                </a:lnTo>
                <a:lnTo>
                  <a:pt x="15303" y="15351"/>
                </a:lnTo>
                <a:lnTo>
                  <a:pt x="31932" y="4121"/>
                </a:lnTo>
                <a:lnTo>
                  <a:pt x="52324" y="0"/>
                </a:lnTo>
                <a:lnTo>
                  <a:pt x="938402" y="0"/>
                </a:lnTo>
                <a:lnTo>
                  <a:pt x="958740" y="4121"/>
                </a:lnTo>
                <a:lnTo>
                  <a:pt x="975375" y="15351"/>
                </a:lnTo>
                <a:lnTo>
                  <a:pt x="986605" y="31986"/>
                </a:lnTo>
                <a:lnTo>
                  <a:pt x="990726" y="52324"/>
                </a:lnTo>
                <a:lnTo>
                  <a:pt x="990726" y="261492"/>
                </a:lnTo>
                <a:lnTo>
                  <a:pt x="986605" y="281830"/>
                </a:lnTo>
                <a:lnTo>
                  <a:pt x="975375" y="298465"/>
                </a:lnTo>
                <a:lnTo>
                  <a:pt x="958740" y="309695"/>
                </a:lnTo>
                <a:lnTo>
                  <a:pt x="938402" y="313816"/>
                </a:lnTo>
                <a:lnTo>
                  <a:pt x="52324" y="313816"/>
                </a:lnTo>
                <a:lnTo>
                  <a:pt x="31932" y="309695"/>
                </a:lnTo>
                <a:lnTo>
                  <a:pt x="15303" y="298465"/>
                </a:lnTo>
                <a:lnTo>
                  <a:pt x="4103" y="281830"/>
                </a:lnTo>
                <a:lnTo>
                  <a:pt x="0" y="261492"/>
                </a:lnTo>
                <a:lnTo>
                  <a:pt x="0" y="52324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7526528" y="5143246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2637789" y="6497053"/>
            <a:ext cx="6069965" cy="3599815"/>
            <a:chOff x="2637789" y="6497053"/>
            <a:chExt cx="6069965" cy="3599815"/>
          </a:xfrm>
        </p:grpSpPr>
        <p:sp>
          <p:nvSpPr>
            <p:cNvPr id="57" name="object 57" descr=""/>
            <p:cNvSpPr/>
            <p:nvPr/>
          </p:nvSpPr>
          <p:spPr>
            <a:xfrm>
              <a:off x="2656839" y="6645148"/>
              <a:ext cx="6031865" cy="3432175"/>
            </a:xfrm>
            <a:custGeom>
              <a:avLst/>
              <a:gdLst/>
              <a:ahLst/>
              <a:cxnLst/>
              <a:rect l="l" t="t" r="r" b="b"/>
              <a:pathLst>
                <a:path w="6031865" h="3432175">
                  <a:moveTo>
                    <a:pt x="57531" y="0"/>
                  </a:moveTo>
                  <a:lnTo>
                    <a:pt x="5973953" y="0"/>
                  </a:lnTo>
                  <a:lnTo>
                    <a:pt x="5996336" y="4504"/>
                  </a:lnTo>
                  <a:lnTo>
                    <a:pt x="6014624" y="16795"/>
                  </a:lnTo>
                  <a:lnTo>
                    <a:pt x="6026959" y="35040"/>
                  </a:lnTo>
                  <a:lnTo>
                    <a:pt x="6031484" y="57403"/>
                  </a:lnTo>
                  <a:lnTo>
                    <a:pt x="6031484" y="3376612"/>
                  </a:lnTo>
                  <a:lnTo>
                    <a:pt x="6027116" y="3398212"/>
                  </a:lnTo>
                  <a:lnTo>
                    <a:pt x="6015212" y="3415853"/>
                  </a:lnTo>
                  <a:lnTo>
                    <a:pt x="5997569" y="3427749"/>
                  </a:lnTo>
                  <a:lnTo>
                    <a:pt x="5975985" y="3432111"/>
                  </a:lnTo>
                  <a:lnTo>
                    <a:pt x="55499" y="3432111"/>
                  </a:lnTo>
                  <a:lnTo>
                    <a:pt x="33914" y="3427749"/>
                  </a:lnTo>
                  <a:lnTo>
                    <a:pt x="16271" y="3415853"/>
                  </a:lnTo>
                  <a:lnTo>
                    <a:pt x="4367" y="3398212"/>
                  </a:lnTo>
                  <a:lnTo>
                    <a:pt x="0" y="3376612"/>
                  </a:lnTo>
                  <a:lnTo>
                    <a:pt x="0" y="57403"/>
                  </a:lnTo>
                  <a:lnTo>
                    <a:pt x="4524" y="35040"/>
                  </a:lnTo>
                  <a:lnTo>
                    <a:pt x="16859" y="16795"/>
                  </a:lnTo>
                  <a:lnTo>
                    <a:pt x="35147" y="4504"/>
                  </a:lnTo>
                  <a:lnTo>
                    <a:pt x="57531" y="0"/>
                  </a:lnTo>
                  <a:close/>
                </a:path>
              </a:pathLst>
            </a:custGeom>
            <a:ln w="38100">
              <a:solidFill>
                <a:srgbClr val="81CF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026155" y="6497053"/>
              <a:ext cx="2247265" cy="298450"/>
            </a:xfrm>
            <a:custGeom>
              <a:avLst/>
              <a:gdLst/>
              <a:ahLst/>
              <a:cxnLst/>
              <a:rect l="l" t="t" r="r" b="b"/>
              <a:pathLst>
                <a:path w="2247265" h="298450">
                  <a:moveTo>
                    <a:pt x="2247011" y="0"/>
                  </a:moveTo>
                  <a:lnTo>
                    <a:pt x="0" y="0"/>
                  </a:lnTo>
                  <a:lnTo>
                    <a:pt x="0" y="298081"/>
                  </a:lnTo>
                  <a:lnTo>
                    <a:pt x="2247011" y="298081"/>
                  </a:lnTo>
                  <a:lnTo>
                    <a:pt x="2247011" y="0"/>
                  </a:lnTo>
                  <a:close/>
                </a:path>
              </a:pathLst>
            </a:custGeom>
            <a:solidFill>
              <a:srgbClr val="81CF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3026155" y="6549390"/>
            <a:ext cx="2247265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7818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solidFill>
                  <a:srgbClr val="173360"/>
                </a:solidFill>
                <a:latin typeface="Malgun Gothic"/>
                <a:cs typeface="Malgun Gothic"/>
              </a:rPr>
              <a:t>Private</a:t>
            </a:r>
            <a:r>
              <a:rPr dirty="0" sz="11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100" spc="-10" b="1">
                <a:solidFill>
                  <a:srgbClr val="173360"/>
                </a:solidFill>
                <a:latin typeface="Malgun Gothic"/>
                <a:cs typeface="Malgun Gothic"/>
              </a:rPr>
              <a:t>Cloud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5843270" y="7553070"/>
            <a:ext cx="2731770" cy="2291715"/>
          </a:xfrm>
          <a:custGeom>
            <a:avLst/>
            <a:gdLst/>
            <a:ahLst/>
            <a:cxnLst/>
            <a:rect l="l" t="t" r="r" b="b"/>
            <a:pathLst>
              <a:path w="2731770" h="2291715">
                <a:moveTo>
                  <a:pt x="0" y="150494"/>
                </a:moveTo>
                <a:lnTo>
                  <a:pt x="7677" y="102949"/>
                </a:lnTo>
                <a:lnTo>
                  <a:pt x="29053" y="61639"/>
                </a:lnTo>
                <a:lnTo>
                  <a:pt x="61639" y="29053"/>
                </a:lnTo>
                <a:lnTo>
                  <a:pt x="102949" y="7677"/>
                </a:lnTo>
                <a:lnTo>
                  <a:pt x="150494" y="0"/>
                </a:lnTo>
                <a:lnTo>
                  <a:pt x="2580894" y="0"/>
                </a:lnTo>
                <a:lnTo>
                  <a:pt x="2628501" y="7677"/>
                </a:lnTo>
                <a:lnTo>
                  <a:pt x="2669848" y="29053"/>
                </a:lnTo>
                <a:lnTo>
                  <a:pt x="2702454" y="61639"/>
                </a:lnTo>
                <a:lnTo>
                  <a:pt x="2723837" y="102949"/>
                </a:lnTo>
                <a:lnTo>
                  <a:pt x="2731515" y="150494"/>
                </a:lnTo>
                <a:lnTo>
                  <a:pt x="2731515" y="2140915"/>
                </a:lnTo>
                <a:lnTo>
                  <a:pt x="2723837" y="2188500"/>
                </a:lnTo>
                <a:lnTo>
                  <a:pt x="2702454" y="2229826"/>
                </a:lnTo>
                <a:lnTo>
                  <a:pt x="2669848" y="2262415"/>
                </a:lnTo>
                <a:lnTo>
                  <a:pt x="2628501" y="2283786"/>
                </a:lnTo>
                <a:lnTo>
                  <a:pt x="2580894" y="2291460"/>
                </a:lnTo>
                <a:lnTo>
                  <a:pt x="150494" y="2291460"/>
                </a:lnTo>
                <a:lnTo>
                  <a:pt x="102949" y="2283786"/>
                </a:lnTo>
                <a:lnTo>
                  <a:pt x="61639" y="2262415"/>
                </a:lnTo>
                <a:lnTo>
                  <a:pt x="29053" y="2229826"/>
                </a:lnTo>
                <a:lnTo>
                  <a:pt x="7677" y="2188500"/>
                </a:lnTo>
                <a:lnTo>
                  <a:pt x="0" y="2140915"/>
                </a:lnTo>
                <a:lnTo>
                  <a:pt x="0" y="150494"/>
                </a:lnTo>
                <a:close/>
              </a:path>
            </a:pathLst>
          </a:custGeom>
          <a:ln w="28575">
            <a:solidFill>
              <a:srgbClr val="FF671F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7822438" y="9117279"/>
            <a:ext cx="666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7822438" y="9242247"/>
            <a:ext cx="666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7822438" y="9367215"/>
            <a:ext cx="666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2807461" y="8311006"/>
            <a:ext cx="3074035" cy="775970"/>
            <a:chOff x="2807461" y="8311006"/>
            <a:chExt cx="3074035" cy="775970"/>
          </a:xfrm>
        </p:grpSpPr>
        <p:sp>
          <p:nvSpPr>
            <p:cNvPr id="65" name="object 65" descr=""/>
            <p:cNvSpPr/>
            <p:nvPr/>
          </p:nvSpPr>
          <p:spPr>
            <a:xfrm>
              <a:off x="2816986" y="8320531"/>
              <a:ext cx="2456180" cy="756920"/>
            </a:xfrm>
            <a:custGeom>
              <a:avLst/>
              <a:gdLst/>
              <a:ahLst/>
              <a:cxnLst/>
              <a:rect l="l" t="t" r="r" b="b"/>
              <a:pathLst>
                <a:path w="2456179" h="756920">
                  <a:moveTo>
                    <a:pt x="126111" y="756462"/>
                  </a:moveTo>
                  <a:lnTo>
                    <a:pt x="76991" y="746556"/>
                  </a:lnTo>
                  <a:lnTo>
                    <a:pt x="36909" y="719543"/>
                  </a:lnTo>
                  <a:lnTo>
                    <a:pt x="9900" y="679481"/>
                  </a:lnTo>
                  <a:lnTo>
                    <a:pt x="0" y="630428"/>
                  </a:lnTo>
                  <a:lnTo>
                    <a:pt x="0" y="126111"/>
                  </a:lnTo>
                  <a:lnTo>
                    <a:pt x="9900" y="77045"/>
                  </a:lnTo>
                  <a:lnTo>
                    <a:pt x="36909" y="36957"/>
                  </a:lnTo>
                  <a:lnTo>
                    <a:pt x="76991" y="9917"/>
                  </a:lnTo>
                  <a:lnTo>
                    <a:pt x="126111" y="0"/>
                  </a:lnTo>
                  <a:lnTo>
                    <a:pt x="2329941" y="0"/>
                  </a:lnTo>
                  <a:lnTo>
                    <a:pt x="2379061" y="9917"/>
                  </a:lnTo>
                  <a:lnTo>
                    <a:pt x="2419143" y="36957"/>
                  </a:lnTo>
                  <a:lnTo>
                    <a:pt x="2446152" y="77045"/>
                  </a:lnTo>
                  <a:lnTo>
                    <a:pt x="2456053" y="126111"/>
                  </a:lnTo>
                  <a:lnTo>
                    <a:pt x="2456053" y="630428"/>
                  </a:lnTo>
                  <a:lnTo>
                    <a:pt x="2446152" y="679481"/>
                  </a:lnTo>
                  <a:lnTo>
                    <a:pt x="2419143" y="719543"/>
                  </a:lnTo>
                  <a:lnTo>
                    <a:pt x="2379061" y="746556"/>
                  </a:lnTo>
                  <a:lnTo>
                    <a:pt x="2329941" y="756462"/>
                  </a:lnTo>
                  <a:lnTo>
                    <a:pt x="126111" y="756462"/>
                  </a:lnTo>
                  <a:close/>
                </a:path>
              </a:pathLst>
            </a:custGeom>
            <a:ln w="19050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13912" y="8358631"/>
              <a:ext cx="1833676" cy="665226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5234939" y="8660637"/>
              <a:ext cx="646430" cy="76200"/>
            </a:xfrm>
            <a:custGeom>
              <a:avLst/>
              <a:gdLst/>
              <a:ahLst/>
              <a:cxnLst/>
              <a:rect l="l" t="t" r="r" b="b"/>
              <a:pathLst>
                <a:path w="646429" h="76200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099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199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5228" y="42925"/>
                  </a:lnTo>
                  <a:lnTo>
                    <a:pt x="38100" y="42925"/>
                  </a:lnTo>
                  <a:lnTo>
                    <a:pt x="38100" y="33400"/>
                  </a:lnTo>
                  <a:lnTo>
                    <a:pt x="75250" y="3340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646429" h="76200">
                  <a:moveTo>
                    <a:pt x="608330" y="0"/>
                  </a:moveTo>
                  <a:lnTo>
                    <a:pt x="593482" y="3006"/>
                  </a:lnTo>
                  <a:lnTo>
                    <a:pt x="581374" y="11191"/>
                  </a:lnTo>
                  <a:lnTo>
                    <a:pt x="573218" y="23306"/>
                  </a:lnTo>
                  <a:lnTo>
                    <a:pt x="570230" y="38099"/>
                  </a:lnTo>
                  <a:lnTo>
                    <a:pt x="573218" y="52947"/>
                  </a:lnTo>
                  <a:lnTo>
                    <a:pt x="581374" y="65055"/>
                  </a:lnTo>
                  <a:lnTo>
                    <a:pt x="593482" y="73211"/>
                  </a:lnTo>
                  <a:lnTo>
                    <a:pt x="608330" y="76199"/>
                  </a:lnTo>
                  <a:lnTo>
                    <a:pt x="623177" y="73211"/>
                  </a:lnTo>
                  <a:lnTo>
                    <a:pt x="635285" y="65055"/>
                  </a:lnTo>
                  <a:lnTo>
                    <a:pt x="643441" y="52947"/>
                  </a:lnTo>
                  <a:lnTo>
                    <a:pt x="645458" y="42925"/>
                  </a:lnTo>
                  <a:lnTo>
                    <a:pt x="608330" y="42925"/>
                  </a:lnTo>
                  <a:lnTo>
                    <a:pt x="608330" y="33400"/>
                  </a:lnTo>
                  <a:lnTo>
                    <a:pt x="645480" y="33400"/>
                  </a:lnTo>
                  <a:lnTo>
                    <a:pt x="643441" y="23306"/>
                  </a:lnTo>
                  <a:lnTo>
                    <a:pt x="635285" y="11191"/>
                  </a:lnTo>
                  <a:lnTo>
                    <a:pt x="623177" y="3006"/>
                  </a:lnTo>
                  <a:lnTo>
                    <a:pt x="608330" y="0"/>
                  </a:lnTo>
                  <a:close/>
                </a:path>
                <a:path w="646429" h="76200">
                  <a:moveTo>
                    <a:pt x="75250" y="33400"/>
                  </a:moveTo>
                  <a:lnTo>
                    <a:pt x="38100" y="33400"/>
                  </a:lnTo>
                  <a:lnTo>
                    <a:pt x="38100" y="42925"/>
                  </a:lnTo>
                  <a:lnTo>
                    <a:pt x="75228" y="42925"/>
                  </a:lnTo>
                  <a:lnTo>
                    <a:pt x="76200" y="38099"/>
                  </a:lnTo>
                  <a:lnTo>
                    <a:pt x="75250" y="33400"/>
                  </a:lnTo>
                  <a:close/>
                </a:path>
                <a:path w="646429" h="76200">
                  <a:moveTo>
                    <a:pt x="571179" y="33400"/>
                  </a:moveTo>
                  <a:lnTo>
                    <a:pt x="75250" y="33400"/>
                  </a:lnTo>
                  <a:lnTo>
                    <a:pt x="76200" y="38099"/>
                  </a:lnTo>
                  <a:lnTo>
                    <a:pt x="75228" y="42925"/>
                  </a:lnTo>
                  <a:lnTo>
                    <a:pt x="571201" y="42925"/>
                  </a:lnTo>
                  <a:lnTo>
                    <a:pt x="570230" y="38099"/>
                  </a:lnTo>
                  <a:lnTo>
                    <a:pt x="571179" y="33400"/>
                  </a:lnTo>
                  <a:close/>
                </a:path>
                <a:path w="646429" h="76200">
                  <a:moveTo>
                    <a:pt x="645480" y="33400"/>
                  </a:moveTo>
                  <a:lnTo>
                    <a:pt x="608330" y="33400"/>
                  </a:lnTo>
                  <a:lnTo>
                    <a:pt x="608330" y="42925"/>
                  </a:lnTo>
                  <a:lnTo>
                    <a:pt x="645458" y="42925"/>
                  </a:lnTo>
                  <a:lnTo>
                    <a:pt x="646430" y="38099"/>
                  </a:lnTo>
                  <a:lnTo>
                    <a:pt x="645480" y="334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6619747" y="9117279"/>
            <a:ext cx="666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6619747" y="9242247"/>
            <a:ext cx="666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6619747" y="9367215"/>
            <a:ext cx="66675" cy="2489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6157340" y="7751953"/>
            <a:ext cx="991235" cy="313690"/>
          </a:xfrm>
          <a:custGeom>
            <a:avLst/>
            <a:gdLst/>
            <a:ahLst/>
            <a:cxnLst/>
            <a:rect l="l" t="t" r="r" b="b"/>
            <a:pathLst>
              <a:path w="991234" h="313690">
                <a:moveTo>
                  <a:pt x="0" y="52197"/>
                </a:moveTo>
                <a:lnTo>
                  <a:pt x="4101" y="31878"/>
                </a:lnTo>
                <a:lnTo>
                  <a:pt x="15287" y="15287"/>
                </a:lnTo>
                <a:lnTo>
                  <a:pt x="31878" y="4101"/>
                </a:lnTo>
                <a:lnTo>
                  <a:pt x="52197" y="0"/>
                </a:lnTo>
                <a:lnTo>
                  <a:pt x="938403" y="0"/>
                </a:lnTo>
                <a:lnTo>
                  <a:pt x="958740" y="4101"/>
                </a:lnTo>
                <a:lnTo>
                  <a:pt x="975375" y="15287"/>
                </a:lnTo>
                <a:lnTo>
                  <a:pt x="986605" y="31878"/>
                </a:lnTo>
                <a:lnTo>
                  <a:pt x="990727" y="52197"/>
                </a:lnTo>
                <a:lnTo>
                  <a:pt x="990727" y="261366"/>
                </a:lnTo>
                <a:lnTo>
                  <a:pt x="986605" y="281757"/>
                </a:lnTo>
                <a:lnTo>
                  <a:pt x="975375" y="298386"/>
                </a:lnTo>
                <a:lnTo>
                  <a:pt x="958740" y="309586"/>
                </a:lnTo>
                <a:lnTo>
                  <a:pt x="938403" y="313690"/>
                </a:lnTo>
                <a:lnTo>
                  <a:pt x="52197" y="313690"/>
                </a:lnTo>
                <a:lnTo>
                  <a:pt x="31878" y="309586"/>
                </a:lnTo>
                <a:lnTo>
                  <a:pt x="15287" y="298386"/>
                </a:lnTo>
                <a:lnTo>
                  <a:pt x="4101" y="281757"/>
                </a:lnTo>
                <a:lnTo>
                  <a:pt x="0" y="261366"/>
                </a:lnTo>
                <a:lnTo>
                  <a:pt x="0" y="52197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6371335" y="7791957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6164707" y="8287257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4"/>
                </a:moveTo>
                <a:lnTo>
                  <a:pt x="4103" y="31986"/>
                </a:lnTo>
                <a:lnTo>
                  <a:pt x="15303" y="15351"/>
                </a:lnTo>
                <a:lnTo>
                  <a:pt x="31932" y="4121"/>
                </a:lnTo>
                <a:lnTo>
                  <a:pt x="52323" y="0"/>
                </a:lnTo>
                <a:lnTo>
                  <a:pt x="938402" y="0"/>
                </a:lnTo>
                <a:lnTo>
                  <a:pt x="958794" y="4121"/>
                </a:lnTo>
                <a:lnTo>
                  <a:pt x="975423" y="15351"/>
                </a:lnTo>
                <a:lnTo>
                  <a:pt x="986623" y="31986"/>
                </a:lnTo>
                <a:lnTo>
                  <a:pt x="990726" y="52324"/>
                </a:lnTo>
                <a:lnTo>
                  <a:pt x="990726" y="261493"/>
                </a:lnTo>
                <a:lnTo>
                  <a:pt x="986623" y="281830"/>
                </a:lnTo>
                <a:lnTo>
                  <a:pt x="975423" y="298465"/>
                </a:lnTo>
                <a:lnTo>
                  <a:pt x="958794" y="309695"/>
                </a:lnTo>
                <a:lnTo>
                  <a:pt x="938402" y="313817"/>
                </a:lnTo>
                <a:lnTo>
                  <a:pt x="52323" y="313817"/>
                </a:lnTo>
                <a:lnTo>
                  <a:pt x="31932" y="309695"/>
                </a:lnTo>
                <a:lnTo>
                  <a:pt x="15303" y="298465"/>
                </a:lnTo>
                <a:lnTo>
                  <a:pt x="4103" y="281830"/>
                </a:lnTo>
                <a:lnTo>
                  <a:pt x="0" y="261493"/>
                </a:lnTo>
                <a:lnTo>
                  <a:pt x="0" y="52324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6378702" y="8327517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6164707" y="8843644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3"/>
                </a:moveTo>
                <a:lnTo>
                  <a:pt x="4103" y="31986"/>
                </a:lnTo>
                <a:lnTo>
                  <a:pt x="15303" y="15351"/>
                </a:lnTo>
                <a:lnTo>
                  <a:pt x="31932" y="4121"/>
                </a:lnTo>
                <a:lnTo>
                  <a:pt x="52323" y="0"/>
                </a:lnTo>
                <a:lnTo>
                  <a:pt x="938402" y="0"/>
                </a:lnTo>
                <a:lnTo>
                  <a:pt x="958794" y="4121"/>
                </a:lnTo>
                <a:lnTo>
                  <a:pt x="975423" y="15351"/>
                </a:lnTo>
                <a:lnTo>
                  <a:pt x="986623" y="31986"/>
                </a:lnTo>
                <a:lnTo>
                  <a:pt x="990726" y="52323"/>
                </a:lnTo>
                <a:lnTo>
                  <a:pt x="990726" y="261492"/>
                </a:lnTo>
                <a:lnTo>
                  <a:pt x="986623" y="281846"/>
                </a:lnTo>
                <a:lnTo>
                  <a:pt x="975423" y="298465"/>
                </a:lnTo>
                <a:lnTo>
                  <a:pt x="958794" y="309670"/>
                </a:lnTo>
                <a:lnTo>
                  <a:pt x="938402" y="313778"/>
                </a:lnTo>
                <a:lnTo>
                  <a:pt x="52323" y="313778"/>
                </a:lnTo>
                <a:lnTo>
                  <a:pt x="31932" y="309670"/>
                </a:lnTo>
                <a:lnTo>
                  <a:pt x="15303" y="298465"/>
                </a:lnTo>
                <a:lnTo>
                  <a:pt x="4103" y="281846"/>
                </a:lnTo>
                <a:lnTo>
                  <a:pt x="0" y="261492"/>
                </a:lnTo>
                <a:lnTo>
                  <a:pt x="0" y="52323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6378702" y="8883802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7358506" y="7739633"/>
            <a:ext cx="991235" cy="313690"/>
          </a:xfrm>
          <a:custGeom>
            <a:avLst/>
            <a:gdLst/>
            <a:ahLst/>
            <a:cxnLst/>
            <a:rect l="l" t="t" r="r" b="b"/>
            <a:pathLst>
              <a:path w="991234" h="313690">
                <a:moveTo>
                  <a:pt x="0" y="52197"/>
                </a:moveTo>
                <a:lnTo>
                  <a:pt x="4103" y="31878"/>
                </a:lnTo>
                <a:lnTo>
                  <a:pt x="15303" y="15287"/>
                </a:lnTo>
                <a:lnTo>
                  <a:pt x="31932" y="4101"/>
                </a:lnTo>
                <a:lnTo>
                  <a:pt x="52324" y="0"/>
                </a:lnTo>
                <a:lnTo>
                  <a:pt x="938402" y="0"/>
                </a:lnTo>
                <a:lnTo>
                  <a:pt x="958794" y="4101"/>
                </a:lnTo>
                <a:lnTo>
                  <a:pt x="975423" y="15287"/>
                </a:lnTo>
                <a:lnTo>
                  <a:pt x="986623" y="31878"/>
                </a:lnTo>
                <a:lnTo>
                  <a:pt x="990726" y="52197"/>
                </a:lnTo>
                <a:lnTo>
                  <a:pt x="990726" y="261366"/>
                </a:lnTo>
                <a:lnTo>
                  <a:pt x="986623" y="281757"/>
                </a:lnTo>
                <a:lnTo>
                  <a:pt x="975423" y="298386"/>
                </a:lnTo>
                <a:lnTo>
                  <a:pt x="958794" y="309586"/>
                </a:lnTo>
                <a:lnTo>
                  <a:pt x="938402" y="313690"/>
                </a:lnTo>
                <a:lnTo>
                  <a:pt x="52324" y="313690"/>
                </a:lnTo>
                <a:lnTo>
                  <a:pt x="31932" y="309586"/>
                </a:lnTo>
                <a:lnTo>
                  <a:pt x="15303" y="298386"/>
                </a:lnTo>
                <a:lnTo>
                  <a:pt x="4103" y="281757"/>
                </a:lnTo>
                <a:lnTo>
                  <a:pt x="0" y="261366"/>
                </a:lnTo>
                <a:lnTo>
                  <a:pt x="0" y="52197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7572502" y="7779207"/>
            <a:ext cx="56261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7358506" y="8274939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4"/>
                </a:moveTo>
                <a:lnTo>
                  <a:pt x="4103" y="31986"/>
                </a:lnTo>
                <a:lnTo>
                  <a:pt x="15303" y="15351"/>
                </a:lnTo>
                <a:lnTo>
                  <a:pt x="31932" y="4121"/>
                </a:lnTo>
                <a:lnTo>
                  <a:pt x="52324" y="0"/>
                </a:lnTo>
                <a:lnTo>
                  <a:pt x="938402" y="0"/>
                </a:lnTo>
                <a:lnTo>
                  <a:pt x="958794" y="4121"/>
                </a:lnTo>
                <a:lnTo>
                  <a:pt x="975423" y="15351"/>
                </a:lnTo>
                <a:lnTo>
                  <a:pt x="986623" y="31986"/>
                </a:lnTo>
                <a:lnTo>
                  <a:pt x="990726" y="52324"/>
                </a:lnTo>
                <a:lnTo>
                  <a:pt x="990726" y="261493"/>
                </a:lnTo>
                <a:lnTo>
                  <a:pt x="986623" y="281830"/>
                </a:lnTo>
                <a:lnTo>
                  <a:pt x="975423" y="298465"/>
                </a:lnTo>
                <a:lnTo>
                  <a:pt x="958794" y="309695"/>
                </a:lnTo>
                <a:lnTo>
                  <a:pt x="938402" y="313817"/>
                </a:lnTo>
                <a:lnTo>
                  <a:pt x="52324" y="313817"/>
                </a:lnTo>
                <a:lnTo>
                  <a:pt x="31932" y="309695"/>
                </a:lnTo>
                <a:lnTo>
                  <a:pt x="15303" y="298465"/>
                </a:lnTo>
                <a:lnTo>
                  <a:pt x="4103" y="281830"/>
                </a:lnTo>
                <a:lnTo>
                  <a:pt x="0" y="261493"/>
                </a:lnTo>
                <a:lnTo>
                  <a:pt x="0" y="52324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7572502" y="8315070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7358506" y="8831326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4"/>
                </a:moveTo>
                <a:lnTo>
                  <a:pt x="4103" y="31986"/>
                </a:lnTo>
                <a:lnTo>
                  <a:pt x="15303" y="15351"/>
                </a:lnTo>
                <a:lnTo>
                  <a:pt x="31932" y="4121"/>
                </a:lnTo>
                <a:lnTo>
                  <a:pt x="52324" y="0"/>
                </a:lnTo>
                <a:lnTo>
                  <a:pt x="938402" y="0"/>
                </a:lnTo>
                <a:lnTo>
                  <a:pt x="958794" y="4121"/>
                </a:lnTo>
                <a:lnTo>
                  <a:pt x="975423" y="15351"/>
                </a:lnTo>
                <a:lnTo>
                  <a:pt x="986623" y="31986"/>
                </a:lnTo>
                <a:lnTo>
                  <a:pt x="990726" y="52324"/>
                </a:lnTo>
                <a:lnTo>
                  <a:pt x="990726" y="261493"/>
                </a:lnTo>
                <a:lnTo>
                  <a:pt x="986623" y="281848"/>
                </a:lnTo>
                <a:lnTo>
                  <a:pt x="975423" y="298472"/>
                </a:lnTo>
                <a:lnTo>
                  <a:pt x="958794" y="309681"/>
                </a:lnTo>
                <a:lnTo>
                  <a:pt x="938402" y="313791"/>
                </a:lnTo>
                <a:lnTo>
                  <a:pt x="52324" y="313791"/>
                </a:lnTo>
                <a:lnTo>
                  <a:pt x="31932" y="309681"/>
                </a:lnTo>
                <a:lnTo>
                  <a:pt x="15303" y="298472"/>
                </a:lnTo>
                <a:lnTo>
                  <a:pt x="4103" y="281848"/>
                </a:lnTo>
                <a:lnTo>
                  <a:pt x="0" y="261493"/>
                </a:lnTo>
                <a:lnTo>
                  <a:pt x="0" y="52324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 txBox="1"/>
          <p:nvPr/>
        </p:nvSpPr>
        <p:spPr>
          <a:xfrm>
            <a:off x="7572502" y="8871610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83" name="object 83" descr=""/>
          <p:cNvSpPr/>
          <p:nvPr/>
        </p:nvSpPr>
        <p:spPr>
          <a:xfrm>
            <a:off x="3909440" y="7485760"/>
            <a:ext cx="1329690" cy="389255"/>
          </a:xfrm>
          <a:custGeom>
            <a:avLst/>
            <a:gdLst/>
            <a:ahLst/>
            <a:cxnLst/>
            <a:rect l="l" t="t" r="r" b="b"/>
            <a:pathLst>
              <a:path w="1329689" h="389254">
                <a:moveTo>
                  <a:pt x="0" y="64769"/>
                </a:moveTo>
                <a:lnTo>
                  <a:pt x="5103" y="39540"/>
                </a:lnTo>
                <a:lnTo>
                  <a:pt x="19018" y="18954"/>
                </a:lnTo>
                <a:lnTo>
                  <a:pt x="39647" y="5083"/>
                </a:lnTo>
                <a:lnTo>
                  <a:pt x="64897" y="0"/>
                </a:lnTo>
                <a:lnTo>
                  <a:pt x="1264285" y="0"/>
                </a:lnTo>
                <a:lnTo>
                  <a:pt x="1289534" y="5083"/>
                </a:lnTo>
                <a:lnTo>
                  <a:pt x="1310163" y="18954"/>
                </a:lnTo>
                <a:lnTo>
                  <a:pt x="1324078" y="39540"/>
                </a:lnTo>
                <a:lnTo>
                  <a:pt x="1329182" y="64769"/>
                </a:lnTo>
                <a:lnTo>
                  <a:pt x="1329182" y="324230"/>
                </a:lnTo>
                <a:lnTo>
                  <a:pt x="1324078" y="349480"/>
                </a:lnTo>
                <a:lnTo>
                  <a:pt x="1310163" y="370109"/>
                </a:lnTo>
                <a:lnTo>
                  <a:pt x="1289534" y="384024"/>
                </a:lnTo>
                <a:lnTo>
                  <a:pt x="1264285" y="389127"/>
                </a:lnTo>
                <a:lnTo>
                  <a:pt x="64897" y="389127"/>
                </a:lnTo>
                <a:lnTo>
                  <a:pt x="39647" y="384024"/>
                </a:lnTo>
                <a:lnTo>
                  <a:pt x="19018" y="370109"/>
                </a:lnTo>
                <a:lnTo>
                  <a:pt x="5103" y="349480"/>
                </a:lnTo>
                <a:lnTo>
                  <a:pt x="0" y="324230"/>
                </a:lnTo>
                <a:lnTo>
                  <a:pt x="0" y="64769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 txBox="1"/>
          <p:nvPr/>
        </p:nvSpPr>
        <p:spPr>
          <a:xfrm>
            <a:off x="4151757" y="7563357"/>
            <a:ext cx="84518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Replicator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85" name="object 85" descr=""/>
          <p:cNvSpPr/>
          <p:nvPr/>
        </p:nvSpPr>
        <p:spPr>
          <a:xfrm>
            <a:off x="10655934" y="5489321"/>
            <a:ext cx="3355340" cy="3899535"/>
          </a:xfrm>
          <a:custGeom>
            <a:avLst/>
            <a:gdLst/>
            <a:ahLst/>
            <a:cxnLst/>
            <a:rect l="l" t="t" r="r" b="b"/>
            <a:pathLst>
              <a:path w="3355340" h="3899534">
                <a:moveTo>
                  <a:pt x="56134" y="0"/>
                </a:moveTo>
                <a:lnTo>
                  <a:pt x="3298825" y="0"/>
                </a:lnTo>
                <a:lnTo>
                  <a:pt x="3320669" y="4413"/>
                </a:lnTo>
                <a:lnTo>
                  <a:pt x="3338512" y="16446"/>
                </a:lnTo>
                <a:lnTo>
                  <a:pt x="3350545" y="34289"/>
                </a:lnTo>
                <a:lnTo>
                  <a:pt x="3354959" y="56133"/>
                </a:lnTo>
                <a:lnTo>
                  <a:pt x="3354959" y="3845090"/>
                </a:lnTo>
                <a:lnTo>
                  <a:pt x="3350700" y="3866206"/>
                </a:lnTo>
                <a:lnTo>
                  <a:pt x="3339083" y="3883452"/>
                </a:lnTo>
                <a:lnTo>
                  <a:pt x="3321847" y="3895080"/>
                </a:lnTo>
                <a:lnTo>
                  <a:pt x="3300730" y="3899344"/>
                </a:lnTo>
                <a:lnTo>
                  <a:pt x="54229" y="3899344"/>
                </a:lnTo>
                <a:lnTo>
                  <a:pt x="33111" y="3895080"/>
                </a:lnTo>
                <a:lnTo>
                  <a:pt x="15875" y="3883452"/>
                </a:lnTo>
                <a:lnTo>
                  <a:pt x="4258" y="3866206"/>
                </a:lnTo>
                <a:lnTo>
                  <a:pt x="0" y="3845090"/>
                </a:lnTo>
                <a:lnTo>
                  <a:pt x="0" y="56133"/>
                </a:lnTo>
                <a:lnTo>
                  <a:pt x="4413" y="34289"/>
                </a:lnTo>
                <a:lnTo>
                  <a:pt x="16446" y="16446"/>
                </a:lnTo>
                <a:lnTo>
                  <a:pt x="34289" y="4413"/>
                </a:lnTo>
                <a:lnTo>
                  <a:pt x="56134" y="0"/>
                </a:lnTo>
                <a:close/>
              </a:path>
            </a:pathLst>
          </a:custGeom>
          <a:ln w="38100">
            <a:solidFill>
              <a:srgbClr val="81CF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 txBox="1"/>
          <p:nvPr/>
        </p:nvSpPr>
        <p:spPr>
          <a:xfrm>
            <a:off x="11025123" y="5341226"/>
            <a:ext cx="2247265" cy="298450"/>
          </a:xfrm>
          <a:prstGeom prst="rect">
            <a:avLst/>
          </a:prstGeom>
          <a:solidFill>
            <a:srgbClr val="81CFE1"/>
          </a:solidFill>
        </p:spPr>
        <p:txBody>
          <a:bodyPr wrap="square" lIns="0" tIns="6350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500"/>
              </a:spcBef>
            </a:pPr>
            <a:r>
              <a:rPr dirty="0" sz="1100" b="1">
                <a:solidFill>
                  <a:srgbClr val="173360"/>
                </a:solidFill>
                <a:latin typeface="Malgun Gothic"/>
                <a:cs typeface="Malgun Gothic"/>
              </a:rPr>
              <a:t>연계</a:t>
            </a:r>
            <a:r>
              <a:rPr dirty="0" sz="1100" spc="-5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100" b="1">
                <a:solidFill>
                  <a:srgbClr val="173360"/>
                </a:solidFill>
                <a:latin typeface="Malgun Gothic"/>
                <a:cs typeface="Malgun Gothic"/>
              </a:rPr>
              <a:t>Kafka(Private</a:t>
            </a:r>
            <a:r>
              <a:rPr dirty="0" sz="1100" spc="-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100" spc="-10" b="1">
                <a:solidFill>
                  <a:srgbClr val="173360"/>
                </a:solidFill>
                <a:latin typeface="Malgun Gothic"/>
                <a:cs typeface="Malgun Gothic"/>
              </a:rPr>
              <a:t>Cloud)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10943145" y="5700521"/>
            <a:ext cx="2760345" cy="3036570"/>
            <a:chOff x="10943145" y="5700521"/>
            <a:chExt cx="2760345" cy="3036570"/>
          </a:xfrm>
        </p:grpSpPr>
        <p:sp>
          <p:nvSpPr>
            <p:cNvPr id="88" name="object 88" descr=""/>
            <p:cNvSpPr/>
            <p:nvPr/>
          </p:nvSpPr>
          <p:spPr>
            <a:xfrm>
              <a:off x="10957432" y="7542275"/>
              <a:ext cx="2731770" cy="1180465"/>
            </a:xfrm>
            <a:custGeom>
              <a:avLst/>
              <a:gdLst/>
              <a:ahLst/>
              <a:cxnLst/>
              <a:rect l="l" t="t" r="r" b="b"/>
              <a:pathLst>
                <a:path w="2731769" h="1180465">
                  <a:moveTo>
                    <a:pt x="0" y="77469"/>
                  </a:moveTo>
                  <a:lnTo>
                    <a:pt x="6105" y="47309"/>
                  </a:lnTo>
                  <a:lnTo>
                    <a:pt x="22748" y="22685"/>
                  </a:lnTo>
                  <a:lnTo>
                    <a:pt x="47416" y="6086"/>
                  </a:lnTo>
                  <a:lnTo>
                    <a:pt x="77597" y="0"/>
                  </a:lnTo>
                  <a:lnTo>
                    <a:pt x="2654046" y="0"/>
                  </a:lnTo>
                  <a:lnTo>
                    <a:pt x="2684206" y="6086"/>
                  </a:lnTo>
                  <a:lnTo>
                    <a:pt x="2708830" y="22685"/>
                  </a:lnTo>
                  <a:lnTo>
                    <a:pt x="2725429" y="47309"/>
                  </a:lnTo>
                  <a:lnTo>
                    <a:pt x="2731515" y="77469"/>
                  </a:lnTo>
                  <a:lnTo>
                    <a:pt x="2731515" y="1102360"/>
                  </a:lnTo>
                  <a:lnTo>
                    <a:pt x="2725429" y="1132540"/>
                  </a:lnTo>
                  <a:lnTo>
                    <a:pt x="2708830" y="1157208"/>
                  </a:lnTo>
                  <a:lnTo>
                    <a:pt x="2684206" y="1173851"/>
                  </a:lnTo>
                  <a:lnTo>
                    <a:pt x="2654046" y="1179957"/>
                  </a:lnTo>
                  <a:lnTo>
                    <a:pt x="77597" y="1179957"/>
                  </a:lnTo>
                  <a:lnTo>
                    <a:pt x="47416" y="1173851"/>
                  </a:lnTo>
                  <a:lnTo>
                    <a:pt x="22748" y="1157208"/>
                  </a:lnTo>
                  <a:lnTo>
                    <a:pt x="6105" y="1132540"/>
                  </a:lnTo>
                  <a:lnTo>
                    <a:pt x="0" y="1102360"/>
                  </a:lnTo>
                  <a:lnTo>
                    <a:pt x="0" y="77469"/>
                  </a:lnTo>
                  <a:close/>
                </a:path>
              </a:pathLst>
            </a:custGeom>
            <a:ln w="28575">
              <a:solidFill>
                <a:srgbClr val="FF671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1085194" y="5710046"/>
              <a:ext cx="2456180" cy="756920"/>
            </a:xfrm>
            <a:custGeom>
              <a:avLst/>
              <a:gdLst/>
              <a:ahLst/>
              <a:cxnLst/>
              <a:rect l="l" t="t" r="r" b="b"/>
              <a:pathLst>
                <a:path w="2456180" h="756920">
                  <a:moveTo>
                    <a:pt x="125983" y="756412"/>
                  </a:moveTo>
                  <a:lnTo>
                    <a:pt x="76938" y="746511"/>
                  </a:lnTo>
                  <a:lnTo>
                    <a:pt x="36893" y="719502"/>
                  </a:lnTo>
                  <a:lnTo>
                    <a:pt x="9898" y="679420"/>
                  </a:lnTo>
                  <a:lnTo>
                    <a:pt x="0" y="630301"/>
                  </a:lnTo>
                  <a:lnTo>
                    <a:pt x="0" y="126111"/>
                  </a:lnTo>
                  <a:lnTo>
                    <a:pt x="9898" y="77045"/>
                  </a:lnTo>
                  <a:lnTo>
                    <a:pt x="36893" y="36956"/>
                  </a:lnTo>
                  <a:lnTo>
                    <a:pt x="76938" y="9917"/>
                  </a:lnTo>
                  <a:lnTo>
                    <a:pt x="125983" y="0"/>
                  </a:lnTo>
                  <a:lnTo>
                    <a:pt x="2329941" y="0"/>
                  </a:lnTo>
                  <a:lnTo>
                    <a:pt x="2379007" y="9917"/>
                  </a:lnTo>
                  <a:lnTo>
                    <a:pt x="2419095" y="36956"/>
                  </a:lnTo>
                  <a:lnTo>
                    <a:pt x="2446135" y="77045"/>
                  </a:lnTo>
                  <a:lnTo>
                    <a:pt x="2456053" y="126111"/>
                  </a:lnTo>
                  <a:lnTo>
                    <a:pt x="2456053" y="630301"/>
                  </a:lnTo>
                  <a:lnTo>
                    <a:pt x="2446135" y="679420"/>
                  </a:lnTo>
                  <a:lnTo>
                    <a:pt x="2419096" y="719502"/>
                  </a:lnTo>
                  <a:lnTo>
                    <a:pt x="2379007" y="746511"/>
                  </a:lnTo>
                  <a:lnTo>
                    <a:pt x="2329941" y="756412"/>
                  </a:lnTo>
                  <a:lnTo>
                    <a:pt x="125983" y="756412"/>
                  </a:lnTo>
                  <a:close/>
                </a:path>
              </a:pathLst>
            </a:custGeom>
            <a:ln w="19050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81993" y="5748146"/>
              <a:ext cx="1833676" cy="665226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12275184" y="6428485"/>
              <a:ext cx="86360" cy="263525"/>
            </a:xfrm>
            <a:custGeom>
              <a:avLst/>
              <a:gdLst/>
              <a:ahLst/>
              <a:cxnLst/>
              <a:rect l="l" t="t" r="r" b="b"/>
              <a:pathLst>
                <a:path w="86359" h="263525">
                  <a:moveTo>
                    <a:pt x="41317" y="188404"/>
                  </a:moveTo>
                  <a:lnTo>
                    <a:pt x="31357" y="190986"/>
                  </a:lnTo>
                  <a:lnTo>
                    <a:pt x="19716" y="199786"/>
                  </a:lnTo>
                  <a:lnTo>
                    <a:pt x="12219" y="212326"/>
                  </a:lnTo>
                  <a:lnTo>
                    <a:pt x="10033" y="227329"/>
                  </a:lnTo>
                  <a:lnTo>
                    <a:pt x="13765" y="241946"/>
                  </a:lnTo>
                  <a:lnTo>
                    <a:pt x="22558" y="253587"/>
                  </a:lnTo>
                  <a:lnTo>
                    <a:pt x="35089" y="261084"/>
                  </a:lnTo>
                  <a:lnTo>
                    <a:pt x="50038" y="263271"/>
                  </a:lnTo>
                  <a:lnTo>
                    <a:pt x="64728" y="259484"/>
                  </a:lnTo>
                  <a:lnTo>
                    <a:pt x="76406" y="250698"/>
                  </a:lnTo>
                  <a:lnTo>
                    <a:pt x="83917" y="238196"/>
                  </a:lnTo>
                  <a:lnTo>
                    <a:pt x="85770" y="225551"/>
                  </a:lnTo>
                  <a:lnTo>
                    <a:pt x="43307" y="225551"/>
                  </a:lnTo>
                  <a:lnTo>
                    <a:pt x="41455" y="190986"/>
                  </a:lnTo>
                  <a:lnTo>
                    <a:pt x="41370" y="189386"/>
                  </a:lnTo>
                  <a:lnTo>
                    <a:pt x="41317" y="188404"/>
                  </a:lnTo>
                  <a:close/>
                </a:path>
                <a:path w="86359" h="263525">
                  <a:moveTo>
                    <a:pt x="45974" y="187198"/>
                  </a:moveTo>
                  <a:lnTo>
                    <a:pt x="41317" y="188404"/>
                  </a:lnTo>
                  <a:lnTo>
                    <a:pt x="43184" y="223265"/>
                  </a:lnTo>
                  <a:lnTo>
                    <a:pt x="43307" y="225551"/>
                  </a:lnTo>
                  <a:lnTo>
                    <a:pt x="52832" y="225043"/>
                  </a:lnTo>
                  <a:lnTo>
                    <a:pt x="51007" y="190986"/>
                  </a:lnTo>
                  <a:lnTo>
                    <a:pt x="50922" y="189386"/>
                  </a:lnTo>
                  <a:lnTo>
                    <a:pt x="50843" y="187908"/>
                  </a:lnTo>
                  <a:lnTo>
                    <a:pt x="45974" y="187198"/>
                  </a:lnTo>
                  <a:close/>
                </a:path>
                <a:path w="86359" h="263525">
                  <a:moveTo>
                    <a:pt x="50843" y="187908"/>
                  </a:moveTo>
                  <a:lnTo>
                    <a:pt x="52736" y="223265"/>
                  </a:lnTo>
                  <a:lnTo>
                    <a:pt x="52832" y="225043"/>
                  </a:lnTo>
                  <a:lnTo>
                    <a:pt x="43307" y="225551"/>
                  </a:lnTo>
                  <a:lnTo>
                    <a:pt x="85770" y="225551"/>
                  </a:lnTo>
                  <a:lnTo>
                    <a:pt x="86106" y="223265"/>
                  </a:lnTo>
                  <a:lnTo>
                    <a:pt x="82317" y="208575"/>
                  </a:lnTo>
                  <a:lnTo>
                    <a:pt x="73517" y="196897"/>
                  </a:lnTo>
                  <a:lnTo>
                    <a:pt x="60977" y="189386"/>
                  </a:lnTo>
                  <a:lnTo>
                    <a:pt x="50843" y="187908"/>
                  </a:lnTo>
                  <a:close/>
                </a:path>
                <a:path w="86359" h="263525">
                  <a:moveTo>
                    <a:pt x="44787" y="74839"/>
                  </a:moveTo>
                  <a:lnTo>
                    <a:pt x="40005" y="76073"/>
                  </a:lnTo>
                  <a:lnTo>
                    <a:pt x="35301" y="76073"/>
                  </a:lnTo>
                  <a:lnTo>
                    <a:pt x="41252" y="187198"/>
                  </a:lnTo>
                  <a:lnTo>
                    <a:pt x="41317" y="188404"/>
                  </a:lnTo>
                  <a:lnTo>
                    <a:pt x="45974" y="187198"/>
                  </a:lnTo>
                  <a:lnTo>
                    <a:pt x="50804" y="187198"/>
                  </a:lnTo>
                  <a:lnTo>
                    <a:pt x="44853" y="76073"/>
                  </a:lnTo>
                  <a:lnTo>
                    <a:pt x="40005" y="76073"/>
                  </a:lnTo>
                  <a:lnTo>
                    <a:pt x="35263" y="75378"/>
                  </a:lnTo>
                  <a:lnTo>
                    <a:pt x="44816" y="75378"/>
                  </a:lnTo>
                  <a:lnTo>
                    <a:pt x="44787" y="74839"/>
                  </a:lnTo>
                  <a:close/>
                </a:path>
                <a:path w="86359" h="263525">
                  <a:moveTo>
                    <a:pt x="50804" y="187198"/>
                  </a:moveTo>
                  <a:lnTo>
                    <a:pt x="45974" y="187198"/>
                  </a:lnTo>
                  <a:lnTo>
                    <a:pt x="50843" y="187908"/>
                  </a:lnTo>
                  <a:lnTo>
                    <a:pt x="50804" y="187198"/>
                  </a:lnTo>
                  <a:close/>
                </a:path>
                <a:path w="86359" h="263525">
                  <a:moveTo>
                    <a:pt x="42799" y="37718"/>
                  </a:moveTo>
                  <a:lnTo>
                    <a:pt x="33274" y="38226"/>
                  </a:lnTo>
                  <a:lnTo>
                    <a:pt x="35098" y="72284"/>
                  </a:lnTo>
                  <a:lnTo>
                    <a:pt x="35183" y="73884"/>
                  </a:lnTo>
                  <a:lnTo>
                    <a:pt x="35263" y="75378"/>
                  </a:lnTo>
                  <a:lnTo>
                    <a:pt x="40005" y="76073"/>
                  </a:lnTo>
                  <a:lnTo>
                    <a:pt x="44787" y="74839"/>
                  </a:lnTo>
                  <a:lnTo>
                    <a:pt x="42921" y="40004"/>
                  </a:lnTo>
                  <a:lnTo>
                    <a:pt x="42799" y="37718"/>
                  </a:lnTo>
                  <a:close/>
                </a:path>
                <a:path w="86359" h="263525">
                  <a:moveTo>
                    <a:pt x="35941" y="0"/>
                  </a:moveTo>
                  <a:lnTo>
                    <a:pt x="21324" y="3732"/>
                  </a:lnTo>
                  <a:lnTo>
                    <a:pt x="9683" y="12525"/>
                  </a:lnTo>
                  <a:lnTo>
                    <a:pt x="2186" y="25056"/>
                  </a:lnTo>
                  <a:lnTo>
                    <a:pt x="0" y="40004"/>
                  </a:lnTo>
                  <a:lnTo>
                    <a:pt x="3732" y="54695"/>
                  </a:lnTo>
                  <a:lnTo>
                    <a:pt x="12525" y="66373"/>
                  </a:lnTo>
                  <a:lnTo>
                    <a:pt x="25056" y="73884"/>
                  </a:lnTo>
                  <a:lnTo>
                    <a:pt x="35263" y="75378"/>
                  </a:lnTo>
                  <a:lnTo>
                    <a:pt x="33369" y="40004"/>
                  </a:lnTo>
                  <a:lnTo>
                    <a:pt x="33274" y="38226"/>
                  </a:lnTo>
                  <a:lnTo>
                    <a:pt x="42799" y="37718"/>
                  </a:lnTo>
                  <a:lnTo>
                    <a:pt x="75813" y="37718"/>
                  </a:lnTo>
                  <a:lnTo>
                    <a:pt x="76073" y="35940"/>
                  </a:lnTo>
                  <a:lnTo>
                    <a:pt x="72284" y="21324"/>
                  </a:lnTo>
                  <a:lnTo>
                    <a:pt x="63484" y="9683"/>
                  </a:lnTo>
                  <a:lnTo>
                    <a:pt x="50944" y="2186"/>
                  </a:lnTo>
                  <a:lnTo>
                    <a:pt x="35941" y="0"/>
                  </a:lnTo>
                  <a:close/>
                </a:path>
                <a:path w="86359" h="263525">
                  <a:moveTo>
                    <a:pt x="75813" y="37718"/>
                  </a:moveTo>
                  <a:lnTo>
                    <a:pt x="42799" y="37718"/>
                  </a:lnTo>
                  <a:lnTo>
                    <a:pt x="44650" y="72284"/>
                  </a:lnTo>
                  <a:lnTo>
                    <a:pt x="44735" y="73884"/>
                  </a:lnTo>
                  <a:lnTo>
                    <a:pt x="75739" y="38226"/>
                  </a:lnTo>
                  <a:lnTo>
                    <a:pt x="75813" y="3771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11632438" y="7947405"/>
            <a:ext cx="126873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14755" algn="l"/>
              </a:tabLst>
            </a:pPr>
            <a:r>
              <a:rPr dirty="0" sz="1450" spc="-50">
                <a:latin typeface="Malgun Gothic"/>
                <a:cs typeface="Malgun Gothic"/>
              </a:rPr>
              <a:t>.</a:t>
            </a:r>
            <a:r>
              <a:rPr dirty="0" sz="1450">
                <a:latin typeface="Malgun Gothic"/>
                <a:cs typeface="Malgun Gothic"/>
              </a:rPr>
              <a:t>	</a:t>
            </a: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11632438" y="8072373"/>
            <a:ext cx="126873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14755" algn="l"/>
              </a:tabLst>
            </a:pPr>
            <a:r>
              <a:rPr dirty="0" sz="1450" spc="-50">
                <a:latin typeface="Malgun Gothic"/>
                <a:cs typeface="Malgun Gothic"/>
              </a:rPr>
              <a:t>.</a:t>
            </a:r>
            <a:r>
              <a:rPr dirty="0" sz="1450">
                <a:latin typeface="Malgun Gothic"/>
                <a:cs typeface="Malgun Gothic"/>
              </a:rPr>
              <a:t>	</a:t>
            </a: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11632438" y="8197342"/>
            <a:ext cx="126873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14755" algn="l"/>
              </a:tabLst>
            </a:pPr>
            <a:r>
              <a:rPr dirty="0" sz="1450" spc="-50">
                <a:latin typeface="Malgun Gothic"/>
                <a:cs typeface="Malgun Gothic"/>
              </a:rPr>
              <a:t>.</a:t>
            </a:r>
            <a:r>
              <a:rPr dirty="0" sz="1450">
                <a:latin typeface="Malgun Gothic"/>
                <a:cs typeface="Malgun Gothic"/>
              </a:rPr>
              <a:t>	</a:t>
            </a:r>
            <a:r>
              <a:rPr dirty="0" sz="1450" spc="-50">
                <a:latin typeface="Malgun Gothic"/>
                <a:cs typeface="Malgun Gothic"/>
              </a:rPr>
              <a:t>.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95" name="object 95" descr=""/>
          <p:cNvSpPr/>
          <p:nvPr/>
        </p:nvSpPr>
        <p:spPr>
          <a:xfrm>
            <a:off x="11200892" y="7697216"/>
            <a:ext cx="991235" cy="314325"/>
          </a:xfrm>
          <a:custGeom>
            <a:avLst/>
            <a:gdLst/>
            <a:ahLst/>
            <a:cxnLst/>
            <a:rect l="l" t="t" r="r" b="b"/>
            <a:pathLst>
              <a:path w="991234" h="314325">
                <a:moveTo>
                  <a:pt x="0" y="52323"/>
                </a:moveTo>
                <a:lnTo>
                  <a:pt x="4103" y="31986"/>
                </a:lnTo>
                <a:lnTo>
                  <a:pt x="15303" y="15351"/>
                </a:lnTo>
                <a:lnTo>
                  <a:pt x="31932" y="4121"/>
                </a:lnTo>
                <a:lnTo>
                  <a:pt x="52324" y="0"/>
                </a:lnTo>
                <a:lnTo>
                  <a:pt x="938402" y="0"/>
                </a:lnTo>
                <a:lnTo>
                  <a:pt x="958794" y="4121"/>
                </a:lnTo>
                <a:lnTo>
                  <a:pt x="975423" y="15351"/>
                </a:lnTo>
                <a:lnTo>
                  <a:pt x="986623" y="31986"/>
                </a:lnTo>
                <a:lnTo>
                  <a:pt x="990726" y="52323"/>
                </a:lnTo>
                <a:lnTo>
                  <a:pt x="990726" y="261492"/>
                </a:lnTo>
                <a:lnTo>
                  <a:pt x="986623" y="281830"/>
                </a:lnTo>
                <a:lnTo>
                  <a:pt x="975423" y="298465"/>
                </a:lnTo>
                <a:lnTo>
                  <a:pt x="958794" y="309695"/>
                </a:lnTo>
                <a:lnTo>
                  <a:pt x="938402" y="313816"/>
                </a:lnTo>
                <a:lnTo>
                  <a:pt x="52324" y="313816"/>
                </a:lnTo>
                <a:lnTo>
                  <a:pt x="31932" y="309695"/>
                </a:lnTo>
                <a:lnTo>
                  <a:pt x="15303" y="298465"/>
                </a:lnTo>
                <a:lnTo>
                  <a:pt x="4103" y="281830"/>
                </a:lnTo>
                <a:lnTo>
                  <a:pt x="0" y="261492"/>
                </a:lnTo>
                <a:lnTo>
                  <a:pt x="0" y="52323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 txBox="1"/>
          <p:nvPr/>
        </p:nvSpPr>
        <p:spPr>
          <a:xfrm>
            <a:off x="11415141" y="7737475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97" name="object 97" descr=""/>
          <p:cNvSpPr/>
          <p:nvPr/>
        </p:nvSpPr>
        <p:spPr>
          <a:xfrm>
            <a:off x="12427077" y="7687564"/>
            <a:ext cx="991235" cy="313690"/>
          </a:xfrm>
          <a:custGeom>
            <a:avLst/>
            <a:gdLst/>
            <a:ahLst/>
            <a:cxnLst/>
            <a:rect l="l" t="t" r="r" b="b"/>
            <a:pathLst>
              <a:path w="991234" h="313690">
                <a:moveTo>
                  <a:pt x="0" y="52197"/>
                </a:moveTo>
                <a:lnTo>
                  <a:pt x="4101" y="31878"/>
                </a:lnTo>
                <a:lnTo>
                  <a:pt x="15287" y="15287"/>
                </a:lnTo>
                <a:lnTo>
                  <a:pt x="31878" y="4101"/>
                </a:lnTo>
                <a:lnTo>
                  <a:pt x="52197" y="0"/>
                </a:lnTo>
                <a:lnTo>
                  <a:pt x="938403" y="0"/>
                </a:lnTo>
                <a:lnTo>
                  <a:pt x="958740" y="4101"/>
                </a:lnTo>
                <a:lnTo>
                  <a:pt x="975375" y="15287"/>
                </a:lnTo>
                <a:lnTo>
                  <a:pt x="986605" y="31878"/>
                </a:lnTo>
                <a:lnTo>
                  <a:pt x="990726" y="52197"/>
                </a:lnTo>
                <a:lnTo>
                  <a:pt x="990726" y="261366"/>
                </a:lnTo>
                <a:lnTo>
                  <a:pt x="986605" y="281757"/>
                </a:lnTo>
                <a:lnTo>
                  <a:pt x="975375" y="298386"/>
                </a:lnTo>
                <a:lnTo>
                  <a:pt x="958740" y="309586"/>
                </a:lnTo>
                <a:lnTo>
                  <a:pt x="938403" y="313690"/>
                </a:lnTo>
                <a:lnTo>
                  <a:pt x="52197" y="313690"/>
                </a:lnTo>
                <a:lnTo>
                  <a:pt x="31878" y="309586"/>
                </a:lnTo>
                <a:lnTo>
                  <a:pt x="15287" y="298386"/>
                </a:lnTo>
                <a:lnTo>
                  <a:pt x="4101" y="281757"/>
                </a:lnTo>
                <a:lnTo>
                  <a:pt x="0" y="261366"/>
                </a:lnTo>
                <a:lnTo>
                  <a:pt x="0" y="52197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12641326" y="7727695"/>
            <a:ext cx="56197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Broker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99" name="object 99" descr=""/>
          <p:cNvSpPr/>
          <p:nvPr/>
        </p:nvSpPr>
        <p:spPr>
          <a:xfrm>
            <a:off x="10883010" y="8817102"/>
            <a:ext cx="1329690" cy="389255"/>
          </a:xfrm>
          <a:custGeom>
            <a:avLst/>
            <a:gdLst/>
            <a:ahLst/>
            <a:cxnLst/>
            <a:rect l="l" t="t" r="r" b="b"/>
            <a:pathLst>
              <a:path w="1329690" h="389254">
                <a:moveTo>
                  <a:pt x="0" y="64897"/>
                </a:moveTo>
                <a:lnTo>
                  <a:pt x="5103" y="39647"/>
                </a:lnTo>
                <a:lnTo>
                  <a:pt x="19018" y="19018"/>
                </a:lnTo>
                <a:lnTo>
                  <a:pt x="39647" y="5103"/>
                </a:lnTo>
                <a:lnTo>
                  <a:pt x="64897" y="0"/>
                </a:lnTo>
                <a:lnTo>
                  <a:pt x="1264285" y="0"/>
                </a:lnTo>
                <a:lnTo>
                  <a:pt x="1289534" y="5103"/>
                </a:lnTo>
                <a:lnTo>
                  <a:pt x="1310163" y="19018"/>
                </a:lnTo>
                <a:lnTo>
                  <a:pt x="1324078" y="39647"/>
                </a:lnTo>
                <a:lnTo>
                  <a:pt x="1329182" y="64897"/>
                </a:lnTo>
                <a:lnTo>
                  <a:pt x="1329182" y="324319"/>
                </a:lnTo>
                <a:lnTo>
                  <a:pt x="1324078" y="349561"/>
                </a:lnTo>
                <a:lnTo>
                  <a:pt x="1310163" y="370173"/>
                </a:lnTo>
                <a:lnTo>
                  <a:pt x="1289534" y="384070"/>
                </a:lnTo>
                <a:lnTo>
                  <a:pt x="1264285" y="389166"/>
                </a:lnTo>
                <a:lnTo>
                  <a:pt x="64897" y="389166"/>
                </a:lnTo>
                <a:lnTo>
                  <a:pt x="39647" y="384070"/>
                </a:lnTo>
                <a:lnTo>
                  <a:pt x="19018" y="370173"/>
                </a:lnTo>
                <a:lnTo>
                  <a:pt x="5103" y="349561"/>
                </a:lnTo>
                <a:lnTo>
                  <a:pt x="0" y="324319"/>
                </a:lnTo>
                <a:lnTo>
                  <a:pt x="0" y="64897"/>
                </a:lnTo>
                <a:close/>
              </a:path>
            </a:pathLst>
          </a:custGeom>
          <a:ln w="15875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 txBox="1"/>
          <p:nvPr/>
        </p:nvSpPr>
        <p:spPr>
          <a:xfrm>
            <a:off x="11125961" y="8895080"/>
            <a:ext cx="84518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10" b="1">
                <a:solidFill>
                  <a:srgbClr val="221F1F"/>
                </a:solidFill>
                <a:latin typeface="Malgun Gothic"/>
                <a:cs typeface="Malgun Gothic"/>
              </a:rPr>
              <a:t>Replicator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01" name="object 101" descr=""/>
          <p:cNvGrpSpPr/>
          <p:nvPr/>
        </p:nvGrpSpPr>
        <p:grpSpPr>
          <a:xfrm>
            <a:off x="4535932" y="3127320"/>
            <a:ext cx="9084310" cy="5922645"/>
            <a:chOff x="4535932" y="3127320"/>
            <a:chExt cx="9084310" cy="5922645"/>
          </a:xfrm>
        </p:grpSpPr>
        <p:sp>
          <p:nvSpPr>
            <p:cNvPr id="102" name="object 102" descr=""/>
            <p:cNvSpPr/>
            <p:nvPr/>
          </p:nvSpPr>
          <p:spPr>
            <a:xfrm>
              <a:off x="4535932" y="6078600"/>
              <a:ext cx="6385560" cy="2971800"/>
            </a:xfrm>
            <a:custGeom>
              <a:avLst/>
              <a:gdLst/>
              <a:ahLst/>
              <a:cxnLst/>
              <a:rect l="l" t="t" r="r" b="b"/>
              <a:pathLst>
                <a:path w="6385559" h="2971800">
                  <a:moveTo>
                    <a:pt x="1299337" y="2350262"/>
                  </a:moveTo>
                  <a:lnTo>
                    <a:pt x="1276019" y="2315159"/>
                  </a:lnTo>
                  <a:lnTo>
                    <a:pt x="1261237" y="2312162"/>
                  </a:lnTo>
                  <a:lnTo>
                    <a:pt x="1246378" y="2315159"/>
                  </a:lnTo>
                  <a:lnTo>
                    <a:pt x="1234274" y="2323312"/>
                  </a:lnTo>
                  <a:lnTo>
                    <a:pt x="1226121" y="2335415"/>
                  </a:lnTo>
                  <a:lnTo>
                    <a:pt x="1224102" y="2345436"/>
                  </a:lnTo>
                  <a:lnTo>
                    <a:pt x="42799" y="2345436"/>
                  </a:lnTo>
                  <a:lnTo>
                    <a:pt x="42799" y="1834388"/>
                  </a:lnTo>
                  <a:lnTo>
                    <a:pt x="42799" y="1833435"/>
                  </a:lnTo>
                  <a:lnTo>
                    <a:pt x="52882" y="1831390"/>
                  </a:lnTo>
                  <a:lnTo>
                    <a:pt x="64998" y="1823199"/>
                  </a:lnTo>
                  <a:lnTo>
                    <a:pt x="73190" y="1811083"/>
                  </a:lnTo>
                  <a:lnTo>
                    <a:pt x="76200" y="1796288"/>
                  </a:lnTo>
                  <a:lnTo>
                    <a:pt x="73190" y="1781441"/>
                  </a:lnTo>
                  <a:lnTo>
                    <a:pt x="64998" y="1769338"/>
                  </a:lnTo>
                  <a:lnTo>
                    <a:pt x="52882" y="1761185"/>
                  </a:lnTo>
                  <a:lnTo>
                    <a:pt x="38100" y="1758188"/>
                  </a:lnTo>
                  <a:lnTo>
                    <a:pt x="23241" y="1761185"/>
                  </a:lnTo>
                  <a:lnTo>
                    <a:pt x="11137" y="1769338"/>
                  </a:lnTo>
                  <a:lnTo>
                    <a:pt x="2984" y="1781441"/>
                  </a:lnTo>
                  <a:lnTo>
                    <a:pt x="0" y="1796288"/>
                  </a:lnTo>
                  <a:lnTo>
                    <a:pt x="2984" y="1811083"/>
                  </a:lnTo>
                  <a:lnTo>
                    <a:pt x="11137" y="1823199"/>
                  </a:lnTo>
                  <a:lnTo>
                    <a:pt x="23241" y="1831390"/>
                  </a:lnTo>
                  <a:lnTo>
                    <a:pt x="33375" y="1833435"/>
                  </a:lnTo>
                  <a:lnTo>
                    <a:pt x="33274" y="2352802"/>
                  </a:lnTo>
                  <a:lnTo>
                    <a:pt x="35433" y="2354961"/>
                  </a:lnTo>
                  <a:lnTo>
                    <a:pt x="1224076" y="2354961"/>
                  </a:lnTo>
                  <a:lnTo>
                    <a:pt x="1226121" y="2365057"/>
                  </a:lnTo>
                  <a:lnTo>
                    <a:pt x="1234274" y="2377173"/>
                  </a:lnTo>
                  <a:lnTo>
                    <a:pt x="1246378" y="2385364"/>
                  </a:lnTo>
                  <a:lnTo>
                    <a:pt x="1261237" y="2388362"/>
                  </a:lnTo>
                  <a:lnTo>
                    <a:pt x="1276019" y="2385364"/>
                  </a:lnTo>
                  <a:lnTo>
                    <a:pt x="1288135" y="2377173"/>
                  </a:lnTo>
                  <a:lnTo>
                    <a:pt x="1296327" y="2365057"/>
                  </a:lnTo>
                  <a:lnTo>
                    <a:pt x="1298371" y="2354961"/>
                  </a:lnTo>
                  <a:lnTo>
                    <a:pt x="1299337" y="2350262"/>
                  </a:lnTo>
                  <a:close/>
                </a:path>
                <a:path w="6385559" h="2971800">
                  <a:moveTo>
                    <a:pt x="2664968" y="38100"/>
                  </a:moveTo>
                  <a:lnTo>
                    <a:pt x="2661970" y="23253"/>
                  </a:lnTo>
                  <a:lnTo>
                    <a:pt x="2653817" y="11150"/>
                  </a:lnTo>
                  <a:lnTo>
                    <a:pt x="2641714" y="2997"/>
                  </a:lnTo>
                  <a:lnTo>
                    <a:pt x="2626868" y="0"/>
                  </a:lnTo>
                  <a:lnTo>
                    <a:pt x="2612072" y="2997"/>
                  </a:lnTo>
                  <a:lnTo>
                    <a:pt x="2599956" y="11150"/>
                  </a:lnTo>
                  <a:lnTo>
                    <a:pt x="2591765" y="23253"/>
                  </a:lnTo>
                  <a:lnTo>
                    <a:pt x="2588768" y="38100"/>
                  </a:lnTo>
                  <a:lnTo>
                    <a:pt x="2591765" y="52959"/>
                  </a:lnTo>
                  <a:lnTo>
                    <a:pt x="2599956" y="65062"/>
                  </a:lnTo>
                  <a:lnTo>
                    <a:pt x="2612072" y="73215"/>
                  </a:lnTo>
                  <a:lnTo>
                    <a:pt x="2622169" y="75260"/>
                  </a:lnTo>
                  <a:lnTo>
                    <a:pt x="2622169" y="818134"/>
                  </a:lnTo>
                  <a:lnTo>
                    <a:pt x="35433" y="818134"/>
                  </a:lnTo>
                  <a:lnTo>
                    <a:pt x="33274" y="820166"/>
                  </a:lnTo>
                  <a:lnTo>
                    <a:pt x="33274" y="1370037"/>
                  </a:lnTo>
                  <a:lnTo>
                    <a:pt x="23241" y="1372057"/>
                  </a:lnTo>
                  <a:lnTo>
                    <a:pt x="11137" y="1380210"/>
                  </a:lnTo>
                  <a:lnTo>
                    <a:pt x="2984" y="1392313"/>
                  </a:lnTo>
                  <a:lnTo>
                    <a:pt x="0" y="1407160"/>
                  </a:lnTo>
                  <a:lnTo>
                    <a:pt x="2984" y="1421955"/>
                  </a:lnTo>
                  <a:lnTo>
                    <a:pt x="11137" y="1434071"/>
                  </a:lnTo>
                  <a:lnTo>
                    <a:pt x="23241" y="1442262"/>
                  </a:lnTo>
                  <a:lnTo>
                    <a:pt x="38100" y="1445260"/>
                  </a:lnTo>
                  <a:lnTo>
                    <a:pt x="52882" y="1442262"/>
                  </a:lnTo>
                  <a:lnTo>
                    <a:pt x="64998" y="1434071"/>
                  </a:lnTo>
                  <a:lnTo>
                    <a:pt x="73190" y="1421955"/>
                  </a:lnTo>
                  <a:lnTo>
                    <a:pt x="76200" y="1407160"/>
                  </a:lnTo>
                  <a:lnTo>
                    <a:pt x="73190" y="1392313"/>
                  </a:lnTo>
                  <a:lnTo>
                    <a:pt x="64998" y="1380210"/>
                  </a:lnTo>
                  <a:lnTo>
                    <a:pt x="52882" y="1372057"/>
                  </a:lnTo>
                  <a:lnTo>
                    <a:pt x="42900" y="1370037"/>
                  </a:lnTo>
                  <a:lnTo>
                    <a:pt x="42799" y="1407160"/>
                  </a:lnTo>
                  <a:lnTo>
                    <a:pt x="42799" y="1370037"/>
                  </a:lnTo>
                  <a:lnTo>
                    <a:pt x="38100" y="1369060"/>
                  </a:lnTo>
                  <a:lnTo>
                    <a:pt x="42900" y="1370037"/>
                  </a:lnTo>
                  <a:lnTo>
                    <a:pt x="42799" y="1369060"/>
                  </a:lnTo>
                  <a:lnTo>
                    <a:pt x="42799" y="827659"/>
                  </a:lnTo>
                  <a:lnTo>
                    <a:pt x="2629535" y="827659"/>
                  </a:lnTo>
                  <a:lnTo>
                    <a:pt x="2631694" y="825500"/>
                  </a:lnTo>
                  <a:lnTo>
                    <a:pt x="2631694" y="818134"/>
                  </a:lnTo>
                  <a:lnTo>
                    <a:pt x="2631694" y="76200"/>
                  </a:lnTo>
                  <a:lnTo>
                    <a:pt x="2631694" y="75260"/>
                  </a:lnTo>
                  <a:lnTo>
                    <a:pt x="2626868" y="76200"/>
                  </a:lnTo>
                  <a:lnTo>
                    <a:pt x="2631579" y="75260"/>
                  </a:lnTo>
                  <a:lnTo>
                    <a:pt x="2631694" y="38100"/>
                  </a:lnTo>
                  <a:lnTo>
                    <a:pt x="2631694" y="75260"/>
                  </a:lnTo>
                  <a:lnTo>
                    <a:pt x="2641714" y="73215"/>
                  </a:lnTo>
                  <a:lnTo>
                    <a:pt x="2653817" y="65062"/>
                  </a:lnTo>
                  <a:lnTo>
                    <a:pt x="2661970" y="52959"/>
                  </a:lnTo>
                  <a:lnTo>
                    <a:pt x="2664968" y="38100"/>
                  </a:lnTo>
                  <a:close/>
                </a:path>
                <a:path w="6385559" h="2971800">
                  <a:moveTo>
                    <a:pt x="6385179" y="2933065"/>
                  </a:moveTo>
                  <a:lnTo>
                    <a:pt x="6361925" y="2897975"/>
                  </a:lnTo>
                  <a:lnTo>
                    <a:pt x="6347079" y="2894965"/>
                  </a:lnTo>
                  <a:lnTo>
                    <a:pt x="6332283" y="2897975"/>
                  </a:lnTo>
                  <a:lnTo>
                    <a:pt x="6320168" y="2906166"/>
                  </a:lnTo>
                  <a:lnTo>
                    <a:pt x="6311976" y="2918282"/>
                  </a:lnTo>
                  <a:lnTo>
                    <a:pt x="6309931" y="2928366"/>
                  </a:lnTo>
                  <a:lnTo>
                    <a:pt x="5197729" y="2928366"/>
                  </a:lnTo>
                  <a:lnTo>
                    <a:pt x="5197729" y="2624963"/>
                  </a:lnTo>
                  <a:lnTo>
                    <a:pt x="5197729" y="2620137"/>
                  </a:lnTo>
                  <a:lnTo>
                    <a:pt x="5197729" y="2617597"/>
                  </a:lnTo>
                  <a:lnTo>
                    <a:pt x="5195570" y="2615438"/>
                  </a:lnTo>
                  <a:lnTo>
                    <a:pt x="4075874" y="2615438"/>
                  </a:lnTo>
                  <a:lnTo>
                    <a:pt x="4073829" y="2605354"/>
                  </a:lnTo>
                  <a:lnTo>
                    <a:pt x="4065676" y="2593238"/>
                  </a:lnTo>
                  <a:lnTo>
                    <a:pt x="4053573" y="2585047"/>
                  </a:lnTo>
                  <a:lnTo>
                    <a:pt x="4038727" y="2582037"/>
                  </a:lnTo>
                  <a:lnTo>
                    <a:pt x="4023931" y="2585047"/>
                  </a:lnTo>
                  <a:lnTo>
                    <a:pt x="4011815" y="2593238"/>
                  </a:lnTo>
                  <a:lnTo>
                    <a:pt x="4003624" y="2605354"/>
                  </a:lnTo>
                  <a:lnTo>
                    <a:pt x="4000627" y="2620137"/>
                  </a:lnTo>
                  <a:lnTo>
                    <a:pt x="4003624" y="2634996"/>
                  </a:lnTo>
                  <a:lnTo>
                    <a:pt x="4011815" y="2647099"/>
                  </a:lnTo>
                  <a:lnTo>
                    <a:pt x="4023931" y="2655252"/>
                  </a:lnTo>
                  <a:lnTo>
                    <a:pt x="4038727" y="2658237"/>
                  </a:lnTo>
                  <a:lnTo>
                    <a:pt x="4053573" y="2655252"/>
                  </a:lnTo>
                  <a:lnTo>
                    <a:pt x="4065676" y="2647099"/>
                  </a:lnTo>
                  <a:lnTo>
                    <a:pt x="4073829" y="2634996"/>
                  </a:lnTo>
                  <a:lnTo>
                    <a:pt x="4075849" y="2624963"/>
                  </a:lnTo>
                  <a:lnTo>
                    <a:pt x="5188204" y="2624963"/>
                  </a:lnTo>
                  <a:lnTo>
                    <a:pt x="5188204" y="2935732"/>
                  </a:lnTo>
                  <a:lnTo>
                    <a:pt x="5190363" y="2937891"/>
                  </a:lnTo>
                  <a:lnTo>
                    <a:pt x="6309944" y="2937891"/>
                  </a:lnTo>
                  <a:lnTo>
                    <a:pt x="6311976" y="2947936"/>
                  </a:lnTo>
                  <a:lnTo>
                    <a:pt x="6320168" y="2960052"/>
                  </a:lnTo>
                  <a:lnTo>
                    <a:pt x="6332283" y="2968231"/>
                  </a:lnTo>
                  <a:lnTo>
                    <a:pt x="6347079" y="2971215"/>
                  </a:lnTo>
                  <a:lnTo>
                    <a:pt x="6361925" y="2968231"/>
                  </a:lnTo>
                  <a:lnTo>
                    <a:pt x="6374028" y="2960052"/>
                  </a:lnTo>
                  <a:lnTo>
                    <a:pt x="6382182" y="2947936"/>
                  </a:lnTo>
                  <a:lnTo>
                    <a:pt x="6384201" y="2937891"/>
                  </a:lnTo>
                  <a:lnTo>
                    <a:pt x="6385179" y="2933065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98190" y="3127320"/>
              <a:ext cx="2687568" cy="483151"/>
            </a:xfrm>
            <a:prstGeom prst="rect">
              <a:avLst/>
            </a:prstGeom>
          </p:spPr>
        </p:pic>
        <p:pic>
          <p:nvPicPr>
            <p:cNvPr id="104" name="object 10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90439" y="3469043"/>
              <a:ext cx="885723" cy="1042758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04281" y="6915962"/>
              <a:ext cx="2697099" cy="512140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06060" y="7277138"/>
              <a:ext cx="885723" cy="1042631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932292" y="6937193"/>
              <a:ext cx="2687568" cy="483151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424541" y="7279043"/>
              <a:ext cx="885723" cy="1042758"/>
            </a:xfrm>
            <a:prstGeom prst="rect">
              <a:avLst/>
            </a:prstGeom>
          </p:spPr>
        </p:pic>
      </p:grpSp>
      <p:grpSp>
        <p:nvGrpSpPr>
          <p:cNvPr id="109" name="object 109" descr=""/>
          <p:cNvGrpSpPr/>
          <p:nvPr/>
        </p:nvGrpSpPr>
        <p:grpSpPr>
          <a:xfrm>
            <a:off x="14137702" y="5652071"/>
            <a:ext cx="1333500" cy="3695700"/>
            <a:chOff x="14137702" y="5652071"/>
            <a:chExt cx="1333500" cy="3695700"/>
          </a:xfrm>
        </p:grpSpPr>
        <p:sp>
          <p:nvSpPr>
            <p:cNvPr id="110" name="object 110" descr=""/>
            <p:cNvSpPr/>
            <p:nvPr/>
          </p:nvSpPr>
          <p:spPr>
            <a:xfrm>
              <a:off x="14142465" y="5656834"/>
              <a:ext cx="1323975" cy="3686175"/>
            </a:xfrm>
            <a:custGeom>
              <a:avLst/>
              <a:gdLst/>
              <a:ahLst/>
              <a:cxnLst/>
              <a:rect l="l" t="t" r="r" b="b"/>
              <a:pathLst>
                <a:path w="1323975" h="3686175">
                  <a:moveTo>
                    <a:pt x="0" y="220599"/>
                  </a:moveTo>
                  <a:lnTo>
                    <a:pt x="4478" y="176152"/>
                  </a:lnTo>
                  <a:lnTo>
                    <a:pt x="17323" y="134748"/>
                  </a:lnTo>
                  <a:lnTo>
                    <a:pt x="37652" y="97277"/>
                  </a:lnTo>
                  <a:lnTo>
                    <a:pt x="64579" y="64627"/>
                  </a:lnTo>
                  <a:lnTo>
                    <a:pt x="97221" y="37685"/>
                  </a:lnTo>
                  <a:lnTo>
                    <a:pt x="134695" y="17341"/>
                  </a:lnTo>
                  <a:lnTo>
                    <a:pt x="176115" y="4483"/>
                  </a:lnTo>
                  <a:lnTo>
                    <a:pt x="220599" y="0"/>
                  </a:lnTo>
                  <a:lnTo>
                    <a:pt x="1102995" y="0"/>
                  </a:lnTo>
                  <a:lnTo>
                    <a:pt x="1147483" y="4483"/>
                  </a:lnTo>
                  <a:lnTo>
                    <a:pt x="1188918" y="17341"/>
                  </a:lnTo>
                  <a:lnTo>
                    <a:pt x="1226412" y="37685"/>
                  </a:lnTo>
                  <a:lnTo>
                    <a:pt x="1259077" y="64627"/>
                  </a:lnTo>
                  <a:lnTo>
                    <a:pt x="1286028" y="97277"/>
                  </a:lnTo>
                  <a:lnTo>
                    <a:pt x="1306377" y="134748"/>
                  </a:lnTo>
                  <a:lnTo>
                    <a:pt x="1319237" y="176152"/>
                  </a:lnTo>
                  <a:lnTo>
                    <a:pt x="1323721" y="220599"/>
                  </a:lnTo>
                  <a:lnTo>
                    <a:pt x="1323721" y="3465029"/>
                  </a:lnTo>
                  <a:lnTo>
                    <a:pt x="1319237" y="3509495"/>
                  </a:lnTo>
                  <a:lnTo>
                    <a:pt x="1306377" y="3550910"/>
                  </a:lnTo>
                  <a:lnTo>
                    <a:pt x="1286028" y="3588387"/>
                  </a:lnTo>
                  <a:lnTo>
                    <a:pt x="1259078" y="3621038"/>
                  </a:lnTo>
                  <a:lnTo>
                    <a:pt x="1226412" y="3647977"/>
                  </a:lnTo>
                  <a:lnTo>
                    <a:pt x="1188918" y="3668317"/>
                  </a:lnTo>
                  <a:lnTo>
                    <a:pt x="1147483" y="3681172"/>
                  </a:lnTo>
                  <a:lnTo>
                    <a:pt x="1102995" y="3685654"/>
                  </a:lnTo>
                  <a:lnTo>
                    <a:pt x="220599" y="3685654"/>
                  </a:lnTo>
                  <a:lnTo>
                    <a:pt x="176115" y="3681172"/>
                  </a:lnTo>
                  <a:lnTo>
                    <a:pt x="134695" y="3668317"/>
                  </a:lnTo>
                  <a:lnTo>
                    <a:pt x="97221" y="3647977"/>
                  </a:lnTo>
                  <a:lnTo>
                    <a:pt x="64579" y="3621038"/>
                  </a:lnTo>
                  <a:lnTo>
                    <a:pt x="37652" y="3588387"/>
                  </a:lnTo>
                  <a:lnTo>
                    <a:pt x="17323" y="3550910"/>
                  </a:lnTo>
                  <a:lnTo>
                    <a:pt x="4478" y="3509495"/>
                  </a:lnTo>
                  <a:lnTo>
                    <a:pt x="0" y="3465029"/>
                  </a:lnTo>
                  <a:lnTo>
                    <a:pt x="0" y="220599"/>
                  </a:lnTo>
                  <a:close/>
                </a:path>
              </a:pathLst>
            </a:custGeom>
            <a:ln w="9525">
              <a:solidFill>
                <a:srgbClr val="A4A4A4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749525" y="5798655"/>
              <a:ext cx="524865" cy="1321981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789659" y="7149315"/>
              <a:ext cx="465366" cy="612370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778158" y="7855220"/>
              <a:ext cx="477219" cy="584704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789659" y="8533474"/>
              <a:ext cx="465366" cy="556657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58959" y="6264197"/>
              <a:ext cx="382394" cy="59318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63404" y="6903260"/>
              <a:ext cx="382394" cy="59318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66452" y="7478316"/>
              <a:ext cx="382405" cy="59318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58959" y="8076106"/>
              <a:ext cx="382394" cy="59318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63404" y="8737140"/>
              <a:ext cx="382394" cy="59318"/>
            </a:xfrm>
            <a:prstGeom prst="rect">
              <a:avLst/>
            </a:prstGeom>
          </p:spPr>
        </p:pic>
      </p:grpSp>
      <p:sp>
        <p:nvSpPr>
          <p:cNvPr id="120" name="object 120" descr=""/>
          <p:cNvSpPr txBox="1"/>
          <p:nvPr/>
        </p:nvSpPr>
        <p:spPr>
          <a:xfrm>
            <a:off x="14323821" y="5341111"/>
            <a:ext cx="959485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10">
                <a:latin typeface="Malgun Gothic"/>
                <a:cs typeface="Malgun Gothic"/>
              </a:rPr>
              <a:t>Consumers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11087481" y="4460875"/>
            <a:ext cx="4296410" cy="544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latin typeface="Malgun Gothic"/>
                <a:cs typeface="Malgun Gothic"/>
              </a:rPr>
              <a:t>“연계</a:t>
            </a:r>
            <a:r>
              <a:rPr dirty="0" sz="1700" spc="-3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Kafka”를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 spc="-25">
                <a:latin typeface="Malgun Gothic"/>
                <a:cs typeface="Malgun Gothic"/>
              </a:rPr>
              <a:t>통해</a:t>
            </a:r>
            <a:endParaRPr sz="17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latin typeface="Malgun Gothic"/>
                <a:cs typeface="Malgun Gothic"/>
              </a:rPr>
              <a:t>메인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시스템과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내부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시스템들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간 </a:t>
            </a:r>
            <a:r>
              <a:rPr dirty="0" sz="1700" spc="-10">
                <a:latin typeface="Malgun Gothic"/>
                <a:cs typeface="Malgun Gothic"/>
              </a:rPr>
              <a:t>인터페이스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122" name="object 122" descr=""/>
          <p:cNvSpPr txBox="1"/>
          <p:nvPr/>
        </p:nvSpPr>
        <p:spPr>
          <a:xfrm>
            <a:off x="15519654" y="6839204"/>
            <a:ext cx="891540" cy="544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700" spc="-25">
                <a:latin typeface="Malgun Gothic"/>
                <a:cs typeface="Malgun Gothic"/>
              </a:rPr>
              <a:t>내부 </a:t>
            </a:r>
            <a:r>
              <a:rPr dirty="0" sz="1700" spc="-20">
                <a:latin typeface="Malgun Gothic"/>
                <a:cs typeface="Malgun Gothic"/>
              </a:rPr>
              <a:t>시스템들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123" name="object 123" descr=""/>
          <p:cNvSpPr txBox="1"/>
          <p:nvPr/>
        </p:nvSpPr>
        <p:spPr>
          <a:xfrm>
            <a:off x="8922257" y="2771902"/>
            <a:ext cx="7431405" cy="8439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78740">
              <a:lnSpc>
                <a:spcPct val="102400"/>
              </a:lnSpc>
              <a:spcBef>
                <a:spcPts val="85"/>
              </a:spcBef>
            </a:pPr>
            <a:r>
              <a:rPr dirty="0" sz="1750">
                <a:latin typeface="Malgun Gothic"/>
                <a:cs typeface="Malgun Gothic"/>
              </a:rPr>
              <a:t>L통신사</a:t>
            </a:r>
            <a:r>
              <a:rPr dirty="0" sz="1750" spc="11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OSS/BSS</a:t>
            </a:r>
            <a:r>
              <a:rPr dirty="0" sz="1750" spc="13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사례는</a:t>
            </a:r>
            <a:r>
              <a:rPr dirty="0" sz="1750" spc="12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메인</a:t>
            </a:r>
            <a:r>
              <a:rPr dirty="0" sz="1750" spc="11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시스템에</a:t>
            </a:r>
            <a:r>
              <a:rPr dirty="0" sz="1750" spc="11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이벤트</a:t>
            </a:r>
            <a:r>
              <a:rPr dirty="0" sz="1750" spc="114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기반</a:t>
            </a:r>
            <a:r>
              <a:rPr dirty="0" sz="1750" spc="110">
                <a:latin typeface="Malgun Gothic"/>
                <a:cs typeface="Malgun Gothic"/>
              </a:rPr>
              <a:t> </a:t>
            </a:r>
            <a:r>
              <a:rPr dirty="0" sz="1750" spc="-10">
                <a:latin typeface="Malgun Gothic"/>
                <a:cs typeface="Malgun Gothic"/>
              </a:rPr>
              <a:t>마이크로서비스 </a:t>
            </a:r>
            <a:r>
              <a:rPr dirty="0" sz="1750">
                <a:latin typeface="Malgun Gothic"/>
                <a:cs typeface="Malgun Gothic"/>
              </a:rPr>
              <a:t>아키텍처를</a:t>
            </a:r>
            <a:r>
              <a:rPr dirty="0" sz="1750" spc="15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도입하기</a:t>
            </a:r>
            <a:r>
              <a:rPr dirty="0" sz="1750" spc="155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위해</a:t>
            </a:r>
            <a:r>
              <a:rPr dirty="0" sz="1750" spc="16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Confluent</a:t>
            </a:r>
            <a:r>
              <a:rPr dirty="0" sz="1750" spc="165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Platform(Kafka)를</a:t>
            </a:r>
            <a:r>
              <a:rPr dirty="0" sz="1750" spc="185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적용하였고,</a:t>
            </a:r>
            <a:r>
              <a:rPr dirty="0" sz="1750" spc="145">
                <a:latin typeface="Malgun Gothic"/>
                <a:cs typeface="Malgun Gothic"/>
              </a:rPr>
              <a:t> </a:t>
            </a:r>
            <a:r>
              <a:rPr dirty="0" sz="1750" spc="-25">
                <a:latin typeface="Malgun Gothic"/>
                <a:cs typeface="Malgun Gothic"/>
              </a:rPr>
              <a:t>내부 </a:t>
            </a:r>
            <a:r>
              <a:rPr dirty="0" sz="1750">
                <a:latin typeface="Malgun Gothic"/>
                <a:cs typeface="Malgun Gothic"/>
              </a:rPr>
              <a:t>시스템과의</a:t>
            </a:r>
            <a:r>
              <a:rPr dirty="0" sz="1750" spc="155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인터페이스를</a:t>
            </a:r>
            <a:r>
              <a:rPr dirty="0" sz="1750" spc="160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위해</a:t>
            </a:r>
            <a:r>
              <a:rPr dirty="0" sz="1750" spc="155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Confluent</a:t>
            </a:r>
            <a:r>
              <a:rPr dirty="0" sz="1750" spc="165">
                <a:latin typeface="Malgun Gothic"/>
                <a:cs typeface="Malgun Gothic"/>
              </a:rPr>
              <a:t> </a:t>
            </a:r>
            <a:r>
              <a:rPr dirty="0" sz="1750">
                <a:latin typeface="Malgun Gothic"/>
                <a:cs typeface="Malgun Gothic"/>
              </a:rPr>
              <a:t>Platform을</a:t>
            </a:r>
            <a:r>
              <a:rPr dirty="0" sz="1750" spc="175">
                <a:latin typeface="Malgun Gothic"/>
                <a:cs typeface="Malgun Gothic"/>
              </a:rPr>
              <a:t> </a:t>
            </a:r>
            <a:r>
              <a:rPr dirty="0" sz="1750" spc="-10">
                <a:latin typeface="Malgun Gothic"/>
                <a:cs typeface="Malgun Gothic"/>
              </a:rPr>
              <a:t>적용하였음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3049270" y="3390392"/>
            <a:ext cx="2154555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50">
                <a:latin typeface="Malgun Gothic"/>
                <a:cs typeface="Malgun Gothic"/>
              </a:rPr>
              <a:t>A사</a:t>
            </a:r>
            <a:r>
              <a:rPr dirty="0" sz="2250" spc="40">
                <a:latin typeface="Malgun Gothic"/>
                <a:cs typeface="Malgun Gothic"/>
              </a:rPr>
              <a:t> </a:t>
            </a:r>
            <a:r>
              <a:rPr dirty="0" sz="2250">
                <a:latin typeface="Malgun Gothic"/>
                <a:cs typeface="Malgun Gothic"/>
              </a:rPr>
              <a:t>메인</a:t>
            </a:r>
            <a:r>
              <a:rPr dirty="0" sz="2250" spc="35">
                <a:latin typeface="Malgun Gothic"/>
                <a:cs typeface="Malgun Gothic"/>
              </a:rPr>
              <a:t> </a:t>
            </a:r>
            <a:r>
              <a:rPr dirty="0" sz="2250" spc="-25">
                <a:latin typeface="Malgun Gothic"/>
                <a:cs typeface="Malgun Gothic"/>
              </a:rPr>
              <a:t>시스템</a:t>
            </a:r>
            <a:endParaRPr sz="2250">
              <a:latin typeface="Malgun Gothic"/>
              <a:cs typeface="Malgun Gothic"/>
            </a:endParaRPr>
          </a:p>
        </p:txBody>
      </p:sp>
      <p:sp>
        <p:nvSpPr>
          <p:cNvPr id="125" name="object 125" descr=""/>
          <p:cNvSpPr txBox="1"/>
          <p:nvPr/>
        </p:nvSpPr>
        <p:spPr>
          <a:xfrm>
            <a:off x="3064001" y="9335516"/>
            <a:ext cx="2155190" cy="3733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50">
                <a:latin typeface="Malgun Gothic"/>
                <a:cs typeface="Malgun Gothic"/>
              </a:rPr>
              <a:t>A사</a:t>
            </a:r>
            <a:r>
              <a:rPr dirty="0" sz="2250" spc="40">
                <a:latin typeface="Malgun Gothic"/>
                <a:cs typeface="Malgun Gothic"/>
              </a:rPr>
              <a:t> </a:t>
            </a:r>
            <a:r>
              <a:rPr dirty="0" sz="2250">
                <a:latin typeface="Malgun Gothic"/>
                <a:cs typeface="Malgun Gothic"/>
              </a:rPr>
              <a:t>메인</a:t>
            </a:r>
            <a:r>
              <a:rPr dirty="0" sz="2250" spc="35">
                <a:latin typeface="Malgun Gothic"/>
                <a:cs typeface="Malgun Gothic"/>
              </a:rPr>
              <a:t> </a:t>
            </a:r>
            <a:r>
              <a:rPr dirty="0" sz="2250" spc="-25">
                <a:latin typeface="Malgun Gothic"/>
                <a:cs typeface="Malgun Gothic"/>
              </a:rPr>
              <a:t>시스템</a:t>
            </a:r>
            <a:endParaRPr sz="2250">
              <a:latin typeface="Malgun Gothic"/>
              <a:cs typeface="Malgun Gothic"/>
            </a:endParaRPr>
          </a:p>
        </p:txBody>
      </p:sp>
      <p:sp>
        <p:nvSpPr>
          <p:cNvPr id="126" name="object 126" descr=""/>
          <p:cNvSpPr txBox="1"/>
          <p:nvPr/>
        </p:nvSpPr>
        <p:spPr>
          <a:xfrm>
            <a:off x="8838692" y="9447986"/>
            <a:ext cx="410337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latin typeface="Malgun Gothic"/>
                <a:cs typeface="Malgun Gothic"/>
              </a:rPr>
              <a:t>Replicator를</a:t>
            </a:r>
            <a:r>
              <a:rPr dirty="0" sz="1700" spc="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사용하여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Confluent</a:t>
            </a:r>
            <a:r>
              <a:rPr dirty="0" sz="1700" spc="20">
                <a:latin typeface="Malgun Gothic"/>
                <a:cs typeface="Malgun Gothic"/>
              </a:rPr>
              <a:t> </a:t>
            </a:r>
            <a:r>
              <a:rPr dirty="0" sz="1700" spc="-10">
                <a:latin typeface="Malgun Gothic"/>
                <a:cs typeface="Malgun Gothic"/>
              </a:rPr>
              <a:t>Platform </a:t>
            </a:r>
            <a:r>
              <a:rPr dirty="0" sz="1700">
                <a:latin typeface="Malgun Gothic"/>
                <a:cs typeface="Malgun Gothic"/>
              </a:rPr>
              <a:t>Cluster간</a:t>
            </a:r>
            <a:r>
              <a:rPr dirty="0" sz="1700" spc="-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데이터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복제를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 spc="-25">
                <a:latin typeface="Malgun Gothic"/>
                <a:cs typeface="Malgun Gothic"/>
              </a:rPr>
              <a:t>수행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127" name="object 127"/>
          <p:cNvSpPr txBox="1">
            <a:spLocks noGrp="1"/>
          </p:cNvSpPr>
          <p:nvPr>
            <p:ph type="title"/>
          </p:nvPr>
        </p:nvSpPr>
        <p:spPr>
          <a:xfrm>
            <a:off x="788923" y="637159"/>
            <a:ext cx="87160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173360"/>
                </a:solidFill>
              </a:rPr>
              <a:t>L</a:t>
            </a:r>
            <a:r>
              <a:rPr dirty="0" sz="4000" spc="-95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통신사</a:t>
            </a:r>
            <a:r>
              <a:rPr dirty="0" sz="4000" spc="-100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(OSS/BSS)</a:t>
            </a:r>
            <a:r>
              <a:rPr dirty="0" sz="4000" spc="-90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차세대</a:t>
            </a:r>
            <a:r>
              <a:rPr dirty="0" sz="4000" spc="-85">
                <a:solidFill>
                  <a:srgbClr val="173360"/>
                </a:solidFill>
              </a:rPr>
              <a:t> </a:t>
            </a:r>
            <a:r>
              <a:rPr dirty="0" sz="4000">
                <a:solidFill>
                  <a:srgbClr val="173360"/>
                </a:solidFill>
              </a:rPr>
              <a:t>도입</a:t>
            </a:r>
            <a:r>
              <a:rPr dirty="0" sz="4000" spc="-100">
                <a:solidFill>
                  <a:srgbClr val="173360"/>
                </a:solidFill>
              </a:rPr>
              <a:t> </a:t>
            </a:r>
            <a:r>
              <a:rPr dirty="0" sz="4000" spc="-25">
                <a:solidFill>
                  <a:srgbClr val="173360"/>
                </a:solidFill>
              </a:rPr>
              <a:t>사례</a:t>
            </a:r>
            <a:endParaRPr sz="4000"/>
          </a:p>
        </p:txBody>
      </p:sp>
      <p:sp>
        <p:nvSpPr>
          <p:cNvPr id="128" name="object 128" descr=""/>
          <p:cNvSpPr txBox="1"/>
          <p:nvPr/>
        </p:nvSpPr>
        <p:spPr>
          <a:xfrm>
            <a:off x="764540" y="1464944"/>
            <a:ext cx="16111219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L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통신사는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차세대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OSS/BSS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프로젝트인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Ucube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성공적으로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오픈하여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운용중입니다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AWS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환경의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대외계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시스템과</a:t>
            </a:r>
            <a:r>
              <a:rPr dirty="0" sz="1600">
                <a:latin typeface="Arial"/>
                <a:cs typeface="Arial"/>
              </a:rPr>
              <a:t>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내부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시스템인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Core</a:t>
            </a:r>
            <a:r>
              <a:rPr dirty="0" sz="1600" spc="-10">
                <a:latin typeface="Gulim"/>
                <a:cs typeface="Gulim"/>
              </a:rPr>
              <a:t>시스템과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기존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레거시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환경과의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효율적인 </a:t>
            </a:r>
            <a:r>
              <a:rPr dirty="0" sz="1600">
                <a:latin typeface="Gulim"/>
                <a:cs typeface="Gulim"/>
              </a:rPr>
              <a:t>데이터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연계를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위해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Confluent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</a:t>
            </a:r>
            <a:r>
              <a:rPr dirty="0" sz="1600">
                <a:latin typeface="Gulim"/>
                <a:cs typeface="Gulim"/>
              </a:rPr>
              <a:t>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구축하고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Replicator</a:t>
            </a:r>
            <a:r>
              <a:rPr dirty="0" sz="1600" spc="-10">
                <a:latin typeface="Gulim"/>
                <a:cs typeface="Gulim"/>
              </a:rPr>
              <a:t>를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이용하여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실시간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비동기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방식으로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인터페이스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하였습니다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결과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서로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다른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환경의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시스템들이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필요한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데이터를 </a:t>
            </a:r>
            <a:r>
              <a:rPr dirty="0" sz="1600" spc="-10">
                <a:latin typeface="Gulim"/>
                <a:cs typeface="Gulim"/>
              </a:rPr>
              <a:t>효과적으로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실시간으로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연계하여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사용할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있게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되었습니다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이벤트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중심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마이크로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서비스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아키텍처로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개발된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애플리케이션은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OUTBOX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Pattern</a:t>
            </a:r>
            <a:r>
              <a:rPr dirty="0" sz="1600" spc="-10">
                <a:latin typeface="Gulim"/>
                <a:cs typeface="Gulim"/>
              </a:rPr>
              <a:t>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적용하기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위해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“Evantuate Framework”</a:t>
            </a:r>
            <a:r>
              <a:rPr dirty="0" sz="1600" spc="-10">
                <a:latin typeface="Gulim"/>
                <a:cs typeface="Gulim"/>
              </a:rPr>
              <a:t>을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활용하여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Database</a:t>
            </a:r>
            <a:r>
              <a:rPr dirty="0" sz="1600" spc="-10">
                <a:latin typeface="Gulim"/>
                <a:cs typeface="Gulim"/>
              </a:rPr>
              <a:t>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Kafka</a:t>
            </a:r>
            <a:r>
              <a:rPr dirty="0" sz="1600">
                <a:latin typeface="Gulim"/>
                <a:cs typeface="Gulim"/>
              </a:rPr>
              <a:t>로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데이터를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동시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발행하여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보다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안전하게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데이터를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저장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및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실시간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활용할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있게되었습니다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통신사는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빌링과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통합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데이터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허브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등 </a:t>
            </a:r>
            <a:r>
              <a:rPr dirty="0" sz="1600">
                <a:latin typeface="Gulim"/>
                <a:cs typeface="Gulim"/>
              </a:rPr>
              <a:t>다양한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업무에서도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Confluent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Platform</a:t>
            </a:r>
            <a:r>
              <a:rPr dirty="0" sz="1600">
                <a:latin typeface="Gulim"/>
                <a:cs typeface="Gulim"/>
              </a:rPr>
              <a:t>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Confluent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Cloud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적극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활용하고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있습니다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278890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G 이머커스이벤트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중심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마이크로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서비스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전환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150150" y="4671504"/>
            <a:ext cx="3162935" cy="1198245"/>
            <a:chOff x="1150150" y="4671504"/>
            <a:chExt cx="3162935" cy="1198245"/>
          </a:xfrm>
        </p:grpSpPr>
        <p:sp>
          <p:nvSpPr>
            <p:cNvPr id="4" name="object 4" descr=""/>
            <p:cNvSpPr/>
            <p:nvPr/>
          </p:nvSpPr>
          <p:spPr>
            <a:xfrm>
              <a:off x="1164437" y="4685791"/>
              <a:ext cx="3134360" cy="1169670"/>
            </a:xfrm>
            <a:custGeom>
              <a:avLst/>
              <a:gdLst/>
              <a:ahLst/>
              <a:cxnLst/>
              <a:rect l="l" t="t" r="r" b="b"/>
              <a:pathLst>
                <a:path w="3134360" h="1169670">
                  <a:moveTo>
                    <a:pt x="3086506" y="0"/>
                  </a:moveTo>
                  <a:lnTo>
                    <a:pt x="47726" y="0"/>
                  </a:lnTo>
                  <a:lnTo>
                    <a:pt x="29146" y="3746"/>
                  </a:lnTo>
                  <a:lnTo>
                    <a:pt x="13976" y="13970"/>
                  </a:lnTo>
                  <a:lnTo>
                    <a:pt x="3749" y="29146"/>
                  </a:lnTo>
                  <a:lnTo>
                    <a:pt x="0" y="47752"/>
                  </a:lnTo>
                  <a:lnTo>
                    <a:pt x="0" y="1121791"/>
                  </a:lnTo>
                  <a:lnTo>
                    <a:pt x="3749" y="1140396"/>
                  </a:lnTo>
                  <a:lnTo>
                    <a:pt x="13976" y="1155573"/>
                  </a:lnTo>
                  <a:lnTo>
                    <a:pt x="29146" y="1165796"/>
                  </a:lnTo>
                  <a:lnTo>
                    <a:pt x="47726" y="1169543"/>
                  </a:lnTo>
                  <a:lnTo>
                    <a:pt x="3086506" y="1169543"/>
                  </a:lnTo>
                  <a:lnTo>
                    <a:pt x="3105038" y="1165796"/>
                  </a:lnTo>
                  <a:lnTo>
                    <a:pt x="3120177" y="1155573"/>
                  </a:lnTo>
                  <a:lnTo>
                    <a:pt x="3130386" y="1140396"/>
                  </a:lnTo>
                  <a:lnTo>
                    <a:pt x="3134131" y="1121791"/>
                  </a:lnTo>
                  <a:lnTo>
                    <a:pt x="3134131" y="47752"/>
                  </a:lnTo>
                  <a:lnTo>
                    <a:pt x="3130386" y="29146"/>
                  </a:lnTo>
                  <a:lnTo>
                    <a:pt x="3120177" y="13970"/>
                  </a:lnTo>
                  <a:lnTo>
                    <a:pt x="3105038" y="3746"/>
                  </a:lnTo>
                  <a:lnTo>
                    <a:pt x="3086506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64437" y="4685791"/>
              <a:ext cx="3134360" cy="1169670"/>
            </a:xfrm>
            <a:custGeom>
              <a:avLst/>
              <a:gdLst/>
              <a:ahLst/>
              <a:cxnLst/>
              <a:rect l="l" t="t" r="r" b="b"/>
              <a:pathLst>
                <a:path w="3134360" h="1169670">
                  <a:moveTo>
                    <a:pt x="0" y="47752"/>
                  </a:moveTo>
                  <a:lnTo>
                    <a:pt x="3749" y="29146"/>
                  </a:lnTo>
                  <a:lnTo>
                    <a:pt x="13976" y="13970"/>
                  </a:lnTo>
                  <a:lnTo>
                    <a:pt x="29146" y="3746"/>
                  </a:lnTo>
                  <a:lnTo>
                    <a:pt x="47726" y="0"/>
                  </a:lnTo>
                  <a:lnTo>
                    <a:pt x="3086506" y="0"/>
                  </a:lnTo>
                  <a:lnTo>
                    <a:pt x="3105038" y="3746"/>
                  </a:lnTo>
                  <a:lnTo>
                    <a:pt x="3120177" y="13970"/>
                  </a:lnTo>
                  <a:lnTo>
                    <a:pt x="3130386" y="29146"/>
                  </a:lnTo>
                  <a:lnTo>
                    <a:pt x="3134131" y="47752"/>
                  </a:lnTo>
                  <a:lnTo>
                    <a:pt x="3134131" y="1121791"/>
                  </a:lnTo>
                  <a:lnTo>
                    <a:pt x="3130386" y="1140396"/>
                  </a:lnTo>
                  <a:lnTo>
                    <a:pt x="3120177" y="1155573"/>
                  </a:lnTo>
                  <a:lnTo>
                    <a:pt x="3105038" y="1165796"/>
                  </a:lnTo>
                  <a:lnTo>
                    <a:pt x="3086506" y="1169543"/>
                  </a:lnTo>
                  <a:lnTo>
                    <a:pt x="47726" y="1169543"/>
                  </a:lnTo>
                  <a:lnTo>
                    <a:pt x="29146" y="1165796"/>
                  </a:lnTo>
                  <a:lnTo>
                    <a:pt x="13976" y="1155573"/>
                  </a:lnTo>
                  <a:lnTo>
                    <a:pt x="3749" y="1140396"/>
                  </a:lnTo>
                  <a:lnTo>
                    <a:pt x="0" y="1121791"/>
                  </a:lnTo>
                  <a:lnTo>
                    <a:pt x="0" y="47752"/>
                  </a:lnTo>
                  <a:close/>
                </a:path>
              </a:pathLst>
            </a:custGeom>
            <a:ln w="2857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485389" y="4981447"/>
            <a:ext cx="492125" cy="5708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100"/>
              </a:lnSpc>
              <a:spcBef>
                <a:spcPts val="135"/>
              </a:spcBef>
            </a:pPr>
            <a:r>
              <a:rPr dirty="0" sz="1750" spc="-20" b="1">
                <a:solidFill>
                  <a:srgbClr val="00243D"/>
                </a:solidFill>
                <a:latin typeface="Malgun Gothic"/>
                <a:cs typeface="Malgun Gothic"/>
              </a:rPr>
              <a:t>Java</a:t>
            </a:r>
            <a:endParaRPr sz="1750">
              <a:latin typeface="Malgun Gothic"/>
              <a:cs typeface="Malgun Gothic"/>
            </a:endParaRPr>
          </a:p>
          <a:p>
            <a:pPr marL="123825">
              <a:lnSpc>
                <a:spcPct val="100000"/>
              </a:lnSpc>
            </a:pPr>
            <a:r>
              <a:rPr dirty="0" sz="1800" spc="-25" b="1">
                <a:solidFill>
                  <a:srgbClr val="00243D"/>
                </a:solidFill>
                <a:latin typeface="Malgun Gothic"/>
                <a:cs typeface="Malgun Gothic"/>
              </a:rPr>
              <a:t>EE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746250" y="5883909"/>
            <a:ext cx="1965325" cy="1974850"/>
            <a:chOff x="1746250" y="5883909"/>
            <a:chExt cx="1965325" cy="1974850"/>
          </a:xfrm>
        </p:grpSpPr>
        <p:sp>
          <p:nvSpPr>
            <p:cNvPr id="8" name="object 8" descr=""/>
            <p:cNvSpPr/>
            <p:nvPr/>
          </p:nvSpPr>
          <p:spPr>
            <a:xfrm>
              <a:off x="2728849" y="5883909"/>
              <a:ext cx="0" cy="485140"/>
            </a:xfrm>
            <a:custGeom>
              <a:avLst/>
              <a:gdLst/>
              <a:ahLst/>
              <a:cxnLst/>
              <a:rect l="l" t="t" r="r" b="b"/>
              <a:pathLst>
                <a:path w="0" h="485139">
                  <a:moveTo>
                    <a:pt x="0" y="0"/>
                  </a:moveTo>
                  <a:lnTo>
                    <a:pt x="0" y="485013"/>
                  </a:lnTo>
                </a:path>
              </a:pathLst>
            </a:custGeom>
            <a:ln w="9525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746250" y="6385686"/>
              <a:ext cx="1965325" cy="1472565"/>
            </a:xfrm>
            <a:custGeom>
              <a:avLst/>
              <a:gdLst/>
              <a:ahLst/>
              <a:cxnLst/>
              <a:rect l="l" t="t" r="r" b="b"/>
              <a:pathLst>
                <a:path w="1965325" h="1472565">
                  <a:moveTo>
                    <a:pt x="1965071" y="941832"/>
                  </a:moveTo>
                  <a:lnTo>
                    <a:pt x="1904593" y="977455"/>
                  </a:lnTo>
                  <a:lnTo>
                    <a:pt x="1833994" y="1010196"/>
                  </a:lnTo>
                  <a:lnTo>
                    <a:pt x="1795106" y="1025410"/>
                  </a:lnTo>
                  <a:lnTo>
                    <a:pt x="1753908" y="1039837"/>
                  </a:lnTo>
                  <a:lnTo>
                    <a:pt x="1710512" y="1053439"/>
                  </a:lnTo>
                  <a:lnTo>
                    <a:pt x="1664970" y="1066190"/>
                  </a:lnTo>
                  <a:lnTo>
                    <a:pt x="1617357" y="1078064"/>
                  </a:lnTo>
                  <a:lnTo>
                    <a:pt x="1567776" y="1089050"/>
                  </a:lnTo>
                  <a:lnTo>
                    <a:pt x="1516291" y="1099096"/>
                  </a:lnTo>
                  <a:lnTo>
                    <a:pt x="1462976" y="1108202"/>
                  </a:lnTo>
                  <a:lnTo>
                    <a:pt x="1407922" y="1116330"/>
                  </a:lnTo>
                  <a:lnTo>
                    <a:pt x="1351191" y="1123454"/>
                  </a:lnTo>
                  <a:lnTo>
                    <a:pt x="1292872" y="1129563"/>
                  </a:lnTo>
                  <a:lnTo>
                    <a:pt x="1233043" y="1134605"/>
                  </a:lnTo>
                  <a:lnTo>
                    <a:pt x="1171778" y="1138580"/>
                  </a:lnTo>
                  <a:lnTo>
                    <a:pt x="1109167" y="1141437"/>
                  </a:lnTo>
                  <a:lnTo>
                    <a:pt x="1045273" y="1143177"/>
                  </a:lnTo>
                  <a:lnTo>
                    <a:pt x="980186" y="1143762"/>
                  </a:lnTo>
                  <a:lnTo>
                    <a:pt x="915758" y="1143177"/>
                  </a:lnTo>
                  <a:lnTo>
                    <a:pt x="852398" y="1141437"/>
                  </a:lnTo>
                  <a:lnTo>
                    <a:pt x="790194" y="1138580"/>
                  </a:lnTo>
                  <a:lnTo>
                    <a:pt x="729246" y="1134605"/>
                  </a:lnTo>
                  <a:lnTo>
                    <a:pt x="669632" y="1129563"/>
                  </a:lnTo>
                  <a:lnTo>
                    <a:pt x="611454" y="1123454"/>
                  </a:lnTo>
                  <a:lnTo>
                    <a:pt x="554812" y="1116330"/>
                  </a:lnTo>
                  <a:lnTo>
                    <a:pt x="499783" y="1108202"/>
                  </a:lnTo>
                  <a:lnTo>
                    <a:pt x="446481" y="1099096"/>
                  </a:lnTo>
                  <a:lnTo>
                    <a:pt x="394982" y="1089050"/>
                  </a:lnTo>
                  <a:lnTo>
                    <a:pt x="345376" y="1078064"/>
                  </a:lnTo>
                  <a:lnTo>
                    <a:pt x="297776" y="1066190"/>
                  </a:lnTo>
                  <a:lnTo>
                    <a:pt x="252272" y="1053439"/>
                  </a:lnTo>
                  <a:lnTo>
                    <a:pt x="208940" y="1039837"/>
                  </a:lnTo>
                  <a:lnTo>
                    <a:pt x="167881" y="1025410"/>
                  </a:lnTo>
                  <a:lnTo>
                    <a:pt x="129197" y="1010196"/>
                  </a:lnTo>
                  <a:lnTo>
                    <a:pt x="92964" y="994194"/>
                  </a:lnTo>
                  <a:lnTo>
                    <a:pt x="28270" y="959993"/>
                  </a:lnTo>
                  <a:lnTo>
                    <a:pt x="0" y="941832"/>
                  </a:lnTo>
                  <a:lnTo>
                    <a:pt x="0" y="1192403"/>
                  </a:lnTo>
                  <a:lnTo>
                    <a:pt x="21894" y="1246492"/>
                  </a:lnTo>
                  <a:lnTo>
                    <a:pt x="59753" y="1282446"/>
                  </a:lnTo>
                  <a:lnTo>
                    <a:pt x="115011" y="1317434"/>
                  </a:lnTo>
                  <a:lnTo>
                    <a:pt x="186651" y="1350708"/>
                  </a:lnTo>
                  <a:lnTo>
                    <a:pt x="228282" y="1366456"/>
                  </a:lnTo>
                  <a:lnTo>
                    <a:pt x="273634" y="1381493"/>
                  </a:lnTo>
                  <a:lnTo>
                    <a:pt x="322554" y="1395717"/>
                  </a:lnTo>
                  <a:lnTo>
                    <a:pt x="374916" y="1409039"/>
                  </a:lnTo>
                  <a:lnTo>
                    <a:pt x="430606" y="1421371"/>
                  </a:lnTo>
                  <a:lnTo>
                    <a:pt x="489496" y="1432598"/>
                  </a:lnTo>
                  <a:lnTo>
                    <a:pt x="551434" y="1442631"/>
                  </a:lnTo>
                  <a:lnTo>
                    <a:pt x="616305" y="1451381"/>
                  </a:lnTo>
                  <a:lnTo>
                    <a:pt x="683996" y="1458760"/>
                  </a:lnTo>
                  <a:lnTo>
                    <a:pt x="754341" y="1464665"/>
                  </a:lnTo>
                  <a:lnTo>
                    <a:pt x="827252" y="1468996"/>
                  </a:lnTo>
                  <a:lnTo>
                    <a:pt x="902576" y="1471663"/>
                  </a:lnTo>
                  <a:lnTo>
                    <a:pt x="980186" y="1472565"/>
                  </a:lnTo>
                  <a:lnTo>
                    <a:pt x="1057783" y="1471663"/>
                  </a:lnTo>
                  <a:lnTo>
                    <a:pt x="1133157" y="1468996"/>
                  </a:lnTo>
                  <a:lnTo>
                    <a:pt x="1206169" y="1464665"/>
                  </a:lnTo>
                  <a:lnTo>
                    <a:pt x="1276680" y="1458760"/>
                  </a:lnTo>
                  <a:lnTo>
                    <a:pt x="1344561" y="1451381"/>
                  </a:lnTo>
                  <a:lnTo>
                    <a:pt x="1409674" y="1442631"/>
                  </a:lnTo>
                  <a:lnTo>
                    <a:pt x="1471879" y="1432598"/>
                  </a:lnTo>
                  <a:lnTo>
                    <a:pt x="1531048" y="1421371"/>
                  </a:lnTo>
                  <a:lnTo>
                    <a:pt x="1587042" y="1409039"/>
                  </a:lnTo>
                  <a:lnTo>
                    <a:pt x="1639735" y="1395717"/>
                  </a:lnTo>
                  <a:lnTo>
                    <a:pt x="1688985" y="1381493"/>
                  </a:lnTo>
                  <a:lnTo>
                    <a:pt x="1734654" y="1366456"/>
                  </a:lnTo>
                  <a:lnTo>
                    <a:pt x="1776615" y="1350708"/>
                  </a:lnTo>
                  <a:lnTo>
                    <a:pt x="1814728" y="1334338"/>
                  </a:lnTo>
                  <a:lnTo>
                    <a:pt x="1878888" y="1300111"/>
                  </a:lnTo>
                  <a:lnTo>
                    <a:pt x="1926043" y="1264539"/>
                  </a:lnTo>
                  <a:lnTo>
                    <a:pt x="1955126" y="1228394"/>
                  </a:lnTo>
                  <a:lnTo>
                    <a:pt x="1965071" y="1192403"/>
                  </a:lnTo>
                  <a:lnTo>
                    <a:pt x="1965071" y="941832"/>
                  </a:lnTo>
                  <a:close/>
                </a:path>
                <a:path w="1965325" h="1472565">
                  <a:moveTo>
                    <a:pt x="1965071" y="474726"/>
                  </a:moveTo>
                  <a:lnTo>
                    <a:pt x="1904593" y="510349"/>
                  </a:lnTo>
                  <a:lnTo>
                    <a:pt x="1833994" y="543090"/>
                  </a:lnTo>
                  <a:lnTo>
                    <a:pt x="1795106" y="558304"/>
                  </a:lnTo>
                  <a:lnTo>
                    <a:pt x="1753908" y="572731"/>
                  </a:lnTo>
                  <a:lnTo>
                    <a:pt x="1710512" y="586333"/>
                  </a:lnTo>
                  <a:lnTo>
                    <a:pt x="1664970" y="599084"/>
                  </a:lnTo>
                  <a:lnTo>
                    <a:pt x="1617357" y="610958"/>
                  </a:lnTo>
                  <a:lnTo>
                    <a:pt x="1567776" y="621944"/>
                  </a:lnTo>
                  <a:lnTo>
                    <a:pt x="1516291" y="631990"/>
                  </a:lnTo>
                  <a:lnTo>
                    <a:pt x="1462976" y="641096"/>
                  </a:lnTo>
                  <a:lnTo>
                    <a:pt x="1407922" y="649224"/>
                  </a:lnTo>
                  <a:lnTo>
                    <a:pt x="1351191" y="656348"/>
                  </a:lnTo>
                  <a:lnTo>
                    <a:pt x="1292872" y="662457"/>
                  </a:lnTo>
                  <a:lnTo>
                    <a:pt x="1233043" y="667499"/>
                  </a:lnTo>
                  <a:lnTo>
                    <a:pt x="1171778" y="671474"/>
                  </a:lnTo>
                  <a:lnTo>
                    <a:pt x="1109167" y="674331"/>
                  </a:lnTo>
                  <a:lnTo>
                    <a:pt x="1045273" y="676071"/>
                  </a:lnTo>
                  <a:lnTo>
                    <a:pt x="980186" y="676656"/>
                  </a:lnTo>
                  <a:lnTo>
                    <a:pt x="915758" y="676071"/>
                  </a:lnTo>
                  <a:lnTo>
                    <a:pt x="852398" y="674331"/>
                  </a:lnTo>
                  <a:lnTo>
                    <a:pt x="790194" y="671474"/>
                  </a:lnTo>
                  <a:lnTo>
                    <a:pt x="729246" y="667499"/>
                  </a:lnTo>
                  <a:lnTo>
                    <a:pt x="669632" y="662457"/>
                  </a:lnTo>
                  <a:lnTo>
                    <a:pt x="611454" y="656348"/>
                  </a:lnTo>
                  <a:lnTo>
                    <a:pt x="554812" y="649224"/>
                  </a:lnTo>
                  <a:lnTo>
                    <a:pt x="499783" y="641096"/>
                  </a:lnTo>
                  <a:lnTo>
                    <a:pt x="446481" y="631990"/>
                  </a:lnTo>
                  <a:lnTo>
                    <a:pt x="394982" y="621944"/>
                  </a:lnTo>
                  <a:lnTo>
                    <a:pt x="345376" y="610958"/>
                  </a:lnTo>
                  <a:lnTo>
                    <a:pt x="297776" y="599084"/>
                  </a:lnTo>
                  <a:lnTo>
                    <a:pt x="252272" y="586333"/>
                  </a:lnTo>
                  <a:lnTo>
                    <a:pt x="208940" y="572731"/>
                  </a:lnTo>
                  <a:lnTo>
                    <a:pt x="167881" y="558304"/>
                  </a:lnTo>
                  <a:lnTo>
                    <a:pt x="129197" y="543090"/>
                  </a:lnTo>
                  <a:lnTo>
                    <a:pt x="92964" y="527088"/>
                  </a:lnTo>
                  <a:lnTo>
                    <a:pt x="28270" y="492887"/>
                  </a:lnTo>
                  <a:lnTo>
                    <a:pt x="0" y="474726"/>
                  </a:lnTo>
                  <a:lnTo>
                    <a:pt x="0" y="747522"/>
                  </a:lnTo>
                  <a:lnTo>
                    <a:pt x="21894" y="801662"/>
                  </a:lnTo>
                  <a:lnTo>
                    <a:pt x="59753" y="837641"/>
                  </a:lnTo>
                  <a:lnTo>
                    <a:pt x="115011" y="872642"/>
                  </a:lnTo>
                  <a:lnTo>
                    <a:pt x="186651" y="905929"/>
                  </a:lnTo>
                  <a:lnTo>
                    <a:pt x="228282" y="921689"/>
                  </a:lnTo>
                  <a:lnTo>
                    <a:pt x="273634" y="936726"/>
                  </a:lnTo>
                  <a:lnTo>
                    <a:pt x="322554" y="950950"/>
                  </a:lnTo>
                  <a:lnTo>
                    <a:pt x="374916" y="964285"/>
                  </a:lnTo>
                  <a:lnTo>
                    <a:pt x="430606" y="976604"/>
                  </a:lnTo>
                  <a:lnTo>
                    <a:pt x="489496" y="987831"/>
                  </a:lnTo>
                  <a:lnTo>
                    <a:pt x="551434" y="997877"/>
                  </a:lnTo>
                  <a:lnTo>
                    <a:pt x="616305" y="1006627"/>
                  </a:lnTo>
                  <a:lnTo>
                    <a:pt x="683996" y="1014006"/>
                  </a:lnTo>
                  <a:lnTo>
                    <a:pt x="754341" y="1019898"/>
                  </a:lnTo>
                  <a:lnTo>
                    <a:pt x="827252" y="1024242"/>
                  </a:lnTo>
                  <a:lnTo>
                    <a:pt x="902576" y="1026909"/>
                  </a:lnTo>
                  <a:lnTo>
                    <a:pt x="980186" y="1027811"/>
                  </a:lnTo>
                  <a:lnTo>
                    <a:pt x="1057783" y="1026909"/>
                  </a:lnTo>
                  <a:lnTo>
                    <a:pt x="1133157" y="1024242"/>
                  </a:lnTo>
                  <a:lnTo>
                    <a:pt x="1206169" y="1019898"/>
                  </a:lnTo>
                  <a:lnTo>
                    <a:pt x="1276680" y="1014006"/>
                  </a:lnTo>
                  <a:lnTo>
                    <a:pt x="1344561" y="1006627"/>
                  </a:lnTo>
                  <a:lnTo>
                    <a:pt x="1409674" y="997877"/>
                  </a:lnTo>
                  <a:lnTo>
                    <a:pt x="1471879" y="987831"/>
                  </a:lnTo>
                  <a:lnTo>
                    <a:pt x="1531048" y="976604"/>
                  </a:lnTo>
                  <a:lnTo>
                    <a:pt x="1587042" y="964285"/>
                  </a:lnTo>
                  <a:lnTo>
                    <a:pt x="1639735" y="950950"/>
                  </a:lnTo>
                  <a:lnTo>
                    <a:pt x="1688985" y="936726"/>
                  </a:lnTo>
                  <a:lnTo>
                    <a:pt x="1734654" y="921689"/>
                  </a:lnTo>
                  <a:lnTo>
                    <a:pt x="1776615" y="905929"/>
                  </a:lnTo>
                  <a:lnTo>
                    <a:pt x="1814728" y="889546"/>
                  </a:lnTo>
                  <a:lnTo>
                    <a:pt x="1878888" y="855306"/>
                  </a:lnTo>
                  <a:lnTo>
                    <a:pt x="1926043" y="819721"/>
                  </a:lnTo>
                  <a:lnTo>
                    <a:pt x="1955126" y="783539"/>
                  </a:lnTo>
                  <a:lnTo>
                    <a:pt x="1965071" y="747522"/>
                  </a:lnTo>
                  <a:lnTo>
                    <a:pt x="1965071" y="474726"/>
                  </a:lnTo>
                  <a:close/>
                </a:path>
                <a:path w="1965325" h="1472565">
                  <a:moveTo>
                    <a:pt x="1965071" y="280289"/>
                  </a:moveTo>
                  <a:lnTo>
                    <a:pt x="1943150" y="226161"/>
                  </a:lnTo>
                  <a:lnTo>
                    <a:pt x="1905254" y="190182"/>
                  </a:lnTo>
                  <a:lnTo>
                    <a:pt x="1849894" y="155181"/>
                  </a:lnTo>
                  <a:lnTo>
                    <a:pt x="1778088" y="121894"/>
                  </a:lnTo>
                  <a:lnTo>
                    <a:pt x="1736331" y="106133"/>
                  </a:lnTo>
                  <a:lnTo>
                    <a:pt x="1690839" y="91097"/>
                  </a:lnTo>
                  <a:lnTo>
                    <a:pt x="1641741" y="76873"/>
                  </a:lnTo>
                  <a:lnTo>
                    <a:pt x="1589163" y="63538"/>
                  </a:lnTo>
                  <a:lnTo>
                    <a:pt x="1533232" y="51219"/>
                  </a:lnTo>
                  <a:lnTo>
                    <a:pt x="1474076" y="39992"/>
                  </a:lnTo>
                  <a:lnTo>
                    <a:pt x="1411820" y="29946"/>
                  </a:lnTo>
                  <a:lnTo>
                    <a:pt x="1346581" y="21196"/>
                  </a:lnTo>
                  <a:lnTo>
                    <a:pt x="1278496" y="13817"/>
                  </a:lnTo>
                  <a:lnTo>
                    <a:pt x="1207681" y="7924"/>
                  </a:lnTo>
                  <a:lnTo>
                    <a:pt x="1134275" y="3581"/>
                  </a:lnTo>
                  <a:lnTo>
                    <a:pt x="1058405" y="914"/>
                  </a:lnTo>
                  <a:lnTo>
                    <a:pt x="980186" y="0"/>
                  </a:lnTo>
                  <a:lnTo>
                    <a:pt x="902576" y="914"/>
                  </a:lnTo>
                  <a:lnTo>
                    <a:pt x="827252" y="3581"/>
                  </a:lnTo>
                  <a:lnTo>
                    <a:pt x="754341" y="7924"/>
                  </a:lnTo>
                  <a:lnTo>
                    <a:pt x="683996" y="13817"/>
                  </a:lnTo>
                  <a:lnTo>
                    <a:pt x="616305" y="21196"/>
                  </a:lnTo>
                  <a:lnTo>
                    <a:pt x="551434" y="29946"/>
                  </a:lnTo>
                  <a:lnTo>
                    <a:pt x="489496" y="39992"/>
                  </a:lnTo>
                  <a:lnTo>
                    <a:pt x="430606" y="51219"/>
                  </a:lnTo>
                  <a:lnTo>
                    <a:pt x="374916" y="63538"/>
                  </a:lnTo>
                  <a:lnTo>
                    <a:pt x="322554" y="76873"/>
                  </a:lnTo>
                  <a:lnTo>
                    <a:pt x="273634" y="91097"/>
                  </a:lnTo>
                  <a:lnTo>
                    <a:pt x="228282" y="106133"/>
                  </a:lnTo>
                  <a:lnTo>
                    <a:pt x="186651" y="121894"/>
                  </a:lnTo>
                  <a:lnTo>
                    <a:pt x="148856" y="138277"/>
                  </a:lnTo>
                  <a:lnTo>
                    <a:pt x="85267" y="172516"/>
                  </a:lnTo>
                  <a:lnTo>
                    <a:pt x="38582" y="208102"/>
                  </a:lnTo>
                  <a:lnTo>
                    <a:pt x="9817" y="244284"/>
                  </a:lnTo>
                  <a:lnTo>
                    <a:pt x="0" y="280289"/>
                  </a:lnTo>
                  <a:lnTo>
                    <a:pt x="2463" y="298246"/>
                  </a:lnTo>
                  <a:lnTo>
                    <a:pt x="21894" y="334467"/>
                  </a:lnTo>
                  <a:lnTo>
                    <a:pt x="59753" y="370471"/>
                  </a:lnTo>
                  <a:lnTo>
                    <a:pt x="115011" y="405498"/>
                  </a:lnTo>
                  <a:lnTo>
                    <a:pt x="186651" y="438797"/>
                  </a:lnTo>
                  <a:lnTo>
                    <a:pt x="228282" y="454558"/>
                  </a:lnTo>
                  <a:lnTo>
                    <a:pt x="273634" y="469607"/>
                  </a:lnTo>
                  <a:lnTo>
                    <a:pt x="322554" y="483844"/>
                  </a:lnTo>
                  <a:lnTo>
                    <a:pt x="374916" y="497166"/>
                  </a:lnTo>
                  <a:lnTo>
                    <a:pt x="430606" y="509498"/>
                  </a:lnTo>
                  <a:lnTo>
                    <a:pt x="489496" y="520725"/>
                  </a:lnTo>
                  <a:lnTo>
                    <a:pt x="551434" y="530771"/>
                  </a:lnTo>
                  <a:lnTo>
                    <a:pt x="616305" y="539521"/>
                  </a:lnTo>
                  <a:lnTo>
                    <a:pt x="683996" y="546900"/>
                  </a:lnTo>
                  <a:lnTo>
                    <a:pt x="754341" y="552792"/>
                  </a:lnTo>
                  <a:lnTo>
                    <a:pt x="827252" y="557136"/>
                  </a:lnTo>
                  <a:lnTo>
                    <a:pt x="902576" y="559803"/>
                  </a:lnTo>
                  <a:lnTo>
                    <a:pt x="980186" y="560705"/>
                  </a:lnTo>
                  <a:lnTo>
                    <a:pt x="1058405" y="559803"/>
                  </a:lnTo>
                  <a:lnTo>
                    <a:pt x="1134275" y="557136"/>
                  </a:lnTo>
                  <a:lnTo>
                    <a:pt x="1207681" y="552792"/>
                  </a:lnTo>
                  <a:lnTo>
                    <a:pt x="1278496" y="546900"/>
                  </a:lnTo>
                  <a:lnTo>
                    <a:pt x="1346581" y="539521"/>
                  </a:lnTo>
                  <a:lnTo>
                    <a:pt x="1411820" y="530771"/>
                  </a:lnTo>
                  <a:lnTo>
                    <a:pt x="1474076" y="520725"/>
                  </a:lnTo>
                  <a:lnTo>
                    <a:pt x="1533232" y="509498"/>
                  </a:lnTo>
                  <a:lnTo>
                    <a:pt x="1589163" y="497166"/>
                  </a:lnTo>
                  <a:lnTo>
                    <a:pt x="1641741" y="483844"/>
                  </a:lnTo>
                  <a:lnTo>
                    <a:pt x="1690839" y="469607"/>
                  </a:lnTo>
                  <a:lnTo>
                    <a:pt x="1736331" y="454558"/>
                  </a:lnTo>
                  <a:lnTo>
                    <a:pt x="1778088" y="438797"/>
                  </a:lnTo>
                  <a:lnTo>
                    <a:pt x="1815985" y="422414"/>
                  </a:lnTo>
                  <a:lnTo>
                    <a:pt x="1879688" y="388150"/>
                  </a:lnTo>
                  <a:lnTo>
                    <a:pt x="1926450" y="352539"/>
                  </a:lnTo>
                  <a:lnTo>
                    <a:pt x="1955241" y="316344"/>
                  </a:lnTo>
                  <a:lnTo>
                    <a:pt x="1965071" y="280289"/>
                  </a:lnTo>
                  <a:close/>
                </a:path>
              </a:pathLst>
            </a:custGeom>
            <a:solidFill>
              <a:srgbClr val="0024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909698" y="3864990"/>
            <a:ext cx="1642745" cy="471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00" spc="-10" b="1">
                <a:latin typeface="Malgun Gothic"/>
                <a:cs typeface="Malgun Gothic"/>
              </a:rPr>
              <a:t>Monolith</a:t>
            </a:r>
            <a:endParaRPr sz="29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80478" y="3642105"/>
            <a:ext cx="2426335" cy="918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9055">
              <a:lnSpc>
                <a:spcPct val="101000"/>
              </a:lnSpc>
              <a:spcBef>
                <a:spcPts val="90"/>
              </a:spcBef>
            </a:pPr>
            <a:r>
              <a:rPr dirty="0" sz="2900" b="1">
                <a:latin typeface="Malgun Gothic"/>
                <a:cs typeface="Malgun Gothic"/>
              </a:rPr>
              <a:t>Event-</a:t>
            </a:r>
            <a:r>
              <a:rPr dirty="0" sz="2900" spc="-10" b="1">
                <a:latin typeface="Malgun Gothic"/>
                <a:cs typeface="Malgun Gothic"/>
              </a:rPr>
              <a:t>Driven Microservices</a:t>
            </a:r>
            <a:endParaRPr sz="2900">
              <a:latin typeface="Malgun Gothic"/>
              <a:cs typeface="Malgun Gothic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2748" y="4681029"/>
            <a:ext cx="4853305" cy="233064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0133838" y="5504433"/>
            <a:ext cx="42862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25" b="1">
                <a:solidFill>
                  <a:srgbClr val="00243D"/>
                </a:solidFill>
                <a:latin typeface="Malgun Gothic"/>
                <a:cs typeface="Malgun Gothic"/>
              </a:rPr>
              <a:t>App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455914" y="5504433"/>
            <a:ext cx="42862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25" b="1">
                <a:solidFill>
                  <a:srgbClr val="00243D"/>
                </a:solidFill>
                <a:latin typeface="Malgun Gothic"/>
                <a:cs typeface="Malgun Gothic"/>
              </a:rPr>
              <a:t>App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778243" y="5504433"/>
            <a:ext cx="42862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25" b="1">
                <a:solidFill>
                  <a:srgbClr val="00243D"/>
                </a:solidFill>
                <a:latin typeface="Malgun Gothic"/>
                <a:cs typeface="Malgun Gothic"/>
              </a:rPr>
              <a:t>App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2748" y="7763446"/>
            <a:ext cx="4853305" cy="2020112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0133838" y="8587231"/>
            <a:ext cx="42862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25" b="1">
                <a:solidFill>
                  <a:srgbClr val="00243D"/>
                </a:solidFill>
                <a:latin typeface="Malgun Gothic"/>
                <a:cs typeface="Malgun Gothic"/>
              </a:rPr>
              <a:t>App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455914" y="8587231"/>
            <a:ext cx="42862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25" b="1">
                <a:solidFill>
                  <a:srgbClr val="00243D"/>
                </a:solidFill>
                <a:latin typeface="Malgun Gothic"/>
                <a:cs typeface="Malgun Gothic"/>
              </a:rPr>
              <a:t>App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778243" y="8587231"/>
            <a:ext cx="42862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25" b="1">
                <a:solidFill>
                  <a:srgbClr val="00243D"/>
                </a:solidFill>
                <a:latin typeface="Malgun Gothic"/>
                <a:cs typeface="Malgun Gothic"/>
              </a:rPr>
              <a:t>App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159883" y="6858990"/>
            <a:ext cx="5604510" cy="913130"/>
            <a:chOff x="5159883" y="6858990"/>
            <a:chExt cx="5604510" cy="913130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9883" y="6936486"/>
              <a:ext cx="1384172" cy="54660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586728" y="7042531"/>
              <a:ext cx="4177665" cy="336550"/>
            </a:xfrm>
            <a:custGeom>
              <a:avLst/>
              <a:gdLst/>
              <a:ahLst/>
              <a:cxnLst/>
              <a:rect l="l" t="t" r="r" b="b"/>
              <a:pathLst>
                <a:path w="4177665" h="336550">
                  <a:moveTo>
                    <a:pt x="4121277" y="0"/>
                  </a:moveTo>
                  <a:lnTo>
                    <a:pt x="56006" y="0"/>
                  </a:lnTo>
                  <a:lnTo>
                    <a:pt x="34236" y="4413"/>
                  </a:lnTo>
                  <a:lnTo>
                    <a:pt x="16430" y="16446"/>
                  </a:lnTo>
                  <a:lnTo>
                    <a:pt x="4411" y="34290"/>
                  </a:lnTo>
                  <a:lnTo>
                    <a:pt x="0" y="56134"/>
                  </a:lnTo>
                  <a:lnTo>
                    <a:pt x="0" y="280416"/>
                  </a:lnTo>
                  <a:lnTo>
                    <a:pt x="4411" y="302186"/>
                  </a:lnTo>
                  <a:lnTo>
                    <a:pt x="16430" y="319992"/>
                  </a:lnTo>
                  <a:lnTo>
                    <a:pt x="34236" y="332011"/>
                  </a:lnTo>
                  <a:lnTo>
                    <a:pt x="56006" y="336423"/>
                  </a:lnTo>
                  <a:lnTo>
                    <a:pt x="4121277" y="336423"/>
                  </a:lnTo>
                  <a:lnTo>
                    <a:pt x="4143121" y="332011"/>
                  </a:lnTo>
                  <a:lnTo>
                    <a:pt x="4160964" y="319992"/>
                  </a:lnTo>
                  <a:lnTo>
                    <a:pt x="4172997" y="302186"/>
                  </a:lnTo>
                  <a:lnTo>
                    <a:pt x="4177411" y="280416"/>
                  </a:lnTo>
                  <a:lnTo>
                    <a:pt x="4177411" y="56134"/>
                  </a:lnTo>
                  <a:lnTo>
                    <a:pt x="4172997" y="34290"/>
                  </a:lnTo>
                  <a:lnTo>
                    <a:pt x="4160964" y="16446"/>
                  </a:lnTo>
                  <a:lnTo>
                    <a:pt x="4143121" y="4413"/>
                  </a:lnTo>
                  <a:lnTo>
                    <a:pt x="4121277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785737" y="7435722"/>
              <a:ext cx="3767454" cy="336550"/>
            </a:xfrm>
            <a:custGeom>
              <a:avLst/>
              <a:gdLst/>
              <a:ahLst/>
              <a:cxnLst/>
              <a:rect l="l" t="t" r="r" b="b"/>
              <a:pathLst>
                <a:path w="3767454" h="336550">
                  <a:moveTo>
                    <a:pt x="390652" y="168148"/>
                  </a:moveTo>
                  <a:lnTo>
                    <a:pt x="292989" y="168148"/>
                  </a:lnTo>
                  <a:lnTo>
                    <a:pt x="292989" y="0"/>
                  </a:lnTo>
                  <a:lnTo>
                    <a:pt x="97663" y="0"/>
                  </a:lnTo>
                  <a:lnTo>
                    <a:pt x="97663" y="168148"/>
                  </a:lnTo>
                  <a:lnTo>
                    <a:pt x="0" y="168148"/>
                  </a:lnTo>
                  <a:lnTo>
                    <a:pt x="195326" y="336296"/>
                  </a:lnTo>
                  <a:lnTo>
                    <a:pt x="390652" y="168148"/>
                  </a:lnTo>
                  <a:close/>
                </a:path>
                <a:path w="3767454" h="336550">
                  <a:moveTo>
                    <a:pt x="2078990" y="168148"/>
                  </a:moveTo>
                  <a:lnTo>
                    <a:pt x="1981327" y="168148"/>
                  </a:lnTo>
                  <a:lnTo>
                    <a:pt x="1981327" y="0"/>
                  </a:lnTo>
                  <a:lnTo>
                    <a:pt x="1786001" y="0"/>
                  </a:lnTo>
                  <a:lnTo>
                    <a:pt x="1786001" y="168148"/>
                  </a:lnTo>
                  <a:lnTo>
                    <a:pt x="1688338" y="168148"/>
                  </a:lnTo>
                  <a:lnTo>
                    <a:pt x="1883664" y="336296"/>
                  </a:lnTo>
                  <a:lnTo>
                    <a:pt x="2078990" y="168148"/>
                  </a:lnTo>
                  <a:close/>
                </a:path>
                <a:path w="3767454" h="336550">
                  <a:moveTo>
                    <a:pt x="3767201" y="168148"/>
                  </a:moveTo>
                  <a:lnTo>
                    <a:pt x="3669538" y="168148"/>
                  </a:lnTo>
                  <a:lnTo>
                    <a:pt x="3669538" y="0"/>
                  </a:lnTo>
                  <a:lnTo>
                    <a:pt x="3474212" y="0"/>
                  </a:lnTo>
                  <a:lnTo>
                    <a:pt x="3474212" y="168148"/>
                  </a:lnTo>
                  <a:lnTo>
                    <a:pt x="3376676" y="168148"/>
                  </a:lnTo>
                  <a:lnTo>
                    <a:pt x="3571875" y="336296"/>
                  </a:lnTo>
                  <a:lnTo>
                    <a:pt x="3767201" y="16814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2800" y="6858990"/>
              <a:ext cx="2996438" cy="714781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4654296" y="3867784"/>
            <a:ext cx="981710" cy="328295"/>
            <a:chOff x="4654296" y="3867784"/>
            <a:chExt cx="981710" cy="328295"/>
          </a:xfrm>
        </p:grpSpPr>
        <p:sp>
          <p:nvSpPr>
            <p:cNvPr id="26" name="object 26" descr=""/>
            <p:cNvSpPr/>
            <p:nvPr/>
          </p:nvSpPr>
          <p:spPr>
            <a:xfrm>
              <a:off x="5053838" y="3867784"/>
              <a:ext cx="581660" cy="328295"/>
            </a:xfrm>
            <a:custGeom>
              <a:avLst/>
              <a:gdLst/>
              <a:ahLst/>
              <a:cxnLst/>
              <a:rect l="l" t="t" r="r" b="b"/>
              <a:pathLst>
                <a:path w="581660" h="328295">
                  <a:moveTo>
                    <a:pt x="345821" y="0"/>
                  </a:moveTo>
                  <a:lnTo>
                    <a:pt x="345821" y="81914"/>
                  </a:lnTo>
                  <a:lnTo>
                    <a:pt x="0" y="81914"/>
                  </a:lnTo>
                  <a:lnTo>
                    <a:pt x="0" y="245999"/>
                  </a:lnTo>
                  <a:lnTo>
                    <a:pt x="345821" y="245999"/>
                  </a:lnTo>
                  <a:lnTo>
                    <a:pt x="345821" y="328040"/>
                  </a:lnTo>
                  <a:lnTo>
                    <a:pt x="581660" y="163956"/>
                  </a:lnTo>
                  <a:lnTo>
                    <a:pt x="34582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654296" y="3949153"/>
              <a:ext cx="400050" cy="165735"/>
            </a:xfrm>
            <a:custGeom>
              <a:avLst/>
              <a:gdLst/>
              <a:ahLst/>
              <a:cxnLst/>
              <a:rect l="l" t="t" r="r" b="b"/>
              <a:pathLst>
                <a:path w="400050" h="165735">
                  <a:moveTo>
                    <a:pt x="399516" y="0"/>
                  </a:moveTo>
                  <a:lnTo>
                    <a:pt x="0" y="0"/>
                  </a:lnTo>
                  <a:lnTo>
                    <a:pt x="0" y="165265"/>
                  </a:lnTo>
                  <a:lnTo>
                    <a:pt x="399516" y="165265"/>
                  </a:lnTo>
                  <a:lnTo>
                    <a:pt x="399516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1393169" y="4516373"/>
            <a:ext cx="4551680" cy="418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10" b="1">
                <a:latin typeface="Malgun Gothic"/>
                <a:cs typeface="Malgun Gothic"/>
              </a:rPr>
              <a:t>Challenges</a:t>
            </a:r>
            <a:endParaRPr sz="1950">
              <a:latin typeface="Malgun Gothic"/>
              <a:cs typeface="Malgun Gothic"/>
            </a:endParaRPr>
          </a:p>
          <a:p>
            <a:pPr marL="291465" indent="-278765">
              <a:lnSpc>
                <a:spcPct val="100000"/>
              </a:lnSpc>
              <a:buFont typeface="Arial"/>
              <a:buChar char="•"/>
              <a:tabLst>
                <a:tab pos="291465" algn="l"/>
              </a:tabLst>
            </a:pPr>
            <a:r>
              <a:rPr dirty="0" sz="1950">
                <a:latin typeface="Malgun Gothic"/>
                <a:cs typeface="Malgun Gothic"/>
              </a:rPr>
              <a:t>다른</a:t>
            </a:r>
            <a:r>
              <a:rPr dirty="0" sz="1950" spc="-4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서비스에</a:t>
            </a:r>
            <a:r>
              <a:rPr dirty="0" sz="1950" spc="-3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영향을</a:t>
            </a:r>
            <a:r>
              <a:rPr dirty="0" sz="1950" spc="-3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주지</a:t>
            </a:r>
            <a:r>
              <a:rPr dirty="0" sz="1950" spc="-10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않고</a:t>
            </a:r>
            <a:endParaRPr sz="1950">
              <a:latin typeface="Malgun Gothic"/>
              <a:cs typeface="Malgun Gothic"/>
            </a:endParaRPr>
          </a:p>
          <a:p>
            <a:pPr marL="291465">
              <a:lnSpc>
                <a:spcPct val="100000"/>
              </a:lnSpc>
            </a:pPr>
            <a:r>
              <a:rPr dirty="0" sz="1950">
                <a:latin typeface="Malgun Gothic"/>
                <a:cs typeface="Malgun Gothic"/>
              </a:rPr>
              <a:t>배포하기</a:t>
            </a:r>
            <a:r>
              <a:rPr dirty="0" sz="1950" spc="-30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어려움</a:t>
            </a:r>
            <a:endParaRPr sz="1950">
              <a:latin typeface="Malgun Gothic"/>
              <a:cs typeface="Malgun Gothic"/>
            </a:endParaRPr>
          </a:p>
          <a:p>
            <a:pPr marL="291465" indent="-278765">
              <a:lnSpc>
                <a:spcPct val="100000"/>
              </a:lnSpc>
              <a:buFont typeface="Arial"/>
              <a:buChar char="•"/>
              <a:tabLst>
                <a:tab pos="291465" algn="l"/>
              </a:tabLst>
            </a:pPr>
            <a:r>
              <a:rPr dirty="0" sz="1950">
                <a:latin typeface="Malgun Gothic"/>
                <a:cs typeface="Malgun Gothic"/>
              </a:rPr>
              <a:t>열악한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개발자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경험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및</a:t>
            </a:r>
            <a:r>
              <a:rPr dirty="0" sz="1950" spc="-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생산성</a:t>
            </a:r>
            <a:r>
              <a:rPr dirty="0" sz="1950" spc="-30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저하</a:t>
            </a:r>
            <a:endParaRPr sz="1950">
              <a:latin typeface="Malgun Gothic"/>
              <a:cs typeface="Malgun Gothic"/>
            </a:endParaRPr>
          </a:p>
          <a:p>
            <a:pPr marL="291465" indent="-278765">
              <a:lnSpc>
                <a:spcPct val="100000"/>
              </a:lnSpc>
              <a:buFont typeface="Arial"/>
              <a:buChar char="•"/>
              <a:tabLst>
                <a:tab pos="291465" algn="l"/>
              </a:tabLst>
            </a:pPr>
            <a:r>
              <a:rPr dirty="0" sz="1950">
                <a:latin typeface="Malgun Gothic"/>
                <a:cs typeface="Malgun Gothic"/>
              </a:rPr>
              <a:t>서비스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출시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시간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지연</a:t>
            </a:r>
            <a:r>
              <a:rPr dirty="0" sz="1950" spc="-5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초래</a:t>
            </a:r>
            <a:endParaRPr sz="1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1950" spc="-10" b="1">
                <a:latin typeface="Malgun Gothic"/>
                <a:cs typeface="Malgun Gothic"/>
              </a:rPr>
              <a:t>Solutions</a:t>
            </a:r>
            <a:endParaRPr sz="1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950">
                <a:latin typeface="Malgun Gothic"/>
                <a:cs typeface="Malgun Gothic"/>
              </a:rPr>
              <a:t>MSA,</a:t>
            </a:r>
            <a:r>
              <a:rPr dirty="0" sz="1950" spc="-4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Confluent</a:t>
            </a:r>
            <a:r>
              <a:rPr dirty="0" sz="1950" spc="-7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Platform(Kafka)</a:t>
            </a:r>
            <a:r>
              <a:rPr dirty="0" sz="1950" spc="-60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적용</a:t>
            </a:r>
            <a:endParaRPr sz="1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dirty="0" sz="1950" spc="-10" b="1">
                <a:latin typeface="Malgun Gothic"/>
                <a:cs typeface="Malgun Gothic"/>
              </a:rPr>
              <a:t>Results</a:t>
            </a:r>
            <a:endParaRPr sz="1950">
              <a:latin typeface="Malgun Gothic"/>
              <a:cs typeface="Malgun Gothic"/>
            </a:endParaRPr>
          </a:p>
          <a:p>
            <a:pPr marL="291465" indent="-278765">
              <a:lnSpc>
                <a:spcPct val="100000"/>
              </a:lnSpc>
              <a:buFont typeface="Arial"/>
              <a:buChar char="•"/>
              <a:tabLst>
                <a:tab pos="291465" algn="l"/>
              </a:tabLst>
            </a:pPr>
            <a:r>
              <a:rPr dirty="0" sz="1950">
                <a:latin typeface="Malgun Gothic"/>
                <a:cs typeface="Malgun Gothic"/>
              </a:rPr>
              <a:t>독립적으로</a:t>
            </a:r>
            <a:r>
              <a:rPr dirty="0" sz="1950" spc="-3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배포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및 업그레이드</a:t>
            </a:r>
            <a:r>
              <a:rPr dirty="0" sz="1950" spc="-30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가능</a:t>
            </a:r>
            <a:endParaRPr sz="1950">
              <a:latin typeface="Malgun Gothic"/>
              <a:cs typeface="Malgun Gothic"/>
            </a:endParaRPr>
          </a:p>
          <a:p>
            <a:pPr marL="291465" indent="-278765">
              <a:lnSpc>
                <a:spcPct val="100000"/>
              </a:lnSpc>
              <a:buFont typeface="Arial"/>
              <a:buChar char="•"/>
              <a:tabLst>
                <a:tab pos="291465" algn="l"/>
              </a:tabLst>
            </a:pPr>
            <a:r>
              <a:rPr dirty="0" sz="1950">
                <a:latin typeface="Malgun Gothic"/>
                <a:cs typeface="Malgun Gothic"/>
              </a:rPr>
              <a:t>다른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프로그래밍</a:t>
            </a:r>
            <a:r>
              <a:rPr dirty="0" sz="1950" spc="-30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언어로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구축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가능</a:t>
            </a:r>
            <a:endParaRPr sz="1950">
              <a:latin typeface="Malgun Gothic"/>
              <a:cs typeface="Malgun Gothic"/>
            </a:endParaRPr>
          </a:p>
          <a:p>
            <a:pPr marL="291465" indent="-278765">
              <a:lnSpc>
                <a:spcPct val="100000"/>
              </a:lnSpc>
              <a:buFont typeface="Arial"/>
              <a:buChar char="•"/>
              <a:tabLst>
                <a:tab pos="291465" algn="l"/>
              </a:tabLst>
            </a:pPr>
            <a:r>
              <a:rPr dirty="0" sz="1950">
                <a:latin typeface="Malgun Gothic"/>
                <a:cs typeface="Malgun Gothic"/>
              </a:rPr>
              <a:t>서비스별로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확장 및</a:t>
            </a:r>
            <a:r>
              <a:rPr dirty="0" sz="1950" spc="15">
                <a:latin typeface="Malgun Gothic"/>
                <a:cs typeface="Malgun Gothic"/>
              </a:rPr>
              <a:t> </a:t>
            </a:r>
            <a:r>
              <a:rPr dirty="0" sz="1950" spc="-10">
                <a:latin typeface="Malgun Gothic"/>
                <a:cs typeface="Malgun Gothic"/>
              </a:rPr>
              <a:t>축소(Scale-out/in)</a:t>
            </a:r>
            <a:endParaRPr sz="1950">
              <a:latin typeface="Malgun Gothic"/>
              <a:cs typeface="Malgun Gothic"/>
            </a:endParaRPr>
          </a:p>
          <a:p>
            <a:pPr marL="291465" indent="-278765">
              <a:lnSpc>
                <a:spcPct val="100000"/>
              </a:lnSpc>
              <a:buFont typeface="Arial"/>
              <a:buChar char="•"/>
              <a:tabLst>
                <a:tab pos="291465" algn="l"/>
              </a:tabLst>
            </a:pPr>
            <a:r>
              <a:rPr dirty="0" sz="1950">
                <a:latin typeface="Malgun Gothic"/>
                <a:cs typeface="Malgun Gothic"/>
              </a:rPr>
              <a:t>더</a:t>
            </a:r>
            <a:r>
              <a:rPr dirty="0" sz="1950" spc="-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빠른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>
                <a:latin typeface="Malgun Gothic"/>
                <a:cs typeface="Malgun Gothic"/>
              </a:rPr>
              <a:t>서비스</a:t>
            </a:r>
            <a:r>
              <a:rPr dirty="0" sz="1950" spc="-15">
                <a:latin typeface="Malgun Gothic"/>
                <a:cs typeface="Malgun Gothic"/>
              </a:rPr>
              <a:t> </a:t>
            </a:r>
            <a:r>
              <a:rPr dirty="0" sz="1950" spc="-25">
                <a:latin typeface="Malgun Gothic"/>
                <a:cs typeface="Malgun Gothic"/>
              </a:rPr>
              <a:t>출시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83665" y="1721561"/>
            <a:ext cx="15641319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Malgun Gothic"/>
                <a:cs typeface="Malgun Gothic"/>
              </a:rPr>
              <a:t>G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이커머스는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마이크로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서비스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아키텍처를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일찍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채택하여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다양한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업무에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사용하였습니다. 하지만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중요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데이터의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사용이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Main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Database에</a:t>
            </a:r>
            <a:r>
              <a:rPr dirty="0" sz="1800" spc="-3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집중되면서 </a:t>
            </a:r>
            <a:r>
              <a:rPr dirty="0" sz="1800">
                <a:latin typeface="Malgun Gothic"/>
                <a:cs typeface="Malgun Gothic"/>
              </a:rPr>
              <a:t>마케팅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이벤트와 같은 대량의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주문처리가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발생될 때 데이터베이스 부하로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마이크로 서비스의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연쇄적인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장에 또는 지연이 발생되게 되었습니다.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이러한 </a:t>
            </a:r>
            <a:r>
              <a:rPr dirty="0" sz="1800">
                <a:latin typeface="Malgun Gothic"/>
                <a:cs typeface="Malgun Gothic"/>
              </a:rPr>
              <a:t>부분을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개선하기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위해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EDA를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마이크로 서비스에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적용하기위해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Confluent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Platform을 도입하였고, 기존 데이터베이스의</a:t>
            </a:r>
            <a:r>
              <a:rPr dirty="0" sz="1800" spc="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부하를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효과적으로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감소시키면서 </a:t>
            </a:r>
            <a:r>
              <a:rPr dirty="0" sz="1800">
                <a:latin typeface="Malgun Gothic"/>
                <a:cs typeface="Malgun Gothic"/>
              </a:rPr>
              <a:t>서비스 안정성과 높은 처리량을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얻을 수 </a:t>
            </a:r>
            <a:r>
              <a:rPr dirty="0" sz="1800" spc="-10">
                <a:latin typeface="Malgun Gothic"/>
                <a:cs typeface="Malgun Gothic"/>
              </a:rPr>
              <a:t>있었습니다.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93596" y="1575562"/>
            <a:ext cx="14795500" cy="1434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100">
                <a:latin typeface="Arial"/>
                <a:cs typeface="Arial"/>
              </a:rPr>
              <a:t>Kakao</a:t>
            </a:r>
            <a:r>
              <a:rPr dirty="0" sz="2100" spc="495">
                <a:latin typeface="Arial"/>
                <a:cs typeface="Arial"/>
              </a:rPr>
              <a:t> </a:t>
            </a:r>
            <a:r>
              <a:rPr dirty="0" sz="2100">
                <a:latin typeface="Arial"/>
                <a:cs typeface="Arial"/>
              </a:rPr>
              <a:t>Games</a:t>
            </a:r>
            <a:r>
              <a:rPr dirty="0" sz="2100">
                <a:latin typeface="Malgun Gothic"/>
                <a:cs typeface="Malgun Gothic"/>
              </a:rPr>
              <a:t>는</a:t>
            </a:r>
            <a:r>
              <a:rPr dirty="0" sz="2100" spc="3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더</a:t>
            </a:r>
            <a:r>
              <a:rPr dirty="0" sz="2100" spc="3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나은</a:t>
            </a:r>
            <a:r>
              <a:rPr dirty="0" sz="2100" spc="3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분석을</a:t>
            </a:r>
            <a:r>
              <a:rPr dirty="0" sz="2100" spc="37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위해</a:t>
            </a:r>
            <a:r>
              <a:rPr dirty="0" sz="2100" spc="3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다양한</a:t>
            </a:r>
            <a:r>
              <a:rPr dirty="0" sz="2100" spc="37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게임</a:t>
            </a:r>
            <a:r>
              <a:rPr dirty="0" sz="2100" spc="3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스튜디오</a:t>
            </a:r>
            <a:r>
              <a:rPr dirty="0" sz="2100" spc="36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전체의</a:t>
            </a:r>
            <a:r>
              <a:rPr dirty="0" sz="2100" spc="37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실시간</a:t>
            </a:r>
            <a:r>
              <a:rPr dirty="0" sz="2100" spc="3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게임</a:t>
            </a:r>
            <a:r>
              <a:rPr dirty="0" sz="2100" spc="3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로그</a:t>
            </a:r>
            <a:r>
              <a:rPr dirty="0" sz="2100" spc="3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데이터를</a:t>
            </a:r>
            <a:r>
              <a:rPr dirty="0" sz="2100" spc="36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표준화하는</a:t>
            </a:r>
            <a:r>
              <a:rPr dirty="0" sz="2100" spc="365">
                <a:latin typeface="Malgun Gothic"/>
                <a:cs typeface="Malgun Gothic"/>
              </a:rPr>
              <a:t> </a:t>
            </a:r>
            <a:r>
              <a:rPr dirty="0" sz="2100" spc="-10">
                <a:latin typeface="Malgun Gothic"/>
                <a:cs typeface="Malgun Gothic"/>
              </a:rPr>
              <a:t>Confluent </a:t>
            </a:r>
            <a:r>
              <a:rPr dirty="0" sz="2100">
                <a:latin typeface="Malgun Gothic"/>
                <a:cs typeface="Malgun Gothic"/>
              </a:rPr>
              <a:t>Platform과</a:t>
            </a:r>
            <a:r>
              <a:rPr dirty="0" sz="2100" spc="29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ksqlDB를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활용하여</a:t>
            </a:r>
            <a:r>
              <a:rPr dirty="0" sz="2100" spc="29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실시간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파이프라인을</a:t>
            </a:r>
            <a:r>
              <a:rPr dirty="0" sz="2100" spc="29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구축하여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게임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내</a:t>
            </a:r>
            <a:r>
              <a:rPr dirty="0" sz="2100" spc="29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어뷰징을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추적하고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출시</a:t>
            </a:r>
            <a:r>
              <a:rPr dirty="0" sz="2100" spc="29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시간을</a:t>
            </a:r>
            <a:r>
              <a:rPr dirty="0" sz="2100" spc="295">
                <a:latin typeface="Malgun Gothic"/>
                <a:cs typeface="Malgun Gothic"/>
              </a:rPr>
              <a:t> </a:t>
            </a:r>
            <a:r>
              <a:rPr dirty="0" sz="2100" spc="-20">
                <a:latin typeface="Malgun Gothic"/>
                <a:cs typeface="Malgun Gothic"/>
              </a:rPr>
              <a:t>단축하며 </a:t>
            </a:r>
            <a:r>
              <a:rPr dirty="0" sz="2100">
                <a:latin typeface="Malgun Gothic"/>
                <a:cs typeface="Malgun Gothic"/>
              </a:rPr>
              <a:t>궁극적으로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풍부한</a:t>
            </a:r>
            <a:r>
              <a:rPr dirty="0" sz="2100" spc="2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게임</a:t>
            </a:r>
            <a:r>
              <a:rPr dirty="0" sz="2100" spc="204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경험을</a:t>
            </a:r>
            <a:r>
              <a:rPr dirty="0" sz="2100" spc="2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제공하였습니다.</a:t>
            </a:r>
            <a:r>
              <a:rPr dirty="0" sz="2100" spc="2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그</a:t>
            </a:r>
            <a:r>
              <a:rPr dirty="0" sz="2100" spc="2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결과</a:t>
            </a:r>
            <a:r>
              <a:rPr dirty="0" sz="2100" spc="2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실시간</a:t>
            </a:r>
            <a:r>
              <a:rPr dirty="0" sz="2100" spc="2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</a:t>
            </a:r>
            <a:r>
              <a:rPr dirty="0" sz="2100" spc="2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추적</a:t>
            </a:r>
            <a:r>
              <a:rPr dirty="0" sz="2100" spc="2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및</a:t>
            </a:r>
            <a:r>
              <a:rPr dirty="0" sz="2100" spc="19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분석,</a:t>
            </a:r>
            <a:r>
              <a:rPr dirty="0" sz="2100" spc="2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시장</a:t>
            </a:r>
            <a:r>
              <a:rPr dirty="0" sz="2100" spc="204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출시</a:t>
            </a:r>
            <a:r>
              <a:rPr dirty="0" sz="2100" spc="2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시간</a:t>
            </a:r>
            <a:r>
              <a:rPr dirty="0" sz="2100" spc="204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단축,</a:t>
            </a:r>
            <a:r>
              <a:rPr dirty="0" sz="2100" spc="2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향상된</a:t>
            </a:r>
            <a:r>
              <a:rPr dirty="0" sz="2100" spc="220">
                <a:latin typeface="Malgun Gothic"/>
                <a:cs typeface="Malgun Gothic"/>
              </a:rPr>
              <a:t> </a:t>
            </a:r>
            <a:r>
              <a:rPr dirty="0" sz="2100" spc="-25">
                <a:latin typeface="Malgun Gothic"/>
                <a:cs typeface="Malgun Gothic"/>
              </a:rPr>
              <a:t>게임 </a:t>
            </a:r>
            <a:r>
              <a:rPr dirty="0" sz="2100">
                <a:latin typeface="Malgun Gothic"/>
                <a:cs typeface="Malgun Gothic"/>
              </a:rPr>
              <a:t>경험을</a:t>
            </a:r>
            <a:r>
              <a:rPr dirty="0" sz="2100" spc="-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통해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활성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사용자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및</a:t>
            </a:r>
            <a:r>
              <a:rPr dirty="0" sz="2100" spc="-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수익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증가의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효과를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 spc="-10">
                <a:latin typeface="Malgun Gothic"/>
                <a:cs typeface="Malgun Gothic"/>
              </a:rPr>
              <a:t>얻으셨습니다.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925681" y="4738878"/>
            <a:ext cx="4744085" cy="468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Malgun Gothic"/>
                <a:cs typeface="Malgun Gothic"/>
              </a:rPr>
              <a:t>Challenges</a:t>
            </a:r>
            <a:endParaRPr sz="1800">
              <a:latin typeface="Malgun Gothic"/>
              <a:cs typeface="Malgun Gothic"/>
            </a:endParaRPr>
          </a:p>
          <a:p>
            <a:pPr marL="429895" marR="13970" indent="-417830">
              <a:lnSpc>
                <a:spcPct val="100000"/>
              </a:lnSpc>
              <a:buSzPct val="66666"/>
              <a:buFont typeface="Arial"/>
              <a:buChar char="•"/>
              <a:tabLst>
                <a:tab pos="429895" algn="l"/>
              </a:tabLst>
            </a:pPr>
            <a:r>
              <a:rPr dirty="0" sz="1800">
                <a:latin typeface="Malgun Gothic"/>
                <a:cs typeface="Malgun Gothic"/>
              </a:rPr>
              <a:t>사용자 행위에 대한 분석을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현재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일 </a:t>
            </a:r>
            <a:r>
              <a:rPr dirty="0" sz="1800" spc="-25">
                <a:latin typeface="Malgun Gothic"/>
                <a:cs typeface="Malgun Gothic"/>
              </a:rPr>
              <a:t>배치 </a:t>
            </a:r>
            <a:r>
              <a:rPr dirty="0" sz="1800">
                <a:latin typeface="Malgun Gothic"/>
                <a:cs typeface="Malgun Gothic"/>
              </a:rPr>
              <a:t>위주로 분석 후 서비스에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반영함으로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인한 </a:t>
            </a:r>
            <a:r>
              <a:rPr dirty="0" sz="1800">
                <a:latin typeface="Malgun Gothic"/>
                <a:cs typeface="Malgun Gothic"/>
              </a:rPr>
              <a:t>서비스 품질 </a:t>
            </a:r>
            <a:r>
              <a:rPr dirty="0" sz="1800" spc="-25">
                <a:latin typeface="Malgun Gothic"/>
                <a:cs typeface="Malgun Gothic"/>
              </a:rPr>
              <a:t>저하</a:t>
            </a:r>
            <a:endParaRPr sz="1800">
              <a:latin typeface="Malgun Gothic"/>
              <a:cs typeface="Malgun Gothic"/>
            </a:endParaRPr>
          </a:p>
          <a:p>
            <a:pPr marL="429895" marR="5080" indent="-417830">
              <a:lnSpc>
                <a:spcPct val="100000"/>
              </a:lnSpc>
              <a:buSzPct val="66666"/>
              <a:buFont typeface="Arial"/>
              <a:buChar char="•"/>
              <a:tabLst>
                <a:tab pos="429895" algn="l"/>
              </a:tabLst>
            </a:pPr>
            <a:r>
              <a:rPr dirty="0" sz="1800">
                <a:latin typeface="Malgun Gothic"/>
                <a:cs typeface="Malgun Gothic"/>
              </a:rPr>
              <a:t>다양한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외부/적정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솔루션을 운영하기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위한 </a:t>
            </a:r>
            <a:r>
              <a:rPr dirty="0" sz="1800">
                <a:latin typeface="Malgun Gothic"/>
                <a:cs typeface="Malgun Gothic"/>
              </a:rPr>
              <a:t>인력 및 노하우 </a:t>
            </a:r>
            <a:r>
              <a:rPr dirty="0" sz="1800" spc="-25">
                <a:latin typeface="Malgun Gothic"/>
                <a:cs typeface="Malgun Gothic"/>
              </a:rPr>
              <a:t>부족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latin typeface="Malgun Gothic"/>
                <a:cs typeface="Malgun Gothic"/>
              </a:rPr>
              <a:t>Solutions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Malgun Gothic"/>
                <a:cs typeface="Malgun Gothic"/>
              </a:rPr>
              <a:t>-</a:t>
            </a:r>
            <a:r>
              <a:rPr dirty="0" sz="1800" spc="-5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Confluent</a:t>
            </a:r>
            <a:r>
              <a:rPr dirty="0" sz="1800" spc="-7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Platform(Kafka),</a:t>
            </a:r>
            <a:r>
              <a:rPr dirty="0" sz="1800" spc="-3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ksqlDB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latin typeface="Malgun Gothic"/>
                <a:cs typeface="Malgun Gothic"/>
              </a:rPr>
              <a:t>Results</a:t>
            </a:r>
            <a:endParaRPr sz="1800">
              <a:latin typeface="Malgun Gothic"/>
              <a:cs typeface="Malgun Gothic"/>
            </a:endParaRPr>
          </a:p>
          <a:p>
            <a:pPr marL="429895" indent="-417195">
              <a:lnSpc>
                <a:spcPct val="100000"/>
              </a:lnSpc>
              <a:buSzPct val="66666"/>
              <a:buFont typeface="Arial"/>
              <a:buChar char="•"/>
              <a:tabLst>
                <a:tab pos="429895" algn="l"/>
              </a:tabLst>
            </a:pPr>
            <a:r>
              <a:rPr dirty="0" sz="1800">
                <a:latin typeface="Malgun Gothic"/>
                <a:cs typeface="Malgun Gothic"/>
              </a:rPr>
              <a:t>빠른 서비스 </a:t>
            </a:r>
            <a:r>
              <a:rPr dirty="0" sz="1800" spc="-25">
                <a:latin typeface="Malgun Gothic"/>
                <a:cs typeface="Malgun Gothic"/>
              </a:rPr>
              <a:t>출시</a:t>
            </a:r>
            <a:endParaRPr sz="1800">
              <a:latin typeface="Malgun Gothic"/>
              <a:cs typeface="Malgun Gothic"/>
            </a:endParaRPr>
          </a:p>
          <a:p>
            <a:pPr marL="429895" marR="44450" indent="-417830">
              <a:lnSpc>
                <a:spcPct val="100000"/>
              </a:lnSpc>
              <a:buSzPct val="66666"/>
              <a:buFont typeface="Arial"/>
              <a:buChar char="•"/>
              <a:tabLst>
                <a:tab pos="429895" algn="l"/>
              </a:tabLst>
            </a:pPr>
            <a:r>
              <a:rPr dirty="0" sz="1800">
                <a:latin typeface="Malgun Gothic"/>
                <a:cs typeface="Malgun Gothic"/>
              </a:rPr>
              <a:t>수 많은 서버의 사용자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행위를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실 </a:t>
            </a:r>
            <a:r>
              <a:rPr dirty="0" sz="1800" spc="-25">
                <a:latin typeface="Malgun Gothic"/>
                <a:cs typeface="Malgun Gothic"/>
              </a:rPr>
              <a:t>시간으 </a:t>
            </a:r>
            <a:r>
              <a:rPr dirty="0" sz="1800">
                <a:latin typeface="Malgun Gothic"/>
                <a:cs typeface="Malgun Gothic"/>
              </a:rPr>
              <a:t>로 수집하여 다양하게 실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시간으로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분석 </a:t>
            </a:r>
            <a:r>
              <a:rPr dirty="0" sz="1800" spc="-50">
                <a:latin typeface="Malgun Gothic"/>
                <a:cs typeface="Malgun Gothic"/>
              </a:rPr>
              <a:t>– </a:t>
            </a:r>
            <a:r>
              <a:rPr dirty="0" sz="1800">
                <a:latin typeface="Malgun Gothic"/>
                <a:cs typeface="Malgun Gothic"/>
              </a:rPr>
              <a:t>이상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징후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탐지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(Fraud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Detection)</a:t>
            </a:r>
            <a:endParaRPr sz="1800">
              <a:latin typeface="Malgun Gothic"/>
              <a:cs typeface="Malgun Gothic"/>
            </a:endParaRPr>
          </a:p>
          <a:p>
            <a:pPr marL="429895" indent="-417195">
              <a:lnSpc>
                <a:spcPct val="100000"/>
              </a:lnSpc>
              <a:spcBef>
                <a:spcPts val="5"/>
              </a:spcBef>
              <a:buSzPct val="66666"/>
              <a:buFont typeface="Calibri"/>
              <a:buChar char="•"/>
              <a:tabLst>
                <a:tab pos="429895" algn="l"/>
              </a:tabLst>
            </a:pPr>
            <a:r>
              <a:rPr dirty="0" sz="1800">
                <a:latin typeface="Malgun Gothic"/>
                <a:cs typeface="Malgun Gothic"/>
              </a:rPr>
              <a:t>400</a:t>
            </a:r>
            <a:r>
              <a:rPr dirty="0" sz="1800" spc="-3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개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이상의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Persistent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Query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수행</a:t>
            </a:r>
            <a:endParaRPr sz="1800">
              <a:latin typeface="Malgun Gothic"/>
              <a:cs typeface="Malgun Gothic"/>
            </a:endParaRPr>
          </a:p>
          <a:p>
            <a:pPr marL="429895" indent="-387350">
              <a:lnSpc>
                <a:spcPct val="100000"/>
              </a:lnSpc>
              <a:buSzPct val="55555"/>
              <a:buFont typeface="Arial"/>
              <a:buChar char="•"/>
              <a:tabLst>
                <a:tab pos="429895" algn="l"/>
              </a:tabLst>
            </a:pPr>
            <a:r>
              <a:rPr dirty="0" sz="1800">
                <a:latin typeface="Malgun Gothic"/>
                <a:cs typeface="Malgun Gothic"/>
              </a:rPr>
              <a:t>적은 인력으로 안정적 서비스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수행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72742" y="3387090"/>
            <a:ext cx="10365740" cy="6207760"/>
            <a:chOff x="1372742" y="3387090"/>
            <a:chExt cx="10365740" cy="62077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2742" y="3387090"/>
              <a:ext cx="3893565" cy="177660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8057" y="5182578"/>
              <a:ext cx="9750171" cy="441210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3164" y="3421634"/>
              <a:ext cx="4042917" cy="18145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963657" y="3421773"/>
            <a:ext cx="6842759" cy="1062355"/>
          </a:xfrm>
          <a:prstGeom prst="rect">
            <a:avLst/>
          </a:prstGeom>
          <a:ln w="25400">
            <a:solidFill>
              <a:srgbClr val="38CCEC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2075" marR="108585">
              <a:lnSpc>
                <a:spcPct val="100000"/>
              </a:lnSpc>
              <a:spcBef>
                <a:spcPts val="315"/>
              </a:spcBef>
            </a:pPr>
            <a:r>
              <a:rPr dirty="0" sz="2100" spc="-10">
                <a:latin typeface="Arial"/>
                <a:cs typeface="Arial"/>
              </a:rPr>
              <a:t>2022</a:t>
            </a:r>
            <a:r>
              <a:rPr dirty="0" sz="2100" spc="-10">
                <a:latin typeface="Malgun Gothic"/>
                <a:cs typeface="Malgun Gothic"/>
              </a:rPr>
              <a:t>년</a:t>
            </a:r>
            <a:r>
              <a:rPr dirty="0" sz="2100" spc="-175">
                <a:latin typeface="Malgun Gothic"/>
                <a:cs typeface="Malgun Gothic"/>
              </a:rPr>
              <a:t> </a:t>
            </a:r>
            <a:r>
              <a:rPr dirty="0" sz="2100">
                <a:latin typeface="Arial"/>
                <a:cs typeface="Arial"/>
              </a:rPr>
              <a:t>Current(Confluent</a:t>
            </a:r>
            <a:r>
              <a:rPr dirty="0" sz="2100" spc="-25">
                <a:latin typeface="Arial"/>
                <a:cs typeface="Arial"/>
              </a:rPr>
              <a:t> </a:t>
            </a:r>
            <a:r>
              <a:rPr dirty="0" sz="2100">
                <a:latin typeface="Malgun Gothic"/>
                <a:cs typeface="Malgun Gothic"/>
              </a:rPr>
              <a:t>연중</a:t>
            </a:r>
            <a:r>
              <a:rPr dirty="0" sz="2100" spc="-17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고객행사</a:t>
            </a:r>
            <a:r>
              <a:rPr dirty="0" sz="2100">
                <a:latin typeface="Arial"/>
                <a:cs typeface="Arial"/>
              </a:rPr>
              <a:t>)</a:t>
            </a:r>
            <a:r>
              <a:rPr dirty="0" sz="2100">
                <a:latin typeface="Malgun Gothic"/>
                <a:cs typeface="Malgun Gothic"/>
              </a:rPr>
              <a:t>에서</a:t>
            </a:r>
            <a:r>
              <a:rPr dirty="0" sz="2100" spc="-17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고객</a:t>
            </a:r>
            <a:r>
              <a:rPr dirty="0" sz="2100" spc="-170">
                <a:latin typeface="Malgun Gothic"/>
                <a:cs typeface="Malgun Gothic"/>
              </a:rPr>
              <a:t> </a:t>
            </a:r>
            <a:r>
              <a:rPr dirty="0" sz="2100" spc="-25">
                <a:latin typeface="Malgun Gothic"/>
                <a:cs typeface="Malgun Gothic"/>
              </a:rPr>
              <a:t>성공 </a:t>
            </a:r>
            <a:r>
              <a:rPr dirty="0" sz="2100">
                <a:latin typeface="Malgun Gothic"/>
                <a:cs typeface="Malgun Gothic"/>
              </a:rPr>
              <a:t>사례</a:t>
            </a:r>
            <a:r>
              <a:rPr dirty="0" sz="2100" spc="-155">
                <a:latin typeface="Malgun Gothic"/>
                <a:cs typeface="Malgun Gothic"/>
              </a:rPr>
              <a:t> </a:t>
            </a:r>
            <a:r>
              <a:rPr dirty="0" sz="2100" spc="-25">
                <a:latin typeface="Malgun Gothic"/>
                <a:cs typeface="Malgun Gothic"/>
              </a:rPr>
              <a:t>발표</a:t>
            </a:r>
            <a:endParaRPr sz="2100">
              <a:latin typeface="Malgun Gothic"/>
              <a:cs typeface="Malgun Gothic"/>
            </a:endParaRPr>
          </a:p>
          <a:p>
            <a:pPr marL="92075">
              <a:lnSpc>
                <a:spcPct val="100000"/>
              </a:lnSpc>
            </a:pPr>
            <a:r>
              <a:rPr dirty="0" sz="2100" spc="-10" b="1">
                <a:latin typeface="Arial"/>
                <a:cs typeface="Arial"/>
              </a:rPr>
              <a:t>ksqlDB</a:t>
            </a:r>
            <a:r>
              <a:rPr dirty="0" sz="2100" spc="-10" b="1">
                <a:latin typeface="Malgun Gothic"/>
                <a:cs typeface="Malgun Gothic"/>
              </a:rPr>
              <a:t>를</a:t>
            </a:r>
            <a:r>
              <a:rPr dirty="0" sz="2100" spc="-155" b="1">
                <a:latin typeface="Malgun Gothic"/>
                <a:cs typeface="Malgun Gothic"/>
              </a:rPr>
              <a:t> </a:t>
            </a:r>
            <a:r>
              <a:rPr dirty="0" sz="2100" b="1">
                <a:latin typeface="Malgun Gothic"/>
                <a:cs typeface="Malgun Gothic"/>
              </a:rPr>
              <a:t>이용한</a:t>
            </a:r>
            <a:r>
              <a:rPr dirty="0" sz="2100" spc="-155" b="1">
                <a:latin typeface="Malgun Gothic"/>
                <a:cs typeface="Malgun Gothic"/>
              </a:rPr>
              <a:t> </a:t>
            </a:r>
            <a:r>
              <a:rPr dirty="0" sz="2100" b="1">
                <a:latin typeface="Malgun Gothic"/>
                <a:cs typeface="Malgun Gothic"/>
              </a:rPr>
              <a:t>실시간</a:t>
            </a:r>
            <a:r>
              <a:rPr dirty="0" sz="2100" spc="-150" b="1">
                <a:latin typeface="Malgun Gothic"/>
                <a:cs typeface="Malgun Gothic"/>
              </a:rPr>
              <a:t> </a:t>
            </a:r>
            <a:r>
              <a:rPr dirty="0" sz="2100" b="1">
                <a:latin typeface="Malgun Gothic"/>
                <a:cs typeface="Malgun Gothic"/>
              </a:rPr>
              <a:t>사기</a:t>
            </a:r>
            <a:r>
              <a:rPr dirty="0" sz="2100" spc="-155" b="1">
                <a:latin typeface="Malgun Gothic"/>
                <a:cs typeface="Malgun Gothic"/>
              </a:rPr>
              <a:t> </a:t>
            </a:r>
            <a:r>
              <a:rPr dirty="0" sz="2100" b="1">
                <a:latin typeface="Malgun Gothic"/>
                <a:cs typeface="Malgun Gothic"/>
              </a:rPr>
              <a:t>탐지</a:t>
            </a:r>
            <a:r>
              <a:rPr dirty="0" sz="2100" spc="-155" b="1">
                <a:latin typeface="Malgun Gothic"/>
                <a:cs typeface="Malgun Gothic"/>
              </a:rPr>
              <a:t> </a:t>
            </a:r>
            <a:r>
              <a:rPr dirty="0" sz="2100" b="1">
                <a:latin typeface="Malgun Gothic"/>
                <a:cs typeface="Malgun Gothic"/>
              </a:rPr>
              <a:t>적용</a:t>
            </a:r>
            <a:r>
              <a:rPr dirty="0" sz="2100" spc="-155" b="1">
                <a:latin typeface="Malgun Gothic"/>
                <a:cs typeface="Malgun Gothic"/>
              </a:rPr>
              <a:t> </a:t>
            </a:r>
            <a:r>
              <a:rPr dirty="0" sz="2100" spc="-25" b="1">
                <a:latin typeface="Malgun Gothic"/>
                <a:cs typeface="Malgun Gothic"/>
              </a:rPr>
              <a:t>사례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076769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Kakao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Games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사기 탐지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구현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72589" y="1575562"/>
            <a:ext cx="14752955" cy="2645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2100">
                <a:latin typeface="Malgun Gothic"/>
                <a:cs typeface="Malgun Gothic"/>
              </a:rPr>
              <a:t>L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물류사에서는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Kafka를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Integration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Hub로써</a:t>
            </a:r>
            <a:r>
              <a:rPr dirty="0" sz="2100" spc="18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SAP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MDG와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ERP를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주요</a:t>
            </a:r>
            <a:r>
              <a:rPr dirty="0" sz="2100" spc="18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시스템으로</a:t>
            </a:r>
            <a:r>
              <a:rPr dirty="0" sz="2100" spc="19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대용량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전송을</a:t>
            </a:r>
            <a:r>
              <a:rPr dirty="0" sz="2100" spc="19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위한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ETL</a:t>
            </a:r>
            <a:r>
              <a:rPr dirty="0" sz="2100" spc="200">
                <a:latin typeface="Malgun Gothic"/>
                <a:cs typeface="Malgun Gothic"/>
              </a:rPr>
              <a:t> </a:t>
            </a:r>
            <a:r>
              <a:rPr dirty="0" sz="2100" spc="-25">
                <a:latin typeface="Malgun Gothic"/>
                <a:cs typeface="Malgun Gothic"/>
              </a:rPr>
              <a:t>기능, </a:t>
            </a:r>
            <a:r>
              <a:rPr dirty="0" sz="2100">
                <a:latin typeface="Malgun Gothic"/>
                <a:cs typeface="Malgun Gothic"/>
              </a:rPr>
              <a:t>실시간</a:t>
            </a:r>
            <a:r>
              <a:rPr dirty="0" sz="2100" spc="4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업무데이터</a:t>
            </a:r>
            <a:r>
              <a:rPr dirty="0" sz="2100" spc="459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송수신을</a:t>
            </a:r>
            <a:r>
              <a:rPr dirty="0" sz="2100" spc="4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위한</a:t>
            </a:r>
            <a:r>
              <a:rPr dirty="0" sz="2100" spc="459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EAI</a:t>
            </a:r>
            <a:r>
              <a:rPr dirty="0" sz="2100" spc="4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역할을</a:t>
            </a:r>
            <a:r>
              <a:rPr dirty="0" sz="2100" spc="4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대체하여</a:t>
            </a:r>
            <a:r>
              <a:rPr dirty="0" sz="2100" spc="459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운영하고</a:t>
            </a:r>
            <a:r>
              <a:rPr dirty="0" sz="2100" spc="4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있습니다.</a:t>
            </a:r>
            <a:r>
              <a:rPr dirty="0" sz="2100" spc="42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Kafka를</a:t>
            </a:r>
            <a:r>
              <a:rPr dirty="0" sz="2100" spc="459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차세대</a:t>
            </a:r>
            <a:r>
              <a:rPr dirty="0" sz="2100" spc="459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프로젝트의</a:t>
            </a:r>
            <a:r>
              <a:rPr dirty="0" sz="2100" spc="45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MSA의</a:t>
            </a:r>
            <a:r>
              <a:rPr dirty="0" sz="2100" spc="459">
                <a:latin typeface="Malgun Gothic"/>
                <a:cs typeface="Malgun Gothic"/>
              </a:rPr>
              <a:t> </a:t>
            </a:r>
            <a:r>
              <a:rPr dirty="0" sz="2100" spc="-20">
                <a:latin typeface="Malgun Gothic"/>
                <a:cs typeface="Malgun Gothic"/>
              </a:rPr>
              <a:t>Event </a:t>
            </a:r>
            <a:r>
              <a:rPr dirty="0" sz="2100">
                <a:latin typeface="Malgun Gothic"/>
                <a:cs typeface="Malgun Gothic"/>
              </a:rPr>
              <a:t>Sourcing</a:t>
            </a:r>
            <a:r>
              <a:rPr dirty="0" sz="2100" spc="6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Platform과</a:t>
            </a:r>
            <a:r>
              <a:rPr dirty="0" sz="2100" spc="8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EAI</a:t>
            </a:r>
            <a:r>
              <a:rPr dirty="0" sz="2100" spc="7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Modernization</a:t>
            </a:r>
            <a:r>
              <a:rPr dirty="0" sz="2100" spc="8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목적으로</a:t>
            </a:r>
            <a:r>
              <a:rPr dirty="0" sz="2100" spc="6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활용하였으며,</a:t>
            </a:r>
            <a:r>
              <a:rPr dirty="0" sz="2100" spc="7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</a:t>
            </a:r>
            <a:r>
              <a:rPr dirty="0" sz="2100" spc="6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파이프라인을</a:t>
            </a:r>
            <a:r>
              <a:rPr dirty="0" sz="2100" spc="7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통해</a:t>
            </a:r>
            <a:r>
              <a:rPr dirty="0" sz="2100" spc="6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각</a:t>
            </a:r>
            <a:r>
              <a:rPr dirty="0" sz="2100" spc="5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비즈니스</a:t>
            </a:r>
            <a:r>
              <a:rPr dirty="0" sz="2100" spc="8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유닛</a:t>
            </a:r>
            <a:r>
              <a:rPr dirty="0" sz="2100" spc="7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별</a:t>
            </a:r>
            <a:r>
              <a:rPr dirty="0" sz="2100" spc="65">
                <a:latin typeface="Malgun Gothic"/>
                <a:cs typeface="Malgun Gothic"/>
              </a:rPr>
              <a:t> </a:t>
            </a:r>
            <a:r>
              <a:rPr dirty="0" sz="2100" spc="-20">
                <a:latin typeface="Malgun Gothic"/>
                <a:cs typeface="Malgun Gothic"/>
              </a:rPr>
              <a:t>데이터를 </a:t>
            </a:r>
            <a:r>
              <a:rPr dirty="0" sz="2100" spc="80">
                <a:latin typeface="Malgun Gothic"/>
                <a:cs typeface="Malgun Gothic"/>
              </a:rPr>
              <a:t>효율적으로</a:t>
            </a:r>
            <a:r>
              <a:rPr dirty="0" sz="2100" spc="520">
                <a:latin typeface="Malgun Gothic"/>
                <a:cs typeface="Malgun Gothic"/>
              </a:rPr>
              <a:t> </a:t>
            </a:r>
            <a:r>
              <a:rPr dirty="0" sz="2100" spc="75">
                <a:latin typeface="Malgun Gothic"/>
                <a:cs typeface="Malgun Gothic"/>
              </a:rPr>
              <a:t>제공하고</a:t>
            </a:r>
            <a:r>
              <a:rPr dirty="0" sz="2100" spc="-105">
                <a:latin typeface="Malgun Gothic"/>
                <a:cs typeface="Malgun Gothic"/>
              </a:rPr>
              <a:t>  </a:t>
            </a:r>
            <a:r>
              <a:rPr dirty="0" sz="2100" spc="45">
                <a:latin typeface="Malgun Gothic"/>
                <a:cs typeface="Malgun Gothic"/>
              </a:rPr>
              <a:t>물류</a:t>
            </a:r>
            <a:r>
              <a:rPr dirty="0" sz="2100" spc="-105">
                <a:latin typeface="Malgun Gothic"/>
                <a:cs typeface="Malgun Gothic"/>
              </a:rPr>
              <a:t>  </a:t>
            </a:r>
            <a:r>
              <a:rPr dirty="0" sz="2100" spc="75">
                <a:latin typeface="Malgun Gothic"/>
                <a:cs typeface="Malgun Gothic"/>
              </a:rPr>
              <a:t>서비스의</a:t>
            </a:r>
            <a:r>
              <a:rPr dirty="0" sz="2100" spc="-105">
                <a:latin typeface="Malgun Gothic"/>
                <a:cs typeface="Malgun Gothic"/>
              </a:rPr>
              <a:t>  </a:t>
            </a:r>
            <a:r>
              <a:rPr dirty="0" sz="2100" spc="80">
                <a:latin typeface="Malgun Gothic"/>
                <a:cs typeface="Malgun Gothic"/>
              </a:rPr>
              <a:t>송장/인벤토리</a:t>
            </a:r>
            <a:r>
              <a:rPr dirty="0" sz="2100" spc="-100">
                <a:latin typeface="Malgun Gothic"/>
                <a:cs typeface="Malgun Gothic"/>
              </a:rPr>
              <a:t>  </a:t>
            </a:r>
            <a:r>
              <a:rPr dirty="0" sz="2100" spc="75">
                <a:latin typeface="Malgun Gothic"/>
                <a:cs typeface="Malgun Gothic"/>
              </a:rPr>
              <a:t>관리/위치</a:t>
            </a:r>
            <a:r>
              <a:rPr dirty="0" sz="2100" spc="-110">
                <a:latin typeface="Malgun Gothic"/>
                <a:cs typeface="Malgun Gothic"/>
              </a:rPr>
              <a:t>  </a:t>
            </a:r>
            <a:r>
              <a:rPr dirty="0" sz="2100" spc="45">
                <a:latin typeface="Malgun Gothic"/>
                <a:cs typeface="Malgun Gothic"/>
              </a:rPr>
              <a:t>추적</a:t>
            </a:r>
            <a:r>
              <a:rPr dirty="0" sz="2100" spc="520">
                <a:latin typeface="Malgun Gothic"/>
                <a:cs typeface="Malgun Gothic"/>
              </a:rPr>
              <a:t> </a:t>
            </a:r>
            <a:r>
              <a:rPr dirty="0" sz="2100" spc="50">
                <a:latin typeface="Malgun Gothic"/>
                <a:cs typeface="Malgun Gothic"/>
              </a:rPr>
              <a:t>등의</a:t>
            </a:r>
            <a:r>
              <a:rPr dirty="0" sz="2100" spc="-105">
                <a:latin typeface="Malgun Gothic"/>
                <a:cs typeface="Malgun Gothic"/>
              </a:rPr>
              <a:t>  </a:t>
            </a:r>
            <a:r>
              <a:rPr dirty="0" sz="2100" spc="60">
                <a:latin typeface="Malgun Gothic"/>
                <a:cs typeface="Malgun Gothic"/>
              </a:rPr>
              <a:t>업무를</a:t>
            </a:r>
            <a:r>
              <a:rPr dirty="0" sz="2100" spc="-100">
                <a:latin typeface="Malgun Gothic"/>
                <a:cs typeface="Malgun Gothic"/>
              </a:rPr>
              <a:t>  </a:t>
            </a:r>
            <a:r>
              <a:rPr dirty="0" sz="2100" spc="60">
                <a:latin typeface="Malgun Gothic"/>
                <a:cs typeface="Malgun Gothic"/>
              </a:rPr>
              <a:t>실시간</a:t>
            </a:r>
            <a:r>
              <a:rPr dirty="0" sz="2100" spc="520">
                <a:latin typeface="Malgun Gothic"/>
                <a:cs typeface="Malgun Gothic"/>
              </a:rPr>
              <a:t> </a:t>
            </a:r>
            <a:r>
              <a:rPr dirty="0" sz="2100" spc="70">
                <a:latin typeface="Malgun Gothic"/>
                <a:cs typeface="Malgun Gothic"/>
              </a:rPr>
              <a:t>데이터를</a:t>
            </a:r>
            <a:r>
              <a:rPr dirty="0" sz="2100" spc="-110">
                <a:latin typeface="Malgun Gothic"/>
                <a:cs typeface="Malgun Gothic"/>
              </a:rPr>
              <a:t>  </a:t>
            </a:r>
            <a:r>
              <a:rPr dirty="0" sz="2100" spc="65">
                <a:latin typeface="Malgun Gothic"/>
                <a:cs typeface="Malgun Gothic"/>
              </a:rPr>
              <a:t>활용할</a:t>
            </a:r>
            <a:r>
              <a:rPr dirty="0" sz="2100" spc="-105">
                <a:latin typeface="Malgun Gothic"/>
                <a:cs typeface="Malgun Gothic"/>
              </a:rPr>
              <a:t>  </a:t>
            </a:r>
            <a:r>
              <a:rPr dirty="0" sz="2100">
                <a:latin typeface="Malgun Gothic"/>
                <a:cs typeface="Malgun Gothic"/>
              </a:rPr>
              <a:t>수</a:t>
            </a:r>
            <a:r>
              <a:rPr dirty="0" sz="2100" spc="-105">
                <a:latin typeface="Malgun Gothic"/>
                <a:cs typeface="Malgun Gothic"/>
              </a:rPr>
              <a:t>  </a:t>
            </a:r>
            <a:r>
              <a:rPr dirty="0" sz="2100" spc="55">
                <a:latin typeface="Malgun Gothic"/>
                <a:cs typeface="Malgun Gothic"/>
              </a:rPr>
              <a:t>있게 </a:t>
            </a:r>
            <a:r>
              <a:rPr dirty="0" sz="2100" spc="-10">
                <a:latin typeface="Malgun Gothic"/>
                <a:cs typeface="Malgun Gothic"/>
              </a:rPr>
              <a:t>되었습니다.</a:t>
            </a:r>
            <a:endParaRPr sz="2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100">
              <a:latin typeface="Malgun Gothic"/>
              <a:cs typeface="Malgun Gothic"/>
            </a:endParaRPr>
          </a:p>
          <a:p>
            <a:pPr algn="r" marR="3230880">
              <a:lnSpc>
                <a:spcPct val="100000"/>
              </a:lnSpc>
            </a:pPr>
            <a:r>
              <a:rPr dirty="0" sz="1650" spc="-10" b="1">
                <a:latin typeface="Malgun Gothic"/>
                <a:cs typeface="Malgun Gothic"/>
              </a:rPr>
              <a:t>Challenges</a:t>
            </a:r>
            <a:endParaRPr sz="1650">
              <a:latin typeface="Malgun Gothic"/>
              <a:cs typeface="Malgun Gothic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938523" y="4281296"/>
            <a:ext cx="6052185" cy="5360035"/>
            <a:chOff x="3938523" y="4281296"/>
            <a:chExt cx="6052185" cy="5360035"/>
          </a:xfrm>
        </p:grpSpPr>
        <p:sp>
          <p:nvSpPr>
            <p:cNvPr id="4" name="object 4" descr=""/>
            <p:cNvSpPr/>
            <p:nvPr/>
          </p:nvSpPr>
          <p:spPr>
            <a:xfrm>
              <a:off x="3954398" y="4297171"/>
              <a:ext cx="6020435" cy="5328285"/>
            </a:xfrm>
            <a:custGeom>
              <a:avLst/>
              <a:gdLst/>
              <a:ahLst/>
              <a:cxnLst/>
              <a:rect l="l" t="t" r="r" b="b"/>
              <a:pathLst>
                <a:path w="6020434" h="5328284">
                  <a:moveTo>
                    <a:pt x="0" y="343153"/>
                  </a:moveTo>
                  <a:lnTo>
                    <a:pt x="3133" y="296597"/>
                  </a:lnTo>
                  <a:lnTo>
                    <a:pt x="12260" y="251942"/>
                  </a:lnTo>
                  <a:lnTo>
                    <a:pt x="26971" y="209597"/>
                  </a:lnTo>
                  <a:lnTo>
                    <a:pt x="46858" y="169973"/>
                  </a:lnTo>
                  <a:lnTo>
                    <a:pt x="71510" y="133477"/>
                  </a:lnTo>
                  <a:lnTo>
                    <a:pt x="100520" y="100520"/>
                  </a:lnTo>
                  <a:lnTo>
                    <a:pt x="133477" y="71510"/>
                  </a:lnTo>
                  <a:lnTo>
                    <a:pt x="169973" y="46858"/>
                  </a:lnTo>
                  <a:lnTo>
                    <a:pt x="209597" y="26971"/>
                  </a:lnTo>
                  <a:lnTo>
                    <a:pt x="251942" y="12260"/>
                  </a:lnTo>
                  <a:lnTo>
                    <a:pt x="296597" y="3133"/>
                  </a:lnTo>
                  <a:lnTo>
                    <a:pt x="343153" y="0"/>
                  </a:lnTo>
                  <a:lnTo>
                    <a:pt x="5677154" y="0"/>
                  </a:lnTo>
                  <a:lnTo>
                    <a:pt x="5723710" y="3133"/>
                  </a:lnTo>
                  <a:lnTo>
                    <a:pt x="5768365" y="12260"/>
                  </a:lnTo>
                  <a:lnTo>
                    <a:pt x="5810710" y="26971"/>
                  </a:lnTo>
                  <a:lnTo>
                    <a:pt x="5850334" y="46858"/>
                  </a:lnTo>
                  <a:lnTo>
                    <a:pt x="5886830" y="71510"/>
                  </a:lnTo>
                  <a:lnTo>
                    <a:pt x="5919787" y="100520"/>
                  </a:lnTo>
                  <a:lnTo>
                    <a:pt x="5948797" y="133477"/>
                  </a:lnTo>
                  <a:lnTo>
                    <a:pt x="5973449" y="169973"/>
                  </a:lnTo>
                  <a:lnTo>
                    <a:pt x="5993336" y="209597"/>
                  </a:lnTo>
                  <a:lnTo>
                    <a:pt x="6008047" y="251942"/>
                  </a:lnTo>
                  <a:lnTo>
                    <a:pt x="6017174" y="296597"/>
                  </a:lnTo>
                  <a:lnTo>
                    <a:pt x="6020308" y="343153"/>
                  </a:lnTo>
                  <a:lnTo>
                    <a:pt x="6020308" y="4984673"/>
                  </a:lnTo>
                  <a:lnTo>
                    <a:pt x="6017174" y="5031238"/>
                  </a:lnTo>
                  <a:lnTo>
                    <a:pt x="6008047" y="5075899"/>
                  </a:lnTo>
                  <a:lnTo>
                    <a:pt x="5993336" y="5118248"/>
                  </a:lnTo>
                  <a:lnTo>
                    <a:pt x="5973449" y="5157874"/>
                  </a:lnTo>
                  <a:lnTo>
                    <a:pt x="5948797" y="5194371"/>
                  </a:lnTo>
                  <a:lnTo>
                    <a:pt x="5919787" y="5227327"/>
                  </a:lnTo>
                  <a:lnTo>
                    <a:pt x="5886830" y="5256336"/>
                  </a:lnTo>
                  <a:lnTo>
                    <a:pt x="5850334" y="5280987"/>
                  </a:lnTo>
                  <a:lnTo>
                    <a:pt x="5810710" y="5300872"/>
                  </a:lnTo>
                  <a:lnTo>
                    <a:pt x="5768365" y="5315582"/>
                  </a:lnTo>
                  <a:lnTo>
                    <a:pt x="5723710" y="5324707"/>
                  </a:lnTo>
                  <a:lnTo>
                    <a:pt x="5677154" y="5327840"/>
                  </a:lnTo>
                  <a:lnTo>
                    <a:pt x="343153" y="5327840"/>
                  </a:lnTo>
                  <a:lnTo>
                    <a:pt x="296597" y="5324707"/>
                  </a:lnTo>
                  <a:lnTo>
                    <a:pt x="251942" y="5315582"/>
                  </a:lnTo>
                  <a:lnTo>
                    <a:pt x="209597" y="5300872"/>
                  </a:lnTo>
                  <a:lnTo>
                    <a:pt x="169973" y="5280987"/>
                  </a:lnTo>
                  <a:lnTo>
                    <a:pt x="133477" y="5256336"/>
                  </a:lnTo>
                  <a:lnTo>
                    <a:pt x="100520" y="5227327"/>
                  </a:lnTo>
                  <a:lnTo>
                    <a:pt x="71510" y="5194371"/>
                  </a:lnTo>
                  <a:lnTo>
                    <a:pt x="46858" y="5157874"/>
                  </a:lnTo>
                  <a:lnTo>
                    <a:pt x="26971" y="5118248"/>
                  </a:lnTo>
                  <a:lnTo>
                    <a:pt x="12260" y="5075899"/>
                  </a:lnTo>
                  <a:lnTo>
                    <a:pt x="3133" y="5031238"/>
                  </a:lnTo>
                  <a:lnTo>
                    <a:pt x="0" y="4984673"/>
                  </a:lnTo>
                  <a:lnTo>
                    <a:pt x="0" y="343153"/>
                  </a:lnTo>
                  <a:close/>
                </a:path>
              </a:pathLst>
            </a:custGeom>
            <a:ln w="31750">
              <a:solidFill>
                <a:srgbClr val="B5C2D2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8573" y="8387492"/>
              <a:ext cx="391907" cy="50834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405498" y="8452484"/>
            <a:ext cx="17443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45">
                <a:latin typeface="Calibri"/>
                <a:cs typeface="Calibri"/>
              </a:rPr>
              <a:t>Confluent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 spc="135">
                <a:latin typeface="Calibri"/>
                <a:cs typeface="Calibri"/>
              </a:rPr>
              <a:t>Platform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684907" y="4883022"/>
            <a:ext cx="3731260" cy="2832735"/>
            <a:chOff x="2684907" y="4883022"/>
            <a:chExt cx="3731260" cy="283273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6971" y="4883022"/>
              <a:ext cx="508854" cy="77920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4907" y="6978858"/>
              <a:ext cx="638199" cy="736772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5827014" y="4582413"/>
            <a:ext cx="6686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80">
                <a:latin typeface="Calibri"/>
                <a:cs typeface="Calibri"/>
              </a:rPr>
              <a:t>ksqlDB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689986" y="7682610"/>
            <a:ext cx="64643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3980">
              <a:lnSpc>
                <a:spcPct val="100000"/>
              </a:lnSpc>
              <a:spcBef>
                <a:spcPts val="100"/>
              </a:spcBef>
            </a:pPr>
            <a:r>
              <a:rPr dirty="0" sz="1400" spc="150">
                <a:latin typeface="Calibri"/>
                <a:cs typeface="Calibri"/>
              </a:rPr>
              <a:t>Data Source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7600" y="4880774"/>
            <a:ext cx="609623" cy="74634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6597522" y="4467605"/>
            <a:ext cx="76009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204">
                <a:latin typeface="Calibri"/>
                <a:cs typeface="Calibri"/>
              </a:rPr>
              <a:t>Schema </a:t>
            </a:r>
            <a:r>
              <a:rPr dirty="0" sz="1400" spc="130">
                <a:latin typeface="Calibri"/>
                <a:cs typeface="Calibri"/>
              </a:rPr>
              <a:t>Registry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53833" y="4899360"/>
            <a:ext cx="638199" cy="71763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7502143" y="4467605"/>
            <a:ext cx="689610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5"/>
              </a:spcBef>
            </a:pPr>
            <a:r>
              <a:rPr dirty="0" sz="1400" spc="125">
                <a:latin typeface="Calibri"/>
                <a:cs typeface="Calibri"/>
              </a:rPr>
              <a:t>Control </a:t>
            </a:r>
            <a:r>
              <a:rPr dirty="0" sz="1400" spc="140">
                <a:latin typeface="Calibri"/>
                <a:cs typeface="Calibri"/>
              </a:rPr>
              <a:t>Center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39284" y="6976445"/>
            <a:ext cx="657250" cy="736772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4282185" y="7669479"/>
            <a:ext cx="97028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400" spc="150">
                <a:latin typeface="Calibri"/>
                <a:cs typeface="Calibri"/>
              </a:rPr>
              <a:t>Source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400" spc="150">
                <a:latin typeface="Calibri"/>
                <a:cs typeface="Calibri"/>
              </a:rPr>
              <a:t>Connector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31706" y="6976445"/>
            <a:ext cx="657250" cy="736772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8675369" y="7674991"/>
            <a:ext cx="9702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0035">
              <a:lnSpc>
                <a:spcPct val="100000"/>
              </a:lnSpc>
              <a:spcBef>
                <a:spcPts val="100"/>
              </a:spcBef>
            </a:pPr>
            <a:r>
              <a:rPr dirty="0" sz="1400" spc="145">
                <a:latin typeface="Calibri"/>
                <a:cs typeface="Calibri"/>
              </a:rPr>
              <a:t>Sink </a:t>
            </a:r>
            <a:r>
              <a:rPr dirty="0" sz="1400" spc="150">
                <a:latin typeface="Calibri"/>
                <a:cs typeface="Calibri"/>
              </a:rPr>
              <a:t>Connector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4528" y="6976445"/>
            <a:ext cx="638199" cy="736772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3364229" y="5748909"/>
            <a:ext cx="7116445" cy="2553335"/>
            <a:chOff x="3364229" y="5748909"/>
            <a:chExt cx="7116445" cy="2553335"/>
          </a:xfrm>
        </p:grpSpPr>
        <p:sp>
          <p:nvSpPr>
            <p:cNvPr id="22" name="object 22" descr=""/>
            <p:cNvSpPr/>
            <p:nvPr/>
          </p:nvSpPr>
          <p:spPr>
            <a:xfrm>
              <a:off x="3364230" y="5748908"/>
              <a:ext cx="7116445" cy="1638935"/>
            </a:xfrm>
            <a:custGeom>
              <a:avLst/>
              <a:gdLst/>
              <a:ahLst/>
              <a:cxnLst/>
              <a:rect l="l" t="t" r="r" b="b"/>
              <a:pathLst>
                <a:path w="7116445" h="1638934">
                  <a:moveTo>
                    <a:pt x="976503" y="1596136"/>
                  </a:moveTo>
                  <a:lnTo>
                    <a:pt x="947712" y="1581658"/>
                  </a:lnTo>
                  <a:lnTo>
                    <a:pt x="890905" y="1553083"/>
                  </a:lnTo>
                  <a:lnTo>
                    <a:pt x="890816" y="1579245"/>
                  </a:lnTo>
                  <a:lnTo>
                    <a:pt x="890803" y="1581619"/>
                  </a:lnTo>
                  <a:lnTo>
                    <a:pt x="127" y="1579245"/>
                  </a:lnTo>
                  <a:lnTo>
                    <a:pt x="114" y="1581658"/>
                  </a:lnTo>
                  <a:lnTo>
                    <a:pt x="0" y="1607820"/>
                  </a:lnTo>
                  <a:lnTo>
                    <a:pt x="890727" y="1610207"/>
                  </a:lnTo>
                  <a:lnTo>
                    <a:pt x="904989" y="1610233"/>
                  </a:lnTo>
                  <a:lnTo>
                    <a:pt x="890727" y="1610233"/>
                  </a:lnTo>
                  <a:lnTo>
                    <a:pt x="890651" y="1638808"/>
                  </a:lnTo>
                  <a:lnTo>
                    <a:pt x="948131" y="1610233"/>
                  </a:lnTo>
                  <a:lnTo>
                    <a:pt x="976503" y="1596136"/>
                  </a:lnTo>
                  <a:close/>
                </a:path>
                <a:path w="7116445" h="1638934">
                  <a:moveTo>
                    <a:pt x="2600325" y="1593469"/>
                  </a:moveTo>
                  <a:lnTo>
                    <a:pt x="2571826" y="1579245"/>
                  </a:lnTo>
                  <a:lnTo>
                    <a:pt x="2514600" y="1550670"/>
                  </a:lnTo>
                  <a:lnTo>
                    <a:pt x="2514600" y="1579245"/>
                  </a:lnTo>
                  <a:lnTo>
                    <a:pt x="1802511" y="1579245"/>
                  </a:lnTo>
                  <a:lnTo>
                    <a:pt x="1802511" y="1607820"/>
                  </a:lnTo>
                  <a:lnTo>
                    <a:pt x="2514600" y="1607820"/>
                  </a:lnTo>
                  <a:lnTo>
                    <a:pt x="2514600" y="1636395"/>
                  </a:lnTo>
                  <a:lnTo>
                    <a:pt x="2571661" y="1607820"/>
                  </a:lnTo>
                  <a:lnTo>
                    <a:pt x="2600325" y="1593469"/>
                  </a:lnTo>
                  <a:close/>
                </a:path>
                <a:path w="7116445" h="1638934">
                  <a:moveTo>
                    <a:pt x="3664966" y="85725"/>
                  </a:moveTo>
                  <a:lnTo>
                    <a:pt x="3657841" y="71501"/>
                  </a:lnTo>
                  <a:lnTo>
                    <a:pt x="3622040" y="0"/>
                  </a:lnTo>
                  <a:lnTo>
                    <a:pt x="3579241" y="85725"/>
                  </a:lnTo>
                  <a:lnTo>
                    <a:pt x="3607816" y="85725"/>
                  </a:lnTo>
                  <a:lnTo>
                    <a:pt x="3607816" y="379095"/>
                  </a:lnTo>
                  <a:lnTo>
                    <a:pt x="3579241" y="379095"/>
                  </a:lnTo>
                  <a:lnTo>
                    <a:pt x="3622040" y="464820"/>
                  </a:lnTo>
                  <a:lnTo>
                    <a:pt x="3657841" y="393319"/>
                  </a:lnTo>
                  <a:lnTo>
                    <a:pt x="3664966" y="379095"/>
                  </a:lnTo>
                  <a:lnTo>
                    <a:pt x="3636391" y="379095"/>
                  </a:lnTo>
                  <a:lnTo>
                    <a:pt x="3636391" y="85725"/>
                  </a:lnTo>
                  <a:lnTo>
                    <a:pt x="3664966" y="85725"/>
                  </a:lnTo>
                  <a:close/>
                </a:path>
                <a:path w="7116445" h="1638934">
                  <a:moveTo>
                    <a:pt x="5423408" y="1591183"/>
                  </a:moveTo>
                  <a:lnTo>
                    <a:pt x="5394579" y="1576705"/>
                  </a:lnTo>
                  <a:lnTo>
                    <a:pt x="5351894" y="1555267"/>
                  </a:lnTo>
                  <a:lnTo>
                    <a:pt x="5351894" y="1605280"/>
                  </a:lnTo>
                  <a:lnTo>
                    <a:pt x="5337594" y="1605280"/>
                  </a:lnTo>
                  <a:lnTo>
                    <a:pt x="5351894" y="1605280"/>
                  </a:lnTo>
                  <a:lnTo>
                    <a:pt x="5351894" y="1555267"/>
                  </a:lnTo>
                  <a:lnTo>
                    <a:pt x="5337683" y="1548130"/>
                  </a:lnTo>
                  <a:lnTo>
                    <a:pt x="5337632" y="1575308"/>
                  </a:lnTo>
                  <a:lnTo>
                    <a:pt x="5337619" y="1576679"/>
                  </a:lnTo>
                  <a:lnTo>
                    <a:pt x="4636389" y="1575308"/>
                  </a:lnTo>
                  <a:lnTo>
                    <a:pt x="4636389" y="1603883"/>
                  </a:lnTo>
                  <a:lnTo>
                    <a:pt x="5337581" y="1605254"/>
                  </a:lnTo>
                  <a:lnTo>
                    <a:pt x="5337556" y="1633855"/>
                  </a:lnTo>
                  <a:lnTo>
                    <a:pt x="5395036" y="1605280"/>
                  </a:lnTo>
                  <a:lnTo>
                    <a:pt x="5423408" y="1591183"/>
                  </a:lnTo>
                  <a:close/>
                </a:path>
                <a:path w="7116445" h="1638934">
                  <a:moveTo>
                    <a:pt x="7115937" y="1589532"/>
                  </a:moveTo>
                  <a:lnTo>
                    <a:pt x="7087438" y="1575308"/>
                  </a:lnTo>
                  <a:lnTo>
                    <a:pt x="7030212" y="1546733"/>
                  </a:lnTo>
                  <a:lnTo>
                    <a:pt x="7030212" y="1575308"/>
                  </a:lnTo>
                  <a:lnTo>
                    <a:pt x="6190488" y="1575308"/>
                  </a:lnTo>
                  <a:lnTo>
                    <a:pt x="6190488" y="1603883"/>
                  </a:lnTo>
                  <a:lnTo>
                    <a:pt x="7030212" y="1603883"/>
                  </a:lnTo>
                  <a:lnTo>
                    <a:pt x="7030212" y="1632458"/>
                  </a:lnTo>
                  <a:lnTo>
                    <a:pt x="7087273" y="1603883"/>
                  </a:lnTo>
                  <a:lnTo>
                    <a:pt x="7115937" y="1589532"/>
                  </a:lnTo>
                  <a:close/>
                </a:path>
              </a:pathLst>
            </a:custGeom>
            <a:solidFill>
              <a:srgbClr val="0073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034785" y="6361303"/>
              <a:ext cx="1838325" cy="1924685"/>
            </a:xfrm>
            <a:custGeom>
              <a:avLst/>
              <a:gdLst/>
              <a:ahLst/>
              <a:cxnLst/>
              <a:rect l="l" t="t" r="r" b="b"/>
              <a:pathLst>
                <a:path w="1838325" h="1924684">
                  <a:moveTo>
                    <a:pt x="0" y="306450"/>
                  </a:moveTo>
                  <a:lnTo>
                    <a:pt x="4009" y="256732"/>
                  </a:lnTo>
                  <a:lnTo>
                    <a:pt x="15617" y="209572"/>
                  </a:lnTo>
                  <a:lnTo>
                    <a:pt x="34193" y="165600"/>
                  </a:lnTo>
                  <a:lnTo>
                    <a:pt x="59106" y="125446"/>
                  </a:lnTo>
                  <a:lnTo>
                    <a:pt x="89725" y="89741"/>
                  </a:lnTo>
                  <a:lnTo>
                    <a:pt x="125419" y="59114"/>
                  </a:lnTo>
                  <a:lnTo>
                    <a:pt x="165556" y="34197"/>
                  </a:lnTo>
                  <a:lnTo>
                    <a:pt x="209507" y="15618"/>
                  </a:lnTo>
                  <a:lnTo>
                    <a:pt x="256640" y="4009"/>
                  </a:lnTo>
                  <a:lnTo>
                    <a:pt x="306324" y="0"/>
                  </a:lnTo>
                  <a:lnTo>
                    <a:pt x="1532000" y="0"/>
                  </a:lnTo>
                  <a:lnTo>
                    <a:pt x="1581684" y="4009"/>
                  </a:lnTo>
                  <a:lnTo>
                    <a:pt x="1628817" y="15618"/>
                  </a:lnTo>
                  <a:lnTo>
                    <a:pt x="1672768" y="34197"/>
                  </a:lnTo>
                  <a:lnTo>
                    <a:pt x="1712905" y="59114"/>
                  </a:lnTo>
                  <a:lnTo>
                    <a:pt x="1748599" y="89741"/>
                  </a:lnTo>
                  <a:lnTo>
                    <a:pt x="1779218" y="125446"/>
                  </a:lnTo>
                  <a:lnTo>
                    <a:pt x="1804131" y="165600"/>
                  </a:lnTo>
                  <a:lnTo>
                    <a:pt x="1822707" y="209572"/>
                  </a:lnTo>
                  <a:lnTo>
                    <a:pt x="1834315" y="256732"/>
                  </a:lnTo>
                  <a:lnTo>
                    <a:pt x="1838324" y="306450"/>
                  </a:lnTo>
                  <a:lnTo>
                    <a:pt x="1838324" y="1618234"/>
                  </a:lnTo>
                  <a:lnTo>
                    <a:pt x="1834315" y="1667917"/>
                  </a:lnTo>
                  <a:lnTo>
                    <a:pt x="1822707" y="1715050"/>
                  </a:lnTo>
                  <a:lnTo>
                    <a:pt x="1804131" y="1759001"/>
                  </a:lnTo>
                  <a:lnTo>
                    <a:pt x="1779218" y="1799138"/>
                  </a:lnTo>
                  <a:lnTo>
                    <a:pt x="1748599" y="1834832"/>
                  </a:lnTo>
                  <a:lnTo>
                    <a:pt x="1712905" y="1865451"/>
                  </a:lnTo>
                  <a:lnTo>
                    <a:pt x="1672768" y="1890364"/>
                  </a:lnTo>
                  <a:lnTo>
                    <a:pt x="1628817" y="1908940"/>
                  </a:lnTo>
                  <a:lnTo>
                    <a:pt x="1581684" y="1920548"/>
                  </a:lnTo>
                  <a:lnTo>
                    <a:pt x="1532000" y="1924558"/>
                  </a:lnTo>
                  <a:lnTo>
                    <a:pt x="306324" y="1924558"/>
                  </a:lnTo>
                  <a:lnTo>
                    <a:pt x="256640" y="1920548"/>
                  </a:lnTo>
                  <a:lnTo>
                    <a:pt x="209507" y="1908940"/>
                  </a:lnTo>
                  <a:lnTo>
                    <a:pt x="165556" y="1890364"/>
                  </a:lnTo>
                  <a:lnTo>
                    <a:pt x="125419" y="1865451"/>
                  </a:lnTo>
                  <a:lnTo>
                    <a:pt x="89725" y="1834832"/>
                  </a:lnTo>
                  <a:lnTo>
                    <a:pt x="59106" y="1799138"/>
                  </a:lnTo>
                  <a:lnTo>
                    <a:pt x="34193" y="1759001"/>
                  </a:lnTo>
                  <a:lnTo>
                    <a:pt x="15617" y="1715050"/>
                  </a:lnTo>
                  <a:lnTo>
                    <a:pt x="4009" y="1667917"/>
                  </a:lnTo>
                  <a:lnTo>
                    <a:pt x="0" y="1618234"/>
                  </a:lnTo>
                  <a:lnTo>
                    <a:pt x="0" y="306450"/>
                  </a:lnTo>
                  <a:close/>
                </a:path>
              </a:pathLst>
            </a:custGeom>
            <a:ln w="31750">
              <a:solidFill>
                <a:srgbClr val="FF671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208902" y="6496812"/>
              <a:ext cx="1430020" cy="335280"/>
            </a:xfrm>
            <a:custGeom>
              <a:avLst/>
              <a:gdLst/>
              <a:ahLst/>
              <a:cxnLst/>
              <a:rect l="l" t="t" r="r" b="b"/>
              <a:pathLst>
                <a:path w="1430020" h="335279">
                  <a:moveTo>
                    <a:pt x="0" y="55879"/>
                  </a:moveTo>
                  <a:lnTo>
                    <a:pt x="4391" y="34129"/>
                  </a:lnTo>
                  <a:lnTo>
                    <a:pt x="16367" y="16367"/>
                  </a:lnTo>
                  <a:lnTo>
                    <a:pt x="34129" y="4391"/>
                  </a:lnTo>
                  <a:lnTo>
                    <a:pt x="55880" y="0"/>
                  </a:lnTo>
                  <a:lnTo>
                    <a:pt x="1374013" y="0"/>
                  </a:lnTo>
                  <a:lnTo>
                    <a:pt x="1395763" y="4391"/>
                  </a:lnTo>
                  <a:lnTo>
                    <a:pt x="1413525" y="16367"/>
                  </a:lnTo>
                  <a:lnTo>
                    <a:pt x="1425501" y="34129"/>
                  </a:lnTo>
                  <a:lnTo>
                    <a:pt x="1429893" y="55879"/>
                  </a:lnTo>
                  <a:lnTo>
                    <a:pt x="1429893" y="279400"/>
                  </a:lnTo>
                  <a:lnTo>
                    <a:pt x="1425501" y="301150"/>
                  </a:lnTo>
                  <a:lnTo>
                    <a:pt x="1413525" y="318912"/>
                  </a:lnTo>
                  <a:lnTo>
                    <a:pt x="1395763" y="330888"/>
                  </a:lnTo>
                  <a:lnTo>
                    <a:pt x="1374013" y="335279"/>
                  </a:lnTo>
                  <a:lnTo>
                    <a:pt x="55880" y="335279"/>
                  </a:lnTo>
                  <a:lnTo>
                    <a:pt x="34129" y="330888"/>
                  </a:lnTo>
                  <a:lnTo>
                    <a:pt x="16367" y="318912"/>
                  </a:lnTo>
                  <a:lnTo>
                    <a:pt x="4391" y="301150"/>
                  </a:lnTo>
                  <a:lnTo>
                    <a:pt x="0" y="279400"/>
                  </a:lnTo>
                  <a:lnTo>
                    <a:pt x="0" y="55879"/>
                  </a:lnTo>
                  <a:close/>
                </a:path>
              </a:pathLst>
            </a:custGeom>
            <a:ln w="158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0674857" y="7680197"/>
            <a:ext cx="45656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" marR="5080" indent="-24765">
              <a:lnSpc>
                <a:spcPct val="100000"/>
              </a:lnSpc>
              <a:spcBef>
                <a:spcPts val="100"/>
              </a:spcBef>
            </a:pPr>
            <a:r>
              <a:rPr dirty="0" sz="1400" spc="150">
                <a:latin typeface="Calibri"/>
                <a:cs typeface="Calibri"/>
              </a:rPr>
              <a:t>Data </a:t>
            </a:r>
            <a:r>
              <a:rPr dirty="0" sz="1400" spc="145">
                <a:latin typeface="Calibri"/>
                <a:cs typeface="Calibri"/>
              </a:rPr>
              <a:t>Sink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219036" y="6527672"/>
            <a:ext cx="1409700" cy="265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20"/>
              </a:spcBef>
            </a:pPr>
            <a:r>
              <a:rPr dirty="0" sz="1550" spc="-10">
                <a:latin typeface="Malgun Gothic"/>
                <a:cs typeface="Malgun Gothic"/>
              </a:rPr>
              <a:t>ZooKeeper</a:t>
            </a:r>
            <a:endParaRPr sz="155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216522" y="6942708"/>
            <a:ext cx="1430020" cy="335280"/>
          </a:xfrm>
          <a:custGeom>
            <a:avLst/>
            <a:gdLst/>
            <a:ahLst/>
            <a:cxnLst/>
            <a:rect l="l" t="t" r="r" b="b"/>
            <a:pathLst>
              <a:path w="1430020" h="335279">
                <a:moveTo>
                  <a:pt x="0" y="55879"/>
                </a:moveTo>
                <a:lnTo>
                  <a:pt x="4391" y="34129"/>
                </a:lnTo>
                <a:lnTo>
                  <a:pt x="16367" y="16367"/>
                </a:lnTo>
                <a:lnTo>
                  <a:pt x="34129" y="4391"/>
                </a:lnTo>
                <a:lnTo>
                  <a:pt x="55879" y="0"/>
                </a:lnTo>
                <a:lnTo>
                  <a:pt x="1374140" y="0"/>
                </a:lnTo>
                <a:lnTo>
                  <a:pt x="1395890" y="4391"/>
                </a:lnTo>
                <a:lnTo>
                  <a:pt x="1413652" y="16367"/>
                </a:lnTo>
                <a:lnTo>
                  <a:pt x="1425628" y="34129"/>
                </a:lnTo>
                <a:lnTo>
                  <a:pt x="1430020" y="55879"/>
                </a:lnTo>
                <a:lnTo>
                  <a:pt x="1430020" y="279399"/>
                </a:lnTo>
                <a:lnTo>
                  <a:pt x="1425628" y="301150"/>
                </a:lnTo>
                <a:lnTo>
                  <a:pt x="1413652" y="318912"/>
                </a:lnTo>
                <a:lnTo>
                  <a:pt x="1395890" y="330888"/>
                </a:lnTo>
                <a:lnTo>
                  <a:pt x="1374140" y="335279"/>
                </a:lnTo>
                <a:lnTo>
                  <a:pt x="55879" y="335279"/>
                </a:lnTo>
                <a:lnTo>
                  <a:pt x="34129" y="330888"/>
                </a:lnTo>
                <a:lnTo>
                  <a:pt x="16367" y="318912"/>
                </a:lnTo>
                <a:lnTo>
                  <a:pt x="4391" y="301150"/>
                </a:lnTo>
                <a:lnTo>
                  <a:pt x="0" y="279399"/>
                </a:lnTo>
                <a:lnTo>
                  <a:pt x="0" y="55879"/>
                </a:lnTo>
                <a:close/>
              </a:path>
            </a:pathLst>
          </a:custGeom>
          <a:ln w="158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226656" y="6972045"/>
            <a:ext cx="141033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105"/>
              </a:spcBef>
            </a:pPr>
            <a:r>
              <a:rPr dirty="0" sz="1650" spc="-10">
                <a:latin typeface="Malgun Gothic"/>
                <a:cs typeface="Malgun Gothic"/>
              </a:rPr>
              <a:t>Broker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6215634" y="7363079"/>
            <a:ext cx="1430020" cy="335280"/>
          </a:xfrm>
          <a:custGeom>
            <a:avLst/>
            <a:gdLst/>
            <a:ahLst/>
            <a:cxnLst/>
            <a:rect l="l" t="t" r="r" b="b"/>
            <a:pathLst>
              <a:path w="1430020" h="335279">
                <a:moveTo>
                  <a:pt x="0" y="55880"/>
                </a:moveTo>
                <a:lnTo>
                  <a:pt x="4391" y="34129"/>
                </a:lnTo>
                <a:lnTo>
                  <a:pt x="16367" y="16367"/>
                </a:lnTo>
                <a:lnTo>
                  <a:pt x="34129" y="4391"/>
                </a:lnTo>
                <a:lnTo>
                  <a:pt x="55879" y="0"/>
                </a:lnTo>
                <a:lnTo>
                  <a:pt x="1374013" y="0"/>
                </a:lnTo>
                <a:lnTo>
                  <a:pt x="1395763" y="4391"/>
                </a:lnTo>
                <a:lnTo>
                  <a:pt x="1413525" y="16367"/>
                </a:lnTo>
                <a:lnTo>
                  <a:pt x="1425501" y="34129"/>
                </a:lnTo>
                <a:lnTo>
                  <a:pt x="1429892" y="55880"/>
                </a:lnTo>
                <a:lnTo>
                  <a:pt x="1429892" y="279273"/>
                </a:lnTo>
                <a:lnTo>
                  <a:pt x="1425501" y="301023"/>
                </a:lnTo>
                <a:lnTo>
                  <a:pt x="1413525" y="318785"/>
                </a:lnTo>
                <a:lnTo>
                  <a:pt x="1395763" y="330761"/>
                </a:lnTo>
                <a:lnTo>
                  <a:pt x="1374013" y="335153"/>
                </a:lnTo>
                <a:lnTo>
                  <a:pt x="55879" y="335153"/>
                </a:lnTo>
                <a:lnTo>
                  <a:pt x="34129" y="330761"/>
                </a:lnTo>
                <a:lnTo>
                  <a:pt x="16367" y="318785"/>
                </a:lnTo>
                <a:lnTo>
                  <a:pt x="4391" y="301023"/>
                </a:lnTo>
                <a:lnTo>
                  <a:pt x="0" y="279273"/>
                </a:lnTo>
                <a:lnTo>
                  <a:pt x="0" y="55880"/>
                </a:lnTo>
                <a:close/>
              </a:path>
            </a:pathLst>
          </a:custGeom>
          <a:ln w="158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225767" y="7392669"/>
            <a:ext cx="140970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8465">
              <a:lnSpc>
                <a:spcPct val="100000"/>
              </a:lnSpc>
              <a:spcBef>
                <a:spcPts val="105"/>
              </a:spcBef>
            </a:pPr>
            <a:r>
              <a:rPr dirty="0" sz="1650" spc="-10">
                <a:latin typeface="Malgun Gothic"/>
                <a:cs typeface="Malgun Gothic"/>
              </a:rPr>
              <a:t>Broker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211061" y="7783321"/>
            <a:ext cx="1430020" cy="335280"/>
          </a:xfrm>
          <a:custGeom>
            <a:avLst/>
            <a:gdLst/>
            <a:ahLst/>
            <a:cxnLst/>
            <a:rect l="l" t="t" r="r" b="b"/>
            <a:pathLst>
              <a:path w="1430020" h="335279">
                <a:moveTo>
                  <a:pt x="0" y="55879"/>
                </a:moveTo>
                <a:lnTo>
                  <a:pt x="4391" y="34129"/>
                </a:lnTo>
                <a:lnTo>
                  <a:pt x="16367" y="16367"/>
                </a:lnTo>
                <a:lnTo>
                  <a:pt x="34129" y="4391"/>
                </a:lnTo>
                <a:lnTo>
                  <a:pt x="55879" y="0"/>
                </a:lnTo>
                <a:lnTo>
                  <a:pt x="1374013" y="0"/>
                </a:lnTo>
                <a:lnTo>
                  <a:pt x="1395763" y="4391"/>
                </a:lnTo>
                <a:lnTo>
                  <a:pt x="1413525" y="16367"/>
                </a:lnTo>
                <a:lnTo>
                  <a:pt x="1425501" y="34129"/>
                </a:lnTo>
                <a:lnTo>
                  <a:pt x="1429892" y="55879"/>
                </a:lnTo>
                <a:lnTo>
                  <a:pt x="1429892" y="279400"/>
                </a:lnTo>
                <a:lnTo>
                  <a:pt x="1425501" y="301150"/>
                </a:lnTo>
                <a:lnTo>
                  <a:pt x="1413525" y="318912"/>
                </a:lnTo>
                <a:lnTo>
                  <a:pt x="1395763" y="330888"/>
                </a:lnTo>
                <a:lnTo>
                  <a:pt x="1374013" y="335279"/>
                </a:lnTo>
                <a:lnTo>
                  <a:pt x="55879" y="335279"/>
                </a:lnTo>
                <a:lnTo>
                  <a:pt x="34129" y="330888"/>
                </a:lnTo>
                <a:lnTo>
                  <a:pt x="16367" y="318912"/>
                </a:lnTo>
                <a:lnTo>
                  <a:pt x="4391" y="301150"/>
                </a:lnTo>
                <a:lnTo>
                  <a:pt x="0" y="279400"/>
                </a:lnTo>
                <a:lnTo>
                  <a:pt x="0" y="55879"/>
                </a:lnTo>
                <a:close/>
              </a:path>
            </a:pathLst>
          </a:custGeom>
          <a:ln w="158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6221195" y="7813040"/>
            <a:ext cx="140970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7830">
              <a:lnSpc>
                <a:spcPct val="100000"/>
              </a:lnSpc>
              <a:spcBef>
                <a:spcPts val="105"/>
              </a:spcBef>
            </a:pPr>
            <a:r>
              <a:rPr dirty="0" sz="1650" spc="-10">
                <a:latin typeface="Malgun Gothic"/>
                <a:cs typeface="Malgun Gothic"/>
              </a:rPr>
              <a:t>Broker</a:t>
            </a:r>
            <a:endParaRPr sz="1650">
              <a:latin typeface="Malgun Gothic"/>
              <a:cs typeface="Malgun Gothic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2578100" y="5037073"/>
            <a:ext cx="871219" cy="1398905"/>
            <a:chOff x="2578100" y="5037073"/>
            <a:chExt cx="871219" cy="1398905"/>
          </a:xfrm>
        </p:grpSpPr>
        <p:sp>
          <p:nvSpPr>
            <p:cNvPr id="34" name="object 34" descr=""/>
            <p:cNvSpPr/>
            <p:nvPr/>
          </p:nvSpPr>
          <p:spPr>
            <a:xfrm>
              <a:off x="2578100" y="5037073"/>
              <a:ext cx="871219" cy="1398905"/>
            </a:xfrm>
            <a:custGeom>
              <a:avLst/>
              <a:gdLst/>
              <a:ahLst/>
              <a:cxnLst/>
              <a:rect l="l" t="t" r="r" b="b"/>
              <a:pathLst>
                <a:path w="871220" h="1398904">
                  <a:moveTo>
                    <a:pt x="725677" y="0"/>
                  </a:moveTo>
                  <a:lnTo>
                    <a:pt x="145161" y="0"/>
                  </a:lnTo>
                  <a:lnTo>
                    <a:pt x="99291" y="7391"/>
                  </a:lnTo>
                  <a:lnTo>
                    <a:pt x="59445" y="27980"/>
                  </a:lnTo>
                  <a:lnTo>
                    <a:pt x="28017" y="59390"/>
                  </a:lnTo>
                  <a:lnTo>
                    <a:pt x="7403" y="99242"/>
                  </a:lnTo>
                  <a:lnTo>
                    <a:pt x="0" y="145161"/>
                  </a:lnTo>
                  <a:lnTo>
                    <a:pt x="0" y="1253489"/>
                  </a:lnTo>
                  <a:lnTo>
                    <a:pt x="7403" y="1299359"/>
                  </a:lnTo>
                  <a:lnTo>
                    <a:pt x="28017" y="1339205"/>
                  </a:lnTo>
                  <a:lnTo>
                    <a:pt x="59445" y="1370633"/>
                  </a:lnTo>
                  <a:lnTo>
                    <a:pt x="99291" y="1391247"/>
                  </a:lnTo>
                  <a:lnTo>
                    <a:pt x="145161" y="1398651"/>
                  </a:lnTo>
                  <a:lnTo>
                    <a:pt x="725677" y="1398651"/>
                  </a:lnTo>
                  <a:lnTo>
                    <a:pt x="771547" y="1391247"/>
                  </a:lnTo>
                  <a:lnTo>
                    <a:pt x="811393" y="1370633"/>
                  </a:lnTo>
                  <a:lnTo>
                    <a:pt x="842821" y="1339205"/>
                  </a:lnTo>
                  <a:lnTo>
                    <a:pt x="863435" y="1299359"/>
                  </a:lnTo>
                  <a:lnTo>
                    <a:pt x="870838" y="1253489"/>
                  </a:lnTo>
                  <a:lnTo>
                    <a:pt x="870838" y="145161"/>
                  </a:lnTo>
                  <a:lnTo>
                    <a:pt x="863435" y="99242"/>
                  </a:lnTo>
                  <a:lnTo>
                    <a:pt x="842821" y="59390"/>
                  </a:lnTo>
                  <a:lnTo>
                    <a:pt x="811393" y="27980"/>
                  </a:lnTo>
                  <a:lnTo>
                    <a:pt x="771547" y="7391"/>
                  </a:lnTo>
                  <a:lnTo>
                    <a:pt x="725677" y="0"/>
                  </a:lnTo>
                  <a:close/>
                </a:path>
              </a:pathLst>
            </a:custGeom>
            <a:solidFill>
              <a:srgbClr val="93A6B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61106" y="5181168"/>
              <a:ext cx="504748" cy="241985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2723007" y="5649086"/>
              <a:ext cx="631825" cy="403860"/>
            </a:xfrm>
            <a:custGeom>
              <a:avLst/>
              <a:gdLst/>
              <a:ahLst/>
              <a:cxnLst/>
              <a:rect l="l" t="t" r="r" b="b"/>
              <a:pathLst>
                <a:path w="631825" h="403860">
                  <a:moveTo>
                    <a:pt x="631825" y="67310"/>
                  </a:moveTo>
                  <a:lnTo>
                    <a:pt x="626541" y="41097"/>
                  </a:lnTo>
                  <a:lnTo>
                    <a:pt x="612140" y="19710"/>
                  </a:lnTo>
                  <a:lnTo>
                    <a:pt x="590778" y="5295"/>
                  </a:lnTo>
                  <a:lnTo>
                    <a:pt x="564642" y="0"/>
                  </a:lnTo>
                  <a:lnTo>
                    <a:pt x="67183" y="0"/>
                  </a:lnTo>
                  <a:lnTo>
                    <a:pt x="41033" y="5295"/>
                  </a:lnTo>
                  <a:lnTo>
                    <a:pt x="19685" y="19710"/>
                  </a:lnTo>
                  <a:lnTo>
                    <a:pt x="5270" y="41097"/>
                  </a:lnTo>
                  <a:lnTo>
                    <a:pt x="0" y="67310"/>
                  </a:lnTo>
                  <a:lnTo>
                    <a:pt x="0" y="336169"/>
                  </a:lnTo>
                  <a:lnTo>
                    <a:pt x="5270" y="362318"/>
                  </a:lnTo>
                  <a:lnTo>
                    <a:pt x="19685" y="383667"/>
                  </a:lnTo>
                  <a:lnTo>
                    <a:pt x="41033" y="398081"/>
                  </a:lnTo>
                  <a:lnTo>
                    <a:pt x="67183" y="403352"/>
                  </a:lnTo>
                  <a:lnTo>
                    <a:pt x="564642" y="403352"/>
                  </a:lnTo>
                  <a:lnTo>
                    <a:pt x="590778" y="398081"/>
                  </a:lnTo>
                  <a:lnTo>
                    <a:pt x="612140" y="383667"/>
                  </a:lnTo>
                  <a:lnTo>
                    <a:pt x="626541" y="362318"/>
                  </a:lnTo>
                  <a:lnTo>
                    <a:pt x="631825" y="336169"/>
                  </a:lnTo>
                  <a:lnTo>
                    <a:pt x="631825" y="6731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697606" y="5623686"/>
              <a:ext cx="631825" cy="403860"/>
            </a:xfrm>
            <a:custGeom>
              <a:avLst/>
              <a:gdLst/>
              <a:ahLst/>
              <a:cxnLst/>
              <a:rect l="l" t="t" r="r" b="b"/>
              <a:pathLst>
                <a:path w="631825" h="403860">
                  <a:moveTo>
                    <a:pt x="564642" y="0"/>
                  </a:moveTo>
                  <a:lnTo>
                    <a:pt x="67182" y="0"/>
                  </a:lnTo>
                  <a:lnTo>
                    <a:pt x="41040" y="5284"/>
                  </a:lnTo>
                  <a:lnTo>
                    <a:pt x="19685" y="19700"/>
                  </a:lnTo>
                  <a:lnTo>
                    <a:pt x="5282" y="41094"/>
                  </a:lnTo>
                  <a:lnTo>
                    <a:pt x="0" y="67310"/>
                  </a:lnTo>
                  <a:lnTo>
                    <a:pt x="0" y="336168"/>
                  </a:lnTo>
                  <a:lnTo>
                    <a:pt x="5282" y="362311"/>
                  </a:lnTo>
                  <a:lnTo>
                    <a:pt x="19685" y="383666"/>
                  </a:lnTo>
                  <a:lnTo>
                    <a:pt x="41040" y="398069"/>
                  </a:lnTo>
                  <a:lnTo>
                    <a:pt x="67182" y="403351"/>
                  </a:lnTo>
                  <a:lnTo>
                    <a:pt x="564642" y="403351"/>
                  </a:lnTo>
                  <a:lnTo>
                    <a:pt x="590784" y="398069"/>
                  </a:lnTo>
                  <a:lnTo>
                    <a:pt x="612140" y="383666"/>
                  </a:lnTo>
                  <a:lnTo>
                    <a:pt x="626542" y="362311"/>
                  </a:lnTo>
                  <a:lnTo>
                    <a:pt x="631825" y="336168"/>
                  </a:lnTo>
                  <a:lnTo>
                    <a:pt x="631825" y="67310"/>
                  </a:lnTo>
                  <a:lnTo>
                    <a:pt x="626542" y="41094"/>
                  </a:lnTo>
                  <a:lnTo>
                    <a:pt x="612140" y="19700"/>
                  </a:lnTo>
                  <a:lnTo>
                    <a:pt x="590784" y="5284"/>
                  </a:lnTo>
                  <a:lnTo>
                    <a:pt x="564642" y="0"/>
                  </a:lnTo>
                  <a:close/>
                </a:path>
              </a:pathLst>
            </a:custGeom>
            <a:solidFill>
              <a:srgbClr val="0435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2654554" y="5537121"/>
            <a:ext cx="719455" cy="74295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dirty="0" sz="1800" spc="-25" b="1">
                <a:solidFill>
                  <a:srgbClr val="CCCCCC"/>
                </a:solidFill>
                <a:latin typeface="Malgun Gothic"/>
                <a:cs typeface="Malgun Gothic"/>
              </a:rPr>
              <a:t>RFC</a:t>
            </a:r>
            <a:endParaRPr sz="18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dirty="0" sz="1350" b="1">
                <a:solidFill>
                  <a:srgbClr val="333333"/>
                </a:solidFill>
                <a:latin typeface="Malgun Gothic"/>
                <a:cs typeface="Malgun Gothic"/>
              </a:rPr>
              <a:t>SAP</a:t>
            </a:r>
            <a:r>
              <a:rPr dirty="0" sz="1350" spc="-2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350" spc="-25" b="1">
                <a:solidFill>
                  <a:srgbClr val="333333"/>
                </a:solidFill>
                <a:latin typeface="Malgun Gothic"/>
                <a:cs typeface="Malgun Gothic"/>
              </a:rPr>
              <a:t>ERP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2697607" y="8396858"/>
            <a:ext cx="680720" cy="427355"/>
            <a:chOff x="2697607" y="8396858"/>
            <a:chExt cx="680720" cy="427355"/>
          </a:xfrm>
        </p:grpSpPr>
        <p:sp>
          <p:nvSpPr>
            <p:cNvPr id="40" name="object 40" descr=""/>
            <p:cNvSpPr/>
            <p:nvPr/>
          </p:nvSpPr>
          <p:spPr>
            <a:xfrm>
              <a:off x="2723007" y="8422258"/>
              <a:ext cx="655320" cy="401955"/>
            </a:xfrm>
            <a:custGeom>
              <a:avLst/>
              <a:gdLst/>
              <a:ahLst/>
              <a:cxnLst/>
              <a:rect l="l" t="t" r="r" b="b"/>
              <a:pathLst>
                <a:path w="655320" h="401954">
                  <a:moveTo>
                    <a:pt x="655104" y="152260"/>
                  </a:moveTo>
                  <a:lnTo>
                    <a:pt x="653783" y="148590"/>
                  </a:lnTo>
                  <a:lnTo>
                    <a:pt x="649300" y="136182"/>
                  </a:lnTo>
                  <a:lnTo>
                    <a:pt x="633806" y="126542"/>
                  </a:lnTo>
                  <a:lnTo>
                    <a:pt x="631825" y="126301"/>
                  </a:lnTo>
                  <a:lnTo>
                    <a:pt x="631825" y="66929"/>
                  </a:lnTo>
                  <a:lnTo>
                    <a:pt x="626554" y="40881"/>
                  </a:lnTo>
                  <a:lnTo>
                    <a:pt x="612216" y="19608"/>
                  </a:lnTo>
                  <a:lnTo>
                    <a:pt x="590943" y="5270"/>
                  </a:lnTo>
                  <a:lnTo>
                    <a:pt x="564896" y="0"/>
                  </a:lnTo>
                  <a:lnTo>
                    <a:pt x="66929" y="0"/>
                  </a:lnTo>
                  <a:lnTo>
                    <a:pt x="40868" y="5270"/>
                  </a:lnTo>
                  <a:lnTo>
                    <a:pt x="19596" y="19608"/>
                  </a:lnTo>
                  <a:lnTo>
                    <a:pt x="5257" y="40881"/>
                  </a:lnTo>
                  <a:lnTo>
                    <a:pt x="0" y="66929"/>
                  </a:lnTo>
                  <a:lnTo>
                    <a:pt x="0" y="334518"/>
                  </a:lnTo>
                  <a:lnTo>
                    <a:pt x="5257" y="360578"/>
                  </a:lnTo>
                  <a:lnTo>
                    <a:pt x="19596" y="381850"/>
                  </a:lnTo>
                  <a:lnTo>
                    <a:pt x="40868" y="396189"/>
                  </a:lnTo>
                  <a:lnTo>
                    <a:pt x="66929" y="401447"/>
                  </a:lnTo>
                  <a:lnTo>
                    <a:pt x="564896" y="401447"/>
                  </a:lnTo>
                  <a:lnTo>
                    <a:pt x="590943" y="396189"/>
                  </a:lnTo>
                  <a:lnTo>
                    <a:pt x="612216" y="381850"/>
                  </a:lnTo>
                  <a:lnTo>
                    <a:pt x="626554" y="360578"/>
                  </a:lnTo>
                  <a:lnTo>
                    <a:pt x="631825" y="334518"/>
                  </a:lnTo>
                  <a:lnTo>
                    <a:pt x="631825" y="204863"/>
                  </a:lnTo>
                  <a:lnTo>
                    <a:pt x="632307" y="204343"/>
                  </a:lnTo>
                  <a:lnTo>
                    <a:pt x="638962" y="197269"/>
                  </a:lnTo>
                  <a:lnTo>
                    <a:pt x="646061" y="186563"/>
                  </a:lnTo>
                  <a:lnTo>
                    <a:pt x="651256" y="174752"/>
                  </a:lnTo>
                  <a:lnTo>
                    <a:pt x="655104" y="15226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697607" y="8396858"/>
              <a:ext cx="631825" cy="401955"/>
            </a:xfrm>
            <a:custGeom>
              <a:avLst/>
              <a:gdLst/>
              <a:ahLst/>
              <a:cxnLst/>
              <a:rect l="l" t="t" r="r" b="b"/>
              <a:pathLst>
                <a:path w="631825" h="401954">
                  <a:moveTo>
                    <a:pt x="564895" y="0"/>
                  </a:moveTo>
                  <a:lnTo>
                    <a:pt x="66929" y="0"/>
                  </a:lnTo>
                  <a:lnTo>
                    <a:pt x="40880" y="5260"/>
                  </a:lnTo>
                  <a:lnTo>
                    <a:pt x="19605" y="19605"/>
                  </a:lnTo>
                  <a:lnTo>
                    <a:pt x="5260" y="40880"/>
                  </a:lnTo>
                  <a:lnTo>
                    <a:pt x="0" y="66929"/>
                  </a:lnTo>
                  <a:lnTo>
                    <a:pt x="0" y="334518"/>
                  </a:lnTo>
                  <a:lnTo>
                    <a:pt x="5260" y="360566"/>
                  </a:lnTo>
                  <a:lnTo>
                    <a:pt x="19605" y="381841"/>
                  </a:lnTo>
                  <a:lnTo>
                    <a:pt x="40880" y="396186"/>
                  </a:lnTo>
                  <a:lnTo>
                    <a:pt x="66929" y="401447"/>
                  </a:lnTo>
                  <a:lnTo>
                    <a:pt x="564895" y="401447"/>
                  </a:lnTo>
                  <a:lnTo>
                    <a:pt x="590944" y="396186"/>
                  </a:lnTo>
                  <a:lnTo>
                    <a:pt x="612219" y="381841"/>
                  </a:lnTo>
                  <a:lnTo>
                    <a:pt x="626564" y="360566"/>
                  </a:lnTo>
                  <a:lnTo>
                    <a:pt x="631825" y="334518"/>
                  </a:lnTo>
                  <a:lnTo>
                    <a:pt x="631825" y="66929"/>
                  </a:lnTo>
                  <a:lnTo>
                    <a:pt x="626564" y="40880"/>
                  </a:lnTo>
                  <a:lnTo>
                    <a:pt x="612219" y="19605"/>
                  </a:lnTo>
                  <a:lnTo>
                    <a:pt x="590944" y="5260"/>
                  </a:lnTo>
                  <a:lnTo>
                    <a:pt x="56489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2699385" y="8431866"/>
            <a:ext cx="63055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5" b="1" i="1">
                <a:latin typeface="Malgun Gothic"/>
                <a:cs typeface="Malgun Gothic"/>
              </a:rPr>
              <a:t>SOAP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0467847" y="5070094"/>
            <a:ext cx="871219" cy="1398905"/>
            <a:chOff x="10467847" y="5070094"/>
            <a:chExt cx="871219" cy="1398905"/>
          </a:xfrm>
        </p:grpSpPr>
        <p:sp>
          <p:nvSpPr>
            <p:cNvPr id="44" name="object 44" descr=""/>
            <p:cNvSpPr/>
            <p:nvPr/>
          </p:nvSpPr>
          <p:spPr>
            <a:xfrm>
              <a:off x="10467847" y="5070094"/>
              <a:ext cx="871219" cy="1398905"/>
            </a:xfrm>
            <a:custGeom>
              <a:avLst/>
              <a:gdLst/>
              <a:ahLst/>
              <a:cxnLst/>
              <a:rect l="l" t="t" r="r" b="b"/>
              <a:pathLst>
                <a:path w="871220" h="1398904">
                  <a:moveTo>
                    <a:pt x="725551" y="0"/>
                  </a:moveTo>
                  <a:lnTo>
                    <a:pt x="145033" y="0"/>
                  </a:lnTo>
                  <a:lnTo>
                    <a:pt x="99177" y="7403"/>
                  </a:lnTo>
                  <a:lnTo>
                    <a:pt x="59362" y="28017"/>
                  </a:lnTo>
                  <a:lnTo>
                    <a:pt x="27972" y="59445"/>
                  </a:lnTo>
                  <a:lnTo>
                    <a:pt x="7390" y="99291"/>
                  </a:lnTo>
                  <a:lnTo>
                    <a:pt x="0" y="145160"/>
                  </a:lnTo>
                  <a:lnTo>
                    <a:pt x="0" y="1253489"/>
                  </a:lnTo>
                  <a:lnTo>
                    <a:pt x="7390" y="1299359"/>
                  </a:lnTo>
                  <a:lnTo>
                    <a:pt x="27972" y="1339205"/>
                  </a:lnTo>
                  <a:lnTo>
                    <a:pt x="59362" y="1370633"/>
                  </a:lnTo>
                  <a:lnTo>
                    <a:pt x="99177" y="1391247"/>
                  </a:lnTo>
                  <a:lnTo>
                    <a:pt x="145033" y="1398651"/>
                  </a:lnTo>
                  <a:lnTo>
                    <a:pt x="725551" y="1398651"/>
                  </a:lnTo>
                  <a:lnTo>
                    <a:pt x="771420" y="1391247"/>
                  </a:lnTo>
                  <a:lnTo>
                    <a:pt x="811266" y="1370633"/>
                  </a:lnTo>
                  <a:lnTo>
                    <a:pt x="842694" y="1339205"/>
                  </a:lnTo>
                  <a:lnTo>
                    <a:pt x="863308" y="1299359"/>
                  </a:lnTo>
                  <a:lnTo>
                    <a:pt x="870711" y="1253489"/>
                  </a:lnTo>
                  <a:lnTo>
                    <a:pt x="870711" y="145160"/>
                  </a:lnTo>
                  <a:lnTo>
                    <a:pt x="863308" y="99291"/>
                  </a:lnTo>
                  <a:lnTo>
                    <a:pt x="842694" y="59445"/>
                  </a:lnTo>
                  <a:lnTo>
                    <a:pt x="811266" y="28017"/>
                  </a:lnTo>
                  <a:lnTo>
                    <a:pt x="771420" y="7403"/>
                  </a:lnTo>
                  <a:lnTo>
                    <a:pt x="725551" y="0"/>
                  </a:lnTo>
                  <a:close/>
                </a:path>
              </a:pathLst>
            </a:custGeom>
            <a:solidFill>
              <a:srgbClr val="93A6BD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0854" y="5214188"/>
              <a:ext cx="504748" cy="241985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0612628" y="5682106"/>
              <a:ext cx="632460" cy="403860"/>
            </a:xfrm>
            <a:custGeom>
              <a:avLst/>
              <a:gdLst/>
              <a:ahLst/>
              <a:cxnLst/>
              <a:rect l="l" t="t" r="r" b="b"/>
              <a:pathLst>
                <a:path w="632459" h="403860">
                  <a:moveTo>
                    <a:pt x="631952" y="67310"/>
                  </a:moveTo>
                  <a:lnTo>
                    <a:pt x="626656" y="41097"/>
                  </a:lnTo>
                  <a:lnTo>
                    <a:pt x="612241" y="19710"/>
                  </a:lnTo>
                  <a:lnTo>
                    <a:pt x="590854" y="5295"/>
                  </a:lnTo>
                  <a:lnTo>
                    <a:pt x="564642" y="0"/>
                  </a:lnTo>
                  <a:lnTo>
                    <a:pt x="67183" y="0"/>
                  </a:lnTo>
                  <a:lnTo>
                    <a:pt x="41033" y="5295"/>
                  </a:lnTo>
                  <a:lnTo>
                    <a:pt x="19685" y="19710"/>
                  </a:lnTo>
                  <a:lnTo>
                    <a:pt x="5270" y="41097"/>
                  </a:lnTo>
                  <a:lnTo>
                    <a:pt x="0" y="67310"/>
                  </a:lnTo>
                  <a:lnTo>
                    <a:pt x="0" y="336169"/>
                  </a:lnTo>
                  <a:lnTo>
                    <a:pt x="5270" y="362318"/>
                  </a:lnTo>
                  <a:lnTo>
                    <a:pt x="19672" y="383667"/>
                  </a:lnTo>
                  <a:lnTo>
                    <a:pt x="41033" y="398081"/>
                  </a:lnTo>
                  <a:lnTo>
                    <a:pt x="67183" y="403352"/>
                  </a:lnTo>
                  <a:lnTo>
                    <a:pt x="564642" y="403352"/>
                  </a:lnTo>
                  <a:lnTo>
                    <a:pt x="590854" y="398081"/>
                  </a:lnTo>
                  <a:lnTo>
                    <a:pt x="612241" y="383667"/>
                  </a:lnTo>
                  <a:lnTo>
                    <a:pt x="626656" y="362318"/>
                  </a:lnTo>
                  <a:lnTo>
                    <a:pt x="631952" y="336169"/>
                  </a:lnTo>
                  <a:lnTo>
                    <a:pt x="631952" y="6731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587227" y="5656706"/>
              <a:ext cx="632460" cy="403860"/>
            </a:xfrm>
            <a:custGeom>
              <a:avLst/>
              <a:gdLst/>
              <a:ahLst/>
              <a:cxnLst/>
              <a:rect l="l" t="t" r="r" b="b"/>
              <a:pathLst>
                <a:path w="632459" h="403860">
                  <a:moveTo>
                    <a:pt x="564642" y="0"/>
                  </a:moveTo>
                  <a:lnTo>
                    <a:pt x="67182" y="0"/>
                  </a:lnTo>
                  <a:lnTo>
                    <a:pt x="41040" y="5284"/>
                  </a:lnTo>
                  <a:lnTo>
                    <a:pt x="19685" y="19700"/>
                  </a:lnTo>
                  <a:lnTo>
                    <a:pt x="5282" y="41094"/>
                  </a:lnTo>
                  <a:lnTo>
                    <a:pt x="0" y="67309"/>
                  </a:lnTo>
                  <a:lnTo>
                    <a:pt x="0" y="336168"/>
                  </a:lnTo>
                  <a:lnTo>
                    <a:pt x="5282" y="362311"/>
                  </a:lnTo>
                  <a:lnTo>
                    <a:pt x="19684" y="383666"/>
                  </a:lnTo>
                  <a:lnTo>
                    <a:pt x="41040" y="398069"/>
                  </a:lnTo>
                  <a:lnTo>
                    <a:pt x="67182" y="403351"/>
                  </a:lnTo>
                  <a:lnTo>
                    <a:pt x="564642" y="403351"/>
                  </a:lnTo>
                  <a:lnTo>
                    <a:pt x="590857" y="398069"/>
                  </a:lnTo>
                  <a:lnTo>
                    <a:pt x="612251" y="383666"/>
                  </a:lnTo>
                  <a:lnTo>
                    <a:pt x="626667" y="362311"/>
                  </a:lnTo>
                  <a:lnTo>
                    <a:pt x="631951" y="336168"/>
                  </a:lnTo>
                  <a:lnTo>
                    <a:pt x="631951" y="67309"/>
                  </a:lnTo>
                  <a:lnTo>
                    <a:pt x="626667" y="41094"/>
                  </a:lnTo>
                  <a:lnTo>
                    <a:pt x="612251" y="19700"/>
                  </a:lnTo>
                  <a:lnTo>
                    <a:pt x="590857" y="5284"/>
                  </a:lnTo>
                  <a:lnTo>
                    <a:pt x="564642" y="0"/>
                  </a:lnTo>
                  <a:close/>
                </a:path>
              </a:pathLst>
            </a:custGeom>
            <a:solidFill>
              <a:srgbClr val="0435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0544682" y="5570014"/>
            <a:ext cx="719455" cy="74295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dirty="0" sz="1800" spc="-25" b="1">
                <a:solidFill>
                  <a:srgbClr val="CCCCCC"/>
                </a:solidFill>
                <a:latin typeface="Malgun Gothic"/>
                <a:cs typeface="Malgun Gothic"/>
              </a:rPr>
              <a:t>RFC</a:t>
            </a:r>
            <a:endParaRPr sz="18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dirty="0" sz="1350" b="1">
                <a:solidFill>
                  <a:srgbClr val="333333"/>
                </a:solidFill>
                <a:latin typeface="Malgun Gothic"/>
                <a:cs typeface="Malgun Gothic"/>
              </a:rPr>
              <a:t>SAP</a:t>
            </a:r>
            <a:r>
              <a:rPr dirty="0" sz="1350" spc="-20" b="1">
                <a:solidFill>
                  <a:srgbClr val="333333"/>
                </a:solidFill>
                <a:latin typeface="Malgun Gothic"/>
                <a:cs typeface="Malgun Gothic"/>
              </a:rPr>
              <a:t> </a:t>
            </a:r>
            <a:r>
              <a:rPr dirty="0" sz="1350" spc="-25" b="1">
                <a:solidFill>
                  <a:srgbClr val="333333"/>
                </a:solidFill>
                <a:latin typeface="Malgun Gothic"/>
                <a:cs typeface="Malgun Gothic"/>
              </a:rPr>
              <a:t>ERP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10587228" y="8429879"/>
            <a:ext cx="680720" cy="427355"/>
            <a:chOff x="10587228" y="8429879"/>
            <a:chExt cx="680720" cy="427355"/>
          </a:xfrm>
        </p:grpSpPr>
        <p:sp>
          <p:nvSpPr>
            <p:cNvPr id="50" name="object 50" descr=""/>
            <p:cNvSpPr/>
            <p:nvPr/>
          </p:nvSpPr>
          <p:spPr>
            <a:xfrm>
              <a:off x="10612628" y="8455279"/>
              <a:ext cx="655320" cy="401955"/>
            </a:xfrm>
            <a:custGeom>
              <a:avLst/>
              <a:gdLst/>
              <a:ahLst/>
              <a:cxnLst/>
              <a:rect l="l" t="t" r="r" b="b"/>
              <a:pathLst>
                <a:path w="655320" h="401954">
                  <a:moveTo>
                    <a:pt x="655154" y="152260"/>
                  </a:moveTo>
                  <a:lnTo>
                    <a:pt x="653834" y="148590"/>
                  </a:lnTo>
                  <a:lnTo>
                    <a:pt x="649363" y="136182"/>
                  </a:lnTo>
                  <a:lnTo>
                    <a:pt x="633869" y="126542"/>
                  </a:lnTo>
                  <a:lnTo>
                    <a:pt x="631952" y="126301"/>
                  </a:lnTo>
                  <a:lnTo>
                    <a:pt x="631952" y="66929"/>
                  </a:lnTo>
                  <a:lnTo>
                    <a:pt x="626681" y="40881"/>
                  </a:lnTo>
                  <a:lnTo>
                    <a:pt x="612343" y="19608"/>
                  </a:lnTo>
                  <a:lnTo>
                    <a:pt x="591070" y="5270"/>
                  </a:lnTo>
                  <a:lnTo>
                    <a:pt x="565023" y="0"/>
                  </a:lnTo>
                  <a:lnTo>
                    <a:pt x="66929" y="0"/>
                  </a:lnTo>
                  <a:lnTo>
                    <a:pt x="40868" y="5270"/>
                  </a:lnTo>
                  <a:lnTo>
                    <a:pt x="19596" y="19608"/>
                  </a:lnTo>
                  <a:lnTo>
                    <a:pt x="5257" y="40881"/>
                  </a:lnTo>
                  <a:lnTo>
                    <a:pt x="0" y="66929"/>
                  </a:lnTo>
                  <a:lnTo>
                    <a:pt x="0" y="334518"/>
                  </a:lnTo>
                  <a:lnTo>
                    <a:pt x="5257" y="360578"/>
                  </a:lnTo>
                  <a:lnTo>
                    <a:pt x="19596" y="381850"/>
                  </a:lnTo>
                  <a:lnTo>
                    <a:pt x="40868" y="396189"/>
                  </a:lnTo>
                  <a:lnTo>
                    <a:pt x="66929" y="401447"/>
                  </a:lnTo>
                  <a:lnTo>
                    <a:pt x="565023" y="401447"/>
                  </a:lnTo>
                  <a:lnTo>
                    <a:pt x="591070" y="396189"/>
                  </a:lnTo>
                  <a:lnTo>
                    <a:pt x="612343" y="381850"/>
                  </a:lnTo>
                  <a:lnTo>
                    <a:pt x="626681" y="360578"/>
                  </a:lnTo>
                  <a:lnTo>
                    <a:pt x="631952" y="334518"/>
                  </a:lnTo>
                  <a:lnTo>
                    <a:pt x="631952" y="204736"/>
                  </a:lnTo>
                  <a:lnTo>
                    <a:pt x="632193" y="204470"/>
                  </a:lnTo>
                  <a:lnTo>
                    <a:pt x="639038" y="197192"/>
                  </a:lnTo>
                  <a:lnTo>
                    <a:pt x="646061" y="186563"/>
                  </a:lnTo>
                  <a:lnTo>
                    <a:pt x="651256" y="174752"/>
                  </a:lnTo>
                  <a:lnTo>
                    <a:pt x="655154" y="15226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587228" y="8429879"/>
              <a:ext cx="632460" cy="401955"/>
            </a:xfrm>
            <a:custGeom>
              <a:avLst/>
              <a:gdLst/>
              <a:ahLst/>
              <a:cxnLst/>
              <a:rect l="l" t="t" r="r" b="b"/>
              <a:pathLst>
                <a:path w="632459" h="401954">
                  <a:moveTo>
                    <a:pt x="565023" y="0"/>
                  </a:moveTo>
                  <a:lnTo>
                    <a:pt x="66928" y="0"/>
                  </a:lnTo>
                  <a:lnTo>
                    <a:pt x="40880" y="5260"/>
                  </a:lnTo>
                  <a:lnTo>
                    <a:pt x="19605" y="19605"/>
                  </a:lnTo>
                  <a:lnTo>
                    <a:pt x="5260" y="40880"/>
                  </a:lnTo>
                  <a:lnTo>
                    <a:pt x="0" y="66929"/>
                  </a:lnTo>
                  <a:lnTo>
                    <a:pt x="0" y="334518"/>
                  </a:lnTo>
                  <a:lnTo>
                    <a:pt x="5260" y="360566"/>
                  </a:lnTo>
                  <a:lnTo>
                    <a:pt x="19605" y="381841"/>
                  </a:lnTo>
                  <a:lnTo>
                    <a:pt x="40880" y="396186"/>
                  </a:lnTo>
                  <a:lnTo>
                    <a:pt x="66928" y="401447"/>
                  </a:lnTo>
                  <a:lnTo>
                    <a:pt x="565023" y="401447"/>
                  </a:lnTo>
                  <a:lnTo>
                    <a:pt x="591071" y="396186"/>
                  </a:lnTo>
                  <a:lnTo>
                    <a:pt x="612346" y="381841"/>
                  </a:lnTo>
                  <a:lnTo>
                    <a:pt x="626691" y="360566"/>
                  </a:lnTo>
                  <a:lnTo>
                    <a:pt x="631951" y="334518"/>
                  </a:lnTo>
                  <a:lnTo>
                    <a:pt x="631951" y="66929"/>
                  </a:lnTo>
                  <a:lnTo>
                    <a:pt x="626691" y="40880"/>
                  </a:lnTo>
                  <a:lnTo>
                    <a:pt x="612346" y="19605"/>
                  </a:lnTo>
                  <a:lnTo>
                    <a:pt x="591071" y="5260"/>
                  </a:lnTo>
                  <a:lnTo>
                    <a:pt x="565023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 txBox="1"/>
          <p:nvPr/>
        </p:nvSpPr>
        <p:spPr>
          <a:xfrm>
            <a:off x="10589768" y="8465140"/>
            <a:ext cx="63055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5" b="1" i="1">
                <a:latin typeface="Malgun Gothic"/>
                <a:cs typeface="Malgun Gothic"/>
              </a:rPr>
              <a:t>SOAP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2093956" y="4194428"/>
            <a:ext cx="4397375" cy="1283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9895" indent="-417195">
              <a:lnSpc>
                <a:spcPct val="100000"/>
              </a:lnSpc>
              <a:spcBef>
                <a:spcPts val="105"/>
              </a:spcBef>
              <a:buSzPct val="72727"/>
              <a:buFont typeface="Calibri"/>
              <a:buChar char="•"/>
              <a:tabLst>
                <a:tab pos="429895" algn="l"/>
              </a:tabLst>
            </a:pPr>
            <a:r>
              <a:rPr dirty="0" sz="1650">
                <a:latin typeface="Malgun Gothic"/>
                <a:cs typeface="Malgun Gothic"/>
              </a:rPr>
              <a:t>기존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운영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중인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EAI</a:t>
            </a:r>
            <a:r>
              <a:rPr dirty="0" sz="1650" spc="-1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솔루션의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한계</a:t>
            </a:r>
            <a:endParaRPr sz="1650">
              <a:latin typeface="Malgun Gothic"/>
              <a:cs typeface="Malgun Gothic"/>
            </a:endParaRPr>
          </a:p>
          <a:p>
            <a:pPr marL="429895" indent="-417195">
              <a:lnSpc>
                <a:spcPct val="100000"/>
              </a:lnSpc>
              <a:buSzPct val="72727"/>
              <a:buFont typeface="Calibri"/>
              <a:buChar char="•"/>
              <a:tabLst>
                <a:tab pos="429895" algn="l"/>
              </a:tabLst>
            </a:pPr>
            <a:r>
              <a:rPr dirty="0" sz="1650">
                <a:latin typeface="Malgun Gothic"/>
                <a:cs typeface="Malgun Gothic"/>
              </a:rPr>
              <a:t>사내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여러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시스템의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데이터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연계의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어려움</a:t>
            </a:r>
            <a:endParaRPr sz="1650">
              <a:latin typeface="Malgun Gothic"/>
              <a:cs typeface="Malgun Gothic"/>
            </a:endParaRPr>
          </a:p>
          <a:p>
            <a:pPr marL="429895" marR="5080" indent="-417830">
              <a:lnSpc>
                <a:spcPct val="100000"/>
              </a:lnSpc>
              <a:buSzPct val="72727"/>
              <a:buFont typeface="Calibri"/>
              <a:buChar char="•"/>
              <a:tabLst>
                <a:tab pos="429895" algn="l"/>
              </a:tabLst>
            </a:pPr>
            <a:r>
              <a:rPr dirty="0" sz="1650">
                <a:latin typeface="Malgun Gothic"/>
                <a:cs typeface="Malgun Gothic"/>
              </a:rPr>
              <a:t>차세대</a:t>
            </a:r>
            <a:r>
              <a:rPr dirty="0" sz="1650" spc="-35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프로젝트로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MSA</a:t>
            </a:r>
            <a:r>
              <a:rPr dirty="0" sz="1650" spc="-25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를</a:t>
            </a:r>
            <a:r>
              <a:rPr dirty="0" sz="1650" spc="-5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도입하면서</a:t>
            </a:r>
            <a:r>
              <a:rPr dirty="0" sz="1650" spc="-40">
                <a:latin typeface="Malgun Gothic"/>
                <a:cs typeface="Malgun Gothic"/>
              </a:rPr>
              <a:t> </a:t>
            </a:r>
            <a:r>
              <a:rPr dirty="0" sz="1650" spc="-50">
                <a:latin typeface="Malgun Gothic"/>
                <a:cs typeface="Malgun Gothic"/>
              </a:rPr>
              <a:t>이 </a:t>
            </a:r>
            <a:r>
              <a:rPr dirty="0" sz="1650">
                <a:latin typeface="Malgun Gothic"/>
                <a:cs typeface="Malgun Gothic"/>
              </a:rPr>
              <a:t>벤트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기반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아키텍처를</a:t>
            </a:r>
            <a:r>
              <a:rPr dirty="0" sz="1650" spc="-45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도입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하려고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 spc="-50">
                <a:latin typeface="Malgun Gothic"/>
                <a:cs typeface="Malgun Gothic"/>
              </a:rPr>
              <a:t>함</a:t>
            </a:r>
            <a:endParaRPr sz="1650">
              <a:latin typeface="Malgun Gothic"/>
              <a:cs typeface="Malgun Gothic"/>
            </a:endParaRPr>
          </a:p>
          <a:p>
            <a:pPr marL="429895" indent="-417195">
              <a:lnSpc>
                <a:spcPct val="100000"/>
              </a:lnSpc>
              <a:buSzPct val="72727"/>
              <a:buFont typeface="Calibri"/>
              <a:buChar char="•"/>
              <a:tabLst>
                <a:tab pos="429895" algn="l"/>
              </a:tabLst>
            </a:pPr>
            <a:r>
              <a:rPr dirty="0" sz="1650">
                <a:latin typeface="Malgun Gothic"/>
                <a:cs typeface="Malgun Gothic"/>
              </a:rPr>
              <a:t>EAI</a:t>
            </a:r>
            <a:r>
              <a:rPr dirty="0" sz="1650" spc="-10">
                <a:latin typeface="Malgun Gothic"/>
                <a:cs typeface="Malgun Gothic"/>
              </a:rPr>
              <a:t> modernization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2093956" y="5703189"/>
            <a:ext cx="2631440" cy="12846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latin typeface="Malgun Gothic"/>
                <a:cs typeface="Malgun Gothic"/>
              </a:rPr>
              <a:t>Solutions</a:t>
            </a:r>
            <a:endParaRPr sz="1650">
              <a:latin typeface="Malgun Gothic"/>
              <a:cs typeface="Malgun Gothic"/>
            </a:endParaRPr>
          </a:p>
          <a:p>
            <a:pPr marL="169545" indent="-156845">
              <a:lnSpc>
                <a:spcPct val="100000"/>
              </a:lnSpc>
              <a:buChar char="-"/>
              <a:tabLst>
                <a:tab pos="169545" algn="l"/>
              </a:tabLst>
            </a:pPr>
            <a:r>
              <a:rPr dirty="0" sz="1650">
                <a:latin typeface="Malgun Gothic"/>
                <a:cs typeface="Malgun Gothic"/>
              </a:rPr>
              <a:t>Confluent</a:t>
            </a:r>
            <a:r>
              <a:rPr dirty="0" sz="1650" spc="-60">
                <a:latin typeface="Malgun Gothic"/>
                <a:cs typeface="Malgun Gothic"/>
              </a:rPr>
              <a:t> </a:t>
            </a:r>
            <a:r>
              <a:rPr dirty="0" sz="1650" spc="-10">
                <a:latin typeface="Malgun Gothic"/>
                <a:cs typeface="Malgun Gothic"/>
              </a:rPr>
              <a:t>Platform(Kafka)</a:t>
            </a:r>
            <a:endParaRPr sz="1650">
              <a:latin typeface="Malgun Gothic"/>
              <a:cs typeface="Malgun Gothic"/>
            </a:endParaRPr>
          </a:p>
          <a:p>
            <a:pPr marL="169545" indent="-156845">
              <a:lnSpc>
                <a:spcPct val="100000"/>
              </a:lnSpc>
              <a:buChar char="-"/>
              <a:tabLst>
                <a:tab pos="169545" algn="l"/>
              </a:tabLst>
            </a:pPr>
            <a:r>
              <a:rPr dirty="0" sz="1650">
                <a:latin typeface="Malgun Gothic"/>
                <a:cs typeface="Malgun Gothic"/>
              </a:rPr>
              <a:t>Custom</a:t>
            </a:r>
            <a:r>
              <a:rPr dirty="0" sz="1650" spc="-45">
                <a:latin typeface="Malgun Gothic"/>
                <a:cs typeface="Malgun Gothic"/>
              </a:rPr>
              <a:t> </a:t>
            </a:r>
            <a:r>
              <a:rPr dirty="0" sz="1650" spc="-10">
                <a:latin typeface="Malgun Gothic"/>
                <a:cs typeface="Malgun Gothic"/>
              </a:rPr>
              <a:t>Connectors</a:t>
            </a:r>
            <a:endParaRPr sz="16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dirty="0" sz="1650" spc="-10" b="1">
                <a:latin typeface="Malgun Gothic"/>
                <a:cs typeface="Malgun Gothic"/>
              </a:rPr>
              <a:t>Results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2093956" y="6960869"/>
            <a:ext cx="4466590" cy="1535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29895" marR="5080" indent="-417830">
              <a:lnSpc>
                <a:spcPct val="100000"/>
              </a:lnSpc>
              <a:spcBef>
                <a:spcPts val="105"/>
              </a:spcBef>
              <a:buSzPct val="72727"/>
              <a:buFont typeface="Arial"/>
              <a:buChar char="•"/>
              <a:tabLst>
                <a:tab pos="429895" algn="l"/>
              </a:tabLst>
            </a:pPr>
            <a:r>
              <a:rPr dirty="0" sz="1650">
                <a:latin typeface="Malgun Gothic"/>
                <a:cs typeface="Malgun Gothic"/>
              </a:rPr>
              <a:t>기존</a:t>
            </a:r>
            <a:r>
              <a:rPr dirty="0" sz="1650" spc="-25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EAI를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대체하는</a:t>
            </a:r>
            <a:r>
              <a:rPr dirty="0" sz="1650" spc="-35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새로운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데이터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파이프 </a:t>
            </a:r>
            <a:r>
              <a:rPr dirty="0" sz="1650">
                <a:latin typeface="Malgun Gothic"/>
                <a:cs typeface="Malgun Gothic"/>
              </a:rPr>
              <a:t>라인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생성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및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운영</a:t>
            </a:r>
            <a:endParaRPr sz="1650">
              <a:latin typeface="Malgun Gothic"/>
              <a:cs typeface="Malgun Gothic"/>
            </a:endParaRPr>
          </a:p>
          <a:p>
            <a:pPr marL="429895" indent="-417195">
              <a:lnSpc>
                <a:spcPct val="100000"/>
              </a:lnSpc>
              <a:buSzPct val="72727"/>
              <a:buFont typeface="Calibri"/>
              <a:buChar char="•"/>
              <a:tabLst>
                <a:tab pos="429895" algn="l"/>
              </a:tabLst>
            </a:pPr>
            <a:r>
              <a:rPr dirty="0" sz="1650">
                <a:latin typeface="Malgun Gothic"/>
                <a:cs typeface="Malgun Gothic"/>
              </a:rPr>
              <a:t>다양한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고객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요구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사항을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만족하기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위해</a:t>
            </a:r>
            <a:endParaRPr sz="1650">
              <a:latin typeface="Malgun Gothic"/>
              <a:cs typeface="Malgun Gothic"/>
            </a:endParaRPr>
          </a:p>
          <a:p>
            <a:pPr marL="429895">
              <a:lnSpc>
                <a:spcPct val="100000"/>
              </a:lnSpc>
            </a:pPr>
            <a:r>
              <a:rPr dirty="0" sz="1650">
                <a:latin typeface="Malgun Gothic"/>
                <a:cs typeface="Malgun Gothic"/>
              </a:rPr>
              <a:t>Custom</a:t>
            </a:r>
            <a:r>
              <a:rPr dirty="0" sz="1650" spc="-5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Connector</a:t>
            </a:r>
            <a:r>
              <a:rPr dirty="0" sz="1650" spc="-4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개발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적용</a:t>
            </a:r>
            <a:endParaRPr sz="1650">
              <a:latin typeface="Malgun Gothic"/>
              <a:cs typeface="Malgun Gothic"/>
            </a:endParaRPr>
          </a:p>
          <a:p>
            <a:pPr marL="429895" marR="26034" indent="-417830">
              <a:lnSpc>
                <a:spcPct val="100000"/>
              </a:lnSpc>
              <a:buSzPct val="72727"/>
              <a:buFont typeface="Calibri"/>
              <a:buChar char="•"/>
              <a:tabLst>
                <a:tab pos="429895" algn="l"/>
              </a:tabLst>
            </a:pPr>
            <a:r>
              <a:rPr dirty="0" sz="1650">
                <a:latin typeface="Malgun Gothic"/>
                <a:cs typeface="Malgun Gothic"/>
              </a:rPr>
              <a:t>비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동기식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뿐만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아니라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동기식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데이터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처리 </a:t>
            </a:r>
            <a:r>
              <a:rPr dirty="0" sz="1650">
                <a:latin typeface="Malgun Gothic"/>
                <a:cs typeface="Malgun Gothic"/>
              </a:rPr>
              <a:t>를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위한</a:t>
            </a:r>
            <a:r>
              <a:rPr dirty="0" sz="1650" spc="-20">
                <a:latin typeface="Malgun Gothic"/>
                <a:cs typeface="Malgun Gothic"/>
              </a:rPr>
              <a:t> </a:t>
            </a:r>
            <a:r>
              <a:rPr dirty="0" sz="1650">
                <a:latin typeface="Malgun Gothic"/>
                <a:cs typeface="Malgun Gothic"/>
              </a:rPr>
              <a:t>프로세스</a:t>
            </a:r>
            <a:r>
              <a:rPr dirty="0" sz="1650" spc="-30">
                <a:latin typeface="Malgun Gothic"/>
                <a:cs typeface="Malgun Gothic"/>
              </a:rPr>
              <a:t> </a:t>
            </a:r>
            <a:r>
              <a:rPr dirty="0" sz="1650" spc="-25">
                <a:latin typeface="Malgun Gothic"/>
                <a:cs typeface="Malgun Gothic"/>
              </a:rPr>
              <a:t>적용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22567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L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물류사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EAI</a:t>
            </a:r>
            <a:r>
              <a:rPr dirty="0" spc="-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현대화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및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실시간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물류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시스템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사례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5642" rIns="0" bIns="0" rtlCol="0" vert="horz">
            <a:spAutoFit/>
          </a:bodyPr>
          <a:lstStyle/>
          <a:p>
            <a:pPr marL="1682114">
              <a:lnSpc>
                <a:spcPct val="100000"/>
              </a:lnSpc>
              <a:spcBef>
                <a:spcPts val="100"/>
              </a:spcBef>
            </a:pPr>
            <a:r>
              <a:rPr dirty="0" sz="3300">
                <a:solidFill>
                  <a:srgbClr val="173360"/>
                </a:solidFill>
              </a:rPr>
              <a:t>S</a:t>
            </a:r>
            <a:r>
              <a:rPr dirty="0" sz="3300" spc="-25">
                <a:solidFill>
                  <a:srgbClr val="173360"/>
                </a:solidFill>
              </a:rPr>
              <a:t> </a:t>
            </a:r>
            <a:r>
              <a:rPr dirty="0" sz="3300">
                <a:solidFill>
                  <a:srgbClr val="173360"/>
                </a:solidFill>
              </a:rPr>
              <a:t>전자</a:t>
            </a:r>
            <a:r>
              <a:rPr dirty="0" sz="3300" spc="-15">
                <a:solidFill>
                  <a:srgbClr val="173360"/>
                </a:solidFill>
              </a:rPr>
              <a:t> </a:t>
            </a:r>
            <a:r>
              <a:rPr dirty="0" sz="3300">
                <a:solidFill>
                  <a:srgbClr val="173360"/>
                </a:solidFill>
              </a:rPr>
              <a:t>IoT</a:t>
            </a:r>
            <a:r>
              <a:rPr dirty="0" sz="3300" spc="-5">
                <a:solidFill>
                  <a:srgbClr val="173360"/>
                </a:solidFill>
              </a:rPr>
              <a:t> </a:t>
            </a:r>
            <a:r>
              <a:rPr dirty="0" sz="3300" spc="-25">
                <a:solidFill>
                  <a:srgbClr val="173360"/>
                </a:solidFill>
              </a:rPr>
              <a:t>사례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9771380" y="2234819"/>
            <a:ext cx="7094220" cy="629983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705"/>
              </a:spcBef>
            </a:pPr>
            <a:r>
              <a:rPr dirty="0" sz="3000" spc="-10" b="1">
                <a:solidFill>
                  <a:srgbClr val="0074A1"/>
                </a:solidFill>
                <a:latin typeface="Malgun Gothic"/>
                <a:cs typeface="Malgun Gothic"/>
              </a:rPr>
              <a:t>SmartThings</a:t>
            </a:r>
            <a:endParaRPr sz="3000">
              <a:latin typeface="Malgun Gothic"/>
              <a:cs typeface="Malgun Gothic"/>
            </a:endParaRPr>
          </a:p>
          <a:p>
            <a:pPr marL="95885" marR="241300">
              <a:lnSpc>
                <a:spcPct val="100000"/>
              </a:lnSpc>
              <a:spcBef>
                <a:spcPts val="2055"/>
              </a:spcBef>
            </a:pPr>
            <a:r>
              <a:rPr dirty="0" sz="1700">
                <a:latin typeface="Malgun Gothic"/>
                <a:cs typeface="Malgun Gothic"/>
              </a:rPr>
              <a:t>SmartThigns는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S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전자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에코시스템</a:t>
            </a:r>
            <a:r>
              <a:rPr dirty="0" sz="1700" spc="-3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내에서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스마트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홈을</a:t>
            </a:r>
            <a:r>
              <a:rPr dirty="0" sz="1700" spc="-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위한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 spc="-25">
                <a:latin typeface="Malgun Gothic"/>
                <a:cs typeface="Malgun Gothic"/>
              </a:rPr>
              <a:t>자동화 </a:t>
            </a:r>
            <a:r>
              <a:rPr dirty="0" sz="1700">
                <a:latin typeface="Malgun Gothic"/>
                <a:cs typeface="Malgun Gothic"/>
              </a:rPr>
              <a:t>소프트웨어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및 관련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클라이언트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애플리케이션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및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클라우드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 spc="-25">
                <a:latin typeface="Malgun Gothic"/>
                <a:cs typeface="Malgun Gothic"/>
              </a:rPr>
              <a:t>플랫폼 </a:t>
            </a:r>
            <a:r>
              <a:rPr dirty="0" sz="1700">
                <a:latin typeface="Malgun Gothic"/>
                <a:cs typeface="Malgun Gothic"/>
              </a:rPr>
              <a:t>개발에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중점을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둡니다.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SmartThings는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전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세계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소비자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가전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 spc="-25">
                <a:latin typeface="Malgun Gothic"/>
                <a:cs typeface="Malgun Gothic"/>
              </a:rPr>
              <a:t>IoT </a:t>
            </a:r>
            <a:r>
              <a:rPr dirty="0" sz="1700">
                <a:latin typeface="Malgun Gothic"/>
                <a:cs typeface="Malgun Gothic"/>
              </a:rPr>
              <a:t>플랫폼에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대한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S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전자의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백본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역할을</a:t>
            </a:r>
            <a:r>
              <a:rPr dirty="0" sz="1700" spc="-2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합니다.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SmartThigns</a:t>
            </a:r>
            <a:r>
              <a:rPr dirty="0" sz="1700" spc="-5">
                <a:latin typeface="Malgun Gothic"/>
                <a:cs typeface="Malgun Gothic"/>
              </a:rPr>
              <a:t> </a:t>
            </a:r>
            <a:r>
              <a:rPr dirty="0" sz="1700" spc="-20">
                <a:latin typeface="Malgun Gothic"/>
                <a:cs typeface="Malgun Gothic"/>
              </a:rPr>
              <a:t>클라우드 </a:t>
            </a:r>
            <a:r>
              <a:rPr dirty="0" sz="1700">
                <a:latin typeface="Malgun Gothic"/>
                <a:cs typeface="Malgun Gothic"/>
              </a:rPr>
              <a:t>솔루션은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다중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지역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클러스터의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4,500만</a:t>
            </a:r>
            <a:r>
              <a:rPr dirty="0" sz="1700" spc="-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사용자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가정에</a:t>
            </a:r>
            <a:r>
              <a:rPr dirty="0" sz="1700" spc="-1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설치된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 spc="-25">
                <a:latin typeface="Malgun Gothic"/>
                <a:cs typeface="Malgun Gothic"/>
              </a:rPr>
              <a:t>장치의 </a:t>
            </a:r>
            <a:r>
              <a:rPr dirty="0" sz="1700">
                <a:latin typeface="Malgun Gothic"/>
                <a:cs typeface="Malgun Gothic"/>
              </a:rPr>
              <a:t>스마트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홈 장치</a:t>
            </a:r>
            <a:r>
              <a:rPr dirty="0" sz="1700" spc="-10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IoT</a:t>
            </a:r>
            <a:r>
              <a:rPr dirty="0" sz="1700" spc="-5">
                <a:latin typeface="Malgun Gothic"/>
                <a:cs typeface="Malgun Gothic"/>
              </a:rPr>
              <a:t> </a:t>
            </a:r>
            <a:r>
              <a:rPr dirty="0" sz="1700">
                <a:latin typeface="Malgun Gothic"/>
                <a:cs typeface="Malgun Gothic"/>
              </a:rPr>
              <a:t>데이터를</a:t>
            </a:r>
            <a:r>
              <a:rPr dirty="0" sz="1700" spc="-10">
                <a:latin typeface="Malgun Gothic"/>
                <a:cs typeface="Malgun Gothic"/>
              </a:rPr>
              <a:t> 수집/집계합니다.</a:t>
            </a:r>
            <a:endParaRPr sz="1700">
              <a:latin typeface="Malgun Gothic"/>
              <a:cs typeface="Malgun Gothic"/>
            </a:endParaRPr>
          </a:p>
          <a:p>
            <a:pPr marL="95885">
              <a:lnSpc>
                <a:spcPct val="100000"/>
              </a:lnSpc>
              <a:spcBef>
                <a:spcPts val="2835"/>
              </a:spcBef>
            </a:pPr>
            <a:r>
              <a:rPr dirty="0" sz="1700" b="1">
                <a:solidFill>
                  <a:srgbClr val="C5832D"/>
                </a:solidFill>
                <a:latin typeface="Malgun Gothic"/>
                <a:cs typeface="Malgun Gothic"/>
              </a:rPr>
              <a:t>사용</a:t>
            </a:r>
            <a:r>
              <a:rPr dirty="0" sz="1700" spc="-10" b="1">
                <a:solidFill>
                  <a:srgbClr val="C5832D"/>
                </a:solidFill>
                <a:latin typeface="Malgun Gothic"/>
                <a:cs typeface="Malgun Gothic"/>
              </a:rPr>
              <a:t> </a:t>
            </a:r>
            <a:r>
              <a:rPr dirty="0" sz="1700" b="1">
                <a:solidFill>
                  <a:srgbClr val="C5832D"/>
                </a:solidFill>
                <a:latin typeface="Malgun Gothic"/>
                <a:cs typeface="Malgun Gothic"/>
              </a:rPr>
              <a:t>사례 </a:t>
            </a:r>
            <a:r>
              <a:rPr dirty="0" sz="1700" spc="-25" b="1">
                <a:solidFill>
                  <a:srgbClr val="C5832D"/>
                </a:solidFill>
                <a:latin typeface="Malgun Gothic"/>
                <a:cs typeface="Malgun Gothic"/>
              </a:rPr>
              <a:t>요약</a:t>
            </a:r>
            <a:endParaRPr sz="1700">
              <a:latin typeface="Malgun Gothic"/>
              <a:cs typeface="Malgun Gothic"/>
            </a:endParaRPr>
          </a:p>
          <a:p>
            <a:pPr marL="95885" marR="335915">
              <a:lnSpc>
                <a:spcPct val="100000"/>
              </a:lnSpc>
              <a:spcBef>
                <a:spcPts val="595"/>
              </a:spcBef>
            </a:pPr>
            <a:r>
              <a:rPr dirty="0" sz="1800">
                <a:latin typeface="Malgun Gothic"/>
                <a:cs typeface="Malgun Gothic"/>
              </a:rPr>
              <a:t>S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전자의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클라우드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솔루션은 4,500만</a:t>
            </a:r>
            <a:r>
              <a:rPr dirty="0" sz="1800" spc="-3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사용자의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가정에 </a:t>
            </a:r>
            <a:r>
              <a:rPr dirty="0" sz="1800" spc="-25">
                <a:latin typeface="Malgun Gothic"/>
                <a:cs typeface="Malgun Gothic"/>
              </a:rPr>
              <a:t>설치된 </a:t>
            </a:r>
            <a:r>
              <a:rPr dirty="0" sz="1800">
                <a:latin typeface="Malgun Gothic"/>
                <a:cs typeface="Malgun Gothic"/>
              </a:rPr>
              <a:t>장치에서 스마트 홈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장치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IoT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데이터를 수집합니다.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따라잡기에는 </a:t>
            </a:r>
            <a:r>
              <a:rPr dirty="0" sz="1800">
                <a:latin typeface="Malgun Gothic"/>
                <a:cs typeface="Malgun Gothic"/>
              </a:rPr>
              <a:t>너무 많은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작업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부하가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있었기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때문에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Kafka</a:t>
            </a:r>
            <a:r>
              <a:rPr dirty="0" sz="1800" spc="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환경의 운영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부담을 </a:t>
            </a:r>
            <a:r>
              <a:rPr dirty="0" sz="1800">
                <a:latin typeface="Malgun Gothic"/>
                <a:cs typeface="Malgun Gothic"/>
              </a:rPr>
              <a:t>덜어주려고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했습니다.</a:t>
            </a:r>
            <a:endParaRPr sz="1800">
              <a:latin typeface="Malgun Gothic"/>
              <a:cs typeface="Malgun Gothic"/>
            </a:endParaRPr>
          </a:p>
          <a:p>
            <a:pPr marL="484505" indent="-160020">
              <a:lnSpc>
                <a:spcPct val="100000"/>
              </a:lnSpc>
              <a:spcBef>
                <a:spcPts val="1130"/>
              </a:spcBef>
              <a:buClr>
                <a:srgbClr val="000000"/>
              </a:buClr>
              <a:buFont typeface="Arial"/>
              <a:buChar char="•"/>
              <a:tabLst>
                <a:tab pos="484505" algn="l"/>
              </a:tabLst>
            </a:pP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하이브리드 및 멀티</a:t>
            </a:r>
            <a:r>
              <a:rPr dirty="0" sz="1800" spc="1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클라우드 환경에서의</a:t>
            </a:r>
            <a:r>
              <a:rPr dirty="0" sz="1800" spc="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이벤트 스트리밍 </a:t>
            </a:r>
            <a:r>
              <a:rPr dirty="0" sz="1800" spc="-25">
                <a:solidFill>
                  <a:srgbClr val="0074A1"/>
                </a:solidFill>
                <a:latin typeface="Malgun Gothic"/>
                <a:cs typeface="Malgun Gothic"/>
              </a:rPr>
              <a:t>처리</a:t>
            </a:r>
            <a:endParaRPr sz="1800">
              <a:latin typeface="Malgun Gothic"/>
              <a:cs typeface="Malgun Gothic"/>
            </a:endParaRPr>
          </a:p>
          <a:p>
            <a:pPr marL="484505" indent="-160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484505" algn="l"/>
              </a:tabLst>
            </a:pP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TCO</a:t>
            </a:r>
            <a:r>
              <a:rPr dirty="0" sz="1800" spc="-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24%</a:t>
            </a:r>
            <a:r>
              <a:rPr dirty="0" sz="1800" spc="-1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0074A1"/>
                </a:solidFill>
                <a:latin typeface="Malgun Gothic"/>
                <a:cs typeface="Malgun Gothic"/>
              </a:rPr>
              <a:t>절감</a:t>
            </a:r>
            <a:endParaRPr sz="1800">
              <a:latin typeface="Malgun Gothic"/>
              <a:cs typeface="Malgun Gothic"/>
            </a:endParaRPr>
          </a:p>
          <a:p>
            <a:pPr marL="324485" marR="548005" indent="1600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484505" algn="l"/>
              </a:tabLst>
            </a:pP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성능에 영향을 주지</a:t>
            </a:r>
            <a:r>
              <a:rPr dirty="0" sz="1800" spc="1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않고 자체 관리형에서</a:t>
            </a:r>
            <a:r>
              <a:rPr dirty="0" sz="1800" spc="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완전 </a:t>
            </a:r>
            <a:r>
              <a:rPr dirty="0" sz="1800" spc="-20">
                <a:solidFill>
                  <a:srgbClr val="0074A1"/>
                </a:solidFill>
                <a:latin typeface="Malgun Gothic"/>
                <a:cs typeface="Malgun Gothic"/>
              </a:rPr>
              <a:t>관리형으로 </a:t>
            </a:r>
            <a:r>
              <a:rPr dirty="0" sz="1800">
                <a:solidFill>
                  <a:srgbClr val="0074A1"/>
                </a:solidFill>
                <a:latin typeface="Malgun Gothic"/>
                <a:cs typeface="Malgun Gothic"/>
              </a:rPr>
              <a:t>성공적으로</a:t>
            </a:r>
            <a:r>
              <a:rPr dirty="0" sz="1800" spc="5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0074A1"/>
                </a:solidFill>
                <a:latin typeface="Malgun Gothic"/>
                <a:cs typeface="Malgun Gothic"/>
              </a:rPr>
              <a:t>전환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85578" y="3345493"/>
            <a:ext cx="8032115" cy="3841750"/>
            <a:chOff x="1085578" y="3345493"/>
            <a:chExt cx="8032115" cy="38417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578" y="3345493"/>
              <a:ext cx="8031932" cy="384137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8460" y="4383633"/>
              <a:ext cx="492912" cy="4929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5831" rIns="0" bIns="0" rtlCol="0" vert="horz">
            <a:spAutoFit/>
          </a:bodyPr>
          <a:lstStyle/>
          <a:p>
            <a:pPr marL="979169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100개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이상의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금융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서비스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기업이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Confluent를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활용합니다.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1391" y="3894582"/>
            <a:ext cx="820674" cy="92202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0336979" y="8406866"/>
            <a:ext cx="1308735" cy="660400"/>
            <a:chOff x="10336979" y="8406866"/>
            <a:chExt cx="1308735" cy="660400"/>
          </a:xfrm>
        </p:grpSpPr>
        <p:sp>
          <p:nvSpPr>
            <p:cNvPr id="5" name="object 5" descr=""/>
            <p:cNvSpPr/>
            <p:nvPr/>
          </p:nvSpPr>
          <p:spPr>
            <a:xfrm>
              <a:off x="10336979" y="8406866"/>
              <a:ext cx="1207135" cy="660400"/>
            </a:xfrm>
            <a:custGeom>
              <a:avLst/>
              <a:gdLst/>
              <a:ahLst/>
              <a:cxnLst/>
              <a:rect l="l" t="t" r="r" b="b"/>
              <a:pathLst>
                <a:path w="1207134" h="660400">
                  <a:moveTo>
                    <a:pt x="1187886" y="443230"/>
                  </a:moveTo>
                  <a:lnTo>
                    <a:pt x="1135819" y="443230"/>
                  </a:lnTo>
                  <a:lnTo>
                    <a:pt x="1137343" y="444500"/>
                  </a:lnTo>
                  <a:lnTo>
                    <a:pt x="1137343" y="447040"/>
                  </a:lnTo>
                  <a:lnTo>
                    <a:pt x="1112098" y="516890"/>
                  </a:lnTo>
                  <a:lnTo>
                    <a:pt x="1082281" y="570230"/>
                  </a:lnTo>
                  <a:lnTo>
                    <a:pt x="1050475" y="608330"/>
                  </a:lnTo>
                  <a:lnTo>
                    <a:pt x="1019261" y="632460"/>
                  </a:lnTo>
                  <a:lnTo>
                    <a:pt x="968941" y="655320"/>
                  </a:lnTo>
                  <a:lnTo>
                    <a:pt x="969322" y="659130"/>
                  </a:lnTo>
                  <a:lnTo>
                    <a:pt x="975672" y="660400"/>
                  </a:lnTo>
                  <a:lnTo>
                    <a:pt x="985578" y="660400"/>
                  </a:lnTo>
                  <a:lnTo>
                    <a:pt x="1028472" y="652780"/>
                  </a:lnTo>
                  <a:lnTo>
                    <a:pt x="1077653" y="626110"/>
                  </a:lnTo>
                  <a:lnTo>
                    <a:pt x="1111852" y="591820"/>
                  </a:lnTo>
                  <a:lnTo>
                    <a:pt x="1140931" y="552450"/>
                  </a:lnTo>
                  <a:lnTo>
                    <a:pt x="1164628" y="510540"/>
                  </a:lnTo>
                  <a:lnTo>
                    <a:pt x="1182682" y="464820"/>
                  </a:lnTo>
                  <a:lnTo>
                    <a:pt x="1185621" y="452120"/>
                  </a:lnTo>
                  <a:lnTo>
                    <a:pt x="1187886" y="443230"/>
                  </a:lnTo>
                  <a:close/>
                </a:path>
                <a:path w="1207134" h="660400">
                  <a:moveTo>
                    <a:pt x="24315" y="96520"/>
                  </a:moveTo>
                  <a:lnTo>
                    <a:pt x="15679" y="96520"/>
                  </a:lnTo>
                  <a:lnTo>
                    <a:pt x="8821" y="99060"/>
                  </a:lnTo>
                  <a:lnTo>
                    <a:pt x="3106" y="125730"/>
                  </a:lnTo>
                  <a:lnTo>
                    <a:pt x="157" y="171450"/>
                  </a:lnTo>
                  <a:lnTo>
                    <a:pt x="30" y="194310"/>
                  </a:lnTo>
                  <a:lnTo>
                    <a:pt x="0" y="234950"/>
                  </a:lnTo>
                  <a:lnTo>
                    <a:pt x="1413" y="278130"/>
                  </a:lnTo>
                  <a:lnTo>
                    <a:pt x="1496" y="280670"/>
                  </a:lnTo>
                  <a:lnTo>
                    <a:pt x="1579" y="283210"/>
                  </a:lnTo>
                  <a:lnTo>
                    <a:pt x="1704" y="287020"/>
                  </a:lnTo>
                  <a:lnTo>
                    <a:pt x="1787" y="289560"/>
                  </a:lnTo>
                  <a:lnTo>
                    <a:pt x="1912" y="293370"/>
                  </a:lnTo>
                  <a:lnTo>
                    <a:pt x="1995" y="295910"/>
                  </a:lnTo>
                  <a:lnTo>
                    <a:pt x="6413" y="359410"/>
                  </a:lnTo>
                  <a:lnTo>
                    <a:pt x="6502" y="360680"/>
                  </a:lnTo>
                  <a:lnTo>
                    <a:pt x="13214" y="420370"/>
                  </a:lnTo>
                  <a:lnTo>
                    <a:pt x="21993" y="467360"/>
                  </a:lnTo>
                  <a:lnTo>
                    <a:pt x="46524" y="497840"/>
                  </a:lnTo>
                  <a:lnTo>
                    <a:pt x="55146" y="497840"/>
                  </a:lnTo>
                  <a:lnTo>
                    <a:pt x="64447" y="499110"/>
                  </a:lnTo>
                  <a:lnTo>
                    <a:pt x="108024" y="492760"/>
                  </a:lnTo>
                  <a:lnTo>
                    <a:pt x="126799" y="453390"/>
                  </a:lnTo>
                  <a:lnTo>
                    <a:pt x="135809" y="419100"/>
                  </a:lnTo>
                  <a:lnTo>
                    <a:pt x="145168" y="384810"/>
                  </a:lnTo>
                  <a:lnTo>
                    <a:pt x="71178" y="384810"/>
                  </a:lnTo>
                  <a:lnTo>
                    <a:pt x="69781" y="383540"/>
                  </a:lnTo>
                  <a:lnTo>
                    <a:pt x="69781" y="382270"/>
                  </a:lnTo>
                  <a:lnTo>
                    <a:pt x="60726" y="316230"/>
                  </a:lnTo>
                  <a:lnTo>
                    <a:pt x="56719" y="252730"/>
                  </a:lnTo>
                  <a:lnTo>
                    <a:pt x="56610" y="245110"/>
                  </a:lnTo>
                  <a:lnTo>
                    <a:pt x="56573" y="132080"/>
                  </a:lnTo>
                  <a:lnTo>
                    <a:pt x="51801" y="114300"/>
                  </a:lnTo>
                  <a:lnTo>
                    <a:pt x="43825" y="102870"/>
                  </a:lnTo>
                  <a:lnTo>
                    <a:pt x="34159" y="97790"/>
                  </a:lnTo>
                  <a:lnTo>
                    <a:pt x="24315" y="96520"/>
                  </a:lnTo>
                  <a:close/>
                </a:path>
                <a:path w="1207134" h="660400">
                  <a:moveTo>
                    <a:pt x="233357" y="284480"/>
                  </a:moveTo>
                  <a:lnTo>
                    <a:pt x="202903" y="330200"/>
                  </a:lnTo>
                  <a:lnTo>
                    <a:pt x="185748" y="382270"/>
                  </a:lnTo>
                  <a:lnTo>
                    <a:pt x="177761" y="427990"/>
                  </a:lnTo>
                  <a:lnTo>
                    <a:pt x="175945" y="448310"/>
                  </a:lnTo>
                  <a:lnTo>
                    <a:pt x="175831" y="449580"/>
                  </a:lnTo>
                  <a:lnTo>
                    <a:pt x="175718" y="450850"/>
                  </a:lnTo>
                  <a:lnTo>
                    <a:pt x="175604" y="452120"/>
                  </a:lnTo>
                  <a:lnTo>
                    <a:pt x="175491" y="453390"/>
                  </a:lnTo>
                  <a:lnTo>
                    <a:pt x="175377" y="454660"/>
                  </a:lnTo>
                  <a:lnTo>
                    <a:pt x="175264" y="455930"/>
                  </a:lnTo>
                  <a:lnTo>
                    <a:pt x="175150" y="457200"/>
                  </a:lnTo>
                  <a:lnTo>
                    <a:pt x="175037" y="458470"/>
                  </a:lnTo>
                  <a:lnTo>
                    <a:pt x="174923" y="459740"/>
                  </a:lnTo>
                  <a:lnTo>
                    <a:pt x="174810" y="461010"/>
                  </a:lnTo>
                  <a:lnTo>
                    <a:pt x="176352" y="474980"/>
                  </a:lnTo>
                  <a:lnTo>
                    <a:pt x="183621" y="487680"/>
                  </a:lnTo>
                  <a:lnTo>
                    <a:pt x="195152" y="496570"/>
                  </a:lnTo>
                  <a:lnTo>
                    <a:pt x="209481" y="499110"/>
                  </a:lnTo>
                  <a:lnTo>
                    <a:pt x="232704" y="487680"/>
                  </a:lnTo>
                  <a:lnTo>
                    <a:pt x="243057" y="473710"/>
                  </a:lnTo>
                  <a:lnTo>
                    <a:pt x="245575" y="461010"/>
                  </a:lnTo>
                  <a:lnTo>
                    <a:pt x="245463" y="458470"/>
                  </a:lnTo>
                  <a:lnTo>
                    <a:pt x="245351" y="455930"/>
                  </a:lnTo>
                  <a:lnTo>
                    <a:pt x="245295" y="454660"/>
                  </a:lnTo>
                  <a:lnTo>
                    <a:pt x="241739" y="453390"/>
                  </a:lnTo>
                  <a:lnTo>
                    <a:pt x="239326" y="448310"/>
                  </a:lnTo>
                  <a:lnTo>
                    <a:pt x="240469" y="443230"/>
                  </a:lnTo>
                  <a:lnTo>
                    <a:pt x="244398" y="422910"/>
                  </a:lnTo>
                  <a:lnTo>
                    <a:pt x="253042" y="383540"/>
                  </a:lnTo>
                  <a:lnTo>
                    <a:pt x="261686" y="345440"/>
                  </a:lnTo>
                  <a:lnTo>
                    <a:pt x="265615" y="323850"/>
                  </a:lnTo>
                  <a:lnTo>
                    <a:pt x="266335" y="323850"/>
                  </a:lnTo>
                  <a:lnTo>
                    <a:pt x="264218" y="311150"/>
                  </a:lnTo>
                  <a:lnTo>
                    <a:pt x="257201" y="298450"/>
                  </a:lnTo>
                  <a:lnTo>
                    <a:pt x="246613" y="289560"/>
                  </a:lnTo>
                  <a:lnTo>
                    <a:pt x="233357" y="284480"/>
                  </a:lnTo>
                  <a:close/>
                </a:path>
                <a:path w="1207134" h="660400">
                  <a:moveTo>
                    <a:pt x="542999" y="308610"/>
                  </a:moveTo>
                  <a:lnTo>
                    <a:pt x="466275" y="308610"/>
                  </a:lnTo>
                  <a:lnTo>
                    <a:pt x="466275" y="309880"/>
                  </a:lnTo>
                  <a:lnTo>
                    <a:pt x="433479" y="337820"/>
                  </a:lnTo>
                  <a:lnTo>
                    <a:pt x="405744" y="369570"/>
                  </a:lnTo>
                  <a:lnTo>
                    <a:pt x="386747" y="406400"/>
                  </a:lnTo>
                  <a:lnTo>
                    <a:pt x="380169" y="453390"/>
                  </a:lnTo>
                  <a:lnTo>
                    <a:pt x="385132" y="471170"/>
                  </a:lnTo>
                  <a:lnTo>
                    <a:pt x="395584" y="485140"/>
                  </a:lnTo>
                  <a:lnTo>
                    <a:pt x="410298" y="495300"/>
                  </a:lnTo>
                  <a:lnTo>
                    <a:pt x="428048" y="499110"/>
                  </a:lnTo>
                  <a:lnTo>
                    <a:pt x="450207" y="495300"/>
                  </a:lnTo>
                  <a:lnTo>
                    <a:pt x="471022" y="483870"/>
                  </a:lnTo>
                  <a:lnTo>
                    <a:pt x="489145" y="468630"/>
                  </a:lnTo>
                  <a:lnTo>
                    <a:pt x="503232" y="454660"/>
                  </a:lnTo>
                  <a:lnTo>
                    <a:pt x="503613" y="453390"/>
                  </a:lnTo>
                  <a:lnTo>
                    <a:pt x="505137" y="452120"/>
                  </a:lnTo>
                  <a:lnTo>
                    <a:pt x="572349" y="452120"/>
                  </a:lnTo>
                  <a:lnTo>
                    <a:pt x="571088" y="449580"/>
                  </a:lnTo>
                  <a:lnTo>
                    <a:pt x="571196" y="444500"/>
                  </a:lnTo>
                  <a:lnTo>
                    <a:pt x="571250" y="441960"/>
                  </a:lnTo>
                  <a:lnTo>
                    <a:pt x="444685" y="441960"/>
                  </a:lnTo>
                  <a:lnTo>
                    <a:pt x="441510" y="440690"/>
                  </a:lnTo>
                  <a:lnTo>
                    <a:pt x="439986" y="436880"/>
                  </a:lnTo>
                  <a:lnTo>
                    <a:pt x="439395" y="422910"/>
                  </a:lnTo>
                  <a:lnTo>
                    <a:pt x="439287" y="420370"/>
                  </a:lnTo>
                  <a:lnTo>
                    <a:pt x="439179" y="417830"/>
                  </a:lnTo>
                  <a:lnTo>
                    <a:pt x="439072" y="415290"/>
                  </a:lnTo>
                  <a:lnTo>
                    <a:pt x="438964" y="412750"/>
                  </a:lnTo>
                  <a:lnTo>
                    <a:pt x="438857" y="410210"/>
                  </a:lnTo>
                  <a:lnTo>
                    <a:pt x="454289" y="374650"/>
                  </a:lnTo>
                  <a:lnTo>
                    <a:pt x="487653" y="337820"/>
                  </a:lnTo>
                  <a:lnTo>
                    <a:pt x="540316" y="311150"/>
                  </a:lnTo>
                  <a:lnTo>
                    <a:pt x="542999" y="308610"/>
                  </a:lnTo>
                  <a:close/>
                </a:path>
                <a:path w="1207134" h="660400">
                  <a:moveTo>
                    <a:pt x="572349" y="452120"/>
                  </a:moveTo>
                  <a:lnTo>
                    <a:pt x="509836" y="452120"/>
                  </a:lnTo>
                  <a:lnTo>
                    <a:pt x="513138" y="454660"/>
                  </a:lnTo>
                  <a:lnTo>
                    <a:pt x="511614" y="458470"/>
                  </a:lnTo>
                  <a:lnTo>
                    <a:pt x="516950" y="473710"/>
                  </a:lnTo>
                  <a:lnTo>
                    <a:pt x="527060" y="486410"/>
                  </a:lnTo>
                  <a:lnTo>
                    <a:pt x="540814" y="495300"/>
                  </a:lnTo>
                  <a:lnTo>
                    <a:pt x="557080" y="497840"/>
                  </a:lnTo>
                  <a:lnTo>
                    <a:pt x="559366" y="497840"/>
                  </a:lnTo>
                  <a:lnTo>
                    <a:pt x="575963" y="495300"/>
                  </a:lnTo>
                  <a:lnTo>
                    <a:pt x="593561" y="487680"/>
                  </a:lnTo>
                  <a:lnTo>
                    <a:pt x="609587" y="478790"/>
                  </a:lnTo>
                  <a:lnTo>
                    <a:pt x="621469" y="472440"/>
                  </a:lnTo>
                  <a:lnTo>
                    <a:pt x="710369" y="472440"/>
                  </a:lnTo>
                  <a:lnTo>
                    <a:pt x="724164" y="461010"/>
                  </a:lnTo>
                  <a:lnTo>
                    <a:pt x="725205" y="459740"/>
                  </a:lnTo>
                  <a:lnTo>
                    <a:pt x="587179" y="459740"/>
                  </a:lnTo>
                  <a:lnTo>
                    <a:pt x="579894" y="458470"/>
                  </a:lnTo>
                  <a:lnTo>
                    <a:pt x="574241" y="455930"/>
                  </a:lnTo>
                  <a:lnTo>
                    <a:pt x="572349" y="452120"/>
                  </a:lnTo>
                  <a:close/>
                </a:path>
                <a:path w="1207134" h="660400">
                  <a:moveTo>
                    <a:pt x="980879" y="105410"/>
                  </a:moveTo>
                  <a:lnTo>
                    <a:pt x="958971" y="148590"/>
                  </a:lnTo>
                  <a:lnTo>
                    <a:pt x="939731" y="194310"/>
                  </a:lnTo>
                  <a:lnTo>
                    <a:pt x="923157" y="241300"/>
                  </a:lnTo>
                  <a:lnTo>
                    <a:pt x="909251" y="288290"/>
                  </a:lnTo>
                  <a:lnTo>
                    <a:pt x="898242" y="293370"/>
                  </a:lnTo>
                  <a:lnTo>
                    <a:pt x="886423" y="297180"/>
                  </a:lnTo>
                  <a:lnTo>
                    <a:pt x="876175" y="302260"/>
                  </a:lnTo>
                  <a:lnTo>
                    <a:pt x="869881" y="313690"/>
                  </a:lnTo>
                  <a:lnTo>
                    <a:pt x="873044" y="327660"/>
                  </a:lnTo>
                  <a:lnTo>
                    <a:pt x="883470" y="334010"/>
                  </a:lnTo>
                  <a:lnTo>
                    <a:pt x="894563" y="337820"/>
                  </a:lnTo>
                  <a:lnTo>
                    <a:pt x="899726" y="341630"/>
                  </a:lnTo>
                  <a:lnTo>
                    <a:pt x="897577" y="354330"/>
                  </a:lnTo>
                  <a:lnTo>
                    <a:pt x="893297" y="381000"/>
                  </a:lnTo>
                  <a:lnTo>
                    <a:pt x="890135" y="426720"/>
                  </a:lnTo>
                  <a:lnTo>
                    <a:pt x="890201" y="430530"/>
                  </a:lnTo>
                  <a:lnTo>
                    <a:pt x="890289" y="435610"/>
                  </a:lnTo>
                  <a:lnTo>
                    <a:pt x="890377" y="440690"/>
                  </a:lnTo>
                  <a:lnTo>
                    <a:pt x="890487" y="447040"/>
                  </a:lnTo>
                  <a:lnTo>
                    <a:pt x="890575" y="452120"/>
                  </a:lnTo>
                  <a:lnTo>
                    <a:pt x="890685" y="458470"/>
                  </a:lnTo>
                  <a:lnTo>
                    <a:pt x="890795" y="464820"/>
                  </a:lnTo>
                  <a:lnTo>
                    <a:pt x="890905" y="471170"/>
                  </a:lnTo>
                  <a:lnTo>
                    <a:pt x="891014" y="477520"/>
                  </a:lnTo>
                  <a:lnTo>
                    <a:pt x="891124" y="483870"/>
                  </a:lnTo>
                  <a:lnTo>
                    <a:pt x="891234" y="490220"/>
                  </a:lnTo>
                  <a:lnTo>
                    <a:pt x="891344" y="496570"/>
                  </a:lnTo>
                  <a:lnTo>
                    <a:pt x="891725" y="496570"/>
                  </a:lnTo>
                  <a:lnTo>
                    <a:pt x="892106" y="497840"/>
                  </a:lnTo>
                  <a:lnTo>
                    <a:pt x="892614" y="497840"/>
                  </a:lnTo>
                  <a:lnTo>
                    <a:pt x="924564" y="468630"/>
                  </a:lnTo>
                  <a:lnTo>
                    <a:pt x="938253" y="402590"/>
                  </a:lnTo>
                  <a:lnTo>
                    <a:pt x="948065" y="365760"/>
                  </a:lnTo>
                  <a:lnTo>
                    <a:pt x="956092" y="345440"/>
                  </a:lnTo>
                  <a:lnTo>
                    <a:pt x="959416" y="339090"/>
                  </a:lnTo>
                  <a:lnTo>
                    <a:pt x="973545" y="339090"/>
                  </a:lnTo>
                  <a:lnTo>
                    <a:pt x="987483" y="337820"/>
                  </a:lnTo>
                  <a:lnTo>
                    <a:pt x="1001421" y="337820"/>
                  </a:lnTo>
                  <a:lnTo>
                    <a:pt x="1015550" y="335280"/>
                  </a:lnTo>
                  <a:lnTo>
                    <a:pt x="1051076" y="335280"/>
                  </a:lnTo>
                  <a:lnTo>
                    <a:pt x="1051707" y="332740"/>
                  </a:lnTo>
                  <a:lnTo>
                    <a:pt x="1054920" y="308610"/>
                  </a:lnTo>
                  <a:lnTo>
                    <a:pt x="1054729" y="304800"/>
                  </a:lnTo>
                  <a:lnTo>
                    <a:pt x="1054666" y="303530"/>
                  </a:lnTo>
                  <a:lnTo>
                    <a:pt x="1035870" y="303530"/>
                  </a:lnTo>
                  <a:lnTo>
                    <a:pt x="1020451" y="298450"/>
                  </a:lnTo>
                  <a:lnTo>
                    <a:pt x="989186" y="290830"/>
                  </a:lnTo>
                  <a:lnTo>
                    <a:pt x="973767" y="288290"/>
                  </a:lnTo>
                  <a:lnTo>
                    <a:pt x="987943" y="247650"/>
                  </a:lnTo>
                  <a:lnTo>
                    <a:pt x="1004025" y="200660"/>
                  </a:lnTo>
                  <a:lnTo>
                    <a:pt x="1017201" y="161290"/>
                  </a:lnTo>
                  <a:lnTo>
                    <a:pt x="1022662" y="140970"/>
                  </a:lnTo>
                  <a:lnTo>
                    <a:pt x="1019830" y="133350"/>
                  </a:lnTo>
                  <a:lnTo>
                    <a:pt x="1011629" y="123190"/>
                  </a:lnTo>
                  <a:lnTo>
                    <a:pt x="998498" y="113030"/>
                  </a:lnTo>
                  <a:lnTo>
                    <a:pt x="980879" y="105410"/>
                  </a:lnTo>
                  <a:close/>
                </a:path>
                <a:path w="1207134" h="660400">
                  <a:moveTo>
                    <a:pt x="404172" y="58420"/>
                  </a:moveTo>
                  <a:lnTo>
                    <a:pt x="379290" y="106680"/>
                  </a:lnTo>
                  <a:lnTo>
                    <a:pt x="356658" y="156210"/>
                  </a:lnTo>
                  <a:lnTo>
                    <a:pt x="336288" y="205740"/>
                  </a:lnTo>
                  <a:lnTo>
                    <a:pt x="318193" y="256540"/>
                  </a:lnTo>
                  <a:lnTo>
                    <a:pt x="312012" y="260350"/>
                  </a:lnTo>
                  <a:lnTo>
                    <a:pt x="304842" y="264160"/>
                  </a:lnTo>
                  <a:lnTo>
                    <a:pt x="297458" y="271780"/>
                  </a:lnTo>
                  <a:lnTo>
                    <a:pt x="290634" y="284480"/>
                  </a:lnTo>
                  <a:lnTo>
                    <a:pt x="290558" y="287020"/>
                  </a:lnTo>
                  <a:lnTo>
                    <a:pt x="290482" y="289560"/>
                  </a:lnTo>
                  <a:lnTo>
                    <a:pt x="290367" y="293370"/>
                  </a:lnTo>
                  <a:lnTo>
                    <a:pt x="290253" y="297180"/>
                  </a:lnTo>
                  <a:lnTo>
                    <a:pt x="296349" y="304800"/>
                  </a:lnTo>
                  <a:lnTo>
                    <a:pt x="303778" y="309880"/>
                  </a:lnTo>
                  <a:lnTo>
                    <a:pt x="307398" y="314960"/>
                  </a:lnTo>
                  <a:lnTo>
                    <a:pt x="300657" y="360680"/>
                  </a:lnTo>
                  <a:lnTo>
                    <a:pt x="296619" y="405130"/>
                  </a:lnTo>
                  <a:lnTo>
                    <a:pt x="295721" y="435610"/>
                  </a:lnTo>
                  <a:lnTo>
                    <a:pt x="295752" y="467360"/>
                  </a:lnTo>
                  <a:lnTo>
                    <a:pt x="295863" y="471170"/>
                  </a:lnTo>
                  <a:lnTo>
                    <a:pt x="295937" y="473710"/>
                  </a:lnTo>
                  <a:lnTo>
                    <a:pt x="296048" y="477520"/>
                  </a:lnTo>
                  <a:lnTo>
                    <a:pt x="296159" y="481330"/>
                  </a:lnTo>
                  <a:lnTo>
                    <a:pt x="296270" y="485140"/>
                  </a:lnTo>
                  <a:lnTo>
                    <a:pt x="296381" y="488950"/>
                  </a:lnTo>
                  <a:lnTo>
                    <a:pt x="296492" y="492760"/>
                  </a:lnTo>
                  <a:lnTo>
                    <a:pt x="296603" y="496570"/>
                  </a:lnTo>
                  <a:lnTo>
                    <a:pt x="298889" y="496570"/>
                  </a:lnTo>
                  <a:lnTo>
                    <a:pt x="341412" y="463550"/>
                  </a:lnTo>
                  <a:lnTo>
                    <a:pt x="351894" y="417830"/>
                  </a:lnTo>
                  <a:lnTo>
                    <a:pt x="358246" y="382270"/>
                  </a:lnTo>
                  <a:lnTo>
                    <a:pt x="365717" y="347980"/>
                  </a:lnTo>
                  <a:lnTo>
                    <a:pt x="374200" y="313690"/>
                  </a:lnTo>
                  <a:lnTo>
                    <a:pt x="397338" y="313690"/>
                  </a:lnTo>
                  <a:lnTo>
                    <a:pt x="420237" y="312420"/>
                  </a:lnTo>
                  <a:lnTo>
                    <a:pt x="443137" y="309880"/>
                  </a:lnTo>
                  <a:lnTo>
                    <a:pt x="466275" y="308610"/>
                  </a:lnTo>
                  <a:lnTo>
                    <a:pt x="542999" y="308610"/>
                  </a:lnTo>
                  <a:lnTo>
                    <a:pt x="561779" y="290830"/>
                  </a:lnTo>
                  <a:lnTo>
                    <a:pt x="562922" y="288290"/>
                  </a:lnTo>
                  <a:lnTo>
                    <a:pt x="562922" y="284480"/>
                  </a:lnTo>
                  <a:lnTo>
                    <a:pt x="513694" y="266700"/>
                  </a:lnTo>
                  <a:lnTo>
                    <a:pt x="462624" y="260350"/>
                  </a:lnTo>
                  <a:lnTo>
                    <a:pt x="416935" y="259080"/>
                  </a:lnTo>
                  <a:lnTo>
                    <a:pt x="389821" y="256540"/>
                  </a:lnTo>
                  <a:lnTo>
                    <a:pt x="403751" y="207010"/>
                  </a:lnTo>
                  <a:lnTo>
                    <a:pt x="421730" y="156210"/>
                  </a:lnTo>
                  <a:lnTo>
                    <a:pt x="437470" y="115570"/>
                  </a:lnTo>
                  <a:lnTo>
                    <a:pt x="444685" y="93980"/>
                  </a:lnTo>
                  <a:lnTo>
                    <a:pt x="442909" y="86360"/>
                  </a:lnTo>
                  <a:lnTo>
                    <a:pt x="435620" y="76200"/>
                  </a:lnTo>
                  <a:lnTo>
                    <a:pt x="422736" y="66040"/>
                  </a:lnTo>
                  <a:lnTo>
                    <a:pt x="404172" y="58420"/>
                  </a:lnTo>
                  <a:close/>
                </a:path>
                <a:path w="1207134" h="660400">
                  <a:moveTo>
                    <a:pt x="710369" y="472440"/>
                  </a:moveTo>
                  <a:lnTo>
                    <a:pt x="623882" y="472440"/>
                  </a:lnTo>
                  <a:lnTo>
                    <a:pt x="630639" y="481330"/>
                  </a:lnTo>
                  <a:lnTo>
                    <a:pt x="639646" y="488950"/>
                  </a:lnTo>
                  <a:lnTo>
                    <a:pt x="650010" y="494030"/>
                  </a:lnTo>
                  <a:lnTo>
                    <a:pt x="660839" y="496570"/>
                  </a:lnTo>
                  <a:lnTo>
                    <a:pt x="693508" y="486410"/>
                  </a:lnTo>
                  <a:lnTo>
                    <a:pt x="710369" y="472440"/>
                  </a:lnTo>
                  <a:close/>
                </a:path>
                <a:path w="1207134" h="660400">
                  <a:moveTo>
                    <a:pt x="847243" y="393700"/>
                  </a:moveTo>
                  <a:lnTo>
                    <a:pt x="777933" y="393700"/>
                  </a:lnTo>
                  <a:lnTo>
                    <a:pt x="779584" y="394970"/>
                  </a:lnTo>
                  <a:lnTo>
                    <a:pt x="780346" y="396240"/>
                  </a:lnTo>
                  <a:lnTo>
                    <a:pt x="786505" y="430530"/>
                  </a:lnTo>
                  <a:lnTo>
                    <a:pt x="793903" y="462280"/>
                  </a:lnTo>
                  <a:lnTo>
                    <a:pt x="807349" y="487680"/>
                  </a:lnTo>
                  <a:lnTo>
                    <a:pt x="831654" y="496570"/>
                  </a:lnTo>
                  <a:lnTo>
                    <a:pt x="840786" y="496570"/>
                  </a:lnTo>
                  <a:lnTo>
                    <a:pt x="850132" y="495300"/>
                  </a:lnTo>
                  <a:lnTo>
                    <a:pt x="877882" y="487680"/>
                  </a:lnTo>
                  <a:lnTo>
                    <a:pt x="875977" y="473710"/>
                  </a:lnTo>
                  <a:lnTo>
                    <a:pt x="866325" y="473710"/>
                  </a:lnTo>
                  <a:lnTo>
                    <a:pt x="869881" y="472440"/>
                  </a:lnTo>
                  <a:lnTo>
                    <a:pt x="868611" y="472440"/>
                  </a:lnTo>
                  <a:lnTo>
                    <a:pt x="851447" y="455930"/>
                  </a:lnTo>
                  <a:lnTo>
                    <a:pt x="847925" y="420370"/>
                  </a:lnTo>
                  <a:lnTo>
                    <a:pt x="847799" y="419100"/>
                  </a:lnTo>
                  <a:lnTo>
                    <a:pt x="847673" y="417830"/>
                  </a:lnTo>
                  <a:lnTo>
                    <a:pt x="847547" y="416560"/>
                  </a:lnTo>
                  <a:lnTo>
                    <a:pt x="847446" y="408940"/>
                  </a:lnTo>
                  <a:lnTo>
                    <a:pt x="847361" y="402590"/>
                  </a:lnTo>
                  <a:lnTo>
                    <a:pt x="847243" y="393700"/>
                  </a:lnTo>
                  <a:close/>
                </a:path>
                <a:path w="1207134" h="660400">
                  <a:moveTo>
                    <a:pt x="1051076" y="335280"/>
                  </a:moveTo>
                  <a:lnTo>
                    <a:pt x="1016693" y="335280"/>
                  </a:lnTo>
                  <a:lnTo>
                    <a:pt x="1009313" y="351790"/>
                  </a:lnTo>
                  <a:lnTo>
                    <a:pt x="997659" y="379730"/>
                  </a:lnTo>
                  <a:lnTo>
                    <a:pt x="986886" y="410210"/>
                  </a:lnTo>
                  <a:lnTo>
                    <a:pt x="982149" y="435610"/>
                  </a:lnTo>
                  <a:lnTo>
                    <a:pt x="984481" y="457200"/>
                  </a:lnTo>
                  <a:lnTo>
                    <a:pt x="991849" y="476250"/>
                  </a:lnTo>
                  <a:lnTo>
                    <a:pt x="1004813" y="490220"/>
                  </a:lnTo>
                  <a:lnTo>
                    <a:pt x="1023932" y="495300"/>
                  </a:lnTo>
                  <a:lnTo>
                    <a:pt x="1041839" y="495300"/>
                  </a:lnTo>
                  <a:lnTo>
                    <a:pt x="1067937" y="488950"/>
                  </a:lnTo>
                  <a:lnTo>
                    <a:pt x="1092131" y="477520"/>
                  </a:lnTo>
                  <a:lnTo>
                    <a:pt x="1113848" y="462280"/>
                  </a:lnTo>
                  <a:lnTo>
                    <a:pt x="1123805" y="452120"/>
                  </a:lnTo>
                  <a:lnTo>
                    <a:pt x="1037013" y="452120"/>
                  </a:lnTo>
                  <a:lnTo>
                    <a:pt x="1031044" y="447040"/>
                  </a:lnTo>
                  <a:lnTo>
                    <a:pt x="1031151" y="438150"/>
                  </a:lnTo>
                  <a:lnTo>
                    <a:pt x="1033507" y="410210"/>
                  </a:lnTo>
                  <a:lnTo>
                    <a:pt x="1033614" y="408940"/>
                  </a:lnTo>
                  <a:lnTo>
                    <a:pt x="1042553" y="369570"/>
                  </a:lnTo>
                  <a:lnTo>
                    <a:pt x="1051076" y="335280"/>
                  </a:lnTo>
                  <a:close/>
                </a:path>
                <a:path w="1207134" h="660400">
                  <a:moveTo>
                    <a:pt x="716973" y="83820"/>
                  </a:moveTo>
                  <a:lnTo>
                    <a:pt x="684225" y="143510"/>
                  </a:lnTo>
                  <a:lnTo>
                    <a:pt x="667116" y="186690"/>
                  </a:lnTo>
                  <a:lnTo>
                    <a:pt x="651012" y="234950"/>
                  </a:lnTo>
                  <a:lnTo>
                    <a:pt x="637034" y="287020"/>
                  </a:lnTo>
                  <a:lnTo>
                    <a:pt x="626301" y="340360"/>
                  </a:lnTo>
                  <a:lnTo>
                    <a:pt x="619935" y="394970"/>
                  </a:lnTo>
                  <a:lnTo>
                    <a:pt x="619809" y="402590"/>
                  </a:lnTo>
                  <a:lnTo>
                    <a:pt x="619767" y="405130"/>
                  </a:lnTo>
                  <a:lnTo>
                    <a:pt x="619642" y="412750"/>
                  </a:lnTo>
                  <a:lnTo>
                    <a:pt x="619516" y="420370"/>
                  </a:lnTo>
                  <a:lnTo>
                    <a:pt x="619391" y="427990"/>
                  </a:lnTo>
                  <a:lnTo>
                    <a:pt x="619265" y="435610"/>
                  </a:lnTo>
                  <a:lnTo>
                    <a:pt x="619182" y="440690"/>
                  </a:lnTo>
                  <a:lnTo>
                    <a:pt x="619056" y="450850"/>
                  </a:lnTo>
                  <a:lnTo>
                    <a:pt x="616643" y="453390"/>
                  </a:lnTo>
                  <a:lnTo>
                    <a:pt x="611271" y="454660"/>
                  </a:lnTo>
                  <a:lnTo>
                    <a:pt x="603959" y="457200"/>
                  </a:lnTo>
                  <a:lnTo>
                    <a:pt x="595622" y="459740"/>
                  </a:lnTo>
                  <a:lnTo>
                    <a:pt x="725205" y="459740"/>
                  </a:lnTo>
                  <a:lnTo>
                    <a:pt x="739776" y="441960"/>
                  </a:lnTo>
                  <a:lnTo>
                    <a:pt x="681921" y="441960"/>
                  </a:lnTo>
                  <a:lnTo>
                    <a:pt x="678365" y="439420"/>
                  </a:lnTo>
                  <a:lnTo>
                    <a:pt x="677603" y="435610"/>
                  </a:lnTo>
                  <a:lnTo>
                    <a:pt x="674746" y="396240"/>
                  </a:lnTo>
                  <a:lnTo>
                    <a:pt x="674654" y="394970"/>
                  </a:lnTo>
                  <a:lnTo>
                    <a:pt x="683529" y="341630"/>
                  </a:lnTo>
                  <a:lnTo>
                    <a:pt x="700110" y="283210"/>
                  </a:lnTo>
                  <a:lnTo>
                    <a:pt x="720281" y="224790"/>
                  </a:lnTo>
                  <a:lnTo>
                    <a:pt x="739926" y="175260"/>
                  </a:lnTo>
                  <a:lnTo>
                    <a:pt x="754927" y="139700"/>
                  </a:lnTo>
                  <a:lnTo>
                    <a:pt x="761169" y="124460"/>
                  </a:lnTo>
                  <a:lnTo>
                    <a:pt x="757264" y="115570"/>
                  </a:lnTo>
                  <a:lnTo>
                    <a:pt x="746215" y="102870"/>
                  </a:lnTo>
                  <a:lnTo>
                    <a:pt x="731594" y="90170"/>
                  </a:lnTo>
                  <a:lnTo>
                    <a:pt x="716973" y="83820"/>
                  </a:lnTo>
                  <a:close/>
                </a:path>
                <a:path w="1207134" h="660400">
                  <a:moveTo>
                    <a:pt x="1170744" y="293370"/>
                  </a:moveTo>
                  <a:lnTo>
                    <a:pt x="1172014" y="297180"/>
                  </a:lnTo>
                  <a:lnTo>
                    <a:pt x="1169601" y="297180"/>
                  </a:lnTo>
                  <a:lnTo>
                    <a:pt x="1167188" y="299720"/>
                  </a:lnTo>
                  <a:lnTo>
                    <a:pt x="1132692" y="359410"/>
                  </a:lnTo>
                  <a:lnTo>
                    <a:pt x="1101053" y="406400"/>
                  </a:lnTo>
                  <a:lnTo>
                    <a:pt x="1071462" y="438150"/>
                  </a:lnTo>
                  <a:lnTo>
                    <a:pt x="1044252" y="452120"/>
                  </a:lnTo>
                  <a:lnTo>
                    <a:pt x="1123805" y="452120"/>
                  </a:lnTo>
                  <a:lnTo>
                    <a:pt x="1132517" y="443230"/>
                  </a:lnTo>
                  <a:lnTo>
                    <a:pt x="1187886" y="443230"/>
                  </a:lnTo>
                  <a:lnTo>
                    <a:pt x="1188857" y="439420"/>
                  </a:lnTo>
                  <a:lnTo>
                    <a:pt x="1199914" y="389890"/>
                  </a:lnTo>
                  <a:lnTo>
                    <a:pt x="1205248" y="341630"/>
                  </a:lnTo>
                  <a:lnTo>
                    <a:pt x="1206558" y="317500"/>
                  </a:lnTo>
                  <a:lnTo>
                    <a:pt x="1201801" y="311150"/>
                  </a:lnTo>
                  <a:lnTo>
                    <a:pt x="1190889" y="303530"/>
                  </a:lnTo>
                  <a:lnTo>
                    <a:pt x="1178858" y="295910"/>
                  </a:lnTo>
                  <a:lnTo>
                    <a:pt x="1170744" y="293370"/>
                  </a:lnTo>
                  <a:close/>
                </a:path>
                <a:path w="1207134" h="660400">
                  <a:moveTo>
                    <a:pt x="549841" y="335280"/>
                  </a:moveTo>
                  <a:lnTo>
                    <a:pt x="530166" y="349250"/>
                  </a:lnTo>
                  <a:lnTo>
                    <a:pt x="502645" y="379730"/>
                  </a:lnTo>
                  <a:lnTo>
                    <a:pt x="474242" y="415290"/>
                  </a:lnTo>
                  <a:lnTo>
                    <a:pt x="451924" y="440690"/>
                  </a:lnTo>
                  <a:lnTo>
                    <a:pt x="450654" y="441960"/>
                  </a:lnTo>
                  <a:lnTo>
                    <a:pt x="571250" y="441960"/>
                  </a:lnTo>
                  <a:lnTo>
                    <a:pt x="571304" y="439420"/>
                  </a:lnTo>
                  <a:lnTo>
                    <a:pt x="575497" y="426720"/>
                  </a:lnTo>
                  <a:lnTo>
                    <a:pt x="582369" y="406400"/>
                  </a:lnTo>
                  <a:lnTo>
                    <a:pt x="588788" y="386080"/>
                  </a:lnTo>
                  <a:lnTo>
                    <a:pt x="591624" y="373380"/>
                  </a:lnTo>
                  <a:lnTo>
                    <a:pt x="587614" y="364490"/>
                  </a:lnTo>
                  <a:lnTo>
                    <a:pt x="577448" y="351790"/>
                  </a:lnTo>
                  <a:lnTo>
                    <a:pt x="563924" y="340360"/>
                  </a:lnTo>
                  <a:lnTo>
                    <a:pt x="549841" y="335280"/>
                  </a:lnTo>
                  <a:close/>
                </a:path>
                <a:path w="1207134" h="660400">
                  <a:moveTo>
                    <a:pt x="815525" y="314960"/>
                  </a:moveTo>
                  <a:lnTo>
                    <a:pt x="810191" y="314960"/>
                  </a:lnTo>
                  <a:lnTo>
                    <a:pt x="792427" y="320040"/>
                  </a:lnTo>
                  <a:lnTo>
                    <a:pt x="783813" y="323850"/>
                  </a:lnTo>
                  <a:lnTo>
                    <a:pt x="775520" y="328930"/>
                  </a:lnTo>
                  <a:lnTo>
                    <a:pt x="773107" y="332740"/>
                  </a:lnTo>
                  <a:lnTo>
                    <a:pt x="754531" y="360680"/>
                  </a:lnTo>
                  <a:lnTo>
                    <a:pt x="734610" y="387350"/>
                  </a:lnTo>
                  <a:lnTo>
                    <a:pt x="713332" y="414020"/>
                  </a:lnTo>
                  <a:lnTo>
                    <a:pt x="690684" y="439420"/>
                  </a:lnTo>
                  <a:lnTo>
                    <a:pt x="689414" y="441960"/>
                  </a:lnTo>
                  <a:lnTo>
                    <a:pt x="739776" y="441960"/>
                  </a:lnTo>
                  <a:lnTo>
                    <a:pt x="751225" y="427990"/>
                  </a:lnTo>
                  <a:lnTo>
                    <a:pt x="773107" y="394970"/>
                  </a:lnTo>
                  <a:lnTo>
                    <a:pt x="773996" y="394970"/>
                  </a:lnTo>
                  <a:lnTo>
                    <a:pt x="775139" y="393700"/>
                  </a:lnTo>
                  <a:lnTo>
                    <a:pt x="847243" y="393700"/>
                  </a:lnTo>
                  <a:lnTo>
                    <a:pt x="847124" y="384810"/>
                  </a:lnTo>
                  <a:lnTo>
                    <a:pt x="847006" y="375920"/>
                  </a:lnTo>
                  <a:lnTo>
                    <a:pt x="846921" y="369570"/>
                  </a:lnTo>
                  <a:lnTo>
                    <a:pt x="839578" y="331470"/>
                  </a:lnTo>
                  <a:lnTo>
                    <a:pt x="815525" y="314960"/>
                  </a:lnTo>
                  <a:close/>
                </a:path>
                <a:path w="1207134" h="660400">
                  <a:moveTo>
                    <a:pt x="358071" y="0"/>
                  </a:moveTo>
                  <a:lnTo>
                    <a:pt x="347530" y="0"/>
                  </a:lnTo>
                  <a:lnTo>
                    <a:pt x="331461" y="1270"/>
                  </a:lnTo>
                  <a:lnTo>
                    <a:pt x="288337" y="19050"/>
                  </a:lnTo>
                  <a:lnTo>
                    <a:pt x="233976" y="66040"/>
                  </a:lnTo>
                  <a:lnTo>
                    <a:pt x="203859" y="104140"/>
                  </a:lnTo>
                  <a:lnTo>
                    <a:pt x="172467" y="153670"/>
                  </a:lnTo>
                  <a:lnTo>
                    <a:pt x="140311" y="214630"/>
                  </a:lnTo>
                  <a:lnTo>
                    <a:pt x="107901" y="290830"/>
                  </a:lnTo>
                  <a:lnTo>
                    <a:pt x="75750" y="382270"/>
                  </a:lnTo>
                  <a:lnTo>
                    <a:pt x="75750" y="383540"/>
                  </a:lnTo>
                  <a:lnTo>
                    <a:pt x="74226" y="384810"/>
                  </a:lnTo>
                  <a:lnTo>
                    <a:pt x="145168" y="384810"/>
                  </a:lnTo>
                  <a:lnTo>
                    <a:pt x="147594" y="375920"/>
                  </a:lnTo>
                  <a:lnTo>
                    <a:pt x="162366" y="326390"/>
                  </a:lnTo>
                  <a:lnTo>
                    <a:pt x="180334" y="273050"/>
                  </a:lnTo>
                  <a:lnTo>
                    <a:pt x="201711" y="218440"/>
                  </a:lnTo>
                  <a:lnTo>
                    <a:pt x="226706" y="165100"/>
                  </a:lnTo>
                  <a:lnTo>
                    <a:pt x="255530" y="114300"/>
                  </a:lnTo>
                  <a:lnTo>
                    <a:pt x="288395" y="69850"/>
                  </a:lnTo>
                  <a:lnTo>
                    <a:pt x="325511" y="33020"/>
                  </a:lnTo>
                  <a:lnTo>
                    <a:pt x="367088" y="6350"/>
                  </a:lnTo>
                  <a:lnTo>
                    <a:pt x="367088" y="5080"/>
                  </a:lnTo>
                  <a:lnTo>
                    <a:pt x="364929" y="2540"/>
                  </a:lnTo>
                  <a:lnTo>
                    <a:pt x="358071" y="0"/>
                  </a:lnTo>
                  <a:close/>
                </a:path>
                <a:path w="1207134" h="660400">
                  <a:moveTo>
                    <a:pt x="266335" y="323850"/>
                  </a:moveTo>
                  <a:lnTo>
                    <a:pt x="265615" y="323850"/>
                  </a:lnTo>
                  <a:lnTo>
                    <a:pt x="266758" y="326390"/>
                  </a:lnTo>
                  <a:lnTo>
                    <a:pt x="266335" y="323850"/>
                  </a:lnTo>
                  <a:close/>
                </a:path>
                <a:path w="1207134" h="660400">
                  <a:moveTo>
                    <a:pt x="1053650" y="294640"/>
                  </a:moveTo>
                  <a:lnTo>
                    <a:pt x="1050983" y="294640"/>
                  </a:lnTo>
                  <a:lnTo>
                    <a:pt x="1049332" y="297180"/>
                  </a:lnTo>
                  <a:lnTo>
                    <a:pt x="1045395" y="297180"/>
                  </a:lnTo>
                  <a:lnTo>
                    <a:pt x="1039426" y="303530"/>
                  </a:lnTo>
                  <a:lnTo>
                    <a:pt x="1054666" y="303530"/>
                  </a:lnTo>
                  <a:lnTo>
                    <a:pt x="1054602" y="302260"/>
                  </a:lnTo>
                  <a:lnTo>
                    <a:pt x="1054475" y="299720"/>
                  </a:lnTo>
                  <a:lnTo>
                    <a:pt x="1054412" y="298450"/>
                  </a:lnTo>
                  <a:lnTo>
                    <a:pt x="1053650" y="294640"/>
                  </a:lnTo>
                  <a:close/>
                </a:path>
                <a:path w="1207134" h="660400">
                  <a:moveTo>
                    <a:pt x="801809" y="209550"/>
                  </a:moveTo>
                  <a:lnTo>
                    <a:pt x="794419" y="210820"/>
                  </a:lnTo>
                  <a:lnTo>
                    <a:pt x="788506" y="215900"/>
                  </a:lnTo>
                  <a:lnTo>
                    <a:pt x="784164" y="220980"/>
                  </a:lnTo>
                  <a:lnTo>
                    <a:pt x="781489" y="228600"/>
                  </a:lnTo>
                  <a:lnTo>
                    <a:pt x="783821" y="243840"/>
                  </a:lnTo>
                  <a:lnTo>
                    <a:pt x="791189" y="262890"/>
                  </a:lnTo>
                  <a:lnTo>
                    <a:pt x="804153" y="280670"/>
                  </a:lnTo>
                  <a:lnTo>
                    <a:pt x="823272" y="288290"/>
                  </a:lnTo>
                  <a:lnTo>
                    <a:pt x="822129" y="287020"/>
                  </a:lnTo>
                  <a:lnTo>
                    <a:pt x="832094" y="283210"/>
                  </a:lnTo>
                  <a:lnTo>
                    <a:pt x="840417" y="278130"/>
                  </a:lnTo>
                  <a:lnTo>
                    <a:pt x="846739" y="269240"/>
                  </a:lnTo>
                  <a:lnTo>
                    <a:pt x="850704" y="260350"/>
                  </a:lnTo>
                  <a:lnTo>
                    <a:pt x="847082" y="250190"/>
                  </a:lnTo>
                  <a:lnTo>
                    <a:pt x="836972" y="232410"/>
                  </a:lnTo>
                  <a:lnTo>
                    <a:pt x="821504" y="215900"/>
                  </a:lnTo>
                  <a:lnTo>
                    <a:pt x="801809" y="209550"/>
                  </a:lnTo>
                  <a:close/>
                </a:path>
                <a:path w="1207134" h="660400">
                  <a:moveTo>
                    <a:pt x="252407" y="173990"/>
                  </a:moveTo>
                  <a:lnTo>
                    <a:pt x="245091" y="176530"/>
                  </a:lnTo>
                  <a:lnTo>
                    <a:pt x="239310" y="181610"/>
                  </a:lnTo>
                  <a:lnTo>
                    <a:pt x="235316" y="186690"/>
                  </a:lnTo>
                  <a:lnTo>
                    <a:pt x="233357" y="194310"/>
                  </a:lnTo>
                  <a:lnTo>
                    <a:pt x="234393" y="209550"/>
                  </a:lnTo>
                  <a:lnTo>
                    <a:pt x="239834" y="228600"/>
                  </a:lnTo>
                  <a:lnTo>
                    <a:pt x="253181" y="245110"/>
                  </a:lnTo>
                  <a:lnTo>
                    <a:pt x="277934" y="252730"/>
                  </a:lnTo>
                  <a:lnTo>
                    <a:pt x="285856" y="251460"/>
                  </a:lnTo>
                  <a:lnTo>
                    <a:pt x="293872" y="247650"/>
                  </a:lnTo>
                  <a:lnTo>
                    <a:pt x="300080" y="241300"/>
                  </a:lnTo>
                  <a:lnTo>
                    <a:pt x="302572" y="233680"/>
                  </a:lnTo>
                  <a:lnTo>
                    <a:pt x="298770" y="219710"/>
                  </a:lnTo>
                  <a:lnTo>
                    <a:pt x="288253" y="199390"/>
                  </a:lnTo>
                  <a:lnTo>
                    <a:pt x="272354" y="181610"/>
                  </a:lnTo>
                  <a:lnTo>
                    <a:pt x="252407" y="173990"/>
                  </a:lnTo>
                  <a:close/>
                </a:path>
              </a:pathLst>
            </a:custGeom>
            <a:solidFill>
              <a:srgbClr val="F162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9159" y="8694166"/>
              <a:ext cx="86524" cy="86995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81132" y="3890390"/>
            <a:ext cx="929640" cy="929639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15700883" y="7172452"/>
            <a:ext cx="781685" cy="204470"/>
          </a:xfrm>
          <a:custGeom>
            <a:avLst/>
            <a:gdLst/>
            <a:ahLst/>
            <a:cxnLst/>
            <a:rect l="l" t="t" r="r" b="b"/>
            <a:pathLst>
              <a:path w="781684" h="204470">
                <a:moveTo>
                  <a:pt x="164592" y="144907"/>
                </a:moveTo>
                <a:lnTo>
                  <a:pt x="162153" y="128968"/>
                </a:lnTo>
                <a:lnTo>
                  <a:pt x="162052" y="128257"/>
                </a:lnTo>
                <a:lnTo>
                  <a:pt x="155930" y="117983"/>
                </a:lnTo>
                <a:lnTo>
                  <a:pt x="154368" y="115354"/>
                </a:lnTo>
                <a:lnTo>
                  <a:pt x="141439" y="106121"/>
                </a:lnTo>
                <a:lnTo>
                  <a:pt x="123190" y="100457"/>
                </a:lnTo>
                <a:lnTo>
                  <a:pt x="123190" y="99441"/>
                </a:lnTo>
                <a:lnTo>
                  <a:pt x="138430" y="92583"/>
                </a:lnTo>
                <a:lnTo>
                  <a:pt x="149809" y="82588"/>
                </a:lnTo>
                <a:lnTo>
                  <a:pt x="150761" y="80772"/>
                </a:lnTo>
                <a:lnTo>
                  <a:pt x="156921" y="69126"/>
                </a:lnTo>
                <a:lnTo>
                  <a:pt x="159385" y="51816"/>
                </a:lnTo>
                <a:lnTo>
                  <a:pt x="156794" y="39827"/>
                </a:lnTo>
                <a:lnTo>
                  <a:pt x="156692" y="39370"/>
                </a:lnTo>
                <a:lnTo>
                  <a:pt x="154419" y="28829"/>
                </a:lnTo>
                <a:lnTo>
                  <a:pt x="140614" y="12674"/>
                </a:lnTo>
                <a:lnTo>
                  <a:pt x="119621" y="3136"/>
                </a:lnTo>
                <a:lnTo>
                  <a:pt x="110744" y="2095"/>
                </a:lnTo>
                <a:lnTo>
                  <a:pt x="110744" y="141859"/>
                </a:lnTo>
                <a:lnTo>
                  <a:pt x="107200" y="154305"/>
                </a:lnTo>
                <a:lnTo>
                  <a:pt x="97929" y="161505"/>
                </a:lnTo>
                <a:lnTo>
                  <a:pt x="84963" y="164820"/>
                </a:lnTo>
                <a:lnTo>
                  <a:pt x="70358" y="165608"/>
                </a:lnTo>
                <a:lnTo>
                  <a:pt x="53848" y="165608"/>
                </a:lnTo>
                <a:lnTo>
                  <a:pt x="53848" y="117983"/>
                </a:lnTo>
                <a:lnTo>
                  <a:pt x="70358" y="117983"/>
                </a:lnTo>
                <a:lnTo>
                  <a:pt x="84543" y="118668"/>
                </a:lnTo>
                <a:lnTo>
                  <a:pt x="97548" y="121780"/>
                </a:lnTo>
                <a:lnTo>
                  <a:pt x="107048" y="128968"/>
                </a:lnTo>
                <a:lnTo>
                  <a:pt x="110744" y="141859"/>
                </a:lnTo>
                <a:lnTo>
                  <a:pt x="110744" y="2095"/>
                </a:lnTo>
                <a:lnTo>
                  <a:pt x="105537" y="1473"/>
                </a:lnTo>
                <a:lnTo>
                  <a:pt x="105537" y="59055"/>
                </a:lnTo>
                <a:lnTo>
                  <a:pt x="102336" y="69850"/>
                </a:lnTo>
                <a:lnTo>
                  <a:pt x="94005" y="76492"/>
                </a:lnTo>
                <a:lnTo>
                  <a:pt x="82384" y="79844"/>
                </a:lnTo>
                <a:lnTo>
                  <a:pt x="69342" y="80772"/>
                </a:lnTo>
                <a:lnTo>
                  <a:pt x="53848" y="80772"/>
                </a:lnTo>
                <a:lnTo>
                  <a:pt x="53848" y="39370"/>
                </a:lnTo>
                <a:lnTo>
                  <a:pt x="69342" y="39370"/>
                </a:lnTo>
                <a:lnTo>
                  <a:pt x="82867" y="39827"/>
                </a:lnTo>
                <a:lnTo>
                  <a:pt x="94437" y="42214"/>
                </a:lnTo>
                <a:lnTo>
                  <a:pt x="102501" y="48107"/>
                </a:lnTo>
                <a:lnTo>
                  <a:pt x="105537" y="59055"/>
                </a:lnTo>
                <a:lnTo>
                  <a:pt x="105537" y="1473"/>
                </a:lnTo>
                <a:lnTo>
                  <a:pt x="93091" y="0"/>
                </a:lnTo>
                <a:lnTo>
                  <a:pt x="0" y="0"/>
                </a:lnTo>
                <a:lnTo>
                  <a:pt x="0" y="203962"/>
                </a:lnTo>
                <a:lnTo>
                  <a:pt x="84836" y="203962"/>
                </a:lnTo>
                <a:lnTo>
                  <a:pt x="113042" y="201599"/>
                </a:lnTo>
                <a:lnTo>
                  <a:pt x="138709" y="192722"/>
                </a:lnTo>
                <a:lnTo>
                  <a:pt x="157378" y="174713"/>
                </a:lnTo>
                <a:lnTo>
                  <a:pt x="159575" y="165608"/>
                </a:lnTo>
                <a:lnTo>
                  <a:pt x="164592" y="144907"/>
                </a:lnTo>
                <a:close/>
              </a:path>
              <a:path w="781684" h="204470">
                <a:moveTo>
                  <a:pt x="381000" y="203962"/>
                </a:moveTo>
                <a:lnTo>
                  <a:pt x="364223" y="160528"/>
                </a:lnTo>
                <a:lnTo>
                  <a:pt x="349415" y="122174"/>
                </a:lnTo>
                <a:lnTo>
                  <a:pt x="318630" y="42418"/>
                </a:lnTo>
                <a:lnTo>
                  <a:pt x="302260" y="0"/>
                </a:lnTo>
                <a:lnTo>
                  <a:pt x="294005" y="0"/>
                </a:lnTo>
                <a:lnTo>
                  <a:pt x="294005" y="122174"/>
                </a:lnTo>
                <a:lnTo>
                  <a:pt x="242189" y="122174"/>
                </a:lnTo>
                <a:lnTo>
                  <a:pt x="269113" y="42418"/>
                </a:lnTo>
                <a:lnTo>
                  <a:pt x="294005" y="122174"/>
                </a:lnTo>
                <a:lnTo>
                  <a:pt x="294005" y="0"/>
                </a:lnTo>
                <a:lnTo>
                  <a:pt x="235966" y="0"/>
                </a:lnTo>
                <a:lnTo>
                  <a:pt x="158369" y="203962"/>
                </a:lnTo>
                <a:lnTo>
                  <a:pt x="214249" y="203962"/>
                </a:lnTo>
                <a:lnTo>
                  <a:pt x="229870" y="160528"/>
                </a:lnTo>
                <a:lnTo>
                  <a:pt x="306451" y="160528"/>
                </a:lnTo>
                <a:lnTo>
                  <a:pt x="321945" y="203962"/>
                </a:lnTo>
                <a:lnTo>
                  <a:pt x="381000" y="203962"/>
                </a:lnTo>
                <a:close/>
              </a:path>
              <a:path w="781684" h="204470">
                <a:moveTo>
                  <a:pt x="576707" y="0"/>
                </a:moveTo>
                <a:lnTo>
                  <a:pt x="526923" y="0"/>
                </a:lnTo>
                <a:lnTo>
                  <a:pt x="526923" y="138684"/>
                </a:lnTo>
                <a:lnTo>
                  <a:pt x="457581" y="0"/>
                </a:lnTo>
                <a:lnTo>
                  <a:pt x="388239" y="0"/>
                </a:lnTo>
                <a:lnTo>
                  <a:pt x="388239" y="203962"/>
                </a:lnTo>
                <a:lnTo>
                  <a:pt x="438912" y="203962"/>
                </a:lnTo>
                <a:lnTo>
                  <a:pt x="436880" y="65278"/>
                </a:lnTo>
                <a:lnTo>
                  <a:pt x="437896" y="65278"/>
                </a:lnTo>
                <a:lnTo>
                  <a:pt x="508381" y="203962"/>
                </a:lnTo>
                <a:lnTo>
                  <a:pt x="576707" y="203962"/>
                </a:lnTo>
                <a:lnTo>
                  <a:pt x="576707" y="0"/>
                </a:lnTo>
                <a:close/>
              </a:path>
              <a:path w="781684" h="204470">
                <a:moveTo>
                  <a:pt x="781685" y="203962"/>
                </a:moveTo>
                <a:lnTo>
                  <a:pt x="700913" y="95250"/>
                </a:lnTo>
                <a:lnTo>
                  <a:pt x="776478" y="0"/>
                </a:lnTo>
                <a:lnTo>
                  <a:pt x="711327" y="0"/>
                </a:lnTo>
                <a:lnTo>
                  <a:pt x="649097" y="83820"/>
                </a:lnTo>
                <a:lnTo>
                  <a:pt x="649097" y="0"/>
                </a:lnTo>
                <a:lnTo>
                  <a:pt x="594233" y="0"/>
                </a:lnTo>
                <a:lnTo>
                  <a:pt x="594233" y="203962"/>
                </a:lnTo>
                <a:lnTo>
                  <a:pt x="649097" y="203962"/>
                </a:lnTo>
                <a:lnTo>
                  <a:pt x="649097" y="111760"/>
                </a:lnTo>
                <a:lnTo>
                  <a:pt x="713359" y="203962"/>
                </a:lnTo>
                <a:lnTo>
                  <a:pt x="781685" y="203962"/>
                </a:lnTo>
                <a:close/>
              </a:path>
            </a:pathLst>
          </a:custGeom>
          <a:solidFill>
            <a:srgbClr val="00529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49878" y="7172438"/>
            <a:ext cx="419345" cy="203974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15229712" y="7069963"/>
            <a:ext cx="408940" cy="410209"/>
          </a:xfrm>
          <a:custGeom>
            <a:avLst/>
            <a:gdLst/>
            <a:ahLst/>
            <a:cxnLst/>
            <a:rect l="l" t="t" r="r" b="b"/>
            <a:pathLst>
              <a:path w="408940" h="410209">
                <a:moveTo>
                  <a:pt x="346836" y="0"/>
                </a:moveTo>
                <a:lnTo>
                  <a:pt x="62102" y="0"/>
                </a:lnTo>
                <a:lnTo>
                  <a:pt x="37986" y="5074"/>
                </a:lnTo>
                <a:lnTo>
                  <a:pt x="18240" y="18875"/>
                </a:lnTo>
                <a:lnTo>
                  <a:pt x="4899" y="39272"/>
                </a:lnTo>
                <a:lnTo>
                  <a:pt x="0" y="64134"/>
                </a:lnTo>
                <a:lnTo>
                  <a:pt x="0" y="345820"/>
                </a:lnTo>
                <a:lnTo>
                  <a:pt x="4883" y="370540"/>
                </a:lnTo>
                <a:lnTo>
                  <a:pt x="18113" y="390699"/>
                </a:lnTo>
                <a:lnTo>
                  <a:pt x="37558" y="404453"/>
                </a:lnTo>
                <a:lnTo>
                  <a:pt x="61086" y="409955"/>
                </a:lnTo>
                <a:lnTo>
                  <a:pt x="346836" y="409955"/>
                </a:lnTo>
                <a:lnTo>
                  <a:pt x="370953" y="404881"/>
                </a:lnTo>
                <a:lnTo>
                  <a:pt x="390699" y="391080"/>
                </a:lnTo>
                <a:lnTo>
                  <a:pt x="400034" y="376808"/>
                </a:lnTo>
                <a:lnTo>
                  <a:pt x="80771" y="376808"/>
                </a:lnTo>
                <a:lnTo>
                  <a:pt x="67558" y="374096"/>
                </a:lnTo>
                <a:lnTo>
                  <a:pt x="56689" y="366728"/>
                </a:lnTo>
                <a:lnTo>
                  <a:pt x="49321" y="355859"/>
                </a:lnTo>
                <a:lnTo>
                  <a:pt x="46608" y="342645"/>
                </a:lnTo>
                <a:lnTo>
                  <a:pt x="46608" y="66293"/>
                </a:lnTo>
                <a:lnTo>
                  <a:pt x="49591" y="53080"/>
                </a:lnTo>
                <a:lnTo>
                  <a:pt x="56562" y="42211"/>
                </a:lnTo>
                <a:lnTo>
                  <a:pt x="66843" y="34843"/>
                </a:lnTo>
                <a:lnTo>
                  <a:pt x="79755" y="32130"/>
                </a:lnTo>
                <a:lnTo>
                  <a:pt x="399369" y="32130"/>
                </a:lnTo>
                <a:lnTo>
                  <a:pt x="390699" y="18875"/>
                </a:lnTo>
                <a:lnTo>
                  <a:pt x="370953" y="5074"/>
                </a:lnTo>
                <a:lnTo>
                  <a:pt x="346836" y="0"/>
                </a:lnTo>
                <a:close/>
              </a:path>
              <a:path w="408940" h="410209">
                <a:moveTo>
                  <a:pt x="190500" y="32130"/>
                </a:moveTo>
                <a:lnTo>
                  <a:pt x="111886" y="32130"/>
                </a:lnTo>
                <a:lnTo>
                  <a:pt x="131591" y="36470"/>
                </a:lnTo>
                <a:lnTo>
                  <a:pt x="147700" y="48275"/>
                </a:lnTo>
                <a:lnTo>
                  <a:pt x="158571" y="65724"/>
                </a:lnTo>
                <a:lnTo>
                  <a:pt x="162559" y="86994"/>
                </a:lnTo>
                <a:lnTo>
                  <a:pt x="161601" y="97470"/>
                </a:lnTo>
                <a:lnTo>
                  <a:pt x="158797" y="107172"/>
                </a:lnTo>
                <a:lnTo>
                  <a:pt x="154255" y="116087"/>
                </a:lnTo>
                <a:lnTo>
                  <a:pt x="148081" y="124205"/>
                </a:lnTo>
                <a:lnTo>
                  <a:pt x="67309" y="204977"/>
                </a:lnTo>
                <a:lnTo>
                  <a:pt x="142875" y="282701"/>
                </a:lnTo>
                <a:lnTo>
                  <a:pt x="149689" y="290391"/>
                </a:lnTo>
                <a:lnTo>
                  <a:pt x="154527" y="299354"/>
                </a:lnTo>
                <a:lnTo>
                  <a:pt x="157412" y="309294"/>
                </a:lnTo>
                <a:lnTo>
                  <a:pt x="158369" y="319912"/>
                </a:lnTo>
                <a:lnTo>
                  <a:pt x="153469" y="341929"/>
                </a:lnTo>
                <a:lnTo>
                  <a:pt x="140128" y="360029"/>
                </a:lnTo>
                <a:lnTo>
                  <a:pt x="120382" y="372294"/>
                </a:lnTo>
                <a:lnTo>
                  <a:pt x="96265" y="376808"/>
                </a:lnTo>
                <a:lnTo>
                  <a:pt x="187451" y="376808"/>
                </a:lnTo>
                <a:lnTo>
                  <a:pt x="190031" y="370972"/>
                </a:lnTo>
                <a:lnTo>
                  <a:pt x="195707" y="356504"/>
                </a:lnTo>
                <a:lnTo>
                  <a:pt x="201382" y="337964"/>
                </a:lnTo>
                <a:lnTo>
                  <a:pt x="203961" y="319912"/>
                </a:lnTo>
                <a:lnTo>
                  <a:pt x="202303" y="300392"/>
                </a:lnTo>
                <a:lnTo>
                  <a:pt x="197689" y="282701"/>
                </a:lnTo>
                <a:lnTo>
                  <a:pt x="197643" y="282527"/>
                </a:lnTo>
                <a:lnTo>
                  <a:pt x="190460" y="266781"/>
                </a:lnTo>
                <a:lnTo>
                  <a:pt x="181228" y="253618"/>
                </a:lnTo>
                <a:lnTo>
                  <a:pt x="132588" y="204977"/>
                </a:lnTo>
                <a:lnTo>
                  <a:pt x="182244" y="154304"/>
                </a:lnTo>
                <a:lnTo>
                  <a:pt x="192063" y="141714"/>
                </a:lnTo>
                <a:lnTo>
                  <a:pt x="199548" y="126158"/>
                </a:lnTo>
                <a:lnTo>
                  <a:pt x="204319" y="108102"/>
                </a:lnTo>
                <a:lnTo>
                  <a:pt x="205994" y="88010"/>
                </a:lnTo>
                <a:lnTo>
                  <a:pt x="204894" y="72153"/>
                </a:lnTo>
                <a:lnTo>
                  <a:pt x="201771" y="57356"/>
                </a:lnTo>
                <a:lnTo>
                  <a:pt x="196885" y="43916"/>
                </a:lnTo>
                <a:lnTo>
                  <a:pt x="190500" y="32130"/>
                </a:lnTo>
                <a:close/>
              </a:path>
              <a:path w="408940" h="410209">
                <a:moveTo>
                  <a:pt x="303402" y="32130"/>
                </a:moveTo>
                <a:lnTo>
                  <a:pt x="224663" y="32130"/>
                </a:lnTo>
                <a:lnTo>
                  <a:pt x="244546" y="36470"/>
                </a:lnTo>
                <a:lnTo>
                  <a:pt x="261048" y="48275"/>
                </a:lnTo>
                <a:lnTo>
                  <a:pt x="272311" y="65724"/>
                </a:lnTo>
                <a:lnTo>
                  <a:pt x="276478" y="86994"/>
                </a:lnTo>
                <a:lnTo>
                  <a:pt x="275361" y="97470"/>
                </a:lnTo>
                <a:lnTo>
                  <a:pt x="272208" y="107172"/>
                </a:lnTo>
                <a:lnTo>
                  <a:pt x="267317" y="116087"/>
                </a:lnTo>
                <a:lnTo>
                  <a:pt x="260984" y="124205"/>
                </a:lnTo>
                <a:lnTo>
                  <a:pt x="182244" y="204977"/>
                </a:lnTo>
                <a:lnTo>
                  <a:pt x="345821" y="371728"/>
                </a:lnTo>
                <a:lnTo>
                  <a:pt x="340613" y="374776"/>
                </a:lnTo>
                <a:lnTo>
                  <a:pt x="334390" y="376808"/>
                </a:lnTo>
                <a:lnTo>
                  <a:pt x="400034" y="376808"/>
                </a:lnTo>
                <a:lnTo>
                  <a:pt x="404040" y="370683"/>
                </a:lnTo>
                <a:lnTo>
                  <a:pt x="408940" y="345820"/>
                </a:lnTo>
                <a:lnTo>
                  <a:pt x="408940" y="324103"/>
                </a:lnTo>
                <a:lnTo>
                  <a:pt x="362457" y="324103"/>
                </a:lnTo>
                <a:lnTo>
                  <a:pt x="245363" y="204977"/>
                </a:lnTo>
                <a:lnTo>
                  <a:pt x="301371" y="148081"/>
                </a:lnTo>
                <a:lnTo>
                  <a:pt x="318605" y="105380"/>
                </a:lnTo>
                <a:lnTo>
                  <a:pt x="319913" y="88010"/>
                </a:lnTo>
                <a:lnTo>
                  <a:pt x="318790" y="72153"/>
                </a:lnTo>
                <a:lnTo>
                  <a:pt x="318779" y="72010"/>
                </a:lnTo>
                <a:lnTo>
                  <a:pt x="315598" y="57356"/>
                </a:lnTo>
                <a:lnTo>
                  <a:pt x="315515" y="56975"/>
                </a:lnTo>
                <a:lnTo>
                  <a:pt x="310322" y="43487"/>
                </a:lnTo>
                <a:lnTo>
                  <a:pt x="303402" y="32130"/>
                </a:lnTo>
                <a:close/>
              </a:path>
              <a:path w="408940" h="410209">
                <a:moveTo>
                  <a:pt x="399369" y="32130"/>
                </a:moveTo>
                <a:lnTo>
                  <a:pt x="303402" y="32130"/>
                </a:lnTo>
                <a:lnTo>
                  <a:pt x="328167" y="33146"/>
                </a:lnTo>
                <a:lnTo>
                  <a:pt x="341401" y="35716"/>
                </a:lnTo>
                <a:lnTo>
                  <a:pt x="352313" y="42846"/>
                </a:lnTo>
                <a:lnTo>
                  <a:pt x="359725" y="53667"/>
                </a:lnTo>
                <a:lnTo>
                  <a:pt x="362457" y="67309"/>
                </a:lnTo>
                <a:lnTo>
                  <a:pt x="362457" y="324103"/>
                </a:lnTo>
                <a:lnTo>
                  <a:pt x="408940" y="324103"/>
                </a:lnTo>
                <a:lnTo>
                  <a:pt x="408940" y="64134"/>
                </a:lnTo>
                <a:lnTo>
                  <a:pt x="404040" y="39272"/>
                </a:lnTo>
                <a:lnTo>
                  <a:pt x="399369" y="32130"/>
                </a:lnTo>
                <a:close/>
              </a:path>
            </a:pathLst>
          </a:custGeom>
          <a:solidFill>
            <a:srgbClr val="00529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98234" y="2562479"/>
            <a:ext cx="1066799" cy="63487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45191" y="5612517"/>
            <a:ext cx="1553972" cy="548507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5438521" y="4360164"/>
            <a:ext cx="966469" cy="238125"/>
            <a:chOff x="5438521" y="4360164"/>
            <a:chExt cx="966469" cy="238125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0719" y="4409186"/>
              <a:ext cx="144144" cy="18656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38521" y="4360164"/>
              <a:ext cx="215773" cy="23787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684901" y="4409186"/>
              <a:ext cx="165100" cy="186690"/>
            </a:xfrm>
            <a:custGeom>
              <a:avLst/>
              <a:gdLst/>
              <a:ahLst/>
              <a:cxnLst/>
              <a:rect l="l" t="t" r="r" b="b"/>
              <a:pathLst>
                <a:path w="165100" h="186689">
                  <a:moveTo>
                    <a:pt x="95195" y="100837"/>
                  </a:moveTo>
                  <a:lnTo>
                    <a:pt x="49022" y="100837"/>
                  </a:lnTo>
                  <a:lnTo>
                    <a:pt x="56711" y="102794"/>
                  </a:lnTo>
                  <a:lnTo>
                    <a:pt x="62626" y="106775"/>
                  </a:lnTo>
                  <a:lnTo>
                    <a:pt x="67613" y="112518"/>
                  </a:lnTo>
                  <a:lnTo>
                    <a:pt x="72516" y="119761"/>
                  </a:lnTo>
                  <a:lnTo>
                    <a:pt x="73660" y="120903"/>
                  </a:lnTo>
                  <a:lnTo>
                    <a:pt x="77470" y="127762"/>
                  </a:lnTo>
                  <a:lnTo>
                    <a:pt x="82873" y="136515"/>
                  </a:lnTo>
                  <a:lnTo>
                    <a:pt x="88788" y="146446"/>
                  </a:lnTo>
                  <a:lnTo>
                    <a:pt x="111788" y="178180"/>
                  </a:lnTo>
                  <a:lnTo>
                    <a:pt x="135000" y="186181"/>
                  </a:lnTo>
                  <a:lnTo>
                    <a:pt x="145796" y="186181"/>
                  </a:lnTo>
                  <a:lnTo>
                    <a:pt x="152400" y="185547"/>
                  </a:lnTo>
                  <a:lnTo>
                    <a:pt x="155956" y="184276"/>
                  </a:lnTo>
                  <a:lnTo>
                    <a:pt x="162635" y="183163"/>
                  </a:lnTo>
                  <a:lnTo>
                    <a:pt x="165100" y="181990"/>
                  </a:lnTo>
                  <a:lnTo>
                    <a:pt x="155956" y="179704"/>
                  </a:lnTo>
                  <a:lnTo>
                    <a:pt x="152273" y="178180"/>
                  </a:lnTo>
                  <a:lnTo>
                    <a:pt x="121673" y="142122"/>
                  </a:lnTo>
                  <a:lnTo>
                    <a:pt x="102108" y="110362"/>
                  </a:lnTo>
                  <a:lnTo>
                    <a:pt x="98298" y="105663"/>
                  </a:lnTo>
                  <a:lnTo>
                    <a:pt x="95195" y="100837"/>
                  </a:lnTo>
                  <a:close/>
                </a:path>
                <a:path w="165100" h="186689">
                  <a:moveTo>
                    <a:pt x="1143" y="0"/>
                  </a:moveTo>
                  <a:lnTo>
                    <a:pt x="0" y="4825"/>
                  </a:lnTo>
                  <a:lnTo>
                    <a:pt x="2286" y="5968"/>
                  </a:lnTo>
                  <a:lnTo>
                    <a:pt x="5714" y="12826"/>
                  </a:lnTo>
                  <a:lnTo>
                    <a:pt x="5714" y="185419"/>
                  </a:lnTo>
                  <a:lnTo>
                    <a:pt x="36195" y="185419"/>
                  </a:lnTo>
                  <a:lnTo>
                    <a:pt x="36195" y="100837"/>
                  </a:lnTo>
                  <a:lnTo>
                    <a:pt x="95195" y="100837"/>
                  </a:lnTo>
                  <a:lnTo>
                    <a:pt x="93725" y="98551"/>
                  </a:lnTo>
                  <a:lnTo>
                    <a:pt x="84327" y="92837"/>
                  </a:lnTo>
                  <a:lnTo>
                    <a:pt x="97147" y="86637"/>
                  </a:lnTo>
                  <a:lnTo>
                    <a:pt x="98182" y="85725"/>
                  </a:lnTo>
                  <a:lnTo>
                    <a:pt x="37337" y="85725"/>
                  </a:lnTo>
                  <a:lnTo>
                    <a:pt x="37337" y="18923"/>
                  </a:lnTo>
                  <a:lnTo>
                    <a:pt x="39877" y="18034"/>
                  </a:lnTo>
                  <a:lnTo>
                    <a:pt x="42947" y="17399"/>
                  </a:lnTo>
                  <a:lnTo>
                    <a:pt x="104998" y="17399"/>
                  </a:lnTo>
                  <a:lnTo>
                    <a:pt x="95551" y="10719"/>
                  </a:lnTo>
                  <a:lnTo>
                    <a:pt x="83280" y="5587"/>
                  </a:lnTo>
                  <a:lnTo>
                    <a:pt x="68675" y="2456"/>
                  </a:lnTo>
                  <a:lnTo>
                    <a:pt x="51688" y="1397"/>
                  </a:lnTo>
                  <a:lnTo>
                    <a:pt x="1143" y="0"/>
                  </a:lnTo>
                  <a:close/>
                </a:path>
                <a:path w="165100" h="186689">
                  <a:moveTo>
                    <a:pt x="104998" y="17399"/>
                  </a:moveTo>
                  <a:lnTo>
                    <a:pt x="51815" y="17399"/>
                  </a:lnTo>
                  <a:lnTo>
                    <a:pt x="53975" y="17779"/>
                  </a:lnTo>
                  <a:lnTo>
                    <a:pt x="72362" y="22701"/>
                  </a:lnTo>
                  <a:lnTo>
                    <a:pt x="82105" y="32670"/>
                  </a:lnTo>
                  <a:lnTo>
                    <a:pt x="85943" y="43068"/>
                  </a:lnTo>
                  <a:lnTo>
                    <a:pt x="86490" y="48133"/>
                  </a:lnTo>
                  <a:lnTo>
                    <a:pt x="86613" y="49275"/>
                  </a:lnTo>
                  <a:lnTo>
                    <a:pt x="83258" y="66329"/>
                  </a:lnTo>
                  <a:lnTo>
                    <a:pt x="74628" y="77596"/>
                  </a:lnTo>
                  <a:lnTo>
                    <a:pt x="62878" y="83816"/>
                  </a:lnTo>
                  <a:lnTo>
                    <a:pt x="50164" y="85725"/>
                  </a:lnTo>
                  <a:lnTo>
                    <a:pt x="98182" y="85725"/>
                  </a:lnTo>
                  <a:lnTo>
                    <a:pt x="108013" y="77057"/>
                  </a:lnTo>
                  <a:lnTo>
                    <a:pt x="115546" y="64190"/>
                  </a:lnTo>
                  <a:lnTo>
                    <a:pt x="118363" y="48133"/>
                  </a:lnTo>
                  <a:lnTo>
                    <a:pt x="118066" y="43068"/>
                  </a:lnTo>
                  <a:lnTo>
                    <a:pt x="118002" y="41979"/>
                  </a:lnTo>
                  <a:lnTo>
                    <a:pt x="116332" y="34337"/>
                  </a:lnTo>
                  <a:lnTo>
                    <a:pt x="112470" y="26005"/>
                  </a:lnTo>
                  <a:lnTo>
                    <a:pt x="105537" y="17779"/>
                  </a:lnTo>
                  <a:lnTo>
                    <a:pt x="104998" y="17399"/>
                  </a:lnTo>
                  <a:close/>
                </a:path>
              </a:pathLst>
            </a:custGeom>
            <a:solidFill>
              <a:srgbClr val="003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1385" y="4408043"/>
              <a:ext cx="166369" cy="18656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858383" y="4409185"/>
              <a:ext cx="374015" cy="185420"/>
            </a:xfrm>
            <a:custGeom>
              <a:avLst/>
              <a:gdLst/>
              <a:ahLst/>
              <a:cxnLst/>
              <a:rect l="l" t="t" r="r" b="b"/>
              <a:pathLst>
                <a:path w="374014" h="185420">
                  <a:moveTo>
                    <a:pt x="117094" y="152400"/>
                  </a:moveTo>
                  <a:lnTo>
                    <a:pt x="112522" y="151257"/>
                  </a:lnTo>
                  <a:lnTo>
                    <a:pt x="111379" y="153543"/>
                  </a:lnTo>
                  <a:lnTo>
                    <a:pt x="104660" y="161544"/>
                  </a:lnTo>
                  <a:lnTo>
                    <a:pt x="95732" y="166255"/>
                  </a:lnTo>
                  <a:lnTo>
                    <a:pt x="82892" y="168478"/>
                  </a:lnTo>
                  <a:lnTo>
                    <a:pt x="64389" y="169037"/>
                  </a:lnTo>
                  <a:lnTo>
                    <a:pt x="36322" y="167894"/>
                  </a:lnTo>
                  <a:lnTo>
                    <a:pt x="36322" y="92837"/>
                  </a:lnTo>
                  <a:lnTo>
                    <a:pt x="89027" y="92837"/>
                  </a:lnTo>
                  <a:lnTo>
                    <a:pt x="89027" y="75057"/>
                  </a:lnTo>
                  <a:lnTo>
                    <a:pt x="36322" y="75057"/>
                  </a:lnTo>
                  <a:lnTo>
                    <a:pt x="36322" y="17780"/>
                  </a:lnTo>
                  <a:lnTo>
                    <a:pt x="78486" y="17780"/>
                  </a:lnTo>
                  <a:lnTo>
                    <a:pt x="85598" y="19342"/>
                  </a:lnTo>
                  <a:lnTo>
                    <a:pt x="92176" y="23202"/>
                  </a:lnTo>
                  <a:lnTo>
                    <a:pt x="97218" y="28130"/>
                  </a:lnTo>
                  <a:lnTo>
                    <a:pt x="99695" y="32893"/>
                  </a:lnTo>
                  <a:lnTo>
                    <a:pt x="99695" y="34036"/>
                  </a:lnTo>
                  <a:lnTo>
                    <a:pt x="104267" y="34036"/>
                  </a:lnTo>
                  <a:lnTo>
                    <a:pt x="103124" y="0"/>
                  </a:lnTo>
                  <a:lnTo>
                    <a:pt x="0" y="0"/>
                  </a:lnTo>
                  <a:lnTo>
                    <a:pt x="1143" y="4826"/>
                  </a:lnTo>
                  <a:lnTo>
                    <a:pt x="3429" y="5969"/>
                  </a:lnTo>
                  <a:lnTo>
                    <a:pt x="7112" y="12827"/>
                  </a:lnTo>
                  <a:lnTo>
                    <a:pt x="7112" y="185420"/>
                  </a:lnTo>
                  <a:lnTo>
                    <a:pt x="110236" y="185420"/>
                  </a:lnTo>
                  <a:lnTo>
                    <a:pt x="117094" y="152400"/>
                  </a:lnTo>
                  <a:close/>
                </a:path>
                <a:path w="374014" h="185420">
                  <a:moveTo>
                    <a:pt x="373888" y="0"/>
                  </a:moveTo>
                  <a:lnTo>
                    <a:pt x="337820" y="0"/>
                  </a:lnTo>
                  <a:lnTo>
                    <a:pt x="337820" y="4826"/>
                  </a:lnTo>
                  <a:lnTo>
                    <a:pt x="341249" y="5969"/>
                  </a:lnTo>
                  <a:lnTo>
                    <a:pt x="343535" y="12827"/>
                  </a:lnTo>
                  <a:lnTo>
                    <a:pt x="343535" y="185420"/>
                  </a:lnTo>
                  <a:lnTo>
                    <a:pt x="373888" y="185420"/>
                  </a:lnTo>
                  <a:lnTo>
                    <a:pt x="373888" y="0"/>
                  </a:lnTo>
                  <a:close/>
                </a:path>
              </a:pathLst>
            </a:custGeom>
            <a:solidFill>
              <a:srgbClr val="00366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6464680" y="4359021"/>
            <a:ext cx="389255" cy="239395"/>
            <a:chOff x="6464680" y="4359021"/>
            <a:chExt cx="389255" cy="239395"/>
          </a:xfrm>
        </p:grpSpPr>
        <p:sp>
          <p:nvSpPr>
            <p:cNvPr id="20" name="object 20" descr=""/>
            <p:cNvSpPr/>
            <p:nvPr/>
          </p:nvSpPr>
          <p:spPr>
            <a:xfrm>
              <a:off x="6817486" y="4409186"/>
              <a:ext cx="36830" cy="185420"/>
            </a:xfrm>
            <a:custGeom>
              <a:avLst/>
              <a:gdLst/>
              <a:ahLst/>
              <a:cxnLst/>
              <a:rect l="l" t="t" r="r" b="b"/>
              <a:pathLst>
                <a:path w="36829" h="185420">
                  <a:moveTo>
                    <a:pt x="36322" y="0"/>
                  </a:moveTo>
                  <a:lnTo>
                    <a:pt x="0" y="0"/>
                  </a:lnTo>
                  <a:lnTo>
                    <a:pt x="0" y="4825"/>
                  </a:lnTo>
                  <a:lnTo>
                    <a:pt x="3429" y="5968"/>
                  </a:lnTo>
                  <a:lnTo>
                    <a:pt x="5969" y="12826"/>
                  </a:lnTo>
                  <a:lnTo>
                    <a:pt x="5969" y="185419"/>
                  </a:lnTo>
                  <a:lnTo>
                    <a:pt x="36322" y="185419"/>
                  </a:lnTo>
                  <a:lnTo>
                    <a:pt x="36322" y="0"/>
                  </a:lnTo>
                  <a:close/>
                </a:path>
              </a:pathLst>
            </a:custGeom>
            <a:solidFill>
              <a:srgbClr val="0036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4680" y="4359021"/>
              <a:ext cx="146430" cy="23901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34606" y="4409186"/>
              <a:ext cx="143001" cy="187705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6900926" y="4112514"/>
            <a:ext cx="718820" cy="484505"/>
            <a:chOff x="6900926" y="4112514"/>
            <a:chExt cx="718820" cy="484505"/>
          </a:xfrm>
        </p:grpSpPr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81088" y="4409186"/>
              <a:ext cx="116077" cy="18541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00926" y="4408043"/>
              <a:ext cx="113665" cy="18884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39229" y="4408043"/>
              <a:ext cx="113538" cy="18884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7182231" y="4112513"/>
              <a:ext cx="437515" cy="307340"/>
            </a:xfrm>
            <a:custGeom>
              <a:avLst/>
              <a:gdLst/>
              <a:ahLst/>
              <a:cxnLst/>
              <a:rect l="l" t="t" r="r" b="b"/>
              <a:pathLst>
                <a:path w="437515" h="307339">
                  <a:moveTo>
                    <a:pt x="431673" y="307213"/>
                  </a:moveTo>
                  <a:lnTo>
                    <a:pt x="400735" y="275742"/>
                  </a:lnTo>
                  <a:lnTo>
                    <a:pt x="368300" y="243967"/>
                  </a:lnTo>
                  <a:lnTo>
                    <a:pt x="316103" y="231736"/>
                  </a:lnTo>
                  <a:lnTo>
                    <a:pt x="271145" y="228346"/>
                  </a:lnTo>
                  <a:lnTo>
                    <a:pt x="255689" y="228727"/>
                  </a:lnTo>
                  <a:lnTo>
                    <a:pt x="241681" y="229870"/>
                  </a:lnTo>
                  <a:lnTo>
                    <a:pt x="248539" y="209499"/>
                  </a:lnTo>
                  <a:lnTo>
                    <a:pt x="251866" y="188912"/>
                  </a:lnTo>
                  <a:lnTo>
                    <a:pt x="252107" y="168338"/>
                  </a:lnTo>
                  <a:lnTo>
                    <a:pt x="249682" y="147955"/>
                  </a:lnTo>
                  <a:lnTo>
                    <a:pt x="209702" y="120357"/>
                  </a:lnTo>
                  <a:lnTo>
                    <a:pt x="168541" y="94132"/>
                  </a:lnTo>
                  <a:lnTo>
                    <a:pt x="126593" y="69456"/>
                  </a:lnTo>
                  <a:lnTo>
                    <a:pt x="84251" y="46469"/>
                  </a:lnTo>
                  <a:lnTo>
                    <a:pt x="41922" y="25298"/>
                  </a:lnTo>
                  <a:lnTo>
                    <a:pt x="0" y="6096"/>
                  </a:lnTo>
                  <a:lnTo>
                    <a:pt x="26454" y="28308"/>
                  </a:lnTo>
                  <a:lnTo>
                    <a:pt x="52946" y="59016"/>
                  </a:lnTo>
                  <a:lnTo>
                    <a:pt x="78638" y="97015"/>
                  </a:lnTo>
                  <a:lnTo>
                    <a:pt x="102717" y="141020"/>
                  </a:lnTo>
                  <a:lnTo>
                    <a:pt x="124358" y="189801"/>
                  </a:lnTo>
                  <a:lnTo>
                    <a:pt x="142760" y="242100"/>
                  </a:lnTo>
                  <a:lnTo>
                    <a:pt x="157099" y="296672"/>
                  </a:lnTo>
                  <a:lnTo>
                    <a:pt x="181952" y="290322"/>
                  </a:lnTo>
                  <a:lnTo>
                    <a:pt x="209829" y="285026"/>
                  </a:lnTo>
                  <a:lnTo>
                    <a:pt x="240715" y="281393"/>
                  </a:lnTo>
                  <a:lnTo>
                    <a:pt x="274574" y="280035"/>
                  </a:lnTo>
                  <a:lnTo>
                    <a:pt x="309905" y="281470"/>
                  </a:lnTo>
                  <a:lnTo>
                    <a:pt x="347878" y="286105"/>
                  </a:lnTo>
                  <a:lnTo>
                    <a:pt x="388480" y="294513"/>
                  </a:lnTo>
                  <a:lnTo>
                    <a:pt x="431673" y="307213"/>
                  </a:lnTo>
                  <a:close/>
                </a:path>
                <a:path w="437515" h="307339">
                  <a:moveTo>
                    <a:pt x="437388" y="274574"/>
                  </a:moveTo>
                  <a:lnTo>
                    <a:pt x="412864" y="237324"/>
                  </a:lnTo>
                  <a:lnTo>
                    <a:pt x="384619" y="199847"/>
                  </a:lnTo>
                  <a:lnTo>
                    <a:pt x="353212" y="162674"/>
                  </a:lnTo>
                  <a:lnTo>
                    <a:pt x="319176" y="126339"/>
                  </a:lnTo>
                  <a:lnTo>
                    <a:pt x="283057" y="91376"/>
                  </a:lnTo>
                  <a:lnTo>
                    <a:pt x="245389" y="58305"/>
                  </a:lnTo>
                  <a:lnTo>
                    <a:pt x="206743" y="27673"/>
                  </a:lnTo>
                  <a:lnTo>
                    <a:pt x="167640" y="0"/>
                  </a:lnTo>
                  <a:lnTo>
                    <a:pt x="190207" y="25781"/>
                  </a:lnTo>
                  <a:lnTo>
                    <a:pt x="214376" y="60794"/>
                  </a:lnTo>
                  <a:lnTo>
                    <a:pt x="235673" y="102400"/>
                  </a:lnTo>
                  <a:lnTo>
                    <a:pt x="249682" y="147955"/>
                  </a:lnTo>
                  <a:lnTo>
                    <a:pt x="280974" y="171157"/>
                  </a:lnTo>
                  <a:lnTo>
                    <a:pt x="311226" y="195059"/>
                  </a:lnTo>
                  <a:lnTo>
                    <a:pt x="340347" y="219417"/>
                  </a:lnTo>
                  <a:lnTo>
                    <a:pt x="368300" y="243967"/>
                  </a:lnTo>
                  <a:lnTo>
                    <a:pt x="384949" y="249796"/>
                  </a:lnTo>
                  <a:lnTo>
                    <a:pt x="401891" y="256705"/>
                  </a:lnTo>
                  <a:lnTo>
                    <a:pt x="419303" y="264909"/>
                  </a:lnTo>
                  <a:lnTo>
                    <a:pt x="437388" y="274574"/>
                  </a:lnTo>
                  <a:close/>
                </a:path>
              </a:pathLst>
            </a:custGeom>
            <a:solidFill>
              <a:srgbClr val="0036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/>
          <p:nvPr/>
        </p:nvSpPr>
        <p:spPr>
          <a:xfrm>
            <a:off x="3569334" y="2770632"/>
            <a:ext cx="1435100" cy="225425"/>
          </a:xfrm>
          <a:custGeom>
            <a:avLst/>
            <a:gdLst/>
            <a:ahLst/>
            <a:cxnLst/>
            <a:rect l="l" t="t" r="r" b="b"/>
            <a:pathLst>
              <a:path w="1435100" h="225425">
                <a:moveTo>
                  <a:pt x="481581" y="138557"/>
                </a:moveTo>
                <a:lnTo>
                  <a:pt x="433577" y="138557"/>
                </a:lnTo>
                <a:lnTo>
                  <a:pt x="435355" y="139446"/>
                </a:lnTo>
                <a:lnTo>
                  <a:pt x="437006" y="144525"/>
                </a:lnTo>
                <a:lnTo>
                  <a:pt x="475234" y="219328"/>
                </a:lnTo>
                <a:lnTo>
                  <a:pt x="476123" y="220979"/>
                </a:lnTo>
                <a:lnTo>
                  <a:pt x="477774" y="222631"/>
                </a:lnTo>
                <a:lnTo>
                  <a:pt x="525399" y="222631"/>
                </a:lnTo>
                <a:lnTo>
                  <a:pt x="525399" y="220979"/>
                </a:lnTo>
                <a:lnTo>
                  <a:pt x="482091" y="139446"/>
                </a:lnTo>
                <a:lnTo>
                  <a:pt x="481581" y="138557"/>
                </a:lnTo>
                <a:close/>
              </a:path>
              <a:path w="1435100" h="225425">
                <a:moveTo>
                  <a:pt x="433577" y="2540"/>
                </a:moveTo>
                <a:lnTo>
                  <a:pt x="363854" y="2540"/>
                </a:lnTo>
                <a:lnTo>
                  <a:pt x="363092" y="3428"/>
                </a:lnTo>
                <a:lnTo>
                  <a:pt x="363092" y="220091"/>
                </a:lnTo>
                <a:lnTo>
                  <a:pt x="363854" y="220979"/>
                </a:lnTo>
                <a:lnTo>
                  <a:pt x="403860" y="220979"/>
                </a:lnTo>
                <a:lnTo>
                  <a:pt x="405511" y="220091"/>
                </a:lnTo>
                <a:lnTo>
                  <a:pt x="405511" y="138557"/>
                </a:lnTo>
                <a:lnTo>
                  <a:pt x="481581" y="138557"/>
                </a:lnTo>
                <a:lnTo>
                  <a:pt x="478663" y="133476"/>
                </a:lnTo>
                <a:lnTo>
                  <a:pt x="476123" y="130048"/>
                </a:lnTo>
                <a:lnTo>
                  <a:pt x="476123" y="125857"/>
                </a:lnTo>
                <a:lnTo>
                  <a:pt x="477774" y="124841"/>
                </a:lnTo>
                <a:lnTo>
                  <a:pt x="479425" y="122427"/>
                </a:lnTo>
                <a:lnTo>
                  <a:pt x="493271" y="111781"/>
                </a:lnTo>
                <a:lnTo>
                  <a:pt x="494152" y="110490"/>
                </a:lnTo>
                <a:lnTo>
                  <a:pt x="405511" y="110490"/>
                </a:lnTo>
                <a:lnTo>
                  <a:pt x="405511" y="35687"/>
                </a:lnTo>
                <a:lnTo>
                  <a:pt x="406400" y="34036"/>
                </a:lnTo>
                <a:lnTo>
                  <a:pt x="502764" y="34036"/>
                </a:lnTo>
                <a:lnTo>
                  <a:pt x="489457" y="16462"/>
                </a:lnTo>
                <a:lnTo>
                  <a:pt x="466054" y="5875"/>
                </a:lnTo>
                <a:lnTo>
                  <a:pt x="433577" y="2540"/>
                </a:lnTo>
                <a:close/>
              </a:path>
              <a:path w="1435100" h="225425">
                <a:moveTo>
                  <a:pt x="502764" y="34036"/>
                </a:moveTo>
                <a:lnTo>
                  <a:pt x="424306" y="34036"/>
                </a:lnTo>
                <a:lnTo>
                  <a:pt x="442698" y="35687"/>
                </a:lnTo>
                <a:lnTo>
                  <a:pt x="454120" y="41449"/>
                </a:lnTo>
                <a:lnTo>
                  <a:pt x="459990" y="52627"/>
                </a:lnTo>
                <a:lnTo>
                  <a:pt x="461644" y="70485"/>
                </a:lnTo>
                <a:lnTo>
                  <a:pt x="459876" y="88826"/>
                </a:lnTo>
                <a:lnTo>
                  <a:pt x="453882" y="101012"/>
                </a:lnTo>
                <a:lnTo>
                  <a:pt x="442624" y="107936"/>
                </a:lnTo>
                <a:lnTo>
                  <a:pt x="425068" y="110490"/>
                </a:lnTo>
                <a:lnTo>
                  <a:pt x="494152" y="110490"/>
                </a:lnTo>
                <a:lnTo>
                  <a:pt x="502189" y="98694"/>
                </a:lnTo>
                <a:lnTo>
                  <a:pt x="506964" y="82583"/>
                </a:lnTo>
                <a:lnTo>
                  <a:pt x="508380" y="62865"/>
                </a:lnTo>
                <a:lnTo>
                  <a:pt x="503711" y="35687"/>
                </a:lnTo>
                <a:lnTo>
                  <a:pt x="503622" y="35169"/>
                </a:lnTo>
                <a:lnTo>
                  <a:pt x="502764" y="34036"/>
                </a:lnTo>
                <a:close/>
              </a:path>
              <a:path w="1435100" h="225425">
                <a:moveTo>
                  <a:pt x="626617" y="0"/>
                </a:moveTo>
                <a:lnTo>
                  <a:pt x="587136" y="4127"/>
                </a:lnTo>
                <a:lnTo>
                  <a:pt x="552039" y="35806"/>
                </a:lnTo>
                <a:lnTo>
                  <a:pt x="541279" y="83240"/>
                </a:lnTo>
                <a:lnTo>
                  <a:pt x="539912" y="112268"/>
                </a:lnTo>
                <a:lnTo>
                  <a:pt x="539876" y="113029"/>
                </a:lnTo>
                <a:lnTo>
                  <a:pt x="545385" y="167941"/>
                </a:lnTo>
                <a:lnTo>
                  <a:pt x="561086" y="205613"/>
                </a:lnTo>
                <a:lnTo>
                  <a:pt x="603877" y="224383"/>
                </a:lnTo>
                <a:lnTo>
                  <a:pt x="624839" y="225298"/>
                </a:lnTo>
                <a:lnTo>
                  <a:pt x="646705" y="224383"/>
                </a:lnTo>
                <a:lnTo>
                  <a:pt x="664321" y="221218"/>
                </a:lnTo>
                <a:lnTo>
                  <a:pt x="678578" y="215171"/>
                </a:lnTo>
                <a:lnTo>
                  <a:pt x="690372" y="205613"/>
                </a:lnTo>
                <a:lnTo>
                  <a:pt x="699008" y="190373"/>
                </a:lnTo>
                <a:lnTo>
                  <a:pt x="624839" y="190373"/>
                </a:lnTo>
                <a:lnTo>
                  <a:pt x="613646" y="190134"/>
                </a:lnTo>
                <a:lnTo>
                  <a:pt x="586804" y="155035"/>
                </a:lnTo>
                <a:lnTo>
                  <a:pt x="582364" y="113029"/>
                </a:lnTo>
                <a:lnTo>
                  <a:pt x="582294" y="112268"/>
                </a:lnTo>
                <a:lnTo>
                  <a:pt x="582932" y="89501"/>
                </a:lnTo>
                <a:lnTo>
                  <a:pt x="582949" y="88876"/>
                </a:lnTo>
                <a:lnTo>
                  <a:pt x="584864" y="69294"/>
                </a:lnTo>
                <a:lnTo>
                  <a:pt x="584961" y="68294"/>
                </a:lnTo>
                <a:lnTo>
                  <a:pt x="604710" y="34544"/>
                </a:lnTo>
                <a:lnTo>
                  <a:pt x="624839" y="33147"/>
                </a:lnTo>
                <a:lnTo>
                  <a:pt x="697695" y="33147"/>
                </a:lnTo>
                <a:lnTo>
                  <a:pt x="690372" y="20447"/>
                </a:lnTo>
                <a:lnTo>
                  <a:pt x="678606" y="10394"/>
                </a:lnTo>
                <a:lnTo>
                  <a:pt x="664543" y="4127"/>
                </a:lnTo>
                <a:lnTo>
                  <a:pt x="647455" y="908"/>
                </a:lnTo>
                <a:lnTo>
                  <a:pt x="626617" y="0"/>
                </a:lnTo>
                <a:close/>
              </a:path>
              <a:path w="1435100" h="225425">
                <a:moveTo>
                  <a:pt x="697695" y="33147"/>
                </a:moveTo>
                <a:lnTo>
                  <a:pt x="624839" y="33147"/>
                </a:lnTo>
                <a:lnTo>
                  <a:pt x="636101" y="33404"/>
                </a:lnTo>
                <a:lnTo>
                  <a:pt x="644731" y="34544"/>
                </a:lnTo>
                <a:lnTo>
                  <a:pt x="663940" y="69294"/>
                </a:lnTo>
                <a:lnTo>
                  <a:pt x="666495" y="112268"/>
                </a:lnTo>
                <a:lnTo>
                  <a:pt x="665855" y="134699"/>
                </a:lnTo>
                <a:lnTo>
                  <a:pt x="663971" y="154701"/>
                </a:lnTo>
                <a:lnTo>
                  <a:pt x="663940" y="155035"/>
                </a:lnTo>
                <a:lnTo>
                  <a:pt x="660835" y="171043"/>
                </a:lnTo>
                <a:lnTo>
                  <a:pt x="660763" y="171418"/>
                </a:lnTo>
                <a:lnTo>
                  <a:pt x="656336" y="181991"/>
                </a:lnTo>
                <a:lnTo>
                  <a:pt x="651289" y="186515"/>
                </a:lnTo>
                <a:lnTo>
                  <a:pt x="644731" y="189039"/>
                </a:lnTo>
                <a:lnTo>
                  <a:pt x="636101" y="190134"/>
                </a:lnTo>
                <a:lnTo>
                  <a:pt x="624839" y="190373"/>
                </a:lnTo>
                <a:lnTo>
                  <a:pt x="699008" y="190373"/>
                </a:lnTo>
                <a:lnTo>
                  <a:pt x="699430" y="189628"/>
                </a:lnTo>
                <a:lnTo>
                  <a:pt x="706167" y="167941"/>
                </a:lnTo>
                <a:lnTo>
                  <a:pt x="710499" y="141944"/>
                </a:lnTo>
                <a:lnTo>
                  <a:pt x="712342" y="113029"/>
                </a:lnTo>
                <a:lnTo>
                  <a:pt x="710820" y="83704"/>
                </a:lnTo>
                <a:lnTo>
                  <a:pt x="706453" y="57785"/>
                </a:lnTo>
                <a:lnTo>
                  <a:pt x="699537" y="36341"/>
                </a:lnTo>
                <a:lnTo>
                  <a:pt x="697695" y="33147"/>
                </a:lnTo>
                <a:close/>
              </a:path>
              <a:path w="1435100" h="225425">
                <a:moveTo>
                  <a:pt x="1229898" y="143637"/>
                </a:moveTo>
                <a:lnTo>
                  <a:pt x="1181607" y="143637"/>
                </a:lnTo>
                <a:lnTo>
                  <a:pt x="1225041" y="216662"/>
                </a:lnTo>
                <a:lnTo>
                  <a:pt x="1227454" y="220091"/>
                </a:lnTo>
                <a:lnTo>
                  <a:pt x="1228470" y="220979"/>
                </a:lnTo>
                <a:lnTo>
                  <a:pt x="1270889" y="220979"/>
                </a:lnTo>
                <a:lnTo>
                  <a:pt x="1271524" y="221361"/>
                </a:lnTo>
                <a:lnTo>
                  <a:pt x="1271904" y="221615"/>
                </a:lnTo>
                <a:lnTo>
                  <a:pt x="1273810" y="221615"/>
                </a:lnTo>
                <a:lnTo>
                  <a:pt x="1273894" y="220979"/>
                </a:lnTo>
                <a:lnTo>
                  <a:pt x="1274013" y="220091"/>
                </a:lnTo>
                <a:lnTo>
                  <a:pt x="1274064" y="219710"/>
                </a:lnTo>
                <a:lnTo>
                  <a:pt x="1273428" y="218440"/>
                </a:lnTo>
                <a:lnTo>
                  <a:pt x="1229898" y="143637"/>
                </a:lnTo>
                <a:close/>
              </a:path>
              <a:path w="1435100" h="225425">
                <a:moveTo>
                  <a:pt x="1146810" y="1650"/>
                </a:moveTo>
                <a:lnTo>
                  <a:pt x="1103376" y="1650"/>
                </a:lnTo>
                <a:lnTo>
                  <a:pt x="1102614" y="3428"/>
                </a:lnTo>
                <a:lnTo>
                  <a:pt x="1103376" y="5969"/>
                </a:lnTo>
                <a:lnTo>
                  <a:pt x="1159510" y="103632"/>
                </a:lnTo>
                <a:lnTo>
                  <a:pt x="1095755" y="216662"/>
                </a:lnTo>
                <a:lnTo>
                  <a:pt x="1094993" y="219328"/>
                </a:lnTo>
                <a:lnTo>
                  <a:pt x="1095755" y="220979"/>
                </a:lnTo>
                <a:lnTo>
                  <a:pt x="1139063" y="220979"/>
                </a:lnTo>
                <a:lnTo>
                  <a:pt x="1139952" y="220091"/>
                </a:lnTo>
                <a:lnTo>
                  <a:pt x="1141729" y="216662"/>
                </a:lnTo>
                <a:lnTo>
                  <a:pt x="1181607" y="143637"/>
                </a:lnTo>
                <a:lnTo>
                  <a:pt x="1229898" y="143637"/>
                </a:lnTo>
                <a:lnTo>
                  <a:pt x="1207135" y="104521"/>
                </a:lnTo>
                <a:lnTo>
                  <a:pt x="1229995" y="65532"/>
                </a:lnTo>
                <a:lnTo>
                  <a:pt x="1185037" y="65532"/>
                </a:lnTo>
                <a:lnTo>
                  <a:pt x="1150112" y="5969"/>
                </a:lnTo>
                <a:lnTo>
                  <a:pt x="1148461" y="2540"/>
                </a:lnTo>
                <a:lnTo>
                  <a:pt x="1146810" y="1650"/>
                </a:lnTo>
                <a:close/>
              </a:path>
              <a:path w="1435100" h="225425">
                <a:moveTo>
                  <a:pt x="1263141" y="1650"/>
                </a:moveTo>
                <a:lnTo>
                  <a:pt x="1222502" y="1650"/>
                </a:lnTo>
                <a:lnTo>
                  <a:pt x="1219835" y="2540"/>
                </a:lnTo>
                <a:lnTo>
                  <a:pt x="1219073" y="5969"/>
                </a:lnTo>
                <a:lnTo>
                  <a:pt x="1185037" y="65532"/>
                </a:lnTo>
                <a:lnTo>
                  <a:pt x="1229995" y="65532"/>
                </a:lnTo>
                <a:lnTo>
                  <a:pt x="1264919" y="5969"/>
                </a:lnTo>
                <a:lnTo>
                  <a:pt x="1265809" y="3428"/>
                </a:lnTo>
                <a:lnTo>
                  <a:pt x="1263141" y="1650"/>
                </a:lnTo>
                <a:close/>
              </a:path>
              <a:path w="1435100" h="225425">
                <a:moveTo>
                  <a:pt x="125094" y="2540"/>
                </a:moveTo>
                <a:lnTo>
                  <a:pt x="2666" y="2540"/>
                </a:lnTo>
                <a:lnTo>
                  <a:pt x="1777" y="3428"/>
                </a:lnTo>
                <a:lnTo>
                  <a:pt x="1777" y="5969"/>
                </a:lnTo>
                <a:lnTo>
                  <a:pt x="0" y="5969"/>
                </a:lnTo>
                <a:lnTo>
                  <a:pt x="0" y="220979"/>
                </a:lnTo>
                <a:lnTo>
                  <a:pt x="888" y="222631"/>
                </a:lnTo>
                <a:lnTo>
                  <a:pt x="126745" y="222631"/>
                </a:lnTo>
                <a:lnTo>
                  <a:pt x="127507" y="220979"/>
                </a:lnTo>
                <a:lnTo>
                  <a:pt x="127507" y="186944"/>
                </a:lnTo>
                <a:lnTo>
                  <a:pt x="126745" y="186182"/>
                </a:lnTo>
                <a:lnTo>
                  <a:pt x="45085" y="186182"/>
                </a:lnTo>
                <a:lnTo>
                  <a:pt x="43434" y="185293"/>
                </a:lnTo>
                <a:lnTo>
                  <a:pt x="43434" y="126619"/>
                </a:lnTo>
                <a:lnTo>
                  <a:pt x="45085" y="125857"/>
                </a:lnTo>
                <a:lnTo>
                  <a:pt x="113156" y="125857"/>
                </a:lnTo>
                <a:lnTo>
                  <a:pt x="114045" y="124841"/>
                </a:lnTo>
                <a:lnTo>
                  <a:pt x="114045" y="93599"/>
                </a:lnTo>
                <a:lnTo>
                  <a:pt x="113156" y="92583"/>
                </a:lnTo>
                <a:lnTo>
                  <a:pt x="45085" y="92583"/>
                </a:lnTo>
                <a:lnTo>
                  <a:pt x="43434" y="91821"/>
                </a:lnTo>
                <a:lnTo>
                  <a:pt x="43434" y="38226"/>
                </a:lnTo>
                <a:lnTo>
                  <a:pt x="45085" y="37465"/>
                </a:lnTo>
                <a:lnTo>
                  <a:pt x="124205" y="37465"/>
                </a:lnTo>
                <a:lnTo>
                  <a:pt x="125856" y="36449"/>
                </a:lnTo>
                <a:lnTo>
                  <a:pt x="125856" y="3428"/>
                </a:lnTo>
                <a:lnTo>
                  <a:pt x="125094" y="2540"/>
                </a:lnTo>
                <a:close/>
              </a:path>
              <a:path w="1435100" h="225425">
                <a:moveTo>
                  <a:pt x="806830" y="2540"/>
                </a:moveTo>
                <a:lnTo>
                  <a:pt x="747267" y="2540"/>
                </a:lnTo>
                <a:lnTo>
                  <a:pt x="746378" y="3428"/>
                </a:lnTo>
                <a:lnTo>
                  <a:pt x="746378" y="220979"/>
                </a:lnTo>
                <a:lnTo>
                  <a:pt x="747267" y="222631"/>
                </a:lnTo>
                <a:lnTo>
                  <a:pt x="783716" y="222631"/>
                </a:lnTo>
                <a:lnTo>
                  <a:pt x="784732" y="220979"/>
                </a:lnTo>
                <a:lnTo>
                  <a:pt x="784732" y="53467"/>
                </a:lnTo>
                <a:lnTo>
                  <a:pt x="826203" y="53467"/>
                </a:lnTo>
                <a:lnTo>
                  <a:pt x="809370" y="6731"/>
                </a:lnTo>
                <a:lnTo>
                  <a:pt x="807592" y="4191"/>
                </a:lnTo>
                <a:lnTo>
                  <a:pt x="806830" y="2540"/>
                </a:lnTo>
                <a:close/>
              </a:path>
              <a:path w="1435100" h="225425">
                <a:moveTo>
                  <a:pt x="826203" y="53467"/>
                </a:moveTo>
                <a:lnTo>
                  <a:pt x="788924" y="53467"/>
                </a:lnTo>
                <a:lnTo>
                  <a:pt x="788924" y="55245"/>
                </a:lnTo>
                <a:lnTo>
                  <a:pt x="790575" y="59436"/>
                </a:lnTo>
                <a:lnTo>
                  <a:pt x="849249" y="218440"/>
                </a:lnTo>
                <a:lnTo>
                  <a:pt x="850138" y="220979"/>
                </a:lnTo>
                <a:lnTo>
                  <a:pt x="851026" y="222631"/>
                </a:lnTo>
                <a:lnTo>
                  <a:pt x="907923" y="222631"/>
                </a:lnTo>
                <a:lnTo>
                  <a:pt x="908812" y="220979"/>
                </a:lnTo>
                <a:lnTo>
                  <a:pt x="908812" y="164973"/>
                </a:lnTo>
                <a:lnTo>
                  <a:pt x="866266" y="164973"/>
                </a:lnTo>
                <a:lnTo>
                  <a:pt x="864488" y="159766"/>
                </a:lnTo>
                <a:lnTo>
                  <a:pt x="826203" y="53467"/>
                </a:lnTo>
                <a:close/>
              </a:path>
              <a:path w="1435100" h="225425">
                <a:moveTo>
                  <a:pt x="907923" y="2540"/>
                </a:moveTo>
                <a:lnTo>
                  <a:pt x="871347" y="2540"/>
                </a:lnTo>
                <a:lnTo>
                  <a:pt x="870457" y="3428"/>
                </a:lnTo>
                <a:lnTo>
                  <a:pt x="870457" y="164973"/>
                </a:lnTo>
                <a:lnTo>
                  <a:pt x="908812" y="164973"/>
                </a:lnTo>
                <a:lnTo>
                  <a:pt x="908812" y="3428"/>
                </a:lnTo>
                <a:lnTo>
                  <a:pt x="907923" y="2540"/>
                </a:lnTo>
                <a:close/>
              </a:path>
              <a:path w="1435100" h="225425">
                <a:moveTo>
                  <a:pt x="1071117" y="2540"/>
                </a:moveTo>
                <a:lnTo>
                  <a:pt x="949578" y="2540"/>
                </a:lnTo>
                <a:lnTo>
                  <a:pt x="947927" y="3428"/>
                </a:lnTo>
                <a:lnTo>
                  <a:pt x="947927" y="220979"/>
                </a:lnTo>
                <a:lnTo>
                  <a:pt x="949578" y="222631"/>
                </a:lnTo>
                <a:lnTo>
                  <a:pt x="1074547" y="222631"/>
                </a:lnTo>
                <a:lnTo>
                  <a:pt x="1075309" y="220979"/>
                </a:lnTo>
                <a:lnTo>
                  <a:pt x="1075309" y="186944"/>
                </a:lnTo>
                <a:lnTo>
                  <a:pt x="1074547" y="186182"/>
                </a:lnTo>
                <a:lnTo>
                  <a:pt x="992886" y="186182"/>
                </a:lnTo>
                <a:lnTo>
                  <a:pt x="992124" y="185293"/>
                </a:lnTo>
                <a:lnTo>
                  <a:pt x="992124" y="126619"/>
                </a:lnTo>
                <a:lnTo>
                  <a:pt x="992886" y="125857"/>
                </a:lnTo>
                <a:lnTo>
                  <a:pt x="1060957" y="125857"/>
                </a:lnTo>
                <a:lnTo>
                  <a:pt x="1061719" y="124841"/>
                </a:lnTo>
                <a:lnTo>
                  <a:pt x="1061719" y="93599"/>
                </a:lnTo>
                <a:lnTo>
                  <a:pt x="1060957" y="92583"/>
                </a:lnTo>
                <a:lnTo>
                  <a:pt x="992886" y="92583"/>
                </a:lnTo>
                <a:lnTo>
                  <a:pt x="992124" y="91821"/>
                </a:lnTo>
                <a:lnTo>
                  <a:pt x="992124" y="38226"/>
                </a:lnTo>
                <a:lnTo>
                  <a:pt x="992886" y="37465"/>
                </a:lnTo>
                <a:lnTo>
                  <a:pt x="1071117" y="37465"/>
                </a:lnTo>
                <a:lnTo>
                  <a:pt x="1072768" y="36449"/>
                </a:lnTo>
                <a:lnTo>
                  <a:pt x="1072768" y="3428"/>
                </a:lnTo>
                <a:lnTo>
                  <a:pt x="1071117" y="2540"/>
                </a:lnTo>
                <a:close/>
              </a:path>
              <a:path w="1435100" h="225425">
                <a:moveTo>
                  <a:pt x="1381378" y="37465"/>
                </a:moveTo>
                <a:lnTo>
                  <a:pt x="1336293" y="37465"/>
                </a:lnTo>
                <a:lnTo>
                  <a:pt x="1337182" y="38226"/>
                </a:lnTo>
                <a:lnTo>
                  <a:pt x="1337182" y="39877"/>
                </a:lnTo>
                <a:lnTo>
                  <a:pt x="1338072" y="39877"/>
                </a:lnTo>
                <a:lnTo>
                  <a:pt x="1338072" y="220979"/>
                </a:lnTo>
                <a:lnTo>
                  <a:pt x="1338961" y="222631"/>
                </a:lnTo>
                <a:lnTo>
                  <a:pt x="1379601" y="222631"/>
                </a:lnTo>
                <a:lnTo>
                  <a:pt x="1380616" y="220979"/>
                </a:lnTo>
                <a:lnTo>
                  <a:pt x="1380616" y="38226"/>
                </a:lnTo>
                <a:lnTo>
                  <a:pt x="1381378" y="37465"/>
                </a:lnTo>
                <a:close/>
              </a:path>
              <a:path w="1435100" h="225425">
                <a:moveTo>
                  <a:pt x="1434084" y="2540"/>
                </a:moveTo>
                <a:lnTo>
                  <a:pt x="1283589" y="2540"/>
                </a:lnTo>
                <a:lnTo>
                  <a:pt x="1282827" y="3428"/>
                </a:lnTo>
                <a:lnTo>
                  <a:pt x="1282827" y="36449"/>
                </a:lnTo>
                <a:lnTo>
                  <a:pt x="1283589" y="37465"/>
                </a:lnTo>
                <a:lnTo>
                  <a:pt x="1433322" y="37465"/>
                </a:lnTo>
                <a:lnTo>
                  <a:pt x="1434973" y="36449"/>
                </a:lnTo>
                <a:lnTo>
                  <a:pt x="1434973" y="3428"/>
                </a:lnTo>
                <a:lnTo>
                  <a:pt x="1434084" y="2540"/>
                </a:lnTo>
                <a:close/>
              </a:path>
              <a:path w="1435100" h="225425">
                <a:moveTo>
                  <a:pt x="205866" y="2540"/>
                </a:moveTo>
                <a:lnTo>
                  <a:pt x="164973" y="2540"/>
                </a:lnTo>
                <a:lnTo>
                  <a:pt x="164211" y="3428"/>
                </a:lnTo>
                <a:lnTo>
                  <a:pt x="164211" y="172593"/>
                </a:lnTo>
                <a:lnTo>
                  <a:pt x="169003" y="195508"/>
                </a:lnTo>
                <a:lnTo>
                  <a:pt x="183499" y="211994"/>
                </a:lnTo>
                <a:lnTo>
                  <a:pt x="207877" y="221956"/>
                </a:lnTo>
                <a:lnTo>
                  <a:pt x="242315" y="225298"/>
                </a:lnTo>
                <a:lnTo>
                  <a:pt x="274375" y="221956"/>
                </a:lnTo>
                <a:lnTo>
                  <a:pt x="299338" y="211994"/>
                </a:lnTo>
                <a:lnTo>
                  <a:pt x="315539" y="195508"/>
                </a:lnTo>
                <a:lnTo>
                  <a:pt x="317024" y="189611"/>
                </a:lnTo>
                <a:lnTo>
                  <a:pt x="242315" y="189611"/>
                </a:lnTo>
                <a:lnTo>
                  <a:pt x="228863" y="188676"/>
                </a:lnTo>
                <a:lnTo>
                  <a:pt x="217471" y="184705"/>
                </a:lnTo>
                <a:lnTo>
                  <a:pt x="209579" y="175948"/>
                </a:lnTo>
                <a:lnTo>
                  <a:pt x="206628" y="160654"/>
                </a:lnTo>
                <a:lnTo>
                  <a:pt x="206628" y="3428"/>
                </a:lnTo>
                <a:lnTo>
                  <a:pt x="205866" y="2540"/>
                </a:lnTo>
                <a:close/>
              </a:path>
              <a:path w="1435100" h="225425">
                <a:moveTo>
                  <a:pt x="318897" y="2540"/>
                </a:moveTo>
                <a:lnTo>
                  <a:pt x="278891" y="2540"/>
                </a:lnTo>
                <a:lnTo>
                  <a:pt x="277240" y="3428"/>
                </a:lnTo>
                <a:lnTo>
                  <a:pt x="277240" y="159766"/>
                </a:lnTo>
                <a:lnTo>
                  <a:pt x="274534" y="175198"/>
                </a:lnTo>
                <a:lnTo>
                  <a:pt x="267112" y="184261"/>
                </a:lnTo>
                <a:lnTo>
                  <a:pt x="256024" y="188537"/>
                </a:lnTo>
                <a:lnTo>
                  <a:pt x="242315" y="189611"/>
                </a:lnTo>
                <a:lnTo>
                  <a:pt x="317024" y="189611"/>
                </a:lnTo>
                <a:lnTo>
                  <a:pt x="321310" y="172593"/>
                </a:lnTo>
                <a:lnTo>
                  <a:pt x="319659" y="5969"/>
                </a:lnTo>
                <a:lnTo>
                  <a:pt x="319659" y="3428"/>
                </a:lnTo>
                <a:lnTo>
                  <a:pt x="318897" y="2540"/>
                </a:lnTo>
                <a:close/>
              </a:path>
            </a:pathLst>
          </a:custGeom>
          <a:solidFill>
            <a:srgbClr val="0083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2879217" y="2549525"/>
            <a:ext cx="548640" cy="661035"/>
            <a:chOff x="2879217" y="2549525"/>
            <a:chExt cx="548640" cy="661035"/>
          </a:xfrm>
        </p:grpSpPr>
        <p:sp>
          <p:nvSpPr>
            <p:cNvPr id="30" name="object 30" descr=""/>
            <p:cNvSpPr/>
            <p:nvPr/>
          </p:nvSpPr>
          <p:spPr>
            <a:xfrm>
              <a:off x="2879217" y="2770581"/>
              <a:ext cx="60960" cy="173990"/>
            </a:xfrm>
            <a:custGeom>
              <a:avLst/>
              <a:gdLst/>
              <a:ahLst/>
              <a:cxnLst/>
              <a:rect l="l" t="t" r="r" b="b"/>
              <a:pathLst>
                <a:path w="60960" h="173989">
                  <a:moveTo>
                    <a:pt x="60341" y="0"/>
                  </a:moveTo>
                  <a:lnTo>
                    <a:pt x="0" y="0"/>
                  </a:lnTo>
                  <a:lnTo>
                    <a:pt x="0" y="173405"/>
                  </a:lnTo>
                  <a:lnTo>
                    <a:pt x="60341" y="173405"/>
                  </a:lnTo>
                  <a:lnTo>
                    <a:pt x="60341" y="0"/>
                  </a:lnTo>
                  <a:close/>
                </a:path>
              </a:pathLst>
            </a:custGeom>
            <a:solidFill>
              <a:srgbClr val="A0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879217" y="2944012"/>
              <a:ext cx="60960" cy="137160"/>
            </a:xfrm>
            <a:custGeom>
              <a:avLst/>
              <a:gdLst/>
              <a:ahLst/>
              <a:cxnLst/>
              <a:rect l="l" t="t" r="r" b="b"/>
              <a:pathLst>
                <a:path w="60960" h="137160">
                  <a:moveTo>
                    <a:pt x="60341" y="0"/>
                  </a:moveTo>
                  <a:lnTo>
                    <a:pt x="0" y="0"/>
                  </a:lnTo>
                  <a:lnTo>
                    <a:pt x="0" y="136880"/>
                  </a:lnTo>
                  <a:lnTo>
                    <a:pt x="60341" y="136880"/>
                  </a:lnTo>
                  <a:lnTo>
                    <a:pt x="60341" y="0"/>
                  </a:lnTo>
                  <a:close/>
                </a:path>
              </a:pathLst>
            </a:custGeom>
            <a:solidFill>
              <a:srgbClr val="41C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938653" y="2642247"/>
              <a:ext cx="61594" cy="191770"/>
            </a:xfrm>
            <a:custGeom>
              <a:avLst/>
              <a:gdLst/>
              <a:ahLst/>
              <a:cxnLst/>
              <a:rect l="l" t="t" r="r" b="b"/>
              <a:pathLst>
                <a:path w="61594" h="191769">
                  <a:moveTo>
                    <a:pt x="61262" y="0"/>
                  </a:moveTo>
                  <a:lnTo>
                    <a:pt x="0" y="0"/>
                  </a:lnTo>
                  <a:lnTo>
                    <a:pt x="0" y="191249"/>
                  </a:lnTo>
                  <a:lnTo>
                    <a:pt x="61262" y="191249"/>
                  </a:lnTo>
                  <a:lnTo>
                    <a:pt x="61262" y="0"/>
                  </a:lnTo>
                  <a:close/>
                </a:path>
              </a:pathLst>
            </a:custGeom>
            <a:solidFill>
              <a:srgbClr val="5BC5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938653" y="2833522"/>
              <a:ext cx="61594" cy="219710"/>
            </a:xfrm>
            <a:custGeom>
              <a:avLst/>
              <a:gdLst/>
              <a:ahLst/>
              <a:cxnLst/>
              <a:rect l="l" t="t" r="r" b="b"/>
              <a:pathLst>
                <a:path w="61594" h="219710">
                  <a:moveTo>
                    <a:pt x="61262" y="0"/>
                  </a:moveTo>
                  <a:lnTo>
                    <a:pt x="0" y="0"/>
                  </a:lnTo>
                  <a:lnTo>
                    <a:pt x="0" y="219303"/>
                  </a:lnTo>
                  <a:lnTo>
                    <a:pt x="61262" y="219303"/>
                  </a:lnTo>
                  <a:lnTo>
                    <a:pt x="61262" y="0"/>
                  </a:lnTo>
                  <a:close/>
                </a:path>
              </a:pathLst>
            </a:custGeom>
            <a:solidFill>
              <a:srgbClr val="009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999867" y="2674543"/>
              <a:ext cx="61594" cy="205740"/>
            </a:xfrm>
            <a:custGeom>
              <a:avLst/>
              <a:gdLst/>
              <a:ahLst/>
              <a:cxnLst/>
              <a:rect l="l" t="t" r="r" b="b"/>
              <a:pathLst>
                <a:path w="61594" h="205739">
                  <a:moveTo>
                    <a:pt x="61169" y="0"/>
                  </a:moveTo>
                  <a:lnTo>
                    <a:pt x="0" y="0"/>
                  </a:lnTo>
                  <a:lnTo>
                    <a:pt x="0" y="205689"/>
                  </a:lnTo>
                  <a:lnTo>
                    <a:pt x="61169" y="205689"/>
                  </a:lnTo>
                  <a:lnTo>
                    <a:pt x="61169" y="0"/>
                  </a:lnTo>
                  <a:close/>
                </a:path>
              </a:pathLst>
            </a:custGeom>
            <a:solidFill>
              <a:srgbClr val="4ABA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999867" y="2880309"/>
              <a:ext cx="61594" cy="241935"/>
            </a:xfrm>
            <a:custGeom>
              <a:avLst/>
              <a:gdLst/>
              <a:ahLst/>
              <a:cxnLst/>
              <a:rect l="l" t="t" r="r" b="b"/>
              <a:pathLst>
                <a:path w="61594" h="241935">
                  <a:moveTo>
                    <a:pt x="61169" y="0"/>
                  </a:moveTo>
                  <a:lnTo>
                    <a:pt x="0" y="0"/>
                  </a:lnTo>
                  <a:lnTo>
                    <a:pt x="0" y="241477"/>
                  </a:lnTo>
                  <a:lnTo>
                    <a:pt x="61169" y="241477"/>
                  </a:lnTo>
                  <a:lnTo>
                    <a:pt x="61169" y="0"/>
                  </a:lnTo>
                  <a:close/>
                </a:path>
              </a:pathLst>
            </a:custGeom>
            <a:solidFill>
              <a:srgbClr val="00A1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061081" y="2549525"/>
              <a:ext cx="92075" cy="220345"/>
            </a:xfrm>
            <a:custGeom>
              <a:avLst/>
              <a:gdLst/>
              <a:ahLst/>
              <a:cxnLst/>
              <a:rect l="l" t="t" r="r" b="b"/>
              <a:pathLst>
                <a:path w="92075" h="220344">
                  <a:moveTo>
                    <a:pt x="91800" y="0"/>
                  </a:moveTo>
                  <a:lnTo>
                    <a:pt x="0" y="0"/>
                  </a:lnTo>
                  <a:lnTo>
                    <a:pt x="0" y="220218"/>
                  </a:lnTo>
                  <a:lnTo>
                    <a:pt x="91800" y="220218"/>
                  </a:lnTo>
                  <a:lnTo>
                    <a:pt x="91800" y="0"/>
                  </a:lnTo>
                  <a:close/>
                </a:path>
              </a:pathLst>
            </a:custGeom>
            <a:solidFill>
              <a:srgbClr val="96D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061081" y="2769793"/>
              <a:ext cx="92075" cy="403225"/>
            </a:xfrm>
            <a:custGeom>
              <a:avLst/>
              <a:gdLst/>
              <a:ahLst/>
              <a:cxnLst/>
              <a:rect l="l" t="t" r="r" b="b"/>
              <a:pathLst>
                <a:path w="92075" h="403225">
                  <a:moveTo>
                    <a:pt x="91800" y="0"/>
                  </a:moveTo>
                  <a:lnTo>
                    <a:pt x="0" y="0"/>
                  </a:lnTo>
                  <a:lnTo>
                    <a:pt x="0" y="402920"/>
                  </a:lnTo>
                  <a:lnTo>
                    <a:pt x="91800" y="402920"/>
                  </a:lnTo>
                  <a:lnTo>
                    <a:pt x="91800" y="0"/>
                  </a:lnTo>
                  <a:close/>
                </a:path>
              </a:pathLst>
            </a:custGeom>
            <a:solidFill>
              <a:srgbClr val="008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152902" y="2658427"/>
              <a:ext cx="61594" cy="285115"/>
            </a:xfrm>
            <a:custGeom>
              <a:avLst/>
              <a:gdLst/>
              <a:ahLst/>
              <a:cxnLst/>
              <a:rect l="l" t="t" r="r" b="b"/>
              <a:pathLst>
                <a:path w="61594" h="285114">
                  <a:moveTo>
                    <a:pt x="61169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61169" y="284797"/>
                  </a:lnTo>
                  <a:lnTo>
                    <a:pt x="61169" y="0"/>
                  </a:lnTo>
                  <a:close/>
                </a:path>
              </a:pathLst>
            </a:custGeom>
            <a:solidFill>
              <a:srgbClr val="009B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152902" y="2943225"/>
              <a:ext cx="61594" cy="267335"/>
            </a:xfrm>
            <a:custGeom>
              <a:avLst/>
              <a:gdLst/>
              <a:ahLst/>
              <a:cxnLst/>
              <a:rect l="l" t="t" r="r" b="b"/>
              <a:pathLst>
                <a:path w="61594" h="267335">
                  <a:moveTo>
                    <a:pt x="61169" y="0"/>
                  </a:moveTo>
                  <a:lnTo>
                    <a:pt x="0" y="0"/>
                  </a:lnTo>
                  <a:lnTo>
                    <a:pt x="0" y="266953"/>
                  </a:lnTo>
                  <a:lnTo>
                    <a:pt x="61169" y="266953"/>
                  </a:lnTo>
                  <a:lnTo>
                    <a:pt x="61169" y="0"/>
                  </a:lnTo>
                  <a:close/>
                </a:path>
              </a:pathLst>
            </a:custGeom>
            <a:solidFill>
              <a:srgbClr val="0061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214116" y="2604007"/>
              <a:ext cx="92075" cy="252095"/>
            </a:xfrm>
            <a:custGeom>
              <a:avLst/>
              <a:gdLst/>
              <a:ahLst/>
              <a:cxnLst/>
              <a:rect l="l" t="t" r="r" b="b"/>
              <a:pathLst>
                <a:path w="92075" h="252094">
                  <a:moveTo>
                    <a:pt x="91893" y="0"/>
                  </a:moveTo>
                  <a:lnTo>
                    <a:pt x="0" y="0"/>
                  </a:lnTo>
                  <a:lnTo>
                    <a:pt x="0" y="251586"/>
                  </a:lnTo>
                  <a:lnTo>
                    <a:pt x="91893" y="251586"/>
                  </a:lnTo>
                  <a:lnTo>
                    <a:pt x="91893" y="0"/>
                  </a:lnTo>
                  <a:close/>
                </a:path>
              </a:pathLst>
            </a:custGeom>
            <a:solidFill>
              <a:srgbClr val="87B8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214116" y="2855645"/>
              <a:ext cx="92075" cy="274320"/>
            </a:xfrm>
            <a:custGeom>
              <a:avLst/>
              <a:gdLst/>
              <a:ahLst/>
              <a:cxnLst/>
              <a:rect l="l" t="t" r="r" b="b"/>
              <a:pathLst>
                <a:path w="92075" h="274319">
                  <a:moveTo>
                    <a:pt x="91893" y="0"/>
                  </a:moveTo>
                  <a:lnTo>
                    <a:pt x="0" y="0"/>
                  </a:lnTo>
                  <a:lnTo>
                    <a:pt x="0" y="273761"/>
                  </a:lnTo>
                  <a:lnTo>
                    <a:pt x="91893" y="273761"/>
                  </a:lnTo>
                  <a:lnTo>
                    <a:pt x="91893" y="0"/>
                  </a:lnTo>
                  <a:close/>
                </a:path>
              </a:pathLst>
            </a:custGeom>
            <a:solidFill>
              <a:srgbClr val="0078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05937" y="2730738"/>
              <a:ext cx="121555" cy="322976"/>
            </a:xfrm>
            <a:prstGeom prst="rect">
              <a:avLst/>
            </a:prstGeom>
          </p:spPr>
        </p:pic>
      </p:grpSp>
      <p:pic>
        <p:nvPicPr>
          <p:cNvPr id="43" name="object 4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806678" y="2631058"/>
            <a:ext cx="1563242" cy="498348"/>
          </a:xfrm>
          <a:prstGeom prst="rect">
            <a:avLst/>
          </a:prstGeom>
        </p:spPr>
      </p:pic>
      <p:grpSp>
        <p:nvGrpSpPr>
          <p:cNvPr id="44" name="object 44" descr=""/>
          <p:cNvGrpSpPr/>
          <p:nvPr/>
        </p:nvGrpSpPr>
        <p:grpSpPr>
          <a:xfrm>
            <a:off x="13976858" y="4584065"/>
            <a:ext cx="1065530" cy="171450"/>
            <a:chOff x="13976858" y="4584065"/>
            <a:chExt cx="1065530" cy="171450"/>
          </a:xfrm>
        </p:grpSpPr>
        <p:pic>
          <p:nvPicPr>
            <p:cNvPr id="45" name="object 4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976858" y="4586478"/>
              <a:ext cx="280415" cy="169037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4267181" y="4584064"/>
              <a:ext cx="775335" cy="170180"/>
            </a:xfrm>
            <a:custGeom>
              <a:avLst/>
              <a:gdLst/>
              <a:ahLst/>
              <a:cxnLst/>
              <a:rect l="l" t="t" r="r" b="b"/>
              <a:pathLst>
                <a:path w="775334" h="170179">
                  <a:moveTo>
                    <a:pt x="288925" y="108585"/>
                  </a:moveTo>
                  <a:lnTo>
                    <a:pt x="282448" y="108585"/>
                  </a:lnTo>
                  <a:lnTo>
                    <a:pt x="276250" y="136372"/>
                  </a:lnTo>
                  <a:lnTo>
                    <a:pt x="266141" y="152552"/>
                  </a:lnTo>
                  <a:lnTo>
                    <a:pt x="250532" y="160083"/>
                  </a:lnTo>
                  <a:lnTo>
                    <a:pt x="227838" y="161925"/>
                  </a:lnTo>
                  <a:lnTo>
                    <a:pt x="211582" y="161925"/>
                  </a:lnTo>
                  <a:lnTo>
                    <a:pt x="211582" y="89027"/>
                  </a:lnTo>
                  <a:lnTo>
                    <a:pt x="220980" y="89027"/>
                  </a:lnTo>
                  <a:lnTo>
                    <a:pt x="231686" y="91071"/>
                  </a:lnTo>
                  <a:lnTo>
                    <a:pt x="239915" y="96989"/>
                  </a:lnTo>
                  <a:lnTo>
                    <a:pt x="245783" y="107594"/>
                  </a:lnTo>
                  <a:lnTo>
                    <a:pt x="249428" y="123698"/>
                  </a:lnTo>
                  <a:lnTo>
                    <a:pt x="255016" y="123698"/>
                  </a:lnTo>
                  <a:lnTo>
                    <a:pt x="255016" y="48514"/>
                  </a:lnTo>
                  <a:lnTo>
                    <a:pt x="249428" y="48514"/>
                  </a:lnTo>
                  <a:lnTo>
                    <a:pt x="248793" y="53644"/>
                  </a:lnTo>
                  <a:lnTo>
                    <a:pt x="245364" y="64541"/>
                  </a:lnTo>
                  <a:lnTo>
                    <a:pt x="236778" y="75361"/>
                  </a:lnTo>
                  <a:lnTo>
                    <a:pt x="220091" y="80264"/>
                  </a:lnTo>
                  <a:lnTo>
                    <a:pt x="211582" y="80264"/>
                  </a:lnTo>
                  <a:lnTo>
                    <a:pt x="211582" y="12319"/>
                  </a:lnTo>
                  <a:lnTo>
                    <a:pt x="220853" y="12319"/>
                  </a:lnTo>
                  <a:lnTo>
                    <a:pt x="245872" y="13335"/>
                  </a:lnTo>
                  <a:lnTo>
                    <a:pt x="263461" y="19215"/>
                  </a:lnTo>
                  <a:lnTo>
                    <a:pt x="275145" y="34188"/>
                  </a:lnTo>
                  <a:lnTo>
                    <a:pt x="282448" y="62484"/>
                  </a:lnTo>
                  <a:lnTo>
                    <a:pt x="287274" y="62484"/>
                  </a:lnTo>
                  <a:lnTo>
                    <a:pt x="287274" y="4318"/>
                  </a:lnTo>
                  <a:lnTo>
                    <a:pt x="104394" y="4318"/>
                  </a:lnTo>
                  <a:lnTo>
                    <a:pt x="104394" y="12319"/>
                  </a:lnTo>
                  <a:lnTo>
                    <a:pt x="115379" y="12585"/>
                  </a:lnTo>
                  <a:lnTo>
                    <a:pt x="122682" y="14097"/>
                  </a:lnTo>
                  <a:lnTo>
                    <a:pt x="128930" y="18008"/>
                  </a:lnTo>
                  <a:lnTo>
                    <a:pt x="131953" y="25400"/>
                  </a:lnTo>
                  <a:lnTo>
                    <a:pt x="131953" y="120523"/>
                  </a:lnTo>
                  <a:lnTo>
                    <a:pt x="46355" y="4318"/>
                  </a:lnTo>
                  <a:lnTo>
                    <a:pt x="0" y="4318"/>
                  </a:lnTo>
                  <a:lnTo>
                    <a:pt x="0" y="12319"/>
                  </a:lnTo>
                  <a:lnTo>
                    <a:pt x="7620" y="12319"/>
                  </a:lnTo>
                  <a:lnTo>
                    <a:pt x="14922" y="12585"/>
                  </a:lnTo>
                  <a:lnTo>
                    <a:pt x="22136" y="14097"/>
                  </a:lnTo>
                  <a:lnTo>
                    <a:pt x="27813" y="18008"/>
                  </a:lnTo>
                  <a:lnTo>
                    <a:pt x="30480" y="25400"/>
                  </a:lnTo>
                  <a:lnTo>
                    <a:pt x="30480" y="147574"/>
                  </a:lnTo>
                  <a:lnTo>
                    <a:pt x="27330" y="155155"/>
                  </a:lnTo>
                  <a:lnTo>
                    <a:pt x="19786" y="160185"/>
                  </a:lnTo>
                  <a:lnTo>
                    <a:pt x="10706" y="162979"/>
                  </a:lnTo>
                  <a:lnTo>
                    <a:pt x="2921" y="163830"/>
                  </a:lnTo>
                  <a:lnTo>
                    <a:pt x="2921" y="169799"/>
                  </a:lnTo>
                  <a:lnTo>
                    <a:pt x="65786" y="169799"/>
                  </a:lnTo>
                  <a:lnTo>
                    <a:pt x="65786" y="163830"/>
                  </a:lnTo>
                  <a:lnTo>
                    <a:pt x="57988" y="162979"/>
                  </a:lnTo>
                  <a:lnTo>
                    <a:pt x="48907" y="160185"/>
                  </a:lnTo>
                  <a:lnTo>
                    <a:pt x="41363" y="155155"/>
                  </a:lnTo>
                  <a:lnTo>
                    <a:pt x="38227" y="147574"/>
                  </a:lnTo>
                  <a:lnTo>
                    <a:pt x="38608" y="39751"/>
                  </a:lnTo>
                  <a:lnTo>
                    <a:pt x="136652" y="169799"/>
                  </a:lnTo>
                  <a:lnTo>
                    <a:pt x="140208" y="169799"/>
                  </a:lnTo>
                  <a:lnTo>
                    <a:pt x="140208" y="25400"/>
                  </a:lnTo>
                  <a:lnTo>
                    <a:pt x="143103" y="18008"/>
                  </a:lnTo>
                  <a:lnTo>
                    <a:pt x="149237" y="14097"/>
                  </a:lnTo>
                  <a:lnTo>
                    <a:pt x="156438" y="12585"/>
                  </a:lnTo>
                  <a:lnTo>
                    <a:pt x="162560" y="12319"/>
                  </a:lnTo>
                  <a:lnTo>
                    <a:pt x="183642" y="12319"/>
                  </a:lnTo>
                  <a:lnTo>
                    <a:pt x="183642" y="161925"/>
                  </a:lnTo>
                  <a:lnTo>
                    <a:pt x="159893" y="161925"/>
                  </a:lnTo>
                  <a:lnTo>
                    <a:pt x="159893" y="169799"/>
                  </a:lnTo>
                  <a:lnTo>
                    <a:pt x="288925" y="169799"/>
                  </a:lnTo>
                  <a:lnTo>
                    <a:pt x="288925" y="108585"/>
                  </a:lnTo>
                  <a:close/>
                </a:path>
                <a:path w="775334" h="170179">
                  <a:moveTo>
                    <a:pt x="694055" y="108585"/>
                  </a:moveTo>
                  <a:lnTo>
                    <a:pt x="687705" y="108585"/>
                  </a:lnTo>
                  <a:lnTo>
                    <a:pt x="681380" y="136372"/>
                  </a:lnTo>
                  <a:lnTo>
                    <a:pt x="671156" y="152552"/>
                  </a:lnTo>
                  <a:lnTo>
                    <a:pt x="655548" y="160083"/>
                  </a:lnTo>
                  <a:lnTo>
                    <a:pt x="633095" y="161925"/>
                  </a:lnTo>
                  <a:lnTo>
                    <a:pt x="630936" y="161925"/>
                  </a:lnTo>
                  <a:lnTo>
                    <a:pt x="630936" y="12319"/>
                  </a:lnTo>
                  <a:lnTo>
                    <a:pt x="653288" y="12319"/>
                  </a:lnTo>
                  <a:lnTo>
                    <a:pt x="653288" y="4318"/>
                  </a:lnTo>
                  <a:lnTo>
                    <a:pt x="578866" y="4318"/>
                  </a:lnTo>
                  <a:lnTo>
                    <a:pt x="578866" y="12319"/>
                  </a:lnTo>
                  <a:lnTo>
                    <a:pt x="601599" y="12319"/>
                  </a:lnTo>
                  <a:lnTo>
                    <a:pt x="601599" y="161925"/>
                  </a:lnTo>
                  <a:lnTo>
                    <a:pt x="583565" y="161925"/>
                  </a:lnTo>
                  <a:lnTo>
                    <a:pt x="565607" y="117729"/>
                  </a:lnTo>
                  <a:lnTo>
                    <a:pt x="562508" y="110109"/>
                  </a:lnTo>
                  <a:lnTo>
                    <a:pt x="533463" y="38608"/>
                  </a:lnTo>
                  <a:lnTo>
                    <a:pt x="532384" y="35953"/>
                  </a:lnTo>
                  <a:lnTo>
                    <a:pt x="532384" y="110109"/>
                  </a:lnTo>
                  <a:lnTo>
                    <a:pt x="479044" y="110109"/>
                  </a:lnTo>
                  <a:lnTo>
                    <a:pt x="504825" y="38608"/>
                  </a:lnTo>
                  <a:lnTo>
                    <a:pt x="532384" y="110109"/>
                  </a:lnTo>
                  <a:lnTo>
                    <a:pt x="532384" y="35953"/>
                  </a:lnTo>
                  <a:lnTo>
                    <a:pt x="517779" y="0"/>
                  </a:lnTo>
                  <a:lnTo>
                    <a:pt x="507873" y="0"/>
                  </a:lnTo>
                  <a:lnTo>
                    <a:pt x="499389" y="23114"/>
                  </a:lnTo>
                  <a:lnTo>
                    <a:pt x="461810" y="124091"/>
                  </a:lnTo>
                  <a:lnTo>
                    <a:pt x="453263" y="147193"/>
                  </a:lnTo>
                  <a:lnTo>
                    <a:pt x="448818" y="159893"/>
                  </a:lnTo>
                  <a:lnTo>
                    <a:pt x="439178" y="161544"/>
                  </a:lnTo>
                  <a:lnTo>
                    <a:pt x="431419" y="161544"/>
                  </a:lnTo>
                  <a:lnTo>
                    <a:pt x="432168" y="157873"/>
                  </a:lnTo>
                  <a:lnTo>
                    <a:pt x="432181" y="128016"/>
                  </a:lnTo>
                  <a:lnTo>
                    <a:pt x="432028" y="124091"/>
                  </a:lnTo>
                  <a:lnTo>
                    <a:pt x="431914" y="120942"/>
                  </a:lnTo>
                  <a:lnTo>
                    <a:pt x="430720" y="112102"/>
                  </a:lnTo>
                  <a:lnTo>
                    <a:pt x="398145" y="86233"/>
                  </a:lnTo>
                  <a:lnTo>
                    <a:pt x="404469" y="84455"/>
                  </a:lnTo>
                  <a:lnTo>
                    <a:pt x="410641" y="81534"/>
                  </a:lnTo>
                  <a:lnTo>
                    <a:pt x="418401" y="77876"/>
                  </a:lnTo>
                  <a:lnTo>
                    <a:pt x="432320" y="64643"/>
                  </a:lnTo>
                  <a:lnTo>
                    <a:pt x="438658" y="42926"/>
                  </a:lnTo>
                  <a:lnTo>
                    <a:pt x="435267" y="26517"/>
                  </a:lnTo>
                  <a:lnTo>
                    <a:pt x="425462" y="14719"/>
                  </a:lnTo>
                  <a:lnTo>
                    <a:pt x="409778" y="7378"/>
                  </a:lnTo>
                  <a:lnTo>
                    <a:pt x="409448" y="7340"/>
                  </a:lnTo>
                  <a:lnTo>
                    <a:pt x="409448" y="46101"/>
                  </a:lnTo>
                  <a:lnTo>
                    <a:pt x="407873" y="59194"/>
                  </a:lnTo>
                  <a:lnTo>
                    <a:pt x="402717" y="70535"/>
                  </a:lnTo>
                  <a:lnTo>
                    <a:pt x="393255" y="78524"/>
                  </a:lnTo>
                  <a:lnTo>
                    <a:pt x="378841" y="81534"/>
                  </a:lnTo>
                  <a:lnTo>
                    <a:pt x="350012" y="81534"/>
                  </a:lnTo>
                  <a:lnTo>
                    <a:pt x="350012" y="12319"/>
                  </a:lnTo>
                  <a:lnTo>
                    <a:pt x="386969" y="12319"/>
                  </a:lnTo>
                  <a:lnTo>
                    <a:pt x="399580" y="17894"/>
                  </a:lnTo>
                  <a:lnTo>
                    <a:pt x="406298" y="27597"/>
                  </a:lnTo>
                  <a:lnTo>
                    <a:pt x="408965" y="38112"/>
                  </a:lnTo>
                  <a:lnTo>
                    <a:pt x="409448" y="46101"/>
                  </a:lnTo>
                  <a:lnTo>
                    <a:pt x="409448" y="7340"/>
                  </a:lnTo>
                  <a:lnTo>
                    <a:pt x="388747" y="4318"/>
                  </a:lnTo>
                  <a:lnTo>
                    <a:pt x="299339" y="4318"/>
                  </a:lnTo>
                  <a:lnTo>
                    <a:pt x="299339" y="12319"/>
                  </a:lnTo>
                  <a:lnTo>
                    <a:pt x="322072" y="12319"/>
                  </a:lnTo>
                  <a:lnTo>
                    <a:pt x="322072" y="161925"/>
                  </a:lnTo>
                  <a:lnTo>
                    <a:pt x="299339" y="161925"/>
                  </a:lnTo>
                  <a:lnTo>
                    <a:pt x="299339" y="169799"/>
                  </a:lnTo>
                  <a:lnTo>
                    <a:pt x="372364" y="169799"/>
                  </a:lnTo>
                  <a:lnTo>
                    <a:pt x="372364" y="161925"/>
                  </a:lnTo>
                  <a:lnTo>
                    <a:pt x="349631" y="161925"/>
                  </a:lnTo>
                  <a:lnTo>
                    <a:pt x="349631" y="89916"/>
                  </a:lnTo>
                  <a:lnTo>
                    <a:pt x="380111" y="89916"/>
                  </a:lnTo>
                  <a:lnTo>
                    <a:pt x="402120" y="104063"/>
                  </a:lnTo>
                  <a:lnTo>
                    <a:pt x="404114" y="131343"/>
                  </a:lnTo>
                  <a:lnTo>
                    <a:pt x="409143" y="157873"/>
                  </a:lnTo>
                  <a:lnTo>
                    <a:pt x="440309" y="169799"/>
                  </a:lnTo>
                  <a:lnTo>
                    <a:pt x="483743" y="169799"/>
                  </a:lnTo>
                  <a:lnTo>
                    <a:pt x="483743" y="161925"/>
                  </a:lnTo>
                  <a:lnTo>
                    <a:pt x="479044" y="161925"/>
                  </a:lnTo>
                  <a:lnTo>
                    <a:pt x="465201" y="161544"/>
                  </a:lnTo>
                  <a:lnTo>
                    <a:pt x="464489" y="152552"/>
                  </a:lnTo>
                  <a:lnTo>
                    <a:pt x="464439" y="151892"/>
                  </a:lnTo>
                  <a:lnTo>
                    <a:pt x="465670" y="143395"/>
                  </a:lnTo>
                  <a:lnTo>
                    <a:pt x="469239" y="132003"/>
                  </a:lnTo>
                  <a:lnTo>
                    <a:pt x="472986" y="122021"/>
                  </a:lnTo>
                  <a:lnTo>
                    <a:pt x="474726" y="117729"/>
                  </a:lnTo>
                  <a:lnTo>
                    <a:pt x="534162" y="117729"/>
                  </a:lnTo>
                  <a:lnTo>
                    <a:pt x="543433" y="139827"/>
                  </a:lnTo>
                  <a:lnTo>
                    <a:pt x="549910" y="155028"/>
                  </a:lnTo>
                  <a:lnTo>
                    <a:pt x="553085" y="161925"/>
                  </a:lnTo>
                  <a:lnTo>
                    <a:pt x="532384" y="161925"/>
                  </a:lnTo>
                  <a:lnTo>
                    <a:pt x="532384" y="169799"/>
                  </a:lnTo>
                  <a:lnTo>
                    <a:pt x="694055" y="169799"/>
                  </a:lnTo>
                  <a:lnTo>
                    <a:pt x="694055" y="108585"/>
                  </a:lnTo>
                  <a:close/>
                </a:path>
                <a:path w="775334" h="170179">
                  <a:moveTo>
                    <a:pt x="774954" y="4445"/>
                  </a:moveTo>
                  <a:lnTo>
                    <a:pt x="702310" y="4445"/>
                  </a:lnTo>
                  <a:lnTo>
                    <a:pt x="702310" y="12065"/>
                  </a:lnTo>
                  <a:lnTo>
                    <a:pt x="725043" y="12065"/>
                  </a:lnTo>
                  <a:lnTo>
                    <a:pt x="725043" y="161925"/>
                  </a:lnTo>
                  <a:lnTo>
                    <a:pt x="702310" y="161925"/>
                  </a:lnTo>
                  <a:lnTo>
                    <a:pt x="702310" y="169545"/>
                  </a:lnTo>
                  <a:lnTo>
                    <a:pt x="774954" y="169545"/>
                  </a:lnTo>
                  <a:lnTo>
                    <a:pt x="774954" y="161925"/>
                  </a:lnTo>
                  <a:lnTo>
                    <a:pt x="752221" y="161925"/>
                  </a:lnTo>
                  <a:lnTo>
                    <a:pt x="752221" y="12065"/>
                  </a:lnTo>
                  <a:lnTo>
                    <a:pt x="774954" y="12065"/>
                  </a:lnTo>
                  <a:lnTo>
                    <a:pt x="774954" y="4445"/>
                  </a:lnTo>
                  <a:close/>
                </a:path>
              </a:pathLst>
            </a:custGeom>
            <a:solidFill>
              <a:srgbClr val="C51F1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" name="object 4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977238" y="3955796"/>
            <a:ext cx="1067053" cy="581660"/>
          </a:xfrm>
          <a:prstGeom prst="rect">
            <a:avLst/>
          </a:prstGeom>
        </p:spPr>
      </p:pic>
      <p:sp>
        <p:nvSpPr>
          <p:cNvPr id="48" name="object 48" descr=""/>
          <p:cNvSpPr/>
          <p:nvPr/>
        </p:nvSpPr>
        <p:spPr>
          <a:xfrm>
            <a:off x="4035678" y="5707379"/>
            <a:ext cx="147320" cy="362585"/>
          </a:xfrm>
          <a:custGeom>
            <a:avLst/>
            <a:gdLst/>
            <a:ahLst/>
            <a:cxnLst/>
            <a:rect l="l" t="t" r="r" b="b"/>
            <a:pathLst>
              <a:path w="147320" h="362585">
                <a:moveTo>
                  <a:pt x="145287" y="0"/>
                </a:moveTo>
                <a:lnTo>
                  <a:pt x="0" y="0"/>
                </a:lnTo>
                <a:lnTo>
                  <a:pt x="0" y="14605"/>
                </a:lnTo>
                <a:lnTo>
                  <a:pt x="9398" y="14605"/>
                </a:lnTo>
                <a:lnTo>
                  <a:pt x="9398" y="15367"/>
                </a:lnTo>
                <a:lnTo>
                  <a:pt x="9906" y="15367"/>
                </a:lnTo>
                <a:lnTo>
                  <a:pt x="18065" y="16065"/>
                </a:lnTo>
                <a:lnTo>
                  <a:pt x="42033" y="49516"/>
                </a:lnTo>
                <a:lnTo>
                  <a:pt x="42418" y="62484"/>
                </a:lnTo>
                <a:lnTo>
                  <a:pt x="42418" y="300863"/>
                </a:lnTo>
                <a:lnTo>
                  <a:pt x="41126" y="321867"/>
                </a:lnTo>
                <a:lnTo>
                  <a:pt x="35798" y="336502"/>
                </a:lnTo>
                <a:lnTo>
                  <a:pt x="24255" y="345064"/>
                </a:lnTo>
                <a:lnTo>
                  <a:pt x="4318" y="347853"/>
                </a:lnTo>
                <a:lnTo>
                  <a:pt x="0" y="347853"/>
                </a:lnTo>
                <a:lnTo>
                  <a:pt x="0" y="362585"/>
                </a:lnTo>
                <a:lnTo>
                  <a:pt x="147193" y="362585"/>
                </a:lnTo>
                <a:lnTo>
                  <a:pt x="147193" y="347853"/>
                </a:lnTo>
                <a:lnTo>
                  <a:pt x="142112" y="347853"/>
                </a:lnTo>
                <a:lnTo>
                  <a:pt x="122785" y="345064"/>
                </a:lnTo>
                <a:lnTo>
                  <a:pt x="111220" y="336502"/>
                </a:lnTo>
                <a:lnTo>
                  <a:pt x="105608" y="321867"/>
                </a:lnTo>
                <a:lnTo>
                  <a:pt x="104140" y="300863"/>
                </a:lnTo>
                <a:lnTo>
                  <a:pt x="104140" y="62484"/>
                </a:lnTo>
                <a:lnTo>
                  <a:pt x="112268" y="24637"/>
                </a:lnTo>
                <a:lnTo>
                  <a:pt x="137160" y="15367"/>
                </a:lnTo>
                <a:lnTo>
                  <a:pt x="145287" y="15367"/>
                </a:lnTo>
                <a:lnTo>
                  <a:pt x="145287" y="0"/>
                </a:lnTo>
                <a:close/>
              </a:path>
            </a:pathLst>
          </a:custGeom>
          <a:solidFill>
            <a:srgbClr val="0038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4235196" y="5700394"/>
            <a:ext cx="697865" cy="379730"/>
          </a:xfrm>
          <a:custGeom>
            <a:avLst/>
            <a:gdLst/>
            <a:ahLst/>
            <a:cxnLst/>
            <a:rect l="l" t="t" r="r" b="b"/>
            <a:pathLst>
              <a:path w="697864" h="379729">
                <a:moveTo>
                  <a:pt x="343027" y="6096"/>
                </a:moveTo>
                <a:lnTo>
                  <a:pt x="240665" y="6096"/>
                </a:lnTo>
                <a:lnTo>
                  <a:pt x="240665" y="21590"/>
                </a:lnTo>
                <a:lnTo>
                  <a:pt x="265493" y="26873"/>
                </a:lnTo>
                <a:lnTo>
                  <a:pt x="276326" y="44640"/>
                </a:lnTo>
                <a:lnTo>
                  <a:pt x="278752" y="73113"/>
                </a:lnTo>
                <a:lnTo>
                  <a:pt x="278765" y="233680"/>
                </a:lnTo>
                <a:lnTo>
                  <a:pt x="281813" y="247650"/>
                </a:lnTo>
                <a:lnTo>
                  <a:pt x="154952" y="81026"/>
                </a:lnTo>
                <a:lnTo>
                  <a:pt x="97917" y="6096"/>
                </a:lnTo>
                <a:lnTo>
                  <a:pt x="0" y="6096"/>
                </a:lnTo>
                <a:lnTo>
                  <a:pt x="0" y="20066"/>
                </a:lnTo>
                <a:lnTo>
                  <a:pt x="20332" y="23888"/>
                </a:lnTo>
                <a:lnTo>
                  <a:pt x="33312" y="35013"/>
                </a:lnTo>
                <a:lnTo>
                  <a:pt x="40093" y="52920"/>
                </a:lnTo>
                <a:lnTo>
                  <a:pt x="41783" y="77089"/>
                </a:lnTo>
                <a:lnTo>
                  <a:pt x="41783" y="276987"/>
                </a:lnTo>
                <a:lnTo>
                  <a:pt x="40373" y="318935"/>
                </a:lnTo>
                <a:lnTo>
                  <a:pt x="34696" y="342112"/>
                </a:lnTo>
                <a:lnTo>
                  <a:pt x="22593" y="352005"/>
                </a:lnTo>
                <a:lnTo>
                  <a:pt x="1905" y="354076"/>
                </a:lnTo>
                <a:lnTo>
                  <a:pt x="1905" y="368808"/>
                </a:lnTo>
                <a:lnTo>
                  <a:pt x="109220" y="368808"/>
                </a:lnTo>
                <a:lnTo>
                  <a:pt x="109220" y="354076"/>
                </a:lnTo>
                <a:lnTo>
                  <a:pt x="88633" y="352005"/>
                </a:lnTo>
                <a:lnTo>
                  <a:pt x="88480" y="352005"/>
                </a:lnTo>
                <a:lnTo>
                  <a:pt x="76390" y="342442"/>
                </a:lnTo>
                <a:lnTo>
                  <a:pt x="70891" y="320598"/>
                </a:lnTo>
                <a:lnTo>
                  <a:pt x="69850" y="281559"/>
                </a:lnTo>
                <a:lnTo>
                  <a:pt x="69850" y="95631"/>
                </a:lnTo>
                <a:lnTo>
                  <a:pt x="66675" y="81026"/>
                </a:lnTo>
                <a:lnTo>
                  <a:pt x="287528" y="368808"/>
                </a:lnTo>
                <a:lnTo>
                  <a:pt x="301879" y="368808"/>
                </a:lnTo>
                <a:lnTo>
                  <a:pt x="301879" y="247650"/>
                </a:lnTo>
                <a:lnTo>
                  <a:pt x="301879" y="114935"/>
                </a:lnTo>
                <a:lnTo>
                  <a:pt x="302336" y="73113"/>
                </a:lnTo>
                <a:lnTo>
                  <a:pt x="317271" y="25895"/>
                </a:lnTo>
                <a:lnTo>
                  <a:pt x="343027" y="20066"/>
                </a:lnTo>
                <a:lnTo>
                  <a:pt x="343027" y="6096"/>
                </a:lnTo>
                <a:close/>
              </a:path>
              <a:path w="697864" h="379729">
                <a:moveTo>
                  <a:pt x="697865" y="182753"/>
                </a:moveTo>
                <a:lnTo>
                  <a:pt x="569976" y="182753"/>
                </a:lnTo>
                <a:lnTo>
                  <a:pt x="569976" y="197485"/>
                </a:lnTo>
                <a:lnTo>
                  <a:pt x="574294" y="197485"/>
                </a:lnTo>
                <a:lnTo>
                  <a:pt x="591858" y="199656"/>
                </a:lnTo>
                <a:lnTo>
                  <a:pt x="609219" y="239141"/>
                </a:lnTo>
                <a:lnTo>
                  <a:pt x="609219" y="327914"/>
                </a:lnTo>
                <a:lnTo>
                  <a:pt x="565543" y="350672"/>
                </a:lnTo>
                <a:lnTo>
                  <a:pt x="551180" y="351790"/>
                </a:lnTo>
                <a:lnTo>
                  <a:pt x="529513" y="349123"/>
                </a:lnTo>
                <a:lnTo>
                  <a:pt x="491045" y="329031"/>
                </a:lnTo>
                <a:lnTo>
                  <a:pt x="459016" y="287972"/>
                </a:lnTo>
                <a:lnTo>
                  <a:pt x="441248" y="226910"/>
                </a:lnTo>
                <a:lnTo>
                  <a:pt x="439039" y="192024"/>
                </a:lnTo>
                <a:lnTo>
                  <a:pt x="441223" y="154381"/>
                </a:lnTo>
                <a:lnTo>
                  <a:pt x="458482" y="90944"/>
                </a:lnTo>
                <a:lnTo>
                  <a:pt x="488365" y="51130"/>
                </a:lnTo>
                <a:lnTo>
                  <a:pt x="524116" y="33794"/>
                </a:lnTo>
                <a:lnTo>
                  <a:pt x="544449" y="31623"/>
                </a:lnTo>
                <a:lnTo>
                  <a:pt x="563638" y="34099"/>
                </a:lnTo>
                <a:lnTo>
                  <a:pt x="601840" y="51447"/>
                </a:lnTo>
                <a:lnTo>
                  <a:pt x="637755" y="90538"/>
                </a:lnTo>
                <a:lnTo>
                  <a:pt x="650494" y="126492"/>
                </a:lnTo>
                <a:lnTo>
                  <a:pt x="661670" y="126492"/>
                </a:lnTo>
                <a:lnTo>
                  <a:pt x="652907" y="0"/>
                </a:lnTo>
                <a:lnTo>
                  <a:pt x="641096" y="0"/>
                </a:lnTo>
                <a:lnTo>
                  <a:pt x="640461" y="4572"/>
                </a:lnTo>
                <a:lnTo>
                  <a:pt x="639826" y="12319"/>
                </a:lnTo>
                <a:lnTo>
                  <a:pt x="637286" y="23876"/>
                </a:lnTo>
                <a:lnTo>
                  <a:pt x="629285" y="23876"/>
                </a:lnTo>
                <a:lnTo>
                  <a:pt x="624205" y="23114"/>
                </a:lnTo>
                <a:lnTo>
                  <a:pt x="619252" y="20066"/>
                </a:lnTo>
                <a:lnTo>
                  <a:pt x="600913" y="11861"/>
                </a:lnTo>
                <a:lnTo>
                  <a:pt x="581215" y="5803"/>
                </a:lnTo>
                <a:lnTo>
                  <a:pt x="561022" y="2057"/>
                </a:lnTo>
                <a:lnTo>
                  <a:pt x="541274" y="762"/>
                </a:lnTo>
                <a:lnTo>
                  <a:pt x="506006" y="4864"/>
                </a:lnTo>
                <a:lnTo>
                  <a:pt x="442734" y="35915"/>
                </a:lnTo>
                <a:lnTo>
                  <a:pt x="397522" y="91198"/>
                </a:lnTo>
                <a:lnTo>
                  <a:pt x="375119" y="161493"/>
                </a:lnTo>
                <a:lnTo>
                  <a:pt x="372237" y="200533"/>
                </a:lnTo>
                <a:lnTo>
                  <a:pt x="375297" y="237147"/>
                </a:lnTo>
                <a:lnTo>
                  <a:pt x="400202" y="301142"/>
                </a:lnTo>
                <a:lnTo>
                  <a:pt x="447687" y="351269"/>
                </a:lnTo>
                <a:lnTo>
                  <a:pt x="508800" y="376529"/>
                </a:lnTo>
                <a:lnTo>
                  <a:pt x="546862" y="379603"/>
                </a:lnTo>
                <a:lnTo>
                  <a:pt x="577265" y="377888"/>
                </a:lnTo>
                <a:lnTo>
                  <a:pt x="603859" y="372275"/>
                </a:lnTo>
                <a:lnTo>
                  <a:pt x="629386" y="362038"/>
                </a:lnTo>
                <a:lnTo>
                  <a:pt x="656590" y="346456"/>
                </a:lnTo>
                <a:lnTo>
                  <a:pt x="663575" y="340995"/>
                </a:lnTo>
                <a:lnTo>
                  <a:pt x="663575" y="245999"/>
                </a:lnTo>
                <a:lnTo>
                  <a:pt x="664654" y="221653"/>
                </a:lnTo>
                <a:lnTo>
                  <a:pt x="668997" y="207035"/>
                </a:lnTo>
                <a:lnTo>
                  <a:pt x="678243" y="199771"/>
                </a:lnTo>
                <a:lnTo>
                  <a:pt x="694055" y="197485"/>
                </a:lnTo>
                <a:lnTo>
                  <a:pt x="697865" y="197485"/>
                </a:lnTo>
                <a:lnTo>
                  <a:pt x="697865" y="182753"/>
                </a:lnTo>
                <a:close/>
              </a:path>
            </a:pathLst>
          </a:custGeom>
          <a:solidFill>
            <a:srgbClr val="00387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94622" y="5581650"/>
            <a:ext cx="605061" cy="485901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253353" y="5691885"/>
            <a:ext cx="3628136" cy="277749"/>
          </a:xfrm>
          <a:prstGeom prst="rect">
            <a:avLst/>
          </a:prstGeom>
        </p:spPr>
      </p:pic>
      <p:grpSp>
        <p:nvGrpSpPr>
          <p:cNvPr id="52" name="object 52" descr=""/>
          <p:cNvGrpSpPr/>
          <p:nvPr/>
        </p:nvGrpSpPr>
        <p:grpSpPr>
          <a:xfrm>
            <a:off x="1379474" y="6990588"/>
            <a:ext cx="1739264" cy="576580"/>
            <a:chOff x="1379474" y="6990588"/>
            <a:chExt cx="1739264" cy="576580"/>
          </a:xfrm>
        </p:grpSpPr>
        <p:sp>
          <p:nvSpPr>
            <p:cNvPr id="53" name="object 53" descr=""/>
            <p:cNvSpPr/>
            <p:nvPr/>
          </p:nvSpPr>
          <p:spPr>
            <a:xfrm>
              <a:off x="1379474" y="7212837"/>
              <a:ext cx="1104265" cy="354330"/>
            </a:xfrm>
            <a:custGeom>
              <a:avLst/>
              <a:gdLst/>
              <a:ahLst/>
              <a:cxnLst/>
              <a:rect l="l" t="t" r="r" b="b"/>
              <a:pathLst>
                <a:path w="1104264" h="354329">
                  <a:moveTo>
                    <a:pt x="323850" y="202057"/>
                  </a:moveTo>
                  <a:lnTo>
                    <a:pt x="317563" y="151612"/>
                  </a:lnTo>
                  <a:lnTo>
                    <a:pt x="300990" y="118148"/>
                  </a:lnTo>
                  <a:lnTo>
                    <a:pt x="277558" y="99580"/>
                  </a:lnTo>
                  <a:lnTo>
                    <a:pt x="250698" y="93853"/>
                  </a:lnTo>
                  <a:lnTo>
                    <a:pt x="238137" y="94894"/>
                  </a:lnTo>
                  <a:lnTo>
                    <a:pt x="199529" y="114871"/>
                  </a:lnTo>
                  <a:lnTo>
                    <a:pt x="180086" y="140462"/>
                  </a:lnTo>
                  <a:lnTo>
                    <a:pt x="178943" y="140462"/>
                  </a:lnTo>
                  <a:lnTo>
                    <a:pt x="169519" y="121399"/>
                  </a:lnTo>
                  <a:lnTo>
                    <a:pt x="155930" y="106680"/>
                  </a:lnTo>
                  <a:lnTo>
                    <a:pt x="138696" y="97218"/>
                  </a:lnTo>
                  <a:lnTo>
                    <a:pt x="118364" y="93853"/>
                  </a:lnTo>
                  <a:lnTo>
                    <a:pt x="94056" y="97853"/>
                  </a:lnTo>
                  <a:lnTo>
                    <a:pt x="75260" y="108102"/>
                  </a:lnTo>
                  <a:lnTo>
                    <a:pt x="61150" y="121983"/>
                  </a:lnTo>
                  <a:lnTo>
                    <a:pt x="50927" y="136906"/>
                  </a:lnTo>
                  <a:lnTo>
                    <a:pt x="49784" y="136906"/>
                  </a:lnTo>
                  <a:lnTo>
                    <a:pt x="47879" y="99568"/>
                  </a:lnTo>
                  <a:lnTo>
                    <a:pt x="0" y="99568"/>
                  </a:lnTo>
                  <a:lnTo>
                    <a:pt x="825" y="116243"/>
                  </a:lnTo>
                  <a:lnTo>
                    <a:pt x="1422" y="134137"/>
                  </a:lnTo>
                  <a:lnTo>
                    <a:pt x="1778" y="153390"/>
                  </a:lnTo>
                  <a:lnTo>
                    <a:pt x="1905" y="348234"/>
                  </a:lnTo>
                  <a:lnTo>
                    <a:pt x="56007" y="348234"/>
                  </a:lnTo>
                  <a:lnTo>
                    <a:pt x="56007" y="194183"/>
                  </a:lnTo>
                  <a:lnTo>
                    <a:pt x="56642" y="187071"/>
                  </a:lnTo>
                  <a:lnTo>
                    <a:pt x="59182" y="181229"/>
                  </a:lnTo>
                  <a:lnTo>
                    <a:pt x="64325" y="168084"/>
                  </a:lnTo>
                  <a:lnTo>
                    <a:pt x="72821" y="156616"/>
                  </a:lnTo>
                  <a:lnTo>
                    <a:pt x="84289" y="148501"/>
                  </a:lnTo>
                  <a:lnTo>
                    <a:pt x="98298" y="145415"/>
                  </a:lnTo>
                  <a:lnTo>
                    <a:pt x="115062" y="149771"/>
                  </a:lnTo>
                  <a:lnTo>
                    <a:pt x="126822" y="161912"/>
                  </a:lnTo>
                  <a:lnTo>
                    <a:pt x="133743" y="180517"/>
                  </a:lnTo>
                  <a:lnTo>
                    <a:pt x="136017" y="204216"/>
                  </a:lnTo>
                  <a:lnTo>
                    <a:pt x="136017" y="348234"/>
                  </a:lnTo>
                  <a:lnTo>
                    <a:pt x="190246" y="348234"/>
                  </a:lnTo>
                  <a:lnTo>
                    <a:pt x="190246" y="192024"/>
                  </a:lnTo>
                  <a:lnTo>
                    <a:pt x="192786" y="178435"/>
                  </a:lnTo>
                  <a:lnTo>
                    <a:pt x="198462" y="165722"/>
                  </a:lnTo>
                  <a:lnTo>
                    <a:pt x="206959" y="155219"/>
                  </a:lnTo>
                  <a:lnTo>
                    <a:pt x="217944" y="148056"/>
                  </a:lnTo>
                  <a:lnTo>
                    <a:pt x="231140" y="145415"/>
                  </a:lnTo>
                  <a:lnTo>
                    <a:pt x="248437" y="149885"/>
                  </a:lnTo>
                  <a:lnTo>
                    <a:pt x="260642" y="162801"/>
                  </a:lnTo>
                  <a:lnTo>
                    <a:pt x="267868" y="183515"/>
                  </a:lnTo>
                  <a:lnTo>
                    <a:pt x="270256" y="211328"/>
                  </a:lnTo>
                  <a:lnTo>
                    <a:pt x="270256" y="348234"/>
                  </a:lnTo>
                  <a:lnTo>
                    <a:pt x="323850" y="348234"/>
                  </a:lnTo>
                  <a:lnTo>
                    <a:pt x="323850" y="202057"/>
                  </a:lnTo>
                  <a:close/>
                </a:path>
                <a:path w="1104264" h="354329">
                  <a:moveTo>
                    <a:pt x="536702" y="348234"/>
                  </a:moveTo>
                  <a:lnTo>
                    <a:pt x="535470" y="335762"/>
                  </a:lnTo>
                  <a:lnTo>
                    <a:pt x="534504" y="321233"/>
                  </a:lnTo>
                  <a:lnTo>
                    <a:pt x="534492" y="321056"/>
                  </a:lnTo>
                  <a:lnTo>
                    <a:pt x="534009" y="308864"/>
                  </a:lnTo>
                  <a:lnTo>
                    <a:pt x="533908" y="306133"/>
                  </a:lnTo>
                  <a:lnTo>
                    <a:pt x="533654" y="289204"/>
                  </a:lnTo>
                  <a:lnTo>
                    <a:pt x="533654" y="227076"/>
                  </a:lnTo>
                  <a:lnTo>
                    <a:pt x="533654" y="198501"/>
                  </a:lnTo>
                  <a:lnTo>
                    <a:pt x="529399" y="159486"/>
                  </a:lnTo>
                  <a:lnTo>
                    <a:pt x="520153" y="138303"/>
                  </a:lnTo>
                  <a:lnTo>
                    <a:pt x="514807" y="126034"/>
                  </a:lnTo>
                  <a:lnTo>
                    <a:pt x="487083" y="102654"/>
                  </a:lnTo>
                  <a:lnTo>
                    <a:pt x="480060" y="101244"/>
                  </a:lnTo>
                  <a:lnTo>
                    <a:pt x="480060" y="227203"/>
                  </a:lnTo>
                  <a:lnTo>
                    <a:pt x="480060" y="265176"/>
                  </a:lnTo>
                  <a:lnTo>
                    <a:pt x="450596" y="306133"/>
                  </a:lnTo>
                  <a:lnTo>
                    <a:pt x="435356" y="308864"/>
                  </a:lnTo>
                  <a:lnTo>
                    <a:pt x="422986" y="306793"/>
                  </a:lnTo>
                  <a:lnTo>
                    <a:pt x="412978" y="300342"/>
                  </a:lnTo>
                  <a:lnTo>
                    <a:pt x="406298" y="289204"/>
                  </a:lnTo>
                  <a:lnTo>
                    <a:pt x="403860" y="273050"/>
                  </a:lnTo>
                  <a:lnTo>
                    <a:pt x="409536" y="251079"/>
                  </a:lnTo>
                  <a:lnTo>
                    <a:pt x="424789" y="236918"/>
                  </a:lnTo>
                  <a:lnTo>
                    <a:pt x="446874" y="229336"/>
                  </a:lnTo>
                  <a:lnTo>
                    <a:pt x="473075" y="227076"/>
                  </a:lnTo>
                  <a:lnTo>
                    <a:pt x="477647" y="227076"/>
                  </a:lnTo>
                  <a:lnTo>
                    <a:pt x="480060" y="227203"/>
                  </a:lnTo>
                  <a:lnTo>
                    <a:pt x="480060" y="101244"/>
                  </a:lnTo>
                  <a:lnTo>
                    <a:pt x="443484" y="93853"/>
                  </a:lnTo>
                  <a:lnTo>
                    <a:pt x="418846" y="95719"/>
                  </a:lnTo>
                  <a:lnTo>
                    <a:pt x="397243" y="100685"/>
                  </a:lnTo>
                  <a:lnTo>
                    <a:pt x="379082" y="107784"/>
                  </a:lnTo>
                  <a:lnTo>
                    <a:pt x="364744" y="116078"/>
                  </a:lnTo>
                  <a:lnTo>
                    <a:pt x="375412" y="156972"/>
                  </a:lnTo>
                  <a:lnTo>
                    <a:pt x="387667" y="149504"/>
                  </a:lnTo>
                  <a:lnTo>
                    <a:pt x="402120" y="143598"/>
                  </a:lnTo>
                  <a:lnTo>
                    <a:pt x="417893" y="139712"/>
                  </a:lnTo>
                  <a:lnTo>
                    <a:pt x="434086" y="138303"/>
                  </a:lnTo>
                  <a:lnTo>
                    <a:pt x="457250" y="142811"/>
                  </a:lnTo>
                  <a:lnTo>
                    <a:pt x="470814" y="153962"/>
                  </a:lnTo>
                  <a:lnTo>
                    <a:pt x="477189" y="168211"/>
                  </a:lnTo>
                  <a:lnTo>
                    <a:pt x="478790" y="181991"/>
                  </a:lnTo>
                  <a:lnTo>
                    <a:pt x="478790" y="186309"/>
                  </a:lnTo>
                  <a:lnTo>
                    <a:pt x="476123" y="186309"/>
                  </a:lnTo>
                  <a:lnTo>
                    <a:pt x="422871" y="192214"/>
                  </a:lnTo>
                  <a:lnTo>
                    <a:pt x="382879" y="209854"/>
                  </a:lnTo>
                  <a:lnTo>
                    <a:pt x="357720" y="239191"/>
                  </a:lnTo>
                  <a:lnTo>
                    <a:pt x="348996" y="280162"/>
                  </a:lnTo>
                  <a:lnTo>
                    <a:pt x="353288" y="306133"/>
                  </a:lnTo>
                  <a:lnTo>
                    <a:pt x="353402" y="306793"/>
                  </a:lnTo>
                  <a:lnTo>
                    <a:pt x="353504" y="307454"/>
                  </a:lnTo>
                  <a:lnTo>
                    <a:pt x="366776" y="331063"/>
                  </a:lnTo>
                  <a:lnTo>
                    <a:pt x="388315" y="347675"/>
                  </a:lnTo>
                  <a:lnTo>
                    <a:pt x="417703" y="353949"/>
                  </a:lnTo>
                  <a:lnTo>
                    <a:pt x="437832" y="351536"/>
                  </a:lnTo>
                  <a:lnTo>
                    <a:pt x="455498" y="344741"/>
                  </a:lnTo>
                  <a:lnTo>
                    <a:pt x="470331" y="334340"/>
                  </a:lnTo>
                  <a:lnTo>
                    <a:pt x="481965" y="321056"/>
                  </a:lnTo>
                  <a:lnTo>
                    <a:pt x="483870" y="321056"/>
                  </a:lnTo>
                  <a:lnTo>
                    <a:pt x="486854" y="347675"/>
                  </a:lnTo>
                  <a:lnTo>
                    <a:pt x="486918" y="348234"/>
                  </a:lnTo>
                  <a:lnTo>
                    <a:pt x="536702" y="348234"/>
                  </a:lnTo>
                  <a:close/>
                </a:path>
                <a:path w="1104264" h="354329">
                  <a:moveTo>
                    <a:pt x="769874" y="200660"/>
                  </a:moveTo>
                  <a:lnTo>
                    <a:pt x="763066" y="151028"/>
                  </a:lnTo>
                  <a:lnTo>
                    <a:pt x="745274" y="117970"/>
                  </a:lnTo>
                  <a:lnTo>
                    <a:pt x="720420" y="99568"/>
                  </a:lnTo>
                  <a:lnTo>
                    <a:pt x="692404" y="93853"/>
                  </a:lnTo>
                  <a:lnTo>
                    <a:pt x="667359" y="97853"/>
                  </a:lnTo>
                  <a:lnTo>
                    <a:pt x="647217" y="108102"/>
                  </a:lnTo>
                  <a:lnTo>
                    <a:pt x="632180" y="121983"/>
                  </a:lnTo>
                  <a:lnTo>
                    <a:pt x="622427" y="136906"/>
                  </a:lnTo>
                  <a:lnTo>
                    <a:pt x="621157" y="136906"/>
                  </a:lnTo>
                  <a:lnTo>
                    <a:pt x="618617" y="99568"/>
                  </a:lnTo>
                  <a:lnTo>
                    <a:pt x="570103" y="99568"/>
                  </a:lnTo>
                  <a:lnTo>
                    <a:pt x="570928" y="116243"/>
                  </a:lnTo>
                  <a:lnTo>
                    <a:pt x="571525" y="134137"/>
                  </a:lnTo>
                  <a:lnTo>
                    <a:pt x="571881" y="153390"/>
                  </a:lnTo>
                  <a:lnTo>
                    <a:pt x="572008" y="348234"/>
                  </a:lnTo>
                  <a:lnTo>
                    <a:pt x="627507" y="348234"/>
                  </a:lnTo>
                  <a:lnTo>
                    <a:pt x="627507" y="195580"/>
                  </a:lnTo>
                  <a:lnTo>
                    <a:pt x="628142" y="187706"/>
                  </a:lnTo>
                  <a:lnTo>
                    <a:pt x="657618" y="148513"/>
                  </a:lnTo>
                  <a:lnTo>
                    <a:pt x="672846" y="145415"/>
                  </a:lnTo>
                  <a:lnTo>
                    <a:pt x="692073" y="150126"/>
                  </a:lnTo>
                  <a:lnTo>
                    <a:pt x="704938" y="163169"/>
                  </a:lnTo>
                  <a:lnTo>
                    <a:pt x="712127" y="182930"/>
                  </a:lnTo>
                  <a:lnTo>
                    <a:pt x="714375" y="207772"/>
                  </a:lnTo>
                  <a:lnTo>
                    <a:pt x="714375" y="348234"/>
                  </a:lnTo>
                  <a:lnTo>
                    <a:pt x="769874" y="348234"/>
                  </a:lnTo>
                  <a:lnTo>
                    <a:pt x="769874" y="200660"/>
                  </a:lnTo>
                  <a:close/>
                </a:path>
                <a:path w="1104264" h="354329">
                  <a:moveTo>
                    <a:pt x="1011174" y="348234"/>
                  </a:moveTo>
                  <a:lnTo>
                    <a:pt x="1009586" y="308864"/>
                  </a:lnTo>
                  <a:lnTo>
                    <a:pt x="1009357" y="247269"/>
                  </a:lnTo>
                  <a:lnTo>
                    <a:pt x="1009319" y="142621"/>
                  </a:lnTo>
                  <a:lnTo>
                    <a:pt x="1009307" y="126873"/>
                  </a:lnTo>
                  <a:lnTo>
                    <a:pt x="1009269" y="0"/>
                  </a:lnTo>
                  <a:lnTo>
                    <a:pt x="953897" y="0"/>
                  </a:lnTo>
                  <a:lnTo>
                    <a:pt x="953897" y="126873"/>
                  </a:lnTo>
                  <a:lnTo>
                    <a:pt x="953897" y="198501"/>
                  </a:lnTo>
                  <a:lnTo>
                    <a:pt x="953897" y="247269"/>
                  </a:lnTo>
                  <a:lnTo>
                    <a:pt x="953262" y="253619"/>
                  </a:lnTo>
                  <a:lnTo>
                    <a:pt x="934694" y="291122"/>
                  </a:lnTo>
                  <a:lnTo>
                    <a:pt x="904748" y="303149"/>
                  </a:lnTo>
                  <a:lnTo>
                    <a:pt x="881278" y="297294"/>
                  </a:lnTo>
                  <a:lnTo>
                    <a:pt x="864069" y="281012"/>
                  </a:lnTo>
                  <a:lnTo>
                    <a:pt x="853490" y="256273"/>
                  </a:lnTo>
                  <a:lnTo>
                    <a:pt x="849884" y="225044"/>
                  </a:lnTo>
                  <a:lnTo>
                    <a:pt x="853490" y="192506"/>
                  </a:lnTo>
                  <a:lnTo>
                    <a:pt x="864146" y="166357"/>
                  </a:lnTo>
                  <a:lnTo>
                    <a:pt x="881545" y="148945"/>
                  </a:lnTo>
                  <a:lnTo>
                    <a:pt x="905383" y="142621"/>
                  </a:lnTo>
                  <a:lnTo>
                    <a:pt x="922388" y="146138"/>
                  </a:lnTo>
                  <a:lnTo>
                    <a:pt x="952627" y="187071"/>
                  </a:lnTo>
                  <a:lnTo>
                    <a:pt x="953897" y="198501"/>
                  </a:lnTo>
                  <a:lnTo>
                    <a:pt x="953897" y="126873"/>
                  </a:lnTo>
                  <a:lnTo>
                    <a:pt x="953262" y="126873"/>
                  </a:lnTo>
                  <a:lnTo>
                    <a:pt x="943571" y="113842"/>
                  </a:lnTo>
                  <a:lnTo>
                    <a:pt x="929906" y="103365"/>
                  </a:lnTo>
                  <a:lnTo>
                    <a:pt x="912444" y="96393"/>
                  </a:lnTo>
                  <a:lnTo>
                    <a:pt x="891413" y="93853"/>
                  </a:lnTo>
                  <a:lnTo>
                    <a:pt x="854049" y="102997"/>
                  </a:lnTo>
                  <a:lnTo>
                    <a:pt x="822807" y="129336"/>
                  </a:lnTo>
                  <a:lnTo>
                    <a:pt x="801446" y="171284"/>
                  </a:lnTo>
                  <a:lnTo>
                    <a:pt x="793750" y="227203"/>
                  </a:lnTo>
                  <a:lnTo>
                    <a:pt x="800976" y="279057"/>
                  </a:lnTo>
                  <a:lnTo>
                    <a:pt x="820801" y="319062"/>
                  </a:lnTo>
                  <a:lnTo>
                    <a:pt x="850430" y="344830"/>
                  </a:lnTo>
                  <a:lnTo>
                    <a:pt x="887095" y="353949"/>
                  </a:lnTo>
                  <a:lnTo>
                    <a:pt x="909993" y="350837"/>
                  </a:lnTo>
                  <a:lnTo>
                    <a:pt x="929982" y="341884"/>
                  </a:lnTo>
                  <a:lnTo>
                    <a:pt x="946315" y="327698"/>
                  </a:lnTo>
                  <a:lnTo>
                    <a:pt x="958215" y="308864"/>
                  </a:lnTo>
                  <a:lnTo>
                    <a:pt x="959485" y="308864"/>
                  </a:lnTo>
                  <a:lnTo>
                    <a:pt x="961390" y="348234"/>
                  </a:lnTo>
                  <a:lnTo>
                    <a:pt x="1011174" y="348234"/>
                  </a:lnTo>
                  <a:close/>
                </a:path>
                <a:path w="1104264" h="354329">
                  <a:moveTo>
                    <a:pt x="1103820" y="99568"/>
                  </a:moveTo>
                  <a:lnTo>
                    <a:pt x="1048385" y="99568"/>
                  </a:lnTo>
                  <a:lnTo>
                    <a:pt x="1048385" y="348234"/>
                  </a:lnTo>
                  <a:lnTo>
                    <a:pt x="1103820" y="348234"/>
                  </a:lnTo>
                  <a:lnTo>
                    <a:pt x="1103820" y="99568"/>
                  </a:lnTo>
                  <a:close/>
                </a:path>
              </a:pathLst>
            </a:custGeom>
            <a:solidFill>
              <a:srgbClr val="003C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520441" y="7312152"/>
              <a:ext cx="124078" cy="248920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2670429" y="7312393"/>
              <a:ext cx="55880" cy="248920"/>
            </a:xfrm>
            <a:custGeom>
              <a:avLst/>
              <a:gdLst/>
              <a:ahLst/>
              <a:cxnLst/>
              <a:rect l="l" t="t" r="r" b="b"/>
              <a:pathLst>
                <a:path w="55880" h="248920">
                  <a:moveTo>
                    <a:pt x="55445" y="0"/>
                  </a:moveTo>
                  <a:lnTo>
                    <a:pt x="0" y="0"/>
                  </a:lnTo>
                  <a:lnTo>
                    <a:pt x="0" y="248678"/>
                  </a:lnTo>
                  <a:lnTo>
                    <a:pt x="55445" y="248678"/>
                  </a:lnTo>
                  <a:lnTo>
                    <a:pt x="55445" y="0"/>
                  </a:lnTo>
                  <a:close/>
                </a:path>
              </a:pathLst>
            </a:custGeom>
            <a:solidFill>
              <a:srgbClr val="003C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051050" y="6990588"/>
              <a:ext cx="1067435" cy="252095"/>
            </a:xfrm>
            <a:custGeom>
              <a:avLst/>
              <a:gdLst/>
              <a:ahLst/>
              <a:cxnLst/>
              <a:rect l="l" t="t" r="r" b="b"/>
              <a:pathLst>
                <a:path w="1067435" h="252095">
                  <a:moveTo>
                    <a:pt x="299180" y="12128"/>
                  </a:moveTo>
                  <a:lnTo>
                    <a:pt x="261016" y="12731"/>
                  </a:lnTo>
                  <a:lnTo>
                    <a:pt x="213613" y="30860"/>
                  </a:lnTo>
                  <a:lnTo>
                    <a:pt x="0" y="169925"/>
                  </a:lnTo>
                  <a:lnTo>
                    <a:pt x="37845" y="221487"/>
                  </a:lnTo>
                  <a:lnTo>
                    <a:pt x="52282" y="235467"/>
                  </a:lnTo>
                  <a:lnTo>
                    <a:pt x="72088" y="247602"/>
                  </a:lnTo>
                  <a:lnTo>
                    <a:pt x="97442" y="252045"/>
                  </a:lnTo>
                  <a:lnTo>
                    <a:pt x="128524" y="242950"/>
                  </a:lnTo>
                  <a:lnTo>
                    <a:pt x="235090" y="172870"/>
                  </a:lnTo>
                  <a:lnTo>
                    <a:pt x="255143" y="159892"/>
                  </a:lnTo>
                  <a:lnTo>
                    <a:pt x="313508" y="134037"/>
                  </a:lnTo>
                  <a:lnTo>
                    <a:pt x="359992" y="132487"/>
                  </a:lnTo>
                  <a:lnTo>
                    <a:pt x="690163" y="132487"/>
                  </a:lnTo>
                  <a:lnTo>
                    <a:pt x="709876" y="123771"/>
                  </a:lnTo>
                  <a:lnTo>
                    <a:pt x="756880" y="122870"/>
                  </a:lnTo>
                  <a:lnTo>
                    <a:pt x="1066179" y="122870"/>
                  </a:lnTo>
                  <a:lnTo>
                    <a:pt x="1065183" y="121245"/>
                  </a:lnTo>
                  <a:lnTo>
                    <a:pt x="436860" y="121245"/>
                  </a:lnTo>
                  <a:lnTo>
                    <a:pt x="412781" y="116966"/>
                  </a:lnTo>
                  <a:lnTo>
                    <a:pt x="394465" y="105830"/>
                  </a:lnTo>
                  <a:lnTo>
                    <a:pt x="383031" y="92455"/>
                  </a:lnTo>
                  <a:lnTo>
                    <a:pt x="382397" y="92455"/>
                  </a:lnTo>
                  <a:lnTo>
                    <a:pt x="381762" y="91058"/>
                  </a:lnTo>
                  <a:lnTo>
                    <a:pt x="380492" y="88137"/>
                  </a:lnTo>
                  <a:lnTo>
                    <a:pt x="373633" y="75310"/>
                  </a:lnTo>
                  <a:lnTo>
                    <a:pt x="370458" y="70230"/>
                  </a:lnTo>
                  <a:lnTo>
                    <a:pt x="367283" y="64515"/>
                  </a:lnTo>
                  <a:lnTo>
                    <a:pt x="363600" y="58800"/>
                  </a:lnTo>
                  <a:lnTo>
                    <a:pt x="359791" y="53847"/>
                  </a:lnTo>
                  <a:lnTo>
                    <a:pt x="355981" y="49529"/>
                  </a:lnTo>
                  <a:lnTo>
                    <a:pt x="352170" y="44449"/>
                  </a:lnTo>
                  <a:lnTo>
                    <a:pt x="329199" y="24288"/>
                  </a:lnTo>
                  <a:lnTo>
                    <a:pt x="299180" y="12128"/>
                  </a:lnTo>
                  <a:close/>
                </a:path>
                <a:path w="1067435" h="252095">
                  <a:moveTo>
                    <a:pt x="690163" y="132487"/>
                  </a:moveTo>
                  <a:lnTo>
                    <a:pt x="359992" y="132487"/>
                  </a:lnTo>
                  <a:lnTo>
                    <a:pt x="395759" y="147877"/>
                  </a:lnTo>
                  <a:lnTo>
                    <a:pt x="421991" y="172870"/>
                  </a:lnTo>
                  <a:lnTo>
                    <a:pt x="439800" y="200024"/>
                  </a:lnTo>
                  <a:lnTo>
                    <a:pt x="441070" y="200659"/>
                  </a:lnTo>
                  <a:lnTo>
                    <a:pt x="441706" y="202818"/>
                  </a:lnTo>
                  <a:lnTo>
                    <a:pt x="442341" y="203580"/>
                  </a:lnTo>
                  <a:lnTo>
                    <a:pt x="442341" y="204342"/>
                  </a:lnTo>
                  <a:lnTo>
                    <a:pt x="442975" y="204977"/>
                  </a:lnTo>
                  <a:lnTo>
                    <a:pt x="481072" y="240365"/>
                  </a:lnTo>
                  <a:lnTo>
                    <a:pt x="496443" y="242315"/>
                  </a:lnTo>
                  <a:lnTo>
                    <a:pt x="504874" y="241411"/>
                  </a:lnTo>
                  <a:lnTo>
                    <a:pt x="512556" y="238886"/>
                  </a:lnTo>
                  <a:lnTo>
                    <a:pt x="520213" y="235029"/>
                  </a:lnTo>
                  <a:lnTo>
                    <a:pt x="528428" y="230209"/>
                  </a:lnTo>
                  <a:lnTo>
                    <a:pt x="650239" y="149859"/>
                  </a:lnTo>
                  <a:lnTo>
                    <a:pt x="650875" y="149859"/>
                  </a:lnTo>
                  <a:lnTo>
                    <a:pt x="690163" y="132487"/>
                  </a:lnTo>
                  <a:close/>
                </a:path>
                <a:path w="1067435" h="252095">
                  <a:moveTo>
                    <a:pt x="1066179" y="122870"/>
                  </a:moveTo>
                  <a:lnTo>
                    <a:pt x="756880" y="122870"/>
                  </a:lnTo>
                  <a:lnTo>
                    <a:pt x="793027" y="139307"/>
                  </a:lnTo>
                  <a:lnTo>
                    <a:pt x="819457" y="165230"/>
                  </a:lnTo>
                  <a:lnTo>
                    <a:pt x="837311" y="192785"/>
                  </a:lnTo>
                  <a:lnTo>
                    <a:pt x="839216" y="196468"/>
                  </a:lnTo>
                  <a:lnTo>
                    <a:pt x="843026" y="203580"/>
                  </a:lnTo>
                  <a:lnTo>
                    <a:pt x="852336" y="215298"/>
                  </a:lnTo>
                  <a:lnTo>
                    <a:pt x="863314" y="224361"/>
                  </a:lnTo>
                  <a:lnTo>
                    <a:pt x="875958" y="230209"/>
                  </a:lnTo>
                  <a:lnTo>
                    <a:pt x="890269" y="232282"/>
                  </a:lnTo>
                  <a:lnTo>
                    <a:pt x="900297" y="230459"/>
                  </a:lnTo>
                  <a:lnTo>
                    <a:pt x="909621" y="227028"/>
                  </a:lnTo>
                  <a:lnTo>
                    <a:pt x="916826" y="223335"/>
                  </a:lnTo>
                  <a:lnTo>
                    <a:pt x="920495" y="220725"/>
                  </a:lnTo>
                  <a:lnTo>
                    <a:pt x="1067308" y="124713"/>
                  </a:lnTo>
                  <a:lnTo>
                    <a:pt x="1066179" y="122870"/>
                  </a:lnTo>
                  <a:close/>
                </a:path>
                <a:path w="1067435" h="252095">
                  <a:moveTo>
                    <a:pt x="677926" y="0"/>
                  </a:moveTo>
                  <a:lnTo>
                    <a:pt x="627598" y="11519"/>
                  </a:lnTo>
                  <a:lnTo>
                    <a:pt x="465581" y="114045"/>
                  </a:lnTo>
                  <a:lnTo>
                    <a:pt x="436860" y="121245"/>
                  </a:lnTo>
                  <a:lnTo>
                    <a:pt x="1065183" y="121245"/>
                  </a:lnTo>
                  <a:lnTo>
                    <a:pt x="1064464" y="120070"/>
                  </a:lnTo>
                  <a:lnTo>
                    <a:pt x="1058542" y="110972"/>
                  </a:lnTo>
                  <a:lnTo>
                    <a:pt x="833522" y="110972"/>
                  </a:lnTo>
                  <a:lnTo>
                    <a:pt x="810402" y="107584"/>
                  </a:lnTo>
                  <a:lnTo>
                    <a:pt x="778763" y="83946"/>
                  </a:lnTo>
                  <a:lnTo>
                    <a:pt x="776918" y="80406"/>
                  </a:lnTo>
                  <a:lnTo>
                    <a:pt x="774319" y="75310"/>
                  </a:lnTo>
                  <a:lnTo>
                    <a:pt x="770876" y="68734"/>
                  </a:lnTo>
                  <a:lnTo>
                    <a:pt x="767159" y="62039"/>
                  </a:lnTo>
                  <a:lnTo>
                    <a:pt x="763085" y="55344"/>
                  </a:lnTo>
                  <a:lnTo>
                    <a:pt x="758570" y="48767"/>
                  </a:lnTo>
                  <a:lnTo>
                    <a:pt x="755395" y="43814"/>
                  </a:lnTo>
                  <a:lnTo>
                    <a:pt x="718343" y="10255"/>
                  </a:lnTo>
                  <a:lnTo>
                    <a:pt x="699575" y="2770"/>
                  </a:lnTo>
                  <a:lnTo>
                    <a:pt x="677926" y="0"/>
                  </a:lnTo>
                  <a:close/>
                </a:path>
                <a:path w="1067435" h="252095">
                  <a:moveTo>
                    <a:pt x="979662" y="37798"/>
                  </a:moveTo>
                  <a:lnTo>
                    <a:pt x="941324" y="53085"/>
                  </a:lnTo>
                  <a:lnTo>
                    <a:pt x="897191" y="80406"/>
                  </a:lnTo>
                  <a:lnTo>
                    <a:pt x="860679" y="104012"/>
                  </a:lnTo>
                  <a:lnTo>
                    <a:pt x="833522" y="110972"/>
                  </a:lnTo>
                  <a:lnTo>
                    <a:pt x="1058542" y="110972"/>
                  </a:lnTo>
                  <a:lnTo>
                    <a:pt x="1055893" y="106902"/>
                  </a:lnTo>
                  <a:lnTo>
                    <a:pt x="1041536" y="86352"/>
                  </a:lnTo>
                  <a:lnTo>
                    <a:pt x="1021333" y="59562"/>
                  </a:lnTo>
                  <a:lnTo>
                    <a:pt x="1000420" y="41530"/>
                  </a:lnTo>
                  <a:lnTo>
                    <a:pt x="979662" y="37798"/>
                  </a:lnTo>
                  <a:close/>
                </a:path>
              </a:pathLst>
            </a:custGeom>
            <a:solidFill>
              <a:srgbClr val="FDC20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7" name="object 57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623308" y="7074331"/>
            <a:ext cx="1332611" cy="401523"/>
          </a:xfrm>
          <a:prstGeom prst="rect">
            <a:avLst/>
          </a:prstGeom>
        </p:spPr>
      </p:pic>
      <p:pic>
        <p:nvPicPr>
          <p:cNvPr id="58" name="object 5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460360" y="6982079"/>
            <a:ext cx="1483360" cy="587121"/>
          </a:xfrm>
          <a:prstGeom prst="rect">
            <a:avLst/>
          </a:prstGeom>
        </p:spPr>
      </p:pic>
      <p:grpSp>
        <p:nvGrpSpPr>
          <p:cNvPr id="59" name="object 59" descr=""/>
          <p:cNvGrpSpPr/>
          <p:nvPr/>
        </p:nvGrpSpPr>
        <p:grpSpPr>
          <a:xfrm>
            <a:off x="10449052" y="7136383"/>
            <a:ext cx="1330960" cy="278130"/>
            <a:chOff x="10449052" y="7136383"/>
            <a:chExt cx="1330960" cy="278130"/>
          </a:xfrm>
        </p:grpSpPr>
        <p:pic>
          <p:nvPicPr>
            <p:cNvPr id="60" name="object 6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325352" y="7194930"/>
              <a:ext cx="454659" cy="219075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0449052" y="7136383"/>
              <a:ext cx="846455" cy="276860"/>
            </a:xfrm>
            <a:custGeom>
              <a:avLst/>
              <a:gdLst/>
              <a:ahLst/>
              <a:cxnLst/>
              <a:rect l="l" t="t" r="r" b="b"/>
              <a:pathLst>
                <a:path w="846454" h="276859">
                  <a:moveTo>
                    <a:pt x="239903" y="21844"/>
                  </a:moveTo>
                  <a:lnTo>
                    <a:pt x="191897" y="21844"/>
                  </a:lnTo>
                  <a:lnTo>
                    <a:pt x="191897" y="189230"/>
                  </a:lnTo>
                  <a:lnTo>
                    <a:pt x="119659" y="104902"/>
                  </a:lnTo>
                  <a:lnTo>
                    <a:pt x="48514" y="21844"/>
                  </a:lnTo>
                  <a:lnTo>
                    <a:pt x="0" y="21844"/>
                  </a:lnTo>
                  <a:lnTo>
                    <a:pt x="0" y="272796"/>
                  </a:lnTo>
                  <a:lnTo>
                    <a:pt x="50165" y="272796"/>
                  </a:lnTo>
                  <a:lnTo>
                    <a:pt x="50165" y="104902"/>
                  </a:lnTo>
                  <a:lnTo>
                    <a:pt x="194564" y="272796"/>
                  </a:lnTo>
                  <a:lnTo>
                    <a:pt x="239903" y="272796"/>
                  </a:lnTo>
                  <a:lnTo>
                    <a:pt x="239903" y="189230"/>
                  </a:lnTo>
                  <a:lnTo>
                    <a:pt x="239903" y="21844"/>
                  </a:lnTo>
                  <a:close/>
                </a:path>
                <a:path w="846454" h="276859">
                  <a:moveTo>
                    <a:pt x="622046" y="58547"/>
                  </a:moveTo>
                  <a:lnTo>
                    <a:pt x="596125" y="61760"/>
                  </a:lnTo>
                  <a:lnTo>
                    <a:pt x="578548" y="69723"/>
                  </a:lnTo>
                  <a:lnTo>
                    <a:pt x="567245" y="79984"/>
                  </a:lnTo>
                  <a:lnTo>
                    <a:pt x="560197" y="90043"/>
                  </a:lnTo>
                  <a:lnTo>
                    <a:pt x="560197" y="65024"/>
                  </a:lnTo>
                  <a:lnTo>
                    <a:pt x="512826" y="65024"/>
                  </a:lnTo>
                  <a:lnTo>
                    <a:pt x="512826" y="272796"/>
                  </a:lnTo>
                  <a:lnTo>
                    <a:pt x="560832" y="272796"/>
                  </a:lnTo>
                  <a:lnTo>
                    <a:pt x="560832" y="170561"/>
                  </a:lnTo>
                  <a:lnTo>
                    <a:pt x="566750" y="140157"/>
                  </a:lnTo>
                  <a:lnTo>
                    <a:pt x="580199" y="119418"/>
                  </a:lnTo>
                  <a:lnTo>
                    <a:pt x="599262" y="107200"/>
                  </a:lnTo>
                  <a:lnTo>
                    <a:pt x="622046" y="102362"/>
                  </a:lnTo>
                  <a:lnTo>
                    <a:pt x="622046" y="90043"/>
                  </a:lnTo>
                  <a:lnTo>
                    <a:pt x="622046" y="58547"/>
                  </a:lnTo>
                  <a:close/>
                </a:path>
                <a:path w="846454" h="276859">
                  <a:moveTo>
                    <a:pt x="846455" y="0"/>
                  </a:moveTo>
                  <a:lnTo>
                    <a:pt x="801751" y="0"/>
                  </a:lnTo>
                  <a:lnTo>
                    <a:pt x="801751" y="82042"/>
                  </a:lnTo>
                  <a:lnTo>
                    <a:pt x="800608" y="81089"/>
                  </a:lnTo>
                  <a:lnTo>
                    <a:pt x="800608" y="171069"/>
                  </a:lnTo>
                  <a:lnTo>
                    <a:pt x="794575" y="195033"/>
                  </a:lnTo>
                  <a:lnTo>
                    <a:pt x="780122" y="214287"/>
                  </a:lnTo>
                  <a:lnTo>
                    <a:pt x="759244" y="226720"/>
                  </a:lnTo>
                  <a:lnTo>
                    <a:pt x="733933" y="230251"/>
                  </a:lnTo>
                  <a:lnTo>
                    <a:pt x="729742" y="230251"/>
                  </a:lnTo>
                  <a:lnTo>
                    <a:pt x="709587" y="224053"/>
                  </a:lnTo>
                  <a:lnTo>
                    <a:pt x="693051" y="212026"/>
                  </a:lnTo>
                  <a:lnTo>
                    <a:pt x="681101" y="195541"/>
                  </a:lnTo>
                  <a:lnTo>
                    <a:pt x="674751" y="175895"/>
                  </a:lnTo>
                  <a:lnTo>
                    <a:pt x="678268" y="151307"/>
                  </a:lnTo>
                  <a:lnTo>
                    <a:pt x="709612" y="115531"/>
                  </a:lnTo>
                  <a:lnTo>
                    <a:pt x="757288" y="112331"/>
                  </a:lnTo>
                  <a:lnTo>
                    <a:pt x="792734" y="141986"/>
                  </a:lnTo>
                  <a:lnTo>
                    <a:pt x="800100" y="171069"/>
                  </a:lnTo>
                  <a:lnTo>
                    <a:pt x="800608" y="171069"/>
                  </a:lnTo>
                  <a:lnTo>
                    <a:pt x="800608" y="81089"/>
                  </a:lnTo>
                  <a:lnTo>
                    <a:pt x="750735" y="59613"/>
                  </a:lnTo>
                  <a:lnTo>
                    <a:pt x="728726" y="59182"/>
                  </a:lnTo>
                  <a:lnTo>
                    <a:pt x="690816" y="69265"/>
                  </a:lnTo>
                  <a:lnTo>
                    <a:pt x="659752" y="91363"/>
                  </a:lnTo>
                  <a:lnTo>
                    <a:pt x="638136" y="122682"/>
                  </a:lnTo>
                  <a:lnTo>
                    <a:pt x="628523" y="160401"/>
                  </a:lnTo>
                  <a:lnTo>
                    <a:pt x="634809" y="205295"/>
                  </a:lnTo>
                  <a:lnTo>
                    <a:pt x="657555" y="242277"/>
                  </a:lnTo>
                  <a:lnTo>
                    <a:pt x="692797" y="267373"/>
                  </a:lnTo>
                  <a:lnTo>
                    <a:pt x="736600" y="276606"/>
                  </a:lnTo>
                  <a:lnTo>
                    <a:pt x="755421" y="274624"/>
                  </a:lnTo>
                  <a:lnTo>
                    <a:pt x="774738" y="268681"/>
                  </a:lnTo>
                  <a:lnTo>
                    <a:pt x="791654" y="258826"/>
                  </a:lnTo>
                  <a:lnTo>
                    <a:pt x="803275" y="245110"/>
                  </a:lnTo>
                  <a:lnTo>
                    <a:pt x="803275" y="272288"/>
                  </a:lnTo>
                  <a:lnTo>
                    <a:pt x="845439" y="272288"/>
                  </a:lnTo>
                  <a:lnTo>
                    <a:pt x="845439" y="245110"/>
                  </a:lnTo>
                  <a:lnTo>
                    <a:pt x="845439" y="230251"/>
                  </a:lnTo>
                  <a:lnTo>
                    <a:pt x="845515" y="151307"/>
                  </a:lnTo>
                  <a:lnTo>
                    <a:pt x="845578" y="141986"/>
                  </a:lnTo>
                  <a:lnTo>
                    <a:pt x="845693" y="122682"/>
                  </a:lnTo>
                  <a:lnTo>
                    <a:pt x="845781" y="109220"/>
                  </a:lnTo>
                  <a:lnTo>
                    <a:pt x="845883" y="91363"/>
                  </a:lnTo>
                  <a:lnTo>
                    <a:pt x="845947" y="82042"/>
                  </a:lnTo>
                  <a:lnTo>
                    <a:pt x="846455" y="0"/>
                  </a:lnTo>
                  <a:close/>
                </a:path>
              </a:pathLst>
            </a:custGeom>
            <a:solidFill>
              <a:srgbClr val="0000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16133" y="7194930"/>
              <a:ext cx="219583" cy="218567"/>
            </a:xfrm>
            <a:prstGeom prst="rect">
              <a:avLst/>
            </a:prstGeom>
          </p:spPr>
        </p:pic>
      </p:grpSp>
      <p:pic>
        <p:nvPicPr>
          <p:cNvPr id="63" name="object 6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533009" y="8575599"/>
            <a:ext cx="1130287" cy="321513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353807" y="8322881"/>
            <a:ext cx="2282444" cy="826617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5689198" y="5620735"/>
            <a:ext cx="1663573" cy="430629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637026" y="4063656"/>
            <a:ext cx="1002576" cy="583399"/>
          </a:xfrm>
          <a:prstGeom prst="rect">
            <a:avLst/>
          </a:prstGeom>
        </p:spPr>
      </p:pic>
      <p:grpSp>
        <p:nvGrpSpPr>
          <p:cNvPr id="67" name="object 67" descr=""/>
          <p:cNvGrpSpPr/>
          <p:nvPr/>
        </p:nvGrpSpPr>
        <p:grpSpPr>
          <a:xfrm>
            <a:off x="8195056" y="4098035"/>
            <a:ext cx="821055" cy="514984"/>
            <a:chOff x="8195056" y="4098035"/>
            <a:chExt cx="821055" cy="514984"/>
          </a:xfrm>
        </p:grpSpPr>
        <p:sp>
          <p:nvSpPr>
            <p:cNvPr id="68" name="object 68" descr=""/>
            <p:cNvSpPr/>
            <p:nvPr/>
          </p:nvSpPr>
          <p:spPr>
            <a:xfrm>
              <a:off x="8195056" y="4190237"/>
              <a:ext cx="661670" cy="422909"/>
            </a:xfrm>
            <a:custGeom>
              <a:avLst/>
              <a:gdLst/>
              <a:ahLst/>
              <a:cxnLst/>
              <a:rect l="l" t="t" r="r" b="b"/>
              <a:pathLst>
                <a:path w="661670" h="422910">
                  <a:moveTo>
                    <a:pt x="288417" y="148336"/>
                  </a:moveTo>
                  <a:lnTo>
                    <a:pt x="287147" y="147320"/>
                  </a:lnTo>
                  <a:lnTo>
                    <a:pt x="262559" y="123685"/>
                  </a:lnTo>
                  <a:lnTo>
                    <a:pt x="235077" y="106730"/>
                  </a:lnTo>
                  <a:lnTo>
                    <a:pt x="204635" y="96520"/>
                  </a:lnTo>
                  <a:lnTo>
                    <a:pt x="171196" y="93091"/>
                  </a:lnTo>
                  <a:lnTo>
                    <a:pt x="136499" y="95783"/>
                  </a:lnTo>
                  <a:lnTo>
                    <a:pt x="76466" y="117309"/>
                  </a:lnTo>
                  <a:lnTo>
                    <a:pt x="28816" y="160667"/>
                  </a:lnTo>
                  <a:lnTo>
                    <a:pt x="3238" y="221691"/>
                  </a:lnTo>
                  <a:lnTo>
                    <a:pt x="0" y="258064"/>
                  </a:lnTo>
                  <a:lnTo>
                    <a:pt x="3238" y="294068"/>
                  </a:lnTo>
                  <a:lnTo>
                    <a:pt x="28816" y="354901"/>
                  </a:lnTo>
                  <a:lnTo>
                    <a:pt x="76352" y="398399"/>
                  </a:lnTo>
                  <a:lnTo>
                    <a:pt x="136461" y="419760"/>
                  </a:lnTo>
                  <a:lnTo>
                    <a:pt x="171196" y="422402"/>
                  </a:lnTo>
                  <a:lnTo>
                    <a:pt x="204635" y="419011"/>
                  </a:lnTo>
                  <a:lnTo>
                    <a:pt x="235077" y="408851"/>
                  </a:lnTo>
                  <a:lnTo>
                    <a:pt x="262559" y="391972"/>
                  </a:lnTo>
                  <a:lnTo>
                    <a:pt x="287147" y="368427"/>
                  </a:lnTo>
                  <a:lnTo>
                    <a:pt x="288417" y="367538"/>
                  </a:lnTo>
                  <a:lnTo>
                    <a:pt x="250698" y="323469"/>
                  </a:lnTo>
                  <a:lnTo>
                    <a:pt x="230505" y="340182"/>
                  </a:lnTo>
                  <a:lnTo>
                    <a:pt x="211074" y="351409"/>
                  </a:lnTo>
                  <a:lnTo>
                    <a:pt x="190969" y="358178"/>
                  </a:lnTo>
                  <a:lnTo>
                    <a:pt x="170180" y="360426"/>
                  </a:lnTo>
                  <a:lnTo>
                    <a:pt x="148971" y="358584"/>
                  </a:lnTo>
                  <a:lnTo>
                    <a:pt x="112217" y="344043"/>
                  </a:lnTo>
                  <a:lnTo>
                    <a:pt x="83642" y="316090"/>
                  </a:lnTo>
                  <a:lnTo>
                    <a:pt x="69100" y="279374"/>
                  </a:lnTo>
                  <a:lnTo>
                    <a:pt x="67310" y="258064"/>
                  </a:lnTo>
                  <a:lnTo>
                    <a:pt x="69062" y="236550"/>
                  </a:lnTo>
                  <a:lnTo>
                    <a:pt x="83540" y="199478"/>
                  </a:lnTo>
                  <a:lnTo>
                    <a:pt x="112064" y="171780"/>
                  </a:lnTo>
                  <a:lnTo>
                    <a:pt x="148907" y="157226"/>
                  </a:lnTo>
                  <a:lnTo>
                    <a:pt x="170180" y="155321"/>
                  </a:lnTo>
                  <a:lnTo>
                    <a:pt x="191020" y="157645"/>
                  </a:lnTo>
                  <a:lnTo>
                    <a:pt x="211213" y="164503"/>
                  </a:lnTo>
                  <a:lnTo>
                    <a:pt x="230657" y="175793"/>
                  </a:lnTo>
                  <a:lnTo>
                    <a:pt x="250698" y="192659"/>
                  </a:lnTo>
                  <a:lnTo>
                    <a:pt x="288417" y="148336"/>
                  </a:lnTo>
                  <a:close/>
                </a:path>
                <a:path w="661670" h="422910">
                  <a:moveTo>
                    <a:pt x="661289" y="345821"/>
                  </a:moveTo>
                  <a:lnTo>
                    <a:pt x="644423" y="354761"/>
                  </a:lnTo>
                  <a:lnTo>
                    <a:pt x="631710" y="359714"/>
                  </a:lnTo>
                  <a:lnTo>
                    <a:pt x="619493" y="362648"/>
                  </a:lnTo>
                  <a:lnTo>
                    <a:pt x="607695" y="363601"/>
                  </a:lnTo>
                  <a:lnTo>
                    <a:pt x="594194" y="361353"/>
                  </a:lnTo>
                  <a:lnTo>
                    <a:pt x="584327" y="354584"/>
                  </a:lnTo>
                  <a:lnTo>
                    <a:pt x="578256" y="343357"/>
                  </a:lnTo>
                  <a:lnTo>
                    <a:pt x="576199" y="327660"/>
                  </a:lnTo>
                  <a:lnTo>
                    <a:pt x="576199" y="159131"/>
                  </a:lnTo>
                  <a:lnTo>
                    <a:pt x="644906" y="159131"/>
                  </a:lnTo>
                  <a:lnTo>
                    <a:pt x="644906" y="99187"/>
                  </a:lnTo>
                  <a:lnTo>
                    <a:pt x="577215" y="99187"/>
                  </a:lnTo>
                  <a:lnTo>
                    <a:pt x="577215" y="0"/>
                  </a:lnTo>
                  <a:lnTo>
                    <a:pt x="511429" y="34798"/>
                  </a:lnTo>
                  <a:lnTo>
                    <a:pt x="511429" y="100076"/>
                  </a:lnTo>
                  <a:lnTo>
                    <a:pt x="455041" y="100076"/>
                  </a:lnTo>
                  <a:lnTo>
                    <a:pt x="455041" y="158496"/>
                  </a:lnTo>
                  <a:lnTo>
                    <a:pt x="511429" y="158496"/>
                  </a:lnTo>
                  <a:lnTo>
                    <a:pt x="511429" y="338201"/>
                  </a:lnTo>
                  <a:lnTo>
                    <a:pt x="512635" y="354584"/>
                  </a:lnTo>
                  <a:lnTo>
                    <a:pt x="531876" y="397764"/>
                  </a:lnTo>
                  <a:lnTo>
                    <a:pt x="569772" y="419912"/>
                  </a:lnTo>
                  <a:lnTo>
                    <a:pt x="585724" y="421767"/>
                  </a:lnTo>
                  <a:lnTo>
                    <a:pt x="602234" y="421068"/>
                  </a:lnTo>
                  <a:lnTo>
                    <a:pt x="617639" y="418503"/>
                  </a:lnTo>
                  <a:lnTo>
                    <a:pt x="631888" y="413981"/>
                  </a:lnTo>
                  <a:lnTo>
                    <a:pt x="644906" y="407416"/>
                  </a:lnTo>
                  <a:lnTo>
                    <a:pt x="645541" y="407035"/>
                  </a:lnTo>
                  <a:lnTo>
                    <a:pt x="645541" y="406400"/>
                  </a:lnTo>
                  <a:lnTo>
                    <a:pt x="656666" y="363601"/>
                  </a:lnTo>
                  <a:lnTo>
                    <a:pt x="661289" y="345821"/>
                  </a:lnTo>
                  <a:close/>
                </a:path>
              </a:pathLst>
            </a:custGeom>
            <a:solidFill>
              <a:srgbClr val="3334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478266" y="4098035"/>
              <a:ext cx="537845" cy="139065"/>
            </a:xfrm>
            <a:custGeom>
              <a:avLst/>
              <a:gdLst/>
              <a:ahLst/>
              <a:cxnLst/>
              <a:rect l="l" t="t" r="r" b="b"/>
              <a:pathLst>
                <a:path w="537845" h="139064">
                  <a:moveTo>
                    <a:pt x="268350" y="0"/>
                  </a:moveTo>
                  <a:lnTo>
                    <a:pt x="229945" y="2160"/>
                  </a:lnTo>
                  <a:lnTo>
                    <a:pt x="192182" y="8715"/>
                  </a:lnTo>
                  <a:lnTo>
                    <a:pt x="155229" y="19770"/>
                  </a:lnTo>
                  <a:lnTo>
                    <a:pt x="119252" y="35433"/>
                  </a:lnTo>
                  <a:lnTo>
                    <a:pt x="85552" y="55336"/>
                  </a:lnTo>
                  <a:lnTo>
                    <a:pt x="54721" y="78359"/>
                  </a:lnTo>
                  <a:lnTo>
                    <a:pt x="27009" y="104620"/>
                  </a:lnTo>
                  <a:lnTo>
                    <a:pt x="2666" y="134238"/>
                  </a:lnTo>
                  <a:lnTo>
                    <a:pt x="0" y="138811"/>
                  </a:lnTo>
                  <a:lnTo>
                    <a:pt x="76200" y="138811"/>
                  </a:lnTo>
                  <a:lnTo>
                    <a:pt x="76453" y="138049"/>
                  </a:lnTo>
                  <a:lnTo>
                    <a:pt x="96805" y="119624"/>
                  </a:lnTo>
                  <a:lnTo>
                    <a:pt x="141604" y="89632"/>
                  </a:lnTo>
                  <a:lnTo>
                    <a:pt x="190877" y="68909"/>
                  </a:lnTo>
                  <a:lnTo>
                    <a:pt x="241859" y="58884"/>
                  </a:lnTo>
                  <a:lnTo>
                    <a:pt x="268350" y="57658"/>
                  </a:lnTo>
                  <a:lnTo>
                    <a:pt x="294907" y="58973"/>
                  </a:lnTo>
                  <a:lnTo>
                    <a:pt x="346307" y="69177"/>
                  </a:lnTo>
                  <a:lnTo>
                    <a:pt x="395198" y="89471"/>
                  </a:lnTo>
                  <a:lnTo>
                    <a:pt x="439533" y="119570"/>
                  </a:lnTo>
                  <a:lnTo>
                    <a:pt x="460501" y="138811"/>
                  </a:lnTo>
                  <a:lnTo>
                    <a:pt x="537463" y="138811"/>
                  </a:lnTo>
                  <a:lnTo>
                    <a:pt x="509692" y="104620"/>
                  </a:lnTo>
                  <a:lnTo>
                    <a:pt x="481885" y="78358"/>
                  </a:lnTo>
                  <a:lnTo>
                    <a:pt x="451102" y="55336"/>
                  </a:lnTo>
                  <a:lnTo>
                    <a:pt x="417449" y="35433"/>
                  </a:lnTo>
                  <a:lnTo>
                    <a:pt x="381615" y="19770"/>
                  </a:lnTo>
                  <a:lnTo>
                    <a:pt x="344900" y="8715"/>
                  </a:lnTo>
                  <a:lnTo>
                    <a:pt x="307185" y="2160"/>
                  </a:lnTo>
                  <a:lnTo>
                    <a:pt x="268350" y="0"/>
                  </a:lnTo>
                  <a:close/>
                </a:path>
              </a:pathLst>
            </a:custGeom>
            <a:solidFill>
              <a:srgbClr val="EC1C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195056" y="4190237"/>
              <a:ext cx="779780" cy="422909"/>
            </a:xfrm>
            <a:custGeom>
              <a:avLst/>
              <a:gdLst/>
              <a:ahLst/>
              <a:cxnLst/>
              <a:rect l="l" t="t" r="r" b="b"/>
              <a:pathLst>
                <a:path w="779779" h="422910">
                  <a:moveTo>
                    <a:pt x="288417" y="148336"/>
                  </a:moveTo>
                  <a:lnTo>
                    <a:pt x="287147" y="147320"/>
                  </a:lnTo>
                  <a:lnTo>
                    <a:pt x="262559" y="123685"/>
                  </a:lnTo>
                  <a:lnTo>
                    <a:pt x="235077" y="106730"/>
                  </a:lnTo>
                  <a:lnTo>
                    <a:pt x="204635" y="96520"/>
                  </a:lnTo>
                  <a:lnTo>
                    <a:pt x="171196" y="93091"/>
                  </a:lnTo>
                  <a:lnTo>
                    <a:pt x="136499" y="95783"/>
                  </a:lnTo>
                  <a:lnTo>
                    <a:pt x="76466" y="117309"/>
                  </a:lnTo>
                  <a:lnTo>
                    <a:pt x="28816" y="160667"/>
                  </a:lnTo>
                  <a:lnTo>
                    <a:pt x="3238" y="221691"/>
                  </a:lnTo>
                  <a:lnTo>
                    <a:pt x="0" y="258064"/>
                  </a:lnTo>
                  <a:lnTo>
                    <a:pt x="3238" y="294068"/>
                  </a:lnTo>
                  <a:lnTo>
                    <a:pt x="28816" y="354901"/>
                  </a:lnTo>
                  <a:lnTo>
                    <a:pt x="76352" y="398399"/>
                  </a:lnTo>
                  <a:lnTo>
                    <a:pt x="136461" y="419760"/>
                  </a:lnTo>
                  <a:lnTo>
                    <a:pt x="171196" y="422402"/>
                  </a:lnTo>
                  <a:lnTo>
                    <a:pt x="204635" y="419011"/>
                  </a:lnTo>
                  <a:lnTo>
                    <a:pt x="235077" y="408851"/>
                  </a:lnTo>
                  <a:lnTo>
                    <a:pt x="262559" y="391972"/>
                  </a:lnTo>
                  <a:lnTo>
                    <a:pt x="287147" y="368427"/>
                  </a:lnTo>
                  <a:lnTo>
                    <a:pt x="288417" y="367538"/>
                  </a:lnTo>
                  <a:lnTo>
                    <a:pt x="250698" y="323469"/>
                  </a:lnTo>
                  <a:lnTo>
                    <a:pt x="230505" y="340182"/>
                  </a:lnTo>
                  <a:lnTo>
                    <a:pt x="211074" y="351409"/>
                  </a:lnTo>
                  <a:lnTo>
                    <a:pt x="190969" y="358178"/>
                  </a:lnTo>
                  <a:lnTo>
                    <a:pt x="170180" y="360426"/>
                  </a:lnTo>
                  <a:lnTo>
                    <a:pt x="148971" y="358584"/>
                  </a:lnTo>
                  <a:lnTo>
                    <a:pt x="112217" y="344043"/>
                  </a:lnTo>
                  <a:lnTo>
                    <a:pt x="83642" y="316090"/>
                  </a:lnTo>
                  <a:lnTo>
                    <a:pt x="69100" y="279374"/>
                  </a:lnTo>
                  <a:lnTo>
                    <a:pt x="67310" y="258064"/>
                  </a:lnTo>
                  <a:lnTo>
                    <a:pt x="69062" y="236550"/>
                  </a:lnTo>
                  <a:lnTo>
                    <a:pt x="83540" y="199478"/>
                  </a:lnTo>
                  <a:lnTo>
                    <a:pt x="112064" y="171780"/>
                  </a:lnTo>
                  <a:lnTo>
                    <a:pt x="148907" y="157226"/>
                  </a:lnTo>
                  <a:lnTo>
                    <a:pt x="170180" y="155321"/>
                  </a:lnTo>
                  <a:lnTo>
                    <a:pt x="191020" y="157645"/>
                  </a:lnTo>
                  <a:lnTo>
                    <a:pt x="211213" y="164503"/>
                  </a:lnTo>
                  <a:lnTo>
                    <a:pt x="230657" y="175793"/>
                  </a:lnTo>
                  <a:lnTo>
                    <a:pt x="250698" y="192659"/>
                  </a:lnTo>
                  <a:lnTo>
                    <a:pt x="288417" y="148336"/>
                  </a:lnTo>
                  <a:close/>
                </a:path>
                <a:path w="779779" h="422910">
                  <a:moveTo>
                    <a:pt x="393903" y="98539"/>
                  </a:moveTo>
                  <a:lnTo>
                    <a:pt x="327533" y="98539"/>
                  </a:lnTo>
                  <a:lnTo>
                    <a:pt x="327533" y="416306"/>
                  </a:lnTo>
                  <a:lnTo>
                    <a:pt x="393903" y="416306"/>
                  </a:lnTo>
                  <a:lnTo>
                    <a:pt x="393903" y="98539"/>
                  </a:lnTo>
                  <a:close/>
                </a:path>
                <a:path w="779779" h="422910">
                  <a:moveTo>
                    <a:pt x="661289" y="345821"/>
                  </a:moveTo>
                  <a:lnTo>
                    <a:pt x="644423" y="354761"/>
                  </a:lnTo>
                  <a:lnTo>
                    <a:pt x="631710" y="359714"/>
                  </a:lnTo>
                  <a:lnTo>
                    <a:pt x="619493" y="362648"/>
                  </a:lnTo>
                  <a:lnTo>
                    <a:pt x="607695" y="363601"/>
                  </a:lnTo>
                  <a:lnTo>
                    <a:pt x="594194" y="361353"/>
                  </a:lnTo>
                  <a:lnTo>
                    <a:pt x="584327" y="354584"/>
                  </a:lnTo>
                  <a:lnTo>
                    <a:pt x="578256" y="343357"/>
                  </a:lnTo>
                  <a:lnTo>
                    <a:pt x="576199" y="327660"/>
                  </a:lnTo>
                  <a:lnTo>
                    <a:pt x="576199" y="159131"/>
                  </a:lnTo>
                  <a:lnTo>
                    <a:pt x="644906" y="159131"/>
                  </a:lnTo>
                  <a:lnTo>
                    <a:pt x="644906" y="99187"/>
                  </a:lnTo>
                  <a:lnTo>
                    <a:pt x="577215" y="99187"/>
                  </a:lnTo>
                  <a:lnTo>
                    <a:pt x="577215" y="0"/>
                  </a:lnTo>
                  <a:lnTo>
                    <a:pt x="511429" y="34798"/>
                  </a:lnTo>
                  <a:lnTo>
                    <a:pt x="511429" y="100076"/>
                  </a:lnTo>
                  <a:lnTo>
                    <a:pt x="455041" y="100076"/>
                  </a:lnTo>
                  <a:lnTo>
                    <a:pt x="455041" y="158496"/>
                  </a:lnTo>
                  <a:lnTo>
                    <a:pt x="511429" y="158496"/>
                  </a:lnTo>
                  <a:lnTo>
                    <a:pt x="511429" y="338201"/>
                  </a:lnTo>
                  <a:lnTo>
                    <a:pt x="512635" y="354584"/>
                  </a:lnTo>
                  <a:lnTo>
                    <a:pt x="531876" y="397764"/>
                  </a:lnTo>
                  <a:lnTo>
                    <a:pt x="569772" y="419912"/>
                  </a:lnTo>
                  <a:lnTo>
                    <a:pt x="585724" y="421767"/>
                  </a:lnTo>
                  <a:lnTo>
                    <a:pt x="602234" y="421068"/>
                  </a:lnTo>
                  <a:lnTo>
                    <a:pt x="617639" y="418503"/>
                  </a:lnTo>
                  <a:lnTo>
                    <a:pt x="631888" y="413981"/>
                  </a:lnTo>
                  <a:lnTo>
                    <a:pt x="644906" y="407416"/>
                  </a:lnTo>
                  <a:lnTo>
                    <a:pt x="645541" y="407035"/>
                  </a:lnTo>
                  <a:lnTo>
                    <a:pt x="645541" y="406400"/>
                  </a:lnTo>
                  <a:lnTo>
                    <a:pt x="656666" y="363601"/>
                  </a:lnTo>
                  <a:lnTo>
                    <a:pt x="661289" y="345821"/>
                  </a:lnTo>
                  <a:close/>
                </a:path>
                <a:path w="779779" h="422910">
                  <a:moveTo>
                    <a:pt x="779513" y="98539"/>
                  </a:moveTo>
                  <a:lnTo>
                    <a:pt x="711835" y="98539"/>
                  </a:lnTo>
                  <a:lnTo>
                    <a:pt x="711835" y="416306"/>
                  </a:lnTo>
                  <a:lnTo>
                    <a:pt x="779513" y="416306"/>
                  </a:lnTo>
                  <a:lnTo>
                    <a:pt x="779513" y="98539"/>
                  </a:lnTo>
                  <a:close/>
                </a:path>
              </a:pathLst>
            </a:custGeom>
            <a:solidFill>
              <a:srgbClr val="3334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478266" y="4098035"/>
              <a:ext cx="537845" cy="139065"/>
            </a:xfrm>
            <a:custGeom>
              <a:avLst/>
              <a:gdLst/>
              <a:ahLst/>
              <a:cxnLst/>
              <a:rect l="l" t="t" r="r" b="b"/>
              <a:pathLst>
                <a:path w="537845" h="139064">
                  <a:moveTo>
                    <a:pt x="268350" y="0"/>
                  </a:moveTo>
                  <a:lnTo>
                    <a:pt x="229945" y="2160"/>
                  </a:lnTo>
                  <a:lnTo>
                    <a:pt x="192182" y="8715"/>
                  </a:lnTo>
                  <a:lnTo>
                    <a:pt x="155229" y="19770"/>
                  </a:lnTo>
                  <a:lnTo>
                    <a:pt x="119252" y="35433"/>
                  </a:lnTo>
                  <a:lnTo>
                    <a:pt x="85552" y="55336"/>
                  </a:lnTo>
                  <a:lnTo>
                    <a:pt x="54721" y="78359"/>
                  </a:lnTo>
                  <a:lnTo>
                    <a:pt x="27009" y="104620"/>
                  </a:lnTo>
                  <a:lnTo>
                    <a:pt x="2666" y="134238"/>
                  </a:lnTo>
                  <a:lnTo>
                    <a:pt x="0" y="138811"/>
                  </a:lnTo>
                  <a:lnTo>
                    <a:pt x="76200" y="138811"/>
                  </a:lnTo>
                  <a:lnTo>
                    <a:pt x="76453" y="138049"/>
                  </a:lnTo>
                  <a:lnTo>
                    <a:pt x="96805" y="119624"/>
                  </a:lnTo>
                  <a:lnTo>
                    <a:pt x="141604" y="89632"/>
                  </a:lnTo>
                  <a:lnTo>
                    <a:pt x="190877" y="68909"/>
                  </a:lnTo>
                  <a:lnTo>
                    <a:pt x="241859" y="58884"/>
                  </a:lnTo>
                  <a:lnTo>
                    <a:pt x="268350" y="57658"/>
                  </a:lnTo>
                  <a:lnTo>
                    <a:pt x="294907" y="58973"/>
                  </a:lnTo>
                  <a:lnTo>
                    <a:pt x="346307" y="69177"/>
                  </a:lnTo>
                  <a:lnTo>
                    <a:pt x="395198" y="89471"/>
                  </a:lnTo>
                  <a:lnTo>
                    <a:pt x="439533" y="119570"/>
                  </a:lnTo>
                  <a:lnTo>
                    <a:pt x="460501" y="138811"/>
                  </a:lnTo>
                  <a:lnTo>
                    <a:pt x="537463" y="138811"/>
                  </a:lnTo>
                  <a:lnTo>
                    <a:pt x="509692" y="104620"/>
                  </a:lnTo>
                  <a:lnTo>
                    <a:pt x="481885" y="78358"/>
                  </a:lnTo>
                  <a:lnTo>
                    <a:pt x="451102" y="55336"/>
                  </a:lnTo>
                  <a:lnTo>
                    <a:pt x="417449" y="35433"/>
                  </a:lnTo>
                  <a:lnTo>
                    <a:pt x="381615" y="19770"/>
                  </a:lnTo>
                  <a:lnTo>
                    <a:pt x="344900" y="8715"/>
                  </a:lnTo>
                  <a:lnTo>
                    <a:pt x="307185" y="2160"/>
                  </a:lnTo>
                  <a:lnTo>
                    <a:pt x="268350" y="0"/>
                  </a:lnTo>
                  <a:close/>
                </a:path>
              </a:pathLst>
            </a:custGeom>
            <a:solidFill>
              <a:srgbClr val="EB2D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/>
          <p:nvPr/>
        </p:nvSpPr>
        <p:spPr>
          <a:xfrm>
            <a:off x="11705082" y="2598038"/>
            <a:ext cx="1184275" cy="563880"/>
          </a:xfrm>
          <a:custGeom>
            <a:avLst/>
            <a:gdLst/>
            <a:ahLst/>
            <a:cxnLst/>
            <a:rect l="l" t="t" r="r" b="b"/>
            <a:pathLst>
              <a:path w="1184275" h="563880">
                <a:moveTo>
                  <a:pt x="254254" y="255016"/>
                </a:moveTo>
                <a:lnTo>
                  <a:pt x="248094" y="206362"/>
                </a:lnTo>
                <a:lnTo>
                  <a:pt x="230733" y="165023"/>
                </a:lnTo>
                <a:lnTo>
                  <a:pt x="203746" y="133032"/>
                </a:lnTo>
                <a:lnTo>
                  <a:pt x="191262" y="125666"/>
                </a:lnTo>
                <a:lnTo>
                  <a:pt x="191262" y="256286"/>
                </a:lnTo>
                <a:lnTo>
                  <a:pt x="186537" y="289801"/>
                </a:lnTo>
                <a:lnTo>
                  <a:pt x="173316" y="316344"/>
                </a:lnTo>
                <a:lnTo>
                  <a:pt x="152996" y="333819"/>
                </a:lnTo>
                <a:lnTo>
                  <a:pt x="127000" y="340106"/>
                </a:lnTo>
                <a:lnTo>
                  <a:pt x="100914" y="333819"/>
                </a:lnTo>
                <a:lnTo>
                  <a:pt x="80556" y="316344"/>
                </a:lnTo>
                <a:lnTo>
                  <a:pt x="67322" y="289801"/>
                </a:lnTo>
                <a:lnTo>
                  <a:pt x="62611" y="256286"/>
                </a:lnTo>
                <a:lnTo>
                  <a:pt x="67297" y="222542"/>
                </a:lnTo>
                <a:lnTo>
                  <a:pt x="67322" y="222326"/>
                </a:lnTo>
                <a:lnTo>
                  <a:pt x="80467" y="196202"/>
                </a:lnTo>
                <a:lnTo>
                  <a:pt x="80556" y="196011"/>
                </a:lnTo>
                <a:lnTo>
                  <a:pt x="100825" y="179082"/>
                </a:lnTo>
                <a:lnTo>
                  <a:pt x="100609" y="179082"/>
                </a:lnTo>
                <a:lnTo>
                  <a:pt x="127000" y="172974"/>
                </a:lnTo>
                <a:lnTo>
                  <a:pt x="152996" y="179082"/>
                </a:lnTo>
                <a:lnTo>
                  <a:pt x="173316" y="196202"/>
                </a:lnTo>
                <a:lnTo>
                  <a:pt x="186423" y="222326"/>
                </a:lnTo>
                <a:lnTo>
                  <a:pt x="186537" y="222542"/>
                </a:lnTo>
                <a:lnTo>
                  <a:pt x="191262" y="256286"/>
                </a:lnTo>
                <a:lnTo>
                  <a:pt x="191262" y="125666"/>
                </a:lnTo>
                <a:lnTo>
                  <a:pt x="168757" y="112369"/>
                </a:lnTo>
                <a:lnTo>
                  <a:pt x="127381" y="105029"/>
                </a:lnTo>
                <a:lnTo>
                  <a:pt x="85166" y="112369"/>
                </a:lnTo>
                <a:lnTo>
                  <a:pt x="85598" y="112369"/>
                </a:lnTo>
                <a:lnTo>
                  <a:pt x="50660" y="132702"/>
                </a:lnTo>
                <a:lnTo>
                  <a:pt x="23583" y="164541"/>
                </a:lnTo>
                <a:lnTo>
                  <a:pt x="6159" y="205917"/>
                </a:lnTo>
                <a:lnTo>
                  <a:pt x="0" y="255016"/>
                </a:lnTo>
                <a:lnTo>
                  <a:pt x="5257" y="303631"/>
                </a:lnTo>
                <a:lnTo>
                  <a:pt x="21082" y="344716"/>
                </a:lnTo>
                <a:lnTo>
                  <a:pt x="45872" y="376389"/>
                </a:lnTo>
                <a:lnTo>
                  <a:pt x="78066" y="396773"/>
                </a:lnTo>
                <a:lnTo>
                  <a:pt x="116078" y="403987"/>
                </a:lnTo>
                <a:lnTo>
                  <a:pt x="137007" y="401929"/>
                </a:lnTo>
                <a:lnTo>
                  <a:pt x="157048" y="395909"/>
                </a:lnTo>
                <a:lnTo>
                  <a:pt x="175780" y="386257"/>
                </a:lnTo>
                <a:lnTo>
                  <a:pt x="192786" y="373253"/>
                </a:lnTo>
                <a:lnTo>
                  <a:pt x="192786" y="398907"/>
                </a:lnTo>
                <a:lnTo>
                  <a:pt x="254254" y="398907"/>
                </a:lnTo>
                <a:lnTo>
                  <a:pt x="254254" y="373253"/>
                </a:lnTo>
                <a:lnTo>
                  <a:pt x="254254" y="340106"/>
                </a:lnTo>
                <a:lnTo>
                  <a:pt x="254254" y="255016"/>
                </a:lnTo>
                <a:close/>
              </a:path>
              <a:path w="1184275" h="563880">
                <a:moveTo>
                  <a:pt x="396367" y="330492"/>
                </a:moveTo>
                <a:lnTo>
                  <a:pt x="373735" y="330492"/>
                </a:lnTo>
                <a:lnTo>
                  <a:pt x="366344" y="328968"/>
                </a:lnTo>
                <a:lnTo>
                  <a:pt x="347713" y="293878"/>
                </a:lnTo>
                <a:lnTo>
                  <a:pt x="347599" y="0"/>
                </a:lnTo>
                <a:lnTo>
                  <a:pt x="287401" y="0"/>
                </a:lnTo>
                <a:lnTo>
                  <a:pt x="287401" y="293878"/>
                </a:lnTo>
                <a:lnTo>
                  <a:pt x="289153" y="319620"/>
                </a:lnTo>
                <a:lnTo>
                  <a:pt x="302831" y="362750"/>
                </a:lnTo>
                <a:lnTo>
                  <a:pt x="339483" y="397243"/>
                </a:lnTo>
                <a:lnTo>
                  <a:pt x="370332" y="403479"/>
                </a:lnTo>
                <a:lnTo>
                  <a:pt x="378841" y="403479"/>
                </a:lnTo>
                <a:lnTo>
                  <a:pt x="384556" y="402336"/>
                </a:lnTo>
                <a:lnTo>
                  <a:pt x="396367" y="400685"/>
                </a:lnTo>
                <a:lnTo>
                  <a:pt x="396367" y="330492"/>
                </a:lnTo>
                <a:close/>
              </a:path>
              <a:path w="1184275" h="563880">
                <a:moveTo>
                  <a:pt x="484378" y="114681"/>
                </a:moveTo>
                <a:lnTo>
                  <a:pt x="422783" y="114681"/>
                </a:lnTo>
                <a:lnTo>
                  <a:pt x="422783" y="402971"/>
                </a:lnTo>
                <a:lnTo>
                  <a:pt x="484378" y="402971"/>
                </a:lnTo>
                <a:lnTo>
                  <a:pt x="484378" y="114681"/>
                </a:lnTo>
                <a:close/>
              </a:path>
              <a:path w="1184275" h="563880">
                <a:moveTo>
                  <a:pt x="487299" y="43942"/>
                </a:moveTo>
                <a:lnTo>
                  <a:pt x="484517" y="27406"/>
                </a:lnTo>
                <a:lnTo>
                  <a:pt x="484466" y="27139"/>
                </a:lnTo>
                <a:lnTo>
                  <a:pt x="476796" y="13550"/>
                </a:lnTo>
                <a:lnTo>
                  <a:pt x="465594" y="4546"/>
                </a:lnTo>
                <a:lnTo>
                  <a:pt x="465861" y="4546"/>
                </a:lnTo>
                <a:lnTo>
                  <a:pt x="451739" y="1143"/>
                </a:lnTo>
                <a:lnTo>
                  <a:pt x="438048" y="4546"/>
                </a:lnTo>
                <a:lnTo>
                  <a:pt x="426859" y="13779"/>
                </a:lnTo>
                <a:lnTo>
                  <a:pt x="419214" y="27406"/>
                </a:lnTo>
                <a:lnTo>
                  <a:pt x="416179" y="43942"/>
                </a:lnTo>
                <a:lnTo>
                  <a:pt x="418998" y="60490"/>
                </a:lnTo>
                <a:lnTo>
                  <a:pt x="426669" y="74104"/>
                </a:lnTo>
                <a:lnTo>
                  <a:pt x="437984" y="83350"/>
                </a:lnTo>
                <a:lnTo>
                  <a:pt x="451739" y="86741"/>
                </a:lnTo>
                <a:lnTo>
                  <a:pt x="465480" y="83350"/>
                </a:lnTo>
                <a:lnTo>
                  <a:pt x="476796" y="74104"/>
                </a:lnTo>
                <a:lnTo>
                  <a:pt x="484466" y="60490"/>
                </a:lnTo>
                <a:lnTo>
                  <a:pt x="487299" y="43942"/>
                </a:lnTo>
                <a:close/>
              </a:path>
              <a:path w="1184275" h="563880">
                <a:moveTo>
                  <a:pt x="769874" y="285877"/>
                </a:moveTo>
                <a:lnTo>
                  <a:pt x="705485" y="285877"/>
                </a:lnTo>
                <a:lnTo>
                  <a:pt x="705104" y="289306"/>
                </a:lnTo>
                <a:lnTo>
                  <a:pt x="703580" y="293370"/>
                </a:lnTo>
                <a:lnTo>
                  <a:pt x="702691" y="296164"/>
                </a:lnTo>
                <a:lnTo>
                  <a:pt x="702691" y="297942"/>
                </a:lnTo>
                <a:lnTo>
                  <a:pt x="702183" y="297942"/>
                </a:lnTo>
                <a:lnTo>
                  <a:pt x="692696" y="315175"/>
                </a:lnTo>
                <a:lnTo>
                  <a:pt x="679475" y="328079"/>
                </a:lnTo>
                <a:lnTo>
                  <a:pt x="663067" y="336169"/>
                </a:lnTo>
                <a:lnTo>
                  <a:pt x="644017" y="338963"/>
                </a:lnTo>
                <a:lnTo>
                  <a:pt x="623227" y="335089"/>
                </a:lnTo>
                <a:lnTo>
                  <a:pt x="605548" y="324091"/>
                </a:lnTo>
                <a:lnTo>
                  <a:pt x="591705" y="306984"/>
                </a:lnTo>
                <a:lnTo>
                  <a:pt x="582422" y="284734"/>
                </a:lnTo>
                <a:lnTo>
                  <a:pt x="518541" y="284734"/>
                </a:lnTo>
                <a:lnTo>
                  <a:pt x="531952" y="333844"/>
                </a:lnTo>
                <a:lnTo>
                  <a:pt x="556856" y="372275"/>
                </a:lnTo>
                <a:lnTo>
                  <a:pt x="591324" y="397319"/>
                </a:lnTo>
                <a:lnTo>
                  <a:pt x="633476" y="406273"/>
                </a:lnTo>
                <a:lnTo>
                  <a:pt x="654392" y="404190"/>
                </a:lnTo>
                <a:lnTo>
                  <a:pt x="674306" y="398145"/>
                </a:lnTo>
                <a:lnTo>
                  <a:pt x="692873" y="388493"/>
                </a:lnTo>
                <a:lnTo>
                  <a:pt x="709803" y="375539"/>
                </a:lnTo>
                <a:lnTo>
                  <a:pt x="709764" y="411861"/>
                </a:lnTo>
                <a:lnTo>
                  <a:pt x="699516" y="463423"/>
                </a:lnTo>
                <a:lnTo>
                  <a:pt x="667346" y="494449"/>
                </a:lnTo>
                <a:lnTo>
                  <a:pt x="645414" y="498729"/>
                </a:lnTo>
                <a:lnTo>
                  <a:pt x="623773" y="494449"/>
                </a:lnTo>
                <a:lnTo>
                  <a:pt x="623392" y="494449"/>
                </a:lnTo>
                <a:lnTo>
                  <a:pt x="604875" y="481926"/>
                </a:lnTo>
                <a:lnTo>
                  <a:pt x="591172" y="462673"/>
                </a:lnTo>
                <a:lnTo>
                  <a:pt x="582930" y="437769"/>
                </a:lnTo>
                <a:lnTo>
                  <a:pt x="520446" y="437769"/>
                </a:lnTo>
                <a:lnTo>
                  <a:pt x="533311" y="488988"/>
                </a:lnTo>
                <a:lnTo>
                  <a:pt x="559841" y="528828"/>
                </a:lnTo>
                <a:lnTo>
                  <a:pt x="597725" y="554723"/>
                </a:lnTo>
                <a:lnTo>
                  <a:pt x="597890" y="554723"/>
                </a:lnTo>
                <a:lnTo>
                  <a:pt x="644398" y="563880"/>
                </a:lnTo>
                <a:lnTo>
                  <a:pt x="690194" y="554723"/>
                </a:lnTo>
                <a:lnTo>
                  <a:pt x="727900" y="529183"/>
                </a:lnTo>
                <a:lnTo>
                  <a:pt x="749134" y="498729"/>
                </a:lnTo>
                <a:lnTo>
                  <a:pt x="755116" y="490156"/>
                </a:lnTo>
                <a:lnTo>
                  <a:pt x="769493" y="440563"/>
                </a:lnTo>
                <a:lnTo>
                  <a:pt x="769493" y="437134"/>
                </a:lnTo>
                <a:lnTo>
                  <a:pt x="769708" y="431609"/>
                </a:lnTo>
                <a:lnTo>
                  <a:pt x="769823" y="419887"/>
                </a:lnTo>
                <a:lnTo>
                  <a:pt x="769874" y="375539"/>
                </a:lnTo>
                <a:lnTo>
                  <a:pt x="769874" y="338963"/>
                </a:lnTo>
                <a:lnTo>
                  <a:pt x="769874" y="285877"/>
                </a:lnTo>
                <a:close/>
              </a:path>
              <a:path w="1184275" h="563880">
                <a:moveTo>
                  <a:pt x="771779" y="256286"/>
                </a:moveTo>
                <a:lnTo>
                  <a:pt x="764425" y="210515"/>
                </a:lnTo>
                <a:lnTo>
                  <a:pt x="751166" y="181483"/>
                </a:lnTo>
                <a:lnTo>
                  <a:pt x="746683" y="171665"/>
                </a:lnTo>
                <a:lnTo>
                  <a:pt x="719975" y="141605"/>
                </a:lnTo>
                <a:lnTo>
                  <a:pt x="685736" y="122199"/>
                </a:lnTo>
                <a:lnTo>
                  <a:pt x="645414" y="115316"/>
                </a:lnTo>
                <a:lnTo>
                  <a:pt x="605269" y="122034"/>
                </a:lnTo>
                <a:lnTo>
                  <a:pt x="571119" y="141097"/>
                </a:lnTo>
                <a:lnTo>
                  <a:pt x="544360" y="170903"/>
                </a:lnTo>
                <a:lnTo>
                  <a:pt x="526364" y="209829"/>
                </a:lnTo>
                <a:lnTo>
                  <a:pt x="518541" y="256286"/>
                </a:lnTo>
                <a:lnTo>
                  <a:pt x="581406" y="256286"/>
                </a:lnTo>
                <a:lnTo>
                  <a:pt x="587730" y="226275"/>
                </a:lnTo>
                <a:lnTo>
                  <a:pt x="587781" y="226009"/>
                </a:lnTo>
                <a:lnTo>
                  <a:pt x="601611" y="202361"/>
                </a:lnTo>
                <a:lnTo>
                  <a:pt x="621347" y="187071"/>
                </a:lnTo>
                <a:lnTo>
                  <a:pt x="621055" y="187071"/>
                </a:lnTo>
                <a:lnTo>
                  <a:pt x="645922" y="181483"/>
                </a:lnTo>
                <a:lnTo>
                  <a:pt x="670585" y="187071"/>
                </a:lnTo>
                <a:lnTo>
                  <a:pt x="690473" y="202603"/>
                </a:lnTo>
                <a:lnTo>
                  <a:pt x="704151" y="226275"/>
                </a:lnTo>
                <a:lnTo>
                  <a:pt x="710184" y="256286"/>
                </a:lnTo>
                <a:lnTo>
                  <a:pt x="771779" y="256286"/>
                </a:lnTo>
                <a:close/>
              </a:path>
              <a:path w="1184275" h="563880">
                <a:moveTo>
                  <a:pt x="1029843" y="220853"/>
                </a:moveTo>
                <a:lnTo>
                  <a:pt x="1028954" y="217424"/>
                </a:lnTo>
                <a:lnTo>
                  <a:pt x="1028446" y="211709"/>
                </a:lnTo>
                <a:lnTo>
                  <a:pt x="1028446" y="206629"/>
                </a:lnTo>
                <a:lnTo>
                  <a:pt x="1017701" y="166116"/>
                </a:lnTo>
                <a:lnTo>
                  <a:pt x="994625" y="129514"/>
                </a:lnTo>
                <a:lnTo>
                  <a:pt x="963752" y="106870"/>
                </a:lnTo>
                <a:lnTo>
                  <a:pt x="927100" y="98679"/>
                </a:lnTo>
                <a:lnTo>
                  <a:pt x="911161" y="100253"/>
                </a:lnTo>
                <a:lnTo>
                  <a:pt x="895692" y="104775"/>
                </a:lnTo>
                <a:lnTo>
                  <a:pt x="881126" y="111975"/>
                </a:lnTo>
                <a:lnTo>
                  <a:pt x="867918" y="121539"/>
                </a:lnTo>
                <a:lnTo>
                  <a:pt x="867918" y="1143"/>
                </a:lnTo>
                <a:lnTo>
                  <a:pt x="804926" y="1143"/>
                </a:lnTo>
                <a:lnTo>
                  <a:pt x="804926" y="397129"/>
                </a:lnTo>
                <a:lnTo>
                  <a:pt x="867918" y="397129"/>
                </a:lnTo>
                <a:lnTo>
                  <a:pt x="867918" y="224282"/>
                </a:lnTo>
                <a:lnTo>
                  <a:pt x="871080" y="201701"/>
                </a:lnTo>
                <a:lnTo>
                  <a:pt x="880503" y="183197"/>
                </a:lnTo>
                <a:lnTo>
                  <a:pt x="896035" y="170713"/>
                </a:lnTo>
                <a:lnTo>
                  <a:pt x="917575" y="166116"/>
                </a:lnTo>
                <a:lnTo>
                  <a:pt x="936840" y="170713"/>
                </a:lnTo>
                <a:lnTo>
                  <a:pt x="936637" y="170713"/>
                </a:lnTo>
                <a:lnTo>
                  <a:pt x="952411" y="183007"/>
                </a:lnTo>
                <a:lnTo>
                  <a:pt x="963307" y="201485"/>
                </a:lnTo>
                <a:lnTo>
                  <a:pt x="967359" y="224282"/>
                </a:lnTo>
                <a:lnTo>
                  <a:pt x="967359" y="397129"/>
                </a:lnTo>
                <a:lnTo>
                  <a:pt x="1029843" y="397129"/>
                </a:lnTo>
                <a:lnTo>
                  <a:pt x="1029843" y="220853"/>
                </a:lnTo>
                <a:close/>
              </a:path>
              <a:path w="1184275" h="563880">
                <a:moveTo>
                  <a:pt x="1183767" y="323596"/>
                </a:moveTo>
                <a:lnTo>
                  <a:pt x="1172159" y="324815"/>
                </a:lnTo>
                <a:lnTo>
                  <a:pt x="1161859" y="324815"/>
                </a:lnTo>
                <a:lnTo>
                  <a:pt x="1131824" y="298767"/>
                </a:lnTo>
                <a:lnTo>
                  <a:pt x="1129284" y="276225"/>
                </a:lnTo>
                <a:lnTo>
                  <a:pt x="1129284" y="152908"/>
                </a:lnTo>
                <a:lnTo>
                  <a:pt x="1170940" y="152908"/>
                </a:lnTo>
                <a:lnTo>
                  <a:pt x="1170940" y="86106"/>
                </a:lnTo>
                <a:lnTo>
                  <a:pt x="1129284" y="86106"/>
                </a:lnTo>
                <a:lnTo>
                  <a:pt x="1129284" y="19431"/>
                </a:lnTo>
                <a:lnTo>
                  <a:pt x="1068705" y="19431"/>
                </a:lnTo>
                <a:lnTo>
                  <a:pt x="1068743" y="276225"/>
                </a:lnTo>
                <a:lnTo>
                  <a:pt x="1076083" y="328993"/>
                </a:lnTo>
                <a:lnTo>
                  <a:pt x="1098042" y="368681"/>
                </a:lnTo>
                <a:lnTo>
                  <a:pt x="1141996" y="392684"/>
                </a:lnTo>
                <a:lnTo>
                  <a:pt x="1142250" y="392684"/>
                </a:lnTo>
                <a:lnTo>
                  <a:pt x="1159510" y="394335"/>
                </a:lnTo>
                <a:lnTo>
                  <a:pt x="1169035" y="394335"/>
                </a:lnTo>
                <a:lnTo>
                  <a:pt x="1174242" y="393192"/>
                </a:lnTo>
                <a:lnTo>
                  <a:pt x="1183767" y="392684"/>
                </a:lnTo>
                <a:lnTo>
                  <a:pt x="1183767" y="324815"/>
                </a:lnTo>
                <a:lnTo>
                  <a:pt x="1183767" y="3235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954443" y="5600077"/>
            <a:ext cx="2198052" cy="461340"/>
          </a:xfrm>
          <a:prstGeom prst="rect">
            <a:avLst/>
          </a:prstGeom>
        </p:spPr>
      </p:pic>
      <p:pic>
        <p:nvPicPr>
          <p:cNvPr id="74" name="object 74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3286232" y="6993204"/>
            <a:ext cx="1002576" cy="563930"/>
          </a:xfrm>
          <a:prstGeom prst="rect">
            <a:avLst/>
          </a:prstGeom>
        </p:spPr>
      </p:pic>
      <p:grpSp>
        <p:nvGrpSpPr>
          <p:cNvPr id="75" name="object 75" descr=""/>
          <p:cNvGrpSpPr/>
          <p:nvPr/>
        </p:nvGrpSpPr>
        <p:grpSpPr>
          <a:xfrm>
            <a:off x="8472423" y="2588731"/>
            <a:ext cx="525780" cy="583565"/>
            <a:chOff x="8472423" y="2588731"/>
            <a:chExt cx="525780" cy="583565"/>
          </a:xfrm>
        </p:grpSpPr>
        <p:sp>
          <p:nvSpPr>
            <p:cNvPr id="76" name="object 76" descr=""/>
            <p:cNvSpPr/>
            <p:nvPr/>
          </p:nvSpPr>
          <p:spPr>
            <a:xfrm>
              <a:off x="8472423" y="2588731"/>
              <a:ext cx="525780" cy="583565"/>
            </a:xfrm>
            <a:custGeom>
              <a:avLst/>
              <a:gdLst/>
              <a:ahLst/>
              <a:cxnLst/>
              <a:rect l="l" t="t" r="r" b="b"/>
              <a:pathLst>
                <a:path w="525779" h="583564">
                  <a:moveTo>
                    <a:pt x="453288" y="0"/>
                  </a:moveTo>
                  <a:lnTo>
                    <a:pt x="214530" y="0"/>
                  </a:lnTo>
                  <a:lnTo>
                    <a:pt x="71120" y="671"/>
                  </a:lnTo>
                  <a:lnTo>
                    <a:pt x="66167" y="2322"/>
                  </a:lnTo>
                  <a:lnTo>
                    <a:pt x="61341" y="4227"/>
                  </a:lnTo>
                  <a:lnTo>
                    <a:pt x="56515" y="7021"/>
                  </a:lnTo>
                  <a:lnTo>
                    <a:pt x="45563" y="11863"/>
                  </a:lnTo>
                  <a:lnTo>
                    <a:pt x="10554" y="48261"/>
                  </a:lnTo>
                  <a:lnTo>
                    <a:pt x="0" y="90587"/>
                  </a:lnTo>
                  <a:lnTo>
                    <a:pt x="0" y="497495"/>
                  </a:lnTo>
                  <a:lnTo>
                    <a:pt x="761" y="499273"/>
                  </a:lnTo>
                  <a:lnTo>
                    <a:pt x="764" y="502841"/>
                  </a:lnTo>
                  <a:lnTo>
                    <a:pt x="19692" y="547853"/>
                  </a:lnTo>
                  <a:lnTo>
                    <a:pt x="53879" y="576839"/>
                  </a:lnTo>
                  <a:lnTo>
                    <a:pt x="80772" y="583093"/>
                  </a:lnTo>
                  <a:lnTo>
                    <a:pt x="441451" y="583093"/>
                  </a:lnTo>
                  <a:lnTo>
                    <a:pt x="487011" y="567020"/>
                  </a:lnTo>
                  <a:lnTo>
                    <a:pt x="519239" y="521467"/>
                  </a:lnTo>
                  <a:lnTo>
                    <a:pt x="525526" y="483144"/>
                  </a:lnTo>
                  <a:lnTo>
                    <a:pt x="525525" y="478572"/>
                  </a:lnTo>
                  <a:lnTo>
                    <a:pt x="128524" y="478572"/>
                  </a:lnTo>
                  <a:lnTo>
                    <a:pt x="117756" y="477068"/>
                  </a:lnTo>
                  <a:lnTo>
                    <a:pt x="108870" y="472540"/>
                  </a:lnTo>
                  <a:lnTo>
                    <a:pt x="102127" y="464964"/>
                  </a:lnTo>
                  <a:lnTo>
                    <a:pt x="97790" y="454315"/>
                  </a:lnTo>
                  <a:lnTo>
                    <a:pt x="97027" y="452537"/>
                  </a:lnTo>
                  <a:lnTo>
                    <a:pt x="97123" y="213968"/>
                  </a:lnTo>
                  <a:lnTo>
                    <a:pt x="97349" y="175181"/>
                  </a:lnTo>
                  <a:lnTo>
                    <a:pt x="97790" y="136561"/>
                  </a:lnTo>
                  <a:lnTo>
                    <a:pt x="123571" y="106843"/>
                  </a:lnTo>
                  <a:lnTo>
                    <a:pt x="525488" y="106843"/>
                  </a:lnTo>
                  <a:lnTo>
                    <a:pt x="525488" y="100303"/>
                  </a:lnTo>
                  <a:lnTo>
                    <a:pt x="516469" y="54385"/>
                  </a:lnTo>
                  <a:lnTo>
                    <a:pt x="489894" y="18936"/>
                  </a:lnTo>
                  <a:lnTo>
                    <a:pt x="470534" y="7021"/>
                  </a:lnTo>
                  <a:lnTo>
                    <a:pt x="453288" y="0"/>
                  </a:lnTo>
                  <a:close/>
                </a:path>
                <a:path w="525779" h="583564">
                  <a:moveTo>
                    <a:pt x="525488" y="106843"/>
                  </a:moveTo>
                  <a:lnTo>
                    <a:pt x="404241" y="106843"/>
                  </a:lnTo>
                  <a:lnTo>
                    <a:pt x="413521" y="108629"/>
                  </a:lnTo>
                  <a:lnTo>
                    <a:pt x="421433" y="113701"/>
                  </a:lnTo>
                  <a:lnTo>
                    <a:pt x="427226" y="121631"/>
                  </a:lnTo>
                  <a:lnTo>
                    <a:pt x="430149" y="131989"/>
                  </a:lnTo>
                  <a:lnTo>
                    <a:pt x="430786" y="136561"/>
                  </a:lnTo>
                  <a:lnTo>
                    <a:pt x="430910" y="439964"/>
                  </a:lnTo>
                  <a:lnTo>
                    <a:pt x="429607" y="451496"/>
                  </a:lnTo>
                  <a:lnTo>
                    <a:pt x="402590" y="478572"/>
                  </a:lnTo>
                  <a:lnTo>
                    <a:pt x="525525" y="478572"/>
                  </a:lnTo>
                  <a:lnTo>
                    <a:pt x="525488" y="106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661526" y="2801874"/>
              <a:ext cx="144779" cy="159257"/>
            </a:xfrm>
            <a:prstGeom prst="rect">
              <a:avLst/>
            </a:prstGeom>
          </p:spPr>
        </p:pic>
      </p:grpSp>
      <p:sp>
        <p:nvSpPr>
          <p:cNvPr id="78" name="object 78" descr=""/>
          <p:cNvSpPr/>
          <p:nvPr/>
        </p:nvSpPr>
        <p:spPr>
          <a:xfrm>
            <a:off x="10148570" y="2808096"/>
            <a:ext cx="347980" cy="267335"/>
          </a:xfrm>
          <a:custGeom>
            <a:avLst/>
            <a:gdLst/>
            <a:ahLst/>
            <a:cxnLst/>
            <a:rect l="l" t="t" r="r" b="b"/>
            <a:pathLst>
              <a:path w="347979" h="267335">
                <a:moveTo>
                  <a:pt x="94615" y="0"/>
                </a:moveTo>
                <a:lnTo>
                  <a:pt x="74434" y="2019"/>
                </a:lnTo>
                <a:lnTo>
                  <a:pt x="56578" y="8674"/>
                </a:lnTo>
                <a:lnTo>
                  <a:pt x="41567" y="20904"/>
                </a:lnTo>
                <a:lnTo>
                  <a:pt x="29972" y="39624"/>
                </a:lnTo>
                <a:lnTo>
                  <a:pt x="29972" y="5461"/>
                </a:lnTo>
                <a:lnTo>
                  <a:pt x="0" y="5461"/>
                </a:lnTo>
                <a:lnTo>
                  <a:pt x="0" y="260096"/>
                </a:lnTo>
                <a:lnTo>
                  <a:pt x="29972" y="260096"/>
                </a:lnTo>
                <a:lnTo>
                  <a:pt x="29972" y="103505"/>
                </a:lnTo>
                <a:lnTo>
                  <a:pt x="31623" y="92710"/>
                </a:lnTo>
                <a:lnTo>
                  <a:pt x="48679" y="56349"/>
                </a:lnTo>
                <a:lnTo>
                  <a:pt x="84963" y="35941"/>
                </a:lnTo>
                <a:lnTo>
                  <a:pt x="94615" y="34290"/>
                </a:lnTo>
                <a:lnTo>
                  <a:pt x="94615" y="0"/>
                </a:lnTo>
                <a:close/>
              </a:path>
              <a:path w="347979" h="267335">
                <a:moveTo>
                  <a:pt x="347726" y="116205"/>
                </a:moveTo>
                <a:lnTo>
                  <a:pt x="347446" y="115189"/>
                </a:lnTo>
                <a:lnTo>
                  <a:pt x="346964" y="113411"/>
                </a:lnTo>
                <a:lnTo>
                  <a:pt x="346964" y="111633"/>
                </a:lnTo>
                <a:lnTo>
                  <a:pt x="336359" y="79667"/>
                </a:lnTo>
                <a:lnTo>
                  <a:pt x="322605" y="54140"/>
                </a:lnTo>
                <a:lnTo>
                  <a:pt x="314579" y="44754"/>
                </a:lnTo>
                <a:lnTo>
                  <a:pt x="314579" y="115189"/>
                </a:lnTo>
                <a:lnTo>
                  <a:pt x="137541" y="115189"/>
                </a:lnTo>
                <a:lnTo>
                  <a:pt x="162026" y="59042"/>
                </a:lnTo>
                <a:lnTo>
                  <a:pt x="212725" y="30607"/>
                </a:lnTo>
                <a:lnTo>
                  <a:pt x="221996" y="29464"/>
                </a:lnTo>
                <a:lnTo>
                  <a:pt x="226441" y="29464"/>
                </a:lnTo>
                <a:lnTo>
                  <a:pt x="259207" y="36626"/>
                </a:lnTo>
                <a:lnTo>
                  <a:pt x="286131" y="55714"/>
                </a:lnTo>
                <a:lnTo>
                  <a:pt x="305231" y="83096"/>
                </a:lnTo>
                <a:lnTo>
                  <a:pt x="314579" y="115189"/>
                </a:lnTo>
                <a:lnTo>
                  <a:pt x="314579" y="44754"/>
                </a:lnTo>
                <a:lnTo>
                  <a:pt x="281432" y="16256"/>
                </a:lnTo>
                <a:lnTo>
                  <a:pt x="240944" y="1371"/>
                </a:lnTo>
                <a:lnTo>
                  <a:pt x="227330" y="381"/>
                </a:lnTo>
                <a:lnTo>
                  <a:pt x="213067" y="1371"/>
                </a:lnTo>
                <a:lnTo>
                  <a:pt x="213868" y="1371"/>
                </a:lnTo>
                <a:lnTo>
                  <a:pt x="201269" y="3937"/>
                </a:lnTo>
                <a:lnTo>
                  <a:pt x="156387" y="27381"/>
                </a:lnTo>
                <a:lnTo>
                  <a:pt x="127317" y="62484"/>
                </a:lnTo>
                <a:lnTo>
                  <a:pt x="111455" y="105968"/>
                </a:lnTo>
                <a:lnTo>
                  <a:pt x="108648" y="127939"/>
                </a:lnTo>
                <a:lnTo>
                  <a:pt x="109080" y="146685"/>
                </a:lnTo>
                <a:lnTo>
                  <a:pt x="109156" y="150075"/>
                </a:lnTo>
                <a:lnTo>
                  <a:pt x="120065" y="191401"/>
                </a:lnTo>
                <a:lnTo>
                  <a:pt x="141249" y="225171"/>
                </a:lnTo>
                <a:lnTo>
                  <a:pt x="181483" y="256260"/>
                </a:lnTo>
                <a:lnTo>
                  <a:pt x="223901" y="267208"/>
                </a:lnTo>
                <a:lnTo>
                  <a:pt x="229616" y="267208"/>
                </a:lnTo>
                <a:lnTo>
                  <a:pt x="239280" y="266700"/>
                </a:lnTo>
                <a:lnTo>
                  <a:pt x="239636" y="266700"/>
                </a:lnTo>
                <a:lnTo>
                  <a:pt x="284670" y="251663"/>
                </a:lnTo>
                <a:lnTo>
                  <a:pt x="302564" y="238252"/>
                </a:lnTo>
                <a:lnTo>
                  <a:pt x="310146" y="231394"/>
                </a:lnTo>
                <a:lnTo>
                  <a:pt x="332435" y="198932"/>
                </a:lnTo>
                <a:lnTo>
                  <a:pt x="341249" y="176403"/>
                </a:lnTo>
                <a:lnTo>
                  <a:pt x="309753" y="176403"/>
                </a:lnTo>
                <a:lnTo>
                  <a:pt x="308991" y="179070"/>
                </a:lnTo>
                <a:lnTo>
                  <a:pt x="307340" y="180975"/>
                </a:lnTo>
                <a:lnTo>
                  <a:pt x="284734" y="215138"/>
                </a:lnTo>
                <a:lnTo>
                  <a:pt x="243395" y="236728"/>
                </a:lnTo>
                <a:lnTo>
                  <a:pt x="243078" y="236728"/>
                </a:lnTo>
                <a:lnTo>
                  <a:pt x="228727" y="238252"/>
                </a:lnTo>
                <a:lnTo>
                  <a:pt x="223774" y="238252"/>
                </a:lnTo>
                <a:lnTo>
                  <a:pt x="218694" y="237871"/>
                </a:lnTo>
                <a:lnTo>
                  <a:pt x="171183" y="215328"/>
                </a:lnTo>
                <a:lnTo>
                  <a:pt x="144018" y="173736"/>
                </a:lnTo>
                <a:lnTo>
                  <a:pt x="138353" y="153949"/>
                </a:lnTo>
                <a:lnTo>
                  <a:pt x="136779" y="146685"/>
                </a:lnTo>
                <a:lnTo>
                  <a:pt x="346075" y="146685"/>
                </a:lnTo>
                <a:lnTo>
                  <a:pt x="346100" y="138252"/>
                </a:lnTo>
                <a:lnTo>
                  <a:pt x="346278" y="130403"/>
                </a:lnTo>
                <a:lnTo>
                  <a:pt x="346760" y="123075"/>
                </a:lnTo>
                <a:lnTo>
                  <a:pt x="347726" y="116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9056243" y="2703956"/>
            <a:ext cx="492759" cy="467359"/>
          </a:xfrm>
          <a:custGeom>
            <a:avLst/>
            <a:gdLst/>
            <a:ahLst/>
            <a:cxnLst/>
            <a:rect l="l" t="t" r="r" b="b"/>
            <a:pathLst>
              <a:path w="492759" h="467360">
                <a:moveTo>
                  <a:pt x="214083" y="277456"/>
                </a:moveTo>
                <a:lnTo>
                  <a:pt x="210972" y="239382"/>
                </a:lnTo>
                <a:lnTo>
                  <a:pt x="179578" y="192963"/>
                </a:lnTo>
                <a:lnTo>
                  <a:pt x="144018" y="173355"/>
                </a:lnTo>
                <a:lnTo>
                  <a:pt x="97790" y="158280"/>
                </a:lnTo>
                <a:lnTo>
                  <a:pt x="84137" y="153708"/>
                </a:lnTo>
                <a:lnTo>
                  <a:pt x="47409" y="129832"/>
                </a:lnTo>
                <a:lnTo>
                  <a:pt x="40386" y="100584"/>
                </a:lnTo>
                <a:lnTo>
                  <a:pt x="41503" y="84861"/>
                </a:lnTo>
                <a:lnTo>
                  <a:pt x="64643" y="49276"/>
                </a:lnTo>
                <a:lnTo>
                  <a:pt x="104140" y="34671"/>
                </a:lnTo>
                <a:lnTo>
                  <a:pt x="109728" y="34671"/>
                </a:lnTo>
                <a:lnTo>
                  <a:pt x="152857" y="55346"/>
                </a:lnTo>
                <a:lnTo>
                  <a:pt x="168706" y="87718"/>
                </a:lnTo>
                <a:lnTo>
                  <a:pt x="171323" y="95123"/>
                </a:lnTo>
                <a:lnTo>
                  <a:pt x="201295" y="95123"/>
                </a:lnTo>
                <a:lnTo>
                  <a:pt x="199644" y="90678"/>
                </a:lnTo>
                <a:lnTo>
                  <a:pt x="198882" y="86995"/>
                </a:lnTo>
                <a:lnTo>
                  <a:pt x="198882" y="82550"/>
                </a:lnTo>
                <a:lnTo>
                  <a:pt x="195884" y="65659"/>
                </a:lnTo>
                <a:lnTo>
                  <a:pt x="168910" y="24003"/>
                </a:lnTo>
                <a:lnTo>
                  <a:pt x="123393" y="1485"/>
                </a:lnTo>
                <a:lnTo>
                  <a:pt x="107061" y="0"/>
                </a:lnTo>
                <a:lnTo>
                  <a:pt x="98628" y="406"/>
                </a:lnTo>
                <a:lnTo>
                  <a:pt x="53035" y="15786"/>
                </a:lnTo>
                <a:lnTo>
                  <a:pt x="23723" y="46278"/>
                </a:lnTo>
                <a:lnTo>
                  <a:pt x="9296" y="88176"/>
                </a:lnTo>
                <a:lnTo>
                  <a:pt x="8902" y="99110"/>
                </a:lnTo>
                <a:lnTo>
                  <a:pt x="9652" y="110363"/>
                </a:lnTo>
                <a:lnTo>
                  <a:pt x="27432" y="154559"/>
                </a:lnTo>
                <a:lnTo>
                  <a:pt x="64452" y="180924"/>
                </a:lnTo>
                <a:lnTo>
                  <a:pt x="125234" y="201104"/>
                </a:lnTo>
                <a:lnTo>
                  <a:pt x="140716" y="206756"/>
                </a:lnTo>
                <a:lnTo>
                  <a:pt x="174625" y="232918"/>
                </a:lnTo>
                <a:lnTo>
                  <a:pt x="183273" y="272148"/>
                </a:lnTo>
                <a:lnTo>
                  <a:pt x="177774" y="291985"/>
                </a:lnTo>
                <a:lnTo>
                  <a:pt x="139954" y="330034"/>
                </a:lnTo>
                <a:lnTo>
                  <a:pt x="109220" y="337058"/>
                </a:lnTo>
                <a:lnTo>
                  <a:pt x="102997" y="337058"/>
                </a:lnTo>
                <a:lnTo>
                  <a:pt x="58750" y="320421"/>
                </a:lnTo>
                <a:lnTo>
                  <a:pt x="33667" y="284353"/>
                </a:lnTo>
                <a:lnTo>
                  <a:pt x="28194" y="262636"/>
                </a:lnTo>
                <a:lnTo>
                  <a:pt x="0" y="262636"/>
                </a:lnTo>
                <a:lnTo>
                  <a:pt x="0" y="277876"/>
                </a:lnTo>
                <a:lnTo>
                  <a:pt x="762" y="280543"/>
                </a:lnTo>
                <a:lnTo>
                  <a:pt x="762" y="284226"/>
                </a:lnTo>
                <a:lnTo>
                  <a:pt x="17437" y="326682"/>
                </a:lnTo>
                <a:lnTo>
                  <a:pt x="49276" y="357124"/>
                </a:lnTo>
                <a:lnTo>
                  <a:pt x="91757" y="372656"/>
                </a:lnTo>
                <a:lnTo>
                  <a:pt x="106680" y="373761"/>
                </a:lnTo>
                <a:lnTo>
                  <a:pt x="112268" y="373761"/>
                </a:lnTo>
                <a:lnTo>
                  <a:pt x="155778" y="362496"/>
                </a:lnTo>
                <a:lnTo>
                  <a:pt x="199047" y="322110"/>
                </a:lnTo>
                <a:lnTo>
                  <a:pt x="209143" y="300786"/>
                </a:lnTo>
                <a:lnTo>
                  <a:pt x="214083" y="277456"/>
                </a:lnTo>
                <a:close/>
              </a:path>
              <a:path w="492759" h="467360">
                <a:moveTo>
                  <a:pt x="492379" y="109601"/>
                </a:moveTo>
                <a:lnTo>
                  <a:pt x="465709" y="109601"/>
                </a:lnTo>
                <a:lnTo>
                  <a:pt x="465709" y="237363"/>
                </a:lnTo>
                <a:lnTo>
                  <a:pt x="458812" y="278752"/>
                </a:lnTo>
                <a:lnTo>
                  <a:pt x="439699" y="311848"/>
                </a:lnTo>
                <a:lnTo>
                  <a:pt x="410730" y="333806"/>
                </a:lnTo>
                <a:lnTo>
                  <a:pt x="374269" y="341757"/>
                </a:lnTo>
                <a:lnTo>
                  <a:pt x="337629" y="334073"/>
                </a:lnTo>
                <a:lnTo>
                  <a:pt x="308178" y="312635"/>
                </a:lnTo>
                <a:lnTo>
                  <a:pt x="288556" y="279882"/>
                </a:lnTo>
                <a:lnTo>
                  <a:pt x="281432" y="238252"/>
                </a:lnTo>
                <a:lnTo>
                  <a:pt x="288290" y="196278"/>
                </a:lnTo>
                <a:lnTo>
                  <a:pt x="288328" y="196088"/>
                </a:lnTo>
                <a:lnTo>
                  <a:pt x="307555" y="162877"/>
                </a:lnTo>
                <a:lnTo>
                  <a:pt x="336931" y="140817"/>
                </a:lnTo>
                <a:lnTo>
                  <a:pt x="374269" y="132080"/>
                </a:lnTo>
                <a:lnTo>
                  <a:pt x="410730" y="140322"/>
                </a:lnTo>
                <a:lnTo>
                  <a:pt x="439737" y="162877"/>
                </a:lnTo>
                <a:lnTo>
                  <a:pt x="458711" y="196088"/>
                </a:lnTo>
                <a:lnTo>
                  <a:pt x="458812" y="196278"/>
                </a:lnTo>
                <a:lnTo>
                  <a:pt x="465709" y="237363"/>
                </a:lnTo>
                <a:lnTo>
                  <a:pt x="465709" y="109601"/>
                </a:lnTo>
                <a:lnTo>
                  <a:pt x="463296" y="109601"/>
                </a:lnTo>
                <a:lnTo>
                  <a:pt x="463296" y="152781"/>
                </a:lnTo>
                <a:lnTo>
                  <a:pt x="445897" y="132080"/>
                </a:lnTo>
                <a:lnTo>
                  <a:pt x="444461" y="130378"/>
                </a:lnTo>
                <a:lnTo>
                  <a:pt x="422605" y="115112"/>
                </a:lnTo>
                <a:lnTo>
                  <a:pt x="398767" y="106400"/>
                </a:lnTo>
                <a:lnTo>
                  <a:pt x="374015" y="103632"/>
                </a:lnTo>
                <a:lnTo>
                  <a:pt x="351002" y="105892"/>
                </a:lnTo>
                <a:lnTo>
                  <a:pt x="309054" y="122389"/>
                </a:lnTo>
                <a:lnTo>
                  <a:pt x="262801" y="177546"/>
                </a:lnTo>
                <a:lnTo>
                  <a:pt x="250672" y="226352"/>
                </a:lnTo>
                <a:lnTo>
                  <a:pt x="255104" y="276161"/>
                </a:lnTo>
                <a:lnTo>
                  <a:pt x="275717" y="321056"/>
                </a:lnTo>
                <a:lnTo>
                  <a:pt x="313182" y="355968"/>
                </a:lnTo>
                <a:lnTo>
                  <a:pt x="359791" y="370586"/>
                </a:lnTo>
                <a:lnTo>
                  <a:pt x="365582" y="371348"/>
                </a:lnTo>
                <a:lnTo>
                  <a:pt x="374396" y="371348"/>
                </a:lnTo>
                <a:lnTo>
                  <a:pt x="399503" y="368592"/>
                </a:lnTo>
                <a:lnTo>
                  <a:pt x="422732" y="360019"/>
                </a:lnTo>
                <a:lnTo>
                  <a:pt x="443598" y="345211"/>
                </a:lnTo>
                <a:lnTo>
                  <a:pt x="446493" y="341757"/>
                </a:lnTo>
                <a:lnTo>
                  <a:pt x="461645" y="323723"/>
                </a:lnTo>
                <a:lnTo>
                  <a:pt x="463296" y="323723"/>
                </a:lnTo>
                <a:lnTo>
                  <a:pt x="463296" y="466979"/>
                </a:lnTo>
                <a:lnTo>
                  <a:pt x="492379" y="466979"/>
                </a:lnTo>
                <a:lnTo>
                  <a:pt x="492379" y="323723"/>
                </a:lnTo>
                <a:lnTo>
                  <a:pt x="492379" y="152781"/>
                </a:lnTo>
                <a:lnTo>
                  <a:pt x="492379" y="109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9601632" y="2807588"/>
            <a:ext cx="488950" cy="268605"/>
          </a:xfrm>
          <a:custGeom>
            <a:avLst/>
            <a:gdLst/>
            <a:ahLst/>
            <a:cxnLst/>
            <a:rect l="l" t="t" r="r" b="b"/>
            <a:pathLst>
              <a:path w="488950" h="268605">
                <a:moveTo>
                  <a:pt x="202514" y="5969"/>
                </a:moveTo>
                <a:lnTo>
                  <a:pt x="173431" y="5969"/>
                </a:lnTo>
                <a:lnTo>
                  <a:pt x="173393" y="147586"/>
                </a:lnTo>
                <a:lnTo>
                  <a:pt x="173126" y="156387"/>
                </a:lnTo>
                <a:lnTo>
                  <a:pt x="159664" y="206121"/>
                </a:lnTo>
                <a:lnTo>
                  <a:pt x="127647" y="233400"/>
                </a:lnTo>
                <a:lnTo>
                  <a:pt x="101295" y="237998"/>
                </a:lnTo>
                <a:lnTo>
                  <a:pt x="96977" y="237998"/>
                </a:lnTo>
                <a:lnTo>
                  <a:pt x="58369" y="223418"/>
                </a:lnTo>
                <a:lnTo>
                  <a:pt x="35648" y="182422"/>
                </a:lnTo>
                <a:lnTo>
                  <a:pt x="31953" y="147193"/>
                </a:lnTo>
                <a:lnTo>
                  <a:pt x="31953" y="5969"/>
                </a:lnTo>
                <a:lnTo>
                  <a:pt x="1219" y="5969"/>
                </a:lnTo>
                <a:lnTo>
                  <a:pt x="1219" y="12192"/>
                </a:lnTo>
                <a:lnTo>
                  <a:pt x="330" y="16764"/>
                </a:lnTo>
                <a:lnTo>
                  <a:pt x="0" y="107442"/>
                </a:lnTo>
                <a:lnTo>
                  <a:pt x="723" y="150660"/>
                </a:lnTo>
                <a:lnTo>
                  <a:pt x="4394" y="189484"/>
                </a:lnTo>
                <a:lnTo>
                  <a:pt x="18948" y="227139"/>
                </a:lnTo>
                <a:lnTo>
                  <a:pt x="48082" y="255270"/>
                </a:lnTo>
                <a:lnTo>
                  <a:pt x="85153" y="267817"/>
                </a:lnTo>
                <a:lnTo>
                  <a:pt x="97866" y="268605"/>
                </a:lnTo>
                <a:lnTo>
                  <a:pt x="105740" y="268605"/>
                </a:lnTo>
                <a:lnTo>
                  <a:pt x="143230" y="258089"/>
                </a:lnTo>
                <a:lnTo>
                  <a:pt x="174193" y="225552"/>
                </a:lnTo>
                <a:lnTo>
                  <a:pt x="174193" y="261493"/>
                </a:lnTo>
                <a:lnTo>
                  <a:pt x="202514" y="261493"/>
                </a:lnTo>
                <a:lnTo>
                  <a:pt x="202514" y="5969"/>
                </a:lnTo>
                <a:close/>
              </a:path>
              <a:path w="488950" h="268605">
                <a:moveTo>
                  <a:pt x="488772" y="261493"/>
                </a:moveTo>
                <a:lnTo>
                  <a:pt x="488746" y="217551"/>
                </a:lnTo>
                <a:lnTo>
                  <a:pt x="488645" y="127508"/>
                </a:lnTo>
                <a:lnTo>
                  <a:pt x="488391" y="60807"/>
                </a:lnTo>
                <a:lnTo>
                  <a:pt x="488124" y="22136"/>
                </a:lnTo>
                <a:lnTo>
                  <a:pt x="488010" y="5969"/>
                </a:lnTo>
                <a:lnTo>
                  <a:pt x="460451" y="5969"/>
                </a:lnTo>
                <a:lnTo>
                  <a:pt x="460451" y="134620"/>
                </a:lnTo>
                <a:lnTo>
                  <a:pt x="453580" y="175120"/>
                </a:lnTo>
                <a:lnTo>
                  <a:pt x="433781" y="208000"/>
                </a:lnTo>
                <a:lnTo>
                  <a:pt x="404253" y="230073"/>
                </a:lnTo>
                <a:lnTo>
                  <a:pt x="368249" y="238125"/>
                </a:lnTo>
                <a:lnTo>
                  <a:pt x="331444" y="230200"/>
                </a:lnTo>
                <a:lnTo>
                  <a:pt x="301142" y="207772"/>
                </a:lnTo>
                <a:lnTo>
                  <a:pt x="281139" y="172872"/>
                </a:lnTo>
                <a:lnTo>
                  <a:pt x="275399" y="128460"/>
                </a:lnTo>
                <a:lnTo>
                  <a:pt x="275285" y="127508"/>
                </a:lnTo>
                <a:lnTo>
                  <a:pt x="283654" y="89484"/>
                </a:lnTo>
                <a:lnTo>
                  <a:pt x="303060" y="58585"/>
                </a:lnTo>
                <a:lnTo>
                  <a:pt x="332041" y="37820"/>
                </a:lnTo>
                <a:lnTo>
                  <a:pt x="369138" y="30226"/>
                </a:lnTo>
                <a:lnTo>
                  <a:pt x="405015" y="38430"/>
                </a:lnTo>
                <a:lnTo>
                  <a:pt x="434225" y="60807"/>
                </a:lnTo>
                <a:lnTo>
                  <a:pt x="453720" y="93992"/>
                </a:lnTo>
                <a:lnTo>
                  <a:pt x="460451" y="134620"/>
                </a:lnTo>
                <a:lnTo>
                  <a:pt x="460451" y="5969"/>
                </a:lnTo>
                <a:lnTo>
                  <a:pt x="458038" y="5969"/>
                </a:lnTo>
                <a:lnTo>
                  <a:pt x="458038" y="50038"/>
                </a:lnTo>
                <a:lnTo>
                  <a:pt x="441655" y="30226"/>
                </a:lnTo>
                <a:lnTo>
                  <a:pt x="439839" y="28028"/>
                </a:lnTo>
                <a:lnTo>
                  <a:pt x="417982" y="12407"/>
                </a:lnTo>
                <a:lnTo>
                  <a:pt x="393573" y="3086"/>
                </a:lnTo>
                <a:lnTo>
                  <a:pt x="367741" y="0"/>
                </a:lnTo>
                <a:lnTo>
                  <a:pt x="344208" y="2476"/>
                </a:lnTo>
                <a:lnTo>
                  <a:pt x="299618" y="22136"/>
                </a:lnTo>
                <a:lnTo>
                  <a:pt x="255358" y="79756"/>
                </a:lnTo>
                <a:lnTo>
                  <a:pt x="245389" y="128460"/>
                </a:lnTo>
                <a:lnTo>
                  <a:pt x="252387" y="179374"/>
                </a:lnTo>
                <a:lnTo>
                  <a:pt x="278460" y="226441"/>
                </a:lnTo>
                <a:lnTo>
                  <a:pt x="313982" y="255181"/>
                </a:lnTo>
                <a:lnTo>
                  <a:pt x="356184" y="266954"/>
                </a:lnTo>
                <a:lnTo>
                  <a:pt x="364566" y="267589"/>
                </a:lnTo>
                <a:lnTo>
                  <a:pt x="368630" y="267589"/>
                </a:lnTo>
                <a:lnTo>
                  <a:pt x="394652" y="264756"/>
                </a:lnTo>
                <a:lnTo>
                  <a:pt x="418680" y="255866"/>
                </a:lnTo>
                <a:lnTo>
                  <a:pt x="440436" y="240322"/>
                </a:lnTo>
                <a:lnTo>
                  <a:pt x="442290" y="238125"/>
                </a:lnTo>
                <a:lnTo>
                  <a:pt x="459689" y="217551"/>
                </a:lnTo>
                <a:lnTo>
                  <a:pt x="459689" y="261493"/>
                </a:lnTo>
                <a:lnTo>
                  <a:pt x="488772" y="2614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" name="object 81" descr=""/>
          <p:cNvGrpSpPr/>
          <p:nvPr/>
        </p:nvGrpSpPr>
        <p:grpSpPr>
          <a:xfrm>
            <a:off x="4736719" y="8454390"/>
            <a:ext cx="293370" cy="564515"/>
            <a:chOff x="4736719" y="8454390"/>
            <a:chExt cx="293370" cy="564515"/>
          </a:xfrm>
        </p:grpSpPr>
        <p:pic>
          <p:nvPicPr>
            <p:cNvPr id="82" name="object 8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781423" y="8897874"/>
              <a:ext cx="79755" cy="74294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4736719" y="8576818"/>
              <a:ext cx="212725" cy="441959"/>
            </a:xfrm>
            <a:custGeom>
              <a:avLst/>
              <a:gdLst/>
              <a:ahLst/>
              <a:cxnLst/>
              <a:rect l="l" t="t" r="r" b="b"/>
              <a:pathLst>
                <a:path w="212725" h="441959">
                  <a:moveTo>
                    <a:pt x="192913" y="2032"/>
                  </a:moveTo>
                  <a:lnTo>
                    <a:pt x="191516" y="2032"/>
                  </a:lnTo>
                  <a:lnTo>
                    <a:pt x="191516" y="0"/>
                  </a:lnTo>
                  <a:lnTo>
                    <a:pt x="190119" y="0"/>
                  </a:lnTo>
                  <a:lnTo>
                    <a:pt x="188722" y="2032"/>
                  </a:lnTo>
                  <a:lnTo>
                    <a:pt x="165442" y="6896"/>
                  </a:lnTo>
                  <a:lnTo>
                    <a:pt x="141922" y="12509"/>
                  </a:lnTo>
                  <a:lnTo>
                    <a:pt x="118389" y="18897"/>
                  </a:lnTo>
                  <a:lnTo>
                    <a:pt x="95123" y="26035"/>
                  </a:lnTo>
                  <a:lnTo>
                    <a:pt x="89535" y="30099"/>
                  </a:lnTo>
                  <a:lnTo>
                    <a:pt x="89535" y="32131"/>
                  </a:lnTo>
                  <a:lnTo>
                    <a:pt x="71983" y="62585"/>
                  </a:lnTo>
                  <a:lnTo>
                    <a:pt x="55067" y="93586"/>
                  </a:lnTo>
                  <a:lnTo>
                    <a:pt x="38938" y="124955"/>
                  </a:lnTo>
                  <a:lnTo>
                    <a:pt x="23749" y="156464"/>
                  </a:lnTo>
                  <a:lnTo>
                    <a:pt x="22352" y="158496"/>
                  </a:lnTo>
                  <a:lnTo>
                    <a:pt x="22352" y="164592"/>
                  </a:lnTo>
                  <a:lnTo>
                    <a:pt x="23329" y="174028"/>
                  </a:lnTo>
                  <a:lnTo>
                    <a:pt x="26009" y="197942"/>
                  </a:lnTo>
                  <a:lnTo>
                    <a:pt x="30010" y="229743"/>
                  </a:lnTo>
                  <a:lnTo>
                    <a:pt x="34925" y="262890"/>
                  </a:lnTo>
                  <a:lnTo>
                    <a:pt x="21805" y="322643"/>
                  </a:lnTo>
                  <a:lnTo>
                    <a:pt x="10642" y="379793"/>
                  </a:lnTo>
                  <a:lnTo>
                    <a:pt x="2895" y="422668"/>
                  </a:lnTo>
                  <a:lnTo>
                    <a:pt x="0" y="439547"/>
                  </a:lnTo>
                  <a:lnTo>
                    <a:pt x="0" y="441515"/>
                  </a:lnTo>
                  <a:lnTo>
                    <a:pt x="12573" y="441515"/>
                  </a:lnTo>
                  <a:lnTo>
                    <a:pt x="13970" y="439547"/>
                  </a:lnTo>
                  <a:lnTo>
                    <a:pt x="13970" y="437515"/>
                  </a:lnTo>
                  <a:lnTo>
                    <a:pt x="22390" y="406209"/>
                  </a:lnTo>
                  <a:lnTo>
                    <a:pt x="40284" y="344360"/>
                  </a:lnTo>
                  <a:lnTo>
                    <a:pt x="60071" y="284988"/>
                  </a:lnTo>
                  <a:lnTo>
                    <a:pt x="61595" y="282956"/>
                  </a:lnTo>
                  <a:lnTo>
                    <a:pt x="67183" y="268859"/>
                  </a:lnTo>
                  <a:lnTo>
                    <a:pt x="67183" y="264922"/>
                  </a:lnTo>
                  <a:lnTo>
                    <a:pt x="85115" y="219265"/>
                  </a:lnTo>
                  <a:lnTo>
                    <a:pt x="104063" y="174599"/>
                  </a:lnTo>
                  <a:lnTo>
                    <a:pt x="124104" y="130924"/>
                  </a:lnTo>
                  <a:lnTo>
                    <a:pt x="145300" y="88265"/>
                  </a:lnTo>
                  <a:lnTo>
                    <a:pt x="167741" y="46609"/>
                  </a:lnTo>
                  <a:lnTo>
                    <a:pt x="191516" y="5969"/>
                  </a:lnTo>
                  <a:lnTo>
                    <a:pt x="191516" y="4064"/>
                  </a:lnTo>
                  <a:lnTo>
                    <a:pt x="192913" y="4064"/>
                  </a:lnTo>
                  <a:lnTo>
                    <a:pt x="192913" y="2032"/>
                  </a:lnTo>
                  <a:close/>
                </a:path>
                <a:path w="212725" h="441959">
                  <a:moveTo>
                    <a:pt x="212598" y="158496"/>
                  </a:moveTo>
                  <a:lnTo>
                    <a:pt x="211823" y="145643"/>
                  </a:lnTo>
                  <a:lnTo>
                    <a:pt x="209727" y="107594"/>
                  </a:lnTo>
                  <a:lnTo>
                    <a:pt x="207772" y="62865"/>
                  </a:lnTo>
                  <a:lnTo>
                    <a:pt x="206883" y="22098"/>
                  </a:lnTo>
                  <a:lnTo>
                    <a:pt x="206883" y="20066"/>
                  </a:lnTo>
                  <a:lnTo>
                    <a:pt x="205486" y="18034"/>
                  </a:lnTo>
                  <a:lnTo>
                    <a:pt x="204089" y="18034"/>
                  </a:lnTo>
                  <a:lnTo>
                    <a:pt x="202692" y="20066"/>
                  </a:lnTo>
                  <a:lnTo>
                    <a:pt x="179336" y="60998"/>
                  </a:lnTo>
                  <a:lnTo>
                    <a:pt x="157149" y="102870"/>
                  </a:lnTo>
                  <a:lnTo>
                    <a:pt x="136118" y="145643"/>
                  </a:lnTo>
                  <a:lnTo>
                    <a:pt x="116205" y="189293"/>
                  </a:lnTo>
                  <a:lnTo>
                    <a:pt x="97396" y="233781"/>
                  </a:lnTo>
                  <a:lnTo>
                    <a:pt x="79730" y="278892"/>
                  </a:lnTo>
                  <a:lnTo>
                    <a:pt x="62992" y="325120"/>
                  </a:lnTo>
                  <a:lnTo>
                    <a:pt x="62992" y="331089"/>
                  </a:lnTo>
                  <a:lnTo>
                    <a:pt x="65786" y="331089"/>
                  </a:lnTo>
                  <a:lnTo>
                    <a:pt x="89852" y="317665"/>
                  </a:lnTo>
                  <a:lnTo>
                    <a:pt x="113804" y="304787"/>
                  </a:lnTo>
                  <a:lnTo>
                    <a:pt x="137490" y="293039"/>
                  </a:lnTo>
                  <a:lnTo>
                    <a:pt x="160782" y="282956"/>
                  </a:lnTo>
                  <a:lnTo>
                    <a:pt x="163576" y="282956"/>
                  </a:lnTo>
                  <a:lnTo>
                    <a:pt x="164909" y="279069"/>
                  </a:lnTo>
                  <a:lnTo>
                    <a:pt x="178066" y="242989"/>
                  </a:lnTo>
                  <a:lnTo>
                    <a:pt x="193255" y="205447"/>
                  </a:lnTo>
                  <a:lnTo>
                    <a:pt x="211074" y="162560"/>
                  </a:lnTo>
                  <a:lnTo>
                    <a:pt x="212598" y="162560"/>
                  </a:lnTo>
                  <a:lnTo>
                    <a:pt x="212598" y="158496"/>
                  </a:lnTo>
                  <a:close/>
                </a:path>
              </a:pathLst>
            </a:custGeom>
            <a:solidFill>
              <a:srgbClr val="1ECC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845812" y="8454390"/>
              <a:ext cx="183897" cy="252857"/>
            </a:xfrm>
            <a:prstGeom prst="rect">
              <a:avLst/>
            </a:prstGeom>
          </p:spPr>
        </p:pic>
      </p:grpSp>
      <p:sp>
        <p:nvSpPr>
          <p:cNvPr id="85" name="object 85" descr=""/>
          <p:cNvSpPr/>
          <p:nvPr/>
        </p:nvSpPr>
        <p:spPr>
          <a:xfrm>
            <a:off x="2909062" y="8528177"/>
            <a:ext cx="370840" cy="356235"/>
          </a:xfrm>
          <a:custGeom>
            <a:avLst/>
            <a:gdLst/>
            <a:ahLst/>
            <a:cxnLst/>
            <a:rect l="l" t="t" r="r" b="b"/>
            <a:pathLst>
              <a:path w="370839" h="356234">
                <a:moveTo>
                  <a:pt x="190500" y="349504"/>
                </a:moveTo>
                <a:lnTo>
                  <a:pt x="156972" y="255016"/>
                </a:lnTo>
                <a:lnTo>
                  <a:pt x="141427" y="216611"/>
                </a:lnTo>
                <a:lnTo>
                  <a:pt x="132715" y="202057"/>
                </a:lnTo>
                <a:lnTo>
                  <a:pt x="131203" y="199948"/>
                </a:lnTo>
                <a:lnTo>
                  <a:pt x="126276" y="193802"/>
                </a:lnTo>
                <a:lnTo>
                  <a:pt x="121132" y="188912"/>
                </a:lnTo>
                <a:lnTo>
                  <a:pt x="115443" y="185547"/>
                </a:lnTo>
                <a:lnTo>
                  <a:pt x="125171" y="180835"/>
                </a:lnTo>
                <a:lnTo>
                  <a:pt x="133616" y="174294"/>
                </a:lnTo>
                <a:lnTo>
                  <a:pt x="140741" y="165925"/>
                </a:lnTo>
                <a:lnTo>
                  <a:pt x="141859" y="163957"/>
                </a:lnTo>
                <a:lnTo>
                  <a:pt x="146558" y="155702"/>
                </a:lnTo>
                <a:lnTo>
                  <a:pt x="151790" y="143865"/>
                </a:lnTo>
                <a:lnTo>
                  <a:pt x="155384" y="130810"/>
                </a:lnTo>
                <a:lnTo>
                  <a:pt x="157441" y="116522"/>
                </a:lnTo>
                <a:lnTo>
                  <a:pt x="158115" y="100977"/>
                </a:lnTo>
                <a:lnTo>
                  <a:pt x="156819" y="77419"/>
                </a:lnTo>
                <a:lnTo>
                  <a:pt x="146748" y="39751"/>
                </a:lnTo>
                <a:lnTo>
                  <a:pt x="122428" y="12153"/>
                </a:lnTo>
                <a:lnTo>
                  <a:pt x="122428" y="100977"/>
                </a:lnTo>
                <a:lnTo>
                  <a:pt x="121742" y="115239"/>
                </a:lnTo>
                <a:lnTo>
                  <a:pt x="104101" y="154216"/>
                </a:lnTo>
                <a:lnTo>
                  <a:pt x="75057" y="163957"/>
                </a:lnTo>
                <a:lnTo>
                  <a:pt x="33528" y="163957"/>
                </a:lnTo>
                <a:lnTo>
                  <a:pt x="33528" y="39751"/>
                </a:lnTo>
                <a:lnTo>
                  <a:pt x="75057" y="39751"/>
                </a:lnTo>
                <a:lnTo>
                  <a:pt x="110871" y="54610"/>
                </a:lnTo>
                <a:lnTo>
                  <a:pt x="122428" y="100977"/>
                </a:lnTo>
                <a:lnTo>
                  <a:pt x="122428" y="12153"/>
                </a:lnTo>
                <a:lnTo>
                  <a:pt x="111417" y="6197"/>
                </a:lnTo>
                <a:lnTo>
                  <a:pt x="94526" y="1549"/>
                </a:lnTo>
                <a:lnTo>
                  <a:pt x="75057" y="0"/>
                </a:lnTo>
                <a:lnTo>
                  <a:pt x="0" y="0"/>
                </a:lnTo>
                <a:lnTo>
                  <a:pt x="0" y="349504"/>
                </a:lnTo>
                <a:lnTo>
                  <a:pt x="33528" y="349504"/>
                </a:lnTo>
                <a:lnTo>
                  <a:pt x="33528" y="202057"/>
                </a:lnTo>
                <a:lnTo>
                  <a:pt x="69342" y="202057"/>
                </a:lnTo>
                <a:lnTo>
                  <a:pt x="105867" y="221094"/>
                </a:lnTo>
                <a:lnTo>
                  <a:pt x="123571" y="259969"/>
                </a:lnTo>
                <a:lnTo>
                  <a:pt x="154686" y="349504"/>
                </a:lnTo>
                <a:lnTo>
                  <a:pt x="190500" y="349504"/>
                </a:lnTo>
                <a:close/>
              </a:path>
              <a:path w="370839" h="356234">
                <a:moveTo>
                  <a:pt x="370459" y="218567"/>
                </a:moveTo>
                <a:lnTo>
                  <a:pt x="365150" y="161239"/>
                </a:lnTo>
                <a:lnTo>
                  <a:pt x="348615" y="117614"/>
                </a:lnTo>
                <a:lnTo>
                  <a:pt x="339344" y="105956"/>
                </a:lnTo>
                <a:lnTo>
                  <a:pt x="339344" y="218567"/>
                </a:lnTo>
                <a:lnTo>
                  <a:pt x="338302" y="240957"/>
                </a:lnTo>
                <a:lnTo>
                  <a:pt x="324358" y="293116"/>
                </a:lnTo>
                <a:lnTo>
                  <a:pt x="287401" y="319659"/>
                </a:lnTo>
                <a:lnTo>
                  <a:pt x="275285" y="318084"/>
                </a:lnTo>
                <a:lnTo>
                  <a:pt x="242074" y="278244"/>
                </a:lnTo>
                <a:lnTo>
                  <a:pt x="234315" y="218567"/>
                </a:lnTo>
                <a:lnTo>
                  <a:pt x="235153" y="196519"/>
                </a:lnTo>
                <a:lnTo>
                  <a:pt x="242074" y="158978"/>
                </a:lnTo>
                <a:lnTo>
                  <a:pt x="265633" y="124002"/>
                </a:lnTo>
                <a:lnTo>
                  <a:pt x="287401" y="117614"/>
                </a:lnTo>
                <a:lnTo>
                  <a:pt x="298183" y="119443"/>
                </a:lnTo>
                <a:lnTo>
                  <a:pt x="330606" y="160426"/>
                </a:lnTo>
                <a:lnTo>
                  <a:pt x="339344" y="218567"/>
                </a:lnTo>
                <a:lnTo>
                  <a:pt x="339344" y="105956"/>
                </a:lnTo>
                <a:lnTo>
                  <a:pt x="336296" y="102108"/>
                </a:lnTo>
                <a:lnTo>
                  <a:pt x="321906" y="90665"/>
                </a:lnTo>
                <a:lnTo>
                  <a:pt x="305562" y="83591"/>
                </a:lnTo>
                <a:lnTo>
                  <a:pt x="287401" y="81153"/>
                </a:lnTo>
                <a:lnTo>
                  <a:pt x="268579" y="83591"/>
                </a:lnTo>
                <a:lnTo>
                  <a:pt x="225044" y="117614"/>
                </a:lnTo>
                <a:lnTo>
                  <a:pt x="208495" y="161239"/>
                </a:lnTo>
                <a:lnTo>
                  <a:pt x="203200" y="218567"/>
                </a:lnTo>
                <a:lnTo>
                  <a:pt x="204495" y="249085"/>
                </a:lnTo>
                <a:lnTo>
                  <a:pt x="215303" y="299440"/>
                </a:lnTo>
                <a:lnTo>
                  <a:pt x="237426" y="335864"/>
                </a:lnTo>
                <a:lnTo>
                  <a:pt x="287401" y="356108"/>
                </a:lnTo>
                <a:lnTo>
                  <a:pt x="305562" y="353923"/>
                </a:lnTo>
                <a:lnTo>
                  <a:pt x="348615" y="319659"/>
                </a:lnTo>
                <a:lnTo>
                  <a:pt x="365150" y="275983"/>
                </a:lnTo>
                <a:lnTo>
                  <a:pt x="369150" y="249085"/>
                </a:lnTo>
                <a:lnTo>
                  <a:pt x="370459" y="218567"/>
                </a:lnTo>
                <a:close/>
              </a:path>
            </a:pathLst>
          </a:custGeom>
          <a:solidFill>
            <a:srgbClr val="1ECC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3328034" y="8513191"/>
            <a:ext cx="163830" cy="371475"/>
          </a:xfrm>
          <a:custGeom>
            <a:avLst/>
            <a:gdLst/>
            <a:ahLst/>
            <a:cxnLst/>
            <a:rect l="l" t="t" r="r" b="b"/>
            <a:pathLst>
              <a:path w="163829" h="371475">
                <a:moveTo>
                  <a:pt x="56450" y="324738"/>
                </a:moveTo>
                <a:lnTo>
                  <a:pt x="29972" y="324738"/>
                </a:lnTo>
                <a:lnTo>
                  <a:pt x="35405" y="336238"/>
                </a:lnTo>
                <a:lnTo>
                  <a:pt x="61610" y="365521"/>
                </a:lnTo>
                <a:lnTo>
                  <a:pt x="88900" y="371093"/>
                </a:lnTo>
                <a:lnTo>
                  <a:pt x="104642" y="368873"/>
                </a:lnTo>
                <a:lnTo>
                  <a:pt x="119014" y="361997"/>
                </a:lnTo>
                <a:lnTo>
                  <a:pt x="131887" y="350144"/>
                </a:lnTo>
                <a:lnTo>
                  <a:pt x="142046" y="334644"/>
                </a:lnTo>
                <a:lnTo>
                  <a:pt x="80772" y="334644"/>
                </a:lnTo>
                <a:lnTo>
                  <a:pt x="69978" y="333069"/>
                </a:lnTo>
                <a:lnTo>
                  <a:pt x="60150" y="328231"/>
                </a:lnTo>
                <a:lnTo>
                  <a:pt x="56450" y="324738"/>
                </a:lnTo>
                <a:close/>
              </a:path>
              <a:path w="163829" h="371475">
                <a:moveTo>
                  <a:pt x="29972" y="0"/>
                </a:moveTo>
                <a:lnTo>
                  <a:pt x="0" y="0"/>
                </a:lnTo>
                <a:lnTo>
                  <a:pt x="0" y="364489"/>
                </a:lnTo>
                <a:lnTo>
                  <a:pt x="29972" y="364489"/>
                </a:lnTo>
                <a:lnTo>
                  <a:pt x="29972" y="324738"/>
                </a:lnTo>
                <a:lnTo>
                  <a:pt x="56450" y="324738"/>
                </a:lnTo>
                <a:lnTo>
                  <a:pt x="33464" y="275828"/>
                </a:lnTo>
                <a:lnTo>
                  <a:pt x="29972" y="233552"/>
                </a:lnTo>
                <a:lnTo>
                  <a:pt x="30849" y="211242"/>
                </a:lnTo>
                <a:lnTo>
                  <a:pt x="43814" y="159003"/>
                </a:lnTo>
                <a:lnTo>
                  <a:pt x="56416" y="142493"/>
                </a:lnTo>
                <a:lnTo>
                  <a:pt x="29972" y="142493"/>
                </a:lnTo>
                <a:lnTo>
                  <a:pt x="29972" y="0"/>
                </a:lnTo>
                <a:close/>
              </a:path>
              <a:path w="163829" h="371475">
                <a:moveTo>
                  <a:pt x="142001" y="132587"/>
                </a:moveTo>
                <a:lnTo>
                  <a:pt x="80772" y="132587"/>
                </a:lnTo>
                <a:lnTo>
                  <a:pt x="92789" y="134238"/>
                </a:lnTo>
                <a:lnTo>
                  <a:pt x="92388" y="134238"/>
                </a:lnTo>
                <a:lnTo>
                  <a:pt x="124946" y="173956"/>
                </a:lnTo>
                <a:lnTo>
                  <a:pt x="132714" y="233552"/>
                </a:lnTo>
                <a:lnTo>
                  <a:pt x="131855" y="255934"/>
                </a:lnTo>
                <a:lnTo>
                  <a:pt x="118872" y="308101"/>
                </a:lnTo>
                <a:lnTo>
                  <a:pt x="80772" y="334644"/>
                </a:lnTo>
                <a:lnTo>
                  <a:pt x="142046" y="334644"/>
                </a:lnTo>
                <a:lnTo>
                  <a:pt x="158670" y="289512"/>
                </a:lnTo>
                <a:lnTo>
                  <a:pt x="163829" y="233552"/>
                </a:lnTo>
                <a:lnTo>
                  <a:pt x="162542" y="204051"/>
                </a:lnTo>
                <a:lnTo>
                  <a:pt x="158670" y="177657"/>
                </a:lnTo>
                <a:lnTo>
                  <a:pt x="152203" y="154382"/>
                </a:lnTo>
                <a:lnTo>
                  <a:pt x="143128" y="134238"/>
                </a:lnTo>
                <a:lnTo>
                  <a:pt x="142001" y="132587"/>
                </a:lnTo>
                <a:close/>
              </a:path>
              <a:path w="163829" h="371475">
                <a:moveTo>
                  <a:pt x="88900" y="96138"/>
                </a:moveTo>
                <a:lnTo>
                  <a:pt x="47509" y="113597"/>
                </a:lnTo>
                <a:lnTo>
                  <a:pt x="29972" y="142493"/>
                </a:lnTo>
                <a:lnTo>
                  <a:pt x="56416" y="142493"/>
                </a:lnTo>
                <a:lnTo>
                  <a:pt x="60150" y="138985"/>
                </a:lnTo>
                <a:lnTo>
                  <a:pt x="69821" y="134238"/>
                </a:lnTo>
                <a:lnTo>
                  <a:pt x="69448" y="134238"/>
                </a:lnTo>
                <a:lnTo>
                  <a:pt x="80772" y="132587"/>
                </a:lnTo>
                <a:lnTo>
                  <a:pt x="142001" y="132587"/>
                </a:lnTo>
                <a:lnTo>
                  <a:pt x="131887" y="117784"/>
                </a:lnTo>
                <a:lnTo>
                  <a:pt x="119014" y="105854"/>
                </a:lnTo>
                <a:lnTo>
                  <a:pt x="104642" y="98591"/>
                </a:lnTo>
                <a:lnTo>
                  <a:pt x="88900" y="96138"/>
                </a:lnTo>
                <a:close/>
              </a:path>
            </a:pathLst>
          </a:custGeom>
          <a:solidFill>
            <a:srgbClr val="1ECC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3541521" y="8513191"/>
            <a:ext cx="30480" cy="55244"/>
          </a:xfrm>
          <a:custGeom>
            <a:avLst/>
            <a:gdLst/>
            <a:ahLst/>
            <a:cxnLst/>
            <a:rect l="l" t="t" r="r" b="b"/>
            <a:pathLst>
              <a:path w="30479" h="55245">
                <a:moveTo>
                  <a:pt x="29972" y="0"/>
                </a:moveTo>
                <a:lnTo>
                  <a:pt x="0" y="0"/>
                </a:lnTo>
                <a:lnTo>
                  <a:pt x="0" y="54736"/>
                </a:lnTo>
                <a:lnTo>
                  <a:pt x="29972" y="54736"/>
                </a:lnTo>
                <a:lnTo>
                  <a:pt x="29972" y="0"/>
                </a:lnTo>
                <a:close/>
              </a:path>
            </a:pathLst>
          </a:custGeom>
          <a:solidFill>
            <a:srgbClr val="1ECC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3541521" y="8615933"/>
            <a:ext cx="30480" cy="262255"/>
          </a:xfrm>
          <a:custGeom>
            <a:avLst/>
            <a:gdLst/>
            <a:ahLst/>
            <a:cxnLst/>
            <a:rect l="l" t="t" r="r" b="b"/>
            <a:pathLst>
              <a:path w="30479" h="262254">
                <a:moveTo>
                  <a:pt x="29972" y="0"/>
                </a:moveTo>
                <a:lnTo>
                  <a:pt x="0" y="0"/>
                </a:lnTo>
                <a:lnTo>
                  <a:pt x="0" y="261747"/>
                </a:lnTo>
                <a:lnTo>
                  <a:pt x="29972" y="261747"/>
                </a:lnTo>
                <a:lnTo>
                  <a:pt x="29972" y="0"/>
                </a:lnTo>
                <a:close/>
              </a:path>
            </a:pathLst>
          </a:custGeom>
          <a:solidFill>
            <a:srgbClr val="1ECC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3632708" y="8609330"/>
            <a:ext cx="152400" cy="268605"/>
          </a:xfrm>
          <a:custGeom>
            <a:avLst/>
            <a:gdLst/>
            <a:ahLst/>
            <a:cxnLst/>
            <a:rect l="l" t="t" r="r" b="b"/>
            <a:pathLst>
              <a:path w="152400" h="268604">
                <a:moveTo>
                  <a:pt x="88900" y="0"/>
                </a:moveTo>
                <a:lnTo>
                  <a:pt x="48474" y="18413"/>
                </a:lnTo>
                <a:lnTo>
                  <a:pt x="29971" y="48006"/>
                </a:lnTo>
                <a:lnTo>
                  <a:pt x="29971" y="6604"/>
                </a:lnTo>
                <a:lnTo>
                  <a:pt x="0" y="6604"/>
                </a:lnTo>
                <a:lnTo>
                  <a:pt x="0" y="268351"/>
                </a:lnTo>
                <a:lnTo>
                  <a:pt x="29971" y="268351"/>
                </a:lnTo>
                <a:lnTo>
                  <a:pt x="29971" y="120904"/>
                </a:lnTo>
                <a:lnTo>
                  <a:pt x="30849" y="102229"/>
                </a:lnTo>
                <a:lnTo>
                  <a:pt x="43814" y="59563"/>
                </a:lnTo>
                <a:lnTo>
                  <a:pt x="81914" y="38100"/>
                </a:lnTo>
                <a:lnTo>
                  <a:pt x="91654" y="39312"/>
                </a:lnTo>
                <a:lnTo>
                  <a:pt x="119872" y="78882"/>
                </a:lnTo>
                <a:lnTo>
                  <a:pt x="122300" y="112649"/>
                </a:lnTo>
                <a:lnTo>
                  <a:pt x="122300" y="268351"/>
                </a:lnTo>
                <a:lnTo>
                  <a:pt x="152272" y="268351"/>
                </a:lnTo>
                <a:lnTo>
                  <a:pt x="152272" y="110998"/>
                </a:lnTo>
                <a:lnTo>
                  <a:pt x="151378" y="85236"/>
                </a:lnTo>
                <a:lnTo>
                  <a:pt x="143539" y="43668"/>
                </a:lnTo>
                <a:lnTo>
                  <a:pt x="116379" y="7239"/>
                </a:lnTo>
                <a:lnTo>
                  <a:pt x="103550" y="1833"/>
                </a:lnTo>
                <a:lnTo>
                  <a:pt x="88900" y="0"/>
                </a:lnTo>
                <a:close/>
              </a:path>
            </a:pathLst>
          </a:custGeom>
          <a:solidFill>
            <a:srgbClr val="1ECC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3843909" y="8513191"/>
            <a:ext cx="153670" cy="364490"/>
          </a:xfrm>
          <a:custGeom>
            <a:avLst/>
            <a:gdLst/>
            <a:ahLst/>
            <a:cxnLst/>
            <a:rect l="l" t="t" r="r" b="b"/>
            <a:pathLst>
              <a:path w="153670" h="364490">
                <a:moveTo>
                  <a:pt x="29971" y="0"/>
                </a:moveTo>
                <a:lnTo>
                  <a:pt x="0" y="0"/>
                </a:lnTo>
                <a:lnTo>
                  <a:pt x="0" y="364489"/>
                </a:lnTo>
                <a:lnTo>
                  <a:pt x="29971" y="364489"/>
                </a:lnTo>
                <a:lnTo>
                  <a:pt x="29971" y="217042"/>
                </a:lnTo>
                <a:lnTo>
                  <a:pt x="30849" y="198368"/>
                </a:lnTo>
                <a:lnTo>
                  <a:pt x="43814" y="155701"/>
                </a:lnTo>
                <a:lnTo>
                  <a:pt x="81914" y="134238"/>
                </a:lnTo>
                <a:lnTo>
                  <a:pt x="91652" y="135451"/>
                </a:lnTo>
                <a:lnTo>
                  <a:pt x="120856" y="175021"/>
                </a:lnTo>
                <a:lnTo>
                  <a:pt x="123443" y="208787"/>
                </a:lnTo>
                <a:lnTo>
                  <a:pt x="123443" y="364489"/>
                </a:lnTo>
                <a:lnTo>
                  <a:pt x="153415" y="364489"/>
                </a:lnTo>
                <a:lnTo>
                  <a:pt x="153415" y="207136"/>
                </a:lnTo>
                <a:lnTo>
                  <a:pt x="152360" y="181375"/>
                </a:lnTo>
                <a:lnTo>
                  <a:pt x="144200" y="139807"/>
                </a:lnTo>
                <a:lnTo>
                  <a:pt x="116951" y="103377"/>
                </a:lnTo>
                <a:lnTo>
                  <a:pt x="88900" y="96138"/>
                </a:lnTo>
                <a:lnTo>
                  <a:pt x="79767" y="96783"/>
                </a:lnTo>
                <a:lnTo>
                  <a:pt x="41814" y="122824"/>
                </a:lnTo>
                <a:lnTo>
                  <a:pt x="29971" y="144144"/>
                </a:lnTo>
                <a:lnTo>
                  <a:pt x="29971" y="0"/>
                </a:lnTo>
                <a:close/>
              </a:path>
            </a:pathLst>
          </a:custGeom>
          <a:solidFill>
            <a:srgbClr val="1ECC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/>
          <p:nvPr/>
        </p:nvSpPr>
        <p:spPr>
          <a:xfrm>
            <a:off x="4043553" y="8513191"/>
            <a:ext cx="571500" cy="371475"/>
          </a:xfrm>
          <a:custGeom>
            <a:avLst/>
            <a:gdLst/>
            <a:ahLst/>
            <a:cxnLst/>
            <a:rect l="l" t="t" r="r" b="b"/>
            <a:pathLst>
              <a:path w="571500" h="371475">
                <a:moveTo>
                  <a:pt x="167386" y="233553"/>
                </a:moveTo>
                <a:lnTo>
                  <a:pt x="162013" y="176225"/>
                </a:lnTo>
                <a:lnTo>
                  <a:pt x="145415" y="132600"/>
                </a:lnTo>
                <a:lnTo>
                  <a:pt x="136144" y="120942"/>
                </a:lnTo>
                <a:lnTo>
                  <a:pt x="136144" y="233553"/>
                </a:lnTo>
                <a:lnTo>
                  <a:pt x="135255" y="255943"/>
                </a:lnTo>
                <a:lnTo>
                  <a:pt x="121158" y="308102"/>
                </a:lnTo>
                <a:lnTo>
                  <a:pt x="84201" y="334645"/>
                </a:lnTo>
                <a:lnTo>
                  <a:pt x="72580" y="333070"/>
                </a:lnTo>
                <a:lnTo>
                  <a:pt x="40068" y="293230"/>
                </a:lnTo>
                <a:lnTo>
                  <a:pt x="32258" y="233553"/>
                </a:lnTo>
                <a:lnTo>
                  <a:pt x="33121" y="211505"/>
                </a:lnTo>
                <a:lnTo>
                  <a:pt x="40068" y="173964"/>
                </a:lnTo>
                <a:lnTo>
                  <a:pt x="62572" y="138988"/>
                </a:lnTo>
                <a:lnTo>
                  <a:pt x="84201" y="132600"/>
                </a:lnTo>
                <a:lnTo>
                  <a:pt x="94983" y="134429"/>
                </a:lnTo>
                <a:lnTo>
                  <a:pt x="127889" y="175412"/>
                </a:lnTo>
                <a:lnTo>
                  <a:pt x="136144" y="233553"/>
                </a:lnTo>
                <a:lnTo>
                  <a:pt x="136144" y="120942"/>
                </a:lnTo>
                <a:lnTo>
                  <a:pt x="133096" y="117094"/>
                </a:lnTo>
                <a:lnTo>
                  <a:pt x="118706" y="105651"/>
                </a:lnTo>
                <a:lnTo>
                  <a:pt x="102362" y="98577"/>
                </a:lnTo>
                <a:lnTo>
                  <a:pt x="84201" y="96139"/>
                </a:lnTo>
                <a:lnTo>
                  <a:pt x="65379" y="98577"/>
                </a:lnTo>
                <a:lnTo>
                  <a:pt x="21971" y="132600"/>
                </a:lnTo>
                <a:lnTo>
                  <a:pt x="5308" y="176225"/>
                </a:lnTo>
                <a:lnTo>
                  <a:pt x="0" y="233553"/>
                </a:lnTo>
                <a:lnTo>
                  <a:pt x="1295" y="264071"/>
                </a:lnTo>
                <a:lnTo>
                  <a:pt x="12153" y="314426"/>
                </a:lnTo>
                <a:lnTo>
                  <a:pt x="34277" y="350850"/>
                </a:lnTo>
                <a:lnTo>
                  <a:pt x="84201" y="371094"/>
                </a:lnTo>
                <a:lnTo>
                  <a:pt x="102362" y="368909"/>
                </a:lnTo>
                <a:lnTo>
                  <a:pt x="145415" y="334645"/>
                </a:lnTo>
                <a:lnTo>
                  <a:pt x="162013" y="290969"/>
                </a:lnTo>
                <a:lnTo>
                  <a:pt x="166052" y="264071"/>
                </a:lnTo>
                <a:lnTo>
                  <a:pt x="167386" y="233553"/>
                </a:lnTo>
                <a:close/>
              </a:path>
              <a:path w="571500" h="371475">
                <a:moveTo>
                  <a:pt x="371602" y="233553"/>
                </a:moveTo>
                <a:lnTo>
                  <a:pt x="366229" y="176225"/>
                </a:lnTo>
                <a:lnTo>
                  <a:pt x="349631" y="132600"/>
                </a:lnTo>
                <a:lnTo>
                  <a:pt x="340487" y="121094"/>
                </a:lnTo>
                <a:lnTo>
                  <a:pt x="340487" y="233553"/>
                </a:lnTo>
                <a:lnTo>
                  <a:pt x="339420" y="255943"/>
                </a:lnTo>
                <a:lnTo>
                  <a:pt x="325374" y="308102"/>
                </a:lnTo>
                <a:lnTo>
                  <a:pt x="287401" y="334645"/>
                </a:lnTo>
                <a:lnTo>
                  <a:pt x="275869" y="333070"/>
                </a:lnTo>
                <a:lnTo>
                  <a:pt x="243217" y="293230"/>
                </a:lnTo>
                <a:lnTo>
                  <a:pt x="235458" y="233553"/>
                </a:lnTo>
                <a:lnTo>
                  <a:pt x="236296" y="211505"/>
                </a:lnTo>
                <a:lnTo>
                  <a:pt x="243217" y="173964"/>
                </a:lnTo>
                <a:lnTo>
                  <a:pt x="266585" y="138988"/>
                </a:lnTo>
                <a:lnTo>
                  <a:pt x="287401" y="132600"/>
                </a:lnTo>
                <a:lnTo>
                  <a:pt x="298843" y="134429"/>
                </a:lnTo>
                <a:lnTo>
                  <a:pt x="331635" y="175412"/>
                </a:lnTo>
                <a:lnTo>
                  <a:pt x="340487" y="233553"/>
                </a:lnTo>
                <a:lnTo>
                  <a:pt x="340487" y="121094"/>
                </a:lnTo>
                <a:lnTo>
                  <a:pt x="337312" y="117094"/>
                </a:lnTo>
                <a:lnTo>
                  <a:pt x="322846" y="105651"/>
                </a:lnTo>
                <a:lnTo>
                  <a:pt x="306209" y="98577"/>
                </a:lnTo>
                <a:lnTo>
                  <a:pt x="287401" y="96139"/>
                </a:lnTo>
                <a:lnTo>
                  <a:pt x="269227" y="98577"/>
                </a:lnTo>
                <a:lnTo>
                  <a:pt x="226187" y="132600"/>
                </a:lnTo>
                <a:lnTo>
                  <a:pt x="209575" y="176225"/>
                </a:lnTo>
                <a:lnTo>
                  <a:pt x="204216" y="233553"/>
                </a:lnTo>
                <a:lnTo>
                  <a:pt x="205536" y="264071"/>
                </a:lnTo>
                <a:lnTo>
                  <a:pt x="216420" y="314426"/>
                </a:lnTo>
                <a:lnTo>
                  <a:pt x="238493" y="350850"/>
                </a:lnTo>
                <a:lnTo>
                  <a:pt x="287401" y="371094"/>
                </a:lnTo>
                <a:lnTo>
                  <a:pt x="306209" y="368909"/>
                </a:lnTo>
                <a:lnTo>
                  <a:pt x="349631" y="334645"/>
                </a:lnTo>
                <a:lnTo>
                  <a:pt x="366229" y="290969"/>
                </a:lnTo>
                <a:lnTo>
                  <a:pt x="370268" y="264071"/>
                </a:lnTo>
                <a:lnTo>
                  <a:pt x="371602" y="233553"/>
                </a:lnTo>
                <a:close/>
              </a:path>
              <a:path w="571500" h="371475">
                <a:moveTo>
                  <a:pt x="571246" y="0"/>
                </a:moveTo>
                <a:lnTo>
                  <a:pt x="541274" y="0"/>
                </a:lnTo>
                <a:lnTo>
                  <a:pt x="541274" y="142506"/>
                </a:lnTo>
                <a:lnTo>
                  <a:pt x="541274" y="233553"/>
                </a:lnTo>
                <a:lnTo>
                  <a:pt x="537781" y="275831"/>
                </a:lnTo>
                <a:lnTo>
                  <a:pt x="519849" y="319976"/>
                </a:lnTo>
                <a:lnTo>
                  <a:pt x="490474" y="334645"/>
                </a:lnTo>
                <a:lnTo>
                  <a:pt x="479018" y="333070"/>
                </a:lnTo>
                <a:lnTo>
                  <a:pt x="446290" y="293230"/>
                </a:lnTo>
                <a:lnTo>
                  <a:pt x="438531" y="233553"/>
                </a:lnTo>
                <a:lnTo>
                  <a:pt x="439381" y="211251"/>
                </a:lnTo>
                <a:lnTo>
                  <a:pt x="452374" y="159004"/>
                </a:lnTo>
                <a:lnTo>
                  <a:pt x="478853" y="134239"/>
                </a:lnTo>
                <a:lnTo>
                  <a:pt x="478447" y="134239"/>
                </a:lnTo>
                <a:lnTo>
                  <a:pt x="490474" y="132600"/>
                </a:lnTo>
                <a:lnTo>
                  <a:pt x="501789" y="134239"/>
                </a:lnTo>
                <a:lnTo>
                  <a:pt x="501421" y="134239"/>
                </a:lnTo>
                <a:lnTo>
                  <a:pt x="511086" y="138988"/>
                </a:lnTo>
                <a:lnTo>
                  <a:pt x="533450" y="173964"/>
                </a:lnTo>
                <a:lnTo>
                  <a:pt x="541274" y="233553"/>
                </a:lnTo>
                <a:lnTo>
                  <a:pt x="541274" y="142506"/>
                </a:lnTo>
                <a:lnTo>
                  <a:pt x="517017" y="107696"/>
                </a:lnTo>
                <a:lnTo>
                  <a:pt x="482346" y="96139"/>
                </a:lnTo>
                <a:lnTo>
                  <a:pt x="466775" y="98602"/>
                </a:lnTo>
                <a:lnTo>
                  <a:pt x="429260" y="134239"/>
                </a:lnTo>
                <a:lnTo>
                  <a:pt x="413715" y="177660"/>
                </a:lnTo>
                <a:lnTo>
                  <a:pt x="408559" y="233553"/>
                </a:lnTo>
                <a:lnTo>
                  <a:pt x="409841" y="263118"/>
                </a:lnTo>
                <a:lnTo>
                  <a:pt x="420179" y="312801"/>
                </a:lnTo>
                <a:lnTo>
                  <a:pt x="440321" y="350151"/>
                </a:lnTo>
                <a:lnTo>
                  <a:pt x="482346" y="371094"/>
                </a:lnTo>
                <a:lnTo>
                  <a:pt x="492290" y="370484"/>
                </a:lnTo>
                <a:lnTo>
                  <a:pt x="530860" y="346062"/>
                </a:lnTo>
                <a:lnTo>
                  <a:pt x="541274" y="324739"/>
                </a:lnTo>
                <a:lnTo>
                  <a:pt x="541274" y="364490"/>
                </a:lnTo>
                <a:lnTo>
                  <a:pt x="571246" y="364490"/>
                </a:lnTo>
                <a:lnTo>
                  <a:pt x="571246" y="324739"/>
                </a:lnTo>
                <a:lnTo>
                  <a:pt x="571246" y="142506"/>
                </a:lnTo>
                <a:lnTo>
                  <a:pt x="571246" y="0"/>
                </a:lnTo>
                <a:close/>
              </a:path>
            </a:pathLst>
          </a:custGeom>
          <a:solidFill>
            <a:srgbClr val="1ECC9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2" name="object 92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5903956" y="4008768"/>
            <a:ext cx="1325947" cy="706261"/>
          </a:xfrm>
          <a:prstGeom prst="rect">
            <a:avLst/>
          </a:prstGeom>
        </p:spPr>
      </p:pic>
      <p:pic>
        <p:nvPicPr>
          <p:cNvPr id="93" name="object 93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478893" y="8531338"/>
            <a:ext cx="2860929" cy="409841"/>
          </a:xfrm>
          <a:prstGeom prst="rect">
            <a:avLst/>
          </a:prstGeom>
        </p:spPr>
      </p:pic>
      <p:sp>
        <p:nvSpPr>
          <p:cNvPr id="94" name="object 94" descr=""/>
          <p:cNvSpPr txBox="1"/>
          <p:nvPr/>
        </p:nvSpPr>
        <p:spPr>
          <a:xfrm>
            <a:off x="8600693" y="4609338"/>
            <a:ext cx="9525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829393"/>
                </a:solidFill>
                <a:latin typeface="Malgun Gothic"/>
                <a:cs typeface="Malgun Gothic"/>
              </a:rPr>
              <a:t>9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solidFill>
                  <a:srgbClr val="829393"/>
                </a:solidFill>
                <a:latin typeface="Malgun Gothic"/>
                <a:cs typeface="Malgun Gothic"/>
              </a:rPr>
              <a:t>4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95" name="object 95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2752958" y="5631840"/>
            <a:ext cx="2282443" cy="397738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051445" y="4117085"/>
            <a:ext cx="1925434" cy="476503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211314" y="-1"/>
            <a:ext cx="11076940" cy="10287000"/>
            <a:chOff x="7211314" y="-1"/>
            <a:chExt cx="11076940" cy="10287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5567" y="367347"/>
              <a:ext cx="741603" cy="74161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6521" y="-1"/>
              <a:ext cx="11071479" cy="102869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1314" y="0"/>
              <a:ext cx="11074526" cy="102870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43988" y="512063"/>
              <a:ext cx="2804540" cy="304838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17723" y="686434"/>
              <a:ext cx="2480690" cy="2723515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73100" y="760602"/>
            <a:ext cx="60972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345">
                <a:solidFill>
                  <a:srgbClr val="FFFFFF"/>
                </a:solidFill>
                <a:latin typeface="Calibri"/>
                <a:cs typeface="Calibri"/>
              </a:rPr>
              <a:t>Rewriting</a:t>
            </a:r>
            <a:r>
              <a:rPr dirty="0" sz="28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365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dirty="0" sz="28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330">
                <a:solidFill>
                  <a:srgbClr val="FFFFFF"/>
                </a:solidFill>
                <a:latin typeface="Calibri"/>
                <a:cs typeface="Calibri"/>
              </a:rPr>
              <a:t>experiences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73100" y="1629501"/>
            <a:ext cx="7919084" cy="773874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2600" spc="340" b="1">
                <a:solidFill>
                  <a:srgbClr val="38CCEC"/>
                </a:solidFill>
                <a:latin typeface="Calibri"/>
                <a:cs typeface="Calibri"/>
              </a:rPr>
              <a:t>Challenge</a:t>
            </a:r>
            <a:endParaRPr sz="2600">
              <a:latin typeface="Calibri"/>
              <a:cs typeface="Calibri"/>
            </a:endParaRPr>
          </a:p>
          <a:p>
            <a:pPr marL="12700" marR="1431290">
              <a:lnSpc>
                <a:spcPct val="114999"/>
              </a:lnSpc>
              <a:spcBef>
                <a:spcPts val="95"/>
              </a:spcBef>
            </a:pP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금융</a:t>
            </a:r>
            <a:r>
              <a:rPr dirty="0" sz="2000" spc="-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산업</a:t>
            </a:r>
            <a:r>
              <a:rPr dirty="0" sz="2000" spc="-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규정을</a:t>
            </a:r>
            <a:r>
              <a:rPr dirty="0" sz="2000" spc="-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준수하면서</a:t>
            </a:r>
            <a:r>
              <a:rPr dirty="0" sz="2000" spc="-3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데이터를</a:t>
            </a:r>
            <a:r>
              <a:rPr dirty="0" sz="2000" spc="-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통해</a:t>
            </a:r>
            <a:r>
              <a:rPr dirty="0" sz="2000" spc="-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고객</a:t>
            </a:r>
            <a:r>
              <a:rPr dirty="0" sz="2000" spc="-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Malgun Gothic"/>
                <a:cs typeface="Malgun Gothic"/>
              </a:rPr>
              <a:t>환경을 </a:t>
            </a:r>
            <a:r>
              <a:rPr dirty="0" sz="2000" spc="-10">
                <a:solidFill>
                  <a:srgbClr val="FFFFFF"/>
                </a:solidFill>
                <a:latin typeface="Malgun Gothic"/>
                <a:cs typeface="Malgun Gothic"/>
              </a:rPr>
              <a:t>개선합니다.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135"/>
              </a:spcBef>
            </a:pPr>
            <a:r>
              <a:rPr dirty="0" sz="2600" spc="275" b="1">
                <a:solidFill>
                  <a:srgbClr val="38CCEC"/>
                </a:solidFill>
                <a:latin typeface="Calibri"/>
                <a:cs typeface="Calibri"/>
              </a:rPr>
              <a:t>Solution</a:t>
            </a:r>
            <a:endParaRPr sz="2600">
              <a:latin typeface="Calibri"/>
              <a:cs typeface="Calibri"/>
            </a:endParaRPr>
          </a:p>
          <a:p>
            <a:pPr marL="12700" marR="454025">
              <a:lnSpc>
                <a:spcPct val="114999"/>
              </a:lnSpc>
              <a:spcBef>
                <a:spcPts val="95"/>
              </a:spcBef>
            </a:pPr>
            <a:r>
              <a:rPr dirty="0" sz="2000" spc="195">
                <a:solidFill>
                  <a:srgbClr val="FFFFFF"/>
                </a:solidFill>
                <a:latin typeface="Calibri"/>
                <a:cs typeface="Calibri"/>
              </a:rPr>
              <a:t>Confluent</a:t>
            </a:r>
            <a:r>
              <a:rPr dirty="0" sz="2000" spc="195">
                <a:solidFill>
                  <a:srgbClr val="FFFFFF"/>
                </a:solidFill>
                <a:latin typeface="Malgun Gothic"/>
                <a:cs typeface="Malgun Gothic"/>
              </a:rPr>
              <a:t>를</a:t>
            </a:r>
            <a:r>
              <a:rPr dirty="0" sz="2000" spc="-21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구현하여</a:t>
            </a:r>
            <a:r>
              <a:rPr dirty="0" sz="2000" spc="-19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실시간으로</a:t>
            </a:r>
            <a:r>
              <a:rPr dirty="0" sz="2000" spc="-19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데이터를</a:t>
            </a:r>
            <a:r>
              <a:rPr dirty="0" sz="2000" spc="-18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스트리밍하고</a:t>
            </a:r>
            <a:r>
              <a:rPr dirty="0" sz="2000" spc="-2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Malgun Gothic"/>
                <a:cs typeface="Malgun Gothic"/>
              </a:rPr>
              <a:t>이벤트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아키텍처로</a:t>
            </a:r>
            <a:r>
              <a:rPr dirty="0" sz="2000" spc="-20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마이그레이션하며</a:t>
            </a:r>
            <a:r>
              <a:rPr dirty="0" sz="2000" spc="-21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마이크로</a:t>
            </a:r>
            <a:r>
              <a:rPr dirty="0" sz="2000" spc="-18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서비스</a:t>
            </a:r>
            <a:r>
              <a:rPr dirty="0" sz="2000" spc="-20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Malgun Gothic"/>
                <a:cs typeface="Malgun Gothic"/>
              </a:rPr>
              <a:t>전환에 </a:t>
            </a:r>
            <a:r>
              <a:rPr dirty="0" sz="2000" spc="-10">
                <a:solidFill>
                  <a:srgbClr val="FFFFFF"/>
                </a:solidFill>
                <a:latin typeface="Malgun Gothic"/>
                <a:cs typeface="Malgun Gothic"/>
              </a:rPr>
              <a:t>착수했습니다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600" spc="300" b="1">
                <a:solidFill>
                  <a:srgbClr val="38CCEC"/>
                </a:solidFill>
                <a:latin typeface="Calibri"/>
                <a:cs typeface="Calibri"/>
              </a:rPr>
              <a:t>Results</a:t>
            </a:r>
            <a:endParaRPr sz="2600">
              <a:latin typeface="Calibri"/>
              <a:cs typeface="Calibri"/>
            </a:endParaRPr>
          </a:p>
          <a:p>
            <a:pPr marL="469265" indent="-406400">
              <a:lnSpc>
                <a:spcPct val="100000"/>
              </a:lnSpc>
              <a:spcBef>
                <a:spcPts val="459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비용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대폭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Malgun Gothic"/>
                <a:cs typeface="Malgun Gothic"/>
              </a:rPr>
              <a:t>절감</a:t>
            </a:r>
            <a:endParaRPr sz="2000">
              <a:latin typeface="Malgun Gothic"/>
              <a:cs typeface="Malgun Gothic"/>
            </a:endParaRPr>
          </a:p>
          <a:p>
            <a:pPr marL="469265" indent="-406400">
              <a:lnSpc>
                <a:spcPct val="100000"/>
              </a:lnSpc>
              <a:spcBef>
                <a:spcPts val="360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애플리케이션</a:t>
            </a:r>
            <a:r>
              <a:rPr dirty="0" sz="2000" spc="-20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구축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효율성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35">
                <a:solidFill>
                  <a:srgbClr val="FFFFFF"/>
                </a:solidFill>
                <a:latin typeface="Malgun Gothic"/>
                <a:cs typeface="Malgun Gothic"/>
              </a:rPr>
              <a:t>향상</a:t>
            </a:r>
            <a:endParaRPr sz="2000">
              <a:latin typeface="Malgun Gothic"/>
              <a:cs typeface="Malgun Gothic"/>
            </a:endParaRPr>
          </a:p>
          <a:p>
            <a:pPr marL="469265" indent="-406400">
              <a:lnSpc>
                <a:spcPct val="100000"/>
              </a:lnSpc>
              <a:spcBef>
                <a:spcPts val="360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이상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감지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시간을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몇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주에서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몇</a:t>
            </a:r>
            <a:r>
              <a:rPr dirty="0" sz="2000" spc="-18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초로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Malgun Gothic"/>
                <a:cs typeface="Malgun Gothic"/>
              </a:rPr>
              <a:t>단축</a:t>
            </a:r>
            <a:endParaRPr sz="2000">
              <a:latin typeface="Malgun Gothic"/>
              <a:cs typeface="Malgun Gothic"/>
            </a:endParaRPr>
          </a:p>
          <a:p>
            <a:pPr marL="469265" indent="-406400">
              <a:lnSpc>
                <a:spcPct val="100000"/>
              </a:lnSpc>
              <a:spcBef>
                <a:spcPts val="360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관련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비즈니스</a:t>
            </a:r>
            <a:r>
              <a:rPr dirty="0" sz="2000" spc="-19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통찰력을</a:t>
            </a:r>
            <a:r>
              <a:rPr dirty="0" sz="2000" spc="-20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위한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팀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간</a:t>
            </a:r>
            <a:r>
              <a:rPr dirty="0" sz="2000" spc="-18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데이터</a:t>
            </a:r>
            <a:r>
              <a:rPr dirty="0" sz="2000" spc="-18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재사용</a:t>
            </a:r>
            <a:r>
              <a:rPr dirty="0" sz="2000" spc="-20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Malgun Gothic"/>
                <a:cs typeface="Malgun Gothic"/>
              </a:rPr>
              <a:t>구현</a:t>
            </a:r>
            <a:endParaRPr sz="2000">
              <a:latin typeface="Malgun Gothic"/>
              <a:cs typeface="Malgun Gothic"/>
            </a:endParaRPr>
          </a:p>
          <a:p>
            <a:pPr marL="469265" indent="-406400">
              <a:lnSpc>
                <a:spcPct val="100000"/>
              </a:lnSpc>
              <a:spcBef>
                <a:spcPts val="360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고품질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더</a:t>
            </a:r>
            <a:r>
              <a:rPr dirty="0" sz="2000" spc="-18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빠르고</a:t>
            </a:r>
            <a:r>
              <a:rPr dirty="0" sz="2000" spc="-20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확장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가능한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고객</a:t>
            </a:r>
            <a:r>
              <a:rPr dirty="0" sz="2000" spc="-19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FFFFFF"/>
                </a:solidFill>
                <a:latin typeface="Malgun Gothic"/>
                <a:cs typeface="Malgun Gothic"/>
              </a:rPr>
              <a:t>서비스</a:t>
            </a:r>
            <a:r>
              <a:rPr dirty="0" sz="2000" spc="-18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Malgun Gothic"/>
                <a:cs typeface="Malgun Gothic"/>
              </a:rPr>
              <a:t>제공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2000">
              <a:latin typeface="Malgun Gothic"/>
              <a:cs typeface="Malgun Gothic"/>
            </a:endParaRPr>
          </a:p>
          <a:p>
            <a:pPr marL="107950" marR="5080">
              <a:lnSpc>
                <a:spcPct val="114999"/>
              </a:lnSpc>
              <a:spcBef>
                <a:spcPts val="5"/>
              </a:spcBef>
            </a:pPr>
            <a:r>
              <a:rPr dirty="0" sz="2000" spc="150">
                <a:solidFill>
                  <a:srgbClr val="FFFFFF"/>
                </a:solidFill>
                <a:latin typeface="Calibri"/>
                <a:cs typeface="Calibri"/>
              </a:rPr>
              <a:t>“There</a:t>
            </a:r>
            <a:r>
              <a:rPr dirty="0" sz="20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125">
                <a:solidFill>
                  <a:srgbClr val="FFFFFF"/>
                </a:solidFill>
                <a:latin typeface="Calibri"/>
                <a:cs typeface="Calibri"/>
              </a:rPr>
              <a:t>isn't</a:t>
            </a:r>
            <a:r>
              <a:rPr dirty="0" sz="20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1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dirty="0" sz="20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25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dirty="0" sz="20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195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dirty="0" sz="20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50">
                <a:solidFill>
                  <a:srgbClr val="FFFFFF"/>
                </a:solidFill>
                <a:latin typeface="Calibri"/>
                <a:cs typeface="Calibri"/>
              </a:rPr>
              <a:t>competes</a:t>
            </a:r>
            <a:r>
              <a:rPr dirty="0" sz="20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04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0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04">
                <a:solidFill>
                  <a:srgbClr val="FFFFFF"/>
                </a:solidFill>
                <a:latin typeface="Calibri"/>
                <a:cs typeface="Calibri"/>
              </a:rPr>
              <a:t>Confluent </a:t>
            </a:r>
            <a:r>
              <a:rPr dirty="0" sz="2000" spc="180">
                <a:solidFill>
                  <a:srgbClr val="FFFFFF"/>
                </a:solidFill>
                <a:latin typeface="Calibri"/>
                <a:cs typeface="Calibri"/>
              </a:rPr>
              <a:t>Platform.</a:t>
            </a:r>
            <a:r>
              <a:rPr dirty="0" sz="20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5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dirty="0" sz="20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1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0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0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00">
                <a:solidFill>
                  <a:srgbClr val="FFFFFF"/>
                </a:solidFill>
                <a:latin typeface="Calibri"/>
                <a:cs typeface="Calibri"/>
              </a:rPr>
              <a:t>events</a:t>
            </a:r>
            <a:r>
              <a:rPr dirty="0" sz="20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240" b="1">
                <a:solidFill>
                  <a:srgbClr val="38CCEC"/>
                </a:solidFill>
                <a:latin typeface="Calibri"/>
                <a:cs typeface="Calibri"/>
              </a:rPr>
              <a:t>enables</a:t>
            </a:r>
            <a:r>
              <a:rPr dirty="0" sz="2000" spc="135" b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45" b="1">
                <a:solidFill>
                  <a:srgbClr val="38CCEC"/>
                </a:solidFill>
                <a:latin typeface="Calibri"/>
                <a:cs typeface="Calibri"/>
              </a:rPr>
              <a:t>completely</a:t>
            </a:r>
            <a:r>
              <a:rPr dirty="0" sz="2000" spc="135" b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80" b="1">
                <a:solidFill>
                  <a:srgbClr val="38CCEC"/>
                </a:solidFill>
                <a:latin typeface="Calibri"/>
                <a:cs typeface="Calibri"/>
              </a:rPr>
              <a:t>new </a:t>
            </a:r>
            <a:r>
              <a:rPr dirty="0" sz="2000" spc="275" b="1">
                <a:solidFill>
                  <a:srgbClr val="38CCEC"/>
                </a:solidFill>
                <a:latin typeface="Calibri"/>
                <a:cs typeface="Calibri"/>
              </a:rPr>
              <a:t>ways</a:t>
            </a:r>
            <a:r>
              <a:rPr dirty="0" sz="2000" spc="130" b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165" b="1">
                <a:solidFill>
                  <a:srgbClr val="38CCEC"/>
                </a:solidFill>
                <a:latin typeface="Calibri"/>
                <a:cs typeface="Calibri"/>
              </a:rPr>
              <a:t>for</a:t>
            </a:r>
            <a:r>
              <a:rPr dirty="0" sz="2000" spc="105" b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40" b="1">
                <a:solidFill>
                  <a:srgbClr val="38CCEC"/>
                </a:solidFill>
                <a:latin typeface="Calibri"/>
                <a:cs typeface="Calibri"/>
              </a:rPr>
              <a:t>solving</a:t>
            </a:r>
            <a:r>
              <a:rPr dirty="0" sz="2000" spc="140" b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54" b="1">
                <a:solidFill>
                  <a:srgbClr val="38CCEC"/>
                </a:solidFill>
                <a:latin typeface="Calibri"/>
                <a:cs typeface="Calibri"/>
              </a:rPr>
              <a:t>problems</a:t>
            </a:r>
            <a:r>
              <a:rPr dirty="0" sz="2000" spc="114" b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04" b="1">
                <a:solidFill>
                  <a:srgbClr val="38CCEC"/>
                </a:solidFill>
                <a:latin typeface="Calibri"/>
                <a:cs typeface="Calibri"/>
              </a:rPr>
              <a:t>at</a:t>
            </a:r>
            <a:r>
              <a:rPr dirty="0" sz="2000" spc="135" b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175" b="1">
                <a:solidFill>
                  <a:srgbClr val="38CCEC"/>
                </a:solidFill>
                <a:latin typeface="Calibri"/>
                <a:cs typeface="Calibri"/>
              </a:rPr>
              <a:t>scale.”</a:t>
            </a:r>
            <a:endParaRPr sz="200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  <a:spcBef>
                <a:spcPts val="359"/>
              </a:spcBef>
            </a:pPr>
            <a:r>
              <a:rPr dirty="0" sz="2000" spc="180">
                <a:solidFill>
                  <a:srgbClr val="38CCEC"/>
                </a:solidFill>
                <a:latin typeface="Calibri"/>
                <a:cs typeface="Calibri"/>
              </a:rPr>
              <a:t>—</a:t>
            </a:r>
            <a:r>
              <a:rPr dirty="0" sz="2000" spc="65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185">
                <a:solidFill>
                  <a:srgbClr val="38CCEC"/>
                </a:solidFill>
                <a:latin typeface="Calibri"/>
                <a:cs typeface="Calibri"/>
              </a:rPr>
              <a:t>Mike</a:t>
            </a:r>
            <a:r>
              <a:rPr dirty="0" sz="2000" spc="85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165">
                <a:solidFill>
                  <a:srgbClr val="38CCEC"/>
                </a:solidFill>
                <a:latin typeface="Calibri"/>
                <a:cs typeface="Calibri"/>
              </a:rPr>
              <a:t>Krolnik,</a:t>
            </a:r>
            <a:r>
              <a:rPr dirty="0" sz="2000" spc="55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315" i="1">
                <a:solidFill>
                  <a:srgbClr val="38CCEC"/>
                </a:solidFill>
                <a:latin typeface="Calibri"/>
                <a:cs typeface="Calibri"/>
              </a:rPr>
              <a:t>Head</a:t>
            </a:r>
            <a:r>
              <a:rPr dirty="0" sz="2000" spc="60" i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145" i="1">
                <a:solidFill>
                  <a:srgbClr val="38CCEC"/>
                </a:solidFill>
                <a:latin typeface="Calibri"/>
                <a:cs typeface="Calibri"/>
              </a:rPr>
              <a:t>of</a:t>
            </a:r>
            <a:r>
              <a:rPr dirty="0" sz="2000" spc="75" i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25" i="1">
                <a:solidFill>
                  <a:srgbClr val="38CCEC"/>
                </a:solidFill>
                <a:latin typeface="Calibri"/>
                <a:cs typeface="Calibri"/>
              </a:rPr>
              <a:t>Engineering,</a:t>
            </a:r>
            <a:r>
              <a:rPr dirty="0" sz="2000" spc="50" i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15" i="1">
                <a:solidFill>
                  <a:srgbClr val="38CCEC"/>
                </a:solidFill>
                <a:latin typeface="Calibri"/>
                <a:cs typeface="Calibri"/>
              </a:rPr>
              <a:t>Enterprise</a:t>
            </a:r>
            <a:r>
              <a:rPr dirty="0" sz="2000" spc="55" i="1">
                <a:solidFill>
                  <a:srgbClr val="38CCEC"/>
                </a:solidFill>
                <a:latin typeface="Calibri"/>
                <a:cs typeface="Calibri"/>
              </a:rPr>
              <a:t> </a:t>
            </a:r>
            <a:r>
              <a:rPr dirty="0" sz="2000" spc="254" i="1">
                <a:solidFill>
                  <a:srgbClr val="38CCEC"/>
                </a:solidFill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93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670050" y="1236243"/>
            <a:ext cx="6981190" cy="1148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100"/>
              </a:lnSpc>
              <a:spcBef>
                <a:spcPts val="100"/>
              </a:spcBef>
            </a:pPr>
            <a:r>
              <a:rPr dirty="0" sz="1600" spc="155" i="1">
                <a:solidFill>
                  <a:srgbClr val="FFFFFF"/>
                </a:solidFill>
                <a:latin typeface="Calibri"/>
                <a:cs typeface="Calibri"/>
              </a:rPr>
              <a:t>“Everything</a:t>
            </a:r>
            <a:r>
              <a:rPr dirty="0" sz="1600" spc="9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i="1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0" i="1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1600" spc="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5" i="1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600" spc="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i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1600" spc="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5" i="1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i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i="1">
                <a:solidFill>
                  <a:srgbClr val="FFFFFF"/>
                </a:solidFill>
                <a:latin typeface="Calibri"/>
                <a:cs typeface="Calibri"/>
              </a:rPr>
              <a:t>because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i="1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  <a:r>
              <a:rPr dirty="0" sz="1600" spc="10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i="1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5" i="1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600" spc="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45" i="1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35" i="1">
                <a:solidFill>
                  <a:srgbClr val="FFFFFF"/>
                </a:solidFill>
                <a:latin typeface="Calibri"/>
                <a:cs typeface="Calibri"/>
              </a:rPr>
              <a:t>old</a:t>
            </a:r>
            <a:r>
              <a:rPr dirty="0" sz="1600" spc="1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i="1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10" i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600" spc="6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55" i="1">
                <a:solidFill>
                  <a:srgbClr val="FFFFFF"/>
                </a:solidFill>
                <a:latin typeface="Calibri"/>
                <a:cs typeface="Calibri"/>
              </a:rPr>
              <a:t>thinking.</a:t>
            </a:r>
            <a:r>
              <a:rPr dirty="0" sz="1600" spc="9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i="1">
                <a:solidFill>
                  <a:srgbClr val="FFFFFF"/>
                </a:solidFill>
                <a:latin typeface="Calibri"/>
                <a:cs typeface="Calibri"/>
              </a:rPr>
              <a:t>longer</a:t>
            </a:r>
            <a:r>
              <a:rPr dirty="0" sz="1600" spc="8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i="1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dirty="0" sz="1600" spc="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i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20" i="1">
                <a:solidFill>
                  <a:srgbClr val="FFFFFF"/>
                </a:solidFill>
                <a:latin typeface="Calibri"/>
                <a:cs typeface="Calibri"/>
              </a:rPr>
              <a:t>waits,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i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0" i="1">
                <a:solidFill>
                  <a:srgbClr val="FFFFFF"/>
                </a:solidFill>
                <a:latin typeface="Calibri"/>
                <a:cs typeface="Calibri"/>
              </a:rPr>
              <a:t>less</a:t>
            </a:r>
            <a:r>
              <a:rPr dirty="0" sz="1600" spc="5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i="1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dirty="0" sz="1600" spc="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85" i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600" spc="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5" i="1">
                <a:solidFill>
                  <a:srgbClr val="FFFFFF"/>
                </a:solidFill>
                <a:latin typeface="Calibri"/>
                <a:cs typeface="Calibri"/>
              </a:rPr>
              <a:t>has.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95" i="1">
                <a:solidFill>
                  <a:srgbClr val="FFFFFF"/>
                </a:solidFill>
                <a:latin typeface="Calibri"/>
                <a:cs typeface="Calibri"/>
              </a:rPr>
              <a:t>So, </a:t>
            </a:r>
            <a:r>
              <a:rPr dirty="0" sz="1600" spc="200" i="1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5" i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600" spc="8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9" i="1">
                <a:solidFill>
                  <a:srgbClr val="FFFFFF"/>
                </a:solidFill>
                <a:latin typeface="Calibri"/>
                <a:cs typeface="Calibri"/>
              </a:rPr>
              <a:t>comes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0" i="1">
                <a:solidFill>
                  <a:srgbClr val="FFFFFF"/>
                </a:solidFill>
                <a:latin typeface="Calibri"/>
                <a:cs typeface="Calibri"/>
              </a:rPr>
              <a:t>through,</a:t>
            </a:r>
            <a:r>
              <a:rPr dirty="0" sz="1600" spc="114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5" i="1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i="1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dirty="0" sz="1600" spc="9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0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20" i="1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0" i="1">
                <a:solidFill>
                  <a:srgbClr val="FFFFFF"/>
                </a:solidFill>
                <a:latin typeface="Calibri"/>
                <a:cs typeface="Calibri"/>
              </a:rPr>
              <a:t>able</a:t>
            </a:r>
            <a:r>
              <a:rPr dirty="0" sz="1600" spc="9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0" i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5" i="1">
                <a:solidFill>
                  <a:srgbClr val="FFFFFF"/>
                </a:solidFill>
                <a:latin typeface="Calibri"/>
                <a:cs typeface="Calibri"/>
              </a:rPr>
              <a:t>act</a:t>
            </a:r>
            <a:r>
              <a:rPr dirty="0" sz="1600" spc="8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10" i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FFFF"/>
                </a:solidFill>
                <a:latin typeface="Calibri"/>
                <a:cs typeface="Calibri"/>
              </a:rPr>
              <a:t>it,</a:t>
            </a:r>
            <a:r>
              <a:rPr dirty="0" sz="1600" spc="7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30" i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5" i="1">
                <a:solidFill>
                  <a:srgbClr val="FFFFFF"/>
                </a:solidFill>
                <a:latin typeface="Calibri"/>
                <a:cs typeface="Calibri"/>
              </a:rPr>
              <a:t>enrich</a:t>
            </a:r>
            <a:r>
              <a:rPr dirty="0" sz="1600" spc="9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60" i="1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dirty="0" sz="1600" spc="140" i="1">
                <a:solidFill>
                  <a:srgbClr val="FFFFFF"/>
                </a:solidFill>
                <a:latin typeface="Calibri"/>
                <a:cs typeface="Calibri"/>
              </a:rPr>
              <a:t>quickly.</a:t>
            </a:r>
            <a:r>
              <a:rPr dirty="0" sz="1600" spc="8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i="1">
                <a:solidFill>
                  <a:srgbClr val="FFFFFF"/>
                </a:solidFill>
                <a:latin typeface="Calibri"/>
                <a:cs typeface="Calibri"/>
              </a:rPr>
              <a:t>Confluent</a:t>
            </a:r>
            <a:r>
              <a:rPr dirty="0" sz="1600" spc="9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90" i="1">
                <a:solidFill>
                  <a:srgbClr val="FFFFFF"/>
                </a:solidFill>
                <a:latin typeface="Calibri"/>
                <a:cs typeface="Calibri"/>
              </a:rPr>
              <a:t>enables</a:t>
            </a:r>
            <a:r>
              <a:rPr dirty="0" sz="1600" spc="7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0" i="1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1600" spc="8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00" i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600" spc="6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40" i="1">
                <a:solidFill>
                  <a:srgbClr val="FFFFFF"/>
                </a:solidFill>
                <a:latin typeface="Calibri"/>
                <a:cs typeface="Calibri"/>
              </a:rPr>
              <a:t>us.”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70050" y="2676270"/>
            <a:ext cx="55314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145" b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600" spc="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0" b="1">
                <a:solidFill>
                  <a:srgbClr val="FFFFFF"/>
                </a:solidFill>
                <a:latin typeface="Calibri"/>
                <a:cs typeface="Calibri"/>
              </a:rPr>
              <a:t>Rajay</a:t>
            </a:r>
            <a:r>
              <a:rPr dirty="0" sz="16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40" b="1">
                <a:solidFill>
                  <a:srgbClr val="FFFFFF"/>
                </a:solidFill>
                <a:latin typeface="Calibri"/>
                <a:cs typeface="Calibri"/>
              </a:rPr>
              <a:t>Rai,</a:t>
            </a:r>
            <a:r>
              <a:rPr dirty="0" sz="160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85" b="1">
                <a:solidFill>
                  <a:srgbClr val="FFFFFF"/>
                </a:solidFill>
                <a:latin typeface="Calibri"/>
                <a:cs typeface="Calibri"/>
              </a:rPr>
              <a:t>Chief</a:t>
            </a:r>
            <a:r>
              <a:rPr dirty="0" sz="1600" spc="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dirty="0" sz="1600" spc="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55" b="1">
                <a:solidFill>
                  <a:srgbClr val="FFFFFF"/>
                </a:solidFill>
                <a:latin typeface="Calibri"/>
                <a:cs typeface="Calibri"/>
              </a:rPr>
              <a:t>Officer</a:t>
            </a:r>
            <a:r>
              <a:rPr dirty="0" sz="1600" spc="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65" b="1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dirty="0" sz="1600" spc="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70" b="1">
                <a:solidFill>
                  <a:srgbClr val="FFFFFF"/>
                </a:solidFill>
                <a:latin typeface="Calibri"/>
                <a:cs typeface="Calibri"/>
              </a:rPr>
              <a:t>Trust</a:t>
            </a:r>
            <a:r>
              <a:rPr dirty="0" sz="1600" spc="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235" b="1">
                <a:solidFill>
                  <a:srgbClr val="FFFFFF"/>
                </a:solidFill>
                <a:latin typeface="Calibri"/>
                <a:cs typeface="Calibri"/>
              </a:rPr>
              <a:t>Bank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433814" y="864361"/>
            <a:ext cx="8356600" cy="9422765"/>
          </a:xfrm>
          <a:custGeom>
            <a:avLst/>
            <a:gdLst/>
            <a:ahLst/>
            <a:cxnLst/>
            <a:rect l="l" t="t" r="r" b="b"/>
            <a:pathLst>
              <a:path w="8356600" h="9422765">
                <a:moveTo>
                  <a:pt x="8272653" y="0"/>
                </a:moveTo>
                <a:lnTo>
                  <a:pt x="83565" y="0"/>
                </a:lnTo>
                <a:lnTo>
                  <a:pt x="51006" y="6554"/>
                </a:lnTo>
                <a:lnTo>
                  <a:pt x="24447" y="24431"/>
                </a:lnTo>
                <a:lnTo>
                  <a:pt x="6556" y="50952"/>
                </a:lnTo>
                <a:lnTo>
                  <a:pt x="0" y="83439"/>
                </a:lnTo>
                <a:lnTo>
                  <a:pt x="0" y="9422337"/>
                </a:lnTo>
                <a:lnTo>
                  <a:pt x="8356218" y="9422337"/>
                </a:lnTo>
                <a:lnTo>
                  <a:pt x="8356218" y="83439"/>
                </a:lnTo>
                <a:lnTo>
                  <a:pt x="8349644" y="50952"/>
                </a:lnTo>
                <a:lnTo>
                  <a:pt x="8331723" y="24431"/>
                </a:lnTo>
                <a:lnTo>
                  <a:pt x="8305159" y="6554"/>
                </a:lnTo>
                <a:lnTo>
                  <a:pt x="8272653" y="0"/>
                </a:lnTo>
                <a:close/>
              </a:path>
            </a:pathLst>
          </a:custGeom>
          <a:solidFill>
            <a:srgbClr val="FFFFFF">
              <a:alpha val="8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867392" y="2372471"/>
            <a:ext cx="7125334" cy="1215390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800" spc="210" b="1">
                <a:solidFill>
                  <a:srgbClr val="221F1F"/>
                </a:solidFill>
                <a:latin typeface="Calibri"/>
                <a:cs typeface="Calibri"/>
              </a:rPr>
              <a:t>Challenge:</a:t>
            </a:r>
            <a:endParaRPr sz="1800">
              <a:latin typeface="Calibri"/>
              <a:cs typeface="Calibri"/>
            </a:endParaRPr>
          </a:p>
          <a:p>
            <a:pPr marL="291465" marR="5080" indent="-266700">
              <a:lnSpc>
                <a:spcPts val="3240"/>
              </a:lnSpc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고객을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위한 고유하고 안전한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 경험을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제공하기 위한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안전한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디지털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전용 뱅크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구축.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867392" y="3717797"/>
            <a:ext cx="7513320" cy="636968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800" spc="165" b="1">
                <a:solidFill>
                  <a:srgbClr val="221F1F"/>
                </a:solidFill>
                <a:latin typeface="Calibri"/>
                <a:cs typeface="Calibri"/>
              </a:rPr>
              <a:t>Solution:</a:t>
            </a:r>
            <a:endParaRPr sz="1800">
              <a:latin typeface="Calibri"/>
              <a:cs typeface="Calibri"/>
            </a:endParaRPr>
          </a:p>
          <a:p>
            <a:pPr marL="12700" marR="91440">
              <a:lnSpc>
                <a:spcPts val="3240"/>
              </a:lnSpc>
              <a:spcBef>
                <a:spcPts val="100"/>
              </a:spcBef>
            </a:pPr>
            <a:r>
              <a:rPr dirty="0" sz="1800" spc="155">
                <a:solidFill>
                  <a:srgbClr val="221F1F"/>
                </a:solidFill>
                <a:latin typeface="Calibri"/>
                <a:cs typeface="Calibri"/>
              </a:rPr>
              <a:t>Trust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5">
                <a:solidFill>
                  <a:srgbClr val="221F1F"/>
                </a:solidFill>
                <a:latin typeface="Calibri"/>
                <a:cs typeface="Calibri"/>
              </a:rPr>
              <a:t>Bank</a:t>
            </a:r>
            <a:r>
              <a:rPr dirty="0" sz="1800" spc="215">
                <a:solidFill>
                  <a:srgbClr val="221F1F"/>
                </a:solidFill>
                <a:latin typeface="Malgun Gothic"/>
                <a:cs typeface="Malgun Gothic"/>
              </a:rPr>
              <a:t>는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중심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아키텍처에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170">
                <a:solidFill>
                  <a:srgbClr val="221F1F"/>
                </a:solidFill>
                <a:latin typeface="Malgun Gothic"/>
                <a:cs typeface="Malgun Gothic"/>
              </a:rPr>
              <a:t>의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스트리밍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플랫폼을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활용하여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다양한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팀이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스트림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형태의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셀프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3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endParaRPr sz="1800">
              <a:latin typeface="Malgun Gothic"/>
              <a:cs typeface="Malgun Gothic"/>
            </a:endParaRPr>
          </a:p>
          <a:p>
            <a:pPr marL="12700" marR="498475">
              <a:lnSpc>
                <a:spcPts val="3240"/>
              </a:lnSpc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제품을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생산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1800" spc="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공유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소비하고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혁신을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추진하며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민첩성을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개선하고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65">
                <a:solidFill>
                  <a:srgbClr val="221F1F"/>
                </a:solidFill>
                <a:latin typeface="Malgun Gothic"/>
                <a:cs typeface="Malgun Gothic"/>
              </a:rPr>
              <a:t>총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소유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비용을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절감하며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적절한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품질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관리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보안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정책을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조직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전반에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적용할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수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있도록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지원합니다</a:t>
            </a:r>
            <a:r>
              <a:rPr dirty="0" sz="1800" spc="-1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180" b="1">
                <a:solidFill>
                  <a:srgbClr val="221F1F"/>
                </a:solidFill>
                <a:latin typeface="Calibri"/>
                <a:cs typeface="Calibri"/>
              </a:rPr>
              <a:t>Results:</a:t>
            </a:r>
            <a:endParaRPr sz="1800">
              <a:latin typeface="Calibri"/>
              <a:cs typeface="Calibri"/>
            </a:endParaRPr>
          </a:p>
          <a:p>
            <a:pPr marL="291465" indent="-266700">
              <a:lnSpc>
                <a:spcPct val="100000"/>
              </a:lnSpc>
              <a:spcBef>
                <a:spcPts val="88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은행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고객을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위한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새로운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경험을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제공하는</a:t>
            </a:r>
            <a:r>
              <a:rPr dirty="0" sz="1800" spc="-1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확장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가능하고</a:t>
            </a:r>
            <a:endParaRPr sz="1800">
              <a:latin typeface="Malgun Gothic"/>
              <a:cs typeface="Malgun Gothic"/>
            </a:endParaRPr>
          </a:p>
          <a:p>
            <a:pPr marL="291465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탄력적인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플랫폼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구축</a:t>
            </a:r>
            <a:endParaRPr sz="1800">
              <a:latin typeface="Malgun Gothic"/>
              <a:cs typeface="Malgun Gothic"/>
            </a:endParaRPr>
          </a:p>
          <a:p>
            <a:pPr marL="291465" marR="5080" indent="-266700">
              <a:lnSpc>
                <a:spcPct val="150000"/>
              </a:lnSpc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규정을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충족하고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1800" spc="-4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고객의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신뢰를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얻고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18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사일로를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제거하는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빌트인된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거버넌스를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통해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팀은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언제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어디서나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찾고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1800" spc="2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221F1F"/>
                </a:solidFill>
                <a:latin typeface="Malgun Gothic"/>
                <a:cs typeface="Malgun Gothic"/>
              </a:rPr>
              <a:t>찾아보고</a:t>
            </a:r>
            <a:r>
              <a:rPr dirty="0" sz="1800" spc="-30">
                <a:solidFill>
                  <a:srgbClr val="221F1F"/>
                </a:solidFill>
                <a:latin typeface="Calibri"/>
                <a:cs typeface="Calibri"/>
              </a:rPr>
              <a:t>,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생성하고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1800" spc="-3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공유하고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,</a:t>
            </a:r>
            <a:r>
              <a:rPr dirty="0" sz="1800" spc="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재사용할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수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있습니다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1080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총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소유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120">
                <a:solidFill>
                  <a:srgbClr val="221F1F"/>
                </a:solidFill>
                <a:latin typeface="Malgun Gothic"/>
                <a:cs typeface="Malgun Gothic"/>
              </a:rPr>
              <a:t>비용</a:t>
            </a:r>
            <a:r>
              <a:rPr dirty="0" sz="1800" spc="120">
                <a:solidFill>
                  <a:srgbClr val="221F1F"/>
                </a:solidFill>
                <a:latin typeface="Calibri"/>
                <a:cs typeface="Calibri"/>
              </a:rPr>
              <a:t>(TCO)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절감</a:t>
            </a:r>
            <a:endParaRPr sz="1800">
              <a:latin typeface="Malgun Gothic"/>
              <a:cs typeface="Malgun Gothic"/>
            </a:endParaRPr>
          </a:p>
          <a:p>
            <a:pPr marL="291465" marR="483234" indent="-266700">
              <a:lnSpc>
                <a:spcPct val="150000"/>
              </a:lnSpc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중요한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시스템의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예정되지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않은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다운타임이</a:t>
            </a:r>
            <a:r>
              <a:rPr dirty="0" sz="1800" spc="-1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50">
                <a:solidFill>
                  <a:srgbClr val="221F1F"/>
                </a:solidFill>
                <a:latin typeface="Calibri"/>
                <a:cs typeface="Calibri"/>
              </a:rPr>
              <a:t>12</a:t>
            </a:r>
            <a:r>
              <a:rPr dirty="0" sz="1800" spc="-50">
                <a:solidFill>
                  <a:srgbClr val="221F1F"/>
                </a:solidFill>
                <a:latin typeface="Malgun Gothic"/>
                <a:cs typeface="Malgun Gothic"/>
              </a:rPr>
              <a:t>개월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이내에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30">
                <a:solidFill>
                  <a:srgbClr val="221F1F"/>
                </a:solidFill>
                <a:latin typeface="Calibri"/>
                <a:cs typeface="Calibri"/>
              </a:rPr>
              <a:t>4</a:t>
            </a:r>
            <a:r>
              <a:rPr dirty="0" sz="1800" spc="30">
                <a:solidFill>
                  <a:srgbClr val="221F1F"/>
                </a:solidFill>
                <a:latin typeface="Malgun Gothic"/>
                <a:cs typeface="Malgun Gothic"/>
              </a:rPr>
              <a:t>시간을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초과하지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않음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85850" y="674496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01" y="270002"/>
                </a:lnTo>
                <a:lnTo>
                  <a:pt x="362712" y="269621"/>
                </a:lnTo>
                <a:lnTo>
                  <a:pt x="306806" y="268503"/>
                </a:lnTo>
                <a:lnTo>
                  <a:pt x="288124" y="268351"/>
                </a:lnTo>
                <a:lnTo>
                  <a:pt x="288061" y="249936"/>
                </a:lnTo>
                <a:lnTo>
                  <a:pt x="288023" y="236093"/>
                </a:lnTo>
                <a:lnTo>
                  <a:pt x="287972" y="228473"/>
                </a:lnTo>
                <a:lnTo>
                  <a:pt x="287858" y="220637"/>
                </a:lnTo>
                <a:lnTo>
                  <a:pt x="287743" y="212382"/>
                </a:lnTo>
                <a:lnTo>
                  <a:pt x="287286" y="196342"/>
                </a:lnTo>
                <a:lnTo>
                  <a:pt x="287223" y="193675"/>
                </a:lnTo>
                <a:lnTo>
                  <a:pt x="286677" y="168071"/>
                </a:lnTo>
                <a:lnTo>
                  <a:pt x="286550" y="162433"/>
                </a:lnTo>
                <a:lnTo>
                  <a:pt x="286448" y="157480"/>
                </a:lnTo>
                <a:lnTo>
                  <a:pt x="286359" y="153250"/>
                </a:lnTo>
                <a:lnTo>
                  <a:pt x="286321" y="151257"/>
                </a:lnTo>
                <a:lnTo>
                  <a:pt x="286004" y="143192"/>
                </a:lnTo>
                <a:lnTo>
                  <a:pt x="285915" y="140525"/>
                </a:lnTo>
                <a:lnTo>
                  <a:pt x="285381" y="129857"/>
                </a:lnTo>
                <a:lnTo>
                  <a:pt x="284772" y="119291"/>
                </a:lnTo>
                <a:lnTo>
                  <a:pt x="284111" y="108839"/>
                </a:lnTo>
                <a:lnTo>
                  <a:pt x="272478" y="108839"/>
                </a:lnTo>
                <a:lnTo>
                  <a:pt x="271665" y="118618"/>
                </a:lnTo>
                <a:lnTo>
                  <a:pt x="271614" y="119291"/>
                </a:lnTo>
                <a:lnTo>
                  <a:pt x="271106" y="128333"/>
                </a:lnTo>
                <a:lnTo>
                  <a:pt x="271018" y="129857"/>
                </a:lnTo>
                <a:lnTo>
                  <a:pt x="268909" y="193675"/>
                </a:lnTo>
                <a:lnTo>
                  <a:pt x="268465" y="228473"/>
                </a:lnTo>
                <a:lnTo>
                  <a:pt x="264972" y="220637"/>
                </a:lnTo>
                <a:lnTo>
                  <a:pt x="261366" y="212598"/>
                </a:lnTo>
                <a:lnTo>
                  <a:pt x="257835" y="204470"/>
                </a:lnTo>
                <a:lnTo>
                  <a:pt x="254609" y="196342"/>
                </a:lnTo>
                <a:lnTo>
                  <a:pt x="237210" y="157480"/>
                </a:lnTo>
                <a:lnTo>
                  <a:pt x="232575" y="147764"/>
                </a:lnTo>
                <a:lnTo>
                  <a:pt x="223481" y="128333"/>
                </a:lnTo>
                <a:lnTo>
                  <a:pt x="218859" y="118618"/>
                </a:lnTo>
                <a:lnTo>
                  <a:pt x="207708" y="123063"/>
                </a:lnTo>
                <a:lnTo>
                  <a:pt x="211137" y="133146"/>
                </a:lnTo>
                <a:lnTo>
                  <a:pt x="214680" y="143192"/>
                </a:lnTo>
                <a:lnTo>
                  <a:pt x="218325" y="153250"/>
                </a:lnTo>
                <a:lnTo>
                  <a:pt x="222008" y="163322"/>
                </a:lnTo>
                <a:lnTo>
                  <a:pt x="237210" y="203073"/>
                </a:lnTo>
                <a:lnTo>
                  <a:pt x="240868" y="212382"/>
                </a:lnTo>
                <a:lnTo>
                  <a:pt x="246862" y="227799"/>
                </a:lnTo>
                <a:lnTo>
                  <a:pt x="250151" y="236093"/>
                </a:lnTo>
                <a:lnTo>
                  <a:pt x="243776" y="229870"/>
                </a:lnTo>
                <a:lnTo>
                  <a:pt x="231038" y="217805"/>
                </a:lnTo>
                <a:lnTo>
                  <a:pt x="194322" y="182499"/>
                </a:lnTo>
                <a:lnTo>
                  <a:pt x="162128" y="153924"/>
                </a:lnTo>
                <a:lnTo>
                  <a:pt x="154089" y="162433"/>
                </a:lnTo>
                <a:lnTo>
                  <a:pt x="182232" y="194056"/>
                </a:lnTo>
                <a:lnTo>
                  <a:pt x="211277" y="224917"/>
                </a:lnTo>
                <a:lnTo>
                  <a:pt x="217373" y="231228"/>
                </a:lnTo>
                <a:lnTo>
                  <a:pt x="229743" y="243636"/>
                </a:lnTo>
                <a:lnTo>
                  <a:pt x="235851" y="249936"/>
                </a:lnTo>
                <a:lnTo>
                  <a:pt x="163474" y="222250"/>
                </a:lnTo>
                <a:lnTo>
                  <a:pt x="153416" y="218706"/>
                </a:lnTo>
                <a:lnTo>
                  <a:pt x="133451" y="211124"/>
                </a:lnTo>
                <a:lnTo>
                  <a:pt x="123253" y="207518"/>
                </a:lnTo>
                <a:lnTo>
                  <a:pt x="118783" y="218706"/>
                </a:lnTo>
                <a:lnTo>
                  <a:pt x="157213" y="236982"/>
                </a:lnTo>
                <a:lnTo>
                  <a:pt x="196532" y="254508"/>
                </a:lnTo>
                <a:lnTo>
                  <a:pt x="204317" y="258064"/>
                </a:lnTo>
                <a:lnTo>
                  <a:pt x="212280" y="261531"/>
                </a:lnTo>
                <a:lnTo>
                  <a:pt x="228688" y="268351"/>
                </a:lnTo>
                <a:lnTo>
                  <a:pt x="219735" y="268503"/>
                </a:lnTo>
                <a:lnTo>
                  <a:pt x="202184" y="269113"/>
                </a:lnTo>
                <a:lnTo>
                  <a:pt x="192201" y="269265"/>
                </a:lnTo>
                <a:lnTo>
                  <a:pt x="150977" y="270002"/>
                </a:lnTo>
                <a:lnTo>
                  <a:pt x="140512" y="270459"/>
                </a:lnTo>
                <a:lnTo>
                  <a:pt x="108546" y="272288"/>
                </a:lnTo>
                <a:lnTo>
                  <a:pt x="108546" y="283972"/>
                </a:lnTo>
                <a:lnTo>
                  <a:pt x="119253" y="284797"/>
                </a:lnTo>
                <a:lnTo>
                  <a:pt x="129921" y="285394"/>
                </a:lnTo>
                <a:lnTo>
                  <a:pt x="193421" y="287528"/>
                </a:lnTo>
                <a:lnTo>
                  <a:pt x="268465" y="288417"/>
                </a:lnTo>
                <a:lnTo>
                  <a:pt x="268516" y="301752"/>
                </a:lnTo>
                <a:lnTo>
                  <a:pt x="268630" y="315658"/>
                </a:lnTo>
                <a:lnTo>
                  <a:pt x="268732" y="325501"/>
                </a:lnTo>
                <a:lnTo>
                  <a:pt x="268833" y="332105"/>
                </a:lnTo>
                <a:lnTo>
                  <a:pt x="268909" y="336981"/>
                </a:lnTo>
                <a:lnTo>
                  <a:pt x="269024" y="344309"/>
                </a:lnTo>
                <a:lnTo>
                  <a:pt x="269087" y="347853"/>
                </a:lnTo>
                <a:lnTo>
                  <a:pt x="269201" y="354596"/>
                </a:lnTo>
                <a:lnTo>
                  <a:pt x="269316" y="360807"/>
                </a:lnTo>
                <a:lnTo>
                  <a:pt x="271030" y="416420"/>
                </a:lnTo>
                <a:lnTo>
                  <a:pt x="272923" y="448310"/>
                </a:lnTo>
                <a:lnTo>
                  <a:pt x="284111" y="448310"/>
                </a:lnTo>
                <a:lnTo>
                  <a:pt x="284772" y="437794"/>
                </a:lnTo>
                <a:lnTo>
                  <a:pt x="285330" y="427990"/>
                </a:lnTo>
                <a:lnTo>
                  <a:pt x="285813" y="418401"/>
                </a:lnTo>
                <a:lnTo>
                  <a:pt x="285915" y="416420"/>
                </a:lnTo>
                <a:lnTo>
                  <a:pt x="286207" y="408825"/>
                </a:lnTo>
                <a:lnTo>
                  <a:pt x="286321" y="405892"/>
                </a:lnTo>
                <a:lnTo>
                  <a:pt x="287223" y="363474"/>
                </a:lnTo>
                <a:lnTo>
                  <a:pt x="287743" y="354596"/>
                </a:lnTo>
                <a:lnTo>
                  <a:pt x="287934" y="347853"/>
                </a:lnTo>
                <a:lnTo>
                  <a:pt x="288061" y="336981"/>
                </a:lnTo>
                <a:lnTo>
                  <a:pt x="288124" y="327660"/>
                </a:lnTo>
                <a:lnTo>
                  <a:pt x="291541" y="335991"/>
                </a:lnTo>
                <a:lnTo>
                  <a:pt x="295122" y="344309"/>
                </a:lnTo>
                <a:lnTo>
                  <a:pt x="302412" y="360807"/>
                </a:lnTo>
                <a:lnTo>
                  <a:pt x="319824" y="399161"/>
                </a:lnTo>
                <a:lnTo>
                  <a:pt x="324383" y="408825"/>
                </a:lnTo>
                <a:lnTo>
                  <a:pt x="328828" y="418401"/>
                </a:lnTo>
                <a:lnTo>
                  <a:pt x="333336" y="427990"/>
                </a:lnTo>
                <a:lnTo>
                  <a:pt x="338137" y="437642"/>
                </a:lnTo>
                <a:lnTo>
                  <a:pt x="348424" y="433578"/>
                </a:lnTo>
                <a:lnTo>
                  <a:pt x="344932" y="423506"/>
                </a:lnTo>
                <a:lnTo>
                  <a:pt x="337604" y="403453"/>
                </a:lnTo>
                <a:lnTo>
                  <a:pt x="334124" y="393446"/>
                </a:lnTo>
                <a:lnTo>
                  <a:pt x="319379" y="353568"/>
                </a:lnTo>
                <a:lnTo>
                  <a:pt x="316026" y="345211"/>
                </a:lnTo>
                <a:lnTo>
                  <a:pt x="312775" y="336981"/>
                </a:lnTo>
                <a:lnTo>
                  <a:pt x="309194" y="327660"/>
                </a:lnTo>
                <a:lnTo>
                  <a:pt x="306438" y="320167"/>
                </a:lnTo>
                <a:lnTo>
                  <a:pt x="312864" y="326478"/>
                </a:lnTo>
                <a:lnTo>
                  <a:pt x="319430" y="332828"/>
                </a:lnTo>
                <a:lnTo>
                  <a:pt x="332778" y="345567"/>
                </a:lnTo>
                <a:lnTo>
                  <a:pt x="364070" y="374650"/>
                </a:lnTo>
                <a:lnTo>
                  <a:pt x="387553" y="395960"/>
                </a:lnTo>
                <a:lnTo>
                  <a:pt x="395770" y="403225"/>
                </a:lnTo>
                <a:lnTo>
                  <a:pt x="403390" y="395097"/>
                </a:lnTo>
                <a:lnTo>
                  <a:pt x="375246" y="363474"/>
                </a:lnTo>
                <a:lnTo>
                  <a:pt x="346202" y="332105"/>
                </a:lnTo>
                <a:lnTo>
                  <a:pt x="334619" y="320167"/>
                </a:lnTo>
                <a:lnTo>
                  <a:pt x="327088" y="312445"/>
                </a:lnTo>
                <a:lnTo>
                  <a:pt x="320725" y="305816"/>
                </a:lnTo>
                <a:lnTo>
                  <a:pt x="345846" y="315658"/>
                </a:lnTo>
                <a:lnTo>
                  <a:pt x="394004" y="333502"/>
                </a:lnTo>
                <a:lnTo>
                  <a:pt x="404050" y="336981"/>
                </a:lnTo>
                <a:lnTo>
                  <a:pt x="424141" y="344309"/>
                </a:lnTo>
                <a:lnTo>
                  <a:pt x="434200" y="347853"/>
                </a:lnTo>
                <a:lnTo>
                  <a:pt x="438213" y="337566"/>
                </a:lnTo>
                <a:lnTo>
                  <a:pt x="399783" y="319151"/>
                </a:lnTo>
                <a:lnTo>
                  <a:pt x="370014" y="305816"/>
                </a:lnTo>
                <a:lnTo>
                  <a:pt x="360946" y="301752"/>
                </a:lnTo>
                <a:lnTo>
                  <a:pt x="328307" y="287528"/>
                </a:lnTo>
                <a:lnTo>
                  <a:pt x="337096" y="287401"/>
                </a:lnTo>
                <a:lnTo>
                  <a:pt x="355015" y="286778"/>
                </a:lnTo>
                <a:lnTo>
                  <a:pt x="403555" y="285813"/>
                </a:lnTo>
                <a:lnTo>
                  <a:pt x="405053" y="285813"/>
                </a:lnTo>
                <a:lnTo>
                  <a:pt x="415048" y="285394"/>
                </a:lnTo>
                <a:lnTo>
                  <a:pt x="415404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52" y="161810"/>
                </a:lnTo>
                <a:lnTo>
                  <a:pt x="531152" y="278384"/>
                </a:lnTo>
                <a:lnTo>
                  <a:pt x="527062" y="323634"/>
                </a:lnTo>
                <a:lnTo>
                  <a:pt x="515239" y="366395"/>
                </a:lnTo>
                <a:lnTo>
                  <a:pt x="496582" y="405561"/>
                </a:lnTo>
                <a:lnTo>
                  <a:pt x="471627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23" y="514896"/>
                </a:lnTo>
                <a:lnTo>
                  <a:pt x="323989" y="526656"/>
                </a:lnTo>
                <a:lnTo>
                  <a:pt x="278739" y="530733"/>
                </a:lnTo>
                <a:lnTo>
                  <a:pt x="233489" y="526656"/>
                </a:lnTo>
                <a:lnTo>
                  <a:pt x="190842" y="514896"/>
                </a:lnTo>
                <a:lnTo>
                  <a:pt x="151549" y="496189"/>
                </a:lnTo>
                <a:lnTo>
                  <a:pt x="116306" y="471246"/>
                </a:lnTo>
                <a:lnTo>
                  <a:pt x="85852" y="440804"/>
                </a:lnTo>
                <a:lnTo>
                  <a:pt x="60896" y="405561"/>
                </a:lnTo>
                <a:lnTo>
                  <a:pt x="42240" y="366395"/>
                </a:lnTo>
                <a:lnTo>
                  <a:pt x="30492" y="323913"/>
                </a:lnTo>
                <a:lnTo>
                  <a:pt x="26365" y="278765"/>
                </a:lnTo>
                <a:lnTo>
                  <a:pt x="26339" y="278384"/>
                </a:lnTo>
                <a:lnTo>
                  <a:pt x="30365" y="233629"/>
                </a:lnTo>
                <a:lnTo>
                  <a:pt x="30416" y="233006"/>
                </a:lnTo>
                <a:lnTo>
                  <a:pt x="42049" y="190766"/>
                </a:lnTo>
                <a:lnTo>
                  <a:pt x="42138" y="190423"/>
                </a:lnTo>
                <a:lnTo>
                  <a:pt x="42176" y="190284"/>
                </a:lnTo>
                <a:lnTo>
                  <a:pt x="60896" y="150952"/>
                </a:lnTo>
                <a:lnTo>
                  <a:pt x="85852" y="115722"/>
                </a:lnTo>
                <a:lnTo>
                  <a:pt x="116306" y="85293"/>
                </a:lnTo>
                <a:lnTo>
                  <a:pt x="151549" y="60388"/>
                </a:lnTo>
                <a:lnTo>
                  <a:pt x="190842" y="41706"/>
                </a:lnTo>
                <a:lnTo>
                  <a:pt x="233489" y="29984"/>
                </a:lnTo>
                <a:lnTo>
                  <a:pt x="278739" y="25908"/>
                </a:lnTo>
                <a:lnTo>
                  <a:pt x="323989" y="29984"/>
                </a:lnTo>
                <a:lnTo>
                  <a:pt x="366623" y="41706"/>
                </a:lnTo>
                <a:lnTo>
                  <a:pt x="405930" y="60388"/>
                </a:lnTo>
                <a:lnTo>
                  <a:pt x="441172" y="85293"/>
                </a:lnTo>
                <a:lnTo>
                  <a:pt x="471627" y="115722"/>
                </a:lnTo>
                <a:lnTo>
                  <a:pt x="496468" y="150787"/>
                </a:lnTo>
                <a:lnTo>
                  <a:pt x="515302" y="190284"/>
                </a:lnTo>
                <a:lnTo>
                  <a:pt x="527062" y="233006"/>
                </a:lnTo>
                <a:lnTo>
                  <a:pt x="531152" y="278384"/>
                </a:lnTo>
                <a:lnTo>
                  <a:pt x="531152" y="161810"/>
                </a:lnTo>
                <a:lnTo>
                  <a:pt x="526554" y="150952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39" y="14249"/>
                </a:lnTo>
                <a:lnTo>
                  <a:pt x="323926" y="3657"/>
                </a:lnTo>
                <a:lnTo>
                  <a:pt x="278739" y="0"/>
                </a:lnTo>
                <a:lnTo>
                  <a:pt x="233578" y="3657"/>
                </a:lnTo>
                <a:lnTo>
                  <a:pt x="190728" y="14249"/>
                </a:lnTo>
                <a:lnTo>
                  <a:pt x="150749" y="31178"/>
                </a:lnTo>
                <a:lnTo>
                  <a:pt x="114223" y="53873"/>
                </a:lnTo>
                <a:lnTo>
                  <a:pt x="81737" y="81762"/>
                </a:lnTo>
                <a:lnTo>
                  <a:pt x="53848" y="114261"/>
                </a:lnTo>
                <a:lnTo>
                  <a:pt x="31153" y="150787"/>
                </a:lnTo>
                <a:lnTo>
                  <a:pt x="14224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32" y="323634"/>
                </a:lnTo>
                <a:lnTo>
                  <a:pt x="3644" y="323913"/>
                </a:lnTo>
                <a:lnTo>
                  <a:pt x="14147" y="366395"/>
                </a:lnTo>
                <a:lnTo>
                  <a:pt x="14224" y="366737"/>
                </a:lnTo>
                <a:lnTo>
                  <a:pt x="31026" y="406374"/>
                </a:lnTo>
                <a:lnTo>
                  <a:pt x="53848" y="443153"/>
                </a:lnTo>
                <a:lnTo>
                  <a:pt x="81737" y="475589"/>
                </a:lnTo>
                <a:lnTo>
                  <a:pt x="114223" y="503415"/>
                </a:lnTo>
                <a:lnTo>
                  <a:pt x="150749" y="526072"/>
                </a:lnTo>
                <a:lnTo>
                  <a:pt x="190728" y="542950"/>
                </a:lnTo>
                <a:lnTo>
                  <a:pt x="233578" y="553504"/>
                </a:lnTo>
                <a:lnTo>
                  <a:pt x="278739" y="557149"/>
                </a:lnTo>
                <a:lnTo>
                  <a:pt x="323761" y="553504"/>
                </a:lnTo>
                <a:lnTo>
                  <a:pt x="366585" y="542950"/>
                </a:lnTo>
                <a:lnTo>
                  <a:pt x="395503" y="530733"/>
                </a:lnTo>
                <a:lnTo>
                  <a:pt x="406539" y="526072"/>
                </a:lnTo>
                <a:lnTo>
                  <a:pt x="443268" y="503288"/>
                </a:lnTo>
                <a:lnTo>
                  <a:pt x="475767" y="475399"/>
                </a:lnTo>
                <a:lnTo>
                  <a:pt x="503656" y="442899"/>
                </a:lnTo>
                <a:lnTo>
                  <a:pt x="526351" y="406374"/>
                </a:lnTo>
                <a:lnTo>
                  <a:pt x="543280" y="366395"/>
                </a:lnTo>
                <a:lnTo>
                  <a:pt x="553770" y="323913"/>
                </a:lnTo>
                <a:lnTo>
                  <a:pt x="553847" y="323634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742619" y="1122807"/>
            <a:ext cx="16102330" cy="9164320"/>
            <a:chOff x="742619" y="1122807"/>
            <a:chExt cx="16102330" cy="916432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9330" y="1383157"/>
              <a:ext cx="2552700" cy="55245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3395" y="3179144"/>
              <a:ext cx="5130291" cy="710755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2619" y="3179144"/>
              <a:ext cx="5222875" cy="710755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96468" y="1122807"/>
              <a:ext cx="3448050" cy="13239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71626" y="1857882"/>
              <a:ext cx="7806690" cy="8429625"/>
            </a:xfrm>
            <a:custGeom>
              <a:avLst/>
              <a:gdLst/>
              <a:ahLst/>
              <a:cxnLst/>
              <a:rect l="l" t="t" r="r" b="b"/>
              <a:pathLst>
                <a:path w="7806690" h="8429625">
                  <a:moveTo>
                    <a:pt x="7728483" y="0"/>
                  </a:moveTo>
                  <a:lnTo>
                    <a:pt x="78066" y="0"/>
                  </a:lnTo>
                  <a:lnTo>
                    <a:pt x="47679" y="6129"/>
                  </a:lnTo>
                  <a:lnTo>
                    <a:pt x="22864" y="22844"/>
                  </a:lnTo>
                  <a:lnTo>
                    <a:pt x="6134" y="47630"/>
                  </a:lnTo>
                  <a:lnTo>
                    <a:pt x="0" y="77977"/>
                  </a:lnTo>
                  <a:lnTo>
                    <a:pt x="0" y="8429041"/>
                  </a:lnTo>
                  <a:lnTo>
                    <a:pt x="7806588" y="8429041"/>
                  </a:lnTo>
                  <a:lnTo>
                    <a:pt x="7806588" y="77977"/>
                  </a:lnTo>
                  <a:lnTo>
                    <a:pt x="7800456" y="47630"/>
                  </a:lnTo>
                  <a:lnTo>
                    <a:pt x="7783728" y="22844"/>
                  </a:lnTo>
                  <a:lnTo>
                    <a:pt x="7758903" y="6129"/>
                  </a:lnTo>
                  <a:lnTo>
                    <a:pt x="7728483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307972" y="3693414"/>
            <a:ext cx="6728459" cy="537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33045">
              <a:lnSpc>
                <a:spcPct val="100299"/>
              </a:lnSpc>
              <a:spcBef>
                <a:spcPts val="9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Challenge:</a:t>
            </a:r>
            <a:r>
              <a:rPr dirty="0" sz="1800" spc="-2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IT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환경 전반에</a:t>
            </a:r>
            <a:r>
              <a:rPr dirty="0" sz="1800" spc="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걸쳐 데이터를 민주화하고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시스템을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분리함으로써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국가 디지털 은행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이니셔티브와 전사적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디지털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전환을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강화합니다.</a:t>
            </a:r>
            <a:endParaRPr sz="1800">
              <a:latin typeface="Malgun Gothic"/>
              <a:cs typeface="Malgun Gothic"/>
            </a:endParaRPr>
          </a:p>
          <a:p>
            <a:pPr marL="12700" marR="196215">
              <a:lnSpc>
                <a:spcPct val="100000"/>
              </a:lnSpc>
              <a:spcBef>
                <a:spcPts val="215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Solution:</a:t>
            </a:r>
            <a:r>
              <a:rPr dirty="0" sz="18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Platform을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팀이 이동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중인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활용하고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은행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전체의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시스템에서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사용할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50">
                <a:solidFill>
                  <a:srgbClr val="221F1F"/>
                </a:solidFill>
                <a:latin typeface="Malgun Gothic"/>
                <a:cs typeface="Malgun Gothic"/>
              </a:rPr>
              <a:t>수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있도록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지원하는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탁월한 센터를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만들 수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있습니다.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solidFill>
                  <a:srgbClr val="221F1F"/>
                </a:solidFill>
                <a:latin typeface="Arial"/>
                <a:cs typeface="Arial"/>
              </a:rPr>
              <a:t>Results:</a:t>
            </a:r>
            <a:endParaRPr sz="1800">
              <a:latin typeface="Arial"/>
              <a:cs typeface="Arial"/>
            </a:endParaRPr>
          </a:p>
          <a:p>
            <a:pPr marL="377825" indent="-342265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출시 시간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50%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단축</a:t>
            </a:r>
            <a:endParaRPr sz="1800">
              <a:latin typeface="Malgun Gothic"/>
              <a:cs typeface="Malgun Gothic"/>
            </a:endParaRPr>
          </a:p>
          <a:p>
            <a:pPr marL="377825" indent="-342265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메인프레임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 MQ 비용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절감</a:t>
            </a:r>
            <a:endParaRPr sz="1800">
              <a:latin typeface="Malgun Gothic"/>
              <a:cs typeface="Malgun Gothic"/>
            </a:endParaRPr>
          </a:p>
          <a:p>
            <a:pPr marL="377825" indent="-3422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리스크 없는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새로운 기술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패러다임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채택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14999"/>
              </a:lnSpc>
              <a:spcBef>
                <a:spcPts val="2485"/>
              </a:spcBef>
            </a:pP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“When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we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saw</a:t>
            </a:r>
            <a:r>
              <a:rPr dirty="0" sz="1800" spc="-4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the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demand</a:t>
            </a:r>
            <a:r>
              <a:rPr dirty="0" sz="1800" spc="-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for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harnessing</a:t>
            </a:r>
            <a:r>
              <a:rPr dirty="0" sz="1800" spc="-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data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in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motion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growing,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working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with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Confluent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investing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in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our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center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of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excellence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enabled</a:t>
            </a:r>
            <a:r>
              <a:rPr dirty="0" sz="1800" spc="-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us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implement</a:t>
            </a:r>
            <a:r>
              <a:rPr dirty="0" sz="1800" spc="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solution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in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way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that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best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benefits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the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enterprise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by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reducing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complexity, costs,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time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market.”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—</a:t>
            </a:r>
            <a:r>
              <a:rPr dirty="0" sz="1400" spc="-2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Mike</a:t>
            </a:r>
            <a:r>
              <a:rPr dirty="0" sz="1400" spc="-5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Onders,</a:t>
            </a:r>
            <a:r>
              <a:rPr dirty="0" sz="1400" spc="-5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EVP</a:t>
            </a:r>
            <a:r>
              <a:rPr dirty="0" sz="1400" spc="-1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Chief</a:t>
            </a:r>
            <a:r>
              <a:rPr dirty="0" sz="14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Data</a:t>
            </a:r>
            <a:r>
              <a:rPr dirty="0" sz="14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Officer</a:t>
            </a:r>
            <a:r>
              <a:rPr dirty="0" sz="1400" spc="-4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4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Divisional</a:t>
            </a:r>
            <a:r>
              <a:rPr dirty="0" sz="1400" spc="-4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CIO</a:t>
            </a:r>
            <a:r>
              <a:rPr dirty="0" sz="14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at</a:t>
            </a:r>
            <a:r>
              <a:rPr dirty="0" sz="1400" spc="-2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21F1F"/>
                </a:solidFill>
                <a:latin typeface="Arial"/>
                <a:cs typeface="Arial"/>
              </a:rPr>
              <a:t>KeyBank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320672" y="674497"/>
            <a:ext cx="16054705" cy="2492375"/>
            <a:chOff x="1320672" y="674497"/>
            <a:chExt cx="16054705" cy="249237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672" y="2483053"/>
              <a:ext cx="3878834" cy="68369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6817341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26" y="427101"/>
                  </a:lnTo>
                  <a:lnTo>
                    <a:pt x="272148" y="437642"/>
                  </a:lnTo>
                  <a:lnTo>
                    <a:pt x="273050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867772" y="1767458"/>
              <a:ext cx="7507605" cy="8519795"/>
            </a:xfrm>
            <a:custGeom>
              <a:avLst/>
              <a:gdLst/>
              <a:ahLst/>
              <a:cxnLst/>
              <a:rect l="l" t="t" r="r" b="b"/>
              <a:pathLst>
                <a:path w="7507605" h="8519795">
                  <a:moveTo>
                    <a:pt x="7432167" y="0"/>
                  </a:moveTo>
                  <a:lnTo>
                    <a:pt x="75056" y="0"/>
                  </a:lnTo>
                  <a:lnTo>
                    <a:pt x="45862" y="5887"/>
                  </a:lnTo>
                  <a:lnTo>
                    <a:pt x="22002" y="21955"/>
                  </a:lnTo>
                  <a:lnTo>
                    <a:pt x="5905" y="45809"/>
                  </a:lnTo>
                  <a:lnTo>
                    <a:pt x="0" y="75057"/>
                  </a:lnTo>
                  <a:lnTo>
                    <a:pt x="0" y="8519365"/>
                  </a:lnTo>
                  <a:lnTo>
                    <a:pt x="7507223" y="8519365"/>
                  </a:lnTo>
                  <a:lnTo>
                    <a:pt x="7507223" y="75057"/>
                  </a:lnTo>
                  <a:lnTo>
                    <a:pt x="7501318" y="45809"/>
                  </a:lnTo>
                  <a:lnTo>
                    <a:pt x="7485221" y="21955"/>
                  </a:lnTo>
                  <a:lnTo>
                    <a:pt x="7461361" y="5887"/>
                  </a:lnTo>
                  <a:lnTo>
                    <a:pt x="7432167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0404093" y="4074414"/>
            <a:ext cx="6170295" cy="5371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701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Challenge:</a:t>
            </a:r>
            <a:r>
              <a:rPr dirty="0" sz="1800" spc="-2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Bank BTPN은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인도네시아에서</a:t>
            </a:r>
            <a:r>
              <a:rPr dirty="0" sz="1800" spc="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가장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큰 은행 </a:t>
            </a:r>
            <a:r>
              <a:rPr dirty="0" sz="1800" spc="-50">
                <a:solidFill>
                  <a:srgbClr val="221F1F"/>
                </a:solidFill>
                <a:latin typeface="Malgun Gothic"/>
                <a:cs typeface="Malgun Gothic"/>
              </a:rPr>
              <a:t>중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하나에서 디지털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뱅킹을 강화하고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고객 환경을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개선하고자 했습니다.</a:t>
            </a:r>
            <a:endParaRPr sz="1800">
              <a:latin typeface="Malgun Gothic"/>
              <a:cs typeface="Malgun Gothic"/>
            </a:endParaRPr>
          </a:p>
          <a:p>
            <a:pPr marL="12700" marR="5588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Solution:</a:t>
            </a:r>
            <a:r>
              <a:rPr dirty="0" sz="1800" spc="-3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Confluent를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실행하고,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백엔드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서비스를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통합하며,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스트림 처리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애플리케이션을 통해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IT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환경을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단순화합니다.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solidFill>
                  <a:srgbClr val="221F1F"/>
                </a:solidFill>
                <a:latin typeface="Arial"/>
                <a:cs typeface="Arial"/>
              </a:rPr>
              <a:t>Results:</a:t>
            </a:r>
            <a:endParaRPr sz="1800">
              <a:latin typeface="Arial"/>
              <a:cs typeface="Arial"/>
            </a:endParaRPr>
          </a:p>
          <a:p>
            <a:pPr marL="367665" indent="-3429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비용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절감</a:t>
            </a:r>
            <a:endParaRPr sz="1800">
              <a:latin typeface="Malgun Gothic"/>
              <a:cs typeface="Malgun Gothic"/>
            </a:endParaRPr>
          </a:p>
          <a:p>
            <a:pPr marL="36766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간소화된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IT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환경</a:t>
            </a:r>
            <a:endParaRPr sz="1800">
              <a:latin typeface="Malgun Gothic"/>
              <a:cs typeface="Malgun Gothic"/>
            </a:endParaRPr>
          </a:p>
          <a:p>
            <a:pPr marL="36766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이동 중인 데이터를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기반으로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한 디지털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뱅킹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14999"/>
              </a:lnSpc>
              <a:spcBef>
                <a:spcPts val="2480"/>
              </a:spcBef>
            </a:pP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“With</a:t>
            </a:r>
            <a:r>
              <a:rPr dirty="0" sz="1800" spc="-3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Confluent,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we have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confidence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in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our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Kafka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deployment. Confluent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engineers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not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only</a:t>
            </a:r>
            <a:r>
              <a:rPr dirty="0" sz="1800" spc="-4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provide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us</a:t>
            </a:r>
            <a:r>
              <a:rPr dirty="0" sz="1800" spc="-3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with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support,</a:t>
            </a:r>
            <a:r>
              <a:rPr dirty="0" sz="1800" spc="-3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but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they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also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share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with</a:t>
            </a:r>
            <a:r>
              <a:rPr dirty="0" sz="1800" spc="-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us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their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deep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knowledge</a:t>
            </a:r>
            <a:r>
              <a:rPr dirty="0" sz="1800" spc="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Kafka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help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us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make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most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our</a:t>
            </a:r>
            <a:r>
              <a:rPr dirty="0" sz="1800" spc="-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streaming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use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cases.”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—</a:t>
            </a:r>
            <a:r>
              <a:rPr dirty="0" sz="1400" spc="-3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Joko</a:t>
            </a:r>
            <a:r>
              <a:rPr dirty="0" sz="1400" spc="-4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Kurniawan,</a:t>
            </a:r>
            <a:r>
              <a:rPr dirty="0" sz="1400" spc="-7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Digital</a:t>
            </a:r>
            <a:r>
              <a:rPr dirty="0" sz="1400" spc="-5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Service</a:t>
            </a:r>
            <a:r>
              <a:rPr dirty="0" sz="1400" spc="-4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Enablement</a:t>
            </a:r>
            <a:r>
              <a:rPr dirty="0" sz="1400" spc="-5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21F1F"/>
                </a:solidFill>
                <a:latin typeface="Arial"/>
                <a:cs typeface="Arial"/>
              </a:rPr>
              <a:t>Head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0416031" y="674497"/>
            <a:ext cx="6958965" cy="3019425"/>
            <a:chOff x="10416031" y="674497"/>
            <a:chExt cx="6958965" cy="3019425"/>
          </a:xfrm>
        </p:grpSpPr>
        <p:sp>
          <p:nvSpPr>
            <p:cNvPr id="7" name="object 7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26" y="427101"/>
                  </a:lnTo>
                  <a:lnTo>
                    <a:pt x="272148" y="437642"/>
                  </a:lnTo>
                  <a:lnTo>
                    <a:pt x="273050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16031" y="2133219"/>
              <a:ext cx="1786508" cy="15601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"/>
            <a:ext cx="18288000" cy="10287635"/>
            <a:chOff x="0" y="1"/>
            <a:chExt cx="18288000" cy="102876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"/>
              <a:ext cx="18287998" cy="1028699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5800" y="674497"/>
              <a:ext cx="8631555" cy="9612630"/>
            </a:xfrm>
            <a:custGeom>
              <a:avLst/>
              <a:gdLst/>
              <a:ahLst/>
              <a:cxnLst/>
              <a:rect l="l" t="t" r="r" b="b"/>
              <a:pathLst>
                <a:path w="8631555" h="9612630">
                  <a:moveTo>
                    <a:pt x="8544687" y="0"/>
                  </a:moveTo>
                  <a:lnTo>
                    <a:pt x="86309" y="0"/>
                  </a:lnTo>
                  <a:lnTo>
                    <a:pt x="52715" y="6778"/>
                  </a:lnTo>
                  <a:lnTo>
                    <a:pt x="25280" y="25273"/>
                  </a:lnTo>
                  <a:lnTo>
                    <a:pt x="6783" y="52720"/>
                  </a:lnTo>
                  <a:lnTo>
                    <a:pt x="0" y="86359"/>
                  </a:lnTo>
                  <a:lnTo>
                    <a:pt x="0" y="9612627"/>
                  </a:lnTo>
                  <a:lnTo>
                    <a:pt x="8631047" y="9612627"/>
                  </a:lnTo>
                  <a:lnTo>
                    <a:pt x="8631047" y="86359"/>
                  </a:lnTo>
                  <a:lnTo>
                    <a:pt x="8624250" y="52720"/>
                  </a:lnTo>
                  <a:lnTo>
                    <a:pt x="8605726" y="25272"/>
                  </a:lnTo>
                  <a:lnTo>
                    <a:pt x="8578272" y="6778"/>
                  </a:lnTo>
                  <a:lnTo>
                    <a:pt x="8544687" y="0"/>
                  </a:lnTo>
                  <a:close/>
                </a:path>
              </a:pathLst>
            </a:custGeom>
            <a:solidFill>
              <a:srgbClr val="FFFFFF">
                <a:alpha val="929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321435" y="2468095"/>
            <a:ext cx="7001509" cy="582231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Challenge:</a:t>
            </a:r>
            <a:r>
              <a:rPr dirty="0" sz="1800" spc="-2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인도네시아 최대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은행의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디지털 전환을 추진하여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은행의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시장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지위를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개선하고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전국적으로 금융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통합을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확대합니다.</a:t>
            </a:r>
            <a:endParaRPr sz="1800">
              <a:latin typeface="Malgun Gothic"/>
              <a:cs typeface="Malgun Gothic"/>
            </a:endParaRPr>
          </a:p>
          <a:p>
            <a:pPr marL="12700" marR="169545">
              <a:lnSpc>
                <a:spcPct val="115199"/>
              </a:lnSpc>
              <a:spcBef>
                <a:spcPts val="248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Solution:</a:t>
            </a:r>
            <a:r>
              <a:rPr dirty="0" sz="1800" spc="-4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dirty="0" sz="1800" spc="-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Apache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Kafka를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실시간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신용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점수,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부정 행위 감지 및 판매자 평가 서비스를 위한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빅데이터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분석 기능을 제공하는 이벤트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중심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마이크로 서비스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아키텍처를 구현합니다</a:t>
            </a:r>
            <a:r>
              <a:rPr dirty="0" sz="2100" spc="-10"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solidFill>
                  <a:srgbClr val="221F1F"/>
                </a:solidFill>
                <a:latin typeface="Arial"/>
                <a:cs typeface="Arial"/>
              </a:rPr>
              <a:t>Results:</a:t>
            </a:r>
            <a:endParaRPr sz="1800">
              <a:latin typeface="Arial"/>
              <a:cs typeface="Arial"/>
            </a:endParaRPr>
          </a:p>
          <a:p>
            <a:pPr marL="37782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실시간으로 부정 행위 탐지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수행</a:t>
            </a:r>
            <a:endParaRPr sz="1800">
              <a:latin typeface="Malgun Gothic"/>
              <a:cs typeface="Malgun Gothic"/>
            </a:endParaRPr>
          </a:p>
          <a:p>
            <a:pPr marL="37782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대출 지출 시간을 2주에서 2분으로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단축</a:t>
            </a:r>
            <a:endParaRPr sz="1800">
              <a:latin typeface="Malgun Gothic"/>
              <a:cs typeface="Malgun Gothic"/>
            </a:endParaRPr>
          </a:p>
          <a:p>
            <a:pPr marL="377825" indent="-3429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ISO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인증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오픈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API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생성</a:t>
            </a:r>
            <a:endParaRPr sz="1800">
              <a:latin typeface="Malgun Gothic"/>
              <a:cs typeface="Malgun Gothic"/>
            </a:endParaRPr>
          </a:p>
          <a:p>
            <a:pPr marL="37782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7782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대출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채무 불이행을 사전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예방적으로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예측, NPL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0%</a:t>
            </a:r>
            <a:endParaRPr sz="1800">
              <a:latin typeface="Malgun Gothic"/>
              <a:cs typeface="Malgun Gothic"/>
            </a:endParaRPr>
          </a:p>
          <a:p>
            <a:pPr marL="12700" marR="10795">
              <a:lnSpc>
                <a:spcPct val="114999"/>
              </a:lnSpc>
              <a:spcBef>
                <a:spcPts val="2485"/>
              </a:spcBef>
            </a:pP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“Confluent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Platform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Apache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Kafka,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by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enabling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us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build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and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deploy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time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event-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driven</a:t>
            </a:r>
            <a:r>
              <a:rPr dirty="0" sz="1800" spc="-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systems</a:t>
            </a:r>
            <a:r>
              <a:rPr dirty="0" sz="1800" spc="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credit</a:t>
            </a:r>
            <a:r>
              <a:rPr dirty="0" sz="1800" spc="-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scoring,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have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helped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BRI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become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the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most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profitable bank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in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Indonesia.”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—</a:t>
            </a:r>
            <a:r>
              <a:rPr dirty="0" sz="1400" spc="-3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Kaspar</a:t>
            </a:r>
            <a:r>
              <a:rPr dirty="0" sz="14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Situmorang,</a:t>
            </a:r>
            <a:r>
              <a:rPr dirty="0" sz="1400" spc="-5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Executive</a:t>
            </a:r>
            <a:r>
              <a:rPr dirty="0" sz="1400" spc="-5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Vice</a:t>
            </a:r>
            <a:r>
              <a:rPr dirty="0" sz="1400" spc="-5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21F1F"/>
                </a:solidFill>
                <a:latin typeface="Arial"/>
                <a:cs typeface="Arial"/>
              </a:rPr>
              <a:t>President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333880" y="674497"/>
            <a:ext cx="16041369" cy="1307465"/>
            <a:chOff x="1333880" y="674497"/>
            <a:chExt cx="16041369" cy="1307465"/>
          </a:xfrm>
        </p:grpSpPr>
        <p:sp>
          <p:nvSpPr>
            <p:cNvPr id="7" name="object 7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26" y="427101"/>
                  </a:lnTo>
                  <a:lnTo>
                    <a:pt x="272148" y="437642"/>
                  </a:lnTo>
                  <a:lnTo>
                    <a:pt x="273050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33881" y="1231645"/>
              <a:ext cx="3181350" cy="749935"/>
            </a:xfrm>
            <a:custGeom>
              <a:avLst/>
              <a:gdLst/>
              <a:ahLst/>
              <a:cxnLst/>
              <a:rect l="l" t="t" r="r" b="b"/>
              <a:pathLst>
                <a:path w="3181350" h="749935">
                  <a:moveTo>
                    <a:pt x="747903" y="117475"/>
                  </a:moveTo>
                  <a:lnTo>
                    <a:pt x="738949" y="71958"/>
                  </a:lnTo>
                  <a:lnTo>
                    <a:pt x="714565" y="34594"/>
                  </a:lnTo>
                  <a:lnTo>
                    <a:pt x="678459" y="9309"/>
                  </a:lnTo>
                  <a:lnTo>
                    <a:pt x="662686" y="5981"/>
                  </a:lnTo>
                  <a:lnTo>
                    <a:pt x="662686" y="123190"/>
                  </a:lnTo>
                  <a:lnTo>
                    <a:pt x="662686" y="592709"/>
                  </a:lnTo>
                  <a:lnTo>
                    <a:pt x="632460" y="561936"/>
                  </a:lnTo>
                  <a:lnTo>
                    <a:pt x="632460" y="679831"/>
                  </a:lnTo>
                  <a:lnTo>
                    <a:pt x="625005" y="683717"/>
                  </a:lnTo>
                  <a:lnTo>
                    <a:pt x="617042" y="686676"/>
                  </a:lnTo>
                  <a:lnTo>
                    <a:pt x="608723" y="688568"/>
                  </a:lnTo>
                  <a:lnTo>
                    <a:pt x="600202" y="689229"/>
                  </a:lnTo>
                  <a:lnTo>
                    <a:pt x="342773" y="689229"/>
                  </a:lnTo>
                  <a:lnTo>
                    <a:pt x="347484" y="678573"/>
                  </a:lnTo>
                  <a:lnTo>
                    <a:pt x="357886" y="652119"/>
                  </a:lnTo>
                  <a:lnTo>
                    <a:pt x="368274" y="618185"/>
                  </a:lnTo>
                  <a:lnTo>
                    <a:pt x="372999" y="585089"/>
                  </a:lnTo>
                  <a:lnTo>
                    <a:pt x="369951" y="549427"/>
                  </a:lnTo>
                  <a:lnTo>
                    <a:pt x="348234" y="487959"/>
                  </a:lnTo>
                  <a:lnTo>
                    <a:pt x="242316" y="374904"/>
                  </a:lnTo>
                  <a:lnTo>
                    <a:pt x="333248" y="282194"/>
                  </a:lnTo>
                  <a:lnTo>
                    <a:pt x="351243" y="259245"/>
                  </a:lnTo>
                  <a:lnTo>
                    <a:pt x="364972" y="230809"/>
                  </a:lnTo>
                  <a:lnTo>
                    <a:pt x="373722" y="197777"/>
                  </a:lnTo>
                  <a:lnTo>
                    <a:pt x="376809" y="161036"/>
                  </a:lnTo>
                  <a:lnTo>
                    <a:pt x="374764" y="132016"/>
                  </a:lnTo>
                  <a:lnTo>
                    <a:pt x="369011" y="104927"/>
                  </a:lnTo>
                  <a:lnTo>
                    <a:pt x="360032" y="80340"/>
                  </a:lnTo>
                  <a:lnTo>
                    <a:pt x="348361" y="58801"/>
                  </a:lnTo>
                  <a:lnTo>
                    <a:pt x="410845" y="58801"/>
                  </a:lnTo>
                  <a:lnTo>
                    <a:pt x="447230" y="66751"/>
                  </a:lnTo>
                  <a:lnTo>
                    <a:pt x="477405" y="88353"/>
                  </a:lnTo>
                  <a:lnTo>
                    <a:pt x="497979" y="120256"/>
                  </a:lnTo>
                  <a:lnTo>
                    <a:pt x="505587" y="159131"/>
                  </a:lnTo>
                  <a:lnTo>
                    <a:pt x="503529" y="178308"/>
                  </a:lnTo>
                  <a:lnTo>
                    <a:pt x="497738" y="196037"/>
                  </a:lnTo>
                  <a:lnTo>
                    <a:pt x="488759" y="212318"/>
                  </a:lnTo>
                  <a:lnTo>
                    <a:pt x="477139" y="227203"/>
                  </a:lnTo>
                  <a:lnTo>
                    <a:pt x="333248" y="374904"/>
                  </a:lnTo>
                  <a:lnTo>
                    <a:pt x="632460" y="679831"/>
                  </a:lnTo>
                  <a:lnTo>
                    <a:pt x="632460" y="561936"/>
                  </a:lnTo>
                  <a:lnTo>
                    <a:pt x="448818" y="374904"/>
                  </a:lnTo>
                  <a:lnTo>
                    <a:pt x="551053" y="270764"/>
                  </a:lnTo>
                  <a:lnTo>
                    <a:pt x="565150" y="248602"/>
                  </a:lnTo>
                  <a:lnTo>
                    <a:pt x="575881" y="222338"/>
                  </a:lnTo>
                  <a:lnTo>
                    <a:pt x="582688" y="192849"/>
                  </a:lnTo>
                  <a:lnTo>
                    <a:pt x="585089" y="161036"/>
                  </a:lnTo>
                  <a:lnTo>
                    <a:pt x="583044" y="132016"/>
                  </a:lnTo>
                  <a:lnTo>
                    <a:pt x="583018" y="131749"/>
                  </a:lnTo>
                  <a:lnTo>
                    <a:pt x="577062" y="104203"/>
                  </a:lnTo>
                  <a:lnTo>
                    <a:pt x="567563" y="79527"/>
                  </a:lnTo>
                  <a:lnTo>
                    <a:pt x="554863" y="58801"/>
                  </a:lnTo>
                  <a:lnTo>
                    <a:pt x="600202" y="60579"/>
                  </a:lnTo>
                  <a:lnTo>
                    <a:pt x="624370" y="65290"/>
                  </a:lnTo>
                  <a:lnTo>
                    <a:pt x="644245" y="78359"/>
                  </a:lnTo>
                  <a:lnTo>
                    <a:pt x="657720" y="98196"/>
                  </a:lnTo>
                  <a:lnTo>
                    <a:pt x="662686" y="123190"/>
                  </a:lnTo>
                  <a:lnTo>
                    <a:pt x="662686" y="5981"/>
                  </a:lnTo>
                  <a:lnTo>
                    <a:pt x="634365" y="0"/>
                  </a:lnTo>
                  <a:lnTo>
                    <a:pt x="297307" y="0"/>
                  </a:lnTo>
                  <a:lnTo>
                    <a:pt x="297307" y="159131"/>
                  </a:lnTo>
                  <a:lnTo>
                    <a:pt x="295541" y="178308"/>
                  </a:lnTo>
                  <a:lnTo>
                    <a:pt x="290410" y="196037"/>
                  </a:lnTo>
                  <a:lnTo>
                    <a:pt x="282079" y="212318"/>
                  </a:lnTo>
                  <a:lnTo>
                    <a:pt x="270764" y="227203"/>
                  </a:lnTo>
                  <a:lnTo>
                    <a:pt x="123063" y="374904"/>
                  </a:lnTo>
                  <a:lnTo>
                    <a:pt x="261366" y="517017"/>
                  </a:lnTo>
                  <a:lnTo>
                    <a:pt x="287921" y="565708"/>
                  </a:lnTo>
                  <a:lnTo>
                    <a:pt x="280733" y="625373"/>
                  </a:lnTo>
                  <a:lnTo>
                    <a:pt x="256349" y="658495"/>
                  </a:lnTo>
                  <a:lnTo>
                    <a:pt x="220243" y="680961"/>
                  </a:lnTo>
                  <a:lnTo>
                    <a:pt x="176149" y="689229"/>
                  </a:lnTo>
                  <a:lnTo>
                    <a:pt x="147701" y="689229"/>
                  </a:lnTo>
                  <a:lnTo>
                    <a:pt x="123571" y="684276"/>
                  </a:lnTo>
                  <a:lnTo>
                    <a:pt x="103695" y="670801"/>
                  </a:lnTo>
                  <a:lnTo>
                    <a:pt x="90182" y="650925"/>
                  </a:lnTo>
                  <a:lnTo>
                    <a:pt x="85217" y="626745"/>
                  </a:lnTo>
                  <a:lnTo>
                    <a:pt x="85217" y="121285"/>
                  </a:lnTo>
                  <a:lnTo>
                    <a:pt x="90690" y="97116"/>
                  </a:lnTo>
                  <a:lnTo>
                    <a:pt x="103454" y="77241"/>
                  </a:lnTo>
                  <a:lnTo>
                    <a:pt x="122237" y="63766"/>
                  </a:lnTo>
                  <a:lnTo>
                    <a:pt x="145796" y="58801"/>
                  </a:lnTo>
                  <a:lnTo>
                    <a:pt x="204470" y="58801"/>
                  </a:lnTo>
                  <a:lnTo>
                    <a:pt x="240563" y="66751"/>
                  </a:lnTo>
                  <a:lnTo>
                    <a:pt x="270078" y="88353"/>
                  </a:lnTo>
                  <a:lnTo>
                    <a:pt x="289991" y="120256"/>
                  </a:lnTo>
                  <a:lnTo>
                    <a:pt x="297307" y="159131"/>
                  </a:lnTo>
                  <a:lnTo>
                    <a:pt x="297307" y="0"/>
                  </a:lnTo>
                  <a:lnTo>
                    <a:pt x="113665" y="0"/>
                  </a:lnTo>
                  <a:lnTo>
                    <a:pt x="69532" y="9309"/>
                  </a:lnTo>
                  <a:lnTo>
                    <a:pt x="33401" y="34594"/>
                  </a:lnTo>
                  <a:lnTo>
                    <a:pt x="8966" y="71958"/>
                  </a:lnTo>
                  <a:lnTo>
                    <a:pt x="0" y="117475"/>
                  </a:lnTo>
                  <a:lnTo>
                    <a:pt x="0" y="632460"/>
                  </a:lnTo>
                  <a:lnTo>
                    <a:pt x="8940" y="677722"/>
                  </a:lnTo>
                  <a:lnTo>
                    <a:pt x="33159" y="714629"/>
                  </a:lnTo>
                  <a:lnTo>
                    <a:pt x="68732" y="739838"/>
                  </a:lnTo>
                  <a:lnTo>
                    <a:pt x="111760" y="749935"/>
                  </a:lnTo>
                  <a:lnTo>
                    <a:pt x="634365" y="749935"/>
                  </a:lnTo>
                  <a:lnTo>
                    <a:pt x="678459" y="740638"/>
                  </a:lnTo>
                  <a:lnTo>
                    <a:pt x="714565" y="715352"/>
                  </a:lnTo>
                  <a:lnTo>
                    <a:pt x="731596" y="689229"/>
                  </a:lnTo>
                  <a:lnTo>
                    <a:pt x="738936" y="677989"/>
                  </a:lnTo>
                  <a:lnTo>
                    <a:pt x="747903" y="632460"/>
                  </a:lnTo>
                  <a:lnTo>
                    <a:pt x="747903" y="592709"/>
                  </a:lnTo>
                  <a:lnTo>
                    <a:pt x="747903" y="117475"/>
                  </a:lnTo>
                  <a:close/>
                </a:path>
                <a:path w="3181350" h="749935">
                  <a:moveTo>
                    <a:pt x="1162558" y="452628"/>
                  </a:moveTo>
                  <a:lnTo>
                    <a:pt x="1157922" y="422059"/>
                  </a:lnTo>
                  <a:lnTo>
                    <a:pt x="1146835" y="403352"/>
                  </a:lnTo>
                  <a:lnTo>
                    <a:pt x="1143901" y="398399"/>
                  </a:lnTo>
                  <a:lnTo>
                    <a:pt x="1120279" y="381520"/>
                  </a:lnTo>
                  <a:lnTo>
                    <a:pt x="1086866" y="371221"/>
                  </a:lnTo>
                  <a:lnTo>
                    <a:pt x="1086866" y="369316"/>
                  </a:lnTo>
                  <a:lnTo>
                    <a:pt x="1114793" y="356743"/>
                  </a:lnTo>
                  <a:lnTo>
                    <a:pt x="1135634" y="338518"/>
                  </a:lnTo>
                  <a:lnTo>
                    <a:pt x="1137412" y="335153"/>
                  </a:lnTo>
                  <a:lnTo>
                    <a:pt x="1148651" y="313918"/>
                  </a:lnTo>
                  <a:lnTo>
                    <a:pt x="1153160" y="282194"/>
                  </a:lnTo>
                  <a:lnTo>
                    <a:pt x="1148232" y="259461"/>
                  </a:lnTo>
                  <a:lnTo>
                    <a:pt x="1144066" y="240233"/>
                  </a:lnTo>
                  <a:lnTo>
                    <a:pt x="1118819" y="210680"/>
                  </a:lnTo>
                  <a:lnTo>
                    <a:pt x="1080452" y="193205"/>
                  </a:lnTo>
                  <a:lnTo>
                    <a:pt x="1064133" y="191274"/>
                  </a:lnTo>
                  <a:lnTo>
                    <a:pt x="1064133" y="446913"/>
                  </a:lnTo>
                  <a:lnTo>
                    <a:pt x="1057656" y="469696"/>
                  </a:lnTo>
                  <a:lnTo>
                    <a:pt x="1040714" y="482892"/>
                  </a:lnTo>
                  <a:lnTo>
                    <a:pt x="1017028" y="489000"/>
                  </a:lnTo>
                  <a:lnTo>
                    <a:pt x="990346" y="490474"/>
                  </a:lnTo>
                  <a:lnTo>
                    <a:pt x="959993" y="490474"/>
                  </a:lnTo>
                  <a:lnTo>
                    <a:pt x="959993" y="403352"/>
                  </a:lnTo>
                  <a:lnTo>
                    <a:pt x="990346" y="403352"/>
                  </a:lnTo>
                  <a:lnTo>
                    <a:pt x="1016228" y="404571"/>
                  </a:lnTo>
                  <a:lnTo>
                    <a:pt x="1040003" y="410235"/>
                  </a:lnTo>
                  <a:lnTo>
                    <a:pt x="1057389" y="423341"/>
                  </a:lnTo>
                  <a:lnTo>
                    <a:pt x="1064133" y="446913"/>
                  </a:lnTo>
                  <a:lnTo>
                    <a:pt x="1064133" y="191274"/>
                  </a:lnTo>
                  <a:lnTo>
                    <a:pt x="1054735" y="190157"/>
                  </a:lnTo>
                  <a:lnTo>
                    <a:pt x="1054735" y="295402"/>
                  </a:lnTo>
                  <a:lnTo>
                    <a:pt x="1048893" y="315226"/>
                  </a:lnTo>
                  <a:lnTo>
                    <a:pt x="1033627" y="327380"/>
                  </a:lnTo>
                  <a:lnTo>
                    <a:pt x="1012342" y="333489"/>
                  </a:lnTo>
                  <a:lnTo>
                    <a:pt x="988441" y="335153"/>
                  </a:lnTo>
                  <a:lnTo>
                    <a:pt x="959993" y="335153"/>
                  </a:lnTo>
                  <a:lnTo>
                    <a:pt x="959993" y="259461"/>
                  </a:lnTo>
                  <a:lnTo>
                    <a:pt x="988441" y="259461"/>
                  </a:lnTo>
                  <a:lnTo>
                    <a:pt x="1013155" y="260299"/>
                  </a:lnTo>
                  <a:lnTo>
                    <a:pt x="1034351" y="264668"/>
                  </a:lnTo>
                  <a:lnTo>
                    <a:pt x="1049159" y="275437"/>
                  </a:lnTo>
                  <a:lnTo>
                    <a:pt x="1054735" y="295402"/>
                  </a:lnTo>
                  <a:lnTo>
                    <a:pt x="1054735" y="190157"/>
                  </a:lnTo>
                  <a:lnTo>
                    <a:pt x="1032002" y="187452"/>
                  </a:lnTo>
                  <a:lnTo>
                    <a:pt x="861568" y="187452"/>
                  </a:lnTo>
                  <a:lnTo>
                    <a:pt x="861568" y="560578"/>
                  </a:lnTo>
                  <a:lnTo>
                    <a:pt x="1016762" y="560578"/>
                  </a:lnTo>
                  <a:lnTo>
                    <a:pt x="1058113" y="557885"/>
                  </a:lnTo>
                  <a:lnTo>
                    <a:pt x="1097534" y="548182"/>
                  </a:lnTo>
                  <a:lnTo>
                    <a:pt x="1130871" y="529031"/>
                  </a:lnTo>
                  <a:lnTo>
                    <a:pt x="1153934" y="497992"/>
                  </a:lnTo>
                  <a:lnTo>
                    <a:pt x="1155369" y="490474"/>
                  </a:lnTo>
                  <a:lnTo>
                    <a:pt x="1162558" y="452628"/>
                  </a:lnTo>
                  <a:close/>
                </a:path>
                <a:path w="3181350" h="749935">
                  <a:moveTo>
                    <a:pt x="1558417" y="560578"/>
                  </a:moveTo>
                  <a:lnTo>
                    <a:pt x="1527670" y="480949"/>
                  </a:lnTo>
                  <a:lnTo>
                    <a:pt x="1500670" y="410972"/>
                  </a:lnTo>
                  <a:lnTo>
                    <a:pt x="1444396" y="265176"/>
                  </a:lnTo>
                  <a:lnTo>
                    <a:pt x="1414399" y="187452"/>
                  </a:lnTo>
                  <a:lnTo>
                    <a:pt x="1399286" y="187452"/>
                  </a:lnTo>
                  <a:lnTo>
                    <a:pt x="1399286" y="410972"/>
                  </a:lnTo>
                  <a:lnTo>
                    <a:pt x="1304671" y="410972"/>
                  </a:lnTo>
                  <a:lnTo>
                    <a:pt x="1353820" y="265176"/>
                  </a:lnTo>
                  <a:lnTo>
                    <a:pt x="1399286" y="410972"/>
                  </a:lnTo>
                  <a:lnTo>
                    <a:pt x="1399286" y="187452"/>
                  </a:lnTo>
                  <a:lnTo>
                    <a:pt x="1293241" y="187452"/>
                  </a:lnTo>
                  <a:lnTo>
                    <a:pt x="1151255" y="560578"/>
                  </a:lnTo>
                  <a:lnTo>
                    <a:pt x="1253490" y="560578"/>
                  </a:lnTo>
                  <a:lnTo>
                    <a:pt x="1281938" y="480949"/>
                  </a:lnTo>
                  <a:lnTo>
                    <a:pt x="1422019" y="480949"/>
                  </a:lnTo>
                  <a:lnTo>
                    <a:pt x="1450467" y="560578"/>
                  </a:lnTo>
                  <a:lnTo>
                    <a:pt x="1558417" y="560578"/>
                  </a:lnTo>
                  <a:close/>
                </a:path>
                <a:path w="3181350" h="749935">
                  <a:moveTo>
                    <a:pt x="1916176" y="187452"/>
                  </a:moveTo>
                  <a:lnTo>
                    <a:pt x="1825371" y="187452"/>
                  </a:lnTo>
                  <a:lnTo>
                    <a:pt x="1825371" y="441198"/>
                  </a:lnTo>
                  <a:lnTo>
                    <a:pt x="1698498" y="187452"/>
                  </a:lnTo>
                  <a:lnTo>
                    <a:pt x="1571625" y="187452"/>
                  </a:lnTo>
                  <a:lnTo>
                    <a:pt x="1571625" y="560578"/>
                  </a:lnTo>
                  <a:lnTo>
                    <a:pt x="1664462" y="560578"/>
                  </a:lnTo>
                  <a:lnTo>
                    <a:pt x="1660652" y="306832"/>
                  </a:lnTo>
                  <a:lnTo>
                    <a:pt x="1662557" y="306832"/>
                  </a:lnTo>
                  <a:lnTo>
                    <a:pt x="1791208" y="560578"/>
                  </a:lnTo>
                  <a:lnTo>
                    <a:pt x="1916176" y="560578"/>
                  </a:lnTo>
                  <a:lnTo>
                    <a:pt x="1916176" y="187452"/>
                  </a:lnTo>
                  <a:close/>
                </a:path>
                <a:path w="3181350" h="749935">
                  <a:moveTo>
                    <a:pt x="2291207" y="560578"/>
                  </a:moveTo>
                  <a:lnTo>
                    <a:pt x="2143506" y="361696"/>
                  </a:lnTo>
                  <a:lnTo>
                    <a:pt x="2281682" y="187452"/>
                  </a:lnTo>
                  <a:lnTo>
                    <a:pt x="2162429" y="187452"/>
                  </a:lnTo>
                  <a:lnTo>
                    <a:pt x="2048764" y="340868"/>
                  </a:lnTo>
                  <a:lnTo>
                    <a:pt x="2048764" y="187452"/>
                  </a:lnTo>
                  <a:lnTo>
                    <a:pt x="1948434" y="187452"/>
                  </a:lnTo>
                  <a:lnTo>
                    <a:pt x="1948434" y="560578"/>
                  </a:lnTo>
                  <a:lnTo>
                    <a:pt x="2048764" y="560578"/>
                  </a:lnTo>
                  <a:lnTo>
                    <a:pt x="2048764" y="392049"/>
                  </a:lnTo>
                  <a:lnTo>
                    <a:pt x="2166239" y="560578"/>
                  </a:lnTo>
                  <a:lnTo>
                    <a:pt x="2291207" y="560578"/>
                  </a:lnTo>
                  <a:close/>
                </a:path>
                <a:path w="3181350" h="749935">
                  <a:moveTo>
                    <a:pt x="2717165" y="452628"/>
                  </a:moveTo>
                  <a:lnTo>
                    <a:pt x="2701404" y="403352"/>
                  </a:lnTo>
                  <a:lnTo>
                    <a:pt x="2641473" y="371221"/>
                  </a:lnTo>
                  <a:lnTo>
                    <a:pt x="2641473" y="369316"/>
                  </a:lnTo>
                  <a:lnTo>
                    <a:pt x="2669400" y="356743"/>
                  </a:lnTo>
                  <a:lnTo>
                    <a:pt x="2690241" y="338518"/>
                  </a:lnTo>
                  <a:lnTo>
                    <a:pt x="2692019" y="335153"/>
                  </a:lnTo>
                  <a:lnTo>
                    <a:pt x="2703258" y="313918"/>
                  </a:lnTo>
                  <a:lnTo>
                    <a:pt x="2707767" y="282194"/>
                  </a:lnTo>
                  <a:lnTo>
                    <a:pt x="2702839" y="259461"/>
                  </a:lnTo>
                  <a:lnTo>
                    <a:pt x="2698673" y="240233"/>
                  </a:lnTo>
                  <a:lnTo>
                    <a:pt x="2673426" y="210680"/>
                  </a:lnTo>
                  <a:lnTo>
                    <a:pt x="2635059" y="193205"/>
                  </a:lnTo>
                  <a:lnTo>
                    <a:pt x="2618740" y="191274"/>
                  </a:lnTo>
                  <a:lnTo>
                    <a:pt x="2618740" y="446913"/>
                  </a:lnTo>
                  <a:lnTo>
                    <a:pt x="2612225" y="469696"/>
                  </a:lnTo>
                  <a:lnTo>
                    <a:pt x="2595080" y="482892"/>
                  </a:lnTo>
                  <a:lnTo>
                    <a:pt x="2570835" y="489000"/>
                  </a:lnTo>
                  <a:lnTo>
                    <a:pt x="2543048" y="490474"/>
                  </a:lnTo>
                  <a:lnTo>
                    <a:pt x="2514600" y="490474"/>
                  </a:lnTo>
                  <a:lnTo>
                    <a:pt x="2514600" y="403352"/>
                  </a:lnTo>
                  <a:lnTo>
                    <a:pt x="2544826" y="403352"/>
                  </a:lnTo>
                  <a:lnTo>
                    <a:pt x="2570784" y="404571"/>
                  </a:lnTo>
                  <a:lnTo>
                    <a:pt x="2594584" y="410235"/>
                  </a:lnTo>
                  <a:lnTo>
                    <a:pt x="2611983" y="423341"/>
                  </a:lnTo>
                  <a:lnTo>
                    <a:pt x="2618740" y="446913"/>
                  </a:lnTo>
                  <a:lnTo>
                    <a:pt x="2618740" y="191274"/>
                  </a:lnTo>
                  <a:lnTo>
                    <a:pt x="2609215" y="190144"/>
                  </a:lnTo>
                  <a:lnTo>
                    <a:pt x="2609215" y="295402"/>
                  </a:lnTo>
                  <a:lnTo>
                    <a:pt x="2603385" y="315226"/>
                  </a:lnTo>
                  <a:lnTo>
                    <a:pt x="2588171" y="327380"/>
                  </a:lnTo>
                  <a:lnTo>
                    <a:pt x="2566936" y="333489"/>
                  </a:lnTo>
                  <a:lnTo>
                    <a:pt x="2543048" y="335153"/>
                  </a:lnTo>
                  <a:lnTo>
                    <a:pt x="2514600" y="335153"/>
                  </a:lnTo>
                  <a:lnTo>
                    <a:pt x="2514600" y="259461"/>
                  </a:lnTo>
                  <a:lnTo>
                    <a:pt x="2543048" y="259461"/>
                  </a:lnTo>
                  <a:lnTo>
                    <a:pt x="2567736" y="260299"/>
                  </a:lnTo>
                  <a:lnTo>
                    <a:pt x="2588895" y="264668"/>
                  </a:lnTo>
                  <a:lnTo>
                    <a:pt x="2603652" y="275437"/>
                  </a:lnTo>
                  <a:lnTo>
                    <a:pt x="2609215" y="295402"/>
                  </a:lnTo>
                  <a:lnTo>
                    <a:pt x="2609215" y="190144"/>
                  </a:lnTo>
                  <a:lnTo>
                    <a:pt x="2586609" y="187452"/>
                  </a:lnTo>
                  <a:lnTo>
                    <a:pt x="2414270" y="187452"/>
                  </a:lnTo>
                  <a:lnTo>
                    <a:pt x="2414270" y="560578"/>
                  </a:lnTo>
                  <a:lnTo>
                    <a:pt x="2571369" y="560578"/>
                  </a:lnTo>
                  <a:lnTo>
                    <a:pt x="2612720" y="557885"/>
                  </a:lnTo>
                  <a:lnTo>
                    <a:pt x="2652141" y="548182"/>
                  </a:lnTo>
                  <a:lnTo>
                    <a:pt x="2685478" y="529031"/>
                  </a:lnTo>
                  <a:lnTo>
                    <a:pt x="2708541" y="497992"/>
                  </a:lnTo>
                  <a:lnTo>
                    <a:pt x="2709976" y="490474"/>
                  </a:lnTo>
                  <a:lnTo>
                    <a:pt x="2717165" y="452628"/>
                  </a:lnTo>
                  <a:close/>
                </a:path>
                <a:path w="3181350" h="749935">
                  <a:moveTo>
                    <a:pt x="3054223" y="560578"/>
                  </a:moveTo>
                  <a:lnTo>
                    <a:pt x="3018282" y="460121"/>
                  </a:lnTo>
                  <a:lnTo>
                    <a:pt x="2999905" y="412877"/>
                  </a:lnTo>
                  <a:lnTo>
                    <a:pt x="2965196" y="376809"/>
                  </a:lnTo>
                  <a:lnTo>
                    <a:pt x="2996425" y="364197"/>
                  </a:lnTo>
                  <a:lnTo>
                    <a:pt x="3018955" y="343750"/>
                  </a:lnTo>
                  <a:lnTo>
                    <a:pt x="3019437" y="342773"/>
                  </a:lnTo>
                  <a:lnTo>
                    <a:pt x="3032607" y="316179"/>
                  </a:lnTo>
                  <a:lnTo>
                    <a:pt x="3031998" y="259461"/>
                  </a:lnTo>
                  <a:lnTo>
                    <a:pt x="3001480" y="210680"/>
                  </a:lnTo>
                  <a:lnTo>
                    <a:pt x="2962935" y="193205"/>
                  </a:lnTo>
                  <a:lnTo>
                    <a:pt x="2936875" y="190017"/>
                  </a:lnTo>
                  <a:lnTo>
                    <a:pt x="2936875" y="299212"/>
                  </a:lnTo>
                  <a:lnTo>
                    <a:pt x="2930156" y="323596"/>
                  </a:lnTo>
                  <a:lnTo>
                    <a:pt x="2912961" y="336613"/>
                  </a:lnTo>
                  <a:lnTo>
                    <a:pt x="2889720" y="341833"/>
                  </a:lnTo>
                  <a:lnTo>
                    <a:pt x="2864866" y="342773"/>
                  </a:lnTo>
                  <a:lnTo>
                    <a:pt x="2838323" y="342773"/>
                  </a:lnTo>
                  <a:lnTo>
                    <a:pt x="2838323" y="259461"/>
                  </a:lnTo>
                  <a:lnTo>
                    <a:pt x="2864866" y="259461"/>
                  </a:lnTo>
                  <a:lnTo>
                    <a:pt x="2892082" y="260896"/>
                  </a:lnTo>
                  <a:lnTo>
                    <a:pt x="2915056" y="266573"/>
                  </a:lnTo>
                  <a:lnTo>
                    <a:pt x="2930944" y="278650"/>
                  </a:lnTo>
                  <a:lnTo>
                    <a:pt x="2936875" y="299212"/>
                  </a:lnTo>
                  <a:lnTo>
                    <a:pt x="2936875" y="190017"/>
                  </a:lnTo>
                  <a:lnTo>
                    <a:pt x="2916047" y="187452"/>
                  </a:lnTo>
                  <a:lnTo>
                    <a:pt x="2739898" y="187452"/>
                  </a:lnTo>
                  <a:lnTo>
                    <a:pt x="2739898" y="560578"/>
                  </a:lnTo>
                  <a:lnTo>
                    <a:pt x="2838323" y="560578"/>
                  </a:lnTo>
                  <a:lnTo>
                    <a:pt x="2838323" y="412877"/>
                  </a:lnTo>
                  <a:lnTo>
                    <a:pt x="2859151" y="412877"/>
                  </a:lnTo>
                  <a:lnTo>
                    <a:pt x="2900629" y="429437"/>
                  </a:lnTo>
                  <a:lnTo>
                    <a:pt x="2929255" y="494284"/>
                  </a:lnTo>
                  <a:lnTo>
                    <a:pt x="2950083" y="560578"/>
                  </a:lnTo>
                  <a:lnTo>
                    <a:pt x="3054223" y="560578"/>
                  </a:lnTo>
                  <a:close/>
                </a:path>
                <a:path w="3181350" h="749935">
                  <a:moveTo>
                    <a:pt x="3181121" y="187566"/>
                  </a:moveTo>
                  <a:lnTo>
                    <a:pt x="3082671" y="187566"/>
                  </a:lnTo>
                  <a:lnTo>
                    <a:pt x="3082671" y="560578"/>
                  </a:lnTo>
                  <a:lnTo>
                    <a:pt x="3181121" y="560578"/>
                  </a:lnTo>
                  <a:lnTo>
                    <a:pt x="3181121" y="187566"/>
                  </a:lnTo>
                  <a:close/>
                </a:path>
              </a:pathLst>
            </a:custGeom>
            <a:solidFill>
              <a:srgbClr val="00529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"/>
            <a:ext cx="18288000" cy="10287635"/>
            <a:chOff x="0" y="3"/>
            <a:chExt cx="18288000" cy="102876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"/>
              <a:ext cx="18287999" cy="1028699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5799" y="1231646"/>
              <a:ext cx="7685405" cy="9056370"/>
            </a:xfrm>
            <a:custGeom>
              <a:avLst/>
              <a:gdLst/>
              <a:ahLst/>
              <a:cxnLst/>
              <a:rect l="l" t="t" r="r" b="b"/>
              <a:pathLst>
                <a:path w="7685405" h="9056370">
                  <a:moveTo>
                    <a:pt x="7608570" y="0"/>
                  </a:moveTo>
                  <a:lnTo>
                    <a:pt x="76847" y="0"/>
                  </a:lnTo>
                  <a:lnTo>
                    <a:pt x="46934" y="6040"/>
                  </a:lnTo>
                  <a:lnTo>
                    <a:pt x="22507" y="22510"/>
                  </a:lnTo>
                  <a:lnTo>
                    <a:pt x="6038" y="46934"/>
                  </a:lnTo>
                  <a:lnTo>
                    <a:pt x="0" y="76834"/>
                  </a:lnTo>
                  <a:lnTo>
                    <a:pt x="0" y="9055779"/>
                  </a:lnTo>
                  <a:lnTo>
                    <a:pt x="7685405" y="9055779"/>
                  </a:lnTo>
                  <a:lnTo>
                    <a:pt x="7685405" y="76834"/>
                  </a:lnTo>
                  <a:lnTo>
                    <a:pt x="7679364" y="46934"/>
                  </a:lnTo>
                  <a:lnTo>
                    <a:pt x="7662894" y="22510"/>
                  </a:lnTo>
                  <a:lnTo>
                    <a:pt x="7638470" y="6040"/>
                  </a:lnTo>
                  <a:lnTo>
                    <a:pt x="7608570" y="0"/>
                  </a:lnTo>
                  <a:close/>
                </a:path>
              </a:pathLst>
            </a:custGeom>
            <a:solidFill>
              <a:srgbClr val="FFFFFF">
                <a:alpha val="88626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48257" y="3228593"/>
            <a:ext cx="531368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310">
                <a:solidFill>
                  <a:srgbClr val="221F1F"/>
                </a:solidFill>
                <a:latin typeface="Calibri"/>
                <a:cs typeface="Calibri"/>
              </a:rPr>
              <a:t>Improving</a:t>
            </a:r>
            <a:r>
              <a:rPr dirty="0" sz="2400" spc="13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325">
                <a:solidFill>
                  <a:srgbClr val="221F1F"/>
                </a:solidFill>
                <a:latin typeface="Calibri"/>
                <a:cs typeface="Calibri"/>
              </a:rPr>
              <a:t>Customer</a:t>
            </a:r>
            <a:r>
              <a:rPr dirty="0" sz="2400" spc="1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50">
                <a:solidFill>
                  <a:srgbClr val="221F1F"/>
                </a:solidFill>
                <a:latin typeface="Calibri"/>
                <a:cs typeface="Calibri"/>
              </a:rPr>
              <a:t>Satisfaction </a:t>
            </a:r>
            <a:r>
              <a:rPr dirty="0" sz="2400" spc="325">
                <a:solidFill>
                  <a:srgbClr val="221F1F"/>
                </a:solidFill>
                <a:latin typeface="Calibri"/>
                <a:cs typeface="Calibri"/>
              </a:rPr>
              <a:t>through</a:t>
            </a:r>
            <a:r>
              <a:rPr dirty="0" sz="2400" spc="16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260">
                <a:solidFill>
                  <a:srgbClr val="221F1F"/>
                </a:solidFill>
                <a:latin typeface="Calibri"/>
                <a:cs typeface="Calibri"/>
              </a:rPr>
              <a:t>Real-</a:t>
            </a:r>
            <a:r>
              <a:rPr dirty="0" sz="2400" spc="320">
                <a:solidFill>
                  <a:srgbClr val="221F1F"/>
                </a:solidFill>
                <a:latin typeface="Calibri"/>
                <a:cs typeface="Calibri"/>
              </a:rPr>
              <a:t>Time</a:t>
            </a:r>
            <a:r>
              <a:rPr dirty="0" sz="2400" spc="14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2400" spc="375">
                <a:solidFill>
                  <a:srgbClr val="221F1F"/>
                </a:solidFill>
                <a:latin typeface="Calibri"/>
                <a:cs typeface="Calibri"/>
              </a:rPr>
              <a:t>Engagement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48257" y="4240529"/>
            <a:ext cx="6458585" cy="552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71755">
              <a:lnSpc>
                <a:spcPct val="100000"/>
              </a:lnSpc>
              <a:spcBef>
                <a:spcPts val="100"/>
              </a:spcBef>
            </a:pPr>
            <a:r>
              <a:rPr dirty="0" sz="1800" spc="215" b="1">
                <a:solidFill>
                  <a:srgbClr val="221F1F"/>
                </a:solidFill>
                <a:latin typeface="Calibri"/>
                <a:cs typeface="Calibri"/>
              </a:rPr>
              <a:t>Challenge:</a:t>
            </a:r>
            <a:r>
              <a:rPr dirty="0" sz="1800" spc="12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실시간</a:t>
            </a:r>
            <a:r>
              <a:rPr dirty="0" sz="18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사기</a:t>
            </a:r>
            <a:r>
              <a:rPr dirty="0" sz="18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85">
                <a:solidFill>
                  <a:srgbClr val="221F1F"/>
                </a:solidFill>
                <a:latin typeface="Gulim"/>
                <a:cs typeface="Gulim"/>
              </a:rPr>
              <a:t>감지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(real-</a:t>
            </a:r>
            <a:r>
              <a:rPr dirty="0" sz="1800" spc="204">
                <a:solidFill>
                  <a:srgbClr val="221F1F"/>
                </a:solidFill>
                <a:latin typeface="Calibri"/>
                <a:cs typeface="Calibri"/>
              </a:rPr>
              <a:t>time</a:t>
            </a:r>
            <a:r>
              <a:rPr dirty="0" sz="18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5">
                <a:solidFill>
                  <a:srgbClr val="221F1F"/>
                </a:solidFill>
                <a:latin typeface="Calibri"/>
                <a:cs typeface="Calibri"/>
              </a:rPr>
              <a:t>fraud</a:t>
            </a:r>
            <a:r>
              <a:rPr dirty="0" sz="18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0">
                <a:solidFill>
                  <a:srgbClr val="221F1F"/>
                </a:solidFill>
                <a:latin typeface="Calibri"/>
                <a:cs typeface="Calibri"/>
              </a:rPr>
              <a:t>detection)</a:t>
            </a:r>
            <a:r>
              <a:rPr dirty="0" sz="1800" spc="140">
                <a:solidFill>
                  <a:srgbClr val="221F1F"/>
                </a:solidFill>
                <a:latin typeface="Gulim"/>
                <a:cs typeface="Gulim"/>
              </a:rPr>
              <a:t>를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통해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가장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중요한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순간에</a:t>
            </a:r>
            <a:r>
              <a:rPr dirty="0" sz="18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의심스러운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계정을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정확하게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Gulim"/>
                <a:cs typeface="Gulim"/>
              </a:rPr>
              <a:t>평가해야 </a:t>
            </a:r>
            <a:r>
              <a:rPr dirty="0" sz="1800" spc="-50">
                <a:solidFill>
                  <a:srgbClr val="221F1F"/>
                </a:solidFill>
                <a:latin typeface="Gulim"/>
                <a:cs typeface="Gulim"/>
              </a:rPr>
              <a:t>함</a:t>
            </a:r>
            <a:endParaRPr sz="18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1800">
              <a:latin typeface="Gulim"/>
              <a:cs typeface="Gulim"/>
            </a:endParaRPr>
          </a:p>
          <a:p>
            <a:pPr marL="12700" marR="215900">
              <a:lnSpc>
                <a:spcPct val="100000"/>
              </a:lnSpc>
            </a:pPr>
            <a:r>
              <a:rPr dirty="0" sz="1800" spc="175" b="1">
                <a:solidFill>
                  <a:srgbClr val="221F1F"/>
                </a:solidFill>
                <a:latin typeface="Calibri"/>
                <a:cs typeface="Calibri"/>
              </a:rPr>
              <a:t>Solution:</a:t>
            </a:r>
            <a:r>
              <a:rPr dirty="0" sz="1800" spc="11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170">
                <a:solidFill>
                  <a:srgbClr val="221F1F"/>
                </a:solidFill>
                <a:latin typeface="Gulim"/>
                <a:cs typeface="Gulim"/>
              </a:rPr>
              <a:t>를</a:t>
            </a:r>
            <a:r>
              <a:rPr dirty="0" sz="18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구성하여</a:t>
            </a:r>
            <a:r>
              <a:rPr dirty="0" sz="18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실시간</a:t>
            </a:r>
            <a:r>
              <a:rPr dirty="0" sz="18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계정</a:t>
            </a:r>
            <a:r>
              <a:rPr dirty="0" sz="18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데이터와</a:t>
            </a:r>
            <a:r>
              <a:rPr dirty="0" sz="1800" spc="-12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과거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컨텍스트를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결합하는</a:t>
            </a:r>
            <a:r>
              <a:rPr dirty="0" sz="18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실시간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사기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탐지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서비스를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Gulim"/>
                <a:cs typeface="Gulim"/>
              </a:rPr>
              <a:t>뒷받침하는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이벤트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기반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아키텍처를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구축함</a:t>
            </a:r>
            <a:endParaRPr sz="18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980"/>
              </a:spcBef>
            </a:pPr>
            <a:endParaRPr sz="1800">
              <a:latin typeface="Gulim"/>
              <a:cs typeface="Gulim"/>
            </a:endParaRPr>
          </a:p>
          <a:p>
            <a:pPr marL="12700" marR="506095">
              <a:lnSpc>
                <a:spcPct val="100000"/>
              </a:lnSpc>
            </a:pPr>
            <a:r>
              <a:rPr dirty="0" sz="1800" spc="190" b="1">
                <a:solidFill>
                  <a:srgbClr val="221F1F"/>
                </a:solidFill>
                <a:latin typeface="Calibri"/>
                <a:cs typeface="Calibri"/>
              </a:rPr>
              <a:t>Results:</a:t>
            </a:r>
            <a:r>
              <a:rPr dirty="0" sz="1800" spc="9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Eno</a:t>
            </a:r>
            <a:r>
              <a:rPr dirty="0" sz="1800" spc="180">
                <a:solidFill>
                  <a:srgbClr val="221F1F"/>
                </a:solidFill>
                <a:latin typeface="Gulim"/>
                <a:cs typeface="Gulim"/>
              </a:rPr>
              <a:t>를</a:t>
            </a:r>
            <a:r>
              <a:rPr dirty="0" sz="18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통해</a:t>
            </a:r>
            <a:r>
              <a:rPr dirty="0" sz="1800" spc="-12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문제의</a:t>
            </a:r>
            <a:r>
              <a:rPr dirty="0" sz="18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활동을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식별하고</a:t>
            </a:r>
            <a:r>
              <a:rPr dirty="0" sz="18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실행</a:t>
            </a:r>
            <a:r>
              <a:rPr dirty="0" sz="18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가능한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실시간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경고를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트리거하여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고객당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55">
                <a:solidFill>
                  <a:srgbClr val="221F1F"/>
                </a:solidFill>
                <a:latin typeface="Calibri"/>
                <a:cs typeface="Calibri"/>
              </a:rPr>
              <a:t>$150</a:t>
            </a:r>
            <a:r>
              <a:rPr dirty="0" sz="1800" spc="55">
                <a:solidFill>
                  <a:srgbClr val="221F1F"/>
                </a:solidFill>
                <a:latin typeface="Gulim"/>
                <a:cs typeface="Gulim"/>
              </a:rPr>
              <a:t>를</a:t>
            </a:r>
            <a:r>
              <a:rPr dirty="0" sz="18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절약하고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고객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만족도를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크게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35">
                <a:solidFill>
                  <a:srgbClr val="221F1F"/>
                </a:solidFill>
                <a:latin typeface="Gulim"/>
                <a:cs typeface="Gulim"/>
              </a:rPr>
              <a:t>높임</a:t>
            </a:r>
            <a:endParaRPr sz="1800">
              <a:latin typeface="Gulim"/>
              <a:cs typeface="Gulim"/>
            </a:endParaRPr>
          </a:p>
          <a:p>
            <a:pPr>
              <a:lnSpc>
                <a:spcPct val="100000"/>
              </a:lnSpc>
            </a:pPr>
            <a:endParaRPr sz="18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Gulim"/>
              <a:cs typeface="Gulim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800" spc="265" b="1" i="1">
                <a:solidFill>
                  <a:srgbClr val="221F1F"/>
                </a:solidFill>
                <a:latin typeface="Calibri"/>
                <a:cs typeface="Calibri"/>
              </a:rPr>
              <a:t>“We</a:t>
            </a:r>
            <a:r>
              <a:rPr dirty="0" sz="1800" spc="10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4" b="1" i="1">
                <a:solidFill>
                  <a:srgbClr val="221F1F"/>
                </a:solidFill>
                <a:latin typeface="Calibri"/>
                <a:cs typeface="Calibri"/>
              </a:rPr>
              <a:t>look</a:t>
            </a:r>
            <a:r>
              <a:rPr dirty="0" sz="1800" spc="11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0" b="1" i="1">
                <a:solidFill>
                  <a:srgbClr val="221F1F"/>
                </a:solidFill>
                <a:latin typeface="Calibri"/>
                <a:cs typeface="Calibri"/>
              </a:rPr>
              <a:t>at</a:t>
            </a:r>
            <a:r>
              <a:rPr dirty="0" sz="1800" spc="11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9" b="1" i="1">
                <a:solidFill>
                  <a:srgbClr val="221F1F"/>
                </a:solidFill>
                <a:latin typeface="Calibri"/>
                <a:cs typeface="Calibri"/>
              </a:rPr>
              <a:t>events</a:t>
            </a:r>
            <a:r>
              <a:rPr dirty="0" sz="1800" spc="11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4" b="1" i="1">
                <a:solidFill>
                  <a:srgbClr val="221F1F"/>
                </a:solidFill>
                <a:latin typeface="Calibri"/>
                <a:cs typeface="Calibri"/>
              </a:rPr>
              <a:t>as</a:t>
            </a:r>
            <a:r>
              <a:rPr dirty="0" sz="1800" spc="11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 b="1" i="1">
                <a:solidFill>
                  <a:srgbClr val="221F1F"/>
                </a:solidFill>
                <a:latin typeface="Calibri"/>
                <a:cs typeface="Calibri"/>
              </a:rPr>
              <a:t>running</a:t>
            </a:r>
            <a:r>
              <a:rPr dirty="0" sz="1800" spc="114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0" b="1" i="1">
                <a:solidFill>
                  <a:srgbClr val="221F1F"/>
                </a:solidFill>
                <a:latin typeface="Calibri"/>
                <a:cs typeface="Calibri"/>
              </a:rPr>
              <a:t>our</a:t>
            </a:r>
            <a:r>
              <a:rPr dirty="0" sz="1800" spc="11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0" b="1" i="1">
                <a:solidFill>
                  <a:srgbClr val="221F1F"/>
                </a:solidFill>
                <a:latin typeface="Calibri"/>
                <a:cs typeface="Calibri"/>
              </a:rPr>
              <a:t>business.</a:t>
            </a:r>
            <a:r>
              <a:rPr dirty="0" sz="1800" spc="10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4" i="1">
                <a:solidFill>
                  <a:srgbClr val="221F1F"/>
                </a:solidFill>
                <a:latin typeface="Calibri"/>
                <a:cs typeface="Calibri"/>
              </a:rPr>
              <a:t>Business</a:t>
            </a:r>
            <a:r>
              <a:rPr dirty="0" sz="1800" spc="204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5" i="1">
                <a:solidFill>
                  <a:srgbClr val="221F1F"/>
                </a:solidFill>
                <a:latin typeface="Calibri"/>
                <a:cs typeface="Calibri"/>
              </a:rPr>
              <a:t>people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 i="1">
                <a:solidFill>
                  <a:srgbClr val="221F1F"/>
                </a:solidFill>
                <a:latin typeface="Calibri"/>
                <a:cs typeface="Calibri"/>
              </a:rPr>
              <a:t>within</a:t>
            </a:r>
            <a:r>
              <a:rPr dirty="0" sz="1800" spc="8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 i="1">
                <a:solidFill>
                  <a:srgbClr val="221F1F"/>
                </a:solidFill>
                <a:latin typeface="Calibri"/>
                <a:cs typeface="Calibri"/>
              </a:rPr>
              <a:t>our</a:t>
            </a:r>
            <a:r>
              <a:rPr dirty="0" sz="1800" spc="8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 i="1">
                <a:solidFill>
                  <a:srgbClr val="221F1F"/>
                </a:solidFill>
                <a:latin typeface="Calibri"/>
                <a:cs typeface="Calibri"/>
              </a:rPr>
              <a:t>organization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5" i="1">
                <a:solidFill>
                  <a:srgbClr val="221F1F"/>
                </a:solidFill>
                <a:latin typeface="Calibri"/>
                <a:cs typeface="Calibri"/>
              </a:rPr>
              <a:t>want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 i="1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4" i="1">
                <a:solidFill>
                  <a:srgbClr val="221F1F"/>
                </a:solidFill>
                <a:latin typeface="Calibri"/>
                <a:cs typeface="Calibri"/>
              </a:rPr>
              <a:t>be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5" i="1">
                <a:solidFill>
                  <a:srgbClr val="221F1F"/>
                </a:solidFill>
                <a:latin typeface="Calibri"/>
                <a:cs typeface="Calibri"/>
              </a:rPr>
              <a:t>able</a:t>
            </a:r>
            <a:r>
              <a:rPr dirty="0" sz="1800" spc="8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 i="1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0" i="1">
                <a:solidFill>
                  <a:srgbClr val="221F1F"/>
                </a:solidFill>
                <a:latin typeface="Calibri"/>
                <a:cs typeface="Calibri"/>
              </a:rPr>
              <a:t>react </a:t>
            </a:r>
            <a:r>
              <a:rPr dirty="0" sz="1800" spc="160" i="1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0" i="1">
                <a:solidFill>
                  <a:srgbClr val="221F1F"/>
                </a:solidFill>
                <a:latin typeface="Calibri"/>
                <a:cs typeface="Calibri"/>
              </a:rPr>
              <a:t>events—</a:t>
            </a:r>
            <a:r>
              <a:rPr dirty="0" sz="1800" spc="285" i="1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dirty="0" sz="1800" spc="6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 i="1">
                <a:solidFill>
                  <a:srgbClr val="221F1F"/>
                </a:solidFill>
                <a:latin typeface="Calibri"/>
                <a:cs typeface="Calibri"/>
              </a:rPr>
              <a:t>oftentimes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it's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85" i="1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9" i="1">
                <a:solidFill>
                  <a:srgbClr val="221F1F"/>
                </a:solidFill>
                <a:latin typeface="Calibri"/>
                <a:cs typeface="Calibri"/>
              </a:rPr>
              <a:t>combination</a:t>
            </a:r>
            <a:r>
              <a:rPr dirty="0" sz="1800" spc="9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25" i="1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20" i="1">
                <a:solidFill>
                  <a:srgbClr val="221F1F"/>
                </a:solidFill>
                <a:latin typeface="Calibri"/>
                <a:cs typeface="Calibri"/>
              </a:rPr>
              <a:t>events.”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315"/>
              </a:spcBef>
            </a:pPr>
            <a:r>
              <a:rPr dirty="0" sz="1400" spc="135" b="1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dirty="0" sz="1400" spc="8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40" b="1">
                <a:solidFill>
                  <a:srgbClr val="221F1F"/>
                </a:solidFill>
                <a:latin typeface="Calibri"/>
                <a:cs typeface="Calibri"/>
              </a:rPr>
              <a:t>VP</a:t>
            </a:r>
            <a:r>
              <a:rPr dirty="0" sz="1400" spc="8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35" b="1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dirty="0" sz="1400" spc="7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95" b="1">
                <a:solidFill>
                  <a:srgbClr val="221F1F"/>
                </a:solidFill>
                <a:latin typeface="Calibri"/>
                <a:cs typeface="Calibri"/>
              </a:rPr>
              <a:t>Streaming</a:t>
            </a:r>
            <a:r>
              <a:rPr dirty="0" sz="1400" spc="4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80" b="1">
                <a:solidFill>
                  <a:srgbClr val="221F1F"/>
                </a:solidFill>
                <a:latin typeface="Calibri"/>
                <a:cs typeface="Calibri"/>
              </a:rPr>
              <a:t>Data</a:t>
            </a:r>
            <a:r>
              <a:rPr dirty="0" sz="1400" spc="8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80" b="1">
                <a:solidFill>
                  <a:srgbClr val="221F1F"/>
                </a:solidFill>
                <a:latin typeface="Calibri"/>
                <a:cs typeface="Calibri"/>
              </a:rPr>
              <a:t>Engineering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278112" y="674497"/>
            <a:ext cx="17010380" cy="9612630"/>
            <a:chOff x="1278112" y="674497"/>
            <a:chExt cx="17010380" cy="961263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17339" y="674497"/>
              <a:ext cx="557529" cy="55714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050669" y="1779422"/>
              <a:ext cx="1990089" cy="1038225"/>
            </a:xfrm>
            <a:custGeom>
              <a:avLst/>
              <a:gdLst/>
              <a:ahLst/>
              <a:cxnLst/>
              <a:rect l="l" t="t" r="r" b="b"/>
              <a:pathLst>
                <a:path w="1990089" h="1038225">
                  <a:moveTo>
                    <a:pt x="1184656" y="817219"/>
                  </a:moveTo>
                  <a:lnTo>
                    <a:pt x="1176210" y="806348"/>
                  </a:lnTo>
                  <a:lnTo>
                    <a:pt x="1168539" y="794575"/>
                  </a:lnTo>
                  <a:lnTo>
                    <a:pt x="1161554" y="781494"/>
                  </a:lnTo>
                  <a:lnTo>
                    <a:pt x="1155192" y="766673"/>
                  </a:lnTo>
                  <a:lnTo>
                    <a:pt x="993521" y="874128"/>
                  </a:lnTo>
                  <a:lnTo>
                    <a:pt x="850607" y="960056"/>
                  </a:lnTo>
                  <a:lnTo>
                    <a:pt x="748601" y="1017054"/>
                  </a:lnTo>
                  <a:lnTo>
                    <a:pt x="709676" y="1037691"/>
                  </a:lnTo>
                  <a:lnTo>
                    <a:pt x="748080" y="1021486"/>
                  </a:lnTo>
                  <a:lnTo>
                    <a:pt x="851674" y="976083"/>
                  </a:lnTo>
                  <a:lnTo>
                    <a:pt x="1003007" y="906373"/>
                  </a:lnTo>
                  <a:lnTo>
                    <a:pt x="1184656" y="817219"/>
                  </a:lnTo>
                  <a:close/>
                </a:path>
                <a:path w="1990089" h="1038225">
                  <a:moveTo>
                    <a:pt x="1989582" y="250799"/>
                  </a:moveTo>
                  <a:lnTo>
                    <a:pt x="1981022" y="159372"/>
                  </a:lnTo>
                  <a:lnTo>
                    <a:pt x="1959102" y="127609"/>
                  </a:lnTo>
                  <a:lnTo>
                    <a:pt x="1583334" y="0"/>
                  </a:lnTo>
                  <a:lnTo>
                    <a:pt x="917638" y="50368"/>
                  </a:lnTo>
                  <a:lnTo>
                    <a:pt x="282892" y="164401"/>
                  </a:lnTo>
                  <a:lnTo>
                    <a:pt x="0" y="227812"/>
                  </a:lnTo>
                  <a:lnTo>
                    <a:pt x="240182" y="193878"/>
                  </a:lnTo>
                  <a:lnTo>
                    <a:pt x="771334" y="141922"/>
                  </a:lnTo>
                  <a:lnTo>
                    <a:pt x="1309331" y="146761"/>
                  </a:lnTo>
                  <a:lnTo>
                    <a:pt x="1570101" y="283184"/>
                  </a:lnTo>
                  <a:lnTo>
                    <a:pt x="1570634" y="319354"/>
                  </a:lnTo>
                  <a:lnTo>
                    <a:pt x="1563509" y="356882"/>
                  </a:lnTo>
                  <a:lnTo>
                    <a:pt x="1549069" y="395312"/>
                  </a:lnTo>
                  <a:lnTo>
                    <a:pt x="1527683" y="434187"/>
                  </a:lnTo>
                  <a:lnTo>
                    <a:pt x="1546377" y="451243"/>
                  </a:lnTo>
                  <a:lnTo>
                    <a:pt x="1567370" y="474510"/>
                  </a:lnTo>
                  <a:lnTo>
                    <a:pt x="1588541" y="504456"/>
                  </a:lnTo>
                  <a:lnTo>
                    <a:pt x="1607820" y="541502"/>
                  </a:lnTo>
                  <a:lnTo>
                    <a:pt x="1609090" y="547344"/>
                  </a:lnTo>
                  <a:lnTo>
                    <a:pt x="1613789" y="553186"/>
                  </a:lnTo>
                  <a:lnTo>
                    <a:pt x="1614932" y="560171"/>
                  </a:lnTo>
                  <a:lnTo>
                    <a:pt x="1616075" y="561441"/>
                  </a:lnTo>
                  <a:lnTo>
                    <a:pt x="1616075" y="566267"/>
                  </a:lnTo>
                  <a:lnTo>
                    <a:pt x="1617218" y="573252"/>
                  </a:lnTo>
                  <a:lnTo>
                    <a:pt x="1621917" y="580237"/>
                  </a:lnTo>
                  <a:lnTo>
                    <a:pt x="1623060" y="589635"/>
                  </a:lnTo>
                  <a:lnTo>
                    <a:pt x="1898878" y="396151"/>
                  </a:lnTo>
                  <a:lnTo>
                    <a:pt x="1989582" y="250799"/>
                  </a:lnTo>
                  <a:close/>
                </a:path>
              </a:pathLst>
            </a:custGeom>
            <a:solidFill>
              <a:srgbClr val="B322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78112" y="2233675"/>
              <a:ext cx="2941955" cy="398780"/>
            </a:xfrm>
            <a:custGeom>
              <a:avLst/>
              <a:gdLst/>
              <a:ahLst/>
              <a:cxnLst/>
              <a:rect l="l" t="t" r="r" b="b"/>
              <a:pathLst>
                <a:path w="2941954" h="398780">
                  <a:moveTo>
                    <a:pt x="831474" y="100119"/>
                  </a:moveTo>
                  <a:lnTo>
                    <a:pt x="726447" y="100119"/>
                  </a:lnTo>
                  <a:lnTo>
                    <a:pt x="677052" y="398399"/>
                  </a:lnTo>
                  <a:lnTo>
                    <a:pt x="783097" y="398399"/>
                  </a:lnTo>
                  <a:lnTo>
                    <a:pt x="799607" y="289941"/>
                  </a:lnTo>
                  <a:lnTo>
                    <a:pt x="989605" y="289941"/>
                  </a:lnTo>
                  <a:lnTo>
                    <a:pt x="1015251" y="262763"/>
                  </a:lnTo>
                  <a:lnTo>
                    <a:pt x="863234" y="262763"/>
                  </a:lnTo>
                  <a:lnTo>
                    <a:pt x="839977" y="259470"/>
                  </a:lnTo>
                  <a:lnTo>
                    <a:pt x="823768" y="249666"/>
                  </a:lnTo>
                  <a:lnTo>
                    <a:pt x="815513" y="233455"/>
                  </a:lnTo>
                  <a:lnTo>
                    <a:pt x="816117" y="210947"/>
                  </a:lnTo>
                  <a:lnTo>
                    <a:pt x="825132" y="187578"/>
                  </a:lnTo>
                  <a:lnTo>
                    <a:pt x="839564" y="170592"/>
                  </a:lnTo>
                  <a:lnTo>
                    <a:pt x="859068" y="160226"/>
                  </a:lnTo>
                  <a:lnTo>
                    <a:pt x="883300" y="156718"/>
                  </a:lnTo>
                  <a:lnTo>
                    <a:pt x="1034011" y="156718"/>
                  </a:lnTo>
                  <a:lnTo>
                    <a:pt x="1019378" y="128397"/>
                  </a:lnTo>
                  <a:lnTo>
                    <a:pt x="825515" y="128397"/>
                  </a:lnTo>
                  <a:lnTo>
                    <a:pt x="831474" y="100119"/>
                  </a:lnTo>
                  <a:close/>
                </a:path>
                <a:path w="2941954" h="398780">
                  <a:moveTo>
                    <a:pt x="691127" y="150875"/>
                  </a:moveTo>
                  <a:lnTo>
                    <a:pt x="541416" y="150875"/>
                  </a:lnTo>
                  <a:lnTo>
                    <a:pt x="559690" y="152455"/>
                  </a:lnTo>
                  <a:lnTo>
                    <a:pt x="573308" y="155701"/>
                  </a:lnTo>
                  <a:lnTo>
                    <a:pt x="581617" y="160948"/>
                  </a:lnTo>
                  <a:lnTo>
                    <a:pt x="583961" y="168528"/>
                  </a:lnTo>
                  <a:lnTo>
                    <a:pt x="583898" y="169672"/>
                  </a:lnTo>
                  <a:lnTo>
                    <a:pt x="583782" y="171811"/>
                  </a:lnTo>
                  <a:lnTo>
                    <a:pt x="577293" y="179831"/>
                  </a:lnTo>
                  <a:lnTo>
                    <a:pt x="555564" y="189853"/>
                  </a:lnTo>
                  <a:lnTo>
                    <a:pt x="509666" y="199135"/>
                  </a:lnTo>
                  <a:lnTo>
                    <a:pt x="499283" y="200425"/>
                  </a:lnTo>
                  <a:lnTo>
                    <a:pt x="487568" y="202120"/>
                  </a:lnTo>
                  <a:lnTo>
                    <a:pt x="474518" y="203815"/>
                  </a:lnTo>
                  <a:lnTo>
                    <a:pt x="460136" y="205104"/>
                  </a:lnTo>
                  <a:lnTo>
                    <a:pt x="422256" y="210026"/>
                  </a:lnTo>
                  <a:lnTo>
                    <a:pt x="387793" y="222472"/>
                  </a:lnTo>
                  <a:lnTo>
                    <a:pt x="361794" y="241323"/>
                  </a:lnTo>
                  <a:lnTo>
                    <a:pt x="361452" y="241623"/>
                  </a:lnTo>
                  <a:lnTo>
                    <a:pt x="348122" y="266319"/>
                  </a:lnTo>
                  <a:lnTo>
                    <a:pt x="350785" y="292187"/>
                  </a:lnTo>
                  <a:lnTo>
                    <a:pt x="350848" y="292798"/>
                  </a:lnTo>
                  <a:lnTo>
                    <a:pt x="369172" y="312991"/>
                  </a:lnTo>
                  <a:lnTo>
                    <a:pt x="402307" y="325469"/>
                  </a:lnTo>
                  <a:lnTo>
                    <a:pt x="449468" y="328802"/>
                  </a:lnTo>
                  <a:lnTo>
                    <a:pt x="478523" y="326556"/>
                  </a:lnTo>
                  <a:lnTo>
                    <a:pt x="505792" y="321309"/>
                  </a:lnTo>
                  <a:lnTo>
                    <a:pt x="531728" y="312729"/>
                  </a:lnTo>
                  <a:lnTo>
                    <a:pt x="556783" y="300481"/>
                  </a:lnTo>
                  <a:lnTo>
                    <a:pt x="670038" y="300481"/>
                  </a:lnTo>
                  <a:lnTo>
                    <a:pt x="669926" y="292187"/>
                  </a:lnTo>
                  <a:lnTo>
                    <a:pt x="671936" y="280543"/>
                  </a:lnTo>
                  <a:lnTo>
                    <a:pt x="495569" y="280543"/>
                  </a:lnTo>
                  <a:lnTo>
                    <a:pt x="480479" y="279372"/>
                  </a:lnTo>
                  <a:lnTo>
                    <a:pt x="470581" y="275653"/>
                  </a:lnTo>
                  <a:lnTo>
                    <a:pt x="465779" y="269077"/>
                  </a:lnTo>
                  <a:lnTo>
                    <a:pt x="465902" y="263022"/>
                  </a:lnTo>
                  <a:lnTo>
                    <a:pt x="502426" y="235743"/>
                  </a:lnTo>
                  <a:lnTo>
                    <a:pt x="539066" y="230124"/>
                  </a:lnTo>
                  <a:lnTo>
                    <a:pt x="556239" y="227068"/>
                  </a:lnTo>
                  <a:lnTo>
                    <a:pt x="572150" y="222630"/>
                  </a:lnTo>
                  <a:lnTo>
                    <a:pt x="679588" y="222630"/>
                  </a:lnTo>
                  <a:lnTo>
                    <a:pt x="682604" y="207228"/>
                  </a:lnTo>
                  <a:lnTo>
                    <a:pt x="685307" y="194309"/>
                  </a:lnTo>
                  <a:lnTo>
                    <a:pt x="689341" y="172594"/>
                  </a:lnTo>
                  <a:lnTo>
                    <a:pt x="691269" y="152455"/>
                  </a:lnTo>
                  <a:lnTo>
                    <a:pt x="691291" y="152225"/>
                  </a:lnTo>
                  <a:lnTo>
                    <a:pt x="691158" y="151133"/>
                  </a:lnTo>
                  <a:lnTo>
                    <a:pt x="691127" y="150875"/>
                  </a:lnTo>
                  <a:close/>
                </a:path>
                <a:path w="2941954" h="398780">
                  <a:moveTo>
                    <a:pt x="670038" y="300481"/>
                  </a:moveTo>
                  <a:lnTo>
                    <a:pt x="556783" y="300481"/>
                  </a:lnTo>
                  <a:lnTo>
                    <a:pt x="556783" y="307594"/>
                  </a:lnTo>
                  <a:lnTo>
                    <a:pt x="559219" y="319524"/>
                  </a:lnTo>
                  <a:lnTo>
                    <a:pt x="560339" y="325247"/>
                  </a:lnTo>
                  <a:lnTo>
                    <a:pt x="680608" y="325247"/>
                  </a:lnTo>
                  <a:lnTo>
                    <a:pt x="679338" y="317119"/>
                  </a:lnTo>
                  <a:lnTo>
                    <a:pt x="673121" y="312348"/>
                  </a:lnTo>
                  <a:lnTo>
                    <a:pt x="670082" y="303815"/>
                  </a:lnTo>
                  <a:lnTo>
                    <a:pt x="670038" y="300481"/>
                  </a:lnTo>
                  <a:close/>
                </a:path>
                <a:path w="2941954" h="398780">
                  <a:moveTo>
                    <a:pt x="989605" y="289941"/>
                  </a:moveTo>
                  <a:lnTo>
                    <a:pt x="799607" y="289941"/>
                  </a:lnTo>
                  <a:lnTo>
                    <a:pt x="814239" y="304762"/>
                  </a:lnTo>
                  <a:lnTo>
                    <a:pt x="833516" y="315452"/>
                  </a:lnTo>
                  <a:lnTo>
                    <a:pt x="857650" y="321927"/>
                  </a:lnTo>
                  <a:lnTo>
                    <a:pt x="886856" y="324103"/>
                  </a:lnTo>
                  <a:lnTo>
                    <a:pt x="940434" y="316370"/>
                  </a:lnTo>
                  <a:lnTo>
                    <a:pt x="985725" y="294052"/>
                  </a:lnTo>
                  <a:lnTo>
                    <a:pt x="989605" y="289941"/>
                  </a:lnTo>
                  <a:close/>
                </a:path>
                <a:path w="2941954" h="398780">
                  <a:moveTo>
                    <a:pt x="273954" y="0"/>
                  </a:moveTo>
                  <a:lnTo>
                    <a:pt x="218209" y="3816"/>
                  </a:lnTo>
                  <a:lnTo>
                    <a:pt x="165296" y="14948"/>
                  </a:lnTo>
                  <a:lnTo>
                    <a:pt x="116883" y="32920"/>
                  </a:lnTo>
                  <a:lnTo>
                    <a:pt x="74634" y="57257"/>
                  </a:lnTo>
                  <a:lnTo>
                    <a:pt x="40216" y="87483"/>
                  </a:lnTo>
                  <a:lnTo>
                    <a:pt x="15296" y="123124"/>
                  </a:lnTo>
                  <a:lnTo>
                    <a:pt x="1539" y="163702"/>
                  </a:lnTo>
                  <a:lnTo>
                    <a:pt x="144" y="199135"/>
                  </a:lnTo>
                  <a:lnTo>
                    <a:pt x="93" y="200425"/>
                  </a:lnTo>
                  <a:lnTo>
                    <a:pt x="10439" y="240151"/>
                  </a:lnTo>
                  <a:lnTo>
                    <a:pt x="63367" y="292589"/>
                  </a:lnTo>
                  <a:lnTo>
                    <a:pt x="103512" y="309338"/>
                  </a:lnTo>
                  <a:lnTo>
                    <a:pt x="151267" y="319524"/>
                  </a:lnTo>
                  <a:lnTo>
                    <a:pt x="205501" y="322960"/>
                  </a:lnTo>
                  <a:lnTo>
                    <a:pt x="232448" y="322635"/>
                  </a:lnTo>
                  <a:lnTo>
                    <a:pt x="259920" y="321309"/>
                  </a:lnTo>
                  <a:lnTo>
                    <a:pt x="287582" y="318460"/>
                  </a:lnTo>
                  <a:lnTo>
                    <a:pt x="315102" y="313563"/>
                  </a:lnTo>
                  <a:lnTo>
                    <a:pt x="325313" y="246252"/>
                  </a:lnTo>
                  <a:lnTo>
                    <a:pt x="243220" y="246252"/>
                  </a:lnTo>
                  <a:lnTo>
                    <a:pt x="194664" y="241623"/>
                  </a:lnTo>
                  <a:lnTo>
                    <a:pt x="158812" y="226933"/>
                  </a:lnTo>
                  <a:lnTo>
                    <a:pt x="138653" y="200979"/>
                  </a:lnTo>
                  <a:lnTo>
                    <a:pt x="137219" y="163702"/>
                  </a:lnTo>
                  <a:lnTo>
                    <a:pt x="137175" y="162559"/>
                  </a:lnTo>
                  <a:lnTo>
                    <a:pt x="155316" y="126710"/>
                  </a:lnTo>
                  <a:lnTo>
                    <a:pt x="189721" y="99599"/>
                  </a:lnTo>
                  <a:lnTo>
                    <a:pt x="234080" y="82442"/>
                  </a:lnTo>
                  <a:lnTo>
                    <a:pt x="282082" y="76453"/>
                  </a:lnTo>
                  <a:lnTo>
                    <a:pt x="375057" y="76453"/>
                  </a:lnTo>
                  <a:lnTo>
                    <a:pt x="383555" y="18796"/>
                  </a:lnTo>
                  <a:lnTo>
                    <a:pt x="360768" y="10394"/>
                  </a:lnTo>
                  <a:lnTo>
                    <a:pt x="334898" y="4540"/>
                  </a:lnTo>
                  <a:lnTo>
                    <a:pt x="305956" y="1115"/>
                  </a:lnTo>
                  <a:lnTo>
                    <a:pt x="273954" y="0"/>
                  </a:lnTo>
                  <a:close/>
                </a:path>
                <a:path w="2941954" h="398780">
                  <a:moveTo>
                    <a:pt x="679588" y="222630"/>
                  </a:moveTo>
                  <a:lnTo>
                    <a:pt x="572150" y="222630"/>
                  </a:lnTo>
                  <a:lnTo>
                    <a:pt x="567451" y="247396"/>
                  </a:lnTo>
                  <a:lnTo>
                    <a:pt x="554362" y="263022"/>
                  </a:lnTo>
                  <a:lnTo>
                    <a:pt x="534558" y="273256"/>
                  </a:lnTo>
                  <a:lnTo>
                    <a:pt x="513230" y="278846"/>
                  </a:lnTo>
                  <a:lnTo>
                    <a:pt x="495569" y="280543"/>
                  </a:lnTo>
                  <a:lnTo>
                    <a:pt x="671936" y="280543"/>
                  </a:lnTo>
                  <a:lnTo>
                    <a:pt x="672138" y="279372"/>
                  </a:lnTo>
                  <a:lnTo>
                    <a:pt x="672229" y="278846"/>
                  </a:lnTo>
                  <a:lnTo>
                    <a:pt x="672341" y="264497"/>
                  </a:lnTo>
                  <a:lnTo>
                    <a:pt x="677020" y="235743"/>
                  </a:lnTo>
                  <a:lnTo>
                    <a:pt x="679588" y="222630"/>
                  </a:lnTo>
                  <a:close/>
                </a:path>
                <a:path w="2941954" h="398780">
                  <a:moveTo>
                    <a:pt x="1034011" y="156718"/>
                  </a:moveTo>
                  <a:lnTo>
                    <a:pt x="883300" y="156718"/>
                  </a:lnTo>
                  <a:lnTo>
                    <a:pt x="906894" y="159029"/>
                  </a:lnTo>
                  <a:lnTo>
                    <a:pt x="922511" y="169211"/>
                  </a:lnTo>
                  <a:lnTo>
                    <a:pt x="929698" y="186703"/>
                  </a:lnTo>
                  <a:lnTo>
                    <a:pt x="928068" y="210026"/>
                  </a:lnTo>
                  <a:lnTo>
                    <a:pt x="928004" y="210947"/>
                  </a:lnTo>
                  <a:lnTo>
                    <a:pt x="920062" y="232437"/>
                  </a:lnTo>
                  <a:lnTo>
                    <a:pt x="905810" y="248761"/>
                  </a:lnTo>
                  <a:lnTo>
                    <a:pt x="886463" y="259131"/>
                  </a:lnTo>
                  <a:lnTo>
                    <a:pt x="863234" y="262763"/>
                  </a:lnTo>
                  <a:lnTo>
                    <a:pt x="1015251" y="262763"/>
                  </a:lnTo>
                  <a:lnTo>
                    <a:pt x="1019301" y="258470"/>
                  </a:lnTo>
                  <a:lnTo>
                    <a:pt x="1037732" y="210947"/>
                  </a:lnTo>
                  <a:lnTo>
                    <a:pt x="1037617" y="179831"/>
                  </a:lnTo>
                  <a:lnTo>
                    <a:pt x="1037557" y="163702"/>
                  </a:lnTo>
                  <a:lnTo>
                    <a:pt x="1037029" y="162559"/>
                  </a:lnTo>
                  <a:lnTo>
                    <a:pt x="1034011" y="156718"/>
                  </a:lnTo>
                  <a:close/>
                </a:path>
                <a:path w="2941954" h="398780">
                  <a:moveTo>
                    <a:pt x="326908" y="235743"/>
                  </a:moveTo>
                  <a:lnTo>
                    <a:pt x="307210" y="241323"/>
                  </a:lnTo>
                  <a:lnTo>
                    <a:pt x="285971" y="244506"/>
                  </a:lnTo>
                  <a:lnTo>
                    <a:pt x="264280" y="245927"/>
                  </a:lnTo>
                  <a:lnTo>
                    <a:pt x="243220" y="246252"/>
                  </a:lnTo>
                  <a:lnTo>
                    <a:pt x="325313" y="246252"/>
                  </a:lnTo>
                  <a:lnTo>
                    <a:pt x="326908" y="235743"/>
                  </a:lnTo>
                  <a:close/>
                </a:path>
                <a:path w="2941954" h="398780">
                  <a:moveTo>
                    <a:pt x="592972" y="96942"/>
                  </a:moveTo>
                  <a:lnTo>
                    <a:pt x="551957" y="97790"/>
                  </a:lnTo>
                  <a:lnTo>
                    <a:pt x="503585" y="100119"/>
                  </a:lnTo>
                  <a:lnTo>
                    <a:pt x="439371" y="107541"/>
                  </a:lnTo>
                  <a:lnTo>
                    <a:pt x="403494" y="169672"/>
                  </a:lnTo>
                  <a:lnTo>
                    <a:pt x="436349" y="161413"/>
                  </a:lnTo>
                  <a:lnTo>
                    <a:pt x="476026" y="154939"/>
                  </a:lnTo>
                  <a:lnTo>
                    <a:pt x="513918" y="151133"/>
                  </a:lnTo>
                  <a:lnTo>
                    <a:pt x="691127" y="150875"/>
                  </a:lnTo>
                  <a:lnTo>
                    <a:pt x="689075" y="134070"/>
                  </a:lnTo>
                  <a:lnTo>
                    <a:pt x="680608" y="118999"/>
                  </a:lnTo>
                  <a:lnTo>
                    <a:pt x="660809" y="107201"/>
                  </a:lnTo>
                  <a:lnTo>
                    <a:pt x="631077" y="100119"/>
                  </a:lnTo>
                  <a:lnTo>
                    <a:pt x="632345" y="100119"/>
                  </a:lnTo>
                  <a:lnTo>
                    <a:pt x="592972" y="96942"/>
                  </a:lnTo>
                  <a:close/>
                </a:path>
                <a:path w="2941954" h="398780">
                  <a:moveTo>
                    <a:pt x="931687" y="95376"/>
                  </a:moveTo>
                  <a:lnTo>
                    <a:pt x="901506" y="97214"/>
                  </a:lnTo>
                  <a:lnTo>
                    <a:pt x="873314" y="103028"/>
                  </a:lnTo>
                  <a:lnTo>
                    <a:pt x="847765" y="113272"/>
                  </a:lnTo>
                  <a:lnTo>
                    <a:pt x="825515" y="128397"/>
                  </a:lnTo>
                  <a:lnTo>
                    <a:pt x="1019378" y="128397"/>
                  </a:lnTo>
                  <a:lnTo>
                    <a:pt x="1018713" y="127111"/>
                  </a:lnTo>
                  <a:lnTo>
                    <a:pt x="982868" y="103665"/>
                  </a:lnTo>
                  <a:lnTo>
                    <a:pt x="931687" y="95376"/>
                  </a:lnTo>
                  <a:close/>
                </a:path>
                <a:path w="2941954" h="398780">
                  <a:moveTo>
                    <a:pt x="375057" y="76453"/>
                  </a:moveTo>
                  <a:lnTo>
                    <a:pt x="282082" y="76453"/>
                  </a:lnTo>
                  <a:lnTo>
                    <a:pt x="306057" y="78144"/>
                  </a:lnTo>
                  <a:lnTo>
                    <a:pt x="329580" y="82835"/>
                  </a:lnTo>
                  <a:lnTo>
                    <a:pt x="351769" y="89955"/>
                  </a:lnTo>
                  <a:lnTo>
                    <a:pt x="371744" y="98932"/>
                  </a:lnTo>
                  <a:lnTo>
                    <a:pt x="375057" y="76453"/>
                  </a:lnTo>
                  <a:close/>
                </a:path>
                <a:path w="2941954" h="398780">
                  <a:moveTo>
                    <a:pt x="1196863" y="97790"/>
                  </a:moveTo>
                  <a:lnTo>
                    <a:pt x="1080150" y="97790"/>
                  </a:lnTo>
                  <a:lnTo>
                    <a:pt x="1042431" y="317119"/>
                  </a:lnTo>
                  <a:lnTo>
                    <a:pt x="1157874" y="317119"/>
                  </a:lnTo>
                  <a:lnTo>
                    <a:pt x="1196863" y="97790"/>
                  </a:lnTo>
                  <a:close/>
                </a:path>
                <a:path w="2941954" h="398780">
                  <a:moveTo>
                    <a:pt x="1717817" y="148463"/>
                  </a:moveTo>
                  <a:lnTo>
                    <a:pt x="1568211" y="148463"/>
                  </a:lnTo>
                  <a:lnTo>
                    <a:pt x="1586947" y="150578"/>
                  </a:lnTo>
                  <a:lnTo>
                    <a:pt x="1600469" y="153765"/>
                  </a:lnTo>
                  <a:lnTo>
                    <a:pt x="1608466" y="158714"/>
                  </a:lnTo>
                  <a:lnTo>
                    <a:pt x="1610629" y="166116"/>
                  </a:lnTo>
                  <a:lnTo>
                    <a:pt x="1610413" y="169672"/>
                  </a:lnTo>
                  <a:lnTo>
                    <a:pt x="1604120" y="178054"/>
                  </a:lnTo>
                  <a:lnTo>
                    <a:pt x="1582768" y="188511"/>
                  </a:lnTo>
                  <a:lnTo>
                    <a:pt x="1537604" y="197993"/>
                  </a:lnTo>
                  <a:lnTo>
                    <a:pt x="1526311" y="199066"/>
                  </a:lnTo>
                  <a:lnTo>
                    <a:pt x="1513934" y="200485"/>
                  </a:lnTo>
                  <a:lnTo>
                    <a:pt x="1449462" y="208811"/>
                  </a:lnTo>
                  <a:lnTo>
                    <a:pt x="1414922" y="221265"/>
                  </a:lnTo>
                  <a:lnTo>
                    <a:pt x="1388383" y="240339"/>
                  </a:lnTo>
                  <a:lnTo>
                    <a:pt x="1374917" y="265175"/>
                  </a:lnTo>
                  <a:lnTo>
                    <a:pt x="1377517" y="290452"/>
                  </a:lnTo>
                  <a:lnTo>
                    <a:pt x="1377641" y="291655"/>
                  </a:lnTo>
                  <a:lnTo>
                    <a:pt x="1395951" y="311848"/>
                  </a:lnTo>
                  <a:lnTo>
                    <a:pt x="1429048" y="324326"/>
                  </a:lnTo>
                  <a:lnTo>
                    <a:pt x="1476136" y="327659"/>
                  </a:lnTo>
                  <a:lnTo>
                    <a:pt x="1505244" y="324877"/>
                  </a:lnTo>
                  <a:lnTo>
                    <a:pt x="1532412" y="319690"/>
                  </a:lnTo>
                  <a:lnTo>
                    <a:pt x="1557985" y="311407"/>
                  </a:lnTo>
                  <a:lnTo>
                    <a:pt x="1582308" y="299339"/>
                  </a:lnTo>
                  <a:lnTo>
                    <a:pt x="1695619" y="299339"/>
                  </a:lnTo>
                  <a:lnTo>
                    <a:pt x="1695504" y="290452"/>
                  </a:lnTo>
                  <a:lnTo>
                    <a:pt x="1697035" y="281685"/>
                  </a:lnTo>
                  <a:lnTo>
                    <a:pt x="1521094" y="281685"/>
                  </a:lnTo>
                  <a:lnTo>
                    <a:pt x="1506024" y="280515"/>
                  </a:lnTo>
                  <a:lnTo>
                    <a:pt x="1496338" y="276859"/>
                  </a:lnTo>
                  <a:lnTo>
                    <a:pt x="1494562" y="274574"/>
                  </a:lnTo>
                  <a:lnTo>
                    <a:pt x="1491411" y="270220"/>
                  </a:lnTo>
                  <a:lnTo>
                    <a:pt x="1491524" y="265175"/>
                  </a:lnTo>
                  <a:lnTo>
                    <a:pt x="1491630" y="260476"/>
                  </a:lnTo>
                  <a:lnTo>
                    <a:pt x="1528079" y="236854"/>
                  </a:lnTo>
                  <a:lnTo>
                    <a:pt x="1565067" y="231695"/>
                  </a:lnTo>
                  <a:lnTo>
                    <a:pt x="1582300" y="228371"/>
                  </a:lnTo>
                  <a:lnTo>
                    <a:pt x="1597675" y="223774"/>
                  </a:lnTo>
                  <a:lnTo>
                    <a:pt x="1707025" y="223774"/>
                  </a:lnTo>
                  <a:lnTo>
                    <a:pt x="1712102" y="194309"/>
                  </a:lnTo>
                  <a:lnTo>
                    <a:pt x="1716152" y="172594"/>
                  </a:lnTo>
                  <a:lnTo>
                    <a:pt x="1718213" y="152225"/>
                  </a:lnTo>
                  <a:lnTo>
                    <a:pt x="1717817" y="148463"/>
                  </a:lnTo>
                  <a:close/>
                </a:path>
                <a:path w="2941954" h="398780">
                  <a:moveTo>
                    <a:pt x="1695619" y="299339"/>
                  </a:moveTo>
                  <a:lnTo>
                    <a:pt x="1582308" y="299339"/>
                  </a:lnTo>
                  <a:lnTo>
                    <a:pt x="1582308" y="306324"/>
                  </a:lnTo>
                  <a:lnTo>
                    <a:pt x="1584721" y="318262"/>
                  </a:lnTo>
                  <a:lnTo>
                    <a:pt x="1585864" y="324103"/>
                  </a:lnTo>
                  <a:lnTo>
                    <a:pt x="1706006" y="324103"/>
                  </a:lnTo>
                  <a:lnTo>
                    <a:pt x="1704863" y="315849"/>
                  </a:lnTo>
                  <a:lnTo>
                    <a:pt x="1698663" y="310971"/>
                  </a:lnTo>
                  <a:lnTo>
                    <a:pt x="1695655" y="302164"/>
                  </a:lnTo>
                  <a:lnTo>
                    <a:pt x="1695619" y="299339"/>
                  </a:lnTo>
                  <a:close/>
                </a:path>
                <a:path w="2941954" h="398780">
                  <a:moveTo>
                    <a:pt x="1366662" y="136651"/>
                  </a:moveTo>
                  <a:lnTo>
                    <a:pt x="1248806" y="136651"/>
                  </a:lnTo>
                  <a:lnTo>
                    <a:pt x="1214516" y="315849"/>
                  </a:lnTo>
                  <a:lnTo>
                    <a:pt x="1328816" y="313563"/>
                  </a:lnTo>
                  <a:lnTo>
                    <a:pt x="1366662" y="136651"/>
                  </a:lnTo>
                  <a:close/>
                </a:path>
                <a:path w="2941954" h="398780">
                  <a:moveTo>
                    <a:pt x="1707025" y="223774"/>
                  </a:moveTo>
                  <a:lnTo>
                    <a:pt x="1597675" y="223774"/>
                  </a:lnTo>
                  <a:lnTo>
                    <a:pt x="1592849" y="242697"/>
                  </a:lnTo>
                  <a:lnTo>
                    <a:pt x="1580012" y="262719"/>
                  </a:lnTo>
                  <a:lnTo>
                    <a:pt x="1560543" y="274574"/>
                  </a:lnTo>
                  <a:lnTo>
                    <a:pt x="1539288" y="280237"/>
                  </a:lnTo>
                  <a:lnTo>
                    <a:pt x="1521094" y="281685"/>
                  </a:lnTo>
                  <a:lnTo>
                    <a:pt x="1697035" y="281685"/>
                  </a:lnTo>
                  <a:lnTo>
                    <a:pt x="1707025" y="223774"/>
                  </a:lnTo>
                  <a:close/>
                </a:path>
                <a:path w="2941954" h="398780">
                  <a:moveTo>
                    <a:pt x="1620479" y="96942"/>
                  </a:moveTo>
                  <a:lnTo>
                    <a:pt x="1580022" y="97790"/>
                  </a:lnTo>
                  <a:lnTo>
                    <a:pt x="1530789" y="100119"/>
                  </a:lnTo>
                  <a:lnTo>
                    <a:pt x="1466043" y="107541"/>
                  </a:lnTo>
                  <a:lnTo>
                    <a:pt x="1431432" y="169672"/>
                  </a:lnTo>
                  <a:lnTo>
                    <a:pt x="1464269" y="161375"/>
                  </a:lnTo>
                  <a:lnTo>
                    <a:pt x="1503822" y="154638"/>
                  </a:lnTo>
                  <a:lnTo>
                    <a:pt x="1541374" y="150115"/>
                  </a:lnTo>
                  <a:lnTo>
                    <a:pt x="1568211" y="148463"/>
                  </a:lnTo>
                  <a:lnTo>
                    <a:pt x="1717817" y="148463"/>
                  </a:lnTo>
                  <a:lnTo>
                    <a:pt x="1716299" y="134070"/>
                  </a:lnTo>
                  <a:lnTo>
                    <a:pt x="1708419" y="118999"/>
                  </a:lnTo>
                  <a:lnTo>
                    <a:pt x="1688535" y="107201"/>
                  </a:lnTo>
                  <a:lnTo>
                    <a:pt x="1657936" y="99964"/>
                  </a:lnTo>
                  <a:lnTo>
                    <a:pt x="1620479" y="96942"/>
                  </a:lnTo>
                  <a:close/>
                </a:path>
                <a:path w="2941954" h="398780">
                  <a:moveTo>
                    <a:pt x="1433845" y="94233"/>
                  </a:moveTo>
                  <a:lnTo>
                    <a:pt x="1214516" y="94233"/>
                  </a:lnTo>
                  <a:lnTo>
                    <a:pt x="1205118" y="136651"/>
                  </a:lnTo>
                  <a:lnTo>
                    <a:pt x="1425590" y="136651"/>
                  </a:lnTo>
                  <a:lnTo>
                    <a:pt x="1433845" y="94233"/>
                  </a:lnTo>
                  <a:close/>
                </a:path>
                <a:path w="2941954" h="398780">
                  <a:moveTo>
                    <a:pt x="1387744" y="17525"/>
                  </a:moveTo>
                  <a:lnTo>
                    <a:pt x="1266459" y="44703"/>
                  </a:lnTo>
                  <a:lnTo>
                    <a:pt x="1257061" y="94233"/>
                  </a:lnTo>
                  <a:lnTo>
                    <a:pt x="1373647" y="94233"/>
                  </a:lnTo>
                  <a:lnTo>
                    <a:pt x="1387744" y="17525"/>
                  </a:lnTo>
                  <a:close/>
                </a:path>
                <a:path w="2941954" h="398780">
                  <a:moveTo>
                    <a:pt x="1150889" y="16382"/>
                  </a:moveTo>
                  <a:lnTo>
                    <a:pt x="1126429" y="19434"/>
                  </a:lnTo>
                  <a:lnTo>
                    <a:pt x="1107137" y="27463"/>
                  </a:lnTo>
                  <a:lnTo>
                    <a:pt x="1094703" y="38778"/>
                  </a:lnTo>
                  <a:lnTo>
                    <a:pt x="1090818" y="51689"/>
                  </a:lnTo>
                  <a:lnTo>
                    <a:pt x="1096437" y="64170"/>
                  </a:lnTo>
                  <a:lnTo>
                    <a:pt x="1110249" y="74199"/>
                  </a:lnTo>
                  <a:lnTo>
                    <a:pt x="1130251" y="80656"/>
                  </a:lnTo>
                  <a:lnTo>
                    <a:pt x="1154445" y="82423"/>
                  </a:lnTo>
                  <a:lnTo>
                    <a:pt x="1177707" y="79547"/>
                  </a:lnTo>
                  <a:lnTo>
                    <a:pt x="1196815" y="71802"/>
                  </a:lnTo>
                  <a:lnTo>
                    <a:pt x="1209755" y="60509"/>
                  </a:lnTo>
                  <a:lnTo>
                    <a:pt x="1214516" y="46990"/>
                  </a:lnTo>
                  <a:lnTo>
                    <a:pt x="1208360" y="34653"/>
                  </a:lnTo>
                  <a:lnTo>
                    <a:pt x="1194608" y="24685"/>
                  </a:lnTo>
                  <a:lnTo>
                    <a:pt x="1174903" y="18218"/>
                  </a:lnTo>
                  <a:lnTo>
                    <a:pt x="1150889" y="16382"/>
                  </a:lnTo>
                  <a:close/>
                </a:path>
                <a:path w="2941954" h="398780">
                  <a:moveTo>
                    <a:pt x="1894728" y="16382"/>
                  </a:moveTo>
                  <a:lnTo>
                    <a:pt x="1775729" y="16382"/>
                  </a:lnTo>
                  <a:lnTo>
                    <a:pt x="1721500" y="325247"/>
                  </a:lnTo>
                  <a:lnTo>
                    <a:pt x="1840499" y="325247"/>
                  </a:lnTo>
                  <a:lnTo>
                    <a:pt x="1894728" y="16382"/>
                  </a:lnTo>
                  <a:close/>
                </a:path>
                <a:path w="2941954" h="398780">
                  <a:moveTo>
                    <a:pt x="2187082" y="1143"/>
                  </a:moveTo>
                  <a:lnTo>
                    <a:pt x="2133668" y="7223"/>
                  </a:lnTo>
                  <a:lnTo>
                    <a:pt x="2085243" y="25019"/>
                  </a:lnTo>
                  <a:lnTo>
                    <a:pt x="2042367" y="53863"/>
                  </a:lnTo>
                  <a:lnTo>
                    <a:pt x="2005599" y="93091"/>
                  </a:lnTo>
                  <a:lnTo>
                    <a:pt x="1970769" y="153273"/>
                  </a:lnTo>
                  <a:lnTo>
                    <a:pt x="1954284" y="214581"/>
                  </a:lnTo>
                  <a:lnTo>
                    <a:pt x="1953658" y="218019"/>
                  </a:lnTo>
                  <a:lnTo>
                    <a:pt x="1954501" y="253714"/>
                  </a:lnTo>
                  <a:lnTo>
                    <a:pt x="1954612" y="258403"/>
                  </a:lnTo>
                  <a:lnTo>
                    <a:pt x="1954715" y="262743"/>
                  </a:lnTo>
                  <a:lnTo>
                    <a:pt x="1966558" y="310759"/>
                  </a:lnTo>
                  <a:lnTo>
                    <a:pt x="1988771" y="346249"/>
                  </a:lnTo>
                  <a:lnTo>
                    <a:pt x="2021398" y="372881"/>
                  </a:lnTo>
                  <a:lnTo>
                    <a:pt x="2064369" y="389473"/>
                  </a:lnTo>
                  <a:lnTo>
                    <a:pt x="2117613" y="394843"/>
                  </a:lnTo>
                  <a:lnTo>
                    <a:pt x="2165767" y="390433"/>
                  </a:lnTo>
                  <a:lnTo>
                    <a:pt x="2208624" y="378047"/>
                  </a:lnTo>
                  <a:lnTo>
                    <a:pt x="2214490" y="374776"/>
                  </a:lnTo>
                  <a:lnTo>
                    <a:pt x="2129297" y="374776"/>
                  </a:lnTo>
                  <a:lnTo>
                    <a:pt x="2085237" y="368215"/>
                  </a:lnTo>
                  <a:lnTo>
                    <a:pt x="2051107" y="348864"/>
                  </a:lnTo>
                  <a:lnTo>
                    <a:pt x="2027451" y="317224"/>
                  </a:lnTo>
                  <a:lnTo>
                    <a:pt x="2014810" y="273794"/>
                  </a:lnTo>
                  <a:lnTo>
                    <a:pt x="2013731" y="219317"/>
                  </a:lnTo>
                  <a:lnTo>
                    <a:pt x="2013727" y="219075"/>
                  </a:lnTo>
                  <a:lnTo>
                    <a:pt x="2022199" y="172567"/>
                  </a:lnTo>
                  <a:lnTo>
                    <a:pt x="2022287" y="172084"/>
                  </a:lnTo>
                  <a:lnTo>
                    <a:pt x="2022365" y="171658"/>
                  </a:lnTo>
                  <a:lnTo>
                    <a:pt x="2037650" y="127349"/>
                  </a:lnTo>
                  <a:lnTo>
                    <a:pt x="2059572" y="87701"/>
                  </a:lnTo>
                  <a:lnTo>
                    <a:pt x="2088149" y="54101"/>
                  </a:lnTo>
                  <a:lnTo>
                    <a:pt x="2130646" y="27209"/>
                  </a:lnTo>
                  <a:lnTo>
                    <a:pt x="2181240" y="18796"/>
                  </a:lnTo>
                  <a:lnTo>
                    <a:pt x="2265329" y="18796"/>
                  </a:lnTo>
                  <a:lnTo>
                    <a:pt x="2237764" y="7350"/>
                  </a:lnTo>
                  <a:lnTo>
                    <a:pt x="2187082" y="1143"/>
                  </a:lnTo>
                  <a:close/>
                </a:path>
                <a:path w="2941954" h="398780">
                  <a:moveTo>
                    <a:pt x="2599663" y="166116"/>
                  </a:moveTo>
                  <a:lnTo>
                    <a:pt x="2540650" y="166116"/>
                  </a:lnTo>
                  <a:lnTo>
                    <a:pt x="2546355" y="167304"/>
                  </a:lnTo>
                  <a:lnTo>
                    <a:pt x="2551619" y="171148"/>
                  </a:lnTo>
                  <a:lnTo>
                    <a:pt x="2554609" y="177926"/>
                  </a:lnTo>
                  <a:lnTo>
                    <a:pt x="2554578" y="179070"/>
                  </a:lnTo>
                  <a:lnTo>
                    <a:pt x="2553704" y="188563"/>
                  </a:lnTo>
                  <a:lnTo>
                    <a:pt x="2529680" y="273224"/>
                  </a:lnTo>
                  <a:lnTo>
                    <a:pt x="2513708" y="330896"/>
                  </a:lnTo>
                  <a:lnTo>
                    <a:pt x="2506487" y="360552"/>
                  </a:lnTo>
                  <a:lnTo>
                    <a:pt x="2508497" y="374475"/>
                  </a:lnTo>
                  <a:lnTo>
                    <a:pt x="2508590" y="375122"/>
                  </a:lnTo>
                  <a:lnTo>
                    <a:pt x="2515218" y="384143"/>
                  </a:lnTo>
                  <a:lnTo>
                    <a:pt x="2524275" y="388735"/>
                  </a:lnTo>
                  <a:lnTo>
                    <a:pt x="2533665" y="390017"/>
                  </a:lnTo>
                  <a:lnTo>
                    <a:pt x="2549785" y="387552"/>
                  </a:lnTo>
                  <a:lnTo>
                    <a:pt x="2567494" y="379031"/>
                  </a:lnTo>
                  <a:lnTo>
                    <a:pt x="2588296" y="362799"/>
                  </a:lnTo>
                  <a:lnTo>
                    <a:pt x="2591671" y="359409"/>
                  </a:lnTo>
                  <a:lnTo>
                    <a:pt x="2560716" y="359409"/>
                  </a:lnTo>
                  <a:lnTo>
                    <a:pt x="2554874" y="352425"/>
                  </a:lnTo>
                  <a:lnTo>
                    <a:pt x="2554978" y="346249"/>
                  </a:lnTo>
                  <a:lnTo>
                    <a:pt x="2557576" y="337962"/>
                  </a:lnTo>
                  <a:lnTo>
                    <a:pt x="2561620" y="324103"/>
                  </a:lnTo>
                  <a:lnTo>
                    <a:pt x="2566554" y="305292"/>
                  </a:lnTo>
                  <a:lnTo>
                    <a:pt x="2571257" y="284099"/>
                  </a:lnTo>
                  <a:lnTo>
                    <a:pt x="2575521" y="267954"/>
                  </a:lnTo>
                  <a:lnTo>
                    <a:pt x="2584988" y="231901"/>
                  </a:lnTo>
                  <a:lnTo>
                    <a:pt x="2594670" y="194516"/>
                  </a:lnTo>
                  <a:lnTo>
                    <a:pt x="2599493" y="174720"/>
                  </a:lnTo>
                  <a:lnTo>
                    <a:pt x="2599611" y="171148"/>
                  </a:lnTo>
                  <a:lnTo>
                    <a:pt x="2599663" y="166116"/>
                  </a:lnTo>
                  <a:close/>
                </a:path>
                <a:path w="2941954" h="398780">
                  <a:moveTo>
                    <a:pt x="2660715" y="337184"/>
                  </a:moveTo>
                  <a:lnTo>
                    <a:pt x="2613802" y="337184"/>
                  </a:lnTo>
                  <a:lnTo>
                    <a:pt x="2625370" y="357753"/>
                  </a:lnTo>
                  <a:lnTo>
                    <a:pt x="2626354" y="359409"/>
                  </a:lnTo>
                  <a:lnTo>
                    <a:pt x="2644805" y="375935"/>
                  </a:lnTo>
                  <a:lnTo>
                    <a:pt x="2667576" y="386387"/>
                  </a:lnTo>
                  <a:lnTo>
                    <a:pt x="2692669" y="390017"/>
                  </a:lnTo>
                  <a:lnTo>
                    <a:pt x="2722777" y="386387"/>
                  </a:lnTo>
                  <a:lnTo>
                    <a:pt x="2723142" y="386387"/>
                  </a:lnTo>
                  <a:lnTo>
                    <a:pt x="2753343" y="374475"/>
                  </a:lnTo>
                  <a:lnTo>
                    <a:pt x="2767943" y="364108"/>
                  </a:lnTo>
                  <a:lnTo>
                    <a:pt x="2710449" y="364108"/>
                  </a:lnTo>
                  <a:lnTo>
                    <a:pt x="2684882" y="359741"/>
                  </a:lnTo>
                  <a:lnTo>
                    <a:pt x="2666697" y="347646"/>
                  </a:lnTo>
                  <a:lnTo>
                    <a:pt x="2660715" y="337184"/>
                  </a:lnTo>
                  <a:close/>
                </a:path>
                <a:path w="2941954" h="398780">
                  <a:moveTo>
                    <a:pt x="2434622" y="171338"/>
                  </a:moveTo>
                  <a:lnTo>
                    <a:pt x="2369787" y="171338"/>
                  </a:lnTo>
                  <a:lnTo>
                    <a:pt x="2375825" y="171658"/>
                  </a:lnTo>
                  <a:lnTo>
                    <a:pt x="2378090" y="172084"/>
                  </a:lnTo>
                  <a:lnTo>
                    <a:pt x="2386345" y="172084"/>
                  </a:lnTo>
                  <a:lnTo>
                    <a:pt x="2389774" y="177926"/>
                  </a:lnTo>
                  <a:lnTo>
                    <a:pt x="2381819" y="219075"/>
                  </a:lnTo>
                  <a:lnTo>
                    <a:pt x="2366605" y="286496"/>
                  </a:lnTo>
                  <a:lnTo>
                    <a:pt x="2350804" y="354595"/>
                  </a:lnTo>
                  <a:lnTo>
                    <a:pt x="2342894" y="386766"/>
                  </a:lnTo>
                  <a:lnTo>
                    <a:pt x="2342797" y="387159"/>
                  </a:lnTo>
                  <a:lnTo>
                    <a:pt x="2342701" y="387552"/>
                  </a:lnTo>
                  <a:lnTo>
                    <a:pt x="2342657" y="387730"/>
                  </a:lnTo>
                  <a:lnTo>
                    <a:pt x="2357246" y="387159"/>
                  </a:lnTo>
                  <a:lnTo>
                    <a:pt x="2370999" y="386766"/>
                  </a:lnTo>
                  <a:lnTo>
                    <a:pt x="2385075" y="386588"/>
                  </a:lnTo>
                  <a:lnTo>
                    <a:pt x="2389413" y="378047"/>
                  </a:lnTo>
                  <a:lnTo>
                    <a:pt x="2395219" y="355107"/>
                  </a:lnTo>
                  <a:lnTo>
                    <a:pt x="2402130" y="322026"/>
                  </a:lnTo>
                  <a:lnTo>
                    <a:pt x="2409840" y="282955"/>
                  </a:lnTo>
                  <a:lnTo>
                    <a:pt x="2411110" y="278129"/>
                  </a:lnTo>
                  <a:lnTo>
                    <a:pt x="2411110" y="271018"/>
                  </a:lnTo>
                  <a:lnTo>
                    <a:pt x="2440830" y="240410"/>
                  </a:lnTo>
                  <a:lnTo>
                    <a:pt x="2418095" y="240410"/>
                  </a:lnTo>
                  <a:lnTo>
                    <a:pt x="2432908" y="178063"/>
                  </a:lnTo>
                  <a:lnTo>
                    <a:pt x="2434540" y="171658"/>
                  </a:lnTo>
                  <a:lnTo>
                    <a:pt x="2434622" y="171338"/>
                  </a:lnTo>
                  <a:close/>
                </a:path>
                <a:path w="2941954" h="398780">
                  <a:moveTo>
                    <a:pt x="2265329" y="18796"/>
                  </a:moveTo>
                  <a:lnTo>
                    <a:pt x="2181240" y="18796"/>
                  </a:lnTo>
                  <a:lnTo>
                    <a:pt x="2222209" y="27404"/>
                  </a:lnTo>
                  <a:lnTo>
                    <a:pt x="2254211" y="51454"/>
                  </a:lnTo>
                  <a:lnTo>
                    <a:pt x="2276447" y="88281"/>
                  </a:lnTo>
                  <a:lnTo>
                    <a:pt x="2288119" y="135249"/>
                  </a:lnTo>
                  <a:lnTo>
                    <a:pt x="2288187" y="147193"/>
                  </a:lnTo>
                  <a:lnTo>
                    <a:pt x="2288301" y="167304"/>
                  </a:lnTo>
                  <a:lnTo>
                    <a:pt x="2288428" y="189610"/>
                  </a:lnTo>
                  <a:lnTo>
                    <a:pt x="2282284" y="231267"/>
                  </a:lnTo>
                  <a:lnTo>
                    <a:pt x="2255763" y="295963"/>
                  </a:lnTo>
                  <a:lnTo>
                    <a:pt x="2208485" y="346916"/>
                  </a:lnTo>
                  <a:lnTo>
                    <a:pt x="2183561" y="362799"/>
                  </a:lnTo>
                  <a:lnTo>
                    <a:pt x="2183409" y="362799"/>
                  </a:lnTo>
                  <a:lnTo>
                    <a:pt x="2157725" y="371824"/>
                  </a:lnTo>
                  <a:lnTo>
                    <a:pt x="2129297" y="374776"/>
                  </a:lnTo>
                  <a:lnTo>
                    <a:pt x="2214490" y="374776"/>
                  </a:lnTo>
                  <a:lnTo>
                    <a:pt x="2283729" y="324103"/>
                  </a:lnTo>
                  <a:lnTo>
                    <a:pt x="2309996" y="292155"/>
                  </a:lnTo>
                  <a:lnTo>
                    <a:pt x="2330131" y="256635"/>
                  </a:lnTo>
                  <a:lnTo>
                    <a:pt x="2343861" y="218019"/>
                  </a:lnTo>
                  <a:lnTo>
                    <a:pt x="2350912" y="176783"/>
                  </a:lnTo>
                  <a:lnTo>
                    <a:pt x="2361105" y="172567"/>
                  </a:lnTo>
                  <a:lnTo>
                    <a:pt x="2369787" y="171338"/>
                  </a:lnTo>
                  <a:lnTo>
                    <a:pt x="2434622" y="171338"/>
                  </a:lnTo>
                  <a:lnTo>
                    <a:pt x="2437712" y="159234"/>
                  </a:lnTo>
                  <a:lnTo>
                    <a:pt x="2437773" y="159003"/>
                  </a:lnTo>
                  <a:lnTo>
                    <a:pt x="2352182" y="159003"/>
                  </a:lnTo>
                  <a:lnTo>
                    <a:pt x="2347643" y="119882"/>
                  </a:lnTo>
                  <a:lnTo>
                    <a:pt x="2333988" y="82968"/>
                  </a:lnTo>
                  <a:lnTo>
                    <a:pt x="2311161" y="50450"/>
                  </a:lnTo>
                  <a:lnTo>
                    <a:pt x="2279105" y="24515"/>
                  </a:lnTo>
                  <a:lnTo>
                    <a:pt x="2265329" y="18796"/>
                  </a:lnTo>
                  <a:close/>
                </a:path>
                <a:path w="2941954" h="398780">
                  <a:moveTo>
                    <a:pt x="2805826" y="310006"/>
                  </a:moveTo>
                  <a:lnTo>
                    <a:pt x="2782815" y="333890"/>
                  </a:lnTo>
                  <a:lnTo>
                    <a:pt x="2762138" y="350774"/>
                  </a:lnTo>
                  <a:lnTo>
                    <a:pt x="2739460" y="360799"/>
                  </a:lnTo>
                  <a:lnTo>
                    <a:pt x="2710449" y="364108"/>
                  </a:lnTo>
                  <a:lnTo>
                    <a:pt x="2767943" y="364108"/>
                  </a:lnTo>
                  <a:lnTo>
                    <a:pt x="2783144" y="353315"/>
                  </a:lnTo>
                  <a:lnTo>
                    <a:pt x="2813065" y="321691"/>
                  </a:lnTo>
                  <a:lnTo>
                    <a:pt x="2805826" y="310006"/>
                  </a:lnTo>
                  <a:close/>
                </a:path>
                <a:path w="2941954" h="398780">
                  <a:moveTo>
                    <a:pt x="2777632" y="129540"/>
                  </a:moveTo>
                  <a:lnTo>
                    <a:pt x="2723545" y="141509"/>
                  </a:lnTo>
                  <a:lnTo>
                    <a:pt x="2666888" y="182625"/>
                  </a:lnTo>
                  <a:lnTo>
                    <a:pt x="2642410" y="213705"/>
                  </a:lnTo>
                  <a:lnTo>
                    <a:pt x="2614792" y="277244"/>
                  </a:lnTo>
                  <a:lnTo>
                    <a:pt x="2610246" y="306324"/>
                  </a:lnTo>
                  <a:lnTo>
                    <a:pt x="2607960" y="312420"/>
                  </a:lnTo>
                  <a:lnTo>
                    <a:pt x="2610246" y="319404"/>
                  </a:lnTo>
                  <a:lnTo>
                    <a:pt x="2611516" y="327659"/>
                  </a:lnTo>
                  <a:lnTo>
                    <a:pt x="2596367" y="342532"/>
                  </a:lnTo>
                  <a:lnTo>
                    <a:pt x="2586344" y="350774"/>
                  </a:lnTo>
                  <a:lnTo>
                    <a:pt x="2584300" y="352425"/>
                  </a:lnTo>
                  <a:lnTo>
                    <a:pt x="2575404" y="357753"/>
                  </a:lnTo>
                  <a:lnTo>
                    <a:pt x="2568971" y="359409"/>
                  </a:lnTo>
                  <a:lnTo>
                    <a:pt x="2591671" y="359409"/>
                  </a:lnTo>
                  <a:lnTo>
                    <a:pt x="2613802" y="337184"/>
                  </a:lnTo>
                  <a:lnTo>
                    <a:pt x="2660715" y="337184"/>
                  </a:lnTo>
                  <a:lnTo>
                    <a:pt x="2656228" y="329336"/>
                  </a:lnTo>
                  <a:lnTo>
                    <a:pt x="2653807" y="306324"/>
                  </a:lnTo>
                  <a:lnTo>
                    <a:pt x="2655023" y="296916"/>
                  </a:lnTo>
                  <a:lnTo>
                    <a:pt x="2656516" y="286956"/>
                  </a:lnTo>
                  <a:lnTo>
                    <a:pt x="2658506" y="274574"/>
                  </a:lnTo>
                  <a:lnTo>
                    <a:pt x="2717120" y="269070"/>
                  </a:lnTo>
                  <a:lnTo>
                    <a:pt x="2739764" y="264032"/>
                  </a:lnTo>
                  <a:lnTo>
                    <a:pt x="2664348" y="264032"/>
                  </a:lnTo>
                  <a:lnTo>
                    <a:pt x="2678830" y="225845"/>
                  </a:lnTo>
                  <a:lnTo>
                    <a:pt x="2702003" y="188563"/>
                  </a:lnTo>
                  <a:lnTo>
                    <a:pt x="2732892" y="159234"/>
                  </a:lnTo>
                  <a:lnTo>
                    <a:pt x="2770520" y="144906"/>
                  </a:lnTo>
                  <a:lnTo>
                    <a:pt x="2825712" y="144906"/>
                  </a:lnTo>
                  <a:lnTo>
                    <a:pt x="2825384" y="144446"/>
                  </a:lnTo>
                  <a:lnTo>
                    <a:pt x="2805270" y="133296"/>
                  </a:lnTo>
                  <a:lnTo>
                    <a:pt x="2777632" y="129540"/>
                  </a:lnTo>
                  <a:close/>
                </a:path>
                <a:path w="2941954" h="398780">
                  <a:moveTo>
                    <a:pt x="2825712" y="144906"/>
                  </a:moveTo>
                  <a:lnTo>
                    <a:pt x="2770520" y="144906"/>
                  </a:lnTo>
                  <a:lnTo>
                    <a:pt x="2787375" y="148478"/>
                  </a:lnTo>
                  <a:lnTo>
                    <a:pt x="2795729" y="161004"/>
                  </a:lnTo>
                  <a:lnTo>
                    <a:pt x="2798506" y="174371"/>
                  </a:lnTo>
                  <a:lnTo>
                    <a:pt x="2798563" y="174720"/>
                  </a:lnTo>
                  <a:lnTo>
                    <a:pt x="2798648" y="176783"/>
                  </a:lnTo>
                  <a:lnTo>
                    <a:pt x="2798741" y="179070"/>
                  </a:lnTo>
                  <a:lnTo>
                    <a:pt x="2769361" y="229207"/>
                  </a:lnTo>
                  <a:lnTo>
                    <a:pt x="2724069" y="253714"/>
                  </a:lnTo>
                  <a:lnTo>
                    <a:pt x="2682540" y="262743"/>
                  </a:lnTo>
                  <a:lnTo>
                    <a:pt x="2664348" y="264032"/>
                  </a:lnTo>
                  <a:lnTo>
                    <a:pt x="2739764" y="264032"/>
                  </a:lnTo>
                  <a:lnTo>
                    <a:pt x="2765072" y="258403"/>
                  </a:lnTo>
                  <a:lnTo>
                    <a:pt x="2801637" y="240823"/>
                  </a:lnTo>
                  <a:lnTo>
                    <a:pt x="2826089" y="214581"/>
                  </a:lnTo>
                  <a:lnTo>
                    <a:pt x="2837659" y="178063"/>
                  </a:lnTo>
                  <a:lnTo>
                    <a:pt x="2837634" y="176783"/>
                  </a:lnTo>
                  <a:lnTo>
                    <a:pt x="2836717" y="161544"/>
                  </a:lnTo>
                  <a:lnTo>
                    <a:pt x="2836639" y="160240"/>
                  </a:lnTo>
                  <a:lnTo>
                    <a:pt x="2825712" y="144906"/>
                  </a:lnTo>
                  <a:close/>
                </a:path>
                <a:path w="2941954" h="398780">
                  <a:moveTo>
                    <a:pt x="2569435" y="130432"/>
                  </a:moveTo>
                  <a:lnTo>
                    <a:pt x="2543190" y="139160"/>
                  </a:lnTo>
                  <a:lnTo>
                    <a:pt x="2494105" y="171148"/>
                  </a:lnTo>
                  <a:lnTo>
                    <a:pt x="2418095" y="240410"/>
                  </a:lnTo>
                  <a:lnTo>
                    <a:pt x="2440830" y="240410"/>
                  </a:lnTo>
                  <a:lnTo>
                    <a:pt x="2449710" y="231267"/>
                  </a:lnTo>
                  <a:lnTo>
                    <a:pt x="2487786" y="197802"/>
                  </a:lnTo>
                  <a:lnTo>
                    <a:pt x="2519909" y="174720"/>
                  </a:lnTo>
                  <a:lnTo>
                    <a:pt x="2540650" y="166116"/>
                  </a:lnTo>
                  <a:lnTo>
                    <a:pt x="2599663" y="166116"/>
                  </a:lnTo>
                  <a:lnTo>
                    <a:pt x="2599617" y="161004"/>
                  </a:lnTo>
                  <a:lnTo>
                    <a:pt x="2597212" y="147193"/>
                  </a:lnTo>
                  <a:lnTo>
                    <a:pt x="2590309" y="135508"/>
                  </a:lnTo>
                  <a:lnTo>
                    <a:pt x="2577226" y="130682"/>
                  </a:lnTo>
                  <a:lnTo>
                    <a:pt x="2569435" y="130432"/>
                  </a:lnTo>
                  <a:close/>
                </a:path>
                <a:path w="2941954" h="398780">
                  <a:moveTo>
                    <a:pt x="2436922" y="134286"/>
                  </a:moveTo>
                  <a:lnTo>
                    <a:pt x="2430660" y="135249"/>
                  </a:lnTo>
                  <a:lnTo>
                    <a:pt x="2427493" y="136651"/>
                  </a:lnTo>
                  <a:lnTo>
                    <a:pt x="2407724" y="142966"/>
                  </a:lnTo>
                  <a:lnTo>
                    <a:pt x="2366521" y="154689"/>
                  </a:lnTo>
                  <a:lnTo>
                    <a:pt x="2352182" y="159003"/>
                  </a:lnTo>
                  <a:lnTo>
                    <a:pt x="2437773" y="159003"/>
                  </a:lnTo>
                  <a:lnTo>
                    <a:pt x="2439274" y="153273"/>
                  </a:lnTo>
                  <a:lnTo>
                    <a:pt x="2441346" y="139160"/>
                  </a:lnTo>
                  <a:lnTo>
                    <a:pt x="2441423" y="138634"/>
                  </a:lnTo>
                  <a:lnTo>
                    <a:pt x="2436922" y="134286"/>
                  </a:lnTo>
                  <a:close/>
                </a:path>
                <a:path w="2941954" h="398780">
                  <a:moveTo>
                    <a:pt x="2868437" y="103631"/>
                  </a:moveTo>
                  <a:lnTo>
                    <a:pt x="2863611" y="103631"/>
                  </a:lnTo>
                  <a:lnTo>
                    <a:pt x="2863611" y="144906"/>
                  </a:lnTo>
                  <a:lnTo>
                    <a:pt x="2868437" y="144906"/>
                  </a:lnTo>
                  <a:lnTo>
                    <a:pt x="2868437" y="103631"/>
                  </a:lnTo>
                  <a:close/>
                </a:path>
                <a:path w="2941954" h="398780">
                  <a:moveTo>
                    <a:pt x="2884820" y="97790"/>
                  </a:moveTo>
                  <a:lnTo>
                    <a:pt x="2847228" y="97790"/>
                  </a:lnTo>
                  <a:lnTo>
                    <a:pt x="2847228" y="103631"/>
                  </a:lnTo>
                  <a:lnTo>
                    <a:pt x="2884820" y="103631"/>
                  </a:lnTo>
                  <a:lnTo>
                    <a:pt x="2884820" y="97790"/>
                  </a:lnTo>
                  <a:close/>
                </a:path>
                <a:path w="2941954" h="398780">
                  <a:moveTo>
                    <a:pt x="2906156" y="97790"/>
                  </a:moveTo>
                  <a:lnTo>
                    <a:pt x="2896758" y="97790"/>
                  </a:lnTo>
                  <a:lnTo>
                    <a:pt x="2896758" y="144906"/>
                  </a:lnTo>
                  <a:lnTo>
                    <a:pt x="2905013" y="144906"/>
                  </a:lnTo>
                  <a:lnTo>
                    <a:pt x="2905013" y="104775"/>
                  </a:lnTo>
                  <a:lnTo>
                    <a:pt x="2908726" y="104775"/>
                  </a:lnTo>
                  <a:lnTo>
                    <a:pt x="2906156" y="97790"/>
                  </a:lnTo>
                  <a:close/>
                </a:path>
                <a:path w="2941954" h="398780">
                  <a:moveTo>
                    <a:pt x="2908726" y="104775"/>
                  </a:moveTo>
                  <a:lnTo>
                    <a:pt x="2905013" y="104775"/>
                  </a:lnTo>
                  <a:lnTo>
                    <a:pt x="2917840" y="144906"/>
                  </a:lnTo>
                  <a:lnTo>
                    <a:pt x="2923682" y="144906"/>
                  </a:lnTo>
                  <a:lnTo>
                    <a:pt x="2926372" y="136651"/>
                  </a:lnTo>
                  <a:lnTo>
                    <a:pt x="2918983" y="136651"/>
                  </a:lnTo>
                  <a:lnTo>
                    <a:pt x="2918983" y="133096"/>
                  </a:lnTo>
                  <a:lnTo>
                    <a:pt x="2917840" y="129540"/>
                  </a:lnTo>
                  <a:lnTo>
                    <a:pt x="2908726" y="104775"/>
                  </a:lnTo>
                  <a:close/>
                </a:path>
                <a:path w="2941954" h="398780">
                  <a:moveTo>
                    <a:pt x="2941462" y="104775"/>
                  </a:moveTo>
                  <a:lnTo>
                    <a:pt x="2936763" y="104775"/>
                  </a:lnTo>
                  <a:lnTo>
                    <a:pt x="2936763" y="144906"/>
                  </a:lnTo>
                  <a:lnTo>
                    <a:pt x="2941462" y="144906"/>
                  </a:lnTo>
                  <a:lnTo>
                    <a:pt x="2941462" y="104775"/>
                  </a:lnTo>
                  <a:close/>
                </a:path>
                <a:path w="2941954" h="398780">
                  <a:moveTo>
                    <a:pt x="2941462" y="97790"/>
                  </a:moveTo>
                  <a:lnTo>
                    <a:pt x="2932064" y="97790"/>
                  </a:lnTo>
                  <a:lnTo>
                    <a:pt x="2920253" y="129540"/>
                  </a:lnTo>
                  <a:lnTo>
                    <a:pt x="2920253" y="135381"/>
                  </a:lnTo>
                  <a:lnTo>
                    <a:pt x="2918983" y="136651"/>
                  </a:lnTo>
                  <a:lnTo>
                    <a:pt x="2926372" y="136651"/>
                  </a:lnTo>
                  <a:lnTo>
                    <a:pt x="2936763" y="104775"/>
                  </a:lnTo>
                  <a:lnTo>
                    <a:pt x="2941462" y="104775"/>
                  </a:lnTo>
                  <a:lnTo>
                    <a:pt x="2941462" y="97790"/>
                  </a:lnTo>
                  <a:close/>
                </a:path>
              </a:pathLst>
            </a:custGeom>
            <a:solidFill>
              <a:srgbClr val="0052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63800" y="6550177"/>
              <a:ext cx="3124200" cy="373682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56027" y="6881393"/>
              <a:ext cx="2617088" cy="32502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295400" y="864361"/>
              <a:ext cx="8356600" cy="9422765"/>
            </a:xfrm>
            <a:custGeom>
              <a:avLst/>
              <a:gdLst/>
              <a:ahLst/>
              <a:cxnLst/>
              <a:rect l="l" t="t" r="r" b="b"/>
              <a:pathLst>
                <a:path w="8356600" h="9422765">
                  <a:moveTo>
                    <a:pt x="8272653" y="0"/>
                  </a:moveTo>
                  <a:lnTo>
                    <a:pt x="83565" y="0"/>
                  </a:lnTo>
                  <a:lnTo>
                    <a:pt x="51059" y="6554"/>
                  </a:lnTo>
                  <a:lnTo>
                    <a:pt x="24495" y="24431"/>
                  </a:lnTo>
                  <a:lnTo>
                    <a:pt x="6574" y="50952"/>
                  </a:lnTo>
                  <a:lnTo>
                    <a:pt x="0" y="83439"/>
                  </a:lnTo>
                  <a:lnTo>
                    <a:pt x="0" y="9422337"/>
                  </a:lnTo>
                  <a:lnTo>
                    <a:pt x="8356219" y="9422337"/>
                  </a:lnTo>
                  <a:lnTo>
                    <a:pt x="8356219" y="83439"/>
                  </a:lnTo>
                  <a:lnTo>
                    <a:pt x="8349644" y="50952"/>
                  </a:lnTo>
                  <a:lnTo>
                    <a:pt x="8331723" y="24431"/>
                  </a:lnTo>
                  <a:lnTo>
                    <a:pt x="8305159" y="6554"/>
                  </a:lnTo>
                  <a:lnTo>
                    <a:pt x="8272653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461897" y="2470784"/>
            <a:ext cx="7188200" cy="538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4769">
              <a:lnSpc>
                <a:spcPct val="100000"/>
              </a:lnSpc>
              <a:spcBef>
                <a:spcPts val="100"/>
              </a:spcBef>
            </a:pPr>
            <a:r>
              <a:rPr dirty="0" sz="1800" spc="215" b="1">
                <a:solidFill>
                  <a:srgbClr val="221F1F"/>
                </a:solidFill>
                <a:latin typeface="Calibri"/>
                <a:cs typeface="Calibri"/>
              </a:rPr>
              <a:t>Challenge:</a:t>
            </a:r>
            <a:r>
              <a:rPr dirty="0" sz="1800" spc="10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4">
                <a:solidFill>
                  <a:srgbClr val="221F1F"/>
                </a:solidFill>
                <a:latin typeface="Calibri"/>
                <a:cs typeface="Calibri"/>
              </a:rPr>
              <a:t>Judo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5">
                <a:solidFill>
                  <a:srgbClr val="221F1F"/>
                </a:solidFill>
                <a:latin typeface="Calibri"/>
                <a:cs typeface="Calibri"/>
              </a:rPr>
              <a:t>Bank</a:t>
            </a:r>
            <a:r>
              <a:rPr dirty="0" sz="1800" spc="215">
                <a:solidFill>
                  <a:srgbClr val="221F1F"/>
                </a:solidFill>
                <a:latin typeface="Malgun Gothic"/>
                <a:cs typeface="Malgun Gothic"/>
              </a:rPr>
              <a:t>는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일련의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점대점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통합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핵심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대출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플랫폼을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 새로운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통합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시스템으로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교체하고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기본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125">
                <a:solidFill>
                  <a:srgbClr val="221F1F"/>
                </a:solidFill>
                <a:latin typeface="Calibri"/>
                <a:cs typeface="Calibri"/>
              </a:rPr>
              <a:t>IT</a:t>
            </a:r>
            <a:r>
              <a:rPr dirty="0" sz="18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인프라를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재설계하여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이벤트 우선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사고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중심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원칙을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추진해야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했습니다</a:t>
            </a:r>
            <a:r>
              <a:rPr dirty="0" sz="1800" spc="-15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22225">
              <a:lnSpc>
                <a:spcPct val="100000"/>
              </a:lnSpc>
              <a:spcBef>
                <a:spcPts val="2160"/>
              </a:spcBef>
            </a:pPr>
            <a:r>
              <a:rPr dirty="0" sz="1800" spc="175" b="1">
                <a:solidFill>
                  <a:srgbClr val="221F1F"/>
                </a:solidFill>
                <a:latin typeface="Calibri"/>
                <a:cs typeface="Calibri"/>
              </a:rPr>
              <a:t>Solution:</a:t>
            </a:r>
            <a:r>
              <a:rPr dirty="0" sz="1800" spc="12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4">
                <a:solidFill>
                  <a:srgbClr val="221F1F"/>
                </a:solidFill>
                <a:latin typeface="Calibri"/>
                <a:cs typeface="Calibri"/>
              </a:rPr>
              <a:t>Judo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221F1F"/>
                </a:solidFill>
                <a:latin typeface="Calibri"/>
                <a:cs typeface="Calibri"/>
              </a:rPr>
              <a:t>bank</a:t>
            </a:r>
            <a:r>
              <a:rPr dirty="0" sz="1800" spc="190">
                <a:solidFill>
                  <a:srgbClr val="221F1F"/>
                </a:solidFill>
                <a:latin typeface="Malgun Gothic"/>
                <a:cs typeface="Malgun Gothic"/>
              </a:rPr>
              <a:t>는</a:t>
            </a:r>
            <a:r>
              <a:rPr dirty="0" sz="1800" spc="-1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Cloud</a:t>
            </a:r>
            <a:r>
              <a:rPr dirty="0" sz="1800" spc="180">
                <a:solidFill>
                  <a:srgbClr val="221F1F"/>
                </a:solidFill>
                <a:latin typeface="Malgun Gothic"/>
                <a:cs typeface="Malgun Gothic"/>
              </a:rPr>
              <a:t>를</a:t>
            </a:r>
            <a:r>
              <a:rPr dirty="0" sz="1800" spc="-1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활용하여</a:t>
            </a:r>
            <a:r>
              <a:rPr dirty="0" sz="1800" spc="-1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서비스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제품군을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쉽고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민첩하며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전체론적으로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관리하고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새로운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275">
                <a:solidFill>
                  <a:srgbClr val="221F1F"/>
                </a:solidFill>
                <a:latin typeface="Calibri"/>
                <a:cs typeface="Calibri"/>
              </a:rPr>
              <a:t>CRM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시스템과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대출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기관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기능을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구현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했습니다</a:t>
            </a:r>
            <a:r>
              <a:rPr dirty="0" sz="1800" spc="-1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dirty="0" sz="1800" spc="180" b="1">
                <a:solidFill>
                  <a:srgbClr val="221F1F"/>
                </a:solidFill>
                <a:latin typeface="Calibri"/>
                <a:cs typeface="Calibri"/>
              </a:rPr>
              <a:t>Results:</a:t>
            </a:r>
            <a:endParaRPr sz="1800">
              <a:latin typeface="Calibri"/>
              <a:cs typeface="Calibri"/>
            </a:endParaRPr>
          </a:p>
          <a:p>
            <a:pPr marL="469265" indent="-342265">
              <a:lnSpc>
                <a:spcPct val="100000"/>
              </a:lnSpc>
              <a:spcBef>
                <a:spcPts val="145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일관된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통합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시스템</a:t>
            </a:r>
            <a:endParaRPr sz="1800">
              <a:latin typeface="Malgun Gothic"/>
              <a:cs typeface="Malgun Gothic"/>
            </a:endParaRPr>
          </a:p>
          <a:p>
            <a:pPr marL="469265" indent="-34226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가용성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출시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기간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향상</a:t>
            </a:r>
            <a:endParaRPr sz="1800">
              <a:latin typeface="Malgun Gothic"/>
              <a:cs typeface="Malgun Gothic"/>
            </a:endParaRPr>
          </a:p>
          <a:p>
            <a:pPr marL="469265" indent="-34226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마이크로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지원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개선</a:t>
            </a:r>
            <a:endParaRPr sz="18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14999"/>
              </a:lnSpc>
            </a:pPr>
            <a:r>
              <a:rPr dirty="0" sz="1800" spc="175" i="1">
                <a:solidFill>
                  <a:srgbClr val="221F1F"/>
                </a:solidFill>
                <a:latin typeface="Calibri"/>
                <a:cs typeface="Calibri"/>
              </a:rPr>
              <a:t>“Confluent</a:t>
            </a:r>
            <a:r>
              <a:rPr dirty="0" sz="1800" spc="8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20" i="1">
                <a:solidFill>
                  <a:srgbClr val="221F1F"/>
                </a:solidFill>
                <a:latin typeface="Calibri"/>
                <a:cs typeface="Calibri"/>
              </a:rPr>
              <a:t>is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85" i="1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dirty="0" sz="1800" spc="9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 i="1">
                <a:solidFill>
                  <a:srgbClr val="221F1F"/>
                </a:solidFill>
                <a:latin typeface="Calibri"/>
                <a:cs typeface="Calibri"/>
              </a:rPr>
              <a:t>strategic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 i="1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r>
              <a:rPr dirty="0" sz="1800" spc="9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14" i="1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30" i="1">
                <a:solidFill>
                  <a:srgbClr val="221F1F"/>
                </a:solidFill>
                <a:latin typeface="Calibri"/>
                <a:cs typeface="Calibri"/>
              </a:rPr>
              <a:t>us.</a:t>
            </a:r>
            <a:r>
              <a:rPr dirty="0" sz="1800" spc="8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0" i="1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 i="1">
                <a:solidFill>
                  <a:srgbClr val="221F1F"/>
                </a:solidFill>
                <a:latin typeface="Calibri"/>
                <a:cs typeface="Calibri"/>
              </a:rPr>
              <a:t>every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 i="1">
                <a:solidFill>
                  <a:srgbClr val="221F1F"/>
                </a:solidFill>
                <a:latin typeface="Calibri"/>
                <a:cs typeface="Calibri"/>
              </a:rPr>
              <a:t>project</a:t>
            </a:r>
            <a:r>
              <a:rPr dirty="0" sz="1800" spc="7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 i="1">
                <a:solidFill>
                  <a:srgbClr val="221F1F"/>
                </a:solidFill>
                <a:latin typeface="Calibri"/>
                <a:cs typeface="Calibri"/>
              </a:rPr>
              <a:t>we</a:t>
            </a:r>
            <a:r>
              <a:rPr dirty="0" sz="1800" spc="19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5" i="1">
                <a:solidFill>
                  <a:srgbClr val="221F1F"/>
                </a:solidFill>
                <a:latin typeface="Calibri"/>
                <a:cs typeface="Calibri"/>
              </a:rPr>
              <a:t>look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14" i="1">
                <a:solidFill>
                  <a:srgbClr val="221F1F"/>
                </a:solidFill>
                <a:latin typeface="Calibri"/>
                <a:cs typeface="Calibri"/>
              </a:rPr>
              <a:t>at,</a:t>
            </a:r>
            <a:r>
              <a:rPr dirty="0" sz="1800" spc="8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4" i="1">
                <a:solidFill>
                  <a:srgbClr val="221F1F"/>
                </a:solidFill>
                <a:latin typeface="Calibri"/>
                <a:cs typeface="Calibri"/>
              </a:rPr>
              <a:t>we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0" i="1">
                <a:solidFill>
                  <a:srgbClr val="221F1F"/>
                </a:solidFill>
                <a:latin typeface="Calibri"/>
                <a:cs typeface="Calibri"/>
              </a:rPr>
              <a:t>now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0" i="1">
                <a:solidFill>
                  <a:srgbClr val="221F1F"/>
                </a:solidFill>
                <a:latin typeface="Calibri"/>
                <a:cs typeface="Calibri"/>
              </a:rPr>
              <a:t>think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35" i="1">
                <a:solidFill>
                  <a:srgbClr val="221F1F"/>
                </a:solidFill>
                <a:latin typeface="Calibri"/>
                <a:cs typeface="Calibri"/>
              </a:rPr>
              <a:t>about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0" i="1">
                <a:solidFill>
                  <a:srgbClr val="221F1F"/>
                </a:solidFill>
                <a:latin typeface="Calibri"/>
                <a:cs typeface="Calibri"/>
              </a:rPr>
              <a:t>how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4" i="1">
                <a:solidFill>
                  <a:srgbClr val="221F1F"/>
                </a:solidFill>
                <a:latin typeface="Calibri"/>
                <a:cs typeface="Calibri"/>
              </a:rPr>
              <a:t>we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0" i="1">
                <a:solidFill>
                  <a:srgbClr val="221F1F"/>
                </a:solidFill>
                <a:latin typeface="Calibri"/>
                <a:cs typeface="Calibri"/>
              </a:rPr>
              <a:t>use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4" i="1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 i="1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5" i="1">
                <a:solidFill>
                  <a:srgbClr val="221F1F"/>
                </a:solidFill>
                <a:latin typeface="Calibri"/>
                <a:cs typeface="Calibri"/>
              </a:rPr>
              <a:t>move </a:t>
            </a:r>
            <a:r>
              <a:rPr dirty="0" sz="1800" spc="204" i="1">
                <a:solidFill>
                  <a:srgbClr val="221F1F"/>
                </a:solidFill>
                <a:latin typeface="Calibri"/>
                <a:cs typeface="Calibri"/>
              </a:rPr>
              <a:t>things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 i="1">
                <a:solidFill>
                  <a:srgbClr val="221F1F"/>
                </a:solidFill>
                <a:latin typeface="Calibri"/>
                <a:cs typeface="Calibri"/>
              </a:rPr>
              <a:t>around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85" i="1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dirty="0" sz="1800" spc="8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50" i="1">
                <a:solidFill>
                  <a:srgbClr val="221F1F"/>
                </a:solidFill>
                <a:latin typeface="Calibri"/>
                <a:cs typeface="Calibri"/>
              </a:rPr>
              <a:t>join</a:t>
            </a:r>
            <a:r>
              <a:rPr dirty="0" sz="1800" spc="65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4" i="1">
                <a:solidFill>
                  <a:srgbClr val="221F1F"/>
                </a:solidFill>
                <a:latin typeface="Calibri"/>
                <a:cs typeface="Calibri"/>
              </a:rPr>
              <a:t>things</a:t>
            </a:r>
            <a:r>
              <a:rPr dirty="0" sz="1800" spc="70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 i="1">
                <a:solidFill>
                  <a:srgbClr val="221F1F"/>
                </a:solidFill>
                <a:latin typeface="Calibri"/>
                <a:cs typeface="Calibri"/>
              </a:rPr>
              <a:t>together”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400" spc="135" b="1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dirty="0" sz="1400" spc="9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5" b="1">
                <a:solidFill>
                  <a:srgbClr val="221F1F"/>
                </a:solidFill>
                <a:latin typeface="Calibri"/>
                <a:cs typeface="Calibri"/>
              </a:rPr>
              <a:t>Niko</a:t>
            </a:r>
            <a:r>
              <a:rPr dirty="0" sz="1400" spc="8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5" b="1">
                <a:solidFill>
                  <a:srgbClr val="221F1F"/>
                </a:solidFill>
                <a:latin typeface="Calibri"/>
                <a:cs typeface="Calibri"/>
              </a:rPr>
              <a:t>Bielovich,</a:t>
            </a:r>
            <a:r>
              <a:rPr dirty="0" sz="1400" spc="6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 b="1">
                <a:solidFill>
                  <a:srgbClr val="221F1F"/>
                </a:solidFill>
                <a:latin typeface="Calibri"/>
                <a:cs typeface="Calibri"/>
              </a:rPr>
              <a:t>General</a:t>
            </a:r>
            <a:r>
              <a:rPr dirty="0" sz="1400" spc="7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 b="1">
                <a:solidFill>
                  <a:srgbClr val="221F1F"/>
                </a:solidFill>
                <a:latin typeface="Calibri"/>
                <a:cs typeface="Calibri"/>
              </a:rPr>
              <a:t>Manager,</a:t>
            </a:r>
            <a:r>
              <a:rPr dirty="0" sz="1400" spc="6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70" b="1">
                <a:solidFill>
                  <a:srgbClr val="221F1F"/>
                </a:solidFill>
                <a:latin typeface="Calibri"/>
                <a:cs typeface="Calibri"/>
              </a:rPr>
              <a:t>Services</a:t>
            </a:r>
            <a:r>
              <a:rPr dirty="0" sz="1400" spc="8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90" b="1">
                <a:solidFill>
                  <a:srgbClr val="221F1F"/>
                </a:solidFill>
                <a:latin typeface="Calibri"/>
                <a:cs typeface="Calibri"/>
              </a:rPr>
              <a:t>Management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6817340" y="674496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839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82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23" y="153250"/>
                </a:lnTo>
                <a:lnTo>
                  <a:pt x="286385" y="151257"/>
                </a:lnTo>
                <a:lnTo>
                  <a:pt x="286054" y="143192"/>
                </a:lnTo>
                <a:lnTo>
                  <a:pt x="285953" y="140525"/>
                </a:lnTo>
                <a:lnTo>
                  <a:pt x="285445" y="129857"/>
                </a:lnTo>
                <a:lnTo>
                  <a:pt x="284861" y="119291"/>
                </a:lnTo>
                <a:lnTo>
                  <a:pt x="284226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57" y="128333"/>
                </a:lnTo>
                <a:lnTo>
                  <a:pt x="271068" y="129857"/>
                </a:lnTo>
                <a:lnTo>
                  <a:pt x="270675" y="140525"/>
                </a:lnTo>
                <a:lnTo>
                  <a:pt x="270471" y="147764"/>
                </a:lnTo>
                <a:lnTo>
                  <a:pt x="270383" y="151257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70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46"/>
                </a:lnTo>
                <a:lnTo>
                  <a:pt x="214757" y="143192"/>
                </a:lnTo>
                <a:lnTo>
                  <a:pt x="218414" y="153250"/>
                </a:lnTo>
                <a:lnTo>
                  <a:pt x="222123" y="163322"/>
                </a:lnTo>
                <a:lnTo>
                  <a:pt x="237236" y="203073"/>
                </a:lnTo>
                <a:lnTo>
                  <a:pt x="240893" y="212382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89" y="217805"/>
                </a:lnTo>
                <a:lnTo>
                  <a:pt x="224790" y="211582"/>
                </a:lnTo>
                <a:lnTo>
                  <a:pt x="194437" y="182499"/>
                </a:lnTo>
                <a:lnTo>
                  <a:pt x="178447" y="168071"/>
                </a:lnTo>
                <a:lnTo>
                  <a:pt x="170408" y="160985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056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806" y="243636"/>
                </a:lnTo>
                <a:lnTo>
                  <a:pt x="235966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6097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807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0992" y="413473"/>
                </a:lnTo>
                <a:lnTo>
                  <a:pt x="271081" y="416420"/>
                </a:lnTo>
                <a:lnTo>
                  <a:pt x="271500" y="427101"/>
                </a:lnTo>
                <a:lnTo>
                  <a:pt x="272084" y="437642"/>
                </a:lnTo>
                <a:lnTo>
                  <a:pt x="272923" y="448310"/>
                </a:lnTo>
                <a:lnTo>
                  <a:pt x="284226" y="448310"/>
                </a:lnTo>
                <a:lnTo>
                  <a:pt x="284861" y="437794"/>
                </a:lnTo>
                <a:lnTo>
                  <a:pt x="285394" y="427990"/>
                </a:lnTo>
                <a:lnTo>
                  <a:pt x="285851" y="418401"/>
                </a:lnTo>
                <a:lnTo>
                  <a:pt x="286258" y="408825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72" y="347853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73" y="344309"/>
                </a:lnTo>
                <a:lnTo>
                  <a:pt x="302514" y="360807"/>
                </a:lnTo>
                <a:lnTo>
                  <a:pt x="319913" y="399161"/>
                </a:lnTo>
                <a:lnTo>
                  <a:pt x="324446" y="408825"/>
                </a:lnTo>
                <a:lnTo>
                  <a:pt x="328866" y="418401"/>
                </a:lnTo>
                <a:lnTo>
                  <a:pt x="333375" y="427990"/>
                </a:lnTo>
                <a:lnTo>
                  <a:pt x="338201" y="437642"/>
                </a:lnTo>
                <a:lnTo>
                  <a:pt x="348488" y="433578"/>
                </a:lnTo>
                <a:lnTo>
                  <a:pt x="345008" y="423506"/>
                </a:lnTo>
                <a:lnTo>
                  <a:pt x="341350" y="413473"/>
                </a:lnTo>
                <a:lnTo>
                  <a:pt x="337680" y="403453"/>
                </a:lnTo>
                <a:lnTo>
                  <a:pt x="334137" y="393446"/>
                </a:lnTo>
                <a:lnTo>
                  <a:pt x="319405" y="353568"/>
                </a:lnTo>
                <a:lnTo>
                  <a:pt x="312826" y="336981"/>
                </a:lnTo>
                <a:lnTo>
                  <a:pt x="309232" y="327660"/>
                </a:lnTo>
                <a:lnTo>
                  <a:pt x="306451" y="320167"/>
                </a:lnTo>
                <a:lnTo>
                  <a:pt x="312889" y="326478"/>
                </a:lnTo>
                <a:lnTo>
                  <a:pt x="319468" y="332828"/>
                </a:lnTo>
                <a:lnTo>
                  <a:pt x="364109" y="374650"/>
                </a:lnTo>
                <a:lnTo>
                  <a:pt x="395859" y="403225"/>
                </a:lnTo>
                <a:lnTo>
                  <a:pt x="403479" y="395097"/>
                </a:lnTo>
                <a:lnTo>
                  <a:pt x="375285" y="363474"/>
                </a:lnTo>
                <a:lnTo>
                  <a:pt x="346329" y="332105"/>
                </a:lnTo>
                <a:lnTo>
                  <a:pt x="334695" y="320167"/>
                </a:lnTo>
                <a:lnTo>
                  <a:pt x="327177" y="312445"/>
                </a:lnTo>
                <a:lnTo>
                  <a:pt x="320802" y="305816"/>
                </a:lnTo>
                <a:lnTo>
                  <a:pt x="345948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309"/>
                </a:lnTo>
                <a:lnTo>
                  <a:pt x="434213" y="347853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103" y="305816"/>
                </a:lnTo>
                <a:lnTo>
                  <a:pt x="361061" y="301752"/>
                </a:lnTo>
                <a:lnTo>
                  <a:pt x="328422" y="287528"/>
                </a:lnTo>
                <a:lnTo>
                  <a:pt x="337172" y="287401"/>
                </a:lnTo>
                <a:lnTo>
                  <a:pt x="355066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241" y="162013"/>
                </a:lnTo>
                <a:lnTo>
                  <a:pt x="531241" y="278384"/>
                </a:lnTo>
                <a:lnTo>
                  <a:pt x="527151" y="323634"/>
                </a:lnTo>
                <a:lnTo>
                  <a:pt x="515327" y="366395"/>
                </a:lnTo>
                <a:lnTo>
                  <a:pt x="496658" y="405561"/>
                </a:lnTo>
                <a:lnTo>
                  <a:pt x="471690" y="440804"/>
                </a:lnTo>
                <a:lnTo>
                  <a:pt x="441223" y="471246"/>
                </a:lnTo>
                <a:lnTo>
                  <a:pt x="405968" y="496189"/>
                </a:lnTo>
                <a:lnTo>
                  <a:pt x="366649" y="514896"/>
                </a:lnTo>
                <a:lnTo>
                  <a:pt x="324015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303" y="366395"/>
                </a:lnTo>
                <a:lnTo>
                  <a:pt x="30568" y="323913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30492" y="233006"/>
                </a:lnTo>
                <a:lnTo>
                  <a:pt x="42113" y="190766"/>
                </a:lnTo>
                <a:lnTo>
                  <a:pt x="42214" y="190423"/>
                </a:lnTo>
                <a:lnTo>
                  <a:pt x="42252" y="190284"/>
                </a:lnTo>
                <a:lnTo>
                  <a:pt x="60960" y="150952"/>
                </a:lnTo>
                <a:lnTo>
                  <a:pt x="85902" y="115722"/>
                </a:lnTo>
                <a:lnTo>
                  <a:pt x="116344" y="85293"/>
                </a:lnTo>
                <a:lnTo>
                  <a:pt x="151587" y="60388"/>
                </a:lnTo>
                <a:lnTo>
                  <a:pt x="190881" y="41706"/>
                </a:lnTo>
                <a:lnTo>
                  <a:pt x="233514" y="29984"/>
                </a:lnTo>
                <a:lnTo>
                  <a:pt x="278765" y="25908"/>
                </a:lnTo>
                <a:lnTo>
                  <a:pt x="324015" y="29984"/>
                </a:lnTo>
                <a:lnTo>
                  <a:pt x="366649" y="41706"/>
                </a:lnTo>
                <a:lnTo>
                  <a:pt x="405968" y="60388"/>
                </a:lnTo>
                <a:lnTo>
                  <a:pt x="441223" y="85293"/>
                </a:lnTo>
                <a:lnTo>
                  <a:pt x="471690" y="115722"/>
                </a:lnTo>
                <a:lnTo>
                  <a:pt x="496531" y="150787"/>
                </a:lnTo>
                <a:lnTo>
                  <a:pt x="496658" y="150952"/>
                </a:lnTo>
                <a:lnTo>
                  <a:pt x="515378" y="190284"/>
                </a:lnTo>
                <a:lnTo>
                  <a:pt x="527151" y="233006"/>
                </a:lnTo>
                <a:lnTo>
                  <a:pt x="531241" y="278384"/>
                </a:lnTo>
                <a:lnTo>
                  <a:pt x="531241" y="162013"/>
                </a:lnTo>
                <a:lnTo>
                  <a:pt x="526554" y="150952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32" y="323634"/>
                </a:lnTo>
                <a:lnTo>
                  <a:pt x="3644" y="323913"/>
                </a:lnTo>
                <a:lnTo>
                  <a:pt x="14147" y="366395"/>
                </a:lnTo>
                <a:lnTo>
                  <a:pt x="31038" y="406374"/>
                </a:lnTo>
                <a:lnTo>
                  <a:pt x="53860" y="443153"/>
                </a:lnTo>
                <a:lnTo>
                  <a:pt x="81749" y="475589"/>
                </a:lnTo>
                <a:lnTo>
                  <a:pt x="114249" y="503415"/>
                </a:lnTo>
                <a:lnTo>
                  <a:pt x="150774" y="526072"/>
                </a:lnTo>
                <a:lnTo>
                  <a:pt x="190754" y="542950"/>
                </a:lnTo>
                <a:lnTo>
                  <a:pt x="233616" y="553504"/>
                </a:lnTo>
                <a:lnTo>
                  <a:pt x="278765" y="557149"/>
                </a:lnTo>
                <a:lnTo>
                  <a:pt x="323773" y="553504"/>
                </a:lnTo>
                <a:lnTo>
                  <a:pt x="366598" y="542950"/>
                </a:lnTo>
                <a:lnTo>
                  <a:pt x="406539" y="526072"/>
                </a:lnTo>
                <a:lnTo>
                  <a:pt x="443268" y="503288"/>
                </a:lnTo>
                <a:lnTo>
                  <a:pt x="475767" y="475399"/>
                </a:lnTo>
                <a:lnTo>
                  <a:pt x="503656" y="442899"/>
                </a:lnTo>
                <a:lnTo>
                  <a:pt x="526351" y="406374"/>
                </a:lnTo>
                <a:lnTo>
                  <a:pt x="543280" y="366395"/>
                </a:lnTo>
                <a:lnTo>
                  <a:pt x="553770" y="323913"/>
                </a:lnTo>
                <a:lnTo>
                  <a:pt x="553847" y="323634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4469" y="635762"/>
            <a:ext cx="2441321" cy="2441321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8" y="0"/>
            <a:ext cx="18287365" cy="10287635"/>
            <a:chOff x="288" y="0"/>
            <a:chExt cx="18287365" cy="102876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" y="0"/>
              <a:ext cx="18287364" cy="1028699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5800" y="1231646"/>
              <a:ext cx="8086090" cy="9055735"/>
            </a:xfrm>
            <a:custGeom>
              <a:avLst/>
              <a:gdLst/>
              <a:ahLst/>
              <a:cxnLst/>
              <a:rect l="l" t="t" r="r" b="b"/>
              <a:pathLst>
                <a:path w="8086090" h="9055735">
                  <a:moveTo>
                    <a:pt x="8004683" y="0"/>
                  </a:moveTo>
                  <a:lnTo>
                    <a:pt x="80860" y="0"/>
                  </a:lnTo>
                  <a:lnTo>
                    <a:pt x="49388" y="6353"/>
                  </a:lnTo>
                  <a:lnTo>
                    <a:pt x="23685" y="23685"/>
                  </a:lnTo>
                  <a:lnTo>
                    <a:pt x="6355" y="49399"/>
                  </a:lnTo>
                  <a:lnTo>
                    <a:pt x="0" y="80899"/>
                  </a:lnTo>
                  <a:lnTo>
                    <a:pt x="0" y="9055478"/>
                  </a:lnTo>
                  <a:lnTo>
                    <a:pt x="8085582" y="9055478"/>
                  </a:lnTo>
                  <a:lnTo>
                    <a:pt x="8085582" y="80899"/>
                  </a:lnTo>
                  <a:lnTo>
                    <a:pt x="8079228" y="49399"/>
                  </a:lnTo>
                  <a:lnTo>
                    <a:pt x="8061896" y="23685"/>
                  </a:lnTo>
                  <a:lnTo>
                    <a:pt x="8036182" y="6353"/>
                  </a:lnTo>
                  <a:lnTo>
                    <a:pt x="8004683" y="0"/>
                  </a:lnTo>
                  <a:close/>
                </a:path>
              </a:pathLst>
            </a:custGeom>
            <a:solidFill>
              <a:srgbClr val="FFFFFF">
                <a:alpha val="929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00099" y="3288919"/>
            <a:ext cx="6918959" cy="6085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215" b="1">
                <a:solidFill>
                  <a:srgbClr val="221F1F"/>
                </a:solidFill>
                <a:latin typeface="Calibri"/>
                <a:cs typeface="Calibri"/>
              </a:rPr>
              <a:t>Challenge:</a:t>
            </a:r>
            <a:r>
              <a:rPr dirty="0" sz="1800" spc="7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디지털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서비스를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신속하게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전환하여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안전하고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개인화된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가치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있는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경험에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대한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고객의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기대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증가를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충족합니다</a:t>
            </a:r>
            <a:r>
              <a:rPr dirty="0" sz="1800" spc="-1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00">
              <a:latin typeface="Calibri"/>
              <a:cs typeface="Calibri"/>
            </a:endParaRPr>
          </a:p>
          <a:p>
            <a:pPr marL="12700" marR="448309">
              <a:lnSpc>
                <a:spcPct val="114999"/>
              </a:lnSpc>
            </a:pPr>
            <a:r>
              <a:rPr dirty="0" sz="1800" spc="175" b="1">
                <a:solidFill>
                  <a:srgbClr val="221F1F"/>
                </a:solidFill>
                <a:latin typeface="Calibri"/>
                <a:cs typeface="Calibri"/>
              </a:rPr>
              <a:t>Solution:</a:t>
            </a:r>
            <a:r>
              <a:rPr dirty="0" sz="1800" spc="11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170">
                <a:solidFill>
                  <a:srgbClr val="221F1F"/>
                </a:solidFill>
                <a:latin typeface="Malgun Gothic"/>
                <a:cs typeface="Malgun Gothic"/>
              </a:rPr>
              <a:t>는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결과를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과거</a:t>
            </a:r>
            <a:r>
              <a:rPr dirty="0" sz="18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이벤트와</a:t>
            </a:r>
            <a:r>
              <a:rPr dirty="0" sz="1800" spc="-16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결합하는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기능을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통해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기업이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스트리밍의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힘으로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새로운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서비스를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발견하고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기존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서비스를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현대화하도록</a:t>
            </a:r>
            <a:r>
              <a:rPr dirty="0" sz="1800" spc="-16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지원하는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앞장서고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있습니다</a:t>
            </a:r>
            <a:r>
              <a:rPr dirty="0" sz="1800" spc="-10">
                <a:solidFill>
                  <a:srgbClr val="221F1F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190" b="1">
                <a:solidFill>
                  <a:srgbClr val="221F1F"/>
                </a:solidFill>
                <a:latin typeface="Calibri"/>
                <a:cs typeface="Calibri"/>
              </a:rPr>
              <a:t>Results:</a:t>
            </a:r>
            <a:r>
              <a:rPr dirty="0" sz="1800" spc="10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Credit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>
                <a:solidFill>
                  <a:srgbClr val="221F1F"/>
                </a:solidFill>
                <a:latin typeface="Calibri"/>
                <a:cs typeface="Calibri"/>
              </a:rPr>
              <a:t>Suisse</a:t>
            </a:r>
            <a:r>
              <a:rPr dirty="0" sz="1800" spc="160">
                <a:solidFill>
                  <a:srgbClr val="221F1F"/>
                </a:solidFill>
                <a:latin typeface="Malgun Gothic"/>
                <a:cs typeface="Malgun Gothic"/>
              </a:rPr>
              <a:t>는</a:t>
            </a:r>
            <a:r>
              <a:rPr dirty="0" sz="1800" spc="-1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170">
                <a:solidFill>
                  <a:srgbClr val="221F1F"/>
                </a:solidFill>
                <a:latin typeface="Malgun Gothic"/>
                <a:cs typeface="Malgun Gothic"/>
              </a:rPr>
              <a:t>를</a:t>
            </a:r>
            <a:r>
              <a:rPr dirty="0" sz="1800" spc="-15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Disruptive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221F1F"/>
                </a:solidFill>
                <a:latin typeface="Calibri"/>
                <a:cs typeface="Calibri"/>
              </a:rPr>
              <a:t>Technology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800" spc="215">
                <a:solidFill>
                  <a:srgbClr val="221F1F"/>
                </a:solidFill>
                <a:latin typeface="Calibri"/>
                <a:cs typeface="Calibri"/>
              </a:rPr>
              <a:t>Award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수상자로</a:t>
            </a:r>
            <a:r>
              <a:rPr dirty="0" sz="1800" spc="-14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선정</a:t>
            </a:r>
            <a:endParaRPr sz="1800">
              <a:latin typeface="Malgun Gothic"/>
              <a:cs typeface="Malgun Gothic"/>
            </a:endParaRPr>
          </a:p>
          <a:p>
            <a:pPr marL="12700" marR="331470">
              <a:lnSpc>
                <a:spcPct val="114999"/>
              </a:lnSpc>
              <a:spcBef>
                <a:spcPts val="2490"/>
              </a:spcBef>
            </a:pPr>
            <a:r>
              <a:rPr dirty="0" sz="1800" spc="155">
                <a:solidFill>
                  <a:srgbClr val="221F1F"/>
                </a:solidFill>
                <a:latin typeface="Calibri"/>
                <a:cs typeface="Calibri"/>
              </a:rPr>
              <a:t>“Enterprise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221F1F"/>
                </a:solidFill>
                <a:latin typeface="Calibri"/>
                <a:cs typeface="Calibri"/>
              </a:rPr>
              <a:t>IT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221F1F"/>
                </a:solidFill>
                <a:latin typeface="Calibri"/>
                <a:cs typeface="Calibri"/>
              </a:rPr>
              <a:t>is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0">
                <a:solidFill>
                  <a:srgbClr val="221F1F"/>
                </a:solidFill>
                <a:latin typeface="Calibri"/>
                <a:cs typeface="Calibri"/>
              </a:rPr>
              <a:t>under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54">
                <a:solidFill>
                  <a:srgbClr val="221F1F"/>
                </a:solidFill>
                <a:latin typeface="Calibri"/>
                <a:cs typeface="Calibri"/>
              </a:rPr>
              <a:t>immense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pressure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rapidly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transform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5">
                <a:solidFill>
                  <a:srgbClr val="221F1F"/>
                </a:solidFill>
                <a:latin typeface="Calibri"/>
                <a:cs typeface="Calibri"/>
              </a:rPr>
              <a:t>digital</a:t>
            </a:r>
            <a:r>
              <a:rPr dirty="0" sz="1800" spc="114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55">
                <a:solidFill>
                  <a:srgbClr val="221F1F"/>
                </a:solidFill>
                <a:latin typeface="Calibri"/>
                <a:cs typeface="Calibri"/>
              </a:rPr>
              <a:t>services</a:t>
            </a:r>
            <a:r>
              <a:rPr dirty="0" sz="18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35">
                <a:solidFill>
                  <a:srgbClr val="221F1F"/>
                </a:solidFill>
                <a:latin typeface="Calibri"/>
                <a:cs typeface="Calibri"/>
              </a:rPr>
              <a:t>meet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customers’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>
                <a:solidFill>
                  <a:srgbClr val="221F1F"/>
                </a:solidFill>
                <a:latin typeface="Calibri"/>
                <a:cs typeface="Calibri"/>
              </a:rPr>
              <a:t>rising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expectations</a:t>
            </a:r>
            <a:r>
              <a:rPr dirty="0" sz="18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highly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50">
                <a:solidFill>
                  <a:srgbClr val="221F1F"/>
                </a:solidFill>
                <a:latin typeface="Calibri"/>
                <a:cs typeface="Calibri"/>
              </a:rPr>
              <a:t>secure,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personalized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>
                <a:solidFill>
                  <a:srgbClr val="221F1F"/>
                </a:solidFill>
                <a:latin typeface="Calibri"/>
                <a:cs typeface="Calibri"/>
              </a:rPr>
              <a:t>valuable experiences.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0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30">
                <a:solidFill>
                  <a:srgbClr val="221F1F"/>
                </a:solidFill>
                <a:latin typeface="Calibri"/>
                <a:cs typeface="Calibri"/>
              </a:rPr>
              <a:t>ability</a:t>
            </a:r>
            <a:r>
              <a:rPr dirty="0" sz="18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9">
                <a:solidFill>
                  <a:srgbClr val="221F1F"/>
                </a:solidFill>
                <a:latin typeface="Calibri"/>
                <a:cs typeface="Calibri"/>
              </a:rPr>
              <a:t>combine</a:t>
            </a:r>
            <a:r>
              <a:rPr dirty="0" sz="18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30">
                <a:solidFill>
                  <a:srgbClr val="221F1F"/>
                </a:solidFill>
                <a:latin typeface="Calibri"/>
                <a:cs typeface="Calibri"/>
              </a:rPr>
              <a:t>real-</a:t>
            </a:r>
            <a:r>
              <a:rPr dirty="0" sz="1800" spc="204">
                <a:solidFill>
                  <a:srgbClr val="221F1F"/>
                </a:solidFill>
                <a:latin typeface="Calibri"/>
                <a:cs typeface="Calibri"/>
              </a:rPr>
              <a:t>time</a:t>
            </a:r>
            <a:r>
              <a:rPr dirty="0" sz="18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0">
                <a:solidFill>
                  <a:srgbClr val="221F1F"/>
                </a:solidFill>
                <a:latin typeface="Calibri"/>
                <a:cs typeface="Calibri"/>
              </a:rPr>
              <a:t>results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0">
                <a:solidFill>
                  <a:srgbClr val="221F1F"/>
                </a:solidFill>
                <a:latin typeface="Calibri"/>
                <a:cs typeface="Calibri"/>
              </a:rPr>
              <a:t>historical</a:t>
            </a:r>
            <a:r>
              <a:rPr dirty="0" sz="18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0">
                <a:solidFill>
                  <a:srgbClr val="221F1F"/>
                </a:solidFill>
                <a:latin typeface="Calibri"/>
                <a:cs typeface="Calibri"/>
              </a:rPr>
              <a:t>events,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221F1F"/>
                </a:solidFill>
                <a:latin typeface="Calibri"/>
                <a:cs typeface="Calibri"/>
              </a:rPr>
              <a:t>is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0">
                <a:solidFill>
                  <a:srgbClr val="221F1F"/>
                </a:solidFill>
                <a:latin typeface="Calibri"/>
                <a:cs typeface="Calibri"/>
              </a:rPr>
              <a:t>leading</a:t>
            </a:r>
            <a:r>
              <a:rPr dirty="0" sz="1800" spc="11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dirty="0" sz="1800" spc="6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0">
                <a:solidFill>
                  <a:srgbClr val="221F1F"/>
                </a:solidFill>
                <a:latin typeface="Calibri"/>
                <a:cs typeface="Calibri"/>
              </a:rPr>
              <a:t>charge</a:t>
            </a:r>
            <a:r>
              <a:rPr dirty="0" sz="1800" spc="10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35">
                <a:solidFill>
                  <a:srgbClr val="221F1F"/>
                </a:solidFill>
                <a:latin typeface="Calibri"/>
                <a:cs typeface="Calibri"/>
              </a:rPr>
              <a:t>in </a:t>
            </a:r>
            <a:r>
              <a:rPr dirty="0" sz="1800" spc="210">
                <a:solidFill>
                  <a:srgbClr val="221F1F"/>
                </a:solidFill>
                <a:latin typeface="Calibri"/>
                <a:cs typeface="Calibri"/>
              </a:rPr>
              <a:t>helping</a:t>
            </a:r>
            <a:r>
              <a:rPr dirty="0" sz="18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>
                <a:solidFill>
                  <a:srgbClr val="221F1F"/>
                </a:solidFill>
                <a:latin typeface="Calibri"/>
                <a:cs typeface="Calibri"/>
              </a:rPr>
              <a:t>enterprises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discover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221F1F"/>
                </a:solidFill>
                <a:latin typeface="Calibri"/>
                <a:cs typeface="Calibri"/>
              </a:rPr>
              <a:t>new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55">
                <a:solidFill>
                  <a:srgbClr val="221F1F"/>
                </a:solidFill>
                <a:latin typeface="Calibri"/>
                <a:cs typeface="Calibri"/>
              </a:rPr>
              <a:t>services</a:t>
            </a:r>
            <a:r>
              <a:rPr dirty="0" sz="1800" spc="10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0">
                <a:solidFill>
                  <a:srgbClr val="221F1F"/>
                </a:solidFill>
                <a:latin typeface="Calibri"/>
                <a:cs typeface="Calibri"/>
              </a:rPr>
              <a:t>modernize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existing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221F1F"/>
                </a:solidFill>
                <a:latin typeface="Calibri"/>
                <a:cs typeface="Calibri"/>
              </a:rPr>
              <a:t>ones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power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event</a:t>
            </a:r>
            <a:r>
              <a:rPr dirty="0" sz="1800" spc="5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50">
                <a:solidFill>
                  <a:srgbClr val="221F1F"/>
                </a:solidFill>
                <a:latin typeface="Calibri"/>
                <a:cs typeface="Calibri"/>
              </a:rPr>
              <a:t>streaming.”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400" spc="135" b="1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dirty="0" sz="1400" spc="8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80" b="1">
                <a:solidFill>
                  <a:srgbClr val="221F1F"/>
                </a:solidFill>
                <a:latin typeface="Calibri"/>
                <a:cs typeface="Calibri"/>
              </a:rPr>
              <a:t>David</a:t>
            </a:r>
            <a:r>
              <a:rPr dirty="0" sz="1400" spc="10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 b="1">
                <a:solidFill>
                  <a:srgbClr val="221F1F"/>
                </a:solidFill>
                <a:latin typeface="Calibri"/>
                <a:cs typeface="Calibri"/>
              </a:rPr>
              <a:t>Patten,</a:t>
            </a:r>
            <a:r>
              <a:rPr dirty="0" sz="1400" spc="7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10" b="1" i="1">
                <a:solidFill>
                  <a:srgbClr val="221F1F"/>
                </a:solidFill>
                <a:latin typeface="Calibri"/>
                <a:cs typeface="Calibri"/>
              </a:rPr>
              <a:t>CIO</a:t>
            </a:r>
            <a:r>
              <a:rPr dirty="0" sz="1400" spc="9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40" b="1" i="1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dirty="0" sz="1400" spc="7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85" b="1" i="1">
                <a:solidFill>
                  <a:srgbClr val="221F1F"/>
                </a:solidFill>
                <a:latin typeface="Calibri"/>
                <a:cs typeface="Calibri"/>
              </a:rPr>
              <a:t>Investment</a:t>
            </a:r>
            <a:r>
              <a:rPr dirty="0" sz="1400" spc="5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215" b="1" i="1">
                <a:solidFill>
                  <a:srgbClr val="221F1F"/>
                </a:solidFill>
                <a:latin typeface="Calibri"/>
                <a:cs typeface="Calibri"/>
              </a:rPr>
              <a:t>Banking</a:t>
            </a:r>
            <a:r>
              <a:rPr dirty="0" sz="1400" spc="65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75" b="1" i="1">
                <a:solidFill>
                  <a:srgbClr val="221F1F"/>
                </a:solidFill>
                <a:latin typeface="Calibri"/>
                <a:cs typeface="Calibri"/>
              </a:rPr>
              <a:t>Capital</a:t>
            </a:r>
            <a:r>
              <a:rPr dirty="0" sz="1400" spc="60" b="1" i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 b="1" i="1">
                <a:solidFill>
                  <a:srgbClr val="221F1F"/>
                </a:solidFill>
                <a:latin typeface="Calibri"/>
                <a:cs typeface="Calibri"/>
              </a:rPr>
              <a:t>Markets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12634" y="1789302"/>
            <a:ext cx="4458335" cy="992505"/>
          </a:xfrm>
          <a:custGeom>
            <a:avLst/>
            <a:gdLst/>
            <a:ahLst/>
            <a:cxnLst/>
            <a:rect l="l" t="t" r="r" b="b"/>
            <a:pathLst>
              <a:path w="4458335" h="992505">
                <a:moveTo>
                  <a:pt x="441032" y="846455"/>
                </a:moveTo>
                <a:lnTo>
                  <a:pt x="429336" y="844042"/>
                </a:lnTo>
                <a:lnTo>
                  <a:pt x="427062" y="848741"/>
                </a:lnTo>
                <a:lnTo>
                  <a:pt x="385432" y="908367"/>
                </a:lnTo>
                <a:lnTo>
                  <a:pt x="340702" y="938974"/>
                </a:lnTo>
                <a:lnTo>
                  <a:pt x="299580" y="950264"/>
                </a:lnTo>
                <a:lnTo>
                  <a:pt x="268820" y="951865"/>
                </a:lnTo>
                <a:lnTo>
                  <a:pt x="216509" y="945438"/>
                </a:lnTo>
                <a:lnTo>
                  <a:pt x="172872" y="927582"/>
                </a:lnTo>
                <a:lnTo>
                  <a:pt x="137680" y="900391"/>
                </a:lnTo>
                <a:lnTo>
                  <a:pt x="110705" y="866013"/>
                </a:lnTo>
                <a:lnTo>
                  <a:pt x="91706" y="826566"/>
                </a:lnTo>
                <a:lnTo>
                  <a:pt x="80479" y="784161"/>
                </a:lnTo>
                <a:lnTo>
                  <a:pt x="76796" y="740918"/>
                </a:lnTo>
                <a:lnTo>
                  <a:pt x="80479" y="698944"/>
                </a:lnTo>
                <a:lnTo>
                  <a:pt x="91706" y="658456"/>
                </a:lnTo>
                <a:lnTo>
                  <a:pt x="110705" y="621284"/>
                </a:lnTo>
                <a:lnTo>
                  <a:pt x="137680" y="589216"/>
                </a:lnTo>
                <a:lnTo>
                  <a:pt x="172872" y="564070"/>
                </a:lnTo>
                <a:lnTo>
                  <a:pt x="216509" y="547662"/>
                </a:lnTo>
                <a:lnTo>
                  <a:pt x="268820" y="541782"/>
                </a:lnTo>
                <a:lnTo>
                  <a:pt x="304444" y="545465"/>
                </a:lnTo>
                <a:lnTo>
                  <a:pt x="346176" y="560197"/>
                </a:lnTo>
                <a:lnTo>
                  <a:pt x="387451" y="591502"/>
                </a:lnTo>
                <a:lnTo>
                  <a:pt x="421728" y="644906"/>
                </a:lnTo>
                <a:lnTo>
                  <a:pt x="424014" y="649605"/>
                </a:lnTo>
                <a:lnTo>
                  <a:pt x="436333" y="644906"/>
                </a:lnTo>
                <a:lnTo>
                  <a:pt x="431749" y="546481"/>
                </a:lnTo>
                <a:lnTo>
                  <a:pt x="384479" y="527100"/>
                </a:lnTo>
                <a:lnTo>
                  <a:pt x="343039" y="515239"/>
                </a:lnTo>
                <a:lnTo>
                  <a:pt x="303898" y="508342"/>
                </a:lnTo>
                <a:lnTo>
                  <a:pt x="265899" y="506095"/>
                </a:lnTo>
                <a:lnTo>
                  <a:pt x="207289" y="512343"/>
                </a:lnTo>
                <a:lnTo>
                  <a:pt x="154114" y="527608"/>
                </a:lnTo>
                <a:lnTo>
                  <a:pt x="107213" y="551916"/>
                </a:lnTo>
                <a:lnTo>
                  <a:pt x="67398" y="585216"/>
                </a:lnTo>
                <a:lnTo>
                  <a:pt x="38557" y="620623"/>
                </a:lnTo>
                <a:lnTo>
                  <a:pt x="17424" y="661390"/>
                </a:lnTo>
                <a:lnTo>
                  <a:pt x="4419" y="705345"/>
                </a:lnTo>
                <a:lnTo>
                  <a:pt x="0" y="750316"/>
                </a:lnTo>
                <a:lnTo>
                  <a:pt x="5232" y="801014"/>
                </a:lnTo>
                <a:lnTo>
                  <a:pt x="20358" y="847801"/>
                </a:lnTo>
                <a:lnTo>
                  <a:pt x="44500" y="889622"/>
                </a:lnTo>
                <a:lnTo>
                  <a:pt x="76796" y="925449"/>
                </a:lnTo>
                <a:lnTo>
                  <a:pt x="115747" y="953947"/>
                </a:lnTo>
                <a:lnTo>
                  <a:pt x="159639" y="974902"/>
                </a:lnTo>
                <a:lnTo>
                  <a:pt x="207035" y="987844"/>
                </a:lnTo>
                <a:lnTo>
                  <a:pt x="256501" y="992251"/>
                </a:lnTo>
                <a:lnTo>
                  <a:pt x="289179" y="990523"/>
                </a:lnTo>
                <a:lnTo>
                  <a:pt x="331406" y="983640"/>
                </a:lnTo>
                <a:lnTo>
                  <a:pt x="379996" y="969060"/>
                </a:lnTo>
                <a:lnTo>
                  <a:pt x="431749" y="944245"/>
                </a:lnTo>
                <a:lnTo>
                  <a:pt x="441032" y="846455"/>
                </a:lnTo>
                <a:close/>
              </a:path>
              <a:path w="4458335" h="992505">
                <a:moveTo>
                  <a:pt x="841082" y="978154"/>
                </a:moveTo>
                <a:lnTo>
                  <a:pt x="797864" y="958799"/>
                </a:lnTo>
                <a:lnTo>
                  <a:pt x="766356" y="918489"/>
                </a:lnTo>
                <a:lnTo>
                  <a:pt x="735672" y="870458"/>
                </a:lnTo>
                <a:lnTo>
                  <a:pt x="712304" y="831723"/>
                </a:lnTo>
                <a:lnTo>
                  <a:pt x="706120" y="823887"/>
                </a:lnTo>
                <a:lnTo>
                  <a:pt x="698525" y="814793"/>
                </a:lnTo>
                <a:lnTo>
                  <a:pt x="696087" y="812419"/>
                </a:lnTo>
                <a:lnTo>
                  <a:pt x="688721" y="805243"/>
                </a:lnTo>
                <a:lnTo>
                  <a:pt x="675982" y="796036"/>
                </a:lnTo>
                <a:lnTo>
                  <a:pt x="702195" y="783323"/>
                </a:lnTo>
                <a:lnTo>
                  <a:pt x="704342" y="781431"/>
                </a:lnTo>
                <a:lnTo>
                  <a:pt x="724458" y="763765"/>
                </a:lnTo>
                <a:lnTo>
                  <a:pt x="739914" y="737514"/>
                </a:lnTo>
                <a:lnTo>
                  <a:pt x="745705" y="704723"/>
                </a:lnTo>
                <a:lnTo>
                  <a:pt x="744943" y="692111"/>
                </a:lnTo>
                <a:lnTo>
                  <a:pt x="741489" y="676490"/>
                </a:lnTo>
                <a:lnTo>
                  <a:pt x="733539" y="659460"/>
                </a:lnTo>
                <a:lnTo>
                  <a:pt x="719289" y="642620"/>
                </a:lnTo>
                <a:lnTo>
                  <a:pt x="717842" y="641604"/>
                </a:lnTo>
                <a:lnTo>
                  <a:pt x="698957" y="628243"/>
                </a:lnTo>
                <a:lnTo>
                  <a:pt x="680681" y="620623"/>
                </a:lnTo>
                <a:lnTo>
                  <a:pt x="680681" y="707009"/>
                </a:lnTo>
                <a:lnTo>
                  <a:pt x="673811" y="741845"/>
                </a:lnTo>
                <a:lnTo>
                  <a:pt x="656183" y="764844"/>
                </a:lnTo>
                <a:lnTo>
                  <a:pt x="632193" y="777544"/>
                </a:lnTo>
                <a:lnTo>
                  <a:pt x="606259" y="781431"/>
                </a:lnTo>
                <a:lnTo>
                  <a:pt x="579843" y="781431"/>
                </a:lnTo>
                <a:lnTo>
                  <a:pt x="579843" y="644906"/>
                </a:lnTo>
                <a:lnTo>
                  <a:pt x="585304" y="643255"/>
                </a:lnTo>
                <a:lnTo>
                  <a:pt x="592670" y="641604"/>
                </a:lnTo>
                <a:lnTo>
                  <a:pt x="605497" y="641604"/>
                </a:lnTo>
                <a:lnTo>
                  <a:pt x="651471" y="652665"/>
                </a:lnTo>
                <a:lnTo>
                  <a:pt x="679297" y="694334"/>
                </a:lnTo>
                <a:lnTo>
                  <a:pt x="680681" y="707009"/>
                </a:lnTo>
                <a:lnTo>
                  <a:pt x="680681" y="620623"/>
                </a:lnTo>
                <a:lnTo>
                  <a:pt x="673900" y="617778"/>
                </a:lnTo>
                <a:lnTo>
                  <a:pt x="644004" y="611390"/>
                </a:lnTo>
                <a:lnTo>
                  <a:pt x="609180" y="609219"/>
                </a:lnTo>
                <a:lnTo>
                  <a:pt x="506056" y="606298"/>
                </a:lnTo>
                <a:lnTo>
                  <a:pt x="503770" y="616204"/>
                </a:lnTo>
                <a:lnTo>
                  <a:pt x="507568" y="620052"/>
                </a:lnTo>
                <a:lnTo>
                  <a:pt x="511365" y="627430"/>
                </a:lnTo>
                <a:lnTo>
                  <a:pt x="514286" y="637552"/>
                </a:lnTo>
                <a:lnTo>
                  <a:pt x="515454" y="649605"/>
                </a:lnTo>
                <a:lnTo>
                  <a:pt x="515454" y="985266"/>
                </a:lnTo>
                <a:lnTo>
                  <a:pt x="577557" y="985266"/>
                </a:lnTo>
                <a:lnTo>
                  <a:pt x="577557" y="812419"/>
                </a:lnTo>
                <a:lnTo>
                  <a:pt x="603846" y="812419"/>
                </a:lnTo>
                <a:lnTo>
                  <a:pt x="619556" y="816444"/>
                </a:lnTo>
                <a:lnTo>
                  <a:pt x="631672" y="824547"/>
                </a:lnTo>
                <a:lnTo>
                  <a:pt x="641896" y="836282"/>
                </a:lnTo>
                <a:lnTo>
                  <a:pt x="651979" y="851154"/>
                </a:lnTo>
                <a:lnTo>
                  <a:pt x="654265" y="853440"/>
                </a:lnTo>
                <a:lnTo>
                  <a:pt x="661885" y="867537"/>
                </a:lnTo>
                <a:lnTo>
                  <a:pt x="672985" y="885342"/>
                </a:lnTo>
                <a:lnTo>
                  <a:pt x="685139" y="905637"/>
                </a:lnTo>
                <a:lnTo>
                  <a:pt x="712304" y="949452"/>
                </a:lnTo>
                <a:lnTo>
                  <a:pt x="749566" y="980655"/>
                </a:lnTo>
                <a:lnTo>
                  <a:pt x="779487" y="986790"/>
                </a:lnTo>
                <a:lnTo>
                  <a:pt x="788631" y="986790"/>
                </a:lnTo>
                <a:lnTo>
                  <a:pt x="798347" y="986574"/>
                </a:lnTo>
                <a:lnTo>
                  <a:pt x="807656" y="985875"/>
                </a:lnTo>
                <a:lnTo>
                  <a:pt x="815898" y="984656"/>
                </a:lnTo>
                <a:lnTo>
                  <a:pt x="822413" y="982853"/>
                </a:lnTo>
                <a:lnTo>
                  <a:pt x="835850" y="980655"/>
                </a:lnTo>
                <a:lnTo>
                  <a:pt x="836206" y="980655"/>
                </a:lnTo>
                <a:lnTo>
                  <a:pt x="841082" y="978154"/>
                </a:lnTo>
                <a:close/>
              </a:path>
              <a:path w="4458335" h="992505">
                <a:moveTo>
                  <a:pt x="1097622" y="917829"/>
                </a:moveTo>
                <a:lnTo>
                  <a:pt x="1088351" y="915543"/>
                </a:lnTo>
                <a:lnTo>
                  <a:pt x="1085938" y="920242"/>
                </a:lnTo>
                <a:lnTo>
                  <a:pt x="1072197" y="936548"/>
                </a:lnTo>
                <a:lnTo>
                  <a:pt x="1053973" y="946150"/>
                </a:lnTo>
                <a:lnTo>
                  <a:pt x="1027734" y="950722"/>
                </a:lnTo>
                <a:lnTo>
                  <a:pt x="989926" y="951865"/>
                </a:lnTo>
                <a:lnTo>
                  <a:pt x="973848" y="951496"/>
                </a:lnTo>
                <a:lnTo>
                  <a:pt x="944587" y="949833"/>
                </a:lnTo>
                <a:lnTo>
                  <a:pt x="932522" y="949452"/>
                </a:lnTo>
                <a:lnTo>
                  <a:pt x="932522" y="796036"/>
                </a:lnTo>
                <a:lnTo>
                  <a:pt x="1040218" y="796036"/>
                </a:lnTo>
                <a:lnTo>
                  <a:pt x="1040218" y="759714"/>
                </a:lnTo>
                <a:lnTo>
                  <a:pt x="932522" y="759714"/>
                </a:lnTo>
                <a:lnTo>
                  <a:pt x="932522" y="642620"/>
                </a:lnTo>
                <a:lnTo>
                  <a:pt x="1018628" y="642620"/>
                </a:lnTo>
                <a:lnTo>
                  <a:pt x="1033208" y="645820"/>
                </a:lnTo>
                <a:lnTo>
                  <a:pt x="1046657" y="653732"/>
                </a:lnTo>
                <a:lnTo>
                  <a:pt x="1056919" y="663841"/>
                </a:lnTo>
                <a:lnTo>
                  <a:pt x="1061935" y="673608"/>
                </a:lnTo>
                <a:lnTo>
                  <a:pt x="1061935" y="676021"/>
                </a:lnTo>
                <a:lnTo>
                  <a:pt x="1071333" y="676021"/>
                </a:lnTo>
                <a:lnTo>
                  <a:pt x="1069047" y="606298"/>
                </a:lnTo>
                <a:lnTo>
                  <a:pt x="858100" y="606298"/>
                </a:lnTo>
                <a:lnTo>
                  <a:pt x="860513" y="616204"/>
                </a:lnTo>
                <a:lnTo>
                  <a:pt x="864336" y="620052"/>
                </a:lnTo>
                <a:lnTo>
                  <a:pt x="868324" y="627430"/>
                </a:lnTo>
                <a:lnTo>
                  <a:pt x="871435" y="637552"/>
                </a:lnTo>
                <a:lnTo>
                  <a:pt x="872705" y="649605"/>
                </a:lnTo>
                <a:lnTo>
                  <a:pt x="872705" y="985266"/>
                </a:lnTo>
                <a:lnTo>
                  <a:pt x="1083652" y="985266"/>
                </a:lnTo>
                <a:lnTo>
                  <a:pt x="1097622" y="917829"/>
                </a:lnTo>
                <a:close/>
              </a:path>
              <a:path w="4458335" h="992505">
                <a:moveTo>
                  <a:pt x="1490687" y="788416"/>
                </a:moveTo>
                <a:lnTo>
                  <a:pt x="1482394" y="736219"/>
                </a:lnTo>
                <a:lnTo>
                  <a:pt x="1452587" y="678307"/>
                </a:lnTo>
                <a:lnTo>
                  <a:pt x="1424012" y="650316"/>
                </a:lnTo>
                <a:lnTo>
                  <a:pt x="1424012" y="791337"/>
                </a:lnTo>
                <a:lnTo>
                  <a:pt x="1422857" y="816571"/>
                </a:lnTo>
                <a:lnTo>
                  <a:pt x="1408899" y="873302"/>
                </a:lnTo>
                <a:lnTo>
                  <a:pt x="1370418" y="923417"/>
                </a:lnTo>
                <a:lnTo>
                  <a:pt x="1309154" y="948690"/>
                </a:lnTo>
                <a:lnTo>
                  <a:pt x="1270469" y="951865"/>
                </a:lnTo>
                <a:lnTo>
                  <a:pt x="1224749" y="951865"/>
                </a:lnTo>
                <a:lnTo>
                  <a:pt x="1224749" y="644944"/>
                </a:lnTo>
                <a:lnTo>
                  <a:pt x="1267574" y="644944"/>
                </a:lnTo>
                <a:lnTo>
                  <a:pt x="1306156" y="647319"/>
                </a:lnTo>
                <a:lnTo>
                  <a:pt x="1358938" y="665086"/>
                </a:lnTo>
                <a:lnTo>
                  <a:pt x="1393228" y="694194"/>
                </a:lnTo>
                <a:lnTo>
                  <a:pt x="1412913" y="728840"/>
                </a:lnTo>
                <a:lnTo>
                  <a:pt x="1424012" y="791337"/>
                </a:lnTo>
                <a:lnTo>
                  <a:pt x="1424012" y="650316"/>
                </a:lnTo>
                <a:lnTo>
                  <a:pt x="1380210" y="623100"/>
                </a:lnTo>
                <a:lnTo>
                  <a:pt x="1332763" y="608774"/>
                </a:lnTo>
                <a:lnTo>
                  <a:pt x="1277454" y="603885"/>
                </a:lnTo>
                <a:lnTo>
                  <a:pt x="1150454" y="606298"/>
                </a:lnTo>
                <a:lnTo>
                  <a:pt x="1150454" y="616204"/>
                </a:lnTo>
                <a:lnTo>
                  <a:pt x="1153922" y="619975"/>
                </a:lnTo>
                <a:lnTo>
                  <a:pt x="1157122" y="626846"/>
                </a:lnTo>
                <a:lnTo>
                  <a:pt x="1159446" y="635571"/>
                </a:lnTo>
                <a:lnTo>
                  <a:pt x="1160360" y="644944"/>
                </a:lnTo>
                <a:lnTo>
                  <a:pt x="1160360" y="985266"/>
                </a:lnTo>
                <a:lnTo>
                  <a:pt x="1268183" y="985266"/>
                </a:lnTo>
                <a:lnTo>
                  <a:pt x="1319403" y="981202"/>
                </a:lnTo>
                <a:lnTo>
                  <a:pt x="1364932" y="968997"/>
                </a:lnTo>
                <a:lnTo>
                  <a:pt x="1398308" y="951865"/>
                </a:lnTo>
                <a:lnTo>
                  <a:pt x="1404505" y="948690"/>
                </a:lnTo>
                <a:lnTo>
                  <a:pt x="1437982" y="920242"/>
                </a:lnTo>
                <a:lnTo>
                  <a:pt x="1460576" y="891628"/>
                </a:lnTo>
                <a:lnTo>
                  <a:pt x="1477098" y="859815"/>
                </a:lnTo>
                <a:lnTo>
                  <a:pt x="1487233" y="825258"/>
                </a:lnTo>
                <a:lnTo>
                  <a:pt x="1490687" y="788416"/>
                </a:lnTo>
                <a:close/>
              </a:path>
              <a:path w="4458335" h="992505">
                <a:moveTo>
                  <a:pt x="1622513" y="606298"/>
                </a:moveTo>
                <a:lnTo>
                  <a:pt x="1548726" y="606298"/>
                </a:lnTo>
                <a:lnTo>
                  <a:pt x="1548726" y="616204"/>
                </a:lnTo>
                <a:lnTo>
                  <a:pt x="1553489" y="620014"/>
                </a:lnTo>
                <a:lnTo>
                  <a:pt x="1557185" y="627151"/>
                </a:lnTo>
                <a:lnTo>
                  <a:pt x="1559560" y="636587"/>
                </a:lnTo>
                <a:lnTo>
                  <a:pt x="1560410" y="647319"/>
                </a:lnTo>
                <a:lnTo>
                  <a:pt x="1560410" y="985266"/>
                </a:lnTo>
                <a:lnTo>
                  <a:pt x="1622513" y="985266"/>
                </a:lnTo>
                <a:lnTo>
                  <a:pt x="1622513" y="606298"/>
                </a:lnTo>
                <a:close/>
              </a:path>
              <a:path w="4458335" h="992505">
                <a:moveTo>
                  <a:pt x="1975192" y="671322"/>
                </a:moveTo>
                <a:lnTo>
                  <a:pt x="1972779" y="606298"/>
                </a:lnTo>
                <a:lnTo>
                  <a:pt x="1680552" y="606298"/>
                </a:lnTo>
                <a:lnTo>
                  <a:pt x="1680552" y="673608"/>
                </a:lnTo>
                <a:lnTo>
                  <a:pt x="1689823" y="673608"/>
                </a:lnTo>
                <a:lnTo>
                  <a:pt x="1694205" y="665162"/>
                </a:lnTo>
                <a:lnTo>
                  <a:pt x="1703133" y="655739"/>
                </a:lnTo>
                <a:lnTo>
                  <a:pt x="1715655" y="648081"/>
                </a:lnTo>
                <a:lnTo>
                  <a:pt x="1730844" y="644906"/>
                </a:lnTo>
                <a:lnTo>
                  <a:pt x="1795360" y="644906"/>
                </a:lnTo>
                <a:lnTo>
                  <a:pt x="1795360" y="987552"/>
                </a:lnTo>
                <a:lnTo>
                  <a:pt x="1859749" y="987552"/>
                </a:lnTo>
                <a:lnTo>
                  <a:pt x="1859749" y="644906"/>
                </a:lnTo>
                <a:lnTo>
                  <a:pt x="1927059" y="644906"/>
                </a:lnTo>
                <a:lnTo>
                  <a:pt x="1941855" y="646925"/>
                </a:lnTo>
                <a:lnTo>
                  <a:pt x="1953475" y="652297"/>
                </a:lnTo>
                <a:lnTo>
                  <a:pt x="1961553" y="659968"/>
                </a:lnTo>
                <a:lnTo>
                  <a:pt x="1965794" y="668909"/>
                </a:lnTo>
                <a:lnTo>
                  <a:pt x="1965794" y="671322"/>
                </a:lnTo>
                <a:lnTo>
                  <a:pt x="1975192" y="671322"/>
                </a:lnTo>
                <a:close/>
              </a:path>
              <a:path w="4458335" h="992505">
                <a:moveTo>
                  <a:pt x="2396833" y="848741"/>
                </a:moveTo>
                <a:lnTo>
                  <a:pt x="2386927" y="797725"/>
                </a:lnTo>
                <a:lnTo>
                  <a:pt x="2360663" y="760120"/>
                </a:lnTo>
                <a:lnTo>
                  <a:pt x="2323211" y="731393"/>
                </a:lnTo>
                <a:lnTo>
                  <a:pt x="2267420" y="700024"/>
                </a:lnTo>
                <a:lnTo>
                  <a:pt x="2227021" y="678434"/>
                </a:lnTo>
                <a:lnTo>
                  <a:pt x="2198725" y="658393"/>
                </a:lnTo>
                <a:lnTo>
                  <a:pt x="2182063" y="637044"/>
                </a:lnTo>
                <a:lnTo>
                  <a:pt x="2176615" y="611505"/>
                </a:lnTo>
                <a:lnTo>
                  <a:pt x="2180729" y="589521"/>
                </a:lnTo>
                <a:lnTo>
                  <a:pt x="2193734" y="566788"/>
                </a:lnTo>
                <a:lnTo>
                  <a:pt x="2216632" y="548982"/>
                </a:lnTo>
                <a:lnTo>
                  <a:pt x="2250402" y="541782"/>
                </a:lnTo>
                <a:lnTo>
                  <a:pt x="2291994" y="549757"/>
                </a:lnTo>
                <a:lnTo>
                  <a:pt x="2322868" y="569442"/>
                </a:lnTo>
                <a:lnTo>
                  <a:pt x="2343277" y="594512"/>
                </a:lnTo>
                <a:lnTo>
                  <a:pt x="2353526" y="618617"/>
                </a:lnTo>
                <a:lnTo>
                  <a:pt x="2355812" y="623189"/>
                </a:lnTo>
                <a:lnTo>
                  <a:pt x="2370544" y="620903"/>
                </a:lnTo>
                <a:lnTo>
                  <a:pt x="2365845" y="534797"/>
                </a:lnTo>
                <a:lnTo>
                  <a:pt x="2363432" y="532511"/>
                </a:lnTo>
                <a:lnTo>
                  <a:pt x="2335085" y="517855"/>
                </a:lnTo>
                <a:lnTo>
                  <a:pt x="2306688" y="509117"/>
                </a:lnTo>
                <a:lnTo>
                  <a:pt x="2281491" y="504901"/>
                </a:lnTo>
                <a:lnTo>
                  <a:pt x="2262721" y="503809"/>
                </a:lnTo>
                <a:lnTo>
                  <a:pt x="2231694" y="507263"/>
                </a:lnTo>
                <a:lnTo>
                  <a:pt x="2178824" y="524116"/>
                </a:lnTo>
                <a:lnTo>
                  <a:pt x="2140610" y="552030"/>
                </a:lnTo>
                <a:lnTo>
                  <a:pt x="2112734" y="598995"/>
                </a:lnTo>
                <a:lnTo>
                  <a:pt x="2106892" y="632587"/>
                </a:lnTo>
                <a:lnTo>
                  <a:pt x="2106892" y="635508"/>
                </a:lnTo>
                <a:lnTo>
                  <a:pt x="2113813" y="675805"/>
                </a:lnTo>
                <a:lnTo>
                  <a:pt x="2133765" y="708431"/>
                </a:lnTo>
                <a:lnTo>
                  <a:pt x="2165451" y="735647"/>
                </a:lnTo>
                <a:lnTo>
                  <a:pt x="2207603" y="759714"/>
                </a:lnTo>
                <a:lnTo>
                  <a:pt x="2209990" y="761631"/>
                </a:lnTo>
                <a:lnTo>
                  <a:pt x="2214181" y="764120"/>
                </a:lnTo>
                <a:lnTo>
                  <a:pt x="2221115" y="767486"/>
                </a:lnTo>
                <a:lnTo>
                  <a:pt x="2231733" y="772033"/>
                </a:lnTo>
                <a:lnTo>
                  <a:pt x="2267775" y="791095"/>
                </a:lnTo>
                <a:lnTo>
                  <a:pt x="2295690" y="811339"/>
                </a:lnTo>
                <a:lnTo>
                  <a:pt x="2313724" y="836549"/>
                </a:lnTo>
                <a:lnTo>
                  <a:pt x="2320125" y="870458"/>
                </a:lnTo>
                <a:lnTo>
                  <a:pt x="2318728" y="885685"/>
                </a:lnTo>
                <a:lnTo>
                  <a:pt x="2293836" y="934847"/>
                </a:lnTo>
                <a:lnTo>
                  <a:pt x="2248141" y="957503"/>
                </a:lnTo>
                <a:lnTo>
                  <a:pt x="2229320" y="958850"/>
                </a:lnTo>
                <a:lnTo>
                  <a:pt x="2178951" y="947483"/>
                </a:lnTo>
                <a:lnTo>
                  <a:pt x="2144649" y="920115"/>
                </a:lnTo>
                <a:lnTo>
                  <a:pt x="2123859" y="886955"/>
                </a:lnTo>
                <a:lnTo>
                  <a:pt x="2114004" y="858139"/>
                </a:lnTo>
                <a:lnTo>
                  <a:pt x="2111591" y="853440"/>
                </a:lnTo>
                <a:lnTo>
                  <a:pt x="2097493" y="855853"/>
                </a:lnTo>
                <a:lnTo>
                  <a:pt x="2102192" y="954151"/>
                </a:lnTo>
                <a:lnTo>
                  <a:pt x="2109305" y="951865"/>
                </a:lnTo>
                <a:lnTo>
                  <a:pt x="2131872" y="963803"/>
                </a:lnTo>
                <a:lnTo>
                  <a:pt x="2160574" y="976490"/>
                </a:lnTo>
                <a:lnTo>
                  <a:pt x="2195982" y="986967"/>
                </a:lnTo>
                <a:lnTo>
                  <a:pt x="2238718" y="992251"/>
                </a:lnTo>
                <a:lnTo>
                  <a:pt x="2270925" y="989203"/>
                </a:lnTo>
                <a:lnTo>
                  <a:pt x="2330526" y="965098"/>
                </a:lnTo>
                <a:lnTo>
                  <a:pt x="2373363" y="923201"/>
                </a:lnTo>
                <a:lnTo>
                  <a:pt x="2394127" y="875004"/>
                </a:lnTo>
                <a:lnTo>
                  <a:pt x="2396833" y="848741"/>
                </a:lnTo>
                <a:close/>
              </a:path>
              <a:path w="4458335" h="992505">
                <a:moveTo>
                  <a:pt x="2737193" y="606298"/>
                </a:moveTo>
                <a:lnTo>
                  <a:pt x="2686774" y="606298"/>
                </a:lnTo>
                <a:lnTo>
                  <a:pt x="2686774" y="616204"/>
                </a:lnTo>
                <a:lnTo>
                  <a:pt x="2689352" y="618693"/>
                </a:lnTo>
                <a:lnTo>
                  <a:pt x="2692692" y="623620"/>
                </a:lnTo>
                <a:lnTo>
                  <a:pt x="2695575" y="632625"/>
                </a:lnTo>
                <a:lnTo>
                  <a:pt x="2696807" y="647319"/>
                </a:lnTo>
                <a:lnTo>
                  <a:pt x="2696807" y="862838"/>
                </a:lnTo>
                <a:lnTo>
                  <a:pt x="2693339" y="894422"/>
                </a:lnTo>
                <a:lnTo>
                  <a:pt x="2680144" y="923886"/>
                </a:lnTo>
                <a:lnTo>
                  <a:pt x="2653030" y="945654"/>
                </a:lnTo>
                <a:lnTo>
                  <a:pt x="2607780" y="954151"/>
                </a:lnTo>
                <a:lnTo>
                  <a:pt x="2565260" y="946797"/>
                </a:lnTo>
                <a:lnTo>
                  <a:pt x="2539720" y="925944"/>
                </a:lnTo>
                <a:lnTo>
                  <a:pt x="2527249" y="893457"/>
                </a:lnTo>
                <a:lnTo>
                  <a:pt x="2523960" y="851154"/>
                </a:lnTo>
                <a:lnTo>
                  <a:pt x="2523960" y="606298"/>
                </a:lnTo>
                <a:lnTo>
                  <a:pt x="2444839" y="606298"/>
                </a:lnTo>
                <a:lnTo>
                  <a:pt x="2444839" y="616204"/>
                </a:lnTo>
                <a:lnTo>
                  <a:pt x="2449017" y="619391"/>
                </a:lnTo>
                <a:lnTo>
                  <a:pt x="2453640" y="625665"/>
                </a:lnTo>
                <a:lnTo>
                  <a:pt x="2457386" y="635571"/>
                </a:lnTo>
                <a:lnTo>
                  <a:pt x="2458936" y="649605"/>
                </a:lnTo>
                <a:lnTo>
                  <a:pt x="2458936" y="851154"/>
                </a:lnTo>
                <a:lnTo>
                  <a:pt x="2467953" y="913485"/>
                </a:lnTo>
                <a:lnTo>
                  <a:pt x="2491778" y="953897"/>
                </a:lnTo>
                <a:lnTo>
                  <a:pt x="2525509" y="977023"/>
                </a:lnTo>
                <a:lnTo>
                  <a:pt x="2564231" y="987501"/>
                </a:lnTo>
                <a:lnTo>
                  <a:pt x="2603081" y="989965"/>
                </a:lnTo>
                <a:lnTo>
                  <a:pt x="2628430" y="988047"/>
                </a:lnTo>
                <a:lnTo>
                  <a:pt x="2662009" y="979131"/>
                </a:lnTo>
                <a:lnTo>
                  <a:pt x="2695854" y="958456"/>
                </a:lnTo>
                <a:lnTo>
                  <a:pt x="2722003" y="921270"/>
                </a:lnTo>
                <a:lnTo>
                  <a:pt x="2732494" y="862838"/>
                </a:lnTo>
                <a:lnTo>
                  <a:pt x="2737193" y="606298"/>
                </a:lnTo>
                <a:close/>
              </a:path>
              <a:path w="4458335" h="992505">
                <a:moveTo>
                  <a:pt x="2893022" y="606298"/>
                </a:moveTo>
                <a:lnTo>
                  <a:pt x="2818600" y="606298"/>
                </a:lnTo>
                <a:lnTo>
                  <a:pt x="2818600" y="616204"/>
                </a:lnTo>
                <a:lnTo>
                  <a:pt x="2823464" y="620014"/>
                </a:lnTo>
                <a:lnTo>
                  <a:pt x="2827375" y="627151"/>
                </a:lnTo>
                <a:lnTo>
                  <a:pt x="2829966" y="636587"/>
                </a:lnTo>
                <a:lnTo>
                  <a:pt x="2830919" y="647319"/>
                </a:lnTo>
                <a:lnTo>
                  <a:pt x="2830919" y="985266"/>
                </a:lnTo>
                <a:lnTo>
                  <a:pt x="2893022" y="985266"/>
                </a:lnTo>
                <a:lnTo>
                  <a:pt x="2893022" y="606298"/>
                </a:lnTo>
                <a:close/>
              </a:path>
              <a:path w="4458335" h="992505">
                <a:moveTo>
                  <a:pt x="3221571" y="875157"/>
                </a:moveTo>
                <a:lnTo>
                  <a:pt x="3213684" y="832053"/>
                </a:lnTo>
                <a:lnTo>
                  <a:pt x="3162795" y="778395"/>
                </a:lnTo>
                <a:lnTo>
                  <a:pt x="3127845" y="759714"/>
                </a:lnTo>
                <a:lnTo>
                  <a:pt x="3118447" y="755015"/>
                </a:lnTo>
                <a:lnTo>
                  <a:pt x="3085325" y="737527"/>
                </a:lnTo>
                <a:lnTo>
                  <a:pt x="3063875" y="722528"/>
                </a:lnTo>
                <a:lnTo>
                  <a:pt x="3052305" y="707072"/>
                </a:lnTo>
                <a:lnTo>
                  <a:pt x="3048851" y="688213"/>
                </a:lnTo>
                <a:lnTo>
                  <a:pt x="3051797" y="671258"/>
                </a:lnTo>
                <a:lnTo>
                  <a:pt x="3061500" y="654977"/>
                </a:lnTo>
                <a:lnTo>
                  <a:pt x="3079229" y="642747"/>
                </a:lnTo>
                <a:lnTo>
                  <a:pt x="3106255" y="637921"/>
                </a:lnTo>
                <a:lnTo>
                  <a:pt x="3138792" y="644182"/>
                </a:lnTo>
                <a:lnTo>
                  <a:pt x="3161703" y="659384"/>
                </a:lnTo>
                <a:lnTo>
                  <a:pt x="3176066" y="678218"/>
                </a:lnTo>
                <a:lnTo>
                  <a:pt x="3182963" y="695325"/>
                </a:lnTo>
                <a:lnTo>
                  <a:pt x="3185249" y="700024"/>
                </a:lnTo>
                <a:lnTo>
                  <a:pt x="3197568" y="697611"/>
                </a:lnTo>
                <a:lnTo>
                  <a:pt x="3192869" y="627888"/>
                </a:lnTo>
                <a:lnTo>
                  <a:pt x="3189948" y="625602"/>
                </a:lnTo>
                <a:lnTo>
                  <a:pt x="3167545" y="614070"/>
                </a:lnTo>
                <a:lnTo>
                  <a:pt x="3145142" y="607504"/>
                </a:lnTo>
                <a:lnTo>
                  <a:pt x="3125368" y="604570"/>
                </a:lnTo>
                <a:lnTo>
                  <a:pt x="3110827" y="603885"/>
                </a:lnTo>
                <a:lnTo>
                  <a:pt x="3069704" y="610209"/>
                </a:lnTo>
                <a:lnTo>
                  <a:pt x="3032861" y="628954"/>
                </a:lnTo>
                <a:lnTo>
                  <a:pt x="3006331" y="659777"/>
                </a:lnTo>
                <a:lnTo>
                  <a:pt x="2996146" y="702310"/>
                </a:lnTo>
                <a:lnTo>
                  <a:pt x="3001772" y="737323"/>
                </a:lnTo>
                <a:lnTo>
                  <a:pt x="3043555" y="787577"/>
                </a:lnTo>
                <a:lnTo>
                  <a:pt x="3077553" y="807720"/>
                </a:lnTo>
                <a:lnTo>
                  <a:pt x="3124327" y="831443"/>
                </a:lnTo>
                <a:lnTo>
                  <a:pt x="3145396" y="846201"/>
                </a:lnTo>
                <a:lnTo>
                  <a:pt x="3158896" y="864590"/>
                </a:lnTo>
                <a:lnTo>
                  <a:pt x="3163659" y="889127"/>
                </a:lnTo>
                <a:lnTo>
                  <a:pt x="3163024" y="897140"/>
                </a:lnTo>
                <a:lnTo>
                  <a:pt x="3144863" y="937260"/>
                </a:lnTo>
                <a:lnTo>
                  <a:pt x="3102572" y="954659"/>
                </a:lnTo>
                <a:lnTo>
                  <a:pt x="3097238" y="954532"/>
                </a:lnTo>
                <a:lnTo>
                  <a:pt x="3056115" y="946251"/>
                </a:lnTo>
                <a:lnTo>
                  <a:pt x="3013087" y="902563"/>
                </a:lnTo>
                <a:lnTo>
                  <a:pt x="3003131" y="879856"/>
                </a:lnTo>
                <a:lnTo>
                  <a:pt x="3000718" y="875157"/>
                </a:lnTo>
                <a:lnTo>
                  <a:pt x="2989034" y="877443"/>
                </a:lnTo>
                <a:lnTo>
                  <a:pt x="2991447" y="956564"/>
                </a:lnTo>
                <a:lnTo>
                  <a:pt x="2993733" y="958850"/>
                </a:lnTo>
                <a:lnTo>
                  <a:pt x="3010890" y="968641"/>
                </a:lnTo>
                <a:lnTo>
                  <a:pt x="3033623" y="978789"/>
                </a:lnTo>
                <a:lnTo>
                  <a:pt x="3062186" y="986751"/>
                </a:lnTo>
                <a:lnTo>
                  <a:pt x="3096857" y="989965"/>
                </a:lnTo>
                <a:lnTo>
                  <a:pt x="3122117" y="987399"/>
                </a:lnTo>
                <a:lnTo>
                  <a:pt x="3169970" y="967955"/>
                </a:lnTo>
                <a:lnTo>
                  <a:pt x="3204045" y="934758"/>
                </a:lnTo>
                <a:lnTo>
                  <a:pt x="3219678" y="896200"/>
                </a:lnTo>
                <a:lnTo>
                  <a:pt x="3221571" y="875157"/>
                </a:lnTo>
                <a:close/>
              </a:path>
              <a:path w="4458335" h="992505">
                <a:moveTo>
                  <a:pt x="3503892" y="875157"/>
                </a:moveTo>
                <a:lnTo>
                  <a:pt x="3496094" y="832053"/>
                </a:lnTo>
                <a:lnTo>
                  <a:pt x="3445599" y="778395"/>
                </a:lnTo>
                <a:lnTo>
                  <a:pt x="3410801" y="759714"/>
                </a:lnTo>
                <a:lnTo>
                  <a:pt x="3400895" y="755015"/>
                </a:lnTo>
                <a:lnTo>
                  <a:pt x="3367786" y="737527"/>
                </a:lnTo>
                <a:lnTo>
                  <a:pt x="3346475" y="722528"/>
                </a:lnTo>
                <a:lnTo>
                  <a:pt x="3335058" y="707072"/>
                </a:lnTo>
                <a:lnTo>
                  <a:pt x="3331680" y="688213"/>
                </a:lnTo>
                <a:lnTo>
                  <a:pt x="3332556" y="678815"/>
                </a:lnTo>
                <a:lnTo>
                  <a:pt x="3353968" y="645807"/>
                </a:lnTo>
                <a:lnTo>
                  <a:pt x="3386798" y="637921"/>
                </a:lnTo>
                <a:lnTo>
                  <a:pt x="3419335" y="644182"/>
                </a:lnTo>
                <a:lnTo>
                  <a:pt x="3442246" y="659384"/>
                </a:lnTo>
                <a:lnTo>
                  <a:pt x="3456609" y="678218"/>
                </a:lnTo>
                <a:lnTo>
                  <a:pt x="3463506" y="695325"/>
                </a:lnTo>
                <a:lnTo>
                  <a:pt x="3465792" y="700024"/>
                </a:lnTo>
                <a:lnTo>
                  <a:pt x="3477603" y="697611"/>
                </a:lnTo>
                <a:lnTo>
                  <a:pt x="3472904" y="627888"/>
                </a:lnTo>
                <a:lnTo>
                  <a:pt x="3470491" y="625602"/>
                </a:lnTo>
                <a:lnTo>
                  <a:pt x="3448088" y="614070"/>
                </a:lnTo>
                <a:lnTo>
                  <a:pt x="3425698" y="607504"/>
                </a:lnTo>
                <a:lnTo>
                  <a:pt x="3405962" y="604570"/>
                </a:lnTo>
                <a:lnTo>
                  <a:pt x="3391497" y="603885"/>
                </a:lnTo>
                <a:lnTo>
                  <a:pt x="3352635" y="610209"/>
                </a:lnTo>
                <a:lnTo>
                  <a:pt x="3316325" y="628954"/>
                </a:lnTo>
                <a:lnTo>
                  <a:pt x="3289465" y="659777"/>
                </a:lnTo>
                <a:lnTo>
                  <a:pt x="3278975" y="702310"/>
                </a:lnTo>
                <a:lnTo>
                  <a:pt x="3284613" y="737323"/>
                </a:lnTo>
                <a:lnTo>
                  <a:pt x="3326434" y="787577"/>
                </a:lnTo>
                <a:lnTo>
                  <a:pt x="3360382" y="807720"/>
                </a:lnTo>
                <a:lnTo>
                  <a:pt x="3407206" y="831443"/>
                </a:lnTo>
                <a:lnTo>
                  <a:pt x="3428276" y="846201"/>
                </a:lnTo>
                <a:lnTo>
                  <a:pt x="3441738" y="864590"/>
                </a:lnTo>
                <a:lnTo>
                  <a:pt x="3446488" y="889127"/>
                </a:lnTo>
                <a:lnTo>
                  <a:pt x="3445853" y="897140"/>
                </a:lnTo>
                <a:lnTo>
                  <a:pt x="3427184" y="937260"/>
                </a:lnTo>
                <a:lnTo>
                  <a:pt x="3385401" y="954659"/>
                </a:lnTo>
                <a:lnTo>
                  <a:pt x="3380067" y="954532"/>
                </a:lnTo>
                <a:lnTo>
                  <a:pt x="3338982" y="946251"/>
                </a:lnTo>
                <a:lnTo>
                  <a:pt x="3295777" y="902563"/>
                </a:lnTo>
                <a:lnTo>
                  <a:pt x="3286087" y="879856"/>
                </a:lnTo>
                <a:lnTo>
                  <a:pt x="3283674" y="875157"/>
                </a:lnTo>
                <a:lnTo>
                  <a:pt x="3271990" y="877443"/>
                </a:lnTo>
                <a:lnTo>
                  <a:pt x="3274276" y="956564"/>
                </a:lnTo>
                <a:lnTo>
                  <a:pt x="3276689" y="958850"/>
                </a:lnTo>
                <a:lnTo>
                  <a:pt x="3293580" y="968641"/>
                </a:lnTo>
                <a:lnTo>
                  <a:pt x="3316325" y="978789"/>
                </a:lnTo>
                <a:lnTo>
                  <a:pt x="3344989" y="986751"/>
                </a:lnTo>
                <a:lnTo>
                  <a:pt x="3379686" y="989965"/>
                </a:lnTo>
                <a:lnTo>
                  <a:pt x="3404959" y="987399"/>
                </a:lnTo>
                <a:lnTo>
                  <a:pt x="3452901" y="967955"/>
                </a:lnTo>
                <a:lnTo>
                  <a:pt x="3486899" y="934758"/>
                </a:lnTo>
                <a:lnTo>
                  <a:pt x="3502101" y="896200"/>
                </a:lnTo>
                <a:lnTo>
                  <a:pt x="3503892" y="875157"/>
                </a:lnTo>
                <a:close/>
              </a:path>
              <a:path w="4458335" h="992505">
                <a:moveTo>
                  <a:pt x="3799167" y="917829"/>
                </a:moveTo>
                <a:lnTo>
                  <a:pt x="3789134" y="915543"/>
                </a:lnTo>
                <a:lnTo>
                  <a:pt x="3786848" y="920242"/>
                </a:lnTo>
                <a:lnTo>
                  <a:pt x="3773424" y="936548"/>
                </a:lnTo>
                <a:lnTo>
                  <a:pt x="3755377" y="946150"/>
                </a:lnTo>
                <a:lnTo>
                  <a:pt x="3729190" y="950722"/>
                </a:lnTo>
                <a:lnTo>
                  <a:pt x="3691344" y="951865"/>
                </a:lnTo>
                <a:lnTo>
                  <a:pt x="3675240" y="951496"/>
                </a:lnTo>
                <a:lnTo>
                  <a:pt x="3645598" y="949833"/>
                </a:lnTo>
                <a:lnTo>
                  <a:pt x="3633432" y="949452"/>
                </a:lnTo>
                <a:lnTo>
                  <a:pt x="3633432" y="796036"/>
                </a:lnTo>
                <a:lnTo>
                  <a:pt x="3741763" y="796036"/>
                </a:lnTo>
                <a:lnTo>
                  <a:pt x="3741763" y="759714"/>
                </a:lnTo>
                <a:lnTo>
                  <a:pt x="3633432" y="759714"/>
                </a:lnTo>
                <a:lnTo>
                  <a:pt x="3633432" y="642620"/>
                </a:lnTo>
                <a:lnTo>
                  <a:pt x="3720046" y="642620"/>
                </a:lnTo>
                <a:lnTo>
                  <a:pt x="3736479" y="645820"/>
                </a:lnTo>
                <a:lnTo>
                  <a:pt x="3749230" y="653732"/>
                </a:lnTo>
                <a:lnTo>
                  <a:pt x="3757485" y="663841"/>
                </a:lnTo>
                <a:lnTo>
                  <a:pt x="3760432" y="673608"/>
                </a:lnTo>
                <a:lnTo>
                  <a:pt x="3760432" y="676021"/>
                </a:lnTo>
                <a:lnTo>
                  <a:pt x="3770465" y="676021"/>
                </a:lnTo>
                <a:lnTo>
                  <a:pt x="3772751" y="606298"/>
                </a:lnTo>
                <a:lnTo>
                  <a:pt x="3561931" y="606298"/>
                </a:lnTo>
                <a:lnTo>
                  <a:pt x="3561931" y="616204"/>
                </a:lnTo>
                <a:lnTo>
                  <a:pt x="3565728" y="619734"/>
                </a:lnTo>
                <a:lnTo>
                  <a:pt x="3569525" y="626579"/>
                </a:lnTo>
                <a:lnTo>
                  <a:pt x="3572446" y="636587"/>
                </a:lnTo>
                <a:lnTo>
                  <a:pt x="3573615" y="649605"/>
                </a:lnTo>
                <a:lnTo>
                  <a:pt x="3573615" y="985266"/>
                </a:lnTo>
                <a:lnTo>
                  <a:pt x="3784435" y="985266"/>
                </a:lnTo>
                <a:lnTo>
                  <a:pt x="3799167" y="917829"/>
                </a:lnTo>
                <a:close/>
              </a:path>
              <a:path w="4458335" h="992505">
                <a:moveTo>
                  <a:pt x="4446359" y="627888"/>
                </a:moveTo>
                <a:lnTo>
                  <a:pt x="4415167" y="595757"/>
                </a:lnTo>
                <a:lnTo>
                  <a:pt x="4383163" y="563422"/>
                </a:lnTo>
                <a:lnTo>
                  <a:pt x="4350410" y="530974"/>
                </a:lnTo>
                <a:lnTo>
                  <a:pt x="4316946" y="498475"/>
                </a:lnTo>
                <a:lnTo>
                  <a:pt x="4261815" y="483374"/>
                </a:lnTo>
                <a:lnTo>
                  <a:pt x="4210164" y="473544"/>
                </a:lnTo>
                <a:lnTo>
                  <a:pt x="4162272" y="468210"/>
                </a:lnTo>
                <a:lnTo>
                  <a:pt x="4118445" y="466598"/>
                </a:lnTo>
                <a:lnTo>
                  <a:pt x="4102290" y="466813"/>
                </a:lnTo>
                <a:lnTo>
                  <a:pt x="4086834" y="467423"/>
                </a:lnTo>
                <a:lnTo>
                  <a:pt x="4072051" y="468426"/>
                </a:lnTo>
                <a:lnTo>
                  <a:pt x="4057993" y="469773"/>
                </a:lnTo>
                <a:lnTo>
                  <a:pt x="4072090" y="428155"/>
                </a:lnTo>
                <a:lnTo>
                  <a:pt x="4078960" y="386067"/>
                </a:lnTo>
                <a:lnTo>
                  <a:pt x="4079468" y="343954"/>
                </a:lnTo>
                <a:lnTo>
                  <a:pt x="4074503" y="302260"/>
                </a:lnTo>
                <a:lnTo>
                  <a:pt x="4033977" y="273735"/>
                </a:lnTo>
                <a:lnTo>
                  <a:pt x="3992753" y="245872"/>
                </a:lnTo>
                <a:lnTo>
                  <a:pt x="3950932" y="218732"/>
                </a:lnTo>
                <a:lnTo>
                  <a:pt x="3908615" y="192328"/>
                </a:lnTo>
                <a:lnTo>
                  <a:pt x="3865892" y="166712"/>
                </a:lnTo>
                <a:lnTo>
                  <a:pt x="3822877" y="141909"/>
                </a:lnTo>
                <a:lnTo>
                  <a:pt x="3779659" y="117970"/>
                </a:lnTo>
                <a:lnTo>
                  <a:pt x="3736352" y="94919"/>
                </a:lnTo>
                <a:lnTo>
                  <a:pt x="3693058" y="72796"/>
                </a:lnTo>
                <a:lnTo>
                  <a:pt x="3649865" y="51625"/>
                </a:lnTo>
                <a:lnTo>
                  <a:pt x="3606876" y="31457"/>
                </a:lnTo>
                <a:lnTo>
                  <a:pt x="3564217" y="12319"/>
                </a:lnTo>
                <a:lnTo>
                  <a:pt x="3591141" y="32727"/>
                </a:lnTo>
                <a:lnTo>
                  <a:pt x="3618293" y="57785"/>
                </a:lnTo>
                <a:lnTo>
                  <a:pt x="3645446" y="87185"/>
                </a:lnTo>
                <a:lnTo>
                  <a:pt x="3672408" y="120611"/>
                </a:lnTo>
                <a:lnTo>
                  <a:pt x="3698964" y="157759"/>
                </a:lnTo>
                <a:lnTo>
                  <a:pt x="3724910" y="198285"/>
                </a:lnTo>
                <a:lnTo>
                  <a:pt x="3750030" y="241884"/>
                </a:lnTo>
                <a:lnTo>
                  <a:pt x="3774109" y="288226"/>
                </a:lnTo>
                <a:lnTo>
                  <a:pt x="3796957" y="337007"/>
                </a:lnTo>
                <a:lnTo>
                  <a:pt x="3818356" y="387908"/>
                </a:lnTo>
                <a:lnTo>
                  <a:pt x="3838092" y="440613"/>
                </a:lnTo>
                <a:lnTo>
                  <a:pt x="3855961" y="494779"/>
                </a:lnTo>
                <a:lnTo>
                  <a:pt x="3871760" y="550125"/>
                </a:lnTo>
                <a:lnTo>
                  <a:pt x="3885273" y="606298"/>
                </a:lnTo>
                <a:lnTo>
                  <a:pt x="3925430" y="595744"/>
                </a:lnTo>
                <a:lnTo>
                  <a:pt x="3969562" y="586422"/>
                </a:lnTo>
                <a:lnTo>
                  <a:pt x="4017632" y="578980"/>
                </a:lnTo>
                <a:lnTo>
                  <a:pt x="4069588" y="574052"/>
                </a:lnTo>
                <a:lnTo>
                  <a:pt x="4125430" y="572262"/>
                </a:lnTo>
                <a:lnTo>
                  <a:pt x="4172928" y="573544"/>
                </a:lnTo>
                <a:lnTo>
                  <a:pt x="4222851" y="577570"/>
                </a:lnTo>
                <a:lnTo>
                  <a:pt x="4275175" y="584695"/>
                </a:lnTo>
                <a:lnTo>
                  <a:pt x="4329874" y="595236"/>
                </a:lnTo>
                <a:lnTo>
                  <a:pt x="4386935" y="609536"/>
                </a:lnTo>
                <a:lnTo>
                  <a:pt x="4446359" y="627888"/>
                </a:lnTo>
                <a:close/>
              </a:path>
              <a:path w="4458335" h="992505">
                <a:moveTo>
                  <a:pt x="4458043" y="561213"/>
                </a:moveTo>
                <a:lnTo>
                  <a:pt x="4434014" y="523265"/>
                </a:lnTo>
                <a:lnTo>
                  <a:pt x="4407954" y="485051"/>
                </a:lnTo>
                <a:lnTo>
                  <a:pt x="4379976" y="446735"/>
                </a:lnTo>
                <a:lnTo>
                  <a:pt x="4350245" y="408432"/>
                </a:lnTo>
                <a:lnTo>
                  <a:pt x="4318901" y="370293"/>
                </a:lnTo>
                <a:lnTo>
                  <a:pt x="4286059" y="332447"/>
                </a:lnTo>
                <a:lnTo>
                  <a:pt x="4251884" y="295033"/>
                </a:lnTo>
                <a:lnTo>
                  <a:pt x="4216501" y="258178"/>
                </a:lnTo>
                <a:lnTo>
                  <a:pt x="4180052" y="222034"/>
                </a:lnTo>
                <a:lnTo>
                  <a:pt x="4142676" y="186715"/>
                </a:lnTo>
                <a:lnTo>
                  <a:pt x="4104525" y="152374"/>
                </a:lnTo>
                <a:lnTo>
                  <a:pt x="4065714" y="119151"/>
                </a:lnTo>
                <a:lnTo>
                  <a:pt x="4026408" y="87160"/>
                </a:lnTo>
                <a:lnTo>
                  <a:pt x="3986746" y="56553"/>
                </a:lnTo>
                <a:lnTo>
                  <a:pt x="3946842" y="27457"/>
                </a:lnTo>
                <a:lnTo>
                  <a:pt x="3906863" y="0"/>
                </a:lnTo>
                <a:lnTo>
                  <a:pt x="3932237" y="27432"/>
                </a:lnTo>
                <a:lnTo>
                  <a:pt x="3959974" y="61798"/>
                </a:lnTo>
                <a:lnTo>
                  <a:pt x="3988384" y="102082"/>
                </a:lnTo>
                <a:lnTo>
                  <a:pt x="4015740" y="147281"/>
                </a:lnTo>
                <a:lnTo>
                  <a:pt x="4040352" y="196392"/>
                </a:lnTo>
                <a:lnTo>
                  <a:pt x="4060507" y="248386"/>
                </a:lnTo>
                <a:lnTo>
                  <a:pt x="4074503" y="302260"/>
                </a:lnTo>
                <a:lnTo>
                  <a:pt x="4117365" y="333730"/>
                </a:lnTo>
                <a:lnTo>
                  <a:pt x="4159313" y="365887"/>
                </a:lnTo>
                <a:lnTo>
                  <a:pt x="4200296" y="398614"/>
                </a:lnTo>
                <a:lnTo>
                  <a:pt x="4240250" y="431723"/>
                </a:lnTo>
                <a:lnTo>
                  <a:pt x="4279150" y="465061"/>
                </a:lnTo>
                <a:lnTo>
                  <a:pt x="4316946" y="498475"/>
                </a:lnTo>
                <a:lnTo>
                  <a:pt x="4350931" y="510413"/>
                </a:lnTo>
                <a:lnTo>
                  <a:pt x="4385538" y="524560"/>
                </a:lnTo>
                <a:lnTo>
                  <a:pt x="4421111" y="541362"/>
                </a:lnTo>
                <a:lnTo>
                  <a:pt x="4458043" y="561213"/>
                </a:lnTo>
                <a:close/>
              </a:path>
            </a:pathLst>
          </a:custGeom>
          <a:solidFill>
            <a:srgbClr val="00366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42"/>
            <a:ext cx="18288000" cy="10287000"/>
            <a:chOff x="0" y="-42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42"/>
              <a:ext cx="18287999" cy="1028179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706485" y="1475359"/>
              <a:ext cx="8288020" cy="8811895"/>
            </a:xfrm>
            <a:custGeom>
              <a:avLst/>
              <a:gdLst/>
              <a:ahLst/>
              <a:cxnLst/>
              <a:rect l="l" t="t" r="r" b="b"/>
              <a:pathLst>
                <a:path w="8288019" h="8811895">
                  <a:moveTo>
                    <a:pt x="8204834" y="0"/>
                  </a:moveTo>
                  <a:lnTo>
                    <a:pt x="82804" y="0"/>
                  </a:lnTo>
                  <a:lnTo>
                    <a:pt x="50577" y="6508"/>
                  </a:lnTo>
                  <a:lnTo>
                    <a:pt x="24257" y="24257"/>
                  </a:lnTo>
                  <a:lnTo>
                    <a:pt x="6508" y="50577"/>
                  </a:lnTo>
                  <a:lnTo>
                    <a:pt x="0" y="82804"/>
                  </a:lnTo>
                  <a:lnTo>
                    <a:pt x="0" y="8811590"/>
                  </a:lnTo>
                  <a:lnTo>
                    <a:pt x="8287766" y="8811590"/>
                  </a:lnTo>
                  <a:lnTo>
                    <a:pt x="8287766" y="82804"/>
                  </a:lnTo>
                  <a:lnTo>
                    <a:pt x="8281255" y="50577"/>
                  </a:lnTo>
                  <a:lnTo>
                    <a:pt x="8263493" y="24257"/>
                  </a:lnTo>
                  <a:lnTo>
                    <a:pt x="8237134" y="6508"/>
                  </a:lnTo>
                  <a:lnTo>
                    <a:pt x="8204834" y="0"/>
                  </a:lnTo>
                  <a:close/>
                </a:path>
              </a:pathLst>
            </a:custGeom>
            <a:solidFill>
              <a:srgbClr val="F8FAFA">
                <a:alpha val="95684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241663" y="3096513"/>
            <a:ext cx="7197725" cy="286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215" b="1">
                <a:solidFill>
                  <a:srgbClr val="221F1F"/>
                </a:solidFill>
                <a:latin typeface="Calibri"/>
                <a:cs typeface="Calibri"/>
              </a:rPr>
              <a:t>Challenge:</a:t>
            </a:r>
            <a:r>
              <a:rPr dirty="0" sz="1800" spc="8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대량의</a:t>
            </a:r>
            <a:r>
              <a:rPr dirty="0" sz="1800" spc="-11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고속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trading</a:t>
            </a:r>
            <a:r>
              <a:rPr dirty="0" sz="1800" spc="170">
                <a:solidFill>
                  <a:srgbClr val="221F1F"/>
                </a:solidFill>
                <a:latin typeface="Gulim"/>
                <a:cs typeface="Gulim"/>
              </a:rPr>
              <a:t>을</a:t>
            </a:r>
            <a:r>
              <a:rPr dirty="0" sz="18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지원하고</a:t>
            </a:r>
            <a:r>
              <a:rPr dirty="0" sz="18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고객에게</a:t>
            </a:r>
            <a:r>
              <a:rPr dirty="0" sz="1800" spc="-12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실시간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데이터에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대한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액세스를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제공하는</a:t>
            </a:r>
            <a:r>
              <a:rPr dirty="0" sz="18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여러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유럽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국가의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시장을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위한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새로운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거래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플랫폼을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개발해야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50">
                <a:solidFill>
                  <a:srgbClr val="221F1F"/>
                </a:solidFill>
                <a:latin typeface="Gulim"/>
                <a:cs typeface="Gulim"/>
              </a:rPr>
              <a:t>함</a:t>
            </a:r>
            <a:endParaRPr sz="18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800">
              <a:latin typeface="Gulim"/>
              <a:cs typeface="Gulim"/>
            </a:endParaRPr>
          </a:p>
          <a:p>
            <a:pPr marL="12700" marR="5080">
              <a:lnSpc>
                <a:spcPct val="114999"/>
              </a:lnSpc>
            </a:pPr>
            <a:r>
              <a:rPr dirty="0" sz="1800" spc="175" b="1">
                <a:solidFill>
                  <a:srgbClr val="221F1F"/>
                </a:solidFill>
                <a:latin typeface="Calibri"/>
                <a:cs typeface="Calibri"/>
              </a:rPr>
              <a:t>Solution:</a:t>
            </a:r>
            <a:r>
              <a:rPr dirty="0" sz="1800" spc="12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r>
              <a:rPr dirty="0" sz="1800" spc="170">
                <a:solidFill>
                  <a:srgbClr val="221F1F"/>
                </a:solidFill>
                <a:latin typeface="Gulim"/>
                <a:cs typeface="Gulim"/>
              </a:rPr>
              <a:t>을</a:t>
            </a:r>
            <a:r>
              <a:rPr dirty="0" sz="18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사용하여</a:t>
            </a:r>
            <a:r>
              <a:rPr dirty="0" sz="18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millisecond</a:t>
            </a:r>
            <a:r>
              <a:rPr dirty="0" sz="1800" spc="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0">
                <a:solidFill>
                  <a:srgbClr val="221F1F"/>
                </a:solidFill>
                <a:latin typeface="Calibri"/>
                <a:cs typeface="Calibri"/>
              </a:rPr>
              <a:t>latency</a:t>
            </a:r>
            <a:r>
              <a:rPr dirty="0" sz="1800" spc="140">
                <a:solidFill>
                  <a:srgbClr val="221F1F"/>
                </a:solidFill>
                <a:latin typeface="Gulim"/>
                <a:cs typeface="Gulim"/>
              </a:rPr>
              <a:t>와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하루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수십억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개의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메시지를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지원하는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시장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주문을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위한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안정적이고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확장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가능한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시스템을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구현해야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50">
                <a:solidFill>
                  <a:srgbClr val="221F1F"/>
                </a:solidFill>
                <a:latin typeface="Gulim"/>
                <a:cs typeface="Gulim"/>
              </a:rPr>
              <a:t>함</a:t>
            </a:r>
            <a:endParaRPr sz="18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800" spc="180" b="1">
                <a:solidFill>
                  <a:srgbClr val="221F1F"/>
                </a:solidFill>
                <a:latin typeface="Calibri"/>
                <a:cs typeface="Calibri"/>
              </a:rPr>
              <a:t>Results: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05670" y="6407277"/>
            <a:ext cx="94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221F1F"/>
                </a:solidFill>
                <a:latin typeface="Times New Roman"/>
                <a:cs typeface="Times New Roman"/>
              </a:rPr>
              <a:t>●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305670" y="6722744"/>
            <a:ext cx="94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221F1F"/>
                </a:solidFill>
                <a:latin typeface="Times New Roman"/>
                <a:cs typeface="Times New Roman"/>
              </a:rPr>
              <a:t>●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05670" y="5935852"/>
            <a:ext cx="3723004" cy="972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5765" marR="5080" indent="-393700">
              <a:lnSpc>
                <a:spcPct val="115100"/>
              </a:lnSpc>
              <a:spcBef>
                <a:spcPts val="100"/>
              </a:spcBef>
              <a:buSzPct val="50000"/>
              <a:buFont typeface="Times New Roman"/>
              <a:buChar char="●"/>
              <a:tabLst>
                <a:tab pos="405765" algn="l"/>
              </a:tabLst>
            </a:pP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안정적인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90">
                <a:solidFill>
                  <a:srgbClr val="221F1F"/>
                </a:solidFill>
                <a:latin typeface="Calibri"/>
                <a:cs typeface="Calibri"/>
              </a:rPr>
              <a:t>24/5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운영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달성</a:t>
            </a:r>
            <a:r>
              <a:rPr dirty="0" sz="18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및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유지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엄격한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성능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요구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사항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초과</a:t>
            </a:r>
            <a:endParaRPr sz="1800">
              <a:latin typeface="Gulim"/>
              <a:cs typeface="Gulim"/>
            </a:endParaRPr>
          </a:p>
          <a:p>
            <a:pPr marL="405765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전담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전문가로부터</a:t>
            </a:r>
            <a:r>
              <a:rPr dirty="0" sz="18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221F1F"/>
                </a:solidFill>
                <a:latin typeface="Gulim"/>
                <a:cs typeface="Gulim"/>
              </a:rPr>
              <a:t>지원</a:t>
            </a:r>
            <a:r>
              <a:rPr dirty="0" sz="18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Gulim"/>
                <a:cs typeface="Gulim"/>
              </a:rPr>
              <a:t>받음</a:t>
            </a:r>
            <a:endParaRPr sz="1800">
              <a:latin typeface="Gulim"/>
              <a:cs typeface="Guli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41663" y="7513701"/>
            <a:ext cx="7124700" cy="2298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“We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have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20">
                <a:solidFill>
                  <a:srgbClr val="221F1F"/>
                </a:solidFill>
                <a:latin typeface="Calibri"/>
                <a:cs typeface="Calibri"/>
              </a:rPr>
              <a:t>been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very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satisfied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Confluent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as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60">
                <a:solidFill>
                  <a:srgbClr val="221F1F"/>
                </a:solidFill>
                <a:latin typeface="Calibri"/>
                <a:cs typeface="Calibri"/>
              </a:rPr>
              <a:t>the </a:t>
            </a:r>
            <a:r>
              <a:rPr dirty="0" sz="1800" spc="225">
                <a:solidFill>
                  <a:srgbClr val="221F1F"/>
                </a:solidFill>
                <a:latin typeface="Calibri"/>
                <a:cs typeface="Calibri"/>
              </a:rPr>
              <a:t>backbone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our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persistence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engine.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dirty="0" sz="18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0">
                <a:solidFill>
                  <a:srgbClr val="221F1F"/>
                </a:solidFill>
                <a:latin typeface="Calibri"/>
                <a:cs typeface="Calibri"/>
              </a:rPr>
              <a:t>has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00">
                <a:solidFill>
                  <a:srgbClr val="221F1F"/>
                </a:solidFill>
                <a:latin typeface="Calibri"/>
                <a:cs typeface="Calibri"/>
              </a:rPr>
              <a:t>been </a:t>
            </a:r>
            <a:r>
              <a:rPr dirty="0" sz="1800" spc="190">
                <a:solidFill>
                  <a:srgbClr val="221F1F"/>
                </a:solidFill>
                <a:latin typeface="Calibri"/>
                <a:cs typeface="Calibri"/>
              </a:rPr>
              <a:t>super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221F1F"/>
                </a:solidFill>
                <a:latin typeface="Calibri"/>
                <a:cs typeface="Calibri"/>
              </a:rPr>
              <a:t>reliable. </a:t>
            </a:r>
            <a:r>
              <a:rPr dirty="0" sz="1800" spc="285">
                <a:solidFill>
                  <a:srgbClr val="221F1F"/>
                </a:solidFill>
                <a:latin typeface="Calibri"/>
                <a:cs typeface="Calibri"/>
              </a:rPr>
              <a:t>We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have</a:t>
            </a:r>
            <a:r>
              <a:rPr dirty="0" sz="18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stringent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0">
                <a:solidFill>
                  <a:srgbClr val="221F1F"/>
                </a:solidFill>
                <a:latin typeface="Calibri"/>
                <a:cs typeface="Calibri"/>
              </a:rPr>
              <a:t>requirements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dirty="0" sz="1800" spc="7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35">
                <a:solidFill>
                  <a:srgbClr val="221F1F"/>
                </a:solidFill>
                <a:latin typeface="Calibri"/>
                <a:cs typeface="Calibri"/>
              </a:rPr>
              <a:t>real-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time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performance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221F1F"/>
                </a:solidFill>
                <a:latin typeface="Calibri"/>
                <a:cs typeface="Calibri"/>
              </a:rPr>
              <a:t>reliability,</a:t>
            </a:r>
            <a:r>
              <a:rPr dirty="0" sz="1800" spc="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dirty="0" sz="18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221F1F"/>
                </a:solidFill>
                <a:latin typeface="Calibri"/>
                <a:cs typeface="Calibri"/>
              </a:rPr>
              <a:t>we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have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confirmed</a:t>
            </a:r>
            <a:r>
              <a:rPr dirty="0" sz="1800" spc="12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–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5">
                <a:solidFill>
                  <a:srgbClr val="221F1F"/>
                </a:solidFill>
                <a:latin typeface="Calibri"/>
                <a:cs typeface="Calibri"/>
              </a:rPr>
              <a:t>from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proof-</a:t>
            </a:r>
            <a:r>
              <a:rPr dirty="0" sz="1800" spc="114">
                <a:solidFill>
                  <a:srgbClr val="221F1F"/>
                </a:solidFill>
                <a:latin typeface="Calibri"/>
                <a:cs typeface="Calibri"/>
              </a:rPr>
              <a:t>of-</a:t>
            </a:r>
            <a:r>
              <a:rPr dirty="0" sz="1800" spc="210">
                <a:solidFill>
                  <a:srgbClr val="221F1F"/>
                </a:solidFill>
                <a:latin typeface="Calibri"/>
                <a:cs typeface="Calibri"/>
              </a:rPr>
              <a:t>concept</a:t>
            </a:r>
            <a:r>
              <a:rPr dirty="0" sz="1800" spc="9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10">
                <a:solidFill>
                  <a:srgbClr val="221F1F"/>
                </a:solidFill>
                <a:latin typeface="Calibri"/>
                <a:cs typeface="Calibri"/>
              </a:rPr>
              <a:t>deployment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cutting-</a:t>
            </a:r>
            <a:r>
              <a:rPr dirty="0" sz="1800" spc="250">
                <a:solidFill>
                  <a:srgbClr val="221F1F"/>
                </a:solidFill>
                <a:latin typeface="Calibri"/>
                <a:cs typeface="Calibri"/>
              </a:rPr>
              <a:t>edge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production </a:t>
            </a:r>
            <a:r>
              <a:rPr dirty="0" sz="1800" spc="195">
                <a:solidFill>
                  <a:srgbClr val="221F1F"/>
                </a:solidFill>
                <a:latin typeface="Calibri"/>
                <a:cs typeface="Calibri"/>
              </a:rPr>
              <a:t>trading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r>
              <a:rPr dirty="0" sz="1800" spc="9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221F1F"/>
                </a:solidFill>
                <a:latin typeface="Calibri"/>
                <a:cs typeface="Calibri"/>
              </a:rPr>
              <a:t>–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70">
                <a:solidFill>
                  <a:srgbClr val="221F1F"/>
                </a:solidFill>
                <a:latin typeface="Calibri"/>
                <a:cs typeface="Calibri"/>
              </a:rPr>
              <a:t>that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40">
                <a:solidFill>
                  <a:srgbClr val="221F1F"/>
                </a:solidFill>
                <a:latin typeface="Calibri"/>
                <a:cs typeface="Calibri"/>
              </a:rPr>
              <a:t>we</a:t>
            </a:r>
            <a:r>
              <a:rPr dirty="0" sz="1800" spc="85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275">
                <a:solidFill>
                  <a:srgbClr val="221F1F"/>
                </a:solidFill>
                <a:latin typeface="Calibri"/>
                <a:cs typeface="Calibri"/>
              </a:rPr>
              <a:t>made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5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dirty="0" sz="1800" spc="7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80">
                <a:solidFill>
                  <a:srgbClr val="221F1F"/>
                </a:solidFill>
                <a:latin typeface="Calibri"/>
                <a:cs typeface="Calibri"/>
              </a:rPr>
              <a:t>right</a:t>
            </a:r>
            <a:r>
              <a:rPr dirty="0" sz="1800" spc="8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221F1F"/>
                </a:solidFill>
                <a:latin typeface="Calibri"/>
                <a:cs typeface="Calibri"/>
              </a:rPr>
              <a:t>decision.”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400" spc="135" b="1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dirty="0" sz="1400" spc="90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0" b="1">
                <a:solidFill>
                  <a:srgbClr val="221F1F"/>
                </a:solidFill>
                <a:latin typeface="Calibri"/>
                <a:cs typeface="Calibri"/>
              </a:rPr>
              <a:t>Alain</a:t>
            </a:r>
            <a:r>
              <a:rPr dirty="0" sz="1400" spc="9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0" b="1">
                <a:solidFill>
                  <a:srgbClr val="221F1F"/>
                </a:solidFill>
                <a:latin typeface="Calibri"/>
                <a:cs typeface="Calibri"/>
              </a:rPr>
              <a:t>Courbebaisse,</a:t>
            </a:r>
            <a:r>
              <a:rPr dirty="0" sz="1400" spc="9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70" b="1">
                <a:solidFill>
                  <a:srgbClr val="221F1F"/>
                </a:solidFill>
                <a:latin typeface="Calibri"/>
                <a:cs typeface="Calibri"/>
              </a:rPr>
              <a:t>Chief</a:t>
            </a:r>
            <a:r>
              <a:rPr dirty="0" sz="1400" spc="6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55" b="1">
                <a:solidFill>
                  <a:srgbClr val="221F1F"/>
                </a:solidFill>
                <a:latin typeface="Calibri"/>
                <a:cs typeface="Calibri"/>
              </a:rPr>
              <a:t>Information</a:t>
            </a:r>
            <a:r>
              <a:rPr dirty="0" sz="1400" spc="4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25" b="1">
                <a:solidFill>
                  <a:srgbClr val="221F1F"/>
                </a:solidFill>
                <a:latin typeface="Calibri"/>
                <a:cs typeface="Calibri"/>
              </a:rPr>
              <a:t>Officer,</a:t>
            </a:r>
            <a:r>
              <a:rPr dirty="0" sz="1400" spc="85" b="1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dirty="0" sz="1400" spc="165" b="1">
                <a:solidFill>
                  <a:srgbClr val="221F1F"/>
                </a:solidFill>
                <a:latin typeface="Calibri"/>
                <a:cs typeface="Calibri"/>
              </a:rPr>
              <a:t>Euronext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253728" y="674497"/>
            <a:ext cx="8121650" cy="2176145"/>
            <a:chOff x="9253728" y="674497"/>
            <a:chExt cx="8121650" cy="2176145"/>
          </a:xfrm>
        </p:grpSpPr>
        <p:sp>
          <p:nvSpPr>
            <p:cNvPr id="11" name="object 11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183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328529" y="2166111"/>
              <a:ext cx="2235200" cy="351155"/>
            </a:xfrm>
            <a:custGeom>
              <a:avLst/>
              <a:gdLst/>
              <a:ahLst/>
              <a:cxnLst/>
              <a:rect l="l" t="t" r="r" b="b"/>
              <a:pathLst>
                <a:path w="2235200" h="351155">
                  <a:moveTo>
                    <a:pt x="749904" y="215773"/>
                  </a:moveTo>
                  <a:lnTo>
                    <a:pt x="675131" y="215773"/>
                  </a:lnTo>
                  <a:lnTo>
                    <a:pt x="677926" y="217170"/>
                  </a:lnTo>
                  <a:lnTo>
                    <a:pt x="680466" y="225044"/>
                  </a:lnTo>
                  <a:lnTo>
                    <a:pt x="740028" y="341503"/>
                  </a:lnTo>
                  <a:lnTo>
                    <a:pt x="741299" y="344170"/>
                  </a:lnTo>
                  <a:lnTo>
                    <a:pt x="744093" y="346837"/>
                  </a:lnTo>
                  <a:lnTo>
                    <a:pt x="818134" y="346837"/>
                  </a:lnTo>
                  <a:lnTo>
                    <a:pt x="818134" y="344170"/>
                  </a:lnTo>
                  <a:lnTo>
                    <a:pt x="816864" y="341503"/>
                  </a:lnTo>
                  <a:lnTo>
                    <a:pt x="750697" y="217170"/>
                  </a:lnTo>
                  <a:lnTo>
                    <a:pt x="749904" y="215773"/>
                  </a:lnTo>
                  <a:close/>
                </a:path>
                <a:path w="2235200" h="351155">
                  <a:moveTo>
                    <a:pt x="675131" y="3937"/>
                  </a:moveTo>
                  <a:lnTo>
                    <a:pt x="566547" y="3937"/>
                  </a:lnTo>
                  <a:lnTo>
                    <a:pt x="565276" y="5207"/>
                  </a:lnTo>
                  <a:lnTo>
                    <a:pt x="565276" y="342773"/>
                  </a:lnTo>
                  <a:lnTo>
                    <a:pt x="566547" y="344170"/>
                  </a:lnTo>
                  <a:lnTo>
                    <a:pt x="628903" y="344170"/>
                  </a:lnTo>
                  <a:lnTo>
                    <a:pt x="631444" y="342773"/>
                  </a:lnTo>
                  <a:lnTo>
                    <a:pt x="631444" y="215773"/>
                  </a:lnTo>
                  <a:lnTo>
                    <a:pt x="749904" y="215773"/>
                  </a:lnTo>
                  <a:lnTo>
                    <a:pt x="745363" y="207772"/>
                  </a:lnTo>
                  <a:lnTo>
                    <a:pt x="741299" y="202565"/>
                  </a:lnTo>
                  <a:lnTo>
                    <a:pt x="741299" y="195961"/>
                  </a:lnTo>
                  <a:lnTo>
                    <a:pt x="744093" y="194564"/>
                  </a:lnTo>
                  <a:lnTo>
                    <a:pt x="746632" y="190627"/>
                  </a:lnTo>
                  <a:lnTo>
                    <a:pt x="768177" y="174051"/>
                  </a:lnTo>
                  <a:lnTo>
                    <a:pt x="769597" y="171958"/>
                  </a:lnTo>
                  <a:lnTo>
                    <a:pt x="631444" y="171958"/>
                  </a:lnTo>
                  <a:lnTo>
                    <a:pt x="631444" y="55526"/>
                  </a:lnTo>
                  <a:lnTo>
                    <a:pt x="632714" y="52959"/>
                  </a:lnTo>
                  <a:lnTo>
                    <a:pt x="782821" y="52959"/>
                  </a:lnTo>
                  <a:lnTo>
                    <a:pt x="762174" y="25638"/>
                  </a:lnTo>
                  <a:lnTo>
                    <a:pt x="725743" y="9138"/>
                  </a:lnTo>
                  <a:lnTo>
                    <a:pt x="675131" y="3937"/>
                  </a:lnTo>
                  <a:close/>
                </a:path>
                <a:path w="2235200" h="351155">
                  <a:moveTo>
                    <a:pt x="782821" y="52959"/>
                  </a:moveTo>
                  <a:lnTo>
                    <a:pt x="660653" y="52959"/>
                  </a:lnTo>
                  <a:lnTo>
                    <a:pt x="689298" y="55526"/>
                  </a:lnTo>
                  <a:lnTo>
                    <a:pt x="707120" y="64547"/>
                  </a:lnTo>
                  <a:lnTo>
                    <a:pt x="716250" y="81998"/>
                  </a:lnTo>
                  <a:lnTo>
                    <a:pt x="718820" y="109855"/>
                  </a:lnTo>
                  <a:lnTo>
                    <a:pt x="716093" y="138346"/>
                  </a:lnTo>
                  <a:lnTo>
                    <a:pt x="706818" y="157289"/>
                  </a:lnTo>
                  <a:lnTo>
                    <a:pt x="689352" y="168040"/>
                  </a:lnTo>
                  <a:lnTo>
                    <a:pt x="662051" y="171958"/>
                  </a:lnTo>
                  <a:lnTo>
                    <a:pt x="769597" y="171958"/>
                  </a:lnTo>
                  <a:lnTo>
                    <a:pt x="782018" y="153654"/>
                  </a:lnTo>
                  <a:lnTo>
                    <a:pt x="789406" y="128565"/>
                  </a:lnTo>
                  <a:lnTo>
                    <a:pt x="791591" y="97917"/>
                  </a:lnTo>
                  <a:lnTo>
                    <a:pt x="784199" y="54782"/>
                  </a:lnTo>
                  <a:lnTo>
                    <a:pt x="782821" y="52959"/>
                  </a:lnTo>
                  <a:close/>
                </a:path>
                <a:path w="2235200" h="351155">
                  <a:moveTo>
                    <a:pt x="975741" y="0"/>
                  </a:moveTo>
                  <a:lnTo>
                    <a:pt x="914320" y="6445"/>
                  </a:lnTo>
                  <a:lnTo>
                    <a:pt x="873760" y="31750"/>
                  </a:lnTo>
                  <a:lnTo>
                    <a:pt x="849233" y="88979"/>
                  </a:lnTo>
                  <a:lnTo>
                    <a:pt x="842809" y="129637"/>
                  </a:lnTo>
                  <a:lnTo>
                    <a:pt x="840673" y="174752"/>
                  </a:lnTo>
                  <a:lnTo>
                    <a:pt x="840613" y="176022"/>
                  </a:lnTo>
                  <a:lnTo>
                    <a:pt x="842809" y="221103"/>
                  </a:lnTo>
                  <a:lnTo>
                    <a:pt x="849233" y="261588"/>
                  </a:lnTo>
                  <a:lnTo>
                    <a:pt x="873760" y="320294"/>
                  </a:lnTo>
                  <a:lnTo>
                    <a:pt x="913495" y="344487"/>
                  </a:lnTo>
                  <a:lnTo>
                    <a:pt x="972947" y="350774"/>
                  </a:lnTo>
                  <a:lnTo>
                    <a:pt x="1007046" y="349369"/>
                  </a:lnTo>
                  <a:lnTo>
                    <a:pt x="1034478" y="344487"/>
                  </a:lnTo>
                  <a:lnTo>
                    <a:pt x="1056671" y="335129"/>
                  </a:lnTo>
                  <a:lnTo>
                    <a:pt x="1075054" y="320294"/>
                  </a:lnTo>
                  <a:lnTo>
                    <a:pt x="1088509" y="296545"/>
                  </a:lnTo>
                  <a:lnTo>
                    <a:pt x="972947" y="296545"/>
                  </a:lnTo>
                  <a:lnTo>
                    <a:pt x="955542" y="296160"/>
                  </a:lnTo>
                  <a:lnTo>
                    <a:pt x="918602" y="266352"/>
                  </a:lnTo>
                  <a:lnTo>
                    <a:pt x="909932" y="209702"/>
                  </a:lnTo>
                  <a:lnTo>
                    <a:pt x="906779" y="174752"/>
                  </a:lnTo>
                  <a:lnTo>
                    <a:pt x="907774" y="139317"/>
                  </a:lnTo>
                  <a:lnTo>
                    <a:pt x="916316" y="81097"/>
                  </a:lnTo>
                  <a:lnTo>
                    <a:pt x="955341" y="51966"/>
                  </a:lnTo>
                  <a:lnTo>
                    <a:pt x="972947" y="51562"/>
                  </a:lnTo>
                  <a:lnTo>
                    <a:pt x="1086486" y="51562"/>
                  </a:lnTo>
                  <a:lnTo>
                    <a:pt x="1075054" y="31750"/>
                  </a:lnTo>
                  <a:lnTo>
                    <a:pt x="1056715" y="16180"/>
                  </a:lnTo>
                  <a:lnTo>
                    <a:pt x="1034827" y="6445"/>
                  </a:lnTo>
                  <a:lnTo>
                    <a:pt x="1008225" y="1424"/>
                  </a:lnTo>
                  <a:lnTo>
                    <a:pt x="975741" y="0"/>
                  </a:lnTo>
                  <a:close/>
                </a:path>
                <a:path w="2235200" h="351155">
                  <a:moveTo>
                    <a:pt x="1086486" y="51562"/>
                  </a:moveTo>
                  <a:lnTo>
                    <a:pt x="972947" y="51562"/>
                  </a:lnTo>
                  <a:lnTo>
                    <a:pt x="990518" y="51966"/>
                  </a:lnTo>
                  <a:lnTo>
                    <a:pt x="1003982" y="53752"/>
                  </a:lnTo>
                  <a:lnTo>
                    <a:pt x="1033907" y="107870"/>
                  </a:lnTo>
                  <a:lnTo>
                    <a:pt x="1036778" y="138406"/>
                  </a:lnTo>
                  <a:lnTo>
                    <a:pt x="1036863" y="139317"/>
                  </a:lnTo>
                  <a:lnTo>
                    <a:pt x="1037844" y="174752"/>
                  </a:lnTo>
                  <a:lnTo>
                    <a:pt x="1036868" y="209524"/>
                  </a:lnTo>
                  <a:lnTo>
                    <a:pt x="1033951" y="240903"/>
                  </a:lnTo>
                  <a:lnTo>
                    <a:pt x="1033906" y="241379"/>
                  </a:lnTo>
                  <a:lnTo>
                    <a:pt x="1029054" y="266352"/>
                  </a:lnTo>
                  <a:lnTo>
                    <a:pt x="1028950" y="266888"/>
                  </a:lnTo>
                  <a:lnTo>
                    <a:pt x="990518" y="296160"/>
                  </a:lnTo>
                  <a:lnTo>
                    <a:pt x="972947" y="296545"/>
                  </a:lnTo>
                  <a:lnTo>
                    <a:pt x="1088509" y="296545"/>
                  </a:lnTo>
                  <a:lnTo>
                    <a:pt x="1089181" y="295358"/>
                  </a:lnTo>
                  <a:lnTo>
                    <a:pt x="1099677" y="261588"/>
                  </a:lnTo>
                  <a:lnTo>
                    <a:pt x="1106433" y="221103"/>
                  </a:lnTo>
                  <a:lnTo>
                    <a:pt x="1109345" y="176022"/>
                  </a:lnTo>
                  <a:lnTo>
                    <a:pt x="1106969" y="130369"/>
                  </a:lnTo>
                  <a:lnTo>
                    <a:pt x="1100153" y="89979"/>
                  </a:lnTo>
                  <a:lnTo>
                    <a:pt x="1089360" y="56542"/>
                  </a:lnTo>
                  <a:lnTo>
                    <a:pt x="1086486" y="51562"/>
                  </a:lnTo>
                  <a:close/>
                </a:path>
                <a:path w="2235200" h="351155">
                  <a:moveTo>
                    <a:pt x="1915413" y="223774"/>
                  </a:moveTo>
                  <a:lnTo>
                    <a:pt x="1840102" y="223774"/>
                  </a:lnTo>
                  <a:lnTo>
                    <a:pt x="1907794" y="337439"/>
                  </a:lnTo>
                  <a:lnTo>
                    <a:pt x="1911603" y="342773"/>
                  </a:lnTo>
                  <a:lnTo>
                    <a:pt x="1913001" y="344170"/>
                  </a:lnTo>
                  <a:lnTo>
                    <a:pt x="1979168" y="344170"/>
                  </a:lnTo>
                  <a:lnTo>
                    <a:pt x="1980056" y="344805"/>
                  </a:lnTo>
                  <a:lnTo>
                    <a:pt x="1980819" y="345059"/>
                  </a:lnTo>
                  <a:lnTo>
                    <a:pt x="1983613" y="345059"/>
                  </a:lnTo>
                  <a:lnTo>
                    <a:pt x="1984028" y="342773"/>
                  </a:lnTo>
                  <a:lnTo>
                    <a:pt x="1984121" y="342265"/>
                  </a:lnTo>
                  <a:lnTo>
                    <a:pt x="1983104" y="340233"/>
                  </a:lnTo>
                  <a:lnTo>
                    <a:pt x="1915413" y="223774"/>
                  </a:lnTo>
                  <a:close/>
                </a:path>
                <a:path w="2235200" h="351155">
                  <a:moveTo>
                    <a:pt x="1785874" y="2540"/>
                  </a:moveTo>
                  <a:lnTo>
                    <a:pt x="1718310" y="2540"/>
                  </a:lnTo>
                  <a:lnTo>
                    <a:pt x="1717040" y="5207"/>
                  </a:lnTo>
                  <a:lnTo>
                    <a:pt x="1718310" y="9271"/>
                  </a:lnTo>
                  <a:lnTo>
                    <a:pt x="1805686" y="161417"/>
                  </a:lnTo>
                  <a:lnTo>
                    <a:pt x="1706499" y="337439"/>
                  </a:lnTo>
                  <a:lnTo>
                    <a:pt x="1705228" y="341503"/>
                  </a:lnTo>
                  <a:lnTo>
                    <a:pt x="1706499" y="344170"/>
                  </a:lnTo>
                  <a:lnTo>
                    <a:pt x="1773936" y="344170"/>
                  </a:lnTo>
                  <a:lnTo>
                    <a:pt x="1775205" y="342773"/>
                  </a:lnTo>
                  <a:lnTo>
                    <a:pt x="1778000" y="337439"/>
                  </a:lnTo>
                  <a:lnTo>
                    <a:pt x="1840102" y="223774"/>
                  </a:lnTo>
                  <a:lnTo>
                    <a:pt x="1915413" y="223774"/>
                  </a:lnTo>
                  <a:lnTo>
                    <a:pt x="1879980" y="162814"/>
                  </a:lnTo>
                  <a:lnTo>
                    <a:pt x="1915605" y="101981"/>
                  </a:lnTo>
                  <a:lnTo>
                    <a:pt x="1845437" y="101981"/>
                  </a:lnTo>
                  <a:lnTo>
                    <a:pt x="1791080" y="9271"/>
                  </a:lnTo>
                  <a:lnTo>
                    <a:pt x="1788541" y="3937"/>
                  </a:lnTo>
                  <a:lnTo>
                    <a:pt x="1785874" y="2540"/>
                  </a:lnTo>
                  <a:close/>
                </a:path>
                <a:path w="2235200" h="351155">
                  <a:moveTo>
                    <a:pt x="1967229" y="2540"/>
                  </a:moveTo>
                  <a:lnTo>
                    <a:pt x="1903729" y="2540"/>
                  </a:lnTo>
                  <a:lnTo>
                    <a:pt x="1899666" y="3937"/>
                  </a:lnTo>
                  <a:lnTo>
                    <a:pt x="1898396" y="9271"/>
                  </a:lnTo>
                  <a:lnTo>
                    <a:pt x="1845437" y="101981"/>
                  </a:lnTo>
                  <a:lnTo>
                    <a:pt x="1915605" y="101981"/>
                  </a:lnTo>
                  <a:lnTo>
                    <a:pt x="1969897" y="9271"/>
                  </a:lnTo>
                  <a:lnTo>
                    <a:pt x="1971167" y="5207"/>
                  </a:lnTo>
                  <a:lnTo>
                    <a:pt x="1967229" y="2540"/>
                  </a:lnTo>
                  <a:close/>
                </a:path>
                <a:path w="2235200" h="351155">
                  <a:moveTo>
                    <a:pt x="194691" y="3937"/>
                  </a:moveTo>
                  <a:lnTo>
                    <a:pt x="4064" y="3937"/>
                  </a:lnTo>
                  <a:lnTo>
                    <a:pt x="2794" y="5207"/>
                  </a:lnTo>
                  <a:lnTo>
                    <a:pt x="2794" y="9271"/>
                  </a:lnTo>
                  <a:lnTo>
                    <a:pt x="0" y="9271"/>
                  </a:lnTo>
                  <a:lnTo>
                    <a:pt x="0" y="344170"/>
                  </a:lnTo>
                  <a:lnTo>
                    <a:pt x="1270" y="346837"/>
                  </a:lnTo>
                  <a:lnTo>
                    <a:pt x="197230" y="346837"/>
                  </a:lnTo>
                  <a:lnTo>
                    <a:pt x="198627" y="344170"/>
                  </a:lnTo>
                  <a:lnTo>
                    <a:pt x="198627" y="291211"/>
                  </a:lnTo>
                  <a:lnTo>
                    <a:pt x="197230" y="289941"/>
                  </a:lnTo>
                  <a:lnTo>
                    <a:pt x="70230" y="289941"/>
                  </a:lnTo>
                  <a:lnTo>
                    <a:pt x="67691" y="288671"/>
                  </a:lnTo>
                  <a:lnTo>
                    <a:pt x="67691" y="197231"/>
                  </a:lnTo>
                  <a:lnTo>
                    <a:pt x="70230" y="195961"/>
                  </a:lnTo>
                  <a:lnTo>
                    <a:pt x="176022" y="195961"/>
                  </a:lnTo>
                  <a:lnTo>
                    <a:pt x="177546" y="194564"/>
                  </a:lnTo>
                  <a:lnTo>
                    <a:pt x="177546" y="145669"/>
                  </a:lnTo>
                  <a:lnTo>
                    <a:pt x="176022" y="144272"/>
                  </a:lnTo>
                  <a:lnTo>
                    <a:pt x="70230" y="144272"/>
                  </a:lnTo>
                  <a:lnTo>
                    <a:pt x="67691" y="142875"/>
                  </a:lnTo>
                  <a:lnTo>
                    <a:pt x="67691" y="59563"/>
                  </a:lnTo>
                  <a:lnTo>
                    <a:pt x="70230" y="58293"/>
                  </a:lnTo>
                  <a:lnTo>
                    <a:pt x="193294" y="58293"/>
                  </a:lnTo>
                  <a:lnTo>
                    <a:pt x="195961" y="56896"/>
                  </a:lnTo>
                  <a:lnTo>
                    <a:pt x="195961" y="5207"/>
                  </a:lnTo>
                  <a:lnTo>
                    <a:pt x="194691" y="3937"/>
                  </a:lnTo>
                  <a:close/>
                </a:path>
                <a:path w="2235200" h="351155">
                  <a:moveTo>
                    <a:pt x="1256411" y="3937"/>
                  </a:moveTo>
                  <a:lnTo>
                    <a:pt x="1163701" y="3937"/>
                  </a:lnTo>
                  <a:lnTo>
                    <a:pt x="1162430" y="5207"/>
                  </a:lnTo>
                  <a:lnTo>
                    <a:pt x="1162430" y="344170"/>
                  </a:lnTo>
                  <a:lnTo>
                    <a:pt x="1163701" y="346837"/>
                  </a:lnTo>
                  <a:lnTo>
                    <a:pt x="1220597" y="346837"/>
                  </a:lnTo>
                  <a:lnTo>
                    <a:pt x="1221994" y="344170"/>
                  </a:lnTo>
                  <a:lnTo>
                    <a:pt x="1221994" y="83312"/>
                  </a:lnTo>
                  <a:lnTo>
                    <a:pt x="1286609" y="83312"/>
                  </a:lnTo>
                  <a:lnTo>
                    <a:pt x="1260348" y="10541"/>
                  </a:lnTo>
                  <a:lnTo>
                    <a:pt x="1257680" y="6604"/>
                  </a:lnTo>
                  <a:lnTo>
                    <a:pt x="1256411" y="3937"/>
                  </a:lnTo>
                  <a:close/>
                </a:path>
                <a:path w="2235200" h="351155">
                  <a:moveTo>
                    <a:pt x="1286609" y="83312"/>
                  </a:moveTo>
                  <a:lnTo>
                    <a:pt x="1228598" y="83312"/>
                  </a:lnTo>
                  <a:lnTo>
                    <a:pt x="1228598" y="86106"/>
                  </a:lnTo>
                  <a:lnTo>
                    <a:pt x="1231138" y="92710"/>
                  </a:lnTo>
                  <a:lnTo>
                    <a:pt x="1322577" y="340233"/>
                  </a:lnTo>
                  <a:lnTo>
                    <a:pt x="1323848" y="344170"/>
                  </a:lnTo>
                  <a:lnTo>
                    <a:pt x="1325245" y="346837"/>
                  </a:lnTo>
                  <a:lnTo>
                    <a:pt x="1413891" y="346837"/>
                  </a:lnTo>
                  <a:lnTo>
                    <a:pt x="1415288" y="344170"/>
                  </a:lnTo>
                  <a:lnTo>
                    <a:pt x="1415288" y="256794"/>
                  </a:lnTo>
                  <a:lnTo>
                    <a:pt x="1348994" y="256794"/>
                  </a:lnTo>
                  <a:lnTo>
                    <a:pt x="1346327" y="248793"/>
                  </a:lnTo>
                  <a:lnTo>
                    <a:pt x="1286609" y="83312"/>
                  </a:lnTo>
                  <a:close/>
                </a:path>
                <a:path w="2235200" h="351155">
                  <a:moveTo>
                    <a:pt x="1413891" y="3937"/>
                  </a:moveTo>
                  <a:lnTo>
                    <a:pt x="1356868" y="3937"/>
                  </a:lnTo>
                  <a:lnTo>
                    <a:pt x="1355598" y="5207"/>
                  </a:lnTo>
                  <a:lnTo>
                    <a:pt x="1355598" y="256794"/>
                  </a:lnTo>
                  <a:lnTo>
                    <a:pt x="1415288" y="256794"/>
                  </a:lnTo>
                  <a:lnTo>
                    <a:pt x="1415288" y="5207"/>
                  </a:lnTo>
                  <a:lnTo>
                    <a:pt x="1413891" y="3937"/>
                  </a:lnTo>
                  <a:close/>
                </a:path>
                <a:path w="2235200" h="351155">
                  <a:moveTo>
                    <a:pt x="1668018" y="3937"/>
                  </a:moveTo>
                  <a:lnTo>
                    <a:pt x="1478661" y="3937"/>
                  </a:lnTo>
                  <a:lnTo>
                    <a:pt x="1476121" y="5207"/>
                  </a:lnTo>
                  <a:lnTo>
                    <a:pt x="1476121" y="344170"/>
                  </a:lnTo>
                  <a:lnTo>
                    <a:pt x="1478661" y="346837"/>
                  </a:lnTo>
                  <a:lnTo>
                    <a:pt x="1673352" y="346837"/>
                  </a:lnTo>
                  <a:lnTo>
                    <a:pt x="1674622" y="344170"/>
                  </a:lnTo>
                  <a:lnTo>
                    <a:pt x="1674622" y="291211"/>
                  </a:lnTo>
                  <a:lnTo>
                    <a:pt x="1673352" y="289941"/>
                  </a:lnTo>
                  <a:lnTo>
                    <a:pt x="1546352" y="289941"/>
                  </a:lnTo>
                  <a:lnTo>
                    <a:pt x="1545081" y="288671"/>
                  </a:lnTo>
                  <a:lnTo>
                    <a:pt x="1545081" y="197231"/>
                  </a:lnTo>
                  <a:lnTo>
                    <a:pt x="1546352" y="195961"/>
                  </a:lnTo>
                  <a:lnTo>
                    <a:pt x="1652143" y="195961"/>
                  </a:lnTo>
                  <a:lnTo>
                    <a:pt x="1653413" y="194564"/>
                  </a:lnTo>
                  <a:lnTo>
                    <a:pt x="1653413" y="145669"/>
                  </a:lnTo>
                  <a:lnTo>
                    <a:pt x="1652143" y="144272"/>
                  </a:lnTo>
                  <a:lnTo>
                    <a:pt x="1546352" y="144272"/>
                  </a:lnTo>
                  <a:lnTo>
                    <a:pt x="1545081" y="142875"/>
                  </a:lnTo>
                  <a:lnTo>
                    <a:pt x="1545081" y="59563"/>
                  </a:lnTo>
                  <a:lnTo>
                    <a:pt x="1546352" y="58293"/>
                  </a:lnTo>
                  <a:lnTo>
                    <a:pt x="1668018" y="58293"/>
                  </a:lnTo>
                  <a:lnTo>
                    <a:pt x="1670685" y="56896"/>
                  </a:lnTo>
                  <a:lnTo>
                    <a:pt x="1670685" y="5207"/>
                  </a:lnTo>
                  <a:lnTo>
                    <a:pt x="1668018" y="3937"/>
                  </a:lnTo>
                  <a:close/>
                </a:path>
                <a:path w="2235200" h="351155">
                  <a:moveTo>
                    <a:pt x="2151253" y="58293"/>
                  </a:moveTo>
                  <a:lnTo>
                    <a:pt x="2081022" y="58293"/>
                  </a:lnTo>
                  <a:lnTo>
                    <a:pt x="2082419" y="59563"/>
                  </a:lnTo>
                  <a:lnTo>
                    <a:pt x="2082419" y="62103"/>
                  </a:lnTo>
                  <a:lnTo>
                    <a:pt x="2083816" y="62103"/>
                  </a:lnTo>
                  <a:lnTo>
                    <a:pt x="2083816" y="344170"/>
                  </a:lnTo>
                  <a:lnTo>
                    <a:pt x="2085086" y="346837"/>
                  </a:lnTo>
                  <a:lnTo>
                    <a:pt x="2148586" y="346837"/>
                  </a:lnTo>
                  <a:lnTo>
                    <a:pt x="2149982" y="344170"/>
                  </a:lnTo>
                  <a:lnTo>
                    <a:pt x="2149982" y="59563"/>
                  </a:lnTo>
                  <a:lnTo>
                    <a:pt x="2151253" y="58293"/>
                  </a:lnTo>
                  <a:close/>
                </a:path>
                <a:path w="2235200" h="351155">
                  <a:moveTo>
                    <a:pt x="2233422" y="3937"/>
                  </a:moveTo>
                  <a:lnTo>
                    <a:pt x="1998979" y="3937"/>
                  </a:lnTo>
                  <a:lnTo>
                    <a:pt x="1997710" y="5207"/>
                  </a:lnTo>
                  <a:lnTo>
                    <a:pt x="1997710" y="56896"/>
                  </a:lnTo>
                  <a:lnTo>
                    <a:pt x="1998979" y="58293"/>
                  </a:lnTo>
                  <a:lnTo>
                    <a:pt x="2232025" y="58293"/>
                  </a:lnTo>
                  <a:lnTo>
                    <a:pt x="2234692" y="56896"/>
                  </a:lnTo>
                  <a:lnTo>
                    <a:pt x="2234692" y="5207"/>
                  </a:lnTo>
                  <a:lnTo>
                    <a:pt x="2233422" y="3937"/>
                  </a:lnTo>
                  <a:close/>
                </a:path>
                <a:path w="2235200" h="351155">
                  <a:moveTo>
                    <a:pt x="320421" y="3937"/>
                  </a:moveTo>
                  <a:lnTo>
                    <a:pt x="256921" y="3937"/>
                  </a:lnTo>
                  <a:lnTo>
                    <a:pt x="255524" y="5207"/>
                  </a:lnTo>
                  <a:lnTo>
                    <a:pt x="255524" y="268732"/>
                  </a:lnTo>
                  <a:lnTo>
                    <a:pt x="263017" y="304428"/>
                  </a:lnTo>
                  <a:lnTo>
                    <a:pt x="285654" y="330088"/>
                  </a:lnTo>
                  <a:lnTo>
                    <a:pt x="323675" y="345580"/>
                  </a:lnTo>
                  <a:lnTo>
                    <a:pt x="377317" y="350774"/>
                  </a:lnTo>
                  <a:lnTo>
                    <a:pt x="427245" y="345580"/>
                  </a:lnTo>
                  <a:lnTo>
                    <a:pt x="466137" y="330088"/>
                  </a:lnTo>
                  <a:lnTo>
                    <a:pt x="491384" y="304428"/>
                  </a:lnTo>
                  <a:lnTo>
                    <a:pt x="493691" y="295275"/>
                  </a:lnTo>
                  <a:lnTo>
                    <a:pt x="377317" y="295275"/>
                  </a:lnTo>
                  <a:lnTo>
                    <a:pt x="356375" y="293820"/>
                  </a:lnTo>
                  <a:lnTo>
                    <a:pt x="338661" y="287639"/>
                  </a:lnTo>
                  <a:lnTo>
                    <a:pt x="326399" y="274004"/>
                  </a:lnTo>
                  <a:lnTo>
                    <a:pt x="321818" y="250190"/>
                  </a:lnTo>
                  <a:lnTo>
                    <a:pt x="321818" y="5207"/>
                  </a:lnTo>
                  <a:lnTo>
                    <a:pt x="320421" y="3937"/>
                  </a:lnTo>
                  <a:close/>
                </a:path>
                <a:path w="2235200" h="351155">
                  <a:moveTo>
                    <a:pt x="496570" y="3937"/>
                  </a:moveTo>
                  <a:lnTo>
                    <a:pt x="434213" y="3937"/>
                  </a:lnTo>
                  <a:lnTo>
                    <a:pt x="431673" y="5207"/>
                  </a:lnTo>
                  <a:lnTo>
                    <a:pt x="431673" y="248793"/>
                  </a:lnTo>
                  <a:lnTo>
                    <a:pt x="427448" y="272879"/>
                  </a:lnTo>
                  <a:lnTo>
                    <a:pt x="415877" y="286988"/>
                  </a:lnTo>
                  <a:lnTo>
                    <a:pt x="398615" y="293620"/>
                  </a:lnTo>
                  <a:lnTo>
                    <a:pt x="377317" y="295275"/>
                  </a:lnTo>
                  <a:lnTo>
                    <a:pt x="493691" y="295275"/>
                  </a:lnTo>
                  <a:lnTo>
                    <a:pt x="500379" y="268732"/>
                  </a:lnTo>
                  <a:lnTo>
                    <a:pt x="497840" y="9271"/>
                  </a:lnTo>
                  <a:lnTo>
                    <a:pt x="497840" y="5207"/>
                  </a:lnTo>
                  <a:lnTo>
                    <a:pt x="496570" y="3937"/>
                  </a:lnTo>
                  <a:close/>
                </a:path>
              </a:pathLst>
            </a:custGeom>
            <a:solidFill>
              <a:srgbClr val="0083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253728" y="2166073"/>
              <a:ext cx="93980" cy="270510"/>
            </a:xfrm>
            <a:custGeom>
              <a:avLst/>
              <a:gdLst/>
              <a:ahLst/>
              <a:cxnLst/>
              <a:rect l="l" t="t" r="r" b="b"/>
              <a:pathLst>
                <a:path w="93979" h="270510">
                  <a:moveTo>
                    <a:pt x="93976" y="0"/>
                  </a:moveTo>
                  <a:lnTo>
                    <a:pt x="0" y="0"/>
                  </a:lnTo>
                  <a:lnTo>
                    <a:pt x="0" y="270040"/>
                  </a:lnTo>
                  <a:lnTo>
                    <a:pt x="93976" y="270040"/>
                  </a:lnTo>
                  <a:lnTo>
                    <a:pt x="93976" y="0"/>
                  </a:lnTo>
                  <a:close/>
                </a:path>
              </a:pathLst>
            </a:custGeom>
            <a:solidFill>
              <a:srgbClr val="A0DA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253728" y="2436177"/>
              <a:ext cx="93980" cy="213360"/>
            </a:xfrm>
            <a:custGeom>
              <a:avLst/>
              <a:gdLst/>
              <a:ahLst/>
              <a:cxnLst/>
              <a:rect l="l" t="t" r="r" b="b"/>
              <a:pathLst>
                <a:path w="93979" h="213360">
                  <a:moveTo>
                    <a:pt x="93976" y="0"/>
                  </a:moveTo>
                  <a:lnTo>
                    <a:pt x="0" y="0"/>
                  </a:lnTo>
                  <a:lnTo>
                    <a:pt x="0" y="213169"/>
                  </a:lnTo>
                  <a:lnTo>
                    <a:pt x="93976" y="213169"/>
                  </a:lnTo>
                  <a:lnTo>
                    <a:pt x="93976" y="0"/>
                  </a:lnTo>
                  <a:close/>
                </a:path>
              </a:pathLst>
            </a:custGeom>
            <a:solidFill>
              <a:srgbClr val="41C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346184" y="1966188"/>
              <a:ext cx="95885" cy="298450"/>
            </a:xfrm>
            <a:custGeom>
              <a:avLst/>
              <a:gdLst/>
              <a:ahLst/>
              <a:cxnLst/>
              <a:rect l="l" t="t" r="r" b="b"/>
              <a:pathLst>
                <a:path w="95884" h="298450">
                  <a:moveTo>
                    <a:pt x="95408" y="0"/>
                  </a:moveTo>
                  <a:lnTo>
                    <a:pt x="0" y="0"/>
                  </a:lnTo>
                  <a:lnTo>
                    <a:pt x="0" y="297840"/>
                  </a:lnTo>
                  <a:lnTo>
                    <a:pt x="95408" y="297840"/>
                  </a:lnTo>
                  <a:lnTo>
                    <a:pt x="95408" y="0"/>
                  </a:lnTo>
                  <a:close/>
                </a:path>
              </a:pathLst>
            </a:custGeom>
            <a:solidFill>
              <a:srgbClr val="5BC5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346184" y="2264130"/>
              <a:ext cx="95885" cy="341630"/>
            </a:xfrm>
            <a:custGeom>
              <a:avLst/>
              <a:gdLst/>
              <a:ahLst/>
              <a:cxnLst/>
              <a:rect l="l" t="t" r="r" b="b"/>
              <a:pathLst>
                <a:path w="95884" h="341630">
                  <a:moveTo>
                    <a:pt x="95408" y="0"/>
                  </a:moveTo>
                  <a:lnTo>
                    <a:pt x="0" y="0"/>
                  </a:lnTo>
                  <a:lnTo>
                    <a:pt x="0" y="341528"/>
                  </a:lnTo>
                  <a:lnTo>
                    <a:pt x="95408" y="341528"/>
                  </a:lnTo>
                  <a:lnTo>
                    <a:pt x="95408" y="0"/>
                  </a:lnTo>
                  <a:close/>
                </a:path>
              </a:pathLst>
            </a:custGeom>
            <a:solidFill>
              <a:srgbClr val="009F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441688" y="2016467"/>
              <a:ext cx="95885" cy="320675"/>
            </a:xfrm>
            <a:custGeom>
              <a:avLst/>
              <a:gdLst/>
              <a:ahLst/>
              <a:cxnLst/>
              <a:rect l="l" t="t" r="r" b="b"/>
              <a:pathLst>
                <a:path w="95884" h="320675">
                  <a:moveTo>
                    <a:pt x="95263" y="0"/>
                  </a:moveTo>
                  <a:lnTo>
                    <a:pt x="0" y="0"/>
                  </a:lnTo>
                  <a:lnTo>
                    <a:pt x="0" y="320332"/>
                  </a:lnTo>
                  <a:lnTo>
                    <a:pt x="95263" y="320332"/>
                  </a:lnTo>
                  <a:lnTo>
                    <a:pt x="95263" y="0"/>
                  </a:lnTo>
                  <a:close/>
                </a:path>
              </a:pathLst>
            </a:custGeom>
            <a:solidFill>
              <a:srgbClr val="4ABA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441688" y="2336787"/>
              <a:ext cx="95885" cy="376555"/>
            </a:xfrm>
            <a:custGeom>
              <a:avLst/>
              <a:gdLst/>
              <a:ahLst/>
              <a:cxnLst/>
              <a:rect l="l" t="t" r="r" b="b"/>
              <a:pathLst>
                <a:path w="95884" h="376555">
                  <a:moveTo>
                    <a:pt x="95263" y="0"/>
                  </a:moveTo>
                  <a:lnTo>
                    <a:pt x="0" y="0"/>
                  </a:lnTo>
                  <a:lnTo>
                    <a:pt x="0" y="376059"/>
                  </a:lnTo>
                  <a:lnTo>
                    <a:pt x="95263" y="376059"/>
                  </a:lnTo>
                  <a:lnTo>
                    <a:pt x="95263" y="0"/>
                  </a:lnTo>
                  <a:close/>
                </a:path>
              </a:pathLst>
            </a:custGeom>
            <a:solidFill>
              <a:srgbClr val="00A1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536938" y="1821878"/>
              <a:ext cx="143510" cy="343535"/>
            </a:xfrm>
            <a:custGeom>
              <a:avLst/>
              <a:gdLst/>
              <a:ahLst/>
              <a:cxnLst/>
              <a:rect l="l" t="t" r="r" b="b"/>
              <a:pathLst>
                <a:path w="143509" h="343535">
                  <a:moveTo>
                    <a:pt x="142963" y="0"/>
                  </a:moveTo>
                  <a:lnTo>
                    <a:pt x="0" y="0"/>
                  </a:lnTo>
                  <a:lnTo>
                    <a:pt x="0" y="342963"/>
                  </a:lnTo>
                  <a:lnTo>
                    <a:pt x="142963" y="342963"/>
                  </a:lnTo>
                  <a:lnTo>
                    <a:pt x="142963" y="0"/>
                  </a:lnTo>
                  <a:close/>
                </a:path>
              </a:pathLst>
            </a:custGeom>
            <a:solidFill>
              <a:srgbClr val="96D2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536938" y="2164740"/>
              <a:ext cx="143510" cy="628015"/>
            </a:xfrm>
            <a:custGeom>
              <a:avLst/>
              <a:gdLst/>
              <a:ahLst/>
              <a:cxnLst/>
              <a:rect l="l" t="t" r="r" b="b"/>
              <a:pathLst>
                <a:path w="143509" h="628014">
                  <a:moveTo>
                    <a:pt x="142963" y="0"/>
                  </a:moveTo>
                  <a:lnTo>
                    <a:pt x="0" y="0"/>
                  </a:lnTo>
                  <a:lnTo>
                    <a:pt x="0" y="627481"/>
                  </a:lnTo>
                  <a:lnTo>
                    <a:pt x="142963" y="627481"/>
                  </a:lnTo>
                  <a:lnTo>
                    <a:pt x="142963" y="0"/>
                  </a:lnTo>
                  <a:close/>
                </a:path>
              </a:pathLst>
            </a:custGeom>
            <a:solidFill>
              <a:srgbClr val="008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679940" y="1991309"/>
              <a:ext cx="95885" cy="443865"/>
            </a:xfrm>
            <a:custGeom>
              <a:avLst/>
              <a:gdLst/>
              <a:ahLst/>
              <a:cxnLst/>
              <a:rect l="l" t="t" r="r" b="b"/>
              <a:pathLst>
                <a:path w="95884" h="443864">
                  <a:moveTo>
                    <a:pt x="95265" y="0"/>
                  </a:moveTo>
                  <a:lnTo>
                    <a:pt x="0" y="0"/>
                  </a:lnTo>
                  <a:lnTo>
                    <a:pt x="0" y="443534"/>
                  </a:lnTo>
                  <a:lnTo>
                    <a:pt x="95265" y="443534"/>
                  </a:lnTo>
                  <a:lnTo>
                    <a:pt x="95265" y="0"/>
                  </a:lnTo>
                  <a:close/>
                </a:path>
              </a:pathLst>
            </a:custGeom>
            <a:solidFill>
              <a:srgbClr val="009B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679940" y="2434780"/>
              <a:ext cx="95885" cy="415925"/>
            </a:xfrm>
            <a:custGeom>
              <a:avLst/>
              <a:gdLst/>
              <a:ahLst/>
              <a:cxnLst/>
              <a:rect l="l" t="t" r="r" b="b"/>
              <a:pathLst>
                <a:path w="95884" h="415925">
                  <a:moveTo>
                    <a:pt x="95265" y="0"/>
                  </a:moveTo>
                  <a:lnTo>
                    <a:pt x="0" y="0"/>
                  </a:lnTo>
                  <a:lnTo>
                    <a:pt x="0" y="415734"/>
                  </a:lnTo>
                  <a:lnTo>
                    <a:pt x="95265" y="415734"/>
                  </a:lnTo>
                  <a:lnTo>
                    <a:pt x="95265" y="0"/>
                  </a:lnTo>
                  <a:close/>
                </a:path>
              </a:pathLst>
            </a:custGeom>
            <a:solidFill>
              <a:srgbClr val="0061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775190" y="1906625"/>
              <a:ext cx="143510" cy="392430"/>
            </a:xfrm>
            <a:custGeom>
              <a:avLst/>
              <a:gdLst/>
              <a:ahLst/>
              <a:cxnLst/>
              <a:rect l="l" t="t" r="r" b="b"/>
              <a:pathLst>
                <a:path w="143509" h="392430">
                  <a:moveTo>
                    <a:pt x="143116" y="0"/>
                  </a:moveTo>
                  <a:lnTo>
                    <a:pt x="0" y="0"/>
                  </a:lnTo>
                  <a:lnTo>
                    <a:pt x="0" y="391820"/>
                  </a:lnTo>
                  <a:lnTo>
                    <a:pt x="143116" y="391820"/>
                  </a:lnTo>
                  <a:lnTo>
                    <a:pt x="143116" y="0"/>
                  </a:lnTo>
                  <a:close/>
                </a:path>
              </a:pathLst>
            </a:custGeom>
            <a:solidFill>
              <a:srgbClr val="87B8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775190" y="2298446"/>
              <a:ext cx="143510" cy="426720"/>
            </a:xfrm>
            <a:custGeom>
              <a:avLst/>
              <a:gdLst/>
              <a:ahLst/>
              <a:cxnLst/>
              <a:rect l="l" t="t" r="r" b="b"/>
              <a:pathLst>
                <a:path w="143509" h="426719">
                  <a:moveTo>
                    <a:pt x="143116" y="0"/>
                  </a:moveTo>
                  <a:lnTo>
                    <a:pt x="0" y="0"/>
                  </a:lnTo>
                  <a:lnTo>
                    <a:pt x="0" y="426339"/>
                  </a:lnTo>
                  <a:lnTo>
                    <a:pt x="143116" y="426339"/>
                  </a:lnTo>
                  <a:lnTo>
                    <a:pt x="143116" y="0"/>
                  </a:lnTo>
                  <a:close/>
                </a:path>
              </a:pathLst>
            </a:custGeom>
            <a:solidFill>
              <a:srgbClr val="0078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18319" y="2103920"/>
              <a:ext cx="189226" cy="503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1"/>
            <a:ext cx="18288000" cy="10287000"/>
            <a:chOff x="0" y="61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1"/>
              <a:ext cx="18288000" cy="1028693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5800" y="1767459"/>
              <a:ext cx="8246745" cy="8519795"/>
            </a:xfrm>
            <a:custGeom>
              <a:avLst/>
              <a:gdLst/>
              <a:ahLst/>
              <a:cxnLst/>
              <a:rect l="l" t="t" r="r" b="b"/>
              <a:pathLst>
                <a:path w="8246745" h="8519795">
                  <a:moveTo>
                    <a:pt x="8164195" y="0"/>
                  </a:moveTo>
                  <a:lnTo>
                    <a:pt x="82461" y="0"/>
                  </a:lnTo>
                  <a:lnTo>
                    <a:pt x="50363" y="6467"/>
                  </a:lnTo>
                  <a:lnTo>
                    <a:pt x="24152" y="24114"/>
                  </a:lnTo>
                  <a:lnTo>
                    <a:pt x="6480" y="50309"/>
                  </a:lnTo>
                  <a:lnTo>
                    <a:pt x="0" y="82423"/>
                  </a:lnTo>
                  <a:lnTo>
                    <a:pt x="0" y="8519365"/>
                  </a:lnTo>
                  <a:lnTo>
                    <a:pt x="8246745" y="8519365"/>
                  </a:lnTo>
                  <a:lnTo>
                    <a:pt x="8246745" y="82423"/>
                  </a:lnTo>
                  <a:lnTo>
                    <a:pt x="8240258" y="50309"/>
                  </a:lnTo>
                  <a:lnTo>
                    <a:pt x="8222567" y="24114"/>
                  </a:lnTo>
                  <a:lnTo>
                    <a:pt x="8196327" y="6467"/>
                  </a:lnTo>
                  <a:lnTo>
                    <a:pt x="8164195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249476" y="3388614"/>
            <a:ext cx="7044055" cy="581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397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Challenge:</a:t>
            </a:r>
            <a:r>
              <a:rPr dirty="0" sz="1800" spc="-2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SGX는</a:t>
            </a:r>
            <a:r>
              <a:rPr dirty="0" sz="1800" spc="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대량 거래량으로 인해 부담의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조짐을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보이기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시작한 레거시 거래 플랫폼을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현대화하기를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원했습니다.</a:t>
            </a:r>
            <a:endParaRPr sz="1800">
              <a:latin typeface="Malgun Gothic"/>
              <a:cs typeface="Malgun Gothic"/>
            </a:endParaRPr>
          </a:p>
          <a:p>
            <a:pPr marL="12700" marR="202565">
              <a:lnSpc>
                <a:spcPct val="100000"/>
              </a:lnSpc>
              <a:spcBef>
                <a:spcPts val="288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Solution:</a:t>
            </a:r>
            <a:r>
              <a:rPr dirty="0" sz="1800" spc="-2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SGX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는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Confluent를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활용하여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더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짧은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대기</a:t>
            </a:r>
            <a:r>
              <a:rPr dirty="0" sz="1800" spc="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시간과 </a:t>
            </a:r>
            <a:r>
              <a:rPr dirty="0" sz="1800" spc="-50">
                <a:solidFill>
                  <a:srgbClr val="221F1F"/>
                </a:solidFill>
                <a:latin typeface="Malgun Gothic"/>
                <a:cs typeface="Malgun Gothic"/>
              </a:rPr>
              <a:t>더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높은 처리량으로 더 안정적이고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확장 가능한 마이크로 서비스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기반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아키텍처를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지원합니다.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solidFill>
                  <a:srgbClr val="221F1F"/>
                </a:solidFill>
                <a:latin typeface="Arial"/>
                <a:cs typeface="Arial"/>
              </a:rPr>
              <a:t>Results:</a:t>
            </a:r>
            <a:endParaRPr sz="1800">
              <a:latin typeface="Arial"/>
              <a:cs typeface="Arial"/>
            </a:endParaRPr>
          </a:p>
          <a:p>
            <a:pPr marL="367665" indent="-3429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가동 시간 100%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달성</a:t>
            </a:r>
            <a:endParaRPr sz="1800">
              <a:latin typeface="Malgun Gothic"/>
              <a:cs typeface="Malgun Gothic"/>
            </a:endParaRPr>
          </a:p>
          <a:p>
            <a:pPr marL="36766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출시 시간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단축</a:t>
            </a:r>
            <a:endParaRPr sz="1800">
              <a:latin typeface="Malgun Gothic"/>
              <a:cs typeface="Malgun Gothic"/>
            </a:endParaRPr>
          </a:p>
          <a:p>
            <a:pPr marL="367665" indent="-3429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효과적인 지원 응답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수신</a:t>
            </a:r>
            <a:endParaRPr sz="1800">
              <a:latin typeface="Malgun Gothic"/>
              <a:cs typeface="Malgun Gothic"/>
            </a:endParaRPr>
          </a:p>
          <a:p>
            <a:pPr marL="36766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효율적인 표준화된 아키텍처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제공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14999"/>
              </a:lnSpc>
              <a:spcBef>
                <a:spcPts val="2485"/>
              </a:spcBef>
            </a:pP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“Confluent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engineers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have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worked</a:t>
            </a:r>
            <a:r>
              <a:rPr dirty="0" sz="1800" spc="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hard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4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ensure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our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success,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both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before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we</a:t>
            </a:r>
            <a:r>
              <a:rPr dirty="0" sz="1800" spc="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went</a:t>
            </a:r>
            <a:r>
              <a:rPr dirty="0" sz="1800" spc="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live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after.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SGX,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Confluent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offers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resilient, 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low-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latency</a:t>
            </a:r>
            <a:r>
              <a:rPr dirty="0" sz="1800" spc="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messaging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backbone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for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an</a:t>
            </a:r>
            <a:r>
              <a:rPr dirty="0" sz="1800" spc="-3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architecture</a:t>
            </a:r>
            <a:r>
              <a:rPr dirty="0" sz="18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that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has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enabled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us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increase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agility,</a:t>
            </a:r>
            <a:r>
              <a:rPr dirty="0" sz="1800" spc="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streamline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DevOps,</a:t>
            </a:r>
            <a:r>
              <a:rPr dirty="0" sz="18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shorten</a:t>
            </a:r>
            <a:r>
              <a:rPr dirty="0" sz="1800" spc="-4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Arial"/>
                <a:cs typeface="Arial"/>
              </a:rPr>
              <a:t>time</a:t>
            </a:r>
            <a:r>
              <a:rPr dirty="0" sz="1800" spc="-4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Arial"/>
                <a:cs typeface="Arial"/>
              </a:rPr>
              <a:t>to </a:t>
            </a:r>
            <a:r>
              <a:rPr dirty="0" sz="1800" spc="-10">
                <a:solidFill>
                  <a:srgbClr val="221F1F"/>
                </a:solidFill>
                <a:latin typeface="Arial"/>
                <a:cs typeface="Arial"/>
              </a:rPr>
              <a:t>market.”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—</a:t>
            </a:r>
            <a:r>
              <a:rPr dirty="0" sz="1400" spc="-2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Sunarto</a:t>
            </a:r>
            <a:r>
              <a:rPr dirty="0" sz="1400" spc="-4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Rahardja,</a:t>
            </a:r>
            <a:r>
              <a:rPr dirty="0" sz="1400" spc="-5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Head</a:t>
            </a:r>
            <a:r>
              <a:rPr dirty="0" sz="1400" spc="-3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of</a:t>
            </a:r>
            <a:r>
              <a:rPr dirty="0" sz="1400" spc="-1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Software</a:t>
            </a:r>
            <a:r>
              <a:rPr dirty="0" sz="1400" spc="-6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21F1F"/>
                </a:solidFill>
                <a:latin typeface="Arial"/>
                <a:cs typeface="Arial"/>
              </a:rPr>
              <a:t>Development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261999" y="674497"/>
            <a:ext cx="16113125" cy="2312670"/>
            <a:chOff x="1261999" y="674497"/>
            <a:chExt cx="16113125" cy="2312670"/>
          </a:xfrm>
        </p:grpSpPr>
        <p:sp>
          <p:nvSpPr>
            <p:cNvPr id="7" name="object 7" descr=""/>
            <p:cNvSpPr/>
            <p:nvPr/>
          </p:nvSpPr>
          <p:spPr>
            <a:xfrm>
              <a:off x="16817341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26" y="427101"/>
                  </a:lnTo>
                  <a:lnTo>
                    <a:pt x="272148" y="437642"/>
                  </a:lnTo>
                  <a:lnTo>
                    <a:pt x="273050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1999" y="2270188"/>
              <a:ext cx="2520569" cy="7169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3"/>
            <a:ext cx="18288000" cy="10287000"/>
            <a:chOff x="0" y="13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3"/>
              <a:ext cx="18288000" cy="10286986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778747" y="1532889"/>
              <a:ext cx="8596630" cy="8754110"/>
            </a:xfrm>
            <a:custGeom>
              <a:avLst/>
              <a:gdLst/>
              <a:ahLst/>
              <a:cxnLst/>
              <a:rect l="l" t="t" r="r" b="b"/>
              <a:pathLst>
                <a:path w="8596630" h="8754110">
                  <a:moveTo>
                    <a:pt x="8510142" y="0"/>
                  </a:moveTo>
                  <a:lnTo>
                    <a:pt x="85851" y="0"/>
                  </a:lnTo>
                  <a:lnTo>
                    <a:pt x="52452" y="6772"/>
                  </a:lnTo>
                  <a:lnTo>
                    <a:pt x="25161" y="25225"/>
                  </a:lnTo>
                  <a:lnTo>
                    <a:pt x="6752" y="52560"/>
                  </a:lnTo>
                  <a:lnTo>
                    <a:pt x="0" y="85978"/>
                  </a:lnTo>
                  <a:lnTo>
                    <a:pt x="0" y="8754058"/>
                  </a:lnTo>
                  <a:lnTo>
                    <a:pt x="8596121" y="8754058"/>
                  </a:lnTo>
                  <a:lnTo>
                    <a:pt x="8596121" y="85978"/>
                  </a:lnTo>
                  <a:lnTo>
                    <a:pt x="8589367" y="52560"/>
                  </a:lnTo>
                  <a:lnTo>
                    <a:pt x="8570944" y="25225"/>
                  </a:lnTo>
                  <a:lnTo>
                    <a:pt x="8543615" y="6772"/>
                  </a:lnTo>
                  <a:lnTo>
                    <a:pt x="8510142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343135" y="3464814"/>
            <a:ext cx="7388225" cy="5687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Challenge:</a:t>
            </a:r>
            <a:r>
              <a:rPr dirty="0" sz="1800" spc="-4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Affin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Hwang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Asset</a:t>
            </a:r>
            <a:r>
              <a:rPr dirty="0" sz="18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Management는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말레이시아에서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가장</a:t>
            </a:r>
            <a:r>
              <a:rPr dirty="0" sz="18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50">
                <a:solidFill>
                  <a:srgbClr val="221F1F"/>
                </a:solidFill>
                <a:latin typeface="Malgun Gothic"/>
                <a:cs typeface="Malgun Gothic"/>
              </a:rPr>
              <a:t>큰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자산 관리 회사 중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하나에서 핵심 업무를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현대화하고 디지털화하는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것을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모색하고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있었습니다.</a:t>
            </a:r>
            <a:endParaRPr sz="1800">
              <a:latin typeface="Malgun Gothic"/>
              <a:cs typeface="Malgun Gothic"/>
            </a:endParaRPr>
          </a:p>
          <a:p>
            <a:pPr algn="just" marL="12700" marR="399415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221F1F"/>
                </a:solidFill>
                <a:latin typeface="Arial"/>
                <a:cs typeface="Arial"/>
              </a:rPr>
              <a:t>Solution:</a:t>
            </a:r>
            <a:r>
              <a:rPr dirty="0" sz="18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Affin Hwang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AM은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Confluent를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느린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배치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지향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프로세스를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주요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시스템에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거의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업데이트를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제공하는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데이터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스트림으로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대체합니다.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solidFill>
                  <a:srgbClr val="221F1F"/>
                </a:solidFill>
                <a:latin typeface="Arial"/>
                <a:cs typeface="Arial"/>
              </a:rPr>
              <a:t>Results:</a:t>
            </a:r>
            <a:endParaRPr sz="1800">
              <a:latin typeface="Arial"/>
              <a:cs typeface="Arial"/>
            </a:endParaRPr>
          </a:p>
          <a:p>
            <a:pPr marL="36766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출시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기간(개월)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단축</a:t>
            </a:r>
            <a:endParaRPr sz="1800">
              <a:latin typeface="Malgun Gothic"/>
              <a:cs typeface="Malgun Gothic"/>
            </a:endParaRPr>
          </a:p>
          <a:p>
            <a:pPr marL="36766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일일 데이터 액세스 지연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제거</a:t>
            </a:r>
            <a:endParaRPr sz="1800">
              <a:latin typeface="Malgun Gothic"/>
              <a:cs typeface="Malgun Gothic"/>
            </a:endParaRPr>
          </a:p>
          <a:p>
            <a:pPr marL="367665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676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새로운 비즈니스 기회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확보</a:t>
            </a:r>
            <a:endParaRPr sz="1800">
              <a:latin typeface="Malgun Gothic"/>
              <a:cs typeface="Malgun Gothic"/>
            </a:endParaRPr>
          </a:p>
          <a:p>
            <a:pPr marL="12700" marR="41275">
              <a:lnSpc>
                <a:spcPct val="114999"/>
              </a:lnSpc>
              <a:spcBef>
                <a:spcPts val="2485"/>
              </a:spcBef>
            </a:pP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“The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team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at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Confluent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has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been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exceptional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in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understanding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the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resources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that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we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have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working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closely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with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us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support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our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 vision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of</a:t>
            </a:r>
            <a:r>
              <a:rPr dirty="0" sz="1800" spc="-4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adopting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data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streaming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quickly.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Already,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transaction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data</a:t>
            </a:r>
            <a:r>
              <a:rPr dirty="0" sz="1800" spc="-4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updates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that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used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take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up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to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day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are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now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available</a:t>
            </a:r>
            <a:r>
              <a:rPr dirty="0" sz="1800" spc="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right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away,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and</a:t>
            </a:r>
            <a:r>
              <a:rPr dirty="0" sz="1800" spc="-1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10" i="1">
                <a:solidFill>
                  <a:srgbClr val="221F1F"/>
                </a:solidFill>
                <a:latin typeface="Arial"/>
                <a:cs typeface="Arial"/>
              </a:rPr>
              <a:t>we’re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excited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about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the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many</a:t>
            </a:r>
            <a:r>
              <a:rPr dirty="0" sz="1800" spc="-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other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doors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that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data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streaming</a:t>
            </a:r>
            <a:r>
              <a:rPr dirty="0" sz="1800" spc="-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will</a:t>
            </a:r>
            <a:r>
              <a:rPr dirty="0" sz="1800" spc="-30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open</a:t>
            </a:r>
            <a:r>
              <a:rPr dirty="0" sz="1800" spc="-2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221F1F"/>
                </a:solidFill>
                <a:latin typeface="Arial"/>
                <a:cs typeface="Arial"/>
              </a:rPr>
              <a:t>for</a:t>
            </a:r>
            <a:r>
              <a:rPr dirty="0" sz="1800" spc="-35" i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800" spc="-20" i="1">
                <a:solidFill>
                  <a:srgbClr val="221F1F"/>
                </a:solidFill>
                <a:latin typeface="Arial"/>
                <a:cs typeface="Arial"/>
              </a:rPr>
              <a:t>us.”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—</a:t>
            </a:r>
            <a:r>
              <a:rPr dirty="0" sz="1400" spc="-3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Allen</a:t>
            </a:r>
            <a:r>
              <a:rPr dirty="0" sz="1400" spc="-20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21F1F"/>
                </a:solidFill>
                <a:latin typeface="Arial"/>
                <a:cs typeface="Arial"/>
              </a:rPr>
              <a:t>Woo,</a:t>
            </a:r>
            <a:r>
              <a:rPr dirty="0" sz="1400" spc="-35" b="1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221F1F"/>
                </a:solidFill>
                <a:latin typeface="Arial"/>
                <a:cs typeface="Arial"/>
              </a:rPr>
              <a:t>CIO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354946" y="674497"/>
            <a:ext cx="8020050" cy="2441575"/>
            <a:chOff x="9354946" y="674497"/>
            <a:chExt cx="8020050" cy="2441575"/>
          </a:xfrm>
        </p:grpSpPr>
        <p:sp>
          <p:nvSpPr>
            <p:cNvPr id="7" name="object 7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26" y="427101"/>
                  </a:lnTo>
                  <a:lnTo>
                    <a:pt x="272148" y="437642"/>
                  </a:lnTo>
                  <a:lnTo>
                    <a:pt x="273050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54946" y="1979028"/>
              <a:ext cx="3141472" cy="11370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85800" y="1231646"/>
            <a:ext cx="17602200" cy="9055735"/>
            <a:chOff x="685800" y="1231646"/>
            <a:chExt cx="17602200" cy="90557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7671" y="2805554"/>
              <a:ext cx="13300329" cy="748061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5800" y="1231646"/>
              <a:ext cx="7682865" cy="9055735"/>
            </a:xfrm>
            <a:custGeom>
              <a:avLst/>
              <a:gdLst/>
              <a:ahLst/>
              <a:cxnLst/>
              <a:rect l="l" t="t" r="r" b="b"/>
              <a:pathLst>
                <a:path w="7682865" h="9055735">
                  <a:moveTo>
                    <a:pt x="7605522" y="0"/>
                  </a:moveTo>
                  <a:lnTo>
                    <a:pt x="76822" y="0"/>
                  </a:lnTo>
                  <a:lnTo>
                    <a:pt x="46918" y="6040"/>
                  </a:lnTo>
                  <a:lnTo>
                    <a:pt x="22499" y="22510"/>
                  </a:lnTo>
                  <a:lnTo>
                    <a:pt x="6036" y="46934"/>
                  </a:lnTo>
                  <a:lnTo>
                    <a:pt x="0" y="76834"/>
                  </a:lnTo>
                  <a:lnTo>
                    <a:pt x="0" y="9055178"/>
                  </a:lnTo>
                  <a:lnTo>
                    <a:pt x="7682357" y="9055178"/>
                  </a:lnTo>
                  <a:lnTo>
                    <a:pt x="7682357" y="76834"/>
                  </a:lnTo>
                  <a:lnTo>
                    <a:pt x="7676316" y="46934"/>
                  </a:lnTo>
                  <a:lnTo>
                    <a:pt x="7659846" y="22510"/>
                  </a:lnTo>
                  <a:lnTo>
                    <a:pt x="7635422" y="6040"/>
                  </a:lnTo>
                  <a:lnTo>
                    <a:pt x="7605522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249476" y="2627756"/>
            <a:ext cx="6620509" cy="6189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461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Malgun Gothic"/>
                <a:cs typeface="Malgun Gothic"/>
              </a:rPr>
              <a:t>직면</a:t>
            </a:r>
            <a:r>
              <a:rPr dirty="0" sz="1800" spc="-15" b="1">
                <a:latin typeface="Malgun Gothic"/>
                <a:cs typeface="Malgun Gothic"/>
              </a:rPr>
              <a:t> </a:t>
            </a:r>
            <a:r>
              <a:rPr dirty="0" sz="1800" b="1">
                <a:latin typeface="Malgun Gothic"/>
                <a:cs typeface="Malgun Gothic"/>
              </a:rPr>
              <a:t>과제: </a:t>
            </a:r>
            <a:r>
              <a:rPr dirty="0" sz="1800">
                <a:latin typeface="Malgun Gothic"/>
                <a:cs typeface="Malgun Gothic"/>
              </a:rPr>
              <a:t>Ladder는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기계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학습을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적용하여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생명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보험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인수 </a:t>
            </a:r>
            <a:r>
              <a:rPr dirty="0" sz="1800">
                <a:latin typeface="Malgun Gothic"/>
                <a:cs typeface="Malgun Gothic"/>
              </a:rPr>
              <a:t>프로세스를 가속화하여 고객이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승인되면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몇 분 안에 </a:t>
            </a:r>
            <a:r>
              <a:rPr dirty="0" sz="1800" spc="-25">
                <a:latin typeface="Malgun Gothic"/>
                <a:cs typeface="Malgun Gothic"/>
              </a:rPr>
              <a:t>정책을 </a:t>
            </a:r>
            <a:r>
              <a:rPr dirty="0" sz="1800">
                <a:latin typeface="Malgun Gothic"/>
                <a:cs typeface="Malgun Gothic"/>
              </a:rPr>
              <a:t>신청하고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적용할 수 있기를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원했습니다.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latin typeface="Malgun Gothic"/>
                <a:cs typeface="Malgun Gothic"/>
              </a:rPr>
              <a:t>Solution:</a:t>
            </a:r>
            <a:r>
              <a:rPr dirty="0" sz="1800" spc="-30" b="1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Ladder는 Confluent를</a:t>
            </a:r>
            <a:r>
              <a:rPr dirty="0" sz="1800" spc="-4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통해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거의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실시간으로</a:t>
            </a:r>
            <a:r>
              <a:rPr dirty="0" sz="1800" spc="-30">
                <a:latin typeface="Malgun Gothic"/>
                <a:cs typeface="Malgun Gothic"/>
              </a:rPr>
              <a:t> </a:t>
            </a:r>
            <a:r>
              <a:rPr dirty="0" sz="1800" spc="-20">
                <a:latin typeface="Malgun Gothic"/>
                <a:cs typeface="Malgun Gothic"/>
              </a:rPr>
              <a:t>데이터를 </a:t>
            </a:r>
            <a:r>
              <a:rPr dirty="0" sz="1800">
                <a:latin typeface="Malgun Gothic"/>
                <a:cs typeface="Malgun Gothic"/>
              </a:rPr>
              <a:t>기계 학습 모델로 스트리밍하는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안정적이고 확장 가능하며 </a:t>
            </a:r>
            <a:r>
              <a:rPr dirty="0" sz="1800" spc="-25">
                <a:latin typeface="Malgun Gothic"/>
                <a:cs typeface="Malgun Gothic"/>
              </a:rPr>
              <a:t>유지 </a:t>
            </a:r>
            <a:r>
              <a:rPr dirty="0" sz="1800">
                <a:latin typeface="Malgun Gothic"/>
                <a:cs typeface="Malgun Gothic"/>
              </a:rPr>
              <a:t>관리가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적은 이벤트 기반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아키텍처를 </a:t>
            </a:r>
            <a:r>
              <a:rPr dirty="0" sz="1800" spc="-10">
                <a:latin typeface="Malgun Gothic"/>
                <a:cs typeface="Malgun Gothic"/>
              </a:rPr>
              <a:t>구축했습니다.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latin typeface="Malgun Gothic"/>
                <a:cs typeface="Malgun Gothic"/>
              </a:rPr>
              <a:t>Results: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latin typeface="Malgun Gothic"/>
                <a:cs typeface="Malgun Gothic"/>
              </a:rPr>
              <a:t>신뢰성 </a:t>
            </a:r>
            <a:r>
              <a:rPr dirty="0" sz="1800" spc="-25">
                <a:latin typeface="Malgun Gothic"/>
                <a:cs typeface="Malgun Gothic"/>
              </a:rPr>
              <a:t>극대화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latin typeface="Malgun Gothic"/>
                <a:cs typeface="Malgun Gothic"/>
              </a:rPr>
              <a:t>보다 가치 있는 업무에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집중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latin typeface="Malgun Gothic"/>
                <a:cs typeface="Malgun Gothic"/>
              </a:rPr>
              <a:t>신속한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ROI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달성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0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latin typeface="Malgun Gothic"/>
                <a:cs typeface="Malgun Gothic"/>
              </a:rPr>
              <a:t>수 분 안에 정책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적용 </a:t>
            </a:r>
            <a:r>
              <a:rPr dirty="0" sz="1800" spc="-25">
                <a:latin typeface="Malgun Gothic"/>
                <a:cs typeface="Malgun Gothic"/>
              </a:rPr>
              <a:t>완료</a:t>
            </a:r>
            <a:endParaRPr sz="1800">
              <a:latin typeface="Malgun Gothic"/>
              <a:cs typeface="Malgun Gothic"/>
            </a:endParaRPr>
          </a:p>
          <a:p>
            <a:pPr marL="12700" marR="88900">
              <a:lnSpc>
                <a:spcPct val="114999"/>
              </a:lnSpc>
              <a:spcBef>
                <a:spcPts val="2485"/>
              </a:spcBef>
            </a:pPr>
            <a:r>
              <a:rPr dirty="0" sz="1800">
                <a:latin typeface="Malgun Gothic"/>
                <a:cs typeface="Malgun Gothic"/>
              </a:rPr>
              <a:t>“Ladder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엔지니어링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팀의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강점은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Kafka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클러스터를</a:t>
            </a:r>
            <a:r>
              <a:rPr dirty="0" sz="1800" spc="-20">
                <a:latin typeface="Malgun Gothic"/>
                <a:cs typeface="Malgun Gothic"/>
              </a:rPr>
              <a:t> 실행하는 </a:t>
            </a:r>
            <a:r>
              <a:rPr dirty="0" sz="1800">
                <a:latin typeface="Malgun Gothic"/>
                <a:cs typeface="Malgun Gothic"/>
              </a:rPr>
              <a:t>것보다 훌륭한 고객 경험을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만들고 비즈니스 </a:t>
            </a:r>
            <a:r>
              <a:rPr dirty="0" sz="1800" spc="-10">
                <a:latin typeface="Malgun Gothic"/>
                <a:cs typeface="Malgun Gothic"/>
              </a:rPr>
              <a:t>프로세스를 </a:t>
            </a:r>
            <a:r>
              <a:rPr dirty="0" sz="1800">
                <a:latin typeface="Malgun Gothic"/>
                <a:cs typeface="Malgun Gothic"/>
              </a:rPr>
              <a:t>자동화하는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데 있습니다.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Confluent를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사용하여 </a:t>
            </a:r>
            <a:r>
              <a:rPr dirty="0" sz="1800" spc="-20">
                <a:latin typeface="Malgun Gothic"/>
                <a:cs typeface="Malgun Gothic"/>
              </a:rPr>
              <a:t>데이터를 </a:t>
            </a:r>
            <a:r>
              <a:rPr dirty="0" sz="1800">
                <a:latin typeface="Malgun Gothic"/>
                <a:cs typeface="Malgun Gothic"/>
              </a:rPr>
              <a:t>실행하면 실시간 데이터를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제공하는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기계 학습 모델을 </a:t>
            </a:r>
            <a:r>
              <a:rPr dirty="0" sz="1800" spc="-20">
                <a:latin typeface="Malgun Gothic"/>
                <a:cs typeface="Malgun Gothic"/>
              </a:rPr>
              <a:t>중심으로 </a:t>
            </a:r>
            <a:r>
              <a:rPr dirty="0" sz="1800">
                <a:latin typeface="Malgun Gothic"/>
                <a:cs typeface="Malgun Gothic"/>
              </a:rPr>
              <a:t>구축된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자동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보험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인수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프로세스로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Ladder를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차별화하는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 spc="-50">
                <a:latin typeface="Malgun Gothic"/>
                <a:cs typeface="Malgun Gothic"/>
              </a:rPr>
              <a:t>데 </a:t>
            </a:r>
            <a:r>
              <a:rPr dirty="0" sz="1800">
                <a:latin typeface="Malgun Gothic"/>
                <a:cs typeface="Malgun Gothic"/>
              </a:rPr>
              <a:t>집중할 수 </a:t>
            </a:r>
            <a:r>
              <a:rPr dirty="0" sz="1800" spc="-10">
                <a:latin typeface="Malgun Gothic"/>
                <a:cs typeface="Malgun Gothic"/>
              </a:rPr>
              <a:t>있습니다.”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latin typeface="Malgun Gothic"/>
                <a:cs typeface="Malgun Gothic"/>
              </a:rPr>
              <a:t>—</a:t>
            </a:r>
            <a:r>
              <a:rPr dirty="0" sz="1400" spc="-4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Nick</a:t>
            </a:r>
            <a:r>
              <a:rPr dirty="0" sz="1400" spc="-2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Hansen,</a:t>
            </a:r>
            <a:r>
              <a:rPr dirty="0" sz="1400" spc="-4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Software</a:t>
            </a:r>
            <a:r>
              <a:rPr dirty="0" sz="1400" spc="-50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Engineer,</a:t>
            </a:r>
            <a:r>
              <a:rPr dirty="0" sz="1400" spc="-3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and</a:t>
            </a:r>
            <a:r>
              <a:rPr dirty="0" sz="1400" spc="-4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Platform</a:t>
            </a:r>
            <a:r>
              <a:rPr dirty="0" sz="1400" spc="-5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Team</a:t>
            </a:r>
            <a:r>
              <a:rPr dirty="0" sz="1400" spc="-55" b="1">
                <a:latin typeface="Malgun Gothic"/>
                <a:cs typeface="Malgun Gothic"/>
              </a:rPr>
              <a:t> </a:t>
            </a:r>
            <a:r>
              <a:rPr dirty="0" sz="1400" spc="-20" b="1">
                <a:latin typeface="Malgun Gothic"/>
                <a:cs typeface="Malgun Gothic"/>
              </a:rPr>
              <a:t>Lead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261999" y="674497"/>
            <a:ext cx="16113125" cy="1720850"/>
            <a:chOff x="1261999" y="674497"/>
            <a:chExt cx="16113125" cy="1720850"/>
          </a:xfrm>
        </p:grpSpPr>
        <p:sp>
          <p:nvSpPr>
            <p:cNvPr id="7" name="object 7" descr=""/>
            <p:cNvSpPr/>
            <p:nvPr/>
          </p:nvSpPr>
          <p:spPr>
            <a:xfrm>
              <a:off x="16817341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1999" y="1460017"/>
              <a:ext cx="3023107" cy="9352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635"/>
            <a:chOff x="0" y="0"/>
            <a:chExt cx="18288000" cy="10287635"/>
          </a:xfrm>
        </p:grpSpPr>
        <p:sp>
          <p:nvSpPr>
            <p:cNvPr id="3" name="object 3" descr=""/>
            <p:cNvSpPr/>
            <p:nvPr/>
          </p:nvSpPr>
          <p:spPr>
            <a:xfrm>
              <a:off x="17044671" y="757554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69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35" y="153924"/>
                  </a:lnTo>
                  <a:lnTo>
                    <a:pt x="286385" y="151257"/>
                  </a:lnTo>
                  <a:lnTo>
                    <a:pt x="286042" y="143243"/>
                  </a:lnTo>
                  <a:lnTo>
                    <a:pt x="285927" y="140525"/>
                  </a:lnTo>
                  <a:lnTo>
                    <a:pt x="285381" y="129857"/>
                  </a:lnTo>
                  <a:lnTo>
                    <a:pt x="284759" y="119291"/>
                  </a:lnTo>
                  <a:lnTo>
                    <a:pt x="284099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45" y="128333"/>
                  </a:lnTo>
                  <a:lnTo>
                    <a:pt x="271056" y="129857"/>
                  </a:lnTo>
                  <a:lnTo>
                    <a:pt x="270624" y="140525"/>
                  </a:lnTo>
                  <a:lnTo>
                    <a:pt x="270370" y="147764"/>
                  </a:lnTo>
                  <a:lnTo>
                    <a:pt x="270256" y="151257"/>
                  </a:lnTo>
                  <a:lnTo>
                    <a:pt x="268986" y="193675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82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59"/>
                  </a:lnTo>
                  <a:lnTo>
                    <a:pt x="214731" y="143243"/>
                  </a:lnTo>
                  <a:lnTo>
                    <a:pt x="221996" y="163322"/>
                  </a:lnTo>
                  <a:lnTo>
                    <a:pt x="237236" y="203073"/>
                  </a:lnTo>
                  <a:lnTo>
                    <a:pt x="240893" y="212369"/>
                  </a:lnTo>
                  <a:lnTo>
                    <a:pt x="248158" y="230974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38" y="217805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183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755" y="243636"/>
                  </a:lnTo>
                  <a:lnTo>
                    <a:pt x="235839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5501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680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1081" y="416420"/>
                  </a:lnTo>
                  <a:lnTo>
                    <a:pt x="271500" y="427113"/>
                  </a:lnTo>
                  <a:lnTo>
                    <a:pt x="272084" y="437515"/>
                  </a:lnTo>
                  <a:lnTo>
                    <a:pt x="272923" y="448310"/>
                  </a:lnTo>
                  <a:lnTo>
                    <a:pt x="284099" y="448310"/>
                  </a:lnTo>
                  <a:lnTo>
                    <a:pt x="284759" y="437794"/>
                  </a:lnTo>
                  <a:lnTo>
                    <a:pt x="285330" y="427888"/>
                  </a:lnTo>
                  <a:lnTo>
                    <a:pt x="285826" y="418338"/>
                  </a:lnTo>
                  <a:lnTo>
                    <a:pt x="285927" y="416420"/>
                  </a:lnTo>
                  <a:lnTo>
                    <a:pt x="286258" y="408800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85" y="347726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35" y="344258"/>
                  </a:lnTo>
                  <a:lnTo>
                    <a:pt x="302387" y="360680"/>
                  </a:lnTo>
                  <a:lnTo>
                    <a:pt x="319913" y="399161"/>
                  </a:lnTo>
                  <a:lnTo>
                    <a:pt x="324446" y="408800"/>
                  </a:lnTo>
                  <a:lnTo>
                    <a:pt x="328866" y="418338"/>
                  </a:lnTo>
                  <a:lnTo>
                    <a:pt x="333375" y="427888"/>
                  </a:lnTo>
                  <a:lnTo>
                    <a:pt x="338201" y="437515"/>
                  </a:lnTo>
                  <a:lnTo>
                    <a:pt x="348488" y="433578"/>
                  </a:lnTo>
                  <a:lnTo>
                    <a:pt x="344995" y="423506"/>
                  </a:lnTo>
                  <a:lnTo>
                    <a:pt x="337629" y="40340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6064" y="345186"/>
                  </a:lnTo>
                  <a:lnTo>
                    <a:pt x="312851" y="336981"/>
                  </a:lnTo>
                  <a:lnTo>
                    <a:pt x="309270" y="327660"/>
                  </a:lnTo>
                  <a:lnTo>
                    <a:pt x="306451" y="320040"/>
                  </a:lnTo>
                  <a:lnTo>
                    <a:pt x="312889" y="326428"/>
                  </a:lnTo>
                  <a:lnTo>
                    <a:pt x="319443" y="332803"/>
                  </a:lnTo>
                  <a:lnTo>
                    <a:pt x="332740" y="345567"/>
                  </a:lnTo>
                  <a:lnTo>
                    <a:pt x="364109" y="374650"/>
                  </a:lnTo>
                  <a:lnTo>
                    <a:pt x="395732" y="403225"/>
                  </a:lnTo>
                  <a:lnTo>
                    <a:pt x="403352" y="395097"/>
                  </a:lnTo>
                  <a:lnTo>
                    <a:pt x="375285" y="363474"/>
                  </a:lnTo>
                  <a:lnTo>
                    <a:pt x="346202" y="332105"/>
                  </a:lnTo>
                  <a:lnTo>
                    <a:pt x="334505" y="320040"/>
                  </a:lnTo>
                  <a:lnTo>
                    <a:pt x="327113" y="312445"/>
                  </a:lnTo>
                  <a:lnTo>
                    <a:pt x="320802" y="305816"/>
                  </a:lnTo>
                  <a:lnTo>
                    <a:pt x="337502" y="312445"/>
                  </a:lnTo>
                  <a:lnTo>
                    <a:pt x="345833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258"/>
                  </a:lnTo>
                  <a:lnTo>
                    <a:pt x="434213" y="347726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001" y="305816"/>
                  </a:lnTo>
                  <a:lnTo>
                    <a:pt x="360934" y="301752"/>
                  </a:lnTo>
                  <a:lnTo>
                    <a:pt x="328295" y="287528"/>
                  </a:lnTo>
                  <a:lnTo>
                    <a:pt x="337121" y="287401"/>
                  </a:lnTo>
                  <a:lnTo>
                    <a:pt x="355053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114" y="161721"/>
                  </a:lnTo>
                  <a:lnTo>
                    <a:pt x="531114" y="278384"/>
                  </a:lnTo>
                  <a:lnTo>
                    <a:pt x="527037" y="323507"/>
                  </a:lnTo>
                  <a:lnTo>
                    <a:pt x="515239" y="366331"/>
                  </a:lnTo>
                  <a:lnTo>
                    <a:pt x="496557" y="405561"/>
                  </a:lnTo>
                  <a:lnTo>
                    <a:pt x="471614" y="440804"/>
                  </a:lnTo>
                  <a:lnTo>
                    <a:pt x="441172" y="471246"/>
                  </a:lnTo>
                  <a:lnTo>
                    <a:pt x="405930" y="496189"/>
                  </a:lnTo>
                  <a:lnTo>
                    <a:pt x="366636" y="514896"/>
                  </a:lnTo>
                  <a:lnTo>
                    <a:pt x="324002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278" y="366331"/>
                  </a:lnTo>
                  <a:lnTo>
                    <a:pt x="30568" y="323900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42113" y="190766"/>
                  </a:lnTo>
                  <a:lnTo>
                    <a:pt x="60960" y="150990"/>
                  </a:lnTo>
                  <a:lnTo>
                    <a:pt x="85902" y="115773"/>
                  </a:lnTo>
                  <a:lnTo>
                    <a:pt x="116344" y="85369"/>
                  </a:lnTo>
                  <a:lnTo>
                    <a:pt x="151587" y="60477"/>
                  </a:lnTo>
                  <a:lnTo>
                    <a:pt x="190881" y="41821"/>
                  </a:lnTo>
                  <a:lnTo>
                    <a:pt x="233514" y="30099"/>
                  </a:lnTo>
                  <a:lnTo>
                    <a:pt x="278765" y="26035"/>
                  </a:lnTo>
                  <a:lnTo>
                    <a:pt x="324002" y="30099"/>
                  </a:lnTo>
                  <a:lnTo>
                    <a:pt x="366636" y="41821"/>
                  </a:lnTo>
                  <a:lnTo>
                    <a:pt x="405930" y="60477"/>
                  </a:lnTo>
                  <a:lnTo>
                    <a:pt x="441172" y="85369"/>
                  </a:lnTo>
                  <a:lnTo>
                    <a:pt x="471614" y="115773"/>
                  </a:lnTo>
                  <a:lnTo>
                    <a:pt x="496557" y="150990"/>
                  </a:lnTo>
                  <a:lnTo>
                    <a:pt x="515302" y="190423"/>
                  </a:lnTo>
                  <a:lnTo>
                    <a:pt x="527024" y="233006"/>
                  </a:lnTo>
                  <a:lnTo>
                    <a:pt x="531114" y="278384"/>
                  </a:lnTo>
                  <a:lnTo>
                    <a:pt x="531114" y="161721"/>
                  </a:lnTo>
                  <a:lnTo>
                    <a:pt x="526567" y="150990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900"/>
                  </a:lnTo>
                  <a:lnTo>
                    <a:pt x="14135" y="366331"/>
                  </a:lnTo>
                  <a:lnTo>
                    <a:pt x="31165" y="406641"/>
                  </a:lnTo>
                  <a:lnTo>
                    <a:pt x="53860" y="443103"/>
                  </a:lnTo>
                  <a:lnTo>
                    <a:pt x="81749" y="475526"/>
                  </a:lnTo>
                  <a:lnTo>
                    <a:pt x="114249" y="503339"/>
                  </a:lnTo>
                  <a:lnTo>
                    <a:pt x="150774" y="525970"/>
                  </a:lnTo>
                  <a:lnTo>
                    <a:pt x="190754" y="542836"/>
                  </a:lnTo>
                  <a:lnTo>
                    <a:pt x="233616" y="553389"/>
                  </a:lnTo>
                  <a:lnTo>
                    <a:pt x="278765" y="557022"/>
                  </a:lnTo>
                  <a:lnTo>
                    <a:pt x="323735" y="553389"/>
                  </a:lnTo>
                  <a:lnTo>
                    <a:pt x="366547" y="542836"/>
                  </a:lnTo>
                  <a:lnTo>
                    <a:pt x="406488" y="525970"/>
                  </a:lnTo>
                  <a:lnTo>
                    <a:pt x="443268" y="503174"/>
                  </a:lnTo>
                  <a:lnTo>
                    <a:pt x="475767" y="475284"/>
                  </a:lnTo>
                  <a:lnTo>
                    <a:pt x="503656" y="442798"/>
                  </a:lnTo>
                  <a:lnTo>
                    <a:pt x="526351" y="406285"/>
                  </a:lnTo>
                  <a:lnTo>
                    <a:pt x="543280" y="366331"/>
                  </a:lnTo>
                  <a:lnTo>
                    <a:pt x="553770" y="323900"/>
                  </a:lnTo>
                  <a:lnTo>
                    <a:pt x="553872" y="323507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14248" y="1231646"/>
              <a:ext cx="7526655" cy="9055735"/>
            </a:xfrm>
            <a:custGeom>
              <a:avLst/>
              <a:gdLst/>
              <a:ahLst/>
              <a:cxnLst/>
              <a:rect l="l" t="t" r="r" b="b"/>
              <a:pathLst>
                <a:path w="7526655" h="9055735">
                  <a:moveTo>
                    <a:pt x="7451166" y="0"/>
                  </a:moveTo>
                  <a:lnTo>
                    <a:pt x="75260" y="0"/>
                  </a:lnTo>
                  <a:lnTo>
                    <a:pt x="45964" y="5907"/>
                  </a:lnTo>
                  <a:lnTo>
                    <a:pt x="22042" y="22018"/>
                  </a:lnTo>
                  <a:lnTo>
                    <a:pt x="5914" y="45916"/>
                  </a:lnTo>
                  <a:lnTo>
                    <a:pt x="0" y="75183"/>
                  </a:lnTo>
                  <a:lnTo>
                    <a:pt x="0" y="9055478"/>
                  </a:lnTo>
                  <a:lnTo>
                    <a:pt x="7526350" y="9055478"/>
                  </a:lnTo>
                  <a:lnTo>
                    <a:pt x="7526350" y="75183"/>
                  </a:lnTo>
                  <a:lnTo>
                    <a:pt x="7520442" y="45916"/>
                  </a:lnTo>
                  <a:lnTo>
                    <a:pt x="7504331" y="22018"/>
                  </a:lnTo>
                  <a:lnTo>
                    <a:pt x="7480433" y="5907"/>
                  </a:lnTo>
                  <a:lnTo>
                    <a:pt x="7451166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74623" y="2579116"/>
            <a:ext cx="6684009" cy="6336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1610">
              <a:lnSpc>
                <a:spcPct val="114999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직면</a:t>
            </a:r>
            <a:r>
              <a:rPr dirty="0" sz="1800" spc="-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과제:</a:t>
            </a:r>
            <a:r>
              <a:rPr dirty="0" sz="1800" spc="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BMW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그룹은 30개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이상의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생산 시설과 전 세계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판매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네트워크에서 생성된 모든 데이터를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글로벌 비즈니스의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모든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사람이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실시간으로 사용할 수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있도록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해야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했습니다.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14999"/>
              </a:lnSpc>
              <a:spcBef>
                <a:spcPts val="2485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솔루션: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BMW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Group은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Confluent를</a:t>
            </a:r>
            <a:r>
              <a:rPr dirty="0" sz="18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사용하여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Apache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Kafka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배포를 엔터프라이즈급으로 만들고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글로벌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조직 전체에서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실시간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 스트리밍 및 데이터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흐름을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위한 중앙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허브를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만들었습니다.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810"/>
              </a:spcBef>
            </a:pP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결과: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혁신을 위한 전사 표준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플랫폼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구축</a:t>
            </a:r>
            <a:endParaRPr sz="1800">
              <a:latin typeface="Malgun Gothic"/>
              <a:cs typeface="Malgun Gothic"/>
            </a:endParaRPr>
          </a:p>
          <a:p>
            <a:pPr marL="291465" marR="548640" indent="-266700">
              <a:lnSpc>
                <a:spcPct val="114999"/>
              </a:lnSpc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Confluent의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완전 관리형 서비스로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탄력적인 확장을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통해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 인프라 관리 부하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사용자 오류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제거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 데이터에 대한 유비쿼터스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액세스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0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생산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공장의 에지 IoT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클라우드 애플리케이션 </a:t>
            </a:r>
            <a:r>
              <a:rPr dirty="0" sz="1800" spc="-5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endParaRPr sz="1800">
              <a:latin typeface="Malgun Gothic"/>
              <a:cs typeface="Malgun Gothic"/>
            </a:endParaRPr>
          </a:p>
          <a:p>
            <a:pPr marL="291465" marR="102235">
              <a:lnSpc>
                <a:spcPct val="114999"/>
              </a:lnSpc>
              <a:spcBef>
                <a:spcPts val="5"/>
              </a:spcBef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서비스에 연결하는 안정적이고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가동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중지 시간이 없는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데이터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스트리밍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플랫폼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정보에 입각한 의사 결정을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주도하는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 비즈니스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통찰력</a:t>
            </a:r>
            <a:endParaRPr sz="1800">
              <a:latin typeface="Malgun Gothic"/>
              <a:cs typeface="Malgun Gothic"/>
            </a:endParaRPr>
          </a:p>
          <a:p>
            <a:pPr marL="291465" marR="260985" indent="-266700">
              <a:lnSpc>
                <a:spcPct val="114999"/>
              </a:lnSpc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SAP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솔루션,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OPC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UA와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같은</a:t>
            </a:r>
            <a:r>
              <a:rPr dirty="0" sz="1800" spc="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산업용 IoT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프로토콜,</a:t>
            </a:r>
            <a:r>
              <a:rPr dirty="0" sz="1800" spc="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클라우드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애플리케이션 및 서비스와의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완벽한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비즈니스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통합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85800" y="674497"/>
            <a:ext cx="16689069" cy="1645920"/>
            <a:chOff x="685800" y="674497"/>
            <a:chExt cx="16689069" cy="1645920"/>
          </a:xfrm>
        </p:grpSpPr>
        <p:sp>
          <p:nvSpPr>
            <p:cNvPr id="8" name="object 8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568069"/>
              <a:ext cx="3491484" cy="7520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351771" y="1737995"/>
              <a:ext cx="8082915" cy="8549005"/>
            </a:xfrm>
            <a:custGeom>
              <a:avLst/>
              <a:gdLst/>
              <a:ahLst/>
              <a:cxnLst/>
              <a:rect l="l" t="t" r="r" b="b"/>
              <a:pathLst>
                <a:path w="8082915" h="8549005">
                  <a:moveTo>
                    <a:pt x="8002143" y="0"/>
                  </a:moveTo>
                  <a:lnTo>
                    <a:pt x="80899" y="0"/>
                  </a:lnTo>
                  <a:lnTo>
                    <a:pt x="49399" y="6353"/>
                  </a:lnTo>
                  <a:lnTo>
                    <a:pt x="23685" y="23685"/>
                  </a:lnTo>
                  <a:lnTo>
                    <a:pt x="6353" y="49399"/>
                  </a:lnTo>
                  <a:lnTo>
                    <a:pt x="0" y="80899"/>
                  </a:lnTo>
                  <a:lnTo>
                    <a:pt x="0" y="8548854"/>
                  </a:lnTo>
                  <a:lnTo>
                    <a:pt x="8082914" y="8548854"/>
                  </a:lnTo>
                  <a:lnTo>
                    <a:pt x="8082914" y="80899"/>
                  </a:lnTo>
                  <a:lnTo>
                    <a:pt x="8076563" y="49399"/>
                  </a:lnTo>
                  <a:lnTo>
                    <a:pt x="8059245" y="23685"/>
                  </a:lnTo>
                  <a:lnTo>
                    <a:pt x="8033569" y="6353"/>
                  </a:lnTo>
                  <a:lnTo>
                    <a:pt x="8002143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933178" y="3428745"/>
            <a:ext cx="6751955" cy="5615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Challenge:</a:t>
            </a:r>
            <a:r>
              <a:rPr dirty="0" sz="1800" spc="2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소규모</a:t>
            </a:r>
            <a:r>
              <a:rPr dirty="0" sz="1800" spc="-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솔루션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설계자</a:t>
            </a:r>
            <a:r>
              <a:rPr dirty="0" sz="1800" spc="-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팀이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이벤트를 </a:t>
            </a:r>
            <a:r>
              <a:rPr dirty="0" sz="1800" spc="-20" b="1">
                <a:solidFill>
                  <a:srgbClr val="221F1F"/>
                </a:solidFill>
                <a:latin typeface="Malgun Gothic"/>
                <a:cs typeface="Malgun Gothic"/>
              </a:rPr>
              <a:t>처리하고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이에 응답하는 새로운</a:t>
            </a:r>
            <a:r>
              <a:rPr dirty="0" sz="1800" spc="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애플리케이션으로</a:t>
            </a:r>
            <a:r>
              <a:rPr dirty="0" sz="1800" spc="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대규모 디지털 </a:t>
            </a: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혁신을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지원하도록 지원환경을</a:t>
            </a:r>
            <a:r>
              <a:rPr dirty="0" sz="1800" spc="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구성하려 </a:t>
            </a:r>
            <a:r>
              <a:rPr dirty="0" sz="1800" spc="-20" b="1">
                <a:solidFill>
                  <a:srgbClr val="221F1F"/>
                </a:solidFill>
                <a:latin typeface="Malgun Gothic"/>
                <a:cs typeface="Malgun Gothic"/>
              </a:rPr>
              <a:t>합니다.</a:t>
            </a:r>
            <a:endParaRPr sz="1800">
              <a:latin typeface="Malgun Gothic"/>
              <a:cs typeface="Malgun Gothic"/>
            </a:endParaRPr>
          </a:p>
          <a:p>
            <a:pPr algn="just" marL="12700" marR="139065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솔루션: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Cloud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Apache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Kafka®를 사용하여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실시간,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기반 스트리밍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영구 이벤트 스토리지를 지원하는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공통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IoT 아키텍처를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구현하였습니다.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결과: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유지 보수 부담이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적고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확장 가능한 이벤트 스트리밍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플랫폼</a:t>
            </a:r>
            <a:endParaRPr sz="1800">
              <a:latin typeface="Malgun Gothic"/>
              <a:cs typeface="Malgun Gothic"/>
            </a:endParaRPr>
          </a:p>
          <a:p>
            <a:pPr marL="287020">
              <a:lnSpc>
                <a:spcPct val="100000"/>
              </a:lnSpc>
              <a:spcBef>
                <a:spcPts val="320"/>
              </a:spcBef>
            </a:pP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구축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소규모 팀이 유지하는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최첨단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서비스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디지털 트랜스포메이션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세트의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기반</a:t>
            </a:r>
            <a:endParaRPr sz="1800">
              <a:latin typeface="Malgun Gothic"/>
              <a:cs typeface="Malgun Gothic"/>
            </a:endParaRPr>
          </a:p>
          <a:p>
            <a:pPr marL="12700" marR="241935">
              <a:lnSpc>
                <a:spcPct val="108900"/>
              </a:lnSpc>
              <a:spcBef>
                <a:spcPts val="2505"/>
              </a:spcBef>
            </a:pPr>
            <a:r>
              <a:rPr dirty="0" sz="1900" spc="-50" i="1">
                <a:solidFill>
                  <a:srgbClr val="221F1F"/>
                </a:solidFill>
                <a:latin typeface="Malgun Gothic"/>
                <a:cs typeface="Malgun Gothic"/>
              </a:rPr>
              <a:t>"Confluent</a:t>
            </a:r>
            <a:r>
              <a:rPr dirty="0" sz="1900" spc="-70" i="1">
                <a:solidFill>
                  <a:srgbClr val="221F1F"/>
                </a:solidFill>
                <a:latin typeface="Malgun Gothic"/>
                <a:cs typeface="Malgun Gothic"/>
              </a:rPr>
              <a:t> Cloud와 </a:t>
            </a:r>
            <a:r>
              <a:rPr dirty="0" sz="1900" spc="-60" i="1">
                <a:solidFill>
                  <a:srgbClr val="221F1F"/>
                </a:solidFill>
                <a:latin typeface="Malgun Gothic"/>
                <a:cs typeface="Malgun Gothic"/>
              </a:rPr>
              <a:t>Kafka는</a:t>
            </a:r>
            <a:r>
              <a:rPr dirty="0" sz="1900" spc="-4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새로운</a:t>
            </a:r>
            <a:r>
              <a:rPr dirty="0" sz="1900" spc="-5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모바일</a:t>
            </a:r>
            <a:r>
              <a:rPr dirty="0" sz="1900" spc="-6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00" i="1">
                <a:solidFill>
                  <a:srgbClr val="221F1F"/>
                </a:solidFill>
                <a:latin typeface="Malgun Gothic"/>
                <a:cs typeface="Malgun Gothic"/>
              </a:rPr>
              <a:t>앱의</a:t>
            </a:r>
            <a:r>
              <a:rPr dirty="0" sz="1900" spc="-5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백엔드</a:t>
            </a:r>
            <a:r>
              <a:rPr dirty="0" sz="1900" spc="-5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25" i="1">
                <a:solidFill>
                  <a:srgbClr val="221F1F"/>
                </a:solidFill>
                <a:latin typeface="Malgun Gothic"/>
                <a:cs typeface="Malgun Gothic"/>
              </a:rPr>
              <a:t>역할을 </a:t>
            </a:r>
            <a:r>
              <a:rPr dirty="0" sz="1900" spc="-100" i="1">
                <a:solidFill>
                  <a:srgbClr val="221F1F"/>
                </a:solidFill>
                <a:latin typeface="Malgun Gothic"/>
                <a:cs typeface="Malgun Gothic"/>
              </a:rPr>
              <a:t>하고</a:t>
            </a:r>
            <a:r>
              <a:rPr dirty="0" sz="1900" spc="-6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00" i="1">
                <a:solidFill>
                  <a:srgbClr val="221F1F"/>
                </a:solidFill>
                <a:latin typeface="Malgun Gothic"/>
                <a:cs typeface="Malgun Gothic"/>
              </a:rPr>
              <a:t>조립</a:t>
            </a:r>
            <a:r>
              <a:rPr dirty="0" sz="1900" spc="-5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라인과</a:t>
            </a:r>
            <a:r>
              <a:rPr dirty="0" sz="1900" spc="-5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05" i="1">
                <a:solidFill>
                  <a:srgbClr val="221F1F"/>
                </a:solidFill>
                <a:latin typeface="Malgun Gothic"/>
                <a:cs typeface="Malgun Gothic"/>
              </a:rPr>
              <a:t>레거시</a:t>
            </a:r>
            <a:r>
              <a:rPr dirty="0" sz="1900" spc="-4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시스템에서</a:t>
            </a:r>
            <a:r>
              <a:rPr dirty="0" sz="1900" spc="-6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900" spc="-5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수집하는</a:t>
            </a:r>
            <a:r>
              <a:rPr dirty="0" sz="1900" spc="-5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25" i="1">
                <a:solidFill>
                  <a:srgbClr val="221F1F"/>
                </a:solidFill>
                <a:latin typeface="Malgun Gothic"/>
                <a:cs typeface="Malgun Gothic"/>
              </a:rPr>
              <a:t>모든 </a:t>
            </a:r>
            <a:r>
              <a:rPr dirty="0" sz="1900" spc="-110" i="1">
                <a:solidFill>
                  <a:srgbClr val="221F1F"/>
                </a:solidFill>
                <a:latin typeface="Malgun Gothic"/>
                <a:cs typeface="Malgun Gothic"/>
              </a:rPr>
              <a:t>프로젝트의</a:t>
            </a:r>
            <a:r>
              <a:rPr dirty="0" sz="1900" spc="-5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900" spc="-10" i="1">
                <a:solidFill>
                  <a:srgbClr val="221F1F"/>
                </a:solidFill>
                <a:latin typeface="Malgun Gothic"/>
                <a:cs typeface="Malgun Gothic"/>
              </a:rPr>
              <a:t>핵심입니다."</a:t>
            </a:r>
            <a:endParaRPr sz="1900">
              <a:latin typeface="Malgun Gothic"/>
              <a:cs typeface="Malgun Gothic"/>
            </a:endParaRPr>
          </a:p>
          <a:p>
            <a:pPr marL="12700" marR="340360">
              <a:lnSpc>
                <a:spcPct val="114999"/>
              </a:lnSpc>
              <a:spcBef>
                <a:spcPts val="1040"/>
              </a:spcBef>
            </a:pP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—</a:t>
            </a:r>
            <a:r>
              <a:rPr dirty="0" sz="1400" spc="-4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Ralph</a:t>
            </a:r>
            <a:r>
              <a:rPr dirty="0" sz="14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Debusmann,</a:t>
            </a:r>
            <a:r>
              <a:rPr dirty="0" sz="1400" spc="-5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Solution</a:t>
            </a:r>
            <a:r>
              <a:rPr dirty="0" sz="1400" spc="-4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Architect</a:t>
            </a:r>
            <a:r>
              <a:rPr dirty="0" sz="1400" spc="-2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at</a:t>
            </a:r>
            <a:r>
              <a:rPr dirty="0" sz="1400" spc="-4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Bosch</a:t>
            </a:r>
            <a:r>
              <a:rPr dirty="0" sz="1400" spc="-5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Power</a:t>
            </a:r>
            <a:r>
              <a:rPr dirty="0" sz="14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Tools</a:t>
            </a:r>
            <a:r>
              <a:rPr dirty="0" sz="1400" spc="-4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BDO</a:t>
            </a:r>
            <a:r>
              <a:rPr dirty="0" sz="1400" spc="-4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00" spc="-10" b="1">
                <a:solidFill>
                  <a:srgbClr val="221F1F"/>
                </a:solidFill>
                <a:latin typeface="Malgun Gothic"/>
                <a:cs typeface="Malgun Gothic"/>
              </a:rPr>
              <a:t>Digital Offerings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945243" y="2224658"/>
            <a:ext cx="3246755" cy="688340"/>
            <a:chOff x="9945243" y="2224658"/>
            <a:chExt cx="3246755" cy="688340"/>
          </a:xfrm>
        </p:grpSpPr>
        <p:sp>
          <p:nvSpPr>
            <p:cNvPr id="8" name="object 8" descr=""/>
            <p:cNvSpPr/>
            <p:nvPr/>
          </p:nvSpPr>
          <p:spPr>
            <a:xfrm>
              <a:off x="9945243" y="2224658"/>
              <a:ext cx="688340" cy="688340"/>
            </a:xfrm>
            <a:custGeom>
              <a:avLst/>
              <a:gdLst/>
              <a:ahLst/>
              <a:cxnLst/>
              <a:rect l="l" t="t" r="r" b="b"/>
              <a:pathLst>
                <a:path w="688340" h="688339">
                  <a:moveTo>
                    <a:pt x="602234" y="342773"/>
                  </a:moveTo>
                  <a:lnTo>
                    <a:pt x="596811" y="291592"/>
                  </a:lnTo>
                  <a:lnTo>
                    <a:pt x="581367" y="243281"/>
                  </a:lnTo>
                  <a:lnTo>
                    <a:pt x="569849" y="222351"/>
                  </a:lnTo>
                  <a:lnTo>
                    <a:pt x="569849" y="346710"/>
                  </a:lnTo>
                  <a:lnTo>
                    <a:pt x="564807" y="392887"/>
                  </a:lnTo>
                  <a:lnTo>
                    <a:pt x="550138" y="436880"/>
                  </a:lnTo>
                  <a:lnTo>
                    <a:pt x="526503" y="476986"/>
                  </a:lnTo>
                  <a:lnTo>
                    <a:pt x="494538" y="511429"/>
                  </a:lnTo>
                  <a:lnTo>
                    <a:pt x="494538" y="438785"/>
                  </a:lnTo>
                  <a:lnTo>
                    <a:pt x="494538" y="407670"/>
                  </a:lnTo>
                  <a:lnTo>
                    <a:pt x="494538" y="279146"/>
                  </a:lnTo>
                  <a:lnTo>
                    <a:pt x="494538" y="246634"/>
                  </a:lnTo>
                  <a:lnTo>
                    <a:pt x="494538" y="177800"/>
                  </a:lnTo>
                  <a:lnTo>
                    <a:pt x="526503" y="212267"/>
                  </a:lnTo>
                  <a:lnTo>
                    <a:pt x="550138" y="252539"/>
                  </a:lnTo>
                  <a:lnTo>
                    <a:pt x="564807" y="297675"/>
                  </a:lnTo>
                  <a:lnTo>
                    <a:pt x="569849" y="346710"/>
                  </a:lnTo>
                  <a:lnTo>
                    <a:pt x="569849" y="222351"/>
                  </a:lnTo>
                  <a:lnTo>
                    <a:pt x="557072" y="199136"/>
                  </a:lnTo>
                  <a:lnTo>
                    <a:pt x="539445" y="177800"/>
                  </a:lnTo>
                  <a:lnTo>
                    <a:pt x="525106" y="160451"/>
                  </a:lnTo>
                  <a:lnTo>
                    <a:pt x="486664" y="128524"/>
                  </a:lnTo>
                  <a:lnTo>
                    <a:pt x="464566" y="128524"/>
                  </a:lnTo>
                  <a:lnTo>
                    <a:pt x="464566" y="246634"/>
                  </a:lnTo>
                  <a:lnTo>
                    <a:pt x="464566" y="279146"/>
                  </a:lnTo>
                  <a:lnTo>
                    <a:pt x="464566" y="407670"/>
                  </a:lnTo>
                  <a:lnTo>
                    <a:pt x="227076" y="407670"/>
                  </a:lnTo>
                  <a:lnTo>
                    <a:pt x="227076" y="279146"/>
                  </a:lnTo>
                  <a:lnTo>
                    <a:pt x="464566" y="279146"/>
                  </a:lnTo>
                  <a:lnTo>
                    <a:pt x="464566" y="246634"/>
                  </a:lnTo>
                  <a:lnTo>
                    <a:pt x="227076" y="246634"/>
                  </a:lnTo>
                  <a:lnTo>
                    <a:pt x="227076" y="174117"/>
                  </a:lnTo>
                  <a:lnTo>
                    <a:pt x="227076" y="128524"/>
                  </a:lnTo>
                  <a:lnTo>
                    <a:pt x="202311" y="128524"/>
                  </a:lnTo>
                  <a:lnTo>
                    <a:pt x="194691" y="134747"/>
                  </a:lnTo>
                  <a:lnTo>
                    <a:pt x="194691" y="174117"/>
                  </a:lnTo>
                  <a:lnTo>
                    <a:pt x="194691" y="511429"/>
                  </a:lnTo>
                  <a:lnTo>
                    <a:pt x="163398" y="476986"/>
                  </a:lnTo>
                  <a:lnTo>
                    <a:pt x="140093" y="436397"/>
                  </a:lnTo>
                  <a:lnTo>
                    <a:pt x="125628" y="391223"/>
                  </a:lnTo>
                  <a:lnTo>
                    <a:pt x="120650" y="342773"/>
                  </a:lnTo>
                  <a:lnTo>
                    <a:pt x="125806" y="295071"/>
                  </a:lnTo>
                  <a:lnTo>
                    <a:pt x="140563" y="250164"/>
                  </a:lnTo>
                  <a:lnTo>
                    <a:pt x="163880" y="209410"/>
                  </a:lnTo>
                  <a:lnTo>
                    <a:pt x="194691" y="174117"/>
                  </a:lnTo>
                  <a:lnTo>
                    <a:pt x="194691" y="134747"/>
                  </a:lnTo>
                  <a:lnTo>
                    <a:pt x="164096" y="159715"/>
                  </a:lnTo>
                  <a:lnTo>
                    <a:pt x="132486" y="197815"/>
                  </a:lnTo>
                  <a:lnTo>
                    <a:pt x="108572" y="241757"/>
                  </a:lnTo>
                  <a:lnTo>
                    <a:pt x="93421" y="290449"/>
                  </a:lnTo>
                  <a:lnTo>
                    <a:pt x="88138" y="342773"/>
                  </a:lnTo>
                  <a:lnTo>
                    <a:pt x="93370" y="395058"/>
                  </a:lnTo>
                  <a:lnTo>
                    <a:pt x="108572" y="444284"/>
                  </a:lnTo>
                  <a:lnTo>
                    <a:pt x="132486" y="488035"/>
                  </a:lnTo>
                  <a:lnTo>
                    <a:pt x="164096" y="525894"/>
                  </a:lnTo>
                  <a:lnTo>
                    <a:pt x="202311" y="556895"/>
                  </a:lnTo>
                  <a:lnTo>
                    <a:pt x="227076" y="556895"/>
                  </a:lnTo>
                  <a:lnTo>
                    <a:pt x="227076" y="511429"/>
                  </a:lnTo>
                  <a:lnTo>
                    <a:pt x="227076" y="438785"/>
                  </a:lnTo>
                  <a:lnTo>
                    <a:pt x="464566" y="438785"/>
                  </a:lnTo>
                  <a:lnTo>
                    <a:pt x="464566" y="556895"/>
                  </a:lnTo>
                  <a:lnTo>
                    <a:pt x="486664" y="556895"/>
                  </a:lnTo>
                  <a:lnTo>
                    <a:pt x="525449" y="525894"/>
                  </a:lnTo>
                  <a:lnTo>
                    <a:pt x="557618" y="487680"/>
                  </a:lnTo>
                  <a:lnTo>
                    <a:pt x="581736" y="443738"/>
                  </a:lnTo>
                  <a:lnTo>
                    <a:pt x="596938" y="395058"/>
                  </a:lnTo>
                  <a:lnTo>
                    <a:pt x="602234" y="342773"/>
                  </a:lnTo>
                  <a:close/>
                </a:path>
                <a:path w="688340" h="688339">
                  <a:moveTo>
                    <a:pt x="687832" y="344043"/>
                  </a:moveTo>
                  <a:lnTo>
                    <a:pt x="685025" y="298183"/>
                  </a:lnTo>
                  <a:lnTo>
                    <a:pt x="684974" y="297205"/>
                  </a:lnTo>
                  <a:lnTo>
                    <a:pt x="675995" y="252336"/>
                  </a:lnTo>
                  <a:lnTo>
                    <a:pt x="661327" y="209816"/>
                  </a:lnTo>
                  <a:lnTo>
                    <a:pt x="655320" y="197853"/>
                  </a:lnTo>
                  <a:lnTo>
                    <a:pt x="655320" y="344043"/>
                  </a:lnTo>
                  <a:lnTo>
                    <a:pt x="651916" y="389915"/>
                  </a:lnTo>
                  <a:lnTo>
                    <a:pt x="642061" y="433755"/>
                  </a:lnTo>
                  <a:lnTo>
                    <a:pt x="626237" y="475068"/>
                  </a:lnTo>
                  <a:lnTo>
                    <a:pt x="604951" y="513359"/>
                  </a:lnTo>
                  <a:lnTo>
                    <a:pt x="578662" y="548144"/>
                  </a:lnTo>
                  <a:lnTo>
                    <a:pt x="547890" y="578916"/>
                  </a:lnTo>
                  <a:lnTo>
                    <a:pt x="513118" y="605205"/>
                  </a:lnTo>
                  <a:lnTo>
                    <a:pt x="474853" y="626503"/>
                  </a:lnTo>
                  <a:lnTo>
                    <a:pt x="433285" y="642429"/>
                  </a:lnTo>
                  <a:lnTo>
                    <a:pt x="433095" y="642429"/>
                  </a:lnTo>
                  <a:lnTo>
                    <a:pt x="389623" y="652208"/>
                  </a:lnTo>
                  <a:lnTo>
                    <a:pt x="389356" y="652208"/>
                  </a:lnTo>
                  <a:lnTo>
                    <a:pt x="343916" y="655574"/>
                  </a:lnTo>
                  <a:lnTo>
                    <a:pt x="298043" y="652208"/>
                  </a:lnTo>
                  <a:lnTo>
                    <a:pt x="254203" y="642429"/>
                  </a:lnTo>
                  <a:lnTo>
                    <a:pt x="212890" y="626719"/>
                  </a:lnTo>
                  <a:lnTo>
                    <a:pt x="174599" y="605523"/>
                  </a:lnTo>
                  <a:lnTo>
                    <a:pt x="139814" y="579348"/>
                  </a:lnTo>
                  <a:lnTo>
                    <a:pt x="109042" y="548652"/>
                  </a:lnTo>
                  <a:lnTo>
                    <a:pt x="82753" y="513918"/>
                  </a:lnTo>
                  <a:lnTo>
                    <a:pt x="61455" y="475615"/>
                  </a:lnTo>
                  <a:lnTo>
                    <a:pt x="45631" y="434225"/>
                  </a:lnTo>
                  <a:lnTo>
                    <a:pt x="35775" y="390207"/>
                  </a:lnTo>
                  <a:lnTo>
                    <a:pt x="32385" y="344043"/>
                  </a:lnTo>
                  <a:lnTo>
                    <a:pt x="35750" y="298183"/>
                  </a:lnTo>
                  <a:lnTo>
                    <a:pt x="45529" y="254342"/>
                  </a:lnTo>
                  <a:lnTo>
                    <a:pt x="61239" y="213029"/>
                  </a:lnTo>
                  <a:lnTo>
                    <a:pt x="82435" y="174739"/>
                  </a:lnTo>
                  <a:lnTo>
                    <a:pt x="108610" y="139954"/>
                  </a:lnTo>
                  <a:lnTo>
                    <a:pt x="139306" y="109181"/>
                  </a:lnTo>
                  <a:lnTo>
                    <a:pt x="174040" y="82892"/>
                  </a:lnTo>
                  <a:lnTo>
                    <a:pt x="212344" y="61595"/>
                  </a:lnTo>
                  <a:lnTo>
                    <a:pt x="253733" y="45770"/>
                  </a:lnTo>
                  <a:lnTo>
                    <a:pt x="297751" y="35915"/>
                  </a:lnTo>
                  <a:lnTo>
                    <a:pt x="343916" y="32512"/>
                  </a:lnTo>
                  <a:lnTo>
                    <a:pt x="389750" y="35915"/>
                  </a:lnTo>
                  <a:lnTo>
                    <a:pt x="433565" y="45770"/>
                  </a:lnTo>
                  <a:lnTo>
                    <a:pt x="474853" y="61595"/>
                  </a:lnTo>
                  <a:lnTo>
                    <a:pt x="513118" y="82892"/>
                  </a:lnTo>
                  <a:lnTo>
                    <a:pt x="547890" y="109181"/>
                  </a:lnTo>
                  <a:lnTo>
                    <a:pt x="578662" y="139954"/>
                  </a:lnTo>
                  <a:lnTo>
                    <a:pt x="604951" y="174739"/>
                  </a:lnTo>
                  <a:lnTo>
                    <a:pt x="626237" y="213029"/>
                  </a:lnTo>
                  <a:lnTo>
                    <a:pt x="642061" y="254342"/>
                  </a:lnTo>
                  <a:lnTo>
                    <a:pt x="651916" y="298183"/>
                  </a:lnTo>
                  <a:lnTo>
                    <a:pt x="655320" y="344043"/>
                  </a:lnTo>
                  <a:lnTo>
                    <a:pt x="655320" y="197853"/>
                  </a:lnTo>
                  <a:lnTo>
                    <a:pt x="616623" y="133502"/>
                  </a:lnTo>
                  <a:lnTo>
                    <a:pt x="587451" y="100495"/>
                  </a:lnTo>
                  <a:lnTo>
                    <a:pt x="554291" y="71462"/>
                  </a:lnTo>
                  <a:lnTo>
                    <a:pt x="517601" y="46812"/>
                  </a:lnTo>
                  <a:lnTo>
                    <a:pt x="477786" y="26936"/>
                  </a:lnTo>
                  <a:lnTo>
                    <a:pt x="435279" y="12242"/>
                  </a:lnTo>
                  <a:lnTo>
                    <a:pt x="390512" y="3136"/>
                  </a:lnTo>
                  <a:lnTo>
                    <a:pt x="343916" y="0"/>
                  </a:lnTo>
                  <a:lnTo>
                    <a:pt x="297307" y="3136"/>
                  </a:lnTo>
                  <a:lnTo>
                    <a:pt x="252603" y="12242"/>
                  </a:lnTo>
                  <a:lnTo>
                    <a:pt x="210185" y="26936"/>
                  </a:lnTo>
                  <a:lnTo>
                    <a:pt x="170472" y="46812"/>
                  </a:lnTo>
                  <a:lnTo>
                    <a:pt x="133896" y="71462"/>
                  </a:lnTo>
                  <a:lnTo>
                    <a:pt x="100850" y="100495"/>
                  </a:lnTo>
                  <a:lnTo>
                    <a:pt x="71755" y="133502"/>
                  </a:lnTo>
                  <a:lnTo>
                    <a:pt x="47015" y="170078"/>
                  </a:lnTo>
                  <a:lnTo>
                    <a:pt x="27063" y="209816"/>
                  </a:lnTo>
                  <a:lnTo>
                    <a:pt x="12306" y="252336"/>
                  </a:lnTo>
                  <a:lnTo>
                    <a:pt x="3136" y="297205"/>
                  </a:lnTo>
                  <a:lnTo>
                    <a:pt x="0" y="344043"/>
                  </a:lnTo>
                  <a:lnTo>
                    <a:pt x="3048" y="389915"/>
                  </a:lnTo>
                  <a:lnTo>
                    <a:pt x="12217" y="435800"/>
                  </a:lnTo>
                  <a:lnTo>
                    <a:pt x="26885" y="478320"/>
                  </a:lnTo>
                  <a:lnTo>
                    <a:pt x="46736" y="518045"/>
                  </a:lnTo>
                  <a:lnTo>
                    <a:pt x="71361" y="554609"/>
                  </a:lnTo>
                  <a:lnTo>
                    <a:pt x="100368" y="587590"/>
                  </a:lnTo>
                  <a:lnTo>
                    <a:pt x="133350" y="616597"/>
                  </a:lnTo>
                  <a:lnTo>
                    <a:pt x="169913" y="641223"/>
                  </a:lnTo>
                  <a:lnTo>
                    <a:pt x="209638" y="661073"/>
                  </a:lnTo>
                  <a:lnTo>
                    <a:pt x="252412" y="675830"/>
                  </a:lnTo>
                  <a:lnTo>
                    <a:pt x="252590" y="675830"/>
                  </a:lnTo>
                  <a:lnTo>
                    <a:pt x="297167" y="684872"/>
                  </a:lnTo>
                  <a:lnTo>
                    <a:pt x="297408" y="684872"/>
                  </a:lnTo>
                  <a:lnTo>
                    <a:pt x="343916" y="687959"/>
                  </a:lnTo>
                  <a:lnTo>
                    <a:pt x="390486" y="684872"/>
                  </a:lnTo>
                  <a:lnTo>
                    <a:pt x="435178" y="675830"/>
                  </a:lnTo>
                  <a:lnTo>
                    <a:pt x="477583" y="661250"/>
                  </a:lnTo>
                  <a:lnTo>
                    <a:pt x="488988" y="655574"/>
                  </a:lnTo>
                  <a:lnTo>
                    <a:pt x="517283" y="641502"/>
                  </a:lnTo>
                  <a:lnTo>
                    <a:pt x="553872" y="616978"/>
                  </a:lnTo>
                  <a:lnTo>
                    <a:pt x="586930" y="588060"/>
                  </a:lnTo>
                  <a:lnTo>
                    <a:pt x="616026" y="555142"/>
                  </a:lnTo>
                  <a:lnTo>
                    <a:pt x="640765" y="518617"/>
                  </a:lnTo>
                  <a:lnTo>
                    <a:pt x="660730" y="478853"/>
                  </a:lnTo>
                  <a:lnTo>
                    <a:pt x="675513" y="436245"/>
                  </a:lnTo>
                  <a:lnTo>
                    <a:pt x="684682" y="391185"/>
                  </a:lnTo>
                  <a:lnTo>
                    <a:pt x="687832" y="344043"/>
                  </a:lnTo>
                  <a:close/>
                </a:path>
              </a:pathLst>
            </a:custGeom>
            <a:solidFill>
              <a:srgbClr val="5F5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022457" y="2328671"/>
              <a:ext cx="2169160" cy="476250"/>
            </a:xfrm>
            <a:custGeom>
              <a:avLst/>
              <a:gdLst/>
              <a:ahLst/>
              <a:cxnLst/>
              <a:rect l="l" t="t" r="r" b="b"/>
              <a:pathLst>
                <a:path w="2169159" h="476250">
                  <a:moveTo>
                    <a:pt x="394589" y="338582"/>
                  </a:moveTo>
                  <a:lnTo>
                    <a:pt x="380276" y="284035"/>
                  </a:lnTo>
                  <a:lnTo>
                    <a:pt x="377990" y="281559"/>
                  </a:lnTo>
                  <a:lnTo>
                    <a:pt x="350037" y="251206"/>
                  </a:lnTo>
                  <a:lnTo>
                    <a:pt x="320040" y="235140"/>
                  </a:lnTo>
                  <a:lnTo>
                    <a:pt x="306451" y="230886"/>
                  </a:lnTo>
                  <a:lnTo>
                    <a:pt x="316966" y="226148"/>
                  </a:lnTo>
                  <a:lnTo>
                    <a:pt x="340093" y="210451"/>
                  </a:lnTo>
                  <a:lnTo>
                    <a:pt x="354876" y="192024"/>
                  </a:lnTo>
                  <a:lnTo>
                    <a:pt x="363232" y="181597"/>
                  </a:lnTo>
                  <a:lnTo>
                    <a:pt x="373761" y="137414"/>
                  </a:lnTo>
                  <a:lnTo>
                    <a:pt x="368973" y="107696"/>
                  </a:lnTo>
                  <a:lnTo>
                    <a:pt x="366458" y="92075"/>
                  </a:lnTo>
                  <a:lnTo>
                    <a:pt x="345884" y="57137"/>
                  </a:lnTo>
                  <a:lnTo>
                    <a:pt x="314032" y="32397"/>
                  </a:lnTo>
                  <a:lnTo>
                    <a:pt x="272923" y="17691"/>
                  </a:lnTo>
                  <a:lnTo>
                    <a:pt x="266065" y="17005"/>
                  </a:lnTo>
                  <a:lnTo>
                    <a:pt x="266065" y="324358"/>
                  </a:lnTo>
                  <a:lnTo>
                    <a:pt x="260946" y="346252"/>
                  </a:lnTo>
                  <a:lnTo>
                    <a:pt x="248412" y="360235"/>
                  </a:lnTo>
                  <a:lnTo>
                    <a:pt x="229768" y="367652"/>
                  </a:lnTo>
                  <a:lnTo>
                    <a:pt x="206375" y="369824"/>
                  </a:lnTo>
                  <a:lnTo>
                    <a:pt x="118237" y="369824"/>
                  </a:lnTo>
                  <a:lnTo>
                    <a:pt x="118237" y="281559"/>
                  </a:lnTo>
                  <a:lnTo>
                    <a:pt x="202438" y="281559"/>
                  </a:lnTo>
                  <a:lnTo>
                    <a:pt x="230479" y="284607"/>
                  </a:lnTo>
                  <a:lnTo>
                    <a:pt x="250342" y="293243"/>
                  </a:lnTo>
                  <a:lnTo>
                    <a:pt x="262153" y="306743"/>
                  </a:lnTo>
                  <a:lnTo>
                    <a:pt x="266065" y="324358"/>
                  </a:lnTo>
                  <a:lnTo>
                    <a:pt x="266065" y="17005"/>
                  </a:lnTo>
                  <a:lnTo>
                    <a:pt x="250444" y="15443"/>
                  </a:lnTo>
                  <a:lnTo>
                    <a:pt x="250444" y="149098"/>
                  </a:lnTo>
                  <a:lnTo>
                    <a:pt x="247129" y="164058"/>
                  </a:lnTo>
                  <a:lnTo>
                    <a:pt x="237515" y="177901"/>
                  </a:lnTo>
                  <a:lnTo>
                    <a:pt x="222046" y="188074"/>
                  </a:lnTo>
                  <a:lnTo>
                    <a:pt x="201168" y="192024"/>
                  </a:lnTo>
                  <a:lnTo>
                    <a:pt x="116840" y="192024"/>
                  </a:lnTo>
                  <a:lnTo>
                    <a:pt x="116840" y="107696"/>
                  </a:lnTo>
                  <a:lnTo>
                    <a:pt x="205105" y="107696"/>
                  </a:lnTo>
                  <a:lnTo>
                    <a:pt x="223164" y="110909"/>
                  </a:lnTo>
                  <a:lnTo>
                    <a:pt x="237528" y="119684"/>
                  </a:lnTo>
                  <a:lnTo>
                    <a:pt x="247015" y="132829"/>
                  </a:lnTo>
                  <a:lnTo>
                    <a:pt x="250444" y="149098"/>
                  </a:lnTo>
                  <a:lnTo>
                    <a:pt x="250444" y="15443"/>
                  </a:lnTo>
                  <a:lnTo>
                    <a:pt x="224536" y="12827"/>
                  </a:lnTo>
                  <a:lnTo>
                    <a:pt x="0" y="12827"/>
                  </a:lnTo>
                  <a:lnTo>
                    <a:pt x="0" y="465836"/>
                  </a:lnTo>
                  <a:lnTo>
                    <a:pt x="245364" y="465836"/>
                  </a:lnTo>
                  <a:lnTo>
                    <a:pt x="289255" y="459968"/>
                  </a:lnTo>
                  <a:lnTo>
                    <a:pt x="329819" y="443141"/>
                  </a:lnTo>
                  <a:lnTo>
                    <a:pt x="363347" y="416521"/>
                  </a:lnTo>
                  <a:lnTo>
                    <a:pt x="386156" y="381279"/>
                  </a:lnTo>
                  <a:lnTo>
                    <a:pt x="388416" y="369824"/>
                  </a:lnTo>
                  <a:lnTo>
                    <a:pt x="394589" y="338582"/>
                  </a:lnTo>
                  <a:close/>
                </a:path>
                <a:path w="2169159" h="476250">
                  <a:moveTo>
                    <a:pt x="869696" y="238760"/>
                  </a:moveTo>
                  <a:lnTo>
                    <a:pt x="866343" y="190588"/>
                  </a:lnTo>
                  <a:lnTo>
                    <a:pt x="855624" y="145973"/>
                  </a:lnTo>
                  <a:lnTo>
                    <a:pt x="839736" y="110236"/>
                  </a:lnTo>
                  <a:lnTo>
                    <a:pt x="813028" y="70980"/>
                  </a:lnTo>
                  <a:lnTo>
                    <a:pt x="781672" y="42367"/>
                  </a:lnTo>
                  <a:lnTo>
                    <a:pt x="752856" y="25920"/>
                  </a:lnTo>
                  <a:lnTo>
                    <a:pt x="752856" y="238760"/>
                  </a:lnTo>
                  <a:lnTo>
                    <a:pt x="746493" y="288417"/>
                  </a:lnTo>
                  <a:lnTo>
                    <a:pt x="727367" y="329311"/>
                  </a:lnTo>
                  <a:lnTo>
                    <a:pt x="695363" y="357060"/>
                  </a:lnTo>
                  <a:lnTo>
                    <a:pt x="650367" y="367284"/>
                  </a:lnTo>
                  <a:lnTo>
                    <a:pt x="606234" y="357251"/>
                  </a:lnTo>
                  <a:lnTo>
                    <a:pt x="575043" y="329793"/>
                  </a:lnTo>
                  <a:lnTo>
                    <a:pt x="556526" y="288963"/>
                  </a:lnTo>
                  <a:lnTo>
                    <a:pt x="550418" y="238760"/>
                  </a:lnTo>
                  <a:lnTo>
                    <a:pt x="556526" y="189103"/>
                  </a:lnTo>
                  <a:lnTo>
                    <a:pt x="575043" y="148209"/>
                  </a:lnTo>
                  <a:lnTo>
                    <a:pt x="606234" y="120459"/>
                  </a:lnTo>
                  <a:lnTo>
                    <a:pt x="650367" y="110236"/>
                  </a:lnTo>
                  <a:lnTo>
                    <a:pt x="695363" y="120281"/>
                  </a:lnTo>
                  <a:lnTo>
                    <a:pt x="727367" y="147739"/>
                  </a:lnTo>
                  <a:lnTo>
                    <a:pt x="746493" y="188569"/>
                  </a:lnTo>
                  <a:lnTo>
                    <a:pt x="752856" y="238760"/>
                  </a:lnTo>
                  <a:lnTo>
                    <a:pt x="752856" y="25920"/>
                  </a:lnTo>
                  <a:lnTo>
                    <a:pt x="743940" y="20828"/>
                  </a:lnTo>
                  <a:lnTo>
                    <a:pt x="700087" y="7264"/>
                  </a:lnTo>
                  <a:lnTo>
                    <a:pt x="650367" y="2540"/>
                  </a:lnTo>
                  <a:lnTo>
                    <a:pt x="601459" y="7264"/>
                  </a:lnTo>
                  <a:lnTo>
                    <a:pt x="558215" y="20828"/>
                  </a:lnTo>
                  <a:lnTo>
                    <a:pt x="520865" y="42367"/>
                  </a:lnTo>
                  <a:lnTo>
                    <a:pt x="489699" y="70980"/>
                  </a:lnTo>
                  <a:lnTo>
                    <a:pt x="464997" y="105816"/>
                  </a:lnTo>
                  <a:lnTo>
                    <a:pt x="447014" y="145973"/>
                  </a:lnTo>
                  <a:lnTo>
                    <a:pt x="436029" y="190588"/>
                  </a:lnTo>
                  <a:lnTo>
                    <a:pt x="432308" y="238760"/>
                  </a:lnTo>
                  <a:lnTo>
                    <a:pt x="436029" y="287362"/>
                  </a:lnTo>
                  <a:lnTo>
                    <a:pt x="447014" y="332295"/>
                  </a:lnTo>
                  <a:lnTo>
                    <a:pt x="464997" y="372681"/>
                  </a:lnTo>
                  <a:lnTo>
                    <a:pt x="489712" y="407657"/>
                  </a:lnTo>
                  <a:lnTo>
                    <a:pt x="520865" y="436372"/>
                  </a:lnTo>
                  <a:lnTo>
                    <a:pt x="558215" y="457949"/>
                  </a:lnTo>
                  <a:lnTo>
                    <a:pt x="601459" y="471538"/>
                  </a:lnTo>
                  <a:lnTo>
                    <a:pt x="650367" y="476250"/>
                  </a:lnTo>
                  <a:lnTo>
                    <a:pt x="699643" y="471538"/>
                  </a:lnTo>
                  <a:lnTo>
                    <a:pt x="743191" y="457949"/>
                  </a:lnTo>
                  <a:lnTo>
                    <a:pt x="780757" y="436372"/>
                  </a:lnTo>
                  <a:lnTo>
                    <a:pt x="812076" y="407657"/>
                  </a:lnTo>
                  <a:lnTo>
                    <a:pt x="836891" y="372681"/>
                  </a:lnTo>
                  <a:lnTo>
                    <a:pt x="854938" y="332295"/>
                  </a:lnTo>
                  <a:lnTo>
                    <a:pt x="865962" y="287362"/>
                  </a:lnTo>
                  <a:lnTo>
                    <a:pt x="869696" y="238760"/>
                  </a:lnTo>
                  <a:close/>
                </a:path>
                <a:path w="2169159" h="476250">
                  <a:moveTo>
                    <a:pt x="1277239" y="324358"/>
                  </a:moveTo>
                  <a:lnTo>
                    <a:pt x="1266901" y="272808"/>
                  </a:lnTo>
                  <a:lnTo>
                    <a:pt x="1242123" y="237134"/>
                  </a:lnTo>
                  <a:lnTo>
                    <a:pt x="1207439" y="213626"/>
                  </a:lnTo>
                  <a:lnTo>
                    <a:pt x="1167422" y="198564"/>
                  </a:lnTo>
                  <a:lnTo>
                    <a:pt x="1126617" y="188214"/>
                  </a:lnTo>
                  <a:lnTo>
                    <a:pt x="1108583" y="185547"/>
                  </a:lnTo>
                  <a:lnTo>
                    <a:pt x="1080173" y="179019"/>
                  </a:lnTo>
                  <a:lnTo>
                    <a:pt x="1057046" y="170154"/>
                  </a:lnTo>
                  <a:lnTo>
                    <a:pt x="1041501" y="157619"/>
                  </a:lnTo>
                  <a:lnTo>
                    <a:pt x="1035812" y="140081"/>
                  </a:lnTo>
                  <a:lnTo>
                    <a:pt x="1040917" y="120815"/>
                  </a:lnTo>
                  <a:lnTo>
                    <a:pt x="1054303" y="107492"/>
                  </a:lnTo>
                  <a:lnTo>
                    <a:pt x="1073048" y="99783"/>
                  </a:lnTo>
                  <a:lnTo>
                    <a:pt x="1094232" y="97282"/>
                  </a:lnTo>
                  <a:lnTo>
                    <a:pt x="1123086" y="100685"/>
                  </a:lnTo>
                  <a:lnTo>
                    <a:pt x="1149197" y="109918"/>
                  </a:lnTo>
                  <a:lnTo>
                    <a:pt x="1172146" y="123545"/>
                  </a:lnTo>
                  <a:lnTo>
                    <a:pt x="1191514" y="140081"/>
                  </a:lnTo>
                  <a:lnTo>
                    <a:pt x="1264285" y="70104"/>
                  </a:lnTo>
                  <a:lnTo>
                    <a:pt x="1235303" y="44310"/>
                  </a:lnTo>
                  <a:lnTo>
                    <a:pt x="1196809" y="21869"/>
                  </a:lnTo>
                  <a:lnTo>
                    <a:pt x="1148549" y="6007"/>
                  </a:lnTo>
                  <a:lnTo>
                    <a:pt x="1090295" y="0"/>
                  </a:lnTo>
                  <a:lnTo>
                    <a:pt x="1034237" y="7353"/>
                  </a:lnTo>
                  <a:lnTo>
                    <a:pt x="986066" y="25920"/>
                  </a:lnTo>
                  <a:lnTo>
                    <a:pt x="948423" y="55079"/>
                  </a:lnTo>
                  <a:lnTo>
                    <a:pt x="923912" y="94195"/>
                  </a:lnTo>
                  <a:lnTo>
                    <a:pt x="915162" y="142621"/>
                  </a:lnTo>
                  <a:lnTo>
                    <a:pt x="922350" y="186842"/>
                  </a:lnTo>
                  <a:lnTo>
                    <a:pt x="942200" y="221830"/>
                  </a:lnTo>
                  <a:lnTo>
                    <a:pt x="972083" y="248335"/>
                  </a:lnTo>
                  <a:lnTo>
                    <a:pt x="1009357" y="267119"/>
                  </a:lnTo>
                  <a:lnTo>
                    <a:pt x="1051433" y="278892"/>
                  </a:lnTo>
                  <a:lnTo>
                    <a:pt x="1069467" y="282829"/>
                  </a:lnTo>
                  <a:lnTo>
                    <a:pt x="1109497" y="292214"/>
                  </a:lnTo>
                  <a:lnTo>
                    <a:pt x="1135545" y="302031"/>
                  </a:lnTo>
                  <a:lnTo>
                    <a:pt x="1149667" y="314248"/>
                  </a:lnTo>
                  <a:lnTo>
                    <a:pt x="1153922" y="330835"/>
                  </a:lnTo>
                  <a:lnTo>
                    <a:pt x="1149261" y="348729"/>
                  </a:lnTo>
                  <a:lnTo>
                    <a:pt x="1136205" y="362699"/>
                  </a:lnTo>
                  <a:lnTo>
                    <a:pt x="1116088" y="371792"/>
                  </a:lnTo>
                  <a:lnTo>
                    <a:pt x="1090295" y="375031"/>
                  </a:lnTo>
                  <a:lnTo>
                    <a:pt x="1056132" y="371386"/>
                  </a:lnTo>
                  <a:lnTo>
                    <a:pt x="1024001" y="360451"/>
                  </a:lnTo>
                  <a:lnTo>
                    <a:pt x="994524" y="342188"/>
                  </a:lnTo>
                  <a:lnTo>
                    <a:pt x="968375" y="316611"/>
                  </a:lnTo>
                  <a:lnTo>
                    <a:pt x="893064" y="386588"/>
                  </a:lnTo>
                  <a:lnTo>
                    <a:pt x="950569" y="437019"/>
                  </a:lnTo>
                  <a:lnTo>
                    <a:pt x="988237" y="455637"/>
                  </a:lnTo>
                  <a:lnTo>
                    <a:pt x="1034554" y="467906"/>
                  </a:lnTo>
                  <a:lnTo>
                    <a:pt x="1091565" y="472313"/>
                  </a:lnTo>
                  <a:lnTo>
                    <a:pt x="1136891" y="468299"/>
                  </a:lnTo>
                  <a:lnTo>
                    <a:pt x="1180109" y="456171"/>
                  </a:lnTo>
                  <a:lnTo>
                    <a:pt x="1218488" y="435825"/>
                  </a:lnTo>
                  <a:lnTo>
                    <a:pt x="1249299" y="407149"/>
                  </a:lnTo>
                  <a:lnTo>
                    <a:pt x="1269796" y="370027"/>
                  </a:lnTo>
                  <a:lnTo>
                    <a:pt x="1277239" y="324358"/>
                  </a:lnTo>
                  <a:close/>
                </a:path>
                <a:path w="2169159" h="476250">
                  <a:moveTo>
                    <a:pt x="1726311" y="378968"/>
                  </a:moveTo>
                  <a:lnTo>
                    <a:pt x="1628902" y="315341"/>
                  </a:lnTo>
                  <a:lnTo>
                    <a:pt x="1613750" y="336588"/>
                  </a:lnTo>
                  <a:lnTo>
                    <a:pt x="1595755" y="352983"/>
                  </a:lnTo>
                  <a:lnTo>
                    <a:pt x="1572602" y="363550"/>
                  </a:lnTo>
                  <a:lnTo>
                    <a:pt x="1542034" y="367284"/>
                  </a:lnTo>
                  <a:lnTo>
                    <a:pt x="1502194" y="359206"/>
                  </a:lnTo>
                  <a:lnTo>
                    <a:pt x="1467688" y="334797"/>
                  </a:lnTo>
                  <a:lnTo>
                    <a:pt x="1443393" y="293839"/>
                  </a:lnTo>
                  <a:lnTo>
                    <a:pt x="1434211" y="236093"/>
                  </a:lnTo>
                  <a:lnTo>
                    <a:pt x="1442974" y="182270"/>
                  </a:lnTo>
                  <a:lnTo>
                    <a:pt x="1466240" y="142341"/>
                  </a:lnTo>
                  <a:lnTo>
                    <a:pt x="1499463" y="117513"/>
                  </a:lnTo>
                  <a:lnTo>
                    <a:pt x="1538097" y="108966"/>
                  </a:lnTo>
                  <a:lnTo>
                    <a:pt x="1566824" y="112496"/>
                  </a:lnTo>
                  <a:lnTo>
                    <a:pt x="1589887" y="122580"/>
                  </a:lnTo>
                  <a:lnTo>
                    <a:pt x="1608836" y="138493"/>
                  </a:lnTo>
                  <a:lnTo>
                    <a:pt x="1625219" y="159512"/>
                  </a:lnTo>
                  <a:lnTo>
                    <a:pt x="1722501" y="99822"/>
                  </a:lnTo>
                  <a:lnTo>
                    <a:pt x="1685124" y="55054"/>
                  </a:lnTo>
                  <a:lnTo>
                    <a:pt x="1642656" y="24892"/>
                  </a:lnTo>
                  <a:lnTo>
                    <a:pt x="1594358" y="7886"/>
                  </a:lnTo>
                  <a:lnTo>
                    <a:pt x="1539494" y="2540"/>
                  </a:lnTo>
                  <a:lnTo>
                    <a:pt x="1488554" y="7366"/>
                  </a:lnTo>
                  <a:lnTo>
                    <a:pt x="1443964" y="21158"/>
                  </a:lnTo>
                  <a:lnTo>
                    <a:pt x="1405864" y="42926"/>
                  </a:lnTo>
                  <a:lnTo>
                    <a:pt x="1374368" y="71653"/>
                  </a:lnTo>
                  <a:lnTo>
                    <a:pt x="1349641" y="106337"/>
                  </a:lnTo>
                  <a:lnTo>
                    <a:pt x="1331798" y="145973"/>
                  </a:lnTo>
                  <a:lnTo>
                    <a:pt x="1320990" y="189560"/>
                  </a:lnTo>
                  <a:lnTo>
                    <a:pt x="1317371" y="236093"/>
                  </a:lnTo>
                  <a:lnTo>
                    <a:pt x="1321371" y="284810"/>
                  </a:lnTo>
                  <a:lnTo>
                    <a:pt x="1333068" y="330047"/>
                  </a:lnTo>
                  <a:lnTo>
                    <a:pt x="1351978" y="370852"/>
                  </a:lnTo>
                  <a:lnTo>
                    <a:pt x="1377632" y="406323"/>
                  </a:lnTo>
                  <a:lnTo>
                    <a:pt x="1409534" y="435533"/>
                  </a:lnTo>
                  <a:lnTo>
                    <a:pt x="1447241" y="457542"/>
                  </a:lnTo>
                  <a:lnTo>
                    <a:pt x="1490243" y="471424"/>
                  </a:lnTo>
                  <a:lnTo>
                    <a:pt x="1538097" y="476250"/>
                  </a:lnTo>
                  <a:lnTo>
                    <a:pt x="1588947" y="472363"/>
                  </a:lnTo>
                  <a:lnTo>
                    <a:pt x="1630895" y="460705"/>
                  </a:lnTo>
                  <a:lnTo>
                    <a:pt x="1666240" y="441248"/>
                  </a:lnTo>
                  <a:lnTo>
                    <a:pt x="1697266" y="414007"/>
                  </a:lnTo>
                  <a:lnTo>
                    <a:pt x="1726311" y="378968"/>
                  </a:lnTo>
                  <a:close/>
                </a:path>
                <a:path w="2169159" h="476250">
                  <a:moveTo>
                    <a:pt x="2169033" y="11938"/>
                  </a:moveTo>
                  <a:lnTo>
                    <a:pt x="2043049" y="11938"/>
                  </a:lnTo>
                  <a:lnTo>
                    <a:pt x="2043049" y="179578"/>
                  </a:lnTo>
                  <a:lnTo>
                    <a:pt x="1898904" y="179578"/>
                  </a:lnTo>
                  <a:lnTo>
                    <a:pt x="1898904" y="11938"/>
                  </a:lnTo>
                  <a:lnTo>
                    <a:pt x="1773047" y="11938"/>
                  </a:lnTo>
                  <a:lnTo>
                    <a:pt x="1773047" y="179578"/>
                  </a:lnTo>
                  <a:lnTo>
                    <a:pt x="1773047" y="283718"/>
                  </a:lnTo>
                  <a:lnTo>
                    <a:pt x="1773047" y="464058"/>
                  </a:lnTo>
                  <a:lnTo>
                    <a:pt x="1898904" y="464058"/>
                  </a:lnTo>
                  <a:lnTo>
                    <a:pt x="1898904" y="283718"/>
                  </a:lnTo>
                  <a:lnTo>
                    <a:pt x="2043049" y="283718"/>
                  </a:lnTo>
                  <a:lnTo>
                    <a:pt x="2043049" y="464058"/>
                  </a:lnTo>
                  <a:lnTo>
                    <a:pt x="2169033" y="464058"/>
                  </a:lnTo>
                  <a:lnTo>
                    <a:pt x="2169033" y="283718"/>
                  </a:lnTo>
                  <a:lnTo>
                    <a:pt x="2169033" y="179578"/>
                  </a:lnTo>
                  <a:lnTo>
                    <a:pt x="2169033" y="11938"/>
                  </a:lnTo>
                  <a:close/>
                </a:path>
              </a:pathLst>
            </a:custGeom>
            <a:solidFill>
              <a:srgbClr val="EA001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12" y="-1"/>
            <a:ext cx="18287365" cy="10287635"/>
            <a:chOff x="1112" y="-1"/>
            <a:chExt cx="18287365" cy="102876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" y="-1"/>
              <a:ext cx="18286857" cy="1028699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6817341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85799" y="1050925"/>
              <a:ext cx="8288020" cy="9236710"/>
            </a:xfrm>
            <a:custGeom>
              <a:avLst/>
              <a:gdLst/>
              <a:ahLst/>
              <a:cxnLst/>
              <a:rect l="l" t="t" r="r" b="b"/>
              <a:pathLst>
                <a:path w="8288020" h="9236710">
                  <a:moveTo>
                    <a:pt x="8204581" y="0"/>
                  </a:moveTo>
                  <a:lnTo>
                    <a:pt x="82880" y="0"/>
                  </a:lnTo>
                  <a:lnTo>
                    <a:pt x="50620" y="6510"/>
                  </a:lnTo>
                  <a:lnTo>
                    <a:pt x="24276" y="24272"/>
                  </a:lnTo>
                  <a:lnTo>
                    <a:pt x="6513" y="50631"/>
                  </a:lnTo>
                  <a:lnTo>
                    <a:pt x="0" y="82930"/>
                  </a:lnTo>
                  <a:lnTo>
                    <a:pt x="0" y="9236099"/>
                  </a:lnTo>
                  <a:lnTo>
                    <a:pt x="8287511" y="9236099"/>
                  </a:lnTo>
                  <a:lnTo>
                    <a:pt x="8287511" y="82930"/>
                  </a:lnTo>
                  <a:lnTo>
                    <a:pt x="8281001" y="50631"/>
                  </a:lnTo>
                  <a:lnTo>
                    <a:pt x="8263239" y="24272"/>
                  </a:lnTo>
                  <a:lnTo>
                    <a:pt x="8236880" y="6510"/>
                  </a:lnTo>
                  <a:lnTo>
                    <a:pt x="8204581" y="0"/>
                  </a:lnTo>
                  <a:close/>
                </a:path>
              </a:pathLst>
            </a:custGeom>
            <a:solidFill>
              <a:srgbClr val="FFFFFF">
                <a:alpha val="929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69238" y="2682829"/>
            <a:ext cx="7125334" cy="608774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직면</a:t>
            </a:r>
            <a:r>
              <a:rPr dirty="0" sz="1800" spc="-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과제: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기술에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투자하여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전통적인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오프라인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매장을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현대적인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옴니채널 소비자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경험으로 전환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목표.</a:t>
            </a:r>
            <a:endParaRPr sz="1800">
              <a:latin typeface="Malgun Gothic"/>
              <a:cs typeface="Malgun Gothic"/>
            </a:endParaRPr>
          </a:p>
          <a:p>
            <a:pPr marL="12700" marR="154305">
              <a:lnSpc>
                <a:spcPct val="114999"/>
              </a:lnSpc>
              <a:spcBef>
                <a:spcPts val="2485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솔루션: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Kafka와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Confluent는</a:t>
            </a:r>
            <a:r>
              <a:rPr dirty="0" sz="1800" spc="-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Walmart의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인벤토리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시스템을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지원하고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Walmart.com,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식료품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주문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배달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또는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픽업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시스템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등을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지원하는 이벤트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스트리밍 아키텍처의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중추 역할을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합니다.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805"/>
              </a:spcBef>
            </a:pP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결과:</a:t>
            </a:r>
            <a:endParaRPr sz="1800">
              <a:latin typeface="Malgun Gothic"/>
              <a:cs typeface="Malgun Gothic"/>
            </a:endParaRPr>
          </a:p>
          <a:p>
            <a:pPr marL="287020" marR="498475" indent="-251460">
              <a:lnSpc>
                <a:spcPct val="114999"/>
              </a:lnSpc>
              <a:spcBef>
                <a:spcPts val="5"/>
              </a:spcBef>
              <a:buFont typeface="Times New Roman"/>
              <a:buChar char="●"/>
              <a:tabLst>
                <a:tab pos="287020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Confluent에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대한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투자는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회사의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외형 성장에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도움이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되었습니다.</a:t>
            </a:r>
            <a:endParaRPr sz="1800">
              <a:latin typeface="Malgun Gothic"/>
              <a:cs typeface="Malgun Gothic"/>
            </a:endParaRPr>
          </a:p>
          <a:p>
            <a:pPr marL="285750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5750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매일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110억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개의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이벤트를 처리하는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8,500개의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노드</a:t>
            </a:r>
            <a:endParaRPr sz="1800">
              <a:latin typeface="Malgun Gothic"/>
              <a:cs typeface="Malgun Gothic"/>
            </a:endParaRPr>
          </a:p>
          <a:p>
            <a:pPr marL="287020" marR="466725" indent="-251460">
              <a:lnSpc>
                <a:spcPct val="114999"/>
              </a:lnSpc>
              <a:buFont typeface="Times New Roman"/>
              <a:buChar char="●"/>
              <a:tabLst>
                <a:tab pos="287020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모든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고객이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원하는 방식으로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쇼핑할 수 있도록 옴니채널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경험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제공</a:t>
            </a:r>
            <a:endParaRPr sz="1800">
              <a:latin typeface="Malgun Gothic"/>
              <a:cs typeface="Malgun Gothic"/>
            </a:endParaRPr>
          </a:p>
          <a:p>
            <a:pPr marL="285750" indent="-250825">
              <a:lnSpc>
                <a:spcPct val="100000"/>
              </a:lnSpc>
              <a:spcBef>
                <a:spcPts val="320"/>
              </a:spcBef>
              <a:buFont typeface="Times New Roman"/>
              <a:buChar char="●"/>
              <a:tabLst>
                <a:tab pos="285750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유기적인 공급망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체인을 구축하여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협력업체와 효율적인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협업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가능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14999"/>
              </a:lnSpc>
              <a:spcBef>
                <a:spcPts val="2490"/>
              </a:spcBef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“월마트는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매출이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5000억</a:t>
            </a:r>
            <a:r>
              <a:rPr dirty="0" sz="1800" spc="-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달러인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회사이므로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매초마다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수백만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달러의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가치가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있습니다.</a:t>
            </a:r>
            <a:r>
              <a:rPr dirty="0" sz="1800" spc="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Kafka와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Confluent는</a:t>
            </a:r>
            <a:r>
              <a:rPr dirty="0" sz="18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우리의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디지털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옴니채널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혁신과 성공의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중추입니다.”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400" b="1">
                <a:solidFill>
                  <a:srgbClr val="221F1F"/>
                </a:solidFill>
                <a:latin typeface="Malgun Gothic"/>
                <a:cs typeface="Malgun Gothic"/>
              </a:rPr>
              <a:t>—</a:t>
            </a:r>
            <a:r>
              <a:rPr dirty="0" sz="1400" spc="-6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50" b="1" i="1">
                <a:solidFill>
                  <a:srgbClr val="221F1F"/>
                </a:solidFill>
                <a:latin typeface="Malgun Gothic"/>
                <a:cs typeface="Malgun Gothic"/>
              </a:rPr>
              <a:t>VP</a:t>
            </a:r>
            <a:r>
              <a:rPr dirty="0" sz="1450" spc="-60" b="1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50" b="1" i="1">
                <a:solidFill>
                  <a:srgbClr val="221F1F"/>
                </a:solidFill>
                <a:latin typeface="Malgun Gothic"/>
                <a:cs typeface="Malgun Gothic"/>
              </a:rPr>
              <a:t>of</a:t>
            </a:r>
            <a:r>
              <a:rPr dirty="0" sz="1450" spc="-70" b="1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50" spc="-30" b="1" i="1">
                <a:solidFill>
                  <a:srgbClr val="221F1F"/>
                </a:solidFill>
                <a:latin typeface="Malgun Gothic"/>
                <a:cs typeface="Malgun Gothic"/>
              </a:rPr>
              <a:t>Walmart</a:t>
            </a:r>
            <a:r>
              <a:rPr dirty="0" sz="1450" spc="-85" b="1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450" spc="-20" b="1" i="1">
                <a:solidFill>
                  <a:srgbClr val="221F1F"/>
                </a:solidFill>
                <a:latin typeface="Malgun Gothic"/>
                <a:cs typeface="Malgun Gothic"/>
              </a:rPr>
              <a:t>Cloud</a:t>
            </a:r>
            <a:endParaRPr sz="1450">
              <a:latin typeface="Malgun Gothic"/>
              <a:cs typeface="Malgun Gothic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1938" y="1506931"/>
            <a:ext cx="3768344" cy="901623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9"/>
            <a:ext cx="18288000" cy="10287000"/>
            <a:chOff x="0" y="39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9"/>
              <a:ext cx="18288000" cy="1028696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5800" y="1219199"/>
              <a:ext cx="7381240" cy="9067800"/>
            </a:xfrm>
            <a:custGeom>
              <a:avLst/>
              <a:gdLst/>
              <a:ahLst/>
              <a:cxnLst/>
              <a:rect l="l" t="t" r="r" b="b"/>
              <a:pathLst>
                <a:path w="7381240" h="9067800">
                  <a:moveTo>
                    <a:pt x="7307453" y="0"/>
                  </a:moveTo>
                  <a:lnTo>
                    <a:pt x="73812" y="0"/>
                  </a:lnTo>
                  <a:lnTo>
                    <a:pt x="45080" y="5816"/>
                  </a:lnTo>
                  <a:lnTo>
                    <a:pt x="21618" y="21669"/>
                  </a:lnTo>
                  <a:lnTo>
                    <a:pt x="5800" y="45166"/>
                  </a:lnTo>
                  <a:lnTo>
                    <a:pt x="0" y="73914"/>
                  </a:lnTo>
                  <a:lnTo>
                    <a:pt x="0" y="9067549"/>
                  </a:lnTo>
                  <a:lnTo>
                    <a:pt x="7381240" y="9067549"/>
                  </a:lnTo>
                  <a:lnTo>
                    <a:pt x="7381240" y="73914"/>
                  </a:lnTo>
                  <a:lnTo>
                    <a:pt x="7375425" y="45166"/>
                  </a:lnTo>
                  <a:lnTo>
                    <a:pt x="7359586" y="21669"/>
                  </a:lnTo>
                  <a:lnTo>
                    <a:pt x="7336127" y="5816"/>
                  </a:lnTo>
                  <a:lnTo>
                    <a:pt x="7307453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260728" y="2814701"/>
            <a:ext cx="6257925" cy="5454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3825">
              <a:lnSpc>
                <a:spcPct val="115100"/>
              </a:lnSpc>
              <a:spcBef>
                <a:spcPts val="100"/>
              </a:spcBef>
            </a:pPr>
            <a:r>
              <a:rPr dirty="0" sz="1800" b="1">
                <a:latin typeface="Malgun Gothic"/>
                <a:cs typeface="Malgun Gothic"/>
              </a:rPr>
              <a:t>직면</a:t>
            </a:r>
            <a:r>
              <a:rPr dirty="0" sz="1800" spc="-5" b="1">
                <a:latin typeface="Malgun Gothic"/>
                <a:cs typeface="Malgun Gothic"/>
              </a:rPr>
              <a:t> </a:t>
            </a:r>
            <a:r>
              <a:rPr dirty="0" sz="1800" b="1">
                <a:latin typeface="Malgun Gothic"/>
                <a:cs typeface="Malgun Gothic"/>
              </a:rPr>
              <a:t>과제:</a:t>
            </a:r>
            <a:r>
              <a:rPr dirty="0" sz="1800" spc="10" b="1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생물학적 이미지 데이터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분석을 간소화하여 </a:t>
            </a:r>
            <a:r>
              <a:rPr dirty="0" sz="1800" spc="-25">
                <a:latin typeface="Malgun Gothic"/>
                <a:cs typeface="Malgun Gothic"/>
              </a:rPr>
              <a:t>신약 </a:t>
            </a:r>
            <a:r>
              <a:rPr dirty="0" sz="1800">
                <a:latin typeface="Malgun Gothic"/>
                <a:cs typeface="Malgun Gothic"/>
              </a:rPr>
              <a:t>개발 프로세스를 </a:t>
            </a:r>
            <a:r>
              <a:rPr dirty="0" sz="1800" spc="-10">
                <a:latin typeface="Malgun Gothic"/>
                <a:cs typeface="Malgun Gothic"/>
              </a:rPr>
              <a:t>가속화합니다.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14999"/>
              </a:lnSpc>
              <a:spcBef>
                <a:spcPts val="2480"/>
              </a:spcBef>
            </a:pPr>
            <a:r>
              <a:rPr dirty="0" sz="1800" b="1">
                <a:latin typeface="Malgun Gothic"/>
                <a:cs typeface="Malgun Gothic"/>
              </a:rPr>
              <a:t>솔루션: </a:t>
            </a:r>
            <a:r>
              <a:rPr dirty="0" sz="1800">
                <a:latin typeface="Malgun Gothic"/>
                <a:cs typeface="Malgun Gothic"/>
              </a:rPr>
              <a:t>Confluent</a:t>
            </a:r>
            <a:r>
              <a:rPr dirty="0" sz="1800" spc="-3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Cloud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및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Kafka를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사용하여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실시간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이벤트 </a:t>
            </a:r>
            <a:r>
              <a:rPr dirty="0" sz="1800">
                <a:latin typeface="Malgun Gothic"/>
                <a:cs typeface="Malgun Gothic"/>
              </a:rPr>
              <a:t>스트리밍을 기반으로 확장 가능하고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매우 안정적인 </a:t>
            </a:r>
            <a:r>
              <a:rPr dirty="0" sz="1800" spc="-25">
                <a:latin typeface="Malgun Gothic"/>
                <a:cs typeface="Malgun Gothic"/>
              </a:rPr>
              <a:t>데이터 </a:t>
            </a:r>
            <a:r>
              <a:rPr dirty="0" sz="1800">
                <a:latin typeface="Malgun Gothic"/>
                <a:cs typeface="Malgun Gothic"/>
              </a:rPr>
              <a:t>파이프라인을 구축 </a:t>
            </a:r>
            <a:r>
              <a:rPr dirty="0" sz="1800" spc="-10">
                <a:latin typeface="Malgun Gothic"/>
                <a:cs typeface="Malgun Gothic"/>
              </a:rPr>
              <a:t>하였습니다.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810"/>
              </a:spcBef>
            </a:pPr>
            <a:r>
              <a:rPr dirty="0" sz="1800" spc="-25" b="1">
                <a:latin typeface="Malgun Gothic"/>
                <a:cs typeface="Malgun Gothic"/>
              </a:rPr>
              <a:t>결과:</a:t>
            </a:r>
            <a:endParaRPr sz="1800">
              <a:latin typeface="Malgun Gothic"/>
              <a:cs typeface="Malgun Gothic"/>
            </a:endParaRPr>
          </a:p>
          <a:p>
            <a:pPr marL="285750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5750" algn="l"/>
              </a:tabLst>
            </a:pPr>
            <a:r>
              <a:rPr dirty="0" sz="1800">
                <a:latin typeface="Malgun Gothic"/>
                <a:cs typeface="Malgun Gothic"/>
              </a:rPr>
              <a:t>가속화된 신약 개발 </a:t>
            </a:r>
            <a:r>
              <a:rPr dirty="0" sz="1800" spc="-10">
                <a:latin typeface="Malgun Gothic"/>
                <a:cs typeface="Malgun Gothic"/>
              </a:rPr>
              <a:t>파이프라인</a:t>
            </a:r>
            <a:endParaRPr sz="1800">
              <a:latin typeface="Malgun Gothic"/>
              <a:cs typeface="Malgun Gothic"/>
            </a:endParaRPr>
          </a:p>
          <a:p>
            <a:pPr marL="285750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5750" algn="l"/>
              </a:tabLst>
            </a:pPr>
            <a:r>
              <a:rPr dirty="0" sz="1800">
                <a:latin typeface="Malgun Gothic"/>
                <a:cs typeface="Malgun Gothic"/>
              </a:rPr>
              <a:t>유연하고 가용성이 높은 데이터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파이프라인 </a:t>
            </a:r>
            <a:r>
              <a:rPr dirty="0" sz="1800" spc="-25">
                <a:latin typeface="Malgun Gothic"/>
                <a:cs typeface="Malgun Gothic"/>
              </a:rPr>
              <a:t>구축</a:t>
            </a:r>
            <a:endParaRPr sz="1800">
              <a:latin typeface="Malgun Gothic"/>
              <a:cs typeface="Malgun Gothic"/>
            </a:endParaRPr>
          </a:p>
          <a:p>
            <a:pPr marL="285750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5750" algn="l"/>
              </a:tabLst>
            </a:pPr>
            <a:r>
              <a:rPr dirty="0" sz="1800">
                <a:latin typeface="Malgun Gothic"/>
                <a:cs typeface="Malgun Gothic"/>
              </a:rPr>
              <a:t>출시 이후 안정적인 생산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운영</a:t>
            </a:r>
            <a:endParaRPr sz="1800">
              <a:latin typeface="Malgun Gothic"/>
              <a:cs typeface="Malgun Gothic"/>
            </a:endParaRPr>
          </a:p>
          <a:p>
            <a:pPr marL="12700" marR="264160">
              <a:lnSpc>
                <a:spcPct val="114999"/>
              </a:lnSpc>
              <a:spcBef>
                <a:spcPts val="2485"/>
              </a:spcBef>
            </a:pPr>
            <a:r>
              <a:rPr dirty="0" sz="1800">
                <a:latin typeface="Malgun Gothic"/>
                <a:cs typeface="Malgun Gothic"/>
              </a:rPr>
              <a:t>"Confluent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Cloud로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구축한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시스템의 규모와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 spc="-20">
                <a:latin typeface="Malgun Gothic"/>
                <a:cs typeface="Malgun Gothic"/>
              </a:rPr>
              <a:t>견고성은 </a:t>
            </a:r>
            <a:r>
              <a:rPr dirty="0" sz="1800">
                <a:latin typeface="Malgun Gothic"/>
                <a:cs typeface="Malgun Gothic"/>
              </a:rPr>
              <a:t>새로운 치료법을 발견하는 임무에서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성공을 가속화하는 </a:t>
            </a:r>
            <a:r>
              <a:rPr dirty="0" sz="1800" spc="-50">
                <a:latin typeface="Malgun Gothic"/>
                <a:cs typeface="Malgun Gothic"/>
              </a:rPr>
              <a:t>데 </a:t>
            </a:r>
            <a:r>
              <a:rPr dirty="0" sz="1800">
                <a:latin typeface="Malgun Gothic"/>
                <a:cs typeface="Malgun Gothic"/>
              </a:rPr>
              <a:t>중요한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역할을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했으며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인간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임상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시험에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새로운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 spc="-20">
                <a:latin typeface="Malgun Gothic"/>
                <a:cs typeface="Malgun Gothic"/>
              </a:rPr>
              <a:t>치료법을 </a:t>
            </a:r>
            <a:r>
              <a:rPr dirty="0" sz="1800">
                <a:latin typeface="Malgun Gothic"/>
                <a:cs typeface="Malgun Gothic"/>
              </a:rPr>
              <a:t>도입하는 데 도움이 </a:t>
            </a:r>
            <a:r>
              <a:rPr dirty="0" sz="1800" spc="-10">
                <a:latin typeface="Malgun Gothic"/>
                <a:cs typeface="Malgun Gothic"/>
              </a:rPr>
              <a:t>되었습니다."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400" b="1">
                <a:latin typeface="Malgun Gothic"/>
                <a:cs typeface="Malgun Gothic"/>
              </a:rPr>
              <a:t>—</a:t>
            </a:r>
            <a:r>
              <a:rPr dirty="0" sz="1400" spc="-40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Ben</a:t>
            </a:r>
            <a:r>
              <a:rPr dirty="0" sz="1400" spc="-4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Mabey,</a:t>
            </a:r>
            <a:r>
              <a:rPr dirty="0" sz="1400" spc="-40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VP</a:t>
            </a:r>
            <a:r>
              <a:rPr dirty="0" sz="1400" spc="-2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of</a:t>
            </a:r>
            <a:r>
              <a:rPr dirty="0" sz="1400" spc="-3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Engineering,</a:t>
            </a:r>
            <a:r>
              <a:rPr dirty="0" sz="1400" spc="-30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Recursion</a:t>
            </a:r>
            <a:r>
              <a:rPr dirty="0" sz="1400" spc="-20" b="1">
                <a:latin typeface="Malgun Gothic"/>
                <a:cs typeface="Malgun Gothic"/>
              </a:rPr>
              <a:t> </a:t>
            </a:r>
            <a:r>
              <a:rPr dirty="0" sz="1400" spc="-10" b="1">
                <a:latin typeface="Malgun Gothic"/>
                <a:cs typeface="Malgun Gothic"/>
              </a:rPr>
              <a:t>Pharmaceuticals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273302" y="674497"/>
            <a:ext cx="16101694" cy="1776730"/>
            <a:chOff x="1273302" y="674497"/>
            <a:chExt cx="16101694" cy="1776730"/>
          </a:xfrm>
        </p:grpSpPr>
        <p:sp>
          <p:nvSpPr>
            <p:cNvPr id="7" name="object 7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017522" y="1949449"/>
              <a:ext cx="2806700" cy="353695"/>
            </a:xfrm>
            <a:custGeom>
              <a:avLst/>
              <a:gdLst/>
              <a:ahLst/>
              <a:cxnLst/>
              <a:rect l="l" t="t" r="r" b="b"/>
              <a:pathLst>
                <a:path w="2806700" h="353694">
                  <a:moveTo>
                    <a:pt x="271272" y="343662"/>
                  </a:moveTo>
                  <a:lnTo>
                    <a:pt x="187426" y="227203"/>
                  </a:lnTo>
                  <a:lnTo>
                    <a:pt x="180213" y="217170"/>
                  </a:lnTo>
                  <a:lnTo>
                    <a:pt x="211429" y="204076"/>
                  </a:lnTo>
                  <a:lnTo>
                    <a:pt x="235661" y="180949"/>
                  </a:lnTo>
                  <a:lnTo>
                    <a:pt x="238150" y="176022"/>
                  </a:lnTo>
                  <a:lnTo>
                    <a:pt x="251345" y="150063"/>
                  </a:lnTo>
                  <a:lnTo>
                    <a:pt x="256921" y="113665"/>
                  </a:lnTo>
                  <a:lnTo>
                    <a:pt x="254977" y="94208"/>
                  </a:lnTo>
                  <a:lnTo>
                    <a:pt x="254901" y="93497"/>
                  </a:lnTo>
                  <a:lnTo>
                    <a:pt x="249313" y="73875"/>
                  </a:lnTo>
                  <a:lnTo>
                    <a:pt x="244081" y="62484"/>
                  </a:lnTo>
                  <a:lnTo>
                    <a:pt x="240792" y="55321"/>
                  </a:lnTo>
                  <a:lnTo>
                    <a:pt x="229997" y="38354"/>
                  </a:lnTo>
                  <a:lnTo>
                    <a:pt x="210997" y="22987"/>
                  </a:lnTo>
                  <a:lnTo>
                    <a:pt x="200279" y="17526"/>
                  </a:lnTo>
                  <a:lnTo>
                    <a:pt x="200279" y="119253"/>
                  </a:lnTo>
                  <a:lnTo>
                    <a:pt x="195402" y="141897"/>
                  </a:lnTo>
                  <a:lnTo>
                    <a:pt x="181584" y="159880"/>
                  </a:lnTo>
                  <a:lnTo>
                    <a:pt x="160032" y="171742"/>
                  </a:lnTo>
                  <a:lnTo>
                    <a:pt x="131953" y="176022"/>
                  </a:lnTo>
                  <a:lnTo>
                    <a:pt x="52578" y="176022"/>
                  </a:lnTo>
                  <a:lnTo>
                    <a:pt x="52578" y="62484"/>
                  </a:lnTo>
                  <a:lnTo>
                    <a:pt x="131953" y="62484"/>
                  </a:lnTo>
                  <a:lnTo>
                    <a:pt x="160032" y="65963"/>
                  </a:lnTo>
                  <a:lnTo>
                    <a:pt x="181584" y="76492"/>
                  </a:lnTo>
                  <a:lnTo>
                    <a:pt x="195402" y="94208"/>
                  </a:lnTo>
                  <a:lnTo>
                    <a:pt x="200279" y="119253"/>
                  </a:lnTo>
                  <a:lnTo>
                    <a:pt x="200279" y="17526"/>
                  </a:lnTo>
                  <a:lnTo>
                    <a:pt x="188810" y="11658"/>
                  </a:lnTo>
                  <a:lnTo>
                    <a:pt x="164477" y="5143"/>
                  </a:lnTo>
                  <a:lnTo>
                    <a:pt x="139065" y="4191"/>
                  </a:lnTo>
                  <a:lnTo>
                    <a:pt x="0" y="4191"/>
                  </a:lnTo>
                  <a:lnTo>
                    <a:pt x="0" y="343662"/>
                  </a:lnTo>
                  <a:lnTo>
                    <a:pt x="55372" y="343662"/>
                  </a:lnTo>
                  <a:lnTo>
                    <a:pt x="55372" y="227203"/>
                  </a:lnTo>
                  <a:lnTo>
                    <a:pt x="126365" y="227203"/>
                  </a:lnTo>
                  <a:lnTo>
                    <a:pt x="202946" y="343662"/>
                  </a:lnTo>
                  <a:lnTo>
                    <a:pt x="271272" y="343662"/>
                  </a:lnTo>
                  <a:close/>
                </a:path>
                <a:path w="2806700" h="353694">
                  <a:moveTo>
                    <a:pt x="572262" y="8509"/>
                  </a:moveTo>
                  <a:lnTo>
                    <a:pt x="335153" y="8509"/>
                  </a:lnTo>
                  <a:lnTo>
                    <a:pt x="335153" y="347980"/>
                  </a:lnTo>
                  <a:lnTo>
                    <a:pt x="572262" y="347980"/>
                  </a:lnTo>
                  <a:lnTo>
                    <a:pt x="572262" y="294005"/>
                  </a:lnTo>
                  <a:lnTo>
                    <a:pt x="387604" y="294005"/>
                  </a:lnTo>
                  <a:lnTo>
                    <a:pt x="391922" y="201676"/>
                  </a:lnTo>
                  <a:lnTo>
                    <a:pt x="552323" y="201676"/>
                  </a:lnTo>
                  <a:lnTo>
                    <a:pt x="552323" y="149098"/>
                  </a:lnTo>
                  <a:lnTo>
                    <a:pt x="391922" y="149098"/>
                  </a:lnTo>
                  <a:lnTo>
                    <a:pt x="391922" y="62484"/>
                  </a:lnTo>
                  <a:lnTo>
                    <a:pt x="572262" y="62484"/>
                  </a:lnTo>
                  <a:lnTo>
                    <a:pt x="572262" y="8509"/>
                  </a:lnTo>
                  <a:close/>
                </a:path>
                <a:path w="2806700" h="353694">
                  <a:moveTo>
                    <a:pt x="920242" y="52578"/>
                  </a:moveTo>
                  <a:lnTo>
                    <a:pt x="893305" y="28727"/>
                  </a:lnTo>
                  <a:lnTo>
                    <a:pt x="863739" y="12382"/>
                  </a:lnTo>
                  <a:lnTo>
                    <a:pt x="831532" y="3009"/>
                  </a:lnTo>
                  <a:lnTo>
                    <a:pt x="796671" y="0"/>
                  </a:lnTo>
                  <a:lnTo>
                    <a:pt x="763346" y="3009"/>
                  </a:lnTo>
                  <a:lnTo>
                    <a:pt x="763701" y="3009"/>
                  </a:lnTo>
                  <a:lnTo>
                    <a:pt x="732409" y="12026"/>
                  </a:lnTo>
                  <a:lnTo>
                    <a:pt x="678815" y="49657"/>
                  </a:lnTo>
                  <a:lnTo>
                    <a:pt x="644880" y="106680"/>
                  </a:lnTo>
                  <a:lnTo>
                    <a:pt x="633349" y="173228"/>
                  </a:lnTo>
                  <a:lnTo>
                    <a:pt x="636244" y="208318"/>
                  </a:lnTo>
                  <a:lnTo>
                    <a:pt x="659117" y="271056"/>
                  </a:lnTo>
                  <a:lnTo>
                    <a:pt x="704418" y="320395"/>
                  </a:lnTo>
                  <a:lnTo>
                    <a:pt x="764692" y="345008"/>
                  </a:lnTo>
                  <a:lnTo>
                    <a:pt x="796671" y="347980"/>
                  </a:lnTo>
                  <a:lnTo>
                    <a:pt x="830122" y="347510"/>
                  </a:lnTo>
                  <a:lnTo>
                    <a:pt x="863219" y="337807"/>
                  </a:lnTo>
                  <a:lnTo>
                    <a:pt x="893927" y="319316"/>
                  </a:lnTo>
                  <a:lnTo>
                    <a:pt x="918743" y="294005"/>
                  </a:lnTo>
                  <a:lnTo>
                    <a:pt x="920242" y="292481"/>
                  </a:lnTo>
                  <a:lnTo>
                    <a:pt x="883285" y="251333"/>
                  </a:lnTo>
                  <a:lnTo>
                    <a:pt x="864285" y="269417"/>
                  </a:lnTo>
                  <a:lnTo>
                    <a:pt x="842098" y="282816"/>
                  </a:lnTo>
                  <a:lnTo>
                    <a:pt x="817765" y="291147"/>
                  </a:lnTo>
                  <a:lnTo>
                    <a:pt x="792353" y="294005"/>
                  </a:lnTo>
                  <a:lnTo>
                    <a:pt x="770572" y="291439"/>
                  </a:lnTo>
                  <a:lnTo>
                    <a:pt x="732370" y="272415"/>
                  </a:lnTo>
                  <a:lnTo>
                    <a:pt x="703821" y="238709"/>
                  </a:lnTo>
                  <a:lnTo>
                    <a:pt x="687997" y="196291"/>
                  </a:lnTo>
                  <a:lnTo>
                    <a:pt x="685927" y="173228"/>
                  </a:lnTo>
                  <a:lnTo>
                    <a:pt x="687997" y="150977"/>
                  </a:lnTo>
                  <a:lnTo>
                    <a:pt x="703821" y="109131"/>
                  </a:lnTo>
                  <a:lnTo>
                    <a:pt x="732370" y="74663"/>
                  </a:lnTo>
                  <a:lnTo>
                    <a:pt x="770572" y="55168"/>
                  </a:lnTo>
                  <a:lnTo>
                    <a:pt x="792353" y="52578"/>
                  </a:lnTo>
                  <a:lnTo>
                    <a:pt x="817765" y="55664"/>
                  </a:lnTo>
                  <a:lnTo>
                    <a:pt x="842098" y="64579"/>
                  </a:lnTo>
                  <a:lnTo>
                    <a:pt x="864285" y="78841"/>
                  </a:lnTo>
                  <a:lnTo>
                    <a:pt x="883285" y="97917"/>
                  </a:lnTo>
                  <a:lnTo>
                    <a:pt x="920242" y="52578"/>
                  </a:lnTo>
                  <a:close/>
                </a:path>
                <a:path w="2806700" h="353694">
                  <a:moveTo>
                    <a:pt x="1252474" y="7112"/>
                  </a:moveTo>
                  <a:lnTo>
                    <a:pt x="1195832" y="7112"/>
                  </a:lnTo>
                  <a:lnTo>
                    <a:pt x="1195832" y="201676"/>
                  </a:lnTo>
                  <a:lnTo>
                    <a:pt x="1190383" y="243497"/>
                  </a:lnTo>
                  <a:lnTo>
                    <a:pt x="1174686" y="273202"/>
                  </a:lnTo>
                  <a:lnTo>
                    <a:pt x="1149642" y="290931"/>
                  </a:lnTo>
                  <a:lnTo>
                    <a:pt x="1116203" y="296799"/>
                  </a:lnTo>
                  <a:lnTo>
                    <a:pt x="1082827" y="290474"/>
                  </a:lnTo>
                  <a:lnTo>
                    <a:pt x="1057821" y="271741"/>
                  </a:lnTo>
                  <a:lnTo>
                    <a:pt x="1042136" y="241033"/>
                  </a:lnTo>
                  <a:lnTo>
                    <a:pt x="1036701" y="198755"/>
                  </a:lnTo>
                  <a:lnTo>
                    <a:pt x="1036701" y="7112"/>
                  </a:lnTo>
                  <a:lnTo>
                    <a:pt x="978535" y="7112"/>
                  </a:lnTo>
                  <a:lnTo>
                    <a:pt x="978535" y="201676"/>
                  </a:lnTo>
                  <a:lnTo>
                    <a:pt x="984796" y="255092"/>
                  </a:lnTo>
                  <a:lnTo>
                    <a:pt x="1002842" y="297497"/>
                  </a:lnTo>
                  <a:lnTo>
                    <a:pt x="1031532" y="328396"/>
                  </a:lnTo>
                  <a:lnTo>
                    <a:pt x="1069695" y="347294"/>
                  </a:lnTo>
                  <a:lnTo>
                    <a:pt x="1116203" y="353695"/>
                  </a:lnTo>
                  <a:lnTo>
                    <a:pt x="1162507" y="347700"/>
                  </a:lnTo>
                  <a:lnTo>
                    <a:pt x="1200315" y="329628"/>
                  </a:lnTo>
                  <a:lnTo>
                    <a:pt x="1228598" y="299364"/>
                  </a:lnTo>
                  <a:lnTo>
                    <a:pt x="1229664" y="296799"/>
                  </a:lnTo>
                  <a:lnTo>
                    <a:pt x="1246327" y="256755"/>
                  </a:lnTo>
                  <a:lnTo>
                    <a:pt x="1252474" y="201676"/>
                  </a:lnTo>
                  <a:lnTo>
                    <a:pt x="1252474" y="7112"/>
                  </a:lnTo>
                  <a:close/>
                </a:path>
                <a:path w="2806700" h="353694">
                  <a:moveTo>
                    <a:pt x="1613154" y="345059"/>
                  </a:moveTo>
                  <a:lnTo>
                    <a:pt x="1534388" y="228600"/>
                  </a:lnTo>
                  <a:lnTo>
                    <a:pt x="1526667" y="217170"/>
                  </a:lnTo>
                  <a:lnTo>
                    <a:pt x="1558188" y="203504"/>
                  </a:lnTo>
                  <a:lnTo>
                    <a:pt x="1583347" y="180581"/>
                  </a:lnTo>
                  <a:lnTo>
                    <a:pt x="1585861" y="176022"/>
                  </a:lnTo>
                  <a:lnTo>
                    <a:pt x="1600009" y="150406"/>
                  </a:lnTo>
                  <a:lnTo>
                    <a:pt x="1606042" y="114935"/>
                  </a:lnTo>
                  <a:lnTo>
                    <a:pt x="1598447" y="75806"/>
                  </a:lnTo>
                  <a:lnTo>
                    <a:pt x="1579245" y="39624"/>
                  </a:lnTo>
                  <a:lnTo>
                    <a:pt x="1545082" y="16789"/>
                  </a:lnTo>
                  <a:lnTo>
                    <a:pt x="1545082" y="119253"/>
                  </a:lnTo>
                  <a:lnTo>
                    <a:pt x="1540446" y="141897"/>
                  </a:lnTo>
                  <a:lnTo>
                    <a:pt x="1527162" y="159880"/>
                  </a:lnTo>
                  <a:lnTo>
                    <a:pt x="1506181" y="171742"/>
                  </a:lnTo>
                  <a:lnTo>
                    <a:pt x="1478407" y="176022"/>
                  </a:lnTo>
                  <a:lnTo>
                    <a:pt x="1398778" y="176022"/>
                  </a:lnTo>
                  <a:lnTo>
                    <a:pt x="1398778" y="62484"/>
                  </a:lnTo>
                  <a:lnTo>
                    <a:pt x="1478407" y="62484"/>
                  </a:lnTo>
                  <a:lnTo>
                    <a:pt x="1506181" y="65963"/>
                  </a:lnTo>
                  <a:lnTo>
                    <a:pt x="1527162" y="76492"/>
                  </a:lnTo>
                  <a:lnTo>
                    <a:pt x="1540446" y="94208"/>
                  </a:lnTo>
                  <a:lnTo>
                    <a:pt x="1545082" y="119253"/>
                  </a:lnTo>
                  <a:lnTo>
                    <a:pt x="1545082" y="16789"/>
                  </a:lnTo>
                  <a:lnTo>
                    <a:pt x="1537995" y="13233"/>
                  </a:lnTo>
                  <a:lnTo>
                    <a:pt x="1513624" y="7175"/>
                  </a:lnTo>
                  <a:lnTo>
                    <a:pt x="1344803" y="7175"/>
                  </a:lnTo>
                  <a:lnTo>
                    <a:pt x="1344803" y="345059"/>
                  </a:lnTo>
                  <a:lnTo>
                    <a:pt x="1401699" y="345059"/>
                  </a:lnTo>
                  <a:lnTo>
                    <a:pt x="1401699" y="228600"/>
                  </a:lnTo>
                  <a:lnTo>
                    <a:pt x="1469771" y="228600"/>
                  </a:lnTo>
                  <a:lnTo>
                    <a:pt x="1545082" y="345059"/>
                  </a:lnTo>
                  <a:lnTo>
                    <a:pt x="1613154" y="345059"/>
                  </a:lnTo>
                  <a:close/>
                </a:path>
                <a:path w="2806700" h="353694">
                  <a:moveTo>
                    <a:pt x="1904365" y="248539"/>
                  </a:moveTo>
                  <a:lnTo>
                    <a:pt x="1878469" y="184556"/>
                  </a:lnTo>
                  <a:lnTo>
                    <a:pt x="1845691" y="163766"/>
                  </a:lnTo>
                  <a:lnTo>
                    <a:pt x="1799336" y="146177"/>
                  </a:lnTo>
                  <a:lnTo>
                    <a:pt x="1761578" y="135242"/>
                  </a:lnTo>
                  <a:lnTo>
                    <a:pt x="1738071" y="124244"/>
                  </a:lnTo>
                  <a:lnTo>
                    <a:pt x="1726018" y="111112"/>
                  </a:lnTo>
                  <a:lnTo>
                    <a:pt x="1722628" y="93726"/>
                  </a:lnTo>
                  <a:lnTo>
                    <a:pt x="1726247" y="77711"/>
                  </a:lnTo>
                  <a:lnTo>
                    <a:pt x="1736788" y="64630"/>
                  </a:lnTo>
                  <a:lnTo>
                    <a:pt x="1753692" y="55816"/>
                  </a:lnTo>
                  <a:lnTo>
                    <a:pt x="1776476" y="52578"/>
                  </a:lnTo>
                  <a:lnTo>
                    <a:pt x="1799412" y="55092"/>
                  </a:lnTo>
                  <a:lnTo>
                    <a:pt x="1822513" y="62128"/>
                  </a:lnTo>
                  <a:lnTo>
                    <a:pt x="1844268" y="72885"/>
                  </a:lnTo>
                  <a:lnTo>
                    <a:pt x="1863217" y="86614"/>
                  </a:lnTo>
                  <a:lnTo>
                    <a:pt x="1886254" y="52578"/>
                  </a:lnTo>
                  <a:lnTo>
                    <a:pt x="1838477" y="11137"/>
                  </a:lnTo>
                  <a:lnTo>
                    <a:pt x="1776476" y="0"/>
                  </a:lnTo>
                  <a:lnTo>
                    <a:pt x="1732889" y="7112"/>
                  </a:lnTo>
                  <a:lnTo>
                    <a:pt x="1699298" y="27101"/>
                  </a:lnTo>
                  <a:lnTo>
                    <a:pt x="1677695" y="58026"/>
                  </a:lnTo>
                  <a:lnTo>
                    <a:pt x="1670050" y="97917"/>
                  </a:lnTo>
                  <a:lnTo>
                    <a:pt x="1676882" y="137502"/>
                  </a:lnTo>
                  <a:lnTo>
                    <a:pt x="1697164" y="164909"/>
                  </a:lnTo>
                  <a:lnTo>
                    <a:pt x="1730476" y="184035"/>
                  </a:lnTo>
                  <a:lnTo>
                    <a:pt x="1776476" y="198755"/>
                  </a:lnTo>
                  <a:lnTo>
                    <a:pt x="1813217" y="209346"/>
                  </a:lnTo>
                  <a:lnTo>
                    <a:pt x="1835873" y="220459"/>
                  </a:lnTo>
                  <a:lnTo>
                    <a:pt x="1847342" y="233172"/>
                  </a:lnTo>
                  <a:lnTo>
                    <a:pt x="1850517" y="248539"/>
                  </a:lnTo>
                  <a:lnTo>
                    <a:pt x="1847011" y="266547"/>
                  </a:lnTo>
                  <a:lnTo>
                    <a:pt x="1836445" y="279908"/>
                  </a:lnTo>
                  <a:lnTo>
                    <a:pt x="1818690" y="288226"/>
                  </a:lnTo>
                  <a:lnTo>
                    <a:pt x="1793608" y="291096"/>
                  </a:lnTo>
                  <a:lnTo>
                    <a:pt x="1766074" y="288226"/>
                  </a:lnTo>
                  <a:lnTo>
                    <a:pt x="1739480" y="279908"/>
                  </a:lnTo>
                  <a:lnTo>
                    <a:pt x="1714754" y="266547"/>
                  </a:lnTo>
                  <a:lnTo>
                    <a:pt x="1692783" y="248539"/>
                  </a:lnTo>
                  <a:lnTo>
                    <a:pt x="1658556" y="291160"/>
                  </a:lnTo>
                  <a:lnTo>
                    <a:pt x="1658708" y="291160"/>
                  </a:lnTo>
                  <a:lnTo>
                    <a:pt x="1688744" y="313715"/>
                  </a:lnTo>
                  <a:lnTo>
                    <a:pt x="1721358" y="330187"/>
                  </a:lnTo>
                  <a:lnTo>
                    <a:pt x="1756346" y="340258"/>
                  </a:lnTo>
                  <a:lnTo>
                    <a:pt x="1793621" y="343662"/>
                  </a:lnTo>
                  <a:lnTo>
                    <a:pt x="1836559" y="340258"/>
                  </a:lnTo>
                  <a:lnTo>
                    <a:pt x="1837169" y="340258"/>
                  </a:lnTo>
                  <a:lnTo>
                    <a:pt x="1872424" y="322199"/>
                  </a:lnTo>
                  <a:lnTo>
                    <a:pt x="1895843" y="291160"/>
                  </a:lnTo>
                  <a:lnTo>
                    <a:pt x="1904365" y="248539"/>
                  </a:lnTo>
                  <a:close/>
                </a:path>
                <a:path w="2806700" h="353694">
                  <a:moveTo>
                    <a:pt x="2037969" y="7112"/>
                  </a:moveTo>
                  <a:lnTo>
                    <a:pt x="1981073" y="7112"/>
                  </a:lnTo>
                  <a:lnTo>
                    <a:pt x="1981073" y="346456"/>
                  </a:lnTo>
                  <a:lnTo>
                    <a:pt x="2037969" y="346456"/>
                  </a:lnTo>
                  <a:lnTo>
                    <a:pt x="2037969" y="7112"/>
                  </a:lnTo>
                  <a:close/>
                </a:path>
                <a:path w="2806700" h="353694">
                  <a:moveTo>
                    <a:pt x="2452624" y="176022"/>
                  </a:moveTo>
                  <a:lnTo>
                    <a:pt x="2451227" y="176022"/>
                  </a:lnTo>
                  <a:lnTo>
                    <a:pt x="2445232" y="129095"/>
                  </a:lnTo>
                  <a:lnTo>
                    <a:pt x="2428430" y="87236"/>
                  </a:lnTo>
                  <a:lnTo>
                    <a:pt x="2405037" y="55372"/>
                  </a:lnTo>
                  <a:lnTo>
                    <a:pt x="2402548" y="51993"/>
                  </a:lnTo>
                  <a:lnTo>
                    <a:pt x="2390013" y="41783"/>
                  </a:lnTo>
                  <a:lnTo>
                    <a:pt x="2390013" y="178943"/>
                  </a:lnTo>
                  <a:lnTo>
                    <a:pt x="2388171" y="201422"/>
                  </a:lnTo>
                  <a:lnTo>
                    <a:pt x="2373287" y="244170"/>
                  </a:lnTo>
                  <a:lnTo>
                    <a:pt x="2344229" y="277571"/>
                  </a:lnTo>
                  <a:lnTo>
                    <a:pt x="2305939" y="294665"/>
                  </a:lnTo>
                  <a:lnTo>
                    <a:pt x="2283587" y="296799"/>
                  </a:lnTo>
                  <a:lnTo>
                    <a:pt x="2261781" y="294220"/>
                  </a:lnTo>
                  <a:lnTo>
                    <a:pt x="2222487" y="274624"/>
                  </a:lnTo>
                  <a:lnTo>
                    <a:pt x="2192451" y="240195"/>
                  </a:lnTo>
                  <a:lnTo>
                    <a:pt x="2177504" y="198374"/>
                  </a:lnTo>
                  <a:lnTo>
                    <a:pt x="2175637" y="176022"/>
                  </a:lnTo>
                  <a:lnTo>
                    <a:pt x="2177402" y="154178"/>
                  </a:lnTo>
                  <a:lnTo>
                    <a:pt x="2192439" y="110553"/>
                  </a:lnTo>
                  <a:lnTo>
                    <a:pt x="2221839" y="77254"/>
                  </a:lnTo>
                  <a:lnTo>
                    <a:pt x="2261578" y="59118"/>
                  </a:lnTo>
                  <a:lnTo>
                    <a:pt x="2283587" y="55372"/>
                  </a:lnTo>
                  <a:lnTo>
                    <a:pt x="2306548" y="57937"/>
                  </a:lnTo>
                  <a:lnTo>
                    <a:pt x="2346058" y="76860"/>
                  </a:lnTo>
                  <a:lnTo>
                    <a:pt x="2373287" y="110553"/>
                  </a:lnTo>
                  <a:lnTo>
                    <a:pt x="2388171" y="154178"/>
                  </a:lnTo>
                  <a:lnTo>
                    <a:pt x="2390013" y="178943"/>
                  </a:lnTo>
                  <a:lnTo>
                    <a:pt x="2390013" y="41783"/>
                  </a:lnTo>
                  <a:lnTo>
                    <a:pt x="2369324" y="24917"/>
                  </a:lnTo>
                  <a:lnTo>
                    <a:pt x="2330488" y="7543"/>
                  </a:lnTo>
                  <a:lnTo>
                    <a:pt x="2287778" y="1397"/>
                  </a:lnTo>
                  <a:lnTo>
                    <a:pt x="2243671" y="7543"/>
                  </a:lnTo>
                  <a:lnTo>
                    <a:pt x="2244242" y="7543"/>
                  </a:lnTo>
                  <a:lnTo>
                    <a:pt x="2205228" y="24447"/>
                  </a:lnTo>
                  <a:lnTo>
                    <a:pt x="2171535" y="50952"/>
                  </a:lnTo>
                  <a:lnTo>
                    <a:pt x="2145055" y="85369"/>
                  </a:lnTo>
                  <a:lnTo>
                    <a:pt x="2127427" y="126187"/>
                  </a:lnTo>
                  <a:lnTo>
                    <a:pt x="2120265" y="171831"/>
                  </a:lnTo>
                  <a:lnTo>
                    <a:pt x="2120265" y="178943"/>
                  </a:lnTo>
                  <a:lnTo>
                    <a:pt x="2126246" y="225933"/>
                  </a:lnTo>
                  <a:lnTo>
                    <a:pt x="2143061" y="267830"/>
                  </a:lnTo>
                  <a:lnTo>
                    <a:pt x="2169033" y="303085"/>
                  </a:lnTo>
                  <a:lnTo>
                    <a:pt x="2202446" y="330187"/>
                  </a:lnTo>
                  <a:lnTo>
                    <a:pt x="2241880" y="347687"/>
                  </a:lnTo>
                  <a:lnTo>
                    <a:pt x="2242439" y="347687"/>
                  </a:lnTo>
                  <a:lnTo>
                    <a:pt x="2284857" y="353695"/>
                  </a:lnTo>
                  <a:lnTo>
                    <a:pt x="2328595" y="347687"/>
                  </a:lnTo>
                  <a:lnTo>
                    <a:pt x="2367851" y="330657"/>
                  </a:lnTo>
                  <a:lnTo>
                    <a:pt x="2401265" y="304152"/>
                  </a:lnTo>
                  <a:lnTo>
                    <a:pt x="2406853" y="296799"/>
                  </a:lnTo>
                  <a:lnTo>
                    <a:pt x="2427440" y="269735"/>
                  </a:lnTo>
                  <a:lnTo>
                    <a:pt x="2445016" y="228917"/>
                  </a:lnTo>
                  <a:lnTo>
                    <a:pt x="2452624" y="183261"/>
                  </a:lnTo>
                  <a:lnTo>
                    <a:pt x="2452624" y="176022"/>
                  </a:lnTo>
                  <a:close/>
                </a:path>
                <a:path w="2806700" h="353694">
                  <a:moveTo>
                    <a:pt x="2806192" y="7112"/>
                  </a:moveTo>
                  <a:lnTo>
                    <a:pt x="2749296" y="7112"/>
                  </a:lnTo>
                  <a:lnTo>
                    <a:pt x="2749296" y="241427"/>
                  </a:lnTo>
                  <a:lnTo>
                    <a:pt x="2650083" y="105029"/>
                  </a:lnTo>
                  <a:lnTo>
                    <a:pt x="2578862" y="7112"/>
                  </a:lnTo>
                  <a:lnTo>
                    <a:pt x="2525014" y="7112"/>
                  </a:lnTo>
                  <a:lnTo>
                    <a:pt x="2525014" y="346456"/>
                  </a:lnTo>
                  <a:lnTo>
                    <a:pt x="2581783" y="346456"/>
                  </a:lnTo>
                  <a:lnTo>
                    <a:pt x="2581783" y="105029"/>
                  </a:lnTo>
                  <a:lnTo>
                    <a:pt x="2759329" y="346456"/>
                  </a:lnTo>
                  <a:lnTo>
                    <a:pt x="2806192" y="346456"/>
                  </a:lnTo>
                  <a:lnTo>
                    <a:pt x="2806192" y="241427"/>
                  </a:lnTo>
                  <a:lnTo>
                    <a:pt x="2806192" y="7112"/>
                  </a:lnTo>
                  <a:close/>
                </a:path>
              </a:pathLst>
            </a:custGeom>
            <a:solidFill>
              <a:srgbClr val="4445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45819" y="2030349"/>
              <a:ext cx="71120" cy="167640"/>
            </a:xfrm>
            <a:custGeom>
              <a:avLst/>
              <a:gdLst/>
              <a:ahLst/>
              <a:cxnLst/>
              <a:rect l="l" t="t" r="r" b="b"/>
              <a:pathLst>
                <a:path w="71119" h="167639">
                  <a:moveTo>
                    <a:pt x="70993" y="0"/>
                  </a:moveTo>
                  <a:lnTo>
                    <a:pt x="0" y="42672"/>
                  </a:lnTo>
                  <a:lnTo>
                    <a:pt x="70993" y="167640"/>
                  </a:lnTo>
                  <a:lnTo>
                    <a:pt x="70993" y="0"/>
                  </a:lnTo>
                  <a:close/>
                </a:path>
              </a:pathLst>
            </a:custGeom>
            <a:solidFill>
              <a:srgbClr val="64C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16812" y="1947925"/>
              <a:ext cx="143510" cy="82550"/>
            </a:xfrm>
            <a:custGeom>
              <a:avLst/>
              <a:gdLst/>
              <a:ahLst/>
              <a:cxnLst/>
              <a:rect l="l" t="t" r="r" b="b"/>
              <a:pathLst>
                <a:path w="143509" h="82550">
                  <a:moveTo>
                    <a:pt x="143382" y="0"/>
                  </a:moveTo>
                  <a:lnTo>
                    <a:pt x="0" y="0"/>
                  </a:lnTo>
                  <a:lnTo>
                    <a:pt x="0" y="82423"/>
                  </a:lnTo>
                  <a:lnTo>
                    <a:pt x="143382" y="0"/>
                  </a:lnTo>
                  <a:close/>
                </a:path>
              </a:pathLst>
            </a:custGeom>
            <a:solidFill>
              <a:srgbClr val="A1CD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60195" y="2281808"/>
              <a:ext cx="75565" cy="167640"/>
            </a:xfrm>
            <a:custGeom>
              <a:avLst/>
              <a:gdLst/>
              <a:ahLst/>
              <a:cxnLst/>
              <a:rect l="l" t="t" r="r" b="b"/>
              <a:pathLst>
                <a:path w="75564" h="167639">
                  <a:moveTo>
                    <a:pt x="4318" y="160187"/>
                  </a:moveTo>
                  <a:lnTo>
                    <a:pt x="0" y="167513"/>
                  </a:lnTo>
                  <a:lnTo>
                    <a:pt x="4318" y="167513"/>
                  </a:lnTo>
                  <a:lnTo>
                    <a:pt x="4318" y="160187"/>
                  </a:lnTo>
                  <a:close/>
                </a:path>
                <a:path w="75564" h="167639">
                  <a:moveTo>
                    <a:pt x="4318" y="0"/>
                  </a:moveTo>
                  <a:lnTo>
                    <a:pt x="4318" y="160187"/>
                  </a:lnTo>
                  <a:lnTo>
                    <a:pt x="75311" y="39750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rgbClr val="5234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89202" y="2283079"/>
              <a:ext cx="71120" cy="168275"/>
            </a:xfrm>
            <a:custGeom>
              <a:avLst/>
              <a:gdLst/>
              <a:ahLst/>
              <a:cxnLst/>
              <a:rect l="l" t="t" r="r" b="b"/>
              <a:pathLst>
                <a:path w="71119" h="168275">
                  <a:moveTo>
                    <a:pt x="70992" y="0"/>
                  </a:moveTo>
                  <a:lnTo>
                    <a:pt x="0" y="39877"/>
                  </a:lnTo>
                  <a:lnTo>
                    <a:pt x="70992" y="167767"/>
                  </a:lnTo>
                  <a:lnTo>
                    <a:pt x="70992" y="0"/>
                  </a:lnTo>
                  <a:close/>
                </a:path>
              </a:pathLst>
            </a:custGeom>
            <a:solidFill>
              <a:srgbClr val="4656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73302" y="2073021"/>
              <a:ext cx="143510" cy="125095"/>
            </a:xfrm>
            <a:custGeom>
              <a:avLst/>
              <a:gdLst/>
              <a:ahLst/>
              <a:cxnLst/>
              <a:rect l="l" t="t" r="r" b="b"/>
              <a:pathLst>
                <a:path w="143509" h="125094">
                  <a:moveTo>
                    <a:pt x="72516" y="0"/>
                  </a:moveTo>
                  <a:lnTo>
                    <a:pt x="0" y="41275"/>
                  </a:lnTo>
                  <a:lnTo>
                    <a:pt x="143509" y="124968"/>
                  </a:lnTo>
                  <a:lnTo>
                    <a:pt x="72516" y="0"/>
                  </a:lnTo>
                  <a:close/>
                </a:path>
              </a:pathLst>
            </a:custGeom>
            <a:solidFill>
              <a:srgbClr val="48BD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16812" y="2197988"/>
              <a:ext cx="75565" cy="166370"/>
            </a:xfrm>
            <a:custGeom>
              <a:avLst/>
              <a:gdLst/>
              <a:ahLst/>
              <a:cxnLst/>
              <a:rect l="l" t="t" r="r" b="b"/>
              <a:pathLst>
                <a:path w="75565" h="166369">
                  <a:moveTo>
                    <a:pt x="0" y="0"/>
                  </a:moveTo>
                  <a:lnTo>
                    <a:pt x="0" y="166115"/>
                  </a:lnTo>
                  <a:lnTo>
                    <a:pt x="75056" y="1221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64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16812" y="2196591"/>
              <a:ext cx="143510" cy="123825"/>
            </a:xfrm>
            <a:custGeom>
              <a:avLst/>
              <a:gdLst/>
              <a:ahLst/>
              <a:cxnLst/>
              <a:rect l="l" t="t" r="r" b="b"/>
              <a:pathLst>
                <a:path w="143509" h="123825">
                  <a:moveTo>
                    <a:pt x="0" y="0"/>
                  </a:moveTo>
                  <a:lnTo>
                    <a:pt x="75056" y="123571"/>
                  </a:lnTo>
                  <a:lnTo>
                    <a:pt x="143382" y="82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64A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707896" y="1947925"/>
              <a:ext cx="143510" cy="82550"/>
            </a:xfrm>
            <a:custGeom>
              <a:avLst/>
              <a:gdLst/>
              <a:ahLst/>
              <a:cxnLst/>
              <a:rect l="l" t="t" r="r" b="b"/>
              <a:pathLst>
                <a:path w="143510" h="82550">
                  <a:moveTo>
                    <a:pt x="143383" y="0"/>
                  </a:moveTo>
                  <a:lnTo>
                    <a:pt x="0" y="0"/>
                  </a:lnTo>
                  <a:lnTo>
                    <a:pt x="0" y="82423"/>
                  </a:lnTo>
                  <a:lnTo>
                    <a:pt x="143383" y="0"/>
                  </a:lnTo>
                  <a:close/>
                </a:path>
              </a:pathLst>
            </a:custGeom>
            <a:solidFill>
              <a:srgbClr val="EF49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709293" y="1945132"/>
              <a:ext cx="145415" cy="128270"/>
            </a:xfrm>
            <a:custGeom>
              <a:avLst/>
              <a:gdLst/>
              <a:ahLst/>
              <a:cxnLst/>
              <a:rect l="l" t="t" r="r" b="b"/>
              <a:pathLst>
                <a:path w="145414" h="128269">
                  <a:moveTo>
                    <a:pt x="144906" y="0"/>
                  </a:moveTo>
                  <a:lnTo>
                    <a:pt x="0" y="83820"/>
                  </a:lnTo>
                  <a:lnTo>
                    <a:pt x="69595" y="127889"/>
                  </a:lnTo>
                  <a:lnTo>
                    <a:pt x="144906" y="0"/>
                  </a:lnTo>
                  <a:close/>
                </a:path>
              </a:pathLst>
            </a:custGeom>
            <a:solidFill>
              <a:srgbClr val="E731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16812" y="1864233"/>
              <a:ext cx="143510" cy="83820"/>
            </a:xfrm>
            <a:custGeom>
              <a:avLst/>
              <a:gdLst/>
              <a:ahLst/>
              <a:cxnLst/>
              <a:rect l="l" t="t" r="r" b="b"/>
              <a:pathLst>
                <a:path w="143509" h="83819">
                  <a:moveTo>
                    <a:pt x="0" y="0"/>
                  </a:moveTo>
                  <a:lnTo>
                    <a:pt x="0" y="83693"/>
                  </a:lnTo>
                  <a:lnTo>
                    <a:pt x="143382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D7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60195" y="1864233"/>
              <a:ext cx="147955" cy="83820"/>
            </a:xfrm>
            <a:custGeom>
              <a:avLst/>
              <a:gdLst/>
              <a:ahLst/>
              <a:cxnLst/>
              <a:rect l="l" t="t" r="r" b="b"/>
              <a:pathLst>
                <a:path w="147955" h="83819">
                  <a:moveTo>
                    <a:pt x="147700" y="0"/>
                  </a:moveTo>
                  <a:lnTo>
                    <a:pt x="0" y="83693"/>
                  </a:lnTo>
                  <a:lnTo>
                    <a:pt x="98043" y="83693"/>
                  </a:lnTo>
                  <a:lnTo>
                    <a:pt x="147700" y="83693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F3B9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60195" y="1947925"/>
              <a:ext cx="147955" cy="82550"/>
            </a:xfrm>
            <a:custGeom>
              <a:avLst/>
              <a:gdLst/>
              <a:ahLst/>
              <a:cxnLst/>
              <a:rect l="l" t="t" r="r" b="b"/>
              <a:pathLst>
                <a:path w="147955" h="82550">
                  <a:moveTo>
                    <a:pt x="147700" y="0"/>
                  </a:moveTo>
                  <a:lnTo>
                    <a:pt x="0" y="0"/>
                  </a:lnTo>
                  <a:lnTo>
                    <a:pt x="147700" y="82423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EB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73302" y="2114296"/>
              <a:ext cx="143510" cy="123825"/>
            </a:xfrm>
            <a:custGeom>
              <a:avLst/>
              <a:gdLst/>
              <a:ahLst/>
              <a:cxnLst/>
              <a:rect l="l" t="t" r="r" b="b"/>
              <a:pathLst>
                <a:path w="143509" h="123825">
                  <a:moveTo>
                    <a:pt x="0" y="0"/>
                  </a:moveTo>
                  <a:lnTo>
                    <a:pt x="72516" y="123444"/>
                  </a:lnTo>
                  <a:lnTo>
                    <a:pt x="143509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B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45819" y="2195068"/>
              <a:ext cx="71120" cy="167640"/>
            </a:xfrm>
            <a:custGeom>
              <a:avLst/>
              <a:gdLst/>
              <a:ahLst/>
              <a:cxnLst/>
              <a:rect l="l" t="t" r="r" b="b"/>
              <a:pathLst>
                <a:path w="71119" h="167639">
                  <a:moveTo>
                    <a:pt x="70993" y="0"/>
                  </a:moveTo>
                  <a:lnTo>
                    <a:pt x="0" y="42672"/>
                  </a:lnTo>
                  <a:lnTo>
                    <a:pt x="70993" y="167639"/>
                  </a:lnTo>
                  <a:lnTo>
                    <a:pt x="70993" y="0"/>
                  </a:lnTo>
                  <a:close/>
                </a:path>
              </a:pathLst>
            </a:custGeom>
            <a:solidFill>
              <a:srgbClr val="2C8F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73302" y="2114296"/>
              <a:ext cx="74295" cy="168910"/>
            </a:xfrm>
            <a:custGeom>
              <a:avLst/>
              <a:gdLst/>
              <a:ahLst/>
              <a:cxnLst/>
              <a:rect l="l" t="t" r="r" b="b"/>
              <a:pathLst>
                <a:path w="74294" h="168910">
                  <a:moveTo>
                    <a:pt x="0" y="0"/>
                  </a:moveTo>
                  <a:lnTo>
                    <a:pt x="0" y="168782"/>
                  </a:lnTo>
                  <a:lnTo>
                    <a:pt x="73913" y="127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A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73302" y="1945132"/>
              <a:ext cx="74295" cy="169545"/>
            </a:xfrm>
            <a:custGeom>
              <a:avLst/>
              <a:gdLst/>
              <a:ahLst/>
              <a:cxnLst/>
              <a:rect l="l" t="t" r="r" b="b"/>
              <a:pathLst>
                <a:path w="74294" h="169544">
                  <a:moveTo>
                    <a:pt x="0" y="0"/>
                  </a:moveTo>
                  <a:lnTo>
                    <a:pt x="0" y="169164"/>
                  </a:lnTo>
                  <a:lnTo>
                    <a:pt x="73913" y="127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A8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16812" y="2321560"/>
              <a:ext cx="143510" cy="128270"/>
            </a:xfrm>
            <a:custGeom>
              <a:avLst/>
              <a:gdLst/>
              <a:ahLst/>
              <a:cxnLst/>
              <a:rect l="l" t="t" r="r" b="b"/>
              <a:pathLst>
                <a:path w="143509" h="128269">
                  <a:moveTo>
                    <a:pt x="69468" y="0"/>
                  </a:moveTo>
                  <a:lnTo>
                    <a:pt x="0" y="45339"/>
                  </a:lnTo>
                  <a:lnTo>
                    <a:pt x="143382" y="127762"/>
                  </a:lnTo>
                  <a:lnTo>
                    <a:pt x="69468" y="0"/>
                  </a:lnTo>
                  <a:close/>
                </a:path>
              </a:pathLst>
            </a:custGeom>
            <a:solidFill>
              <a:srgbClr val="2B54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73302" y="1945132"/>
              <a:ext cx="143510" cy="128270"/>
            </a:xfrm>
            <a:custGeom>
              <a:avLst/>
              <a:gdLst/>
              <a:ahLst/>
              <a:cxnLst/>
              <a:rect l="l" t="t" r="r" b="b"/>
              <a:pathLst>
                <a:path w="143509" h="128269">
                  <a:moveTo>
                    <a:pt x="0" y="0"/>
                  </a:moveTo>
                  <a:lnTo>
                    <a:pt x="72516" y="127889"/>
                  </a:lnTo>
                  <a:lnTo>
                    <a:pt x="143509" y="83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AF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273302" y="1947925"/>
              <a:ext cx="143510" cy="82550"/>
            </a:xfrm>
            <a:custGeom>
              <a:avLst/>
              <a:gdLst/>
              <a:ahLst/>
              <a:cxnLst/>
              <a:rect l="l" t="t" r="r" b="b"/>
              <a:pathLst>
                <a:path w="143509" h="82550">
                  <a:moveTo>
                    <a:pt x="143509" y="0"/>
                  </a:moveTo>
                  <a:lnTo>
                    <a:pt x="0" y="0"/>
                  </a:lnTo>
                  <a:lnTo>
                    <a:pt x="143509" y="82423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39AD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273302" y="1864233"/>
              <a:ext cx="143510" cy="83820"/>
            </a:xfrm>
            <a:custGeom>
              <a:avLst/>
              <a:gdLst/>
              <a:ahLst/>
              <a:cxnLst/>
              <a:rect l="l" t="t" r="r" b="b"/>
              <a:pathLst>
                <a:path w="143509" h="83819">
                  <a:moveTo>
                    <a:pt x="143509" y="0"/>
                  </a:moveTo>
                  <a:lnTo>
                    <a:pt x="0" y="83693"/>
                  </a:lnTo>
                  <a:lnTo>
                    <a:pt x="143509" y="83693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68BC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273302" y="2241930"/>
              <a:ext cx="143510" cy="125095"/>
            </a:xfrm>
            <a:custGeom>
              <a:avLst/>
              <a:gdLst/>
              <a:ahLst/>
              <a:cxnLst/>
              <a:rect l="l" t="t" r="r" b="b"/>
              <a:pathLst>
                <a:path w="143509" h="125094">
                  <a:moveTo>
                    <a:pt x="72516" y="0"/>
                  </a:moveTo>
                  <a:lnTo>
                    <a:pt x="0" y="41148"/>
                  </a:lnTo>
                  <a:lnTo>
                    <a:pt x="143509" y="124968"/>
                  </a:lnTo>
                  <a:lnTo>
                    <a:pt x="72516" y="0"/>
                  </a:lnTo>
                  <a:close/>
                </a:path>
              </a:pathLst>
            </a:custGeom>
            <a:solidFill>
              <a:srgbClr val="3186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60195" y="2321560"/>
              <a:ext cx="145415" cy="128270"/>
            </a:xfrm>
            <a:custGeom>
              <a:avLst/>
              <a:gdLst/>
              <a:ahLst/>
              <a:cxnLst/>
              <a:rect l="l" t="t" r="r" b="b"/>
              <a:pathLst>
                <a:path w="145414" h="128269">
                  <a:moveTo>
                    <a:pt x="73913" y="0"/>
                  </a:moveTo>
                  <a:lnTo>
                    <a:pt x="0" y="127762"/>
                  </a:lnTo>
                  <a:lnTo>
                    <a:pt x="144906" y="45339"/>
                  </a:lnTo>
                  <a:lnTo>
                    <a:pt x="73913" y="0"/>
                  </a:lnTo>
                  <a:close/>
                </a:path>
              </a:pathLst>
            </a:custGeom>
            <a:solidFill>
              <a:srgbClr val="892B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07896" y="2197988"/>
              <a:ext cx="75565" cy="166370"/>
            </a:xfrm>
            <a:custGeom>
              <a:avLst/>
              <a:gdLst/>
              <a:ahLst/>
              <a:cxnLst/>
              <a:rect l="l" t="t" r="r" b="b"/>
              <a:pathLst>
                <a:path w="75564" h="166369">
                  <a:moveTo>
                    <a:pt x="0" y="0"/>
                  </a:moveTo>
                  <a:lnTo>
                    <a:pt x="0" y="166115"/>
                  </a:lnTo>
                  <a:lnTo>
                    <a:pt x="75311" y="38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17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05102" y="2237739"/>
              <a:ext cx="143510" cy="129539"/>
            </a:xfrm>
            <a:custGeom>
              <a:avLst/>
              <a:gdLst/>
              <a:ahLst/>
              <a:cxnLst/>
              <a:rect l="l" t="t" r="r" b="b"/>
              <a:pathLst>
                <a:path w="143510" h="129539">
                  <a:moveTo>
                    <a:pt x="68072" y="0"/>
                  </a:moveTo>
                  <a:lnTo>
                    <a:pt x="0" y="129158"/>
                  </a:lnTo>
                  <a:lnTo>
                    <a:pt x="143383" y="45338"/>
                  </a:lnTo>
                  <a:lnTo>
                    <a:pt x="68072" y="0"/>
                  </a:lnTo>
                  <a:close/>
                </a:path>
              </a:pathLst>
            </a:custGeom>
            <a:solidFill>
              <a:srgbClr val="E01C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778889" y="2115566"/>
              <a:ext cx="75565" cy="167640"/>
            </a:xfrm>
            <a:custGeom>
              <a:avLst/>
              <a:gdLst/>
              <a:ahLst/>
              <a:cxnLst/>
              <a:rect l="l" t="t" r="r" b="b"/>
              <a:pathLst>
                <a:path w="75564" h="167639">
                  <a:moveTo>
                    <a:pt x="75311" y="0"/>
                  </a:moveTo>
                  <a:lnTo>
                    <a:pt x="0" y="124967"/>
                  </a:lnTo>
                  <a:lnTo>
                    <a:pt x="75311" y="167512"/>
                  </a:lnTo>
                  <a:lnTo>
                    <a:pt x="75311" y="0"/>
                  </a:lnTo>
                  <a:close/>
                </a:path>
              </a:pathLst>
            </a:custGeom>
            <a:solidFill>
              <a:srgbClr val="E41D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707896" y="2028952"/>
              <a:ext cx="71120" cy="167640"/>
            </a:xfrm>
            <a:custGeom>
              <a:avLst/>
              <a:gdLst/>
              <a:ahLst/>
              <a:cxnLst/>
              <a:rect l="l" t="t" r="r" b="b"/>
              <a:pathLst>
                <a:path w="71119" h="167639">
                  <a:moveTo>
                    <a:pt x="0" y="0"/>
                  </a:moveTo>
                  <a:lnTo>
                    <a:pt x="0" y="167640"/>
                  </a:lnTo>
                  <a:lnTo>
                    <a:pt x="70993" y="44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3E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707896" y="2073021"/>
              <a:ext cx="143510" cy="125095"/>
            </a:xfrm>
            <a:custGeom>
              <a:avLst/>
              <a:gdLst/>
              <a:ahLst/>
              <a:cxnLst/>
              <a:rect l="l" t="t" r="r" b="b"/>
              <a:pathLst>
                <a:path w="143510" h="125094">
                  <a:moveTo>
                    <a:pt x="69596" y="0"/>
                  </a:moveTo>
                  <a:lnTo>
                    <a:pt x="0" y="124968"/>
                  </a:lnTo>
                  <a:lnTo>
                    <a:pt x="143383" y="41275"/>
                  </a:lnTo>
                  <a:lnTo>
                    <a:pt x="69596" y="0"/>
                  </a:lnTo>
                  <a:close/>
                </a:path>
              </a:pathLst>
            </a:custGeom>
            <a:solidFill>
              <a:srgbClr val="E81F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09293" y="2114296"/>
              <a:ext cx="145415" cy="123825"/>
            </a:xfrm>
            <a:custGeom>
              <a:avLst/>
              <a:gdLst/>
              <a:ahLst/>
              <a:cxnLst/>
              <a:rect l="l" t="t" r="r" b="b"/>
              <a:pathLst>
                <a:path w="145414" h="123825">
                  <a:moveTo>
                    <a:pt x="144906" y="0"/>
                  </a:moveTo>
                  <a:lnTo>
                    <a:pt x="0" y="83693"/>
                  </a:lnTo>
                  <a:lnTo>
                    <a:pt x="69595" y="123444"/>
                  </a:lnTo>
                  <a:lnTo>
                    <a:pt x="144906" y="0"/>
                  </a:lnTo>
                  <a:close/>
                </a:path>
              </a:pathLst>
            </a:custGeom>
            <a:solidFill>
              <a:srgbClr val="E313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35506" y="2199386"/>
              <a:ext cx="71120" cy="167640"/>
            </a:xfrm>
            <a:custGeom>
              <a:avLst/>
              <a:gdLst/>
              <a:ahLst/>
              <a:cxnLst/>
              <a:rect l="l" t="t" r="r" b="b"/>
              <a:pathLst>
                <a:path w="71119" h="167639">
                  <a:moveTo>
                    <a:pt x="70993" y="0"/>
                  </a:moveTo>
                  <a:lnTo>
                    <a:pt x="0" y="122174"/>
                  </a:lnTo>
                  <a:lnTo>
                    <a:pt x="70993" y="167513"/>
                  </a:lnTo>
                  <a:lnTo>
                    <a:pt x="70993" y="0"/>
                  </a:lnTo>
                  <a:close/>
                </a:path>
              </a:pathLst>
            </a:custGeom>
            <a:solidFill>
              <a:srgbClr val="CD15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64513" y="2199386"/>
              <a:ext cx="144780" cy="123825"/>
            </a:xfrm>
            <a:custGeom>
              <a:avLst/>
              <a:gdLst/>
              <a:ahLst/>
              <a:cxnLst/>
              <a:rect l="l" t="t" r="r" b="b"/>
              <a:pathLst>
                <a:path w="144780" h="123825">
                  <a:moveTo>
                    <a:pt x="144780" y="0"/>
                  </a:moveTo>
                  <a:lnTo>
                    <a:pt x="0" y="83693"/>
                  </a:lnTo>
                  <a:lnTo>
                    <a:pt x="70993" y="123571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AB36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709293" y="1864233"/>
              <a:ext cx="145415" cy="83820"/>
            </a:xfrm>
            <a:custGeom>
              <a:avLst/>
              <a:gdLst/>
              <a:ahLst/>
              <a:cxnLst/>
              <a:rect l="l" t="t" r="r" b="b"/>
              <a:pathLst>
                <a:path w="145414" h="83819">
                  <a:moveTo>
                    <a:pt x="0" y="0"/>
                  </a:moveTo>
                  <a:lnTo>
                    <a:pt x="0" y="83693"/>
                  </a:lnTo>
                  <a:lnTo>
                    <a:pt x="144906" y="83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AB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16812" y="1862836"/>
              <a:ext cx="143510" cy="82550"/>
            </a:xfrm>
            <a:custGeom>
              <a:avLst/>
              <a:gdLst/>
              <a:ahLst/>
              <a:cxnLst/>
              <a:rect l="l" t="t" r="r" b="b"/>
              <a:pathLst>
                <a:path w="143509" h="82550">
                  <a:moveTo>
                    <a:pt x="143382" y="0"/>
                  </a:moveTo>
                  <a:lnTo>
                    <a:pt x="0" y="0"/>
                  </a:lnTo>
                  <a:lnTo>
                    <a:pt x="143382" y="82296"/>
                  </a:lnTo>
                  <a:lnTo>
                    <a:pt x="143382" y="0"/>
                  </a:lnTo>
                  <a:close/>
                </a:path>
              </a:pathLst>
            </a:custGeom>
            <a:solidFill>
              <a:srgbClr val="EEE60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560195" y="1779016"/>
              <a:ext cx="147955" cy="83820"/>
            </a:xfrm>
            <a:custGeom>
              <a:avLst/>
              <a:gdLst/>
              <a:ahLst/>
              <a:cxnLst/>
              <a:rect l="l" t="t" r="r" b="b"/>
              <a:pathLst>
                <a:path w="147955" h="83819">
                  <a:moveTo>
                    <a:pt x="0" y="0"/>
                  </a:moveTo>
                  <a:lnTo>
                    <a:pt x="0" y="83819"/>
                  </a:lnTo>
                  <a:lnTo>
                    <a:pt x="147700" y="838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B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560195" y="1864233"/>
              <a:ext cx="147955" cy="83820"/>
            </a:xfrm>
            <a:custGeom>
              <a:avLst/>
              <a:gdLst/>
              <a:ahLst/>
              <a:cxnLst/>
              <a:rect l="l" t="t" r="r" b="b"/>
              <a:pathLst>
                <a:path w="147955" h="83819">
                  <a:moveTo>
                    <a:pt x="147700" y="0"/>
                  </a:moveTo>
                  <a:lnTo>
                    <a:pt x="0" y="0"/>
                  </a:lnTo>
                  <a:lnTo>
                    <a:pt x="0" y="83693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F9C7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16812" y="1779016"/>
              <a:ext cx="143510" cy="83820"/>
            </a:xfrm>
            <a:custGeom>
              <a:avLst/>
              <a:gdLst/>
              <a:ahLst/>
              <a:cxnLst/>
              <a:rect l="l" t="t" r="r" b="b"/>
              <a:pathLst>
                <a:path w="143509" h="83819">
                  <a:moveTo>
                    <a:pt x="143382" y="0"/>
                  </a:moveTo>
                  <a:lnTo>
                    <a:pt x="0" y="83819"/>
                  </a:lnTo>
                  <a:lnTo>
                    <a:pt x="143382" y="83819"/>
                  </a:lnTo>
                  <a:lnTo>
                    <a:pt x="143382" y="0"/>
                  </a:lnTo>
                  <a:close/>
                </a:path>
              </a:pathLst>
            </a:custGeom>
            <a:solidFill>
              <a:srgbClr val="F4EB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778889" y="1946529"/>
              <a:ext cx="75565" cy="168275"/>
            </a:xfrm>
            <a:custGeom>
              <a:avLst/>
              <a:gdLst/>
              <a:ahLst/>
              <a:cxnLst/>
              <a:rect l="l" t="t" r="r" b="b"/>
              <a:pathLst>
                <a:path w="75564" h="168275">
                  <a:moveTo>
                    <a:pt x="75311" y="0"/>
                  </a:moveTo>
                  <a:lnTo>
                    <a:pt x="0" y="127889"/>
                  </a:lnTo>
                  <a:lnTo>
                    <a:pt x="75311" y="167767"/>
                  </a:lnTo>
                  <a:lnTo>
                    <a:pt x="75311" y="0"/>
                  </a:lnTo>
                  <a:close/>
                </a:path>
              </a:pathLst>
            </a:custGeom>
            <a:solidFill>
              <a:srgbClr val="E325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560195" y="2011933"/>
              <a:ext cx="90805" cy="102870"/>
            </a:xfrm>
            <a:custGeom>
              <a:avLst/>
              <a:gdLst/>
              <a:ahLst/>
              <a:cxnLst/>
              <a:rect l="l" t="t" r="r" b="b"/>
              <a:pathLst>
                <a:path w="90805" h="102869">
                  <a:moveTo>
                    <a:pt x="0" y="0"/>
                  </a:moveTo>
                  <a:lnTo>
                    <a:pt x="0" y="102362"/>
                  </a:lnTo>
                  <a:lnTo>
                    <a:pt x="90805" y="48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B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560195" y="2058797"/>
              <a:ext cx="90805" cy="105410"/>
            </a:xfrm>
            <a:custGeom>
              <a:avLst/>
              <a:gdLst/>
              <a:ahLst/>
              <a:cxnLst/>
              <a:rect l="l" t="t" r="r" b="b"/>
              <a:pathLst>
                <a:path w="90805" h="105410">
                  <a:moveTo>
                    <a:pt x="90805" y="0"/>
                  </a:moveTo>
                  <a:lnTo>
                    <a:pt x="0" y="53848"/>
                  </a:lnTo>
                  <a:lnTo>
                    <a:pt x="90805" y="105028"/>
                  </a:lnTo>
                  <a:lnTo>
                    <a:pt x="90805" y="0"/>
                  </a:lnTo>
                  <a:close/>
                </a:path>
              </a:pathLst>
            </a:custGeom>
            <a:solidFill>
              <a:srgbClr val="E325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560195" y="2115566"/>
              <a:ext cx="90805" cy="99695"/>
            </a:xfrm>
            <a:custGeom>
              <a:avLst/>
              <a:gdLst/>
              <a:ahLst/>
              <a:cxnLst/>
              <a:rect l="l" t="t" r="r" b="b"/>
              <a:pathLst>
                <a:path w="90805" h="99694">
                  <a:moveTo>
                    <a:pt x="0" y="0"/>
                  </a:moveTo>
                  <a:lnTo>
                    <a:pt x="0" y="99440"/>
                  </a:lnTo>
                  <a:lnTo>
                    <a:pt x="90805" y="49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2B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473454" y="2011933"/>
              <a:ext cx="86995" cy="102870"/>
            </a:xfrm>
            <a:custGeom>
              <a:avLst/>
              <a:gdLst/>
              <a:ahLst/>
              <a:cxnLst/>
              <a:rect l="l" t="t" r="r" b="b"/>
              <a:pathLst>
                <a:path w="86994" h="102869">
                  <a:moveTo>
                    <a:pt x="86740" y="0"/>
                  </a:moveTo>
                  <a:lnTo>
                    <a:pt x="0" y="48260"/>
                  </a:lnTo>
                  <a:lnTo>
                    <a:pt x="86740" y="102362"/>
                  </a:lnTo>
                  <a:lnTo>
                    <a:pt x="86740" y="0"/>
                  </a:lnTo>
                  <a:close/>
                </a:path>
              </a:pathLst>
            </a:custGeom>
            <a:solidFill>
              <a:srgbClr val="A1CD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73454" y="2060194"/>
              <a:ext cx="86995" cy="105410"/>
            </a:xfrm>
            <a:custGeom>
              <a:avLst/>
              <a:gdLst/>
              <a:ahLst/>
              <a:cxnLst/>
              <a:rect l="l" t="t" r="r" b="b"/>
              <a:pathLst>
                <a:path w="86994" h="105410">
                  <a:moveTo>
                    <a:pt x="0" y="0"/>
                  </a:moveTo>
                  <a:lnTo>
                    <a:pt x="0" y="105028"/>
                  </a:lnTo>
                  <a:lnTo>
                    <a:pt x="86740" y="55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AA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73454" y="2114296"/>
              <a:ext cx="86995" cy="99695"/>
            </a:xfrm>
            <a:custGeom>
              <a:avLst/>
              <a:gdLst/>
              <a:ahLst/>
              <a:cxnLst/>
              <a:rect l="l" t="t" r="r" b="b"/>
              <a:pathLst>
                <a:path w="86994" h="99694">
                  <a:moveTo>
                    <a:pt x="86740" y="0"/>
                  </a:moveTo>
                  <a:lnTo>
                    <a:pt x="0" y="49529"/>
                  </a:lnTo>
                  <a:lnTo>
                    <a:pt x="86740" y="99186"/>
                  </a:lnTo>
                  <a:lnTo>
                    <a:pt x="86740" y="0"/>
                  </a:lnTo>
                  <a:close/>
                </a:path>
              </a:pathLst>
            </a:custGeom>
            <a:solidFill>
              <a:srgbClr val="2B54A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635"/>
            <a:chOff x="0" y="0"/>
            <a:chExt cx="18288000" cy="102876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114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85800" y="674497"/>
              <a:ext cx="9506585" cy="9612630"/>
            </a:xfrm>
            <a:custGeom>
              <a:avLst/>
              <a:gdLst/>
              <a:ahLst/>
              <a:cxnLst/>
              <a:rect l="l" t="t" r="r" b="b"/>
              <a:pathLst>
                <a:path w="9506585" h="9612630">
                  <a:moveTo>
                    <a:pt x="9411335" y="0"/>
                  </a:moveTo>
                  <a:lnTo>
                    <a:pt x="95059" y="0"/>
                  </a:lnTo>
                  <a:lnTo>
                    <a:pt x="58057" y="7469"/>
                  </a:lnTo>
                  <a:lnTo>
                    <a:pt x="27841" y="27844"/>
                  </a:lnTo>
                  <a:lnTo>
                    <a:pt x="7469" y="58078"/>
                  </a:lnTo>
                  <a:lnTo>
                    <a:pt x="0" y="95123"/>
                  </a:lnTo>
                  <a:lnTo>
                    <a:pt x="0" y="9612627"/>
                  </a:lnTo>
                  <a:lnTo>
                    <a:pt x="9506458" y="9612627"/>
                  </a:lnTo>
                  <a:lnTo>
                    <a:pt x="9506458" y="95123"/>
                  </a:lnTo>
                  <a:lnTo>
                    <a:pt x="9498970" y="58078"/>
                  </a:lnTo>
                  <a:lnTo>
                    <a:pt x="9478565" y="27844"/>
                  </a:lnTo>
                  <a:lnTo>
                    <a:pt x="9448325" y="7469"/>
                  </a:lnTo>
                  <a:lnTo>
                    <a:pt x="9411335" y="0"/>
                  </a:lnTo>
                  <a:close/>
                </a:path>
              </a:pathLst>
            </a:custGeom>
            <a:solidFill>
              <a:srgbClr val="FFFFFF">
                <a:alpha val="929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39113" y="2306573"/>
            <a:ext cx="8357870" cy="776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Malgun Gothic"/>
                <a:cs typeface="Malgun Gothic"/>
              </a:rPr>
              <a:t>직면</a:t>
            </a:r>
            <a:r>
              <a:rPr dirty="0" sz="1800" spc="-5" b="1">
                <a:latin typeface="Malgun Gothic"/>
                <a:cs typeface="Malgun Gothic"/>
              </a:rPr>
              <a:t> </a:t>
            </a:r>
            <a:r>
              <a:rPr dirty="0" sz="1800" b="1">
                <a:latin typeface="Malgun Gothic"/>
                <a:cs typeface="Malgun Gothic"/>
              </a:rPr>
              <a:t>과제:</a:t>
            </a:r>
            <a:r>
              <a:rPr dirty="0" sz="1800" spc="10" b="1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전사적으로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사이버 보안 위협을 신속하게 탐지하고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대응합니다.</a:t>
            </a:r>
            <a:endParaRPr sz="1800">
              <a:latin typeface="Malgun Gothic"/>
              <a:cs typeface="Malgun Gothic"/>
            </a:endParaRPr>
          </a:p>
          <a:p>
            <a:pPr marL="12700" marR="399415">
              <a:lnSpc>
                <a:spcPct val="114999"/>
              </a:lnSpc>
              <a:spcBef>
                <a:spcPts val="2005"/>
              </a:spcBef>
            </a:pPr>
            <a:r>
              <a:rPr dirty="0" sz="1800" b="1">
                <a:latin typeface="Malgun Gothic"/>
                <a:cs typeface="Malgun Gothic"/>
              </a:rPr>
              <a:t>솔루션:</a:t>
            </a:r>
            <a:r>
              <a:rPr dirty="0" sz="1800" spc="-5" b="1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Confluent</a:t>
            </a:r>
            <a:r>
              <a:rPr dirty="0" sz="1800" spc="-3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Platform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및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Kafka를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사용하여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높은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처리량,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낮은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대기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시간 </a:t>
            </a:r>
            <a:r>
              <a:rPr dirty="0" sz="1800">
                <a:latin typeface="Malgun Gothic"/>
                <a:cs typeface="Malgun Gothic"/>
              </a:rPr>
              <a:t>이벤트 스트리밍으로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구동되는 확장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가능한 사이버 인텔리전스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20">
                <a:latin typeface="Malgun Gothic"/>
                <a:cs typeface="Malgun Gothic"/>
              </a:rPr>
              <a:t>플랫폼을 </a:t>
            </a:r>
            <a:r>
              <a:rPr dirty="0" sz="1800" spc="-10">
                <a:latin typeface="Malgun Gothic"/>
                <a:cs typeface="Malgun Gothic"/>
              </a:rPr>
              <a:t>구축하였습니다.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615"/>
              </a:spcBef>
            </a:pPr>
            <a:r>
              <a:rPr dirty="0" sz="1800" b="1">
                <a:latin typeface="Malgun Gothic"/>
                <a:cs typeface="Malgun Gothic"/>
              </a:rPr>
              <a:t>사용한</a:t>
            </a:r>
            <a:r>
              <a:rPr dirty="0" sz="1800" spc="-50" b="1">
                <a:latin typeface="Malgun Gothic"/>
                <a:cs typeface="Malgun Gothic"/>
              </a:rPr>
              <a:t> </a:t>
            </a:r>
            <a:r>
              <a:rPr dirty="0" sz="1800" b="1">
                <a:latin typeface="Malgun Gothic"/>
                <a:cs typeface="Malgun Gothic"/>
              </a:rPr>
              <a:t>Confluent</a:t>
            </a:r>
            <a:r>
              <a:rPr dirty="0" sz="1800" spc="-25" b="1">
                <a:latin typeface="Malgun Gothic"/>
                <a:cs typeface="Malgun Gothic"/>
              </a:rPr>
              <a:t> 기능: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420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>
                <a:latin typeface="Malgun Gothic"/>
                <a:cs typeface="Malgun Gothic"/>
              </a:rPr>
              <a:t>Confluent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Platform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>
                <a:latin typeface="Malgun Gothic"/>
                <a:cs typeface="Malgun Gothic"/>
              </a:rPr>
              <a:t>Confluent</a:t>
            </a:r>
            <a:r>
              <a:rPr dirty="0" sz="1800" spc="-2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Control</a:t>
            </a:r>
            <a:r>
              <a:rPr dirty="0" sz="1800" spc="-3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Center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 spc="-10">
                <a:latin typeface="Malgun Gothic"/>
                <a:cs typeface="Malgun Gothic"/>
              </a:rPr>
              <a:t>ksqlDB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>
                <a:latin typeface="Malgun Gothic"/>
                <a:cs typeface="Malgun Gothic"/>
              </a:rPr>
              <a:t>Multi-region</a:t>
            </a:r>
            <a:r>
              <a:rPr dirty="0" sz="1800" spc="-90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clusters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 spc="-10">
                <a:latin typeface="Malgun Gothic"/>
                <a:cs typeface="Malgun Gothic"/>
              </a:rPr>
              <a:t>Role-</a:t>
            </a:r>
            <a:r>
              <a:rPr dirty="0" sz="1800">
                <a:latin typeface="Malgun Gothic"/>
                <a:cs typeface="Malgun Gothic"/>
              </a:rPr>
              <a:t>based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access</a:t>
            </a:r>
            <a:r>
              <a:rPr dirty="0" sz="1800" spc="-2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control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1800" spc="-10" b="1">
                <a:latin typeface="Malgun Gothic"/>
                <a:cs typeface="Malgun Gothic"/>
              </a:rPr>
              <a:t>Results:</a:t>
            </a:r>
            <a:endParaRPr sz="1800">
              <a:latin typeface="Malgun Gothic"/>
              <a:cs typeface="Malgun Gothic"/>
            </a:endParaRPr>
          </a:p>
          <a:p>
            <a:pPr marL="287020" marR="475615" indent="-251460">
              <a:lnSpc>
                <a:spcPct val="114999"/>
              </a:lnSpc>
              <a:buFont typeface="Times New Roman"/>
              <a:buChar char="●"/>
              <a:tabLst>
                <a:tab pos="287020" algn="l"/>
              </a:tabLst>
            </a:pPr>
            <a:r>
              <a:rPr dirty="0" sz="1800">
                <a:latin typeface="Malgun Gothic"/>
                <a:cs typeface="Malgun Gothic"/>
              </a:rPr>
              <a:t>처리량이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많고 대기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시간이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짧은 이벤트 스트림으로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보안 위협을 </a:t>
            </a:r>
            <a:r>
              <a:rPr dirty="0" sz="1800" spc="-20">
                <a:latin typeface="Malgun Gothic"/>
                <a:cs typeface="Malgun Gothic"/>
              </a:rPr>
              <a:t>탐지하고 </a:t>
            </a:r>
            <a:r>
              <a:rPr dirty="0" sz="1800">
                <a:latin typeface="Malgun Gothic"/>
                <a:cs typeface="Malgun Gothic"/>
              </a:rPr>
              <a:t>대응하는 평균 시간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단축</a:t>
            </a:r>
            <a:endParaRPr sz="1800">
              <a:latin typeface="Malgun Gothic"/>
              <a:cs typeface="Malgun Gothic"/>
            </a:endParaRPr>
          </a:p>
          <a:p>
            <a:pPr marL="286385" indent="-250825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86385" algn="l"/>
              </a:tabLst>
            </a:pPr>
            <a:r>
              <a:rPr dirty="0" sz="1800">
                <a:latin typeface="Malgun Gothic"/>
                <a:cs typeface="Malgun Gothic"/>
              </a:rPr>
              <a:t>맞춤형 지점 간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통합을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제거하여 기술 부채 </a:t>
            </a:r>
            <a:r>
              <a:rPr dirty="0" sz="1800" spc="-25">
                <a:latin typeface="Malgun Gothic"/>
                <a:cs typeface="Malgun Gothic"/>
              </a:rPr>
              <a:t>감소</a:t>
            </a:r>
            <a:endParaRPr sz="1800">
              <a:latin typeface="Malgun Gothic"/>
              <a:cs typeface="Malgun Gothic"/>
            </a:endParaRPr>
          </a:p>
          <a:p>
            <a:pPr marL="287020" marR="9525" indent="-251460">
              <a:lnSpc>
                <a:spcPct val="114999"/>
              </a:lnSpc>
              <a:buFont typeface="Times New Roman"/>
              <a:buChar char="●"/>
              <a:tabLst>
                <a:tab pos="287020" algn="l"/>
              </a:tabLst>
            </a:pPr>
            <a:r>
              <a:rPr dirty="0" sz="1800">
                <a:latin typeface="Malgun Gothic"/>
                <a:cs typeface="Malgun Gothic"/>
              </a:rPr>
              <a:t>인스트림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데이터를 필터링하여 Splunk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및 다운스트림 시스템의 컴퓨팅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및 </a:t>
            </a:r>
            <a:r>
              <a:rPr dirty="0" sz="1800" spc="-25">
                <a:latin typeface="Malgun Gothic"/>
                <a:cs typeface="Malgun Gothic"/>
              </a:rPr>
              <a:t>수집 </a:t>
            </a:r>
            <a:r>
              <a:rPr dirty="0" sz="1800">
                <a:latin typeface="Malgun Gothic"/>
                <a:cs typeface="Malgun Gothic"/>
              </a:rPr>
              <a:t>비용 </a:t>
            </a:r>
            <a:r>
              <a:rPr dirty="0" sz="1800" spc="-25">
                <a:latin typeface="Malgun Gothic"/>
                <a:cs typeface="Malgun Gothic"/>
              </a:rPr>
              <a:t>절감</a:t>
            </a:r>
            <a:endParaRPr sz="1800">
              <a:latin typeface="Malgun Gothic"/>
              <a:cs typeface="Malgun Gothic"/>
            </a:endParaRPr>
          </a:p>
          <a:p>
            <a:pPr marL="287020" marR="85725" indent="-251460">
              <a:lnSpc>
                <a:spcPct val="114999"/>
              </a:lnSpc>
              <a:buFont typeface="Times New Roman"/>
              <a:buChar char="●"/>
              <a:tabLst>
                <a:tab pos="287020" algn="l"/>
              </a:tabLst>
            </a:pPr>
            <a:r>
              <a:rPr dirty="0" sz="1800">
                <a:latin typeface="Malgun Gothic"/>
                <a:cs typeface="Malgun Gothic"/>
              </a:rPr>
              <a:t>더 빠르고 정확한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의사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결정을 가능하게 하기 위해 거의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실시간으로 여러 </a:t>
            </a:r>
            <a:r>
              <a:rPr dirty="0" sz="1800" spc="-40">
                <a:latin typeface="Malgun Gothic"/>
                <a:cs typeface="Malgun Gothic"/>
              </a:rPr>
              <a:t>개의 </a:t>
            </a:r>
            <a:r>
              <a:rPr dirty="0" sz="1800">
                <a:latin typeface="Malgun Gothic"/>
                <a:cs typeface="Malgun Gothic"/>
              </a:rPr>
              <a:t>서로 다른 보안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데이터</a:t>
            </a:r>
            <a:r>
              <a:rPr dirty="0" sz="1800" spc="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소스를 </a:t>
            </a:r>
            <a:r>
              <a:rPr dirty="0" sz="1800" spc="-10">
                <a:latin typeface="Malgun Gothic"/>
                <a:cs typeface="Malgun Gothic"/>
              </a:rPr>
              <a:t>통합합니다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1800">
                <a:latin typeface="Malgun Gothic"/>
                <a:cs typeface="Malgun Gothic"/>
              </a:rPr>
              <a:t>"Confluent의</a:t>
            </a:r>
            <a:r>
              <a:rPr dirty="0" sz="1800" spc="-1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엔터프라이즈 기능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및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고성능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인텔</a:t>
            </a:r>
            <a:r>
              <a:rPr dirty="0" sz="1800" spc="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아키텍처와 결합된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Kafka</a:t>
            </a:r>
            <a:r>
              <a:rPr dirty="0" sz="1800" spc="5">
                <a:latin typeface="Malgun Gothic"/>
                <a:cs typeface="Malgun Gothic"/>
              </a:rPr>
              <a:t> </a:t>
            </a:r>
            <a:r>
              <a:rPr dirty="0" sz="1800" spc="-25">
                <a:latin typeface="Malgun Gothic"/>
                <a:cs typeface="Malgun Gothic"/>
              </a:rPr>
              <a:t>기술은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latin typeface="Malgun Gothic"/>
                <a:cs typeface="Malgun Gothic"/>
              </a:rPr>
              <a:t>인텔이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안전하게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빠르게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성장할 수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있도록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하는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우리의</a:t>
            </a:r>
            <a:r>
              <a:rPr dirty="0" sz="1800" spc="-10">
                <a:latin typeface="Malgun Gothic"/>
                <a:cs typeface="Malgun Gothic"/>
              </a:rPr>
              <a:t> </a:t>
            </a:r>
            <a:r>
              <a:rPr dirty="0" sz="1800">
                <a:latin typeface="Malgun Gothic"/>
                <a:cs typeface="Malgun Gothic"/>
              </a:rPr>
              <a:t>사명을</a:t>
            </a:r>
            <a:r>
              <a:rPr dirty="0" sz="1800" spc="-5">
                <a:latin typeface="Malgun Gothic"/>
                <a:cs typeface="Malgun Gothic"/>
              </a:rPr>
              <a:t> </a:t>
            </a:r>
            <a:r>
              <a:rPr dirty="0" sz="1800" spc="-10">
                <a:latin typeface="Malgun Gothic"/>
                <a:cs typeface="Malgun Gothic"/>
              </a:rPr>
              <a:t>지원합니다.“</a:t>
            </a:r>
            <a:endParaRPr sz="1800">
              <a:latin typeface="Malgun Gothic"/>
              <a:cs typeface="Malgun Gothic"/>
            </a:endParaRPr>
          </a:p>
          <a:p>
            <a:pPr marL="93345">
              <a:lnSpc>
                <a:spcPct val="100000"/>
              </a:lnSpc>
              <a:spcBef>
                <a:spcPts val="2325"/>
              </a:spcBef>
            </a:pPr>
            <a:r>
              <a:rPr dirty="0" sz="1400" b="1">
                <a:latin typeface="Malgun Gothic"/>
                <a:cs typeface="Malgun Gothic"/>
              </a:rPr>
              <a:t>—</a:t>
            </a:r>
            <a:r>
              <a:rPr dirty="0" sz="1400" spc="-2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Brent</a:t>
            </a:r>
            <a:r>
              <a:rPr dirty="0" sz="1400" spc="-4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Conran,</a:t>
            </a:r>
            <a:r>
              <a:rPr dirty="0" sz="1400" spc="-40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Vice</a:t>
            </a:r>
            <a:r>
              <a:rPr dirty="0" sz="1400" spc="-15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President</a:t>
            </a:r>
            <a:r>
              <a:rPr dirty="0" sz="1400" spc="-20" b="1">
                <a:latin typeface="Malgun Gothic"/>
                <a:cs typeface="Malgun Gothic"/>
              </a:rPr>
              <a:t> </a:t>
            </a:r>
            <a:r>
              <a:rPr dirty="0" sz="1400" b="1">
                <a:latin typeface="Malgun Gothic"/>
                <a:cs typeface="Malgun Gothic"/>
              </a:rPr>
              <a:t>and</a:t>
            </a:r>
            <a:r>
              <a:rPr dirty="0" sz="1400" spc="-35" b="1">
                <a:latin typeface="Malgun Gothic"/>
                <a:cs typeface="Malgun Gothic"/>
              </a:rPr>
              <a:t> </a:t>
            </a:r>
            <a:r>
              <a:rPr dirty="0" sz="1400" spc="-20" b="1">
                <a:latin typeface="Malgun Gothic"/>
                <a:cs typeface="Malgun Gothic"/>
              </a:rPr>
              <a:t>CISO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1699" y="1050937"/>
            <a:ext cx="2082545" cy="877811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55"/>
            <a:ext cx="18288000" cy="10287000"/>
            <a:chOff x="0" y="55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5"/>
              <a:ext cx="18288000" cy="1028407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422638" y="2064004"/>
              <a:ext cx="7952105" cy="8223250"/>
            </a:xfrm>
            <a:custGeom>
              <a:avLst/>
              <a:gdLst/>
              <a:ahLst/>
              <a:cxnLst/>
              <a:rect l="l" t="t" r="r" b="b"/>
              <a:pathLst>
                <a:path w="7952105" h="8223250">
                  <a:moveTo>
                    <a:pt x="7872602" y="0"/>
                  </a:moveTo>
                  <a:lnTo>
                    <a:pt x="79628" y="0"/>
                  </a:lnTo>
                  <a:lnTo>
                    <a:pt x="48648" y="6242"/>
                  </a:lnTo>
                  <a:lnTo>
                    <a:pt x="23336" y="23272"/>
                  </a:lnTo>
                  <a:lnTo>
                    <a:pt x="6262" y="48541"/>
                  </a:lnTo>
                  <a:lnTo>
                    <a:pt x="0" y="79501"/>
                  </a:lnTo>
                  <a:lnTo>
                    <a:pt x="0" y="8222996"/>
                  </a:lnTo>
                  <a:lnTo>
                    <a:pt x="7952104" y="8222996"/>
                  </a:lnTo>
                  <a:lnTo>
                    <a:pt x="7952104" y="79501"/>
                  </a:lnTo>
                  <a:lnTo>
                    <a:pt x="7945862" y="48541"/>
                  </a:lnTo>
                  <a:lnTo>
                    <a:pt x="7928832" y="23272"/>
                  </a:lnTo>
                  <a:lnTo>
                    <a:pt x="7903563" y="6242"/>
                  </a:lnTo>
                  <a:lnTo>
                    <a:pt x="7872602" y="0"/>
                  </a:lnTo>
                  <a:close/>
                </a:path>
              </a:pathLst>
            </a:custGeom>
            <a:solidFill>
              <a:srgbClr val="FFFFFF">
                <a:alpha val="890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0071861" y="4039361"/>
            <a:ext cx="6408420" cy="372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1130">
              <a:lnSpc>
                <a:spcPct val="100000"/>
              </a:lnSpc>
              <a:spcBef>
                <a:spcPts val="100"/>
              </a:spcBef>
              <a:tabLst>
                <a:tab pos="1229995" algn="l"/>
              </a:tabLst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직면 </a:t>
            </a: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과제: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	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SunPower는</a:t>
            </a:r>
            <a:r>
              <a:rPr dirty="0" sz="18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600만</a:t>
            </a:r>
            <a:r>
              <a:rPr dirty="0" sz="1800" spc="-3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대의 디바이스에서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실시간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데이터를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수집,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집계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및 액세스할 수 있기를 원했습니다.</a:t>
            </a:r>
            <a:r>
              <a:rPr dirty="0" sz="1800" spc="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이는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레거시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시스템의 기능을 뛰어넘는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중요한</a:t>
            </a:r>
            <a:r>
              <a:rPr dirty="0" sz="1800" spc="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>
                <a:solidFill>
                  <a:srgbClr val="221F1F"/>
                </a:solidFill>
                <a:latin typeface="Malgun Gothic"/>
                <a:cs typeface="Malgun Gothic"/>
              </a:rPr>
              <a:t>과제였습니다.</a:t>
            </a:r>
            <a:endParaRPr sz="1800">
              <a:latin typeface="Malgun Gothic"/>
              <a:cs typeface="Malgun Gothic"/>
            </a:endParaRPr>
          </a:p>
          <a:p>
            <a:pPr marL="12700" marR="203835">
              <a:lnSpc>
                <a:spcPct val="100000"/>
              </a:lnSpc>
              <a:spcBef>
                <a:spcPts val="2160"/>
              </a:spcBef>
            </a:pP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솔루션:</a:t>
            </a:r>
            <a:r>
              <a:rPr dirty="0" sz="18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SunPower는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Confluent를 통해</a:t>
            </a:r>
            <a:r>
              <a:rPr dirty="0" sz="1800" spc="-3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개인</a:t>
            </a:r>
            <a:r>
              <a:rPr dirty="0" sz="1800" spc="-3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주택</a:t>
            </a:r>
            <a:r>
              <a:rPr dirty="0" sz="1800" spc="-3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고객과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상업</a:t>
            </a:r>
            <a:r>
              <a:rPr dirty="0" sz="1800" spc="-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고객(B2B)이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에너지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사용량을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이해하고</a:t>
            </a:r>
            <a:r>
              <a:rPr dirty="0" sz="1800" spc="-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제어할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수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 b="1">
                <a:solidFill>
                  <a:srgbClr val="221F1F"/>
                </a:solidFill>
                <a:latin typeface="Malgun Gothic"/>
                <a:cs typeface="Malgun Gothic"/>
              </a:rPr>
              <a:t>있는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모니터링 플랫폼을 구축할</a:t>
            </a:r>
            <a:r>
              <a:rPr dirty="0" sz="1800" spc="1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221F1F"/>
                </a:solidFill>
                <a:latin typeface="Malgun Gothic"/>
                <a:cs typeface="Malgun Gothic"/>
              </a:rPr>
              <a:t>수</a:t>
            </a:r>
            <a:r>
              <a:rPr dirty="0" sz="1800" spc="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있었습니다.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 spc="-10" b="1">
                <a:solidFill>
                  <a:srgbClr val="221F1F"/>
                </a:solidFill>
                <a:latin typeface="Malgun Gothic"/>
                <a:cs typeface="Malgun Gothic"/>
              </a:rPr>
              <a:t>Results: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9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많은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데이터를 신속하게 수집하여,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18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사용량 분석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가능</a:t>
            </a:r>
            <a:endParaRPr sz="1800">
              <a:latin typeface="Malgun Gothic"/>
              <a:cs typeface="Malgun Gothic"/>
            </a:endParaRPr>
          </a:p>
          <a:p>
            <a:pPr marL="291465" marR="593090" indent="-266700">
              <a:lnSpc>
                <a:spcPct val="114999"/>
              </a:lnSpc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실시간 모니터링 플랫폼을 구축하여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이상 징후에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대한 </a:t>
            </a: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신속함 탐지와 예방 프로세스</a:t>
            </a:r>
            <a:r>
              <a:rPr dirty="0" sz="1800" spc="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구축</a:t>
            </a:r>
            <a:endParaRPr sz="1800">
              <a:latin typeface="Malgun Gothic"/>
              <a:cs typeface="Malgun Gothic"/>
            </a:endParaRPr>
          </a:p>
          <a:p>
            <a:pPr marL="291465" indent="-266700">
              <a:lnSpc>
                <a:spcPct val="100000"/>
              </a:lnSpc>
              <a:spcBef>
                <a:spcPts val="325"/>
              </a:spcBef>
              <a:buFont typeface="Times New Roman"/>
              <a:buChar char="●"/>
              <a:tabLst>
                <a:tab pos="291465" algn="l"/>
              </a:tabLst>
            </a:pPr>
            <a:r>
              <a:rPr dirty="0" sz="1800">
                <a:solidFill>
                  <a:srgbClr val="221F1F"/>
                </a:solidFill>
                <a:latin typeface="Malgun Gothic"/>
                <a:cs typeface="Malgun Gothic"/>
              </a:rPr>
              <a:t>향상된 고객 </a:t>
            </a:r>
            <a:r>
              <a:rPr dirty="0" sz="1800" spc="-25">
                <a:solidFill>
                  <a:srgbClr val="221F1F"/>
                </a:solidFill>
                <a:latin typeface="Malgun Gothic"/>
                <a:cs typeface="Malgun Gothic"/>
              </a:rPr>
              <a:t>경험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9948164" y="674497"/>
            <a:ext cx="7426959" cy="2813050"/>
            <a:chOff x="9948164" y="674497"/>
            <a:chExt cx="7426959" cy="2813050"/>
          </a:xfrm>
        </p:grpSpPr>
        <p:sp>
          <p:nvSpPr>
            <p:cNvPr id="7" name="object 7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8164" y="2911398"/>
              <a:ext cx="4607179" cy="57589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6817340" y="674496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839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82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23" y="153250"/>
                  </a:lnTo>
                  <a:lnTo>
                    <a:pt x="286385" y="151257"/>
                  </a:lnTo>
                  <a:lnTo>
                    <a:pt x="286054" y="143192"/>
                  </a:lnTo>
                  <a:lnTo>
                    <a:pt x="285953" y="140525"/>
                  </a:lnTo>
                  <a:lnTo>
                    <a:pt x="285445" y="129857"/>
                  </a:lnTo>
                  <a:lnTo>
                    <a:pt x="284861" y="119291"/>
                  </a:lnTo>
                  <a:lnTo>
                    <a:pt x="284226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57" y="128333"/>
                  </a:lnTo>
                  <a:lnTo>
                    <a:pt x="271068" y="129857"/>
                  </a:lnTo>
                  <a:lnTo>
                    <a:pt x="270675" y="140525"/>
                  </a:lnTo>
                  <a:lnTo>
                    <a:pt x="270471" y="147764"/>
                  </a:lnTo>
                  <a:lnTo>
                    <a:pt x="270383" y="151257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70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46"/>
                  </a:lnTo>
                  <a:lnTo>
                    <a:pt x="214757" y="143192"/>
                  </a:lnTo>
                  <a:lnTo>
                    <a:pt x="218414" y="153250"/>
                  </a:lnTo>
                  <a:lnTo>
                    <a:pt x="222123" y="163322"/>
                  </a:lnTo>
                  <a:lnTo>
                    <a:pt x="237236" y="203073"/>
                  </a:lnTo>
                  <a:lnTo>
                    <a:pt x="240893" y="212382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89" y="217805"/>
                  </a:lnTo>
                  <a:lnTo>
                    <a:pt x="224790" y="211582"/>
                  </a:lnTo>
                  <a:lnTo>
                    <a:pt x="194437" y="182499"/>
                  </a:lnTo>
                  <a:lnTo>
                    <a:pt x="178447" y="168071"/>
                  </a:lnTo>
                  <a:lnTo>
                    <a:pt x="170408" y="160985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056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806" y="243636"/>
                  </a:lnTo>
                  <a:lnTo>
                    <a:pt x="235966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6097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807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0992" y="413473"/>
                  </a:lnTo>
                  <a:lnTo>
                    <a:pt x="271081" y="416420"/>
                  </a:lnTo>
                  <a:lnTo>
                    <a:pt x="271500" y="427101"/>
                  </a:lnTo>
                  <a:lnTo>
                    <a:pt x="272084" y="437642"/>
                  </a:lnTo>
                  <a:lnTo>
                    <a:pt x="272923" y="448310"/>
                  </a:lnTo>
                  <a:lnTo>
                    <a:pt x="284226" y="448310"/>
                  </a:lnTo>
                  <a:lnTo>
                    <a:pt x="284861" y="437794"/>
                  </a:lnTo>
                  <a:lnTo>
                    <a:pt x="285394" y="427990"/>
                  </a:lnTo>
                  <a:lnTo>
                    <a:pt x="285851" y="418401"/>
                  </a:lnTo>
                  <a:lnTo>
                    <a:pt x="286258" y="408825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72" y="347853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73" y="344309"/>
                  </a:lnTo>
                  <a:lnTo>
                    <a:pt x="302514" y="360807"/>
                  </a:lnTo>
                  <a:lnTo>
                    <a:pt x="319913" y="399161"/>
                  </a:lnTo>
                  <a:lnTo>
                    <a:pt x="324446" y="408825"/>
                  </a:lnTo>
                  <a:lnTo>
                    <a:pt x="328866" y="418401"/>
                  </a:lnTo>
                  <a:lnTo>
                    <a:pt x="333375" y="427990"/>
                  </a:lnTo>
                  <a:lnTo>
                    <a:pt x="338201" y="437642"/>
                  </a:lnTo>
                  <a:lnTo>
                    <a:pt x="348488" y="433578"/>
                  </a:lnTo>
                  <a:lnTo>
                    <a:pt x="345008" y="423506"/>
                  </a:lnTo>
                  <a:lnTo>
                    <a:pt x="341350" y="413473"/>
                  </a:lnTo>
                  <a:lnTo>
                    <a:pt x="337680" y="403453"/>
                  </a:lnTo>
                  <a:lnTo>
                    <a:pt x="334137" y="393446"/>
                  </a:lnTo>
                  <a:lnTo>
                    <a:pt x="319405" y="353568"/>
                  </a:lnTo>
                  <a:lnTo>
                    <a:pt x="312826" y="336981"/>
                  </a:lnTo>
                  <a:lnTo>
                    <a:pt x="309232" y="327660"/>
                  </a:lnTo>
                  <a:lnTo>
                    <a:pt x="306451" y="320167"/>
                  </a:lnTo>
                  <a:lnTo>
                    <a:pt x="312889" y="326478"/>
                  </a:lnTo>
                  <a:lnTo>
                    <a:pt x="319468" y="332828"/>
                  </a:lnTo>
                  <a:lnTo>
                    <a:pt x="364109" y="374650"/>
                  </a:lnTo>
                  <a:lnTo>
                    <a:pt x="395859" y="403225"/>
                  </a:lnTo>
                  <a:lnTo>
                    <a:pt x="403479" y="395097"/>
                  </a:lnTo>
                  <a:lnTo>
                    <a:pt x="375285" y="363474"/>
                  </a:lnTo>
                  <a:lnTo>
                    <a:pt x="346329" y="332105"/>
                  </a:lnTo>
                  <a:lnTo>
                    <a:pt x="334695" y="320167"/>
                  </a:lnTo>
                  <a:lnTo>
                    <a:pt x="327177" y="312445"/>
                  </a:lnTo>
                  <a:lnTo>
                    <a:pt x="320802" y="305816"/>
                  </a:lnTo>
                  <a:lnTo>
                    <a:pt x="345948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309"/>
                  </a:lnTo>
                  <a:lnTo>
                    <a:pt x="434213" y="347853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103" y="305816"/>
                  </a:lnTo>
                  <a:lnTo>
                    <a:pt x="361061" y="301752"/>
                  </a:lnTo>
                  <a:lnTo>
                    <a:pt x="328422" y="287528"/>
                  </a:lnTo>
                  <a:lnTo>
                    <a:pt x="337172" y="287401"/>
                  </a:lnTo>
                  <a:lnTo>
                    <a:pt x="355066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241" y="162013"/>
                  </a:lnTo>
                  <a:lnTo>
                    <a:pt x="531241" y="278384"/>
                  </a:lnTo>
                  <a:lnTo>
                    <a:pt x="527151" y="323634"/>
                  </a:lnTo>
                  <a:lnTo>
                    <a:pt x="515327" y="366395"/>
                  </a:lnTo>
                  <a:lnTo>
                    <a:pt x="496658" y="405561"/>
                  </a:lnTo>
                  <a:lnTo>
                    <a:pt x="471690" y="440804"/>
                  </a:lnTo>
                  <a:lnTo>
                    <a:pt x="441223" y="471246"/>
                  </a:lnTo>
                  <a:lnTo>
                    <a:pt x="405968" y="496189"/>
                  </a:lnTo>
                  <a:lnTo>
                    <a:pt x="366649" y="514896"/>
                  </a:lnTo>
                  <a:lnTo>
                    <a:pt x="324015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303" y="366395"/>
                  </a:lnTo>
                  <a:lnTo>
                    <a:pt x="30568" y="323913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30492" y="233006"/>
                  </a:lnTo>
                  <a:lnTo>
                    <a:pt x="42113" y="190766"/>
                  </a:lnTo>
                  <a:lnTo>
                    <a:pt x="42214" y="190423"/>
                  </a:lnTo>
                  <a:lnTo>
                    <a:pt x="42252" y="190284"/>
                  </a:lnTo>
                  <a:lnTo>
                    <a:pt x="60960" y="150952"/>
                  </a:lnTo>
                  <a:lnTo>
                    <a:pt x="85902" y="115722"/>
                  </a:lnTo>
                  <a:lnTo>
                    <a:pt x="116344" y="85293"/>
                  </a:lnTo>
                  <a:lnTo>
                    <a:pt x="151587" y="60388"/>
                  </a:lnTo>
                  <a:lnTo>
                    <a:pt x="190881" y="41706"/>
                  </a:lnTo>
                  <a:lnTo>
                    <a:pt x="233514" y="29984"/>
                  </a:lnTo>
                  <a:lnTo>
                    <a:pt x="278765" y="25908"/>
                  </a:lnTo>
                  <a:lnTo>
                    <a:pt x="324015" y="29984"/>
                  </a:lnTo>
                  <a:lnTo>
                    <a:pt x="366649" y="41706"/>
                  </a:lnTo>
                  <a:lnTo>
                    <a:pt x="405968" y="60388"/>
                  </a:lnTo>
                  <a:lnTo>
                    <a:pt x="441223" y="85293"/>
                  </a:lnTo>
                  <a:lnTo>
                    <a:pt x="471690" y="115722"/>
                  </a:lnTo>
                  <a:lnTo>
                    <a:pt x="496531" y="150787"/>
                  </a:lnTo>
                  <a:lnTo>
                    <a:pt x="496658" y="150952"/>
                  </a:lnTo>
                  <a:lnTo>
                    <a:pt x="515378" y="190284"/>
                  </a:lnTo>
                  <a:lnTo>
                    <a:pt x="527151" y="233006"/>
                  </a:lnTo>
                  <a:lnTo>
                    <a:pt x="531241" y="278384"/>
                  </a:lnTo>
                  <a:lnTo>
                    <a:pt x="531241" y="162013"/>
                  </a:lnTo>
                  <a:lnTo>
                    <a:pt x="526554" y="150952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32" y="323634"/>
                  </a:lnTo>
                  <a:lnTo>
                    <a:pt x="3644" y="323913"/>
                  </a:lnTo>
                  <a:lnTo>
                    <a:pt x="14147" y="366395"/>
                  </a:lnTo>
                  <a:lnTo>
                    <a:pt x="31038" y="406374"/>
                  </a:lnTo>
                  <a:lnTo>
                    <a:pt x="53860" y="443153"/>
                  </a:lnTo>
                  <a:lnTo>
                    <a:pt x="81749" y="475589"/>
                  </a:lnTo>
                  <a:lnTo>
                    <a:pt x="114249" y="503415"/>
                  </a:lnTo>
                  <a:lnTo>
                    <a:pt x="150774" y="526072"/>
                  </a:lnTo>
                  <a:lnTo>
                    <a:pt x="190754" y="542950"/>
                  </a:lnTo>
                  <a:lnTo>
                    <a:pt x="233616" y="553504"/>
                  </a:lnTo>
                  <a:lnTo>
                    <a:pt x="278765" y="557149"/>
                  </a:lnTo>
                  <a:lnTo>
                    <a:pt x="323773" y="553504"/>
                  </a:lnTo>
                  <a:lnTo>
                    <a:pt x="366598" y="542950"/>
                  </a:lnTo>
                  <a:lnTo>
                    <a:pt x="406539" y="526072"/>
                  </a:lnTo>
                  <a:lnTo>
                    <a:pt x="443268" y="503288"/>
                  </a:lnTo>
                  <a:lnTo>
                    <a:pt x="475767" y="475399"/>
                  </a:lnTo>
                  <a:lnTo>
                    <a:pt x="503656" y="442899"/>
                  </a:lnTo>
                  <a:lnTo>
                    <a:pt x="526351" y="406374"/>
                  </a:lnTo>
                  <a:lnTo>
                    <a:pt x="543280" y="366395"/>
                  </a:lnTo>
                  <a:lnTo>
                    <a:pt x="553770" y="323913"/>
                  </a:lnTo>
                  <a:lnTo>
                    <a:pt x="553847" y="323634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635" cy="10287000"/>
          </a:xfrm>
          <a:custGeom>
            <a:avLst/>
            <a:gdLst/>
            <a:ahLst/>
            <a:cxnLst/>
            <a:rect l="l" t="t" r="r" b="b"/>
            <a:pathLst>
              <a:path w="9144635" h="10287000">
                <a:moveTo>
                  <a:pt x="9144254" y="0"/>
                </a:moveTo>
                <a:lnTo>
                  <a:pt x="0" y="0"/>
                </a:lnTo>
                <a:lnTo>
                  <a:pt x="0" y="10287000"/>
                </a:lnTo>
                <a:lnTo>
                  <a:pt x="9144254" y="10287000"/>
                </a:lnTo>
                <a:lnTo>
                  <a:pt x="9144254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258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solidFill>
                  <a:srgbClr val="173360"/>
                </a:solidFill>
              </a:rPr>
              <a:t>Agenda</a:t>
            </a:r>
            <a:endParaRPr sz="6000"/>
          </a:p>
        </p:txBody>
      </p:sp>
      <p:sp>
        <p:nvSpPr>
          <p:cNvPr id="5" name="object 5" descr=""/>
          <p:cNvSpPr txBox="1"/>
          <p:nvPr/>
        </p:nvSpPr>
        <p:spPr>
          <a:xfrm>
            <a:off x="749300" y="3180334"/>
            <a:ext cx="4014470" cy="235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사용</a:t>
            </a:r>
            <a:r>
              <a:rPr dirty="0" sz="3200" spc="-1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사례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표준</a:t>
            </a:r>
            <a:r>
              <a:rPr dirty="0" sz="3200" spc="-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173360"/>
                </a:solidFill>
                <a:latin typeface="Malgun Gothic"/>
                <a:cs typeface="Malgun Gothic"/>
              </a:rPr>
              <a:t>구성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Apache</a:t>
            </a:r>
            <a:r>
              <a:rPr dirty="0" sz="3200" spc="-4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 비교</a:t>
            </a:r>
            <a:endParaRPr sz="3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9329" y="1482090"/>
            <a:ext cx="1163129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>
                <a:solidFill>
                  <a:srgbClr val="173360"/>
                </a:solidFill>
              </a:rPr>
              <a:t>Confluent</a:t>
            </a:r>
            <a:r>
              <a:rPr dirty="0" sz="4200" spc="-110">
                <a:solidFill>
                  <a:srgbClr val="173360"/>
                </a:solidFill>
              </a:rPr>
              <a:t> </a:t>
            </a:r>
            <a:r>
              <a:rPr dirty="0" sz="4200">
                <a:solidFill>
                  <a:srgbClr val="173360"/>
                </a:solidFill>
              </a:rPr>
              <a:t>Platform</a:t>
            </a:r>
            <a:r>
              <a:rPr dirty="0" sz="4200" spc="-75">
                <a:solidFill>
                  <a:srgbClr val="173360"/>
                </a:solidFill>
              </a:rPr>
              <a:t> </a:t>
            </a:r>
            <a:r>
              <a:rPr dirty="0" sz="4200">
                <a:solidFill>
                  <a:srgbClr val="173360"/>
                </a:solidFill>
              </a:rPr>
              <a:t>—</a:t>
            </a:r>
            <a:r>
              <a:rPr dirty="0" sz="4200" spc="-85">
                <a:solidFill>
                  <a:srgbClr val="173360"/>
                </a:solidFill>
              </a:rPr>
              <a:t> </a:t>
            </a:r>
            <a:r>
              <a:rPr dirty="0" sz="4200">
                <a:solidFill>
                  <a:srgbClr val="173360"/>
                </a:solidFill>
              </a:rPr>
              <a:t>Reference</a:t>
            </a:r>
            <a:r>
              <a:rPr dirty="0" sz="4200" spc="-70">
                <a:solidFill>
                  <a:srgbClr val="173360"/>
                </a:solidFill>
              </a:rPr>
              <a:t> </a:t>
            </a:r>
            <a:r>
              <a:rPr dirty="0" sz="4200" spc="-10">
                <a:solidFill>
                  <a:srgbClr val="173360"/>
                </a:solidFill>
              </a:rPr>
              <a:t>Architecture</a:t>
            </a:r>
            <a:endParaRPr sz="4200"/>
          </a:p>
        </p:txBody>
      </p:sp>
      <p:sp>
        <p:nvSpPr>
          <p:cNvPr id="3" name="object 3" descr=""/>
          <p:cNvSpPr txBox="1"/>
          <p:nvPr/>
        </p:nvSpPr>
        <p:spPr>
          <a:xfrm>
            <a:off x="9324593" y="8621394"/>
            <a:ext cx="67170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300" spc="9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2"/>
              </a:rPr>
              <a:t>https://www.confluent.io/whitepaper/confluent-</a:t>
            </a:r>
            <a:r>
              <a:rPr dirty="0" u="sng" sz="1300" spc="10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2"/>
              </a:rPr>
              <a:t>enterprise-</a:t>
            </a:r>
            <a:r>
              <a:rPr dirty="0" u="sng" sz="1300" spc="105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2"/>
              </a:rPr>
              <a:t>reference-</a:t>
            </a:r>
            <a:r>
              <a:rPr dirty="0" u="sng" sz="1300" spc="85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2"/>
              </a:rPr>
              <a:t>architecture/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726182" y="2593720"/>
            <a:ext cx="1411605" cy="433070"/>
          </a:xfrm>
          <a:custGeom>
            <a:avLst/>
            <a:gdLst/>
            <a:ahLst/>
            <a:cxnLst/>
            <a:rect l="l" t="t" r="r" b="b"/>
            <a:pathLst>
              <a:path w="1411604" h="433069">
                <a:moveTo>
                  <a:pt x="0" y="72135"/>
                </a:moveTo>
                <a:lnTo>
                  <a:pt x="5681" y="44094"/>
                </a:lnTo>
                <a:lnTo>
                  <a:pt x="21161" y="21161"/>
                </a:lnTo>
                <a:lnTo>
                  <a:pt x="44094" y="5681"/>
                </a:lnTo>
                <a:lnTo>
                  <a:pt x="72136" y="0"/>
                </a:lnTo>
                <a:lnTo>
                  <a:pt x="1339215" y="0"/>
                </a:lnTo>
                <a:lnTo>
                  <a:pt x="1367309" y="5681"/>
                </a:lnTo>
                <a:lnTo>
                  <a:pt x="1390237" y="21161"/>
                </a:lnTo>
                <a:lnTo>
                  <a:pt x="1405687" y="44094"/>
                </a:lnTo>
                <a:lnTo>
                  <a:pt x="1411351" y="72135"/>
                </a:lnTo>
                <a:lnTo>
                  <a:pt x="1411351" y="360806"/>
                </a:lnTo>
                <a:lnTo>
                  <a:pt x="1405687" y="388901"/>
                </a:lnTo>
                <a:lnTo>
                  <a:pt x="1390237" y="411829"/>
                </a:lnTo>
                <a:lnTo>
                  <a:pt x="1367309" y="427279"/>
                </a:lnTo>
                <a:lnTo>
                  <a:pt x="1339215" y="432943"/>
                </a:lnTo>
                <a:lnTo>
                  <a:pt x="72136" y="432943"/>
                </a:lnTo>
                <a:lnTo>
                  <a:pt x="44094" y="427279"/>
                </a:lnTo>
                <a:lnTo>
                  <a:pt x="21161" y="411829"/>
                </a:lnTo>
                <a:lnTo>
                  <a:pt x="5681" y="388901"/>
                </a:lnTo>
                <a:lnTo>
                  <a:pt x="0" y="360806"/>
                </a:lnTo>
                <a:lnTo>
                  <a:pt x="0" y="72135"/>
                </a:lnTo>
                <a:close/>
              </a:path>
            </a:pathLst>
          </a:custGeom>
          <a:ln w="28575">
            <a:solidFill>
              <a:srgbClr val="1733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970402" y="2695701"/>
            <a:ext cx="9213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73360"/>
                </a:solidFill>
                <a:latin typeface="Malgun Gothic"/>
                <a:cs typeface="Malgun Gothic"/>
              </a:rPr>
              <a:t>Application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726435" y="3492880"/>
            <a:ext cx="3318510" cy="511809"/>
          </a:xfrm>
          <a:custGeom>
            <a:avLst/>
            <a:gdLst/>
            <a:ahLst/>
            <a:cxnLst/>
            <a:rect l="l" t="t" r="r" b="b"/>
            <a:pathLst>
              <a:path w="3318510" h="511810">
                <a:moveTo>
                  <a:pt x="0" y="85217"/>
                </a:moveTo>
                <a:lnTo>
                  <a:pt x="6707" y="52077"/>
                </a:lnTo>
                <a:lnTo>
                  <a:pt x="24987" y="24987"/>
                </a:lnTo>
                <a:lnTo>
                  <a:pt x="52077" y="6707"/>
                </a:lnTo>
                <a:lnTo>
                  <a:pt x="85216" y="0"/>
                </a:lnTo>
                <a:lnTo>
                  <a:pt x="3233166" y="0"/>
                </a:lnTo>
                <a:lnTo>
                  <a:pt x="3266378" y="6707"/>
                </a:lnTo>
                <a:lnTo>
                  <a:pt x="3293506" y="24987"/>
                </a:lnTo>
                <a:lnTo>
                  <a:pt x="3311800" y="52077"/>
                </a:lnTo>
                <a:lnTo>
                  <a:pt x="3318510" y="85217"/>
                </a:lnTo>
                <a:lnTo>
                  <a:pt x="3318510" y="426212"/>
                </a:lnTo>
                <a:lnTo>
                  <a:pt x="3311800" y="459351"/>
                </a:lnTo>
                <a:lnTo>
                  <a:pt x="3293506" y="486441"/>
                </a:lnTo>
                <a:lnTo>
                  <a:pt x="3266378" y="504721"/>
                </a:lnTo>
                <a:lnTo>
                  <a:pt x="3233166" y="511429"/>
                </a:lnTo>
                <a:lnTo>
                  <a:pt x="85216" y="511429"/>
                </a:lnTo>
                <a:lnTo>
                  <a:pt x="52077" y="504721"/>
                </a:lnTo>
                <a:lnTo>
                  <a:pt x="24987" y="486441"/>
                </a:lnTo>
                <a:lnTo>
                  <a:pt x="6707" y="459351"/>
                </a:lnTo>
                <a:lnTo>
                  <a:pt x="0" y="426212"/>
                </a:lnTo>
                <a:lnTo>
                  <a:pt x="0" y="85217"/>
                </a:lnTo>
                <a:close/>
              </a:path>
            </a:pathLst>
          </a:custGeom>
          <a:ln w="28575">
            <a:solidFill>
              <a:srgbClr val="1733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357498" y="3609594"/>
            <a:ext cx="205740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Sticky</a:t>
            </a:r>
            <a:r>
              <a:rPr dirty="0" sz="1600" spc="5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Load</a:t>
            </a:r>
            <a:r>
              <a:rPr dirty="0" sz="1600" spc="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Balancer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726182" y="4393057"/>
            <a:ext cx="3318510" cy="1046480"/>
          </a:xfrm>
          <a:custGeom>
            <a:avLst/>
            <a:gdLst/>
            <a:ahLst/>
            <a:cxnLst/>
            <a:rect l="l" t="t" r="r" b="b"/>
            <a:pathLst>
              <a:path w="3318510" h="1046479">
                <a:moveTo>
                  <a:pt x="0" y="174370"/>
                </a:moveTo>
                <a:lnTo>
                  <a:pt x="6231" y="128028"/>
                </a:lnTo>
                <a:lnTo>
                  <a:pt x="23814" y="86378"/>
                </a:lnTo>
                <a:lnTo>
                  <a:pt x="51085" y="51085"/>
                </a:lnTo>
                <a:lnTo>
                  <a:pt x="86378" y="23814"/>
                </a:lnTo>
                <a:lnTo>
                  <a:pt x="128028" y="6231"/>
                </a:lnTo>
                <a:lnTo>
                  <a:pt x="174370" y="0"/>
                </a:lnTo>
                <a:lnTo>
                  <a:pt x="3144139" y="0"/>
                </a:lnTo>
                <a:lnTo>
                  <a:pt x="3190481" y="6231"/>
                </a:lnTo>
                <a:lnTo>
                  <a:pt x="3232131" y="23814"/>
                </a:lnTo>
                <a:lnTo>
                  <a:pt x="3267424" y="51085"/>
                </a:lnTo>
                <a:lnTo>
                  <a:pt x="3294695" y="86378"/>
                </a:lnTo>
                <a:lnTo>
                  <a:pt x="3312278" y="128028"/>
                </a:lnTo>
                <a:lnTo>
                  <a:pt x="3318509" y="174370"/>
                </a:lnTo>
                <a:lnTo>
                  <a:pt x="3318509" y="871854"/>
                </a:lnTo>
                <a:lnTo>
                  <a:pt x="3312278" y="918197"/>
                </a:lnTo>
                <a:lnTo>
                  <a:pt x="3294695" y="959847"/>
                </a:lnTo>
                <a:lnTo>
                  <a:pt x="3267424" y="995140"/>
                </a:lnTo>
                <a:lnTo>
                  <a:pt x="3232131" y="1022411"/>
                </a:lnTo>
                <a:lnTo>
                  <a:pt x="3190481" y="1039994"/>
                </a:lnTo>
                <a:lnTo>
                  <a:pt x="3144139" y="1046226"/>
                </a:lnTo>
                <a:lnTo>
                  <a:pt x="174370" y="1046226"/>
                </a:lnTo>
                <a:lnTo>
                  <a:pt x="128028" y="1039994"/>
                </a:lnTo>
                <a:lnTo>
                  <a:pt x="86378" y="1022411"/>
                </a:lnTo>
                <a:lnTo>
                  <a:pt x="51085" y="995140"/>
                </a:lnTo>
                <a:lnTo>
                  <a:pt x="23814" y="959847"/>
                </a:lnTo>
                <a:lnTo>
                  <a:pt x="6231" y="918197"/>
                </a:lnTo>
                <a:lnTo>
                  <a:pt x="0" y="871854"/>
                </a:lnTo>
                <a:lnTo>
                  <a:pt x="0" y="174370"/>
                </a:lnTo>
                <a:close/>
              </a:path>
            </a:pathLst>
          </a:custGeom>
          <a:ln w="28575">
            <a:solidFill>
              <a:srgbClr val="00AEB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816477" y="4502861"/>
            <a:ext cx="113982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00AEB9"/>
                </a:solidFill>
                <a:latin typeface="Malgun Gothic"/>
                <a:cs typeface="Malgun Gothic"/>
              </a:rPr>
              <a:t>REST</a:t>
            </a:r>
            <a:r>
              <a:rPr dirty="0" sz="1600" spc="60" b="1">
                <a:solidFill>
                  <a:srgbClr val="00AEB9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00AEB9"/>
                </a:solidFill>
                <a:latin typeface="Malgun Gothic"/>
                <a:cs typeface="Malgun Gothic"/>
              </a:rPr>
              <a:t>Proxy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903473" y="4838827"/>
            <a:ext cx="1411605" cy="433070"/>
          </a:xfrm>
          <a:custGeom>
            <a:avLst/>
            <a:gdLst/>
            <a:ahLst/>
            <a:cxnLst/>
            <a:rect l="l" t="t" r="r" b="b"/>
            <a:pathLst>
              <a:path w="1411604" h="433070">
                <a:moveTo>
                  <a:pt x="1339214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6"/>
                </a:lnTo>
                <a:lnTo>
                  <a:pt x="0" y="360680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5"/>
                </a:lnTo>
                <a:lnTo>
                  <a:pt x="1339214" y="432815"/>
                </a:lnTo>
                <a:lnTo>
                  <a:pt x="1367256" y="427152"/>
                </a:lnTo>
                <a:lnTo>
                  <a:pt x="1390189" y="411702"/>
                </a:lnTo>
                <a:lnTo>
                  <a:pt x="1405669" y="388774"/>
                </a:lnTo>
                <a:lnTo>
                  <a:pt x="1411351" y="360680"/>
                </a:lnTo>
                <a:lnTo>
                  <a:pt x="1411351" y="72136"/>
                </a:lnTo>
                <a:lnTo>
                  <a:pt x="1405669" y="44041"/>
                </a:lnTo>
                <a:lnTo>
                  <a:pt x="1390189" y="21113"/>
                </a:lnTo>
                <a:lnTo>
                  <a:pt x="1367256" y="5663"/>
                </a:lnTo>
                <a:lnTo>
                  <a:pt x="1339214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318509" y="4915865"/>
            <a:ext cx="58229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Proxy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726182" y="5789421"/>
            <a:ext cx="7434580" cy="1288415"/>
          </a:xfrm>
          <a:custGeom>
            <a:avLst/>
            <a:gdLst/>
            <a:ahLst/>
            <a:cxnLst/>
            <a:rect l="l" t="t" r="r" b="b"/>
            <a:pathLst>
              <a:path w="7434580" h="1288415">
                <a:moveTo>
                  <a:pt x="0" y="214756"/>
                </a:moveTo>
                <a:lnTo>
                  <a:pt x="5671" y="165511"/>
                </a:lnTo>
                <a:lnTo>
                  <a:pt x="21826" y="120307"/>
                </a:lnTo>
                <a:lnTo>
                  <a:pt x="47176" y="80432"/>
                </a:lnTo>
                <a:lnTo>
                  <a:pt x="80432" y="47176"/>
                </a:lnTo>
                <a:lnTo>
                  <a:pt x="120307" y="21826"/>
                </a:lnTo>
                <a:lnTo>
                  <a:pt x="165511" y="5671"/>
                </a:lnTo>
                <a:lnTo>
                  <a:pt x="214756" y="0"/>
                </a:lnTo>
                <a:lnTo>
                  <a:pt x="7219696" y="0"/>
                </a:lnTo>
                <a:lnTo>
                  <a:pt x="7268941" y="5671"/>
                </a:lnTo>
                <a:lnTo>
                  <a:pt x="7314145" y="21826"/>
                </a:lnTo>
                <a:lnTo>
                  <a:pt x="7354020" y="47176"/>
                </a:lnTo>
                <a:lnTo>
                  <a:pt x="7387276" y="80432"/>
                </a:lnTo>
                <a:lnTo>
                  <a:pt x="7412626" y="120307"/>
                </a:lnTo>
                <a:lnTo>
                  <a:pt x="7428781" y="165511"/>
                </a:lnTo>
                <a:lnTo>
                  <a:pt x="7434453" y="214756"/>
                </a:lnTo>
                <a:lnTo>
                  <a:pt x="7434453" y="1073657"/>
                </a:lnTo>
                <a:lnTo>
                  <a:pt x="7428781" y="1122903"/>
                </a:lnTo>
                <a:lnTo>
                  <a:pt x="7412626" y="1168107"/>
                </a:lnTo>
                <a:lnTo>
                  <a:pt x="7387276" y="1207982"/>
                </a:lnTo>
                <a:lnTo>
                  <a:pt x="7354020" y="1241238"/>
                </a:lnTo>
                <a:lnTo>
                  <a:pt x="7314145" y="1266588"/>
                </a:lnTo>
                <a:lnTo>
                  <a:pt x="7268941" y="1282743"/>
                </a:lnTo>
                <a:lnTo>
                  <a:pt x="7219696" y="1288414"/>
                </a:lnTo>
                <a:lnTo>
                  <a:pt x="214756" y="1288414"/>
                </a:lnTo>
                <a:lnTo>
                  <a:pt x="165511" y="1282743"/>
                </a:lnTo>
                <a:lnTo>
                  <a:pt x="120307" y="1266588"/>
                </a:lnTo>
                <a:lnTo>
                  <a:pt x="80432" y="1241238"/>
                </a:lnTo>
                <a:lnTo>
                  <a:pt x="47176" y="1207982"/>
                </a:lnTo>
                <a:lnTo>
                  <a:pt x="21826" y="1168107"/>
                </a:lnTo>
                <a:lnTo>
                  <a:pt x="5671" y="1122903"/>
                </a:lnTo>
                <a:lnTo>
                  <a:pt x="0" y="1073657"/>
                </a:lnTo>
                <a:lnTo>
                  <a:pt x="0" y="214756"/>
                </a:lnTo>
                <a:close/>
              </a:path>
            </a:pathLst>
          </a:custGeom>
          <a:ln w="28575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748654" y="5911722"/>
            <a:ext cx="139065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latin typeface="Malgun Gothic"/>
                <a:cs typeface="Malgun Gothic"/>
              </a:rPr>
              <a:t>Kafka</a:t>
            </a:r>
            <a:r>
              <a:rPr dirty="0" sz="1600" spc="20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Brokers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903473" y="6247510"/>
            <a:ext cx="1636395" cy="680085"/>
          </a:xfrm>
          <a:custGeom>
            <a:avLst/>
            <a:gdLst/>
            <a:ahLst/>
            <a:cxnLst/>
            <a:rect l="l" t="t" r="r" b="b"/>
            <a:pathLst>
              <a:path w="1636395" h="680084">
                <a:moveTo>
                  <a:pt x="1522729" y="0"/>
                </a:moveTo>
                <a:lnTo>
                  <a:pt x="113283" y="0"/>
                </a:lnTo>
                <a:lnTo>
                  <a:pt x="69169" y="8895"/>
                </a:lnTo>
                <a:lnTo>
                  <a:pt x="33162" y="33162"/>
                </a:lnTo>
                <a:lnTo>
                  <a:pt x="8895" y="69169"/>
                </a:lnTo>
                <a:lnTo>
                  <a:pt x="0" y="113284"/>
                </a:lnTo>
                <a:lnTo>
                  <a:pt x="0" y="566292"/>
                </a:lnTo>
                <a:lnTo>
                  <a:pt x="8895" y="610407"/>
                </a:lnTo>
                <a:lnTo>
                  <a:pt x="33162" y="646414"/>
                </a:lnTo>
                <a:lnTo>
                  <a:pt x="69169" y="670681"/>
                </a:lnTo>
                <a:lnTo>
                  <a:pt x="113283" y="679576"/>
                </a:lnTo>
                <a:lnTo>
                  <a:pt x="1522729" y="679576"/>
                </a:lnTo>
                <a:lnTo>
                  <a:pt x="1566844" y="670681"/>
                </a:lnTo>
                <a:lnTo>
                  <a:pt x="1602851" y="646414"/>
                </a:lnTo>
                <a:lnTo>
                  <a:pt x="1627118" y="610407"/>
                </a:lnTo>
                <a:lnTo>
                  <a:pt x="1636014" y="566292"/>
                </a:lnTo>
                <a:lnTo>
                  <a:pt x="1636014" y="113284"/>
                </a:lnTo>
                <a:lnTo>
                  <a:pt x="1627118" y="69169"/>
                </a:lnTo>
                <a:lnTo>
                  <a:pt x="1602851" y="33162"/>
                </a:lnTo>
                <a:lnTo>
                  <a:pt x="1566844" y="8895"/>
                </a:lnTo>
                <a:lnTo>
                  <a:pt x="1522729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170935" y="6324422"/>
            <a:ext cx="1101090" cy="5200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r>
              <a:rPr dirty="0" sz="1600" spc="6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Rebalancer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247515" y="7427976"/>
            <a:ext cx="4392295" cy="1288415"/>
          </a:xfrm>
          <a:custGeom>
            <a:avLst/>
            <a:gdLst/>
            <a:ahLst/>
            <a:cxnLst/>
            <a:rect l="l" t="t" r="r" b="b"/>
            <a:pathLst>
              <a:path w="4392295" h="1288415">
                <a:moveTo>
                  <a:pt x="0" y="214756"/>
                </a:moveTo>
                <a:lnTo>
                  <a:pt x="5671" y="165511"/>
                </a:lnTo>
                <a:lnTo>
                  <a:pt x="21826" y="120307"/>
                </a:lnTo>
                <a:lnTo>
                  <a:pt x="47176" y="80432"/>
                </a:lnTo>
                <a:lnTo>
                  <a:pt x="80432" y="47176"/>
                </a:lnTo>
                <a:lnTo>
                  <a:pt x="120307" y="21826"/>
                </a:lnTo>
                <a:lnTo>
                  <a:pt x="165511" y="5671"/>
                </a:lnTo>
                <a:lnTo>
                  <a:pt x="214757" y="0"/>
                </a:lnTo>
                <a:lnTo>
                  <a:pt x="4177157" y="0"/>
                </a:lnTo>
                <a:lnTo>
                  <a:pt x="4226355" y="5671"/>
                </a:lnTo>
                <a:lnTo>
                  <a:pt x="4271525" y="21826"/>
                </a:lnTo>
                <a:lnTo>
                  <a:pt x="4311377" y="47176"/>
                </a:lnTo>
                <a:lnTo>
                  <a:pt x="4344620" y="80432"/>
                </a:lnTo>
                <a:lnTo>
                  <a:pt x="4369963" y="120307"/>
                </a:lnTo>
                <a:lnTo>
                  <a:pt x="4386116" y="165511"/>
                </a:lnTo>
                <a:lnTo>
                  <a:pt x="4391787" y="214756"/>
                </a:lnTo>
                <a:lnTo>
                  <a:pt x="4391787" y="1073658"/>
                </a:lnTo>
                <a:lnTo>
                  <a:pt x="4386116" y="1122903"/>
                </a:lnTo>
                <a:lnTo>
                  <a:pt x="4369963" y="1168107"/>
                </a:lnTo>
                <a:lnTo>
                  <a:pt x="4344620" y="1207982"/>
                </a:lnTo>
                <a:lnTo>
                  <a:pt x="4311377" y="1241238"/>
                </a:lnTo>
                <a:lnTo>
                  <a:pt x="4271525" y="1266588"/>
                </a:lnTo>
                <a:lnTo>
                  <a:pt x="4226355" y="1282743"/>
                </a:lnTo>
                <a:lnTo>
                  <a:pt x="4177157" y="1288415"/>
                </a:lnTo>
                <a:lnTo>
                  <a:pt x="214757" y="1288415"/>
                </a:lnTo>
                <a:lnTo>
                  <a:pt x="165511" y="1282743"/>
                </a:lnTo>
                <a:lnTo>
                  <a:pt x="120307" y="1266588"/>
                </a:lnTo>
                <a:lnTo>
                  <a:pt x="80432" y="1241238"/>
                </a:lnTo>
                <a:lnTo>
                  <a:pt x="47176" y="1207982"/>
                </a:lnTo>
                <a:lnTo>
                  <a:pt x="21826" y="1168107"/>
                </a:lnTo>
                <a:lnTo>
                  <a:pt x="5671" y="1122903"/>
                </a:lnTo>
                <a:lnTo>
                  <a:pt x="0" y="1073658"/>
                </a:lnTo>
                <a:lnTo>
                  <a:pt x="0" y="214756"/>
                </a:lnTo>
                <a:close/>
              </a:path>
            </a:pathLst>
          </a:custGeom>
          <a:ln w="28575">
            <a:solidFill>
              <a:srgbClr val="1733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5588253" y="7550657"/>
            <a:ext cx="171259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Controller</a:t>
            </a:r>
            <a:r>
              <a:rPr dirty="0" sz="1600" spc="1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Nodes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327271" y="7886318"/>
            <a:ext cx="1308735" cy="680085"/>
          </a:xfrm>
          <a:custGeom>
            <a:avLst/>
            <a:gdLst/>
            <a:ahLst/>
            <a:cxnLst/>
            <a:rect l="l" t="t" r="r" b="b"/>
            <a:pathLst>
              <a:path w="1308735" h="680084">
                <a:moveTo>
                  <a:pt x="1195196" y="0"/>
                </a:moveTo>
                <a:lnTo>
                  <a:pt x="113283" y="0"/>
                </a:lnTo>
                <a:lnTo>
                  <a:pt x="69169" y="8895"/>
                </a:lnTo>
                <a:lnTo>
                  <a:pt x="33162" y="33162"/>
                </a:lnTo>
                <a:lnTo>
                  <a:pt x="8895" y="69169"/>
                </a:lnTo>
                <a:lnTo>
                  <a:pt x="0" y="113283"/>
                </a:lnTo>
                <a:lnTo>
                  <a:pt x="0" y="566292"/>
                </a:lnTo>
                <a:lnTo>
                  <a:pt x="8895" y="610407"/>
                </a:lnTo>
                <a:lnTo>
                  <a:pt x="33162" y="646414"/>
                </a:lnTo>
                <a:lnTo>
                  <a:pt x="69169" y="670681"/>
                </a:lnTo>
                <a:lnTo>
                  <a:pt x="113283" y="679576"/>
                </a:lnTo>
                <a:lnTo>
                  <a:pt x="1195196" y="679576"/>
                </a:lnTo>
                <a:lnTo>
                  <a:pt x="1239238" y="670681"/>
                </a:lnTo>
                <a:lnTo>
                  <a:pt x="1275206" y="646414"/>
                </a:lnTo>
                <a:lnTo>
                  <a:pt x="1299460" y="610407"/>
                </a:lnTo>
                <a:lnTo>
                  <a:pt x="1308353" y="566292"/>
                </a:lnTo>
                <a:lnTo>
                  <a:pt x="1308353" y="113283"/>
                </a:lnTo>
                <a:lnTo>
                  <a:pt x="1299460" y="69169"/>
                </a:lnTo>
                <a:lnTo>
                  <a:pt x="1275207" y="33162"/>
                </a:lnTo>
                <a:lnTo>
                  <a:pt x="1239238" y="8895"/>
                </a:lnTo>
                <a:lnTo>
                  <a:pt x="1195196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545584" y="8104758"/>
            <a:ext cx="8718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Malgun Gothic"/>
                <a:cs typeface="Malgun Gothic"/>
              </a:rPr>
              <a:t>Controller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5789040" y="7886318"/>
            <a:ext cx="1308735" cy="680085"/>
          </a:xfrm>
          <a:custGeom>
            <a:avLst/>
            <a:gdLst/>
            <a:ahLst/>
            <a:cxnLst/>
            <a:rect l="l" t="t" r="r" b="b"/>
            <a:pathLst>
              <a:path w="1308734" h="680084">
                <a:moveTo>
                  <a:pt x="1195069" y="0"/>
                </a:moveTo>
                <a:lnTo>
                  <a:pt x="113157" y="0"/>
                </a:lnTo>
                <a:lnTo>
                  <a:pt x="69115" y="8895"/>
                </a:lnTo>
                <a:lnTo>
                  <a:pt x="33147" y="33162"/>
                </a:lnTo>
                <a:lnTo>
                  <a:pt x="8893" y="69169"/>
                </a:lnTo>
                <a:lnTo>
                  <a:pt x="0" y="113283"/>
                </a:lnTo>
                <a:lnTo>
                  <a:pt x="0" y="566292"/>
                </a:lnTo>
                <a:lnTo>
                  <a:pt x="8893" y="610407"/>
                </a:lnTo>
                <a:lnTo>
                  <a:pt x="33146" y="646414"/>
                </a:lnTo>
                <a:lnTo>
                  <a:pt x="69115" y="670681"/>
                </a:lnTo>
                <a:lnTo>
                  <a:pt x="113157" y="679576"/>
                </a:lnTo>
                <a:lnTo>
                  <a:pt x="1195069" y="679576"/>
                </a:lnTo>
                <a:lnTo>
                  <a:pt x="1239184" y="670681"/>
                </a:lnTo>
                <a:lnTo>
                  <a:pt x="1275191" y="646414"/>
                </a:lnTo>
                <a:lnTo>
                  <a:pt x="1299458" y="610407"/>
                </a:lnTo>
                <a:lnTo>
                  <a:pt x="1308354" y="566292"/>
                </a:lnTo>
                <a:lnTo>
                  <a:pt x="1308354" y="113283"/>
                </a:lnTo>
                <a:lnTo>
                  <a:pt x="1299458" y="69169"/>
                </a:lnTo>
                <a:lnTo>
                  <a:pt x="1275191" y="33162"/>
                </a:lnTo>
                <a:lnTo>
                  <a:pt x="1239184" y="8895"/>
                </a:lnTo>
                <a:lnTo>
                  <a:pt x="1195069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007353" y="8104758"/>
            <a:ext cx="8718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Malgun Gothic"/>
                <a:cs typeface="Malgun Gothic"/>
              </a:rPr>
              <a:t>Controller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250683" y="7886318"/>
            <a:ext cx="1308735" cy="680085"/>
          </a:xfrm>
          <a:custGeom>
            <a:avLst/>
            <a:gdLst/>
            <a:ahLst/>
            <a:cxnLst/>
            <a:rect l="l" t="t" r="r" b="b"/>
            <a:pathLst>
              <a:path w="1308734" h="680084">
                <a:moveTo>
                  <a:pt x="1195197" y="0"/>
                </a:moveTo>
                <a:lnTo>
                  <a:pt x="113284" y="0"/>
                </a:lnTo>
                <a:lnTo>
                  <a:pt x="69169" y="8895"/>
                </a:lnTo>
                <a:lnTo>
                  <a:pt x="33162" y="33162"/>
                </a:lnTo>
                <a:lnTo>
                  <a:pt x="8895" y="69169"/>
                </a:lnTo>
                <a:lnTo>
                  <a:pt x="0" y="113283"/>
                </a:lnTo>
                <a:lnTo>
                  <a:pt x="0" y="566292"/>
                </a:lnTo>
                <a:lnTo>
                  <a:pt x="8895" y="610407"/>
                </a:lnTo>
                <a:lnTo>
                  <a:pt x="33162" y="646414"/>
                </a:lnTo>
                <a:lnTo>
                  <a:pt x="69169" y="670681"/>
                </a:lnTo>
                <a:lnTo>
                  <a:pt x="113284" y="679576"/>
                </a:lnTo>
                <a:lnTo>
                  <a:pt x="1195197" y="679576"/>
                </a:lnTo>
                <a:lnTo>
                  <a:pt x="1239238" y="670681"/>
                </a:lnTo>
                <a:lnTo>
                  <a:pt x="1275207" y="646414"/>
                </a:lnTo>
                <a:lnTo>
                  <a:pt x="1299460" y="610407"/>
                </a:lnTo>
                <a:lnTo>
                  <a:pt x="1308354" y="566292"/>
                </a:lnTo>
                <a:lnTo>
                  <a:pt x="1308354" y="113283"/>
                </a:lnTo>
                <a:lnTo>
                  <a:pt x="1299460" y="69169"/>
                </a:lnTo>
                <a:lnTo>
                  <a:pt x="1275207" y="33162"/>
                </a:lnTo>
                <a:lnTo>
                  <a:pt x="1239238" y="8895"/>
                </a:lnTo>
                <a:lnTo>
                  <a:pt x="1195197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469251" y="8104758"/>
            <a:ext cx="8718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Malgun Gothic"/>
                <a:cs typeface="Malgun Gothic"/>
              </a:rPr>
              <a:t>Controller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4467097" y="4838827"/>
            <a:ext cx="1411605" cy="433070"/>
          </a:xfrm>
          <a:custGeom>
            <a:avLst/>
            <a:gdLst/>
            <a:ahLst/>
            <a:cxnLst/>
            <a:rect l="l" t="t" r="r" b="b"/>
            <a:pathLst>
              <a:path w="1411604" h="433070">
                <a:moveTo>
                  <a:pt x="1339214" y="0"/>
                </a:moveTo>
                <a:lnTo>
                  <a:pt x="72136" y="0"/>
                </a:lnTo>
                <a:lnTo>
                  <a:pt x="44094" y="5663"/>
                </a:lnTo>
                <a:lnTo>
                  <a:pt x="21161" y="21113"/>
                </a:lnTo>
                <a:lnTo>
                  <a:pt x="5681" y="44041"/>
                </a:lnTo>
                <a:lnTo>
                  <a:pt x="0" y="72136"/>
                </a:lnTo>
                <a:lnTo>
                  <a:pt x="0" y="360680"/>
                </a:lnTo>
                <a:lnTo>
                  <a:pt x="5681" y="388774"/>
                </a:lnTo>
                <a:lnTo>
                  <a:pt x="21161" y="411702"/>
                </a:lnTo>
                <a:lnTo>
                  <a:pt x="44094" y="427152"/>
                </a:lnTo>
                <a:lnTo>
                  <a:pt x="72136" y="432815"/>
                </a:lnTo>
                <a:lnTo>
                  <a:pt x="1339214" y="432815"/>
                </a:lnTo>
                <a:lnTo>
                  <a:pt x="1367309" y="427152"/>
                </a:lnTo>
                <a:lnTo>
                  <a:pt x="1390237" y="411702"/>
                </a:lnTo>
                <a:lnTo>
                  <a:pt x="1405687" y="388774"/>
                </a:lnTo>
                <a:lnTo>
                  <a:pt x="1411351" y="360680"/>
                </a:lnTo>
                <a:lnTo>
                  <a:pt x="1411351" y="72136"/>
                </a:lnTo>
                <a:lnTo>
                  <a:pt x="1405687" y="44041"/>
                </a:lnTo>
                <a:lnTo>
                  <a:pt x="1390237" y="21113"/>
                </a:lnTo>
                <a:lnTo>
                  <a:pt x="1367309" y="5663"/>
                </a:lnTo>
                <a:lnTo>
                  <a:pt x="1339214" y="0"/>
                </a:lnTo>
                <a:close/>
              </a:path>
            </a:pathLst>
          </a:custGeom>
          <a:solidFill>
            <a:srgbClr val="00AEB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4882388" y="4915865"/>
            <a:ext cx="58229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Proxy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716398" y="6247510"/>
            <a:ext cx="1636395" cy="680085"/>
          </a:xfrm>
          <a:custGeom>
            <a:avLst/>
            <a:gdLst/>
            <a:ahLst/>
            <a:cxnLst/>
            <a:rect l="l" t="t" r="r" b="b"/>
            <a:pathLst>
              <a:path w="1636395" h="680084">
                <a:moveTo>
                  <a:pt x="1522729" y="0"/>
                </a:moveTo>
                <a:lnTo>
                  <a:pt x="113284" y="0"/>
                </a:lnTo>
                <a:lnTo>
                  <a:pt x="69169" y="8895"/>
                </a:lnTo>
                <a:lnTo>
                  <a:pt x="33162" y="33162"/>
                </a:lnTo>
                <a:lnTo>
                  <a:pt x="8895" y="69169"/>
                </a:lnTo>
                <a:lnTo>
                  <a:pt x="0" y="113284"/>
                </a:lnTo>
                <a:lnTo>
                  <a:pt x="0" y="566292"/>
                </a:lnTo>
                <a:lnTo>
                  <a:pt x="8895" y="610407"/>
                </a:lnTo>
                <a:lnTo>
                  <a:pt x="33162" y="646414"/>
                </a:lnTo>
                <a:lnTo>
                  <a:pt x="69169" y="670681"/>
                </a:lnTo>
                <a:lnTo>
                  <a:pt x="113284" y="679576"/>
                </a:lnTo>
                <a:lnTo>
                  <a:pt x="1522729" y="679576"/>
                </a:lnTo>
                <a:lnTo>
                  <a:pt x="1566844" y="670681"/>
                </a:lnTo>
                <a:lnTo>
                  <a:pt x="1602851" y="646414"/>
                </a:lnTo>
                <a:lnTo>
                  <a:pt x="1627118" y="610407"/>
                </a:lnTo>
                <a:lnTo>
                  <a:pt x="1636014" y="566292"/>
                </a:lnTo>
                <a:lnTo>
                  <a:pt x="1636014" y="113284"/>
                </a:lnTo>
                <a:lnTo>
                  <a:pt x="1627118" y="69169"/>
                </a:lnTo>
                <a:lnTo>
                  <a:pt x="1602851" y="33162"/>
                </a:lnTo>
                <a:lnTo>
                  <a:pt x="1566844" y="8895"/>
                </a:lnTo>
                <a:lnTo>
                  <a:pt x="1522729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4983860" y="6324422"/>
            <a:ext cx="1101090" cy="5200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r>
              <a:rPr dirty="0" sz="1600" spc="6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Rebalancer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6545326" y="6247510"/>
            <a:ext cx="1636395" cy="680085"/>
          </a:xfrm>
          <a:custGeom>
            <a:avLst/>
            <a:gdLst/>
            <a:ahLst/>
            <a:cxnLst/>
            <a:rect l="l" t="t" r="r" b="b"/>
            <a:pathLst>
              <a:path w="1636395" h="680084">
                <a:moveTo>
                  <a:pt x="1522729" y="0"/>
                </a:moveTo>
                <a:lnTo>
                  <a:pt x="113283" y="0"/>
                </a:lnTo>
                <a:lnTo>
                  <a:pt x="69169" y="8895"/>
                </a:lnTo>
                <a:lnTo>
                  <a:pt x="33162" y="33162"/>
                </a:lnTo>
                <a:lnTo>
                  <a:pt x="8895" y="69169"/>
                </a:lnTo>
                <a:lnTo>
                  <a:pt x="0" y="113284"/>
                </a:lnTo>
                <a:lnTo>
                  <a:pt x="0" y="566292"/>
                </a:lnTo>
                <a:lnTo>
                  <a:pt x="8895" y="610407"/>
                </a:lnTo>
                <a:lnTo>
                  <a:pt x="33162" y="646414"/>
                </a:lnTo>
                <a:lnTo>
                  <a:pt x="69169" y="670681"/>
                </a:lnTo>
                <a:lnTo>
                  <a:pt x="113283" y="679576"/>
                </a:lnTo>
                <a:lnTo>
                  <a:pt x="1522729" y="679576"/>
                </a:lnTo>
                <a:lnTo>
                  <a:pt x="1566844" y="670681"/>
                </a:lnTo>
                <a:lnTo>
                  <a:pt x="1602851" y="646414"/>
                </a:lnTo>
                <a:lnTo>
                  <a:pt x="1627118" y="610407"/>
                </a:lnTo>
                <a:lnTo>
                  <a:pt x="1636014" y="566292"/>
                </a:lnTo>
                <a:lnTo>
                  <a:pt x="1636014" y="113284"/>
                </a:lnTo>
                <a:lnTo>
                  <a:pt x="1627118" y="69169"/>
                </a:lnTo>
                <a:lnTo>
                  <a:pt x="1602851" y="33162"/>
                </a:lnTo>
                <a:lnTo>
                  <a:pt x="1566844" y="8895"/>
                </a:lnTo>
                <a:lnTo>
                  <a:pt x="1522729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813042" y="6324422"/>
            <a:ext cx="1101090" cy="5200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r>
              <a:rPr dirty="0" sz="1600" spc="6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Rebalancer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8358123" y="6247510"/>
            <a:ext cx="1636395" cy="680085"/>
          </a:xfrm>
          <a:custGeom>
            <a:avLst/>
            <a:gdLst/>
            <a:ahLst/>
            <a:cxnLst/>
            <a:rect l="l" t="t" r="r" b="b"/>
            <a:pathLst>
              <a:path w="1636395" h="680084">
                <a:moveTo>
                  <a:pt x="1522856" y="0"/>
                </a:moveTo>
                <a:lnTo>
                  <a:pt x="113283" y="0"/>
                </a:lnTo>
                <a:lnTo>
                  <a:pt x="69222" y="8895"/>
                </a:lnTo>
                <a:lnTo>
                  <a:pt x="33210" y="33162"/>
                </a:lnTo>
                <a:lnTo>
                  <a:pt x="8913" y="69169"/>
                </a:lnTo>
                <a:lnTo>
                  <a:pt x="0" y="113284"/>
                </a:lnTo>
                <a:lnTo>
                  <a:pt x="0" y="566292"/>
                </a:lnTo>
                <a:lnTo>
                  <a:pt x="8913" y="610407"/>
                </a:lnTo>
                <a:lnTo>
                  <a:pt x="33210" y="646414"/>
                </a:lnTo>
                <a:lnTo>
                  <a:pt x="69222" y="670681"/>
                </a:lnTo>
                <a:lnTo>
                  <a:pt x="113283" y="679576"/>
                </a:lnTo>
                <a:lnTo>
                  <a:pt x="1522856" y="679576"/>
                </a:lnTo>
                <a:lnTo>
                  <a:pt x="1566918" y="670681"/>
                </a:lnTo>
                <a:lnTo>
                  <a:pt x="1602930" y="646414"/>
                </a:lnTo>
                <a:lnTo>
                  <a:pt x="1627227" y="610407"/>
                </a:lnTo>
                <a:lnTo>
                  <a:pt x="1636141" y="566292"/>
                </a:lnTo>
                <a:lnTo>
                  <a:pt x="1636141" y="113284"/>
                </a:lnTo>
                <a:lnTo>
                  <a:pt x="1627227" y="69169"/>
                </a:lnTo>
                <a:lnTo>
                  <a:pt x="1602930" y="33162"/>
                </a:lnTo>
                <a:lnTo>
                  <a:pt x="1566918" y="8895"/>
                </a:lnTo>
                <a:lnTo>
                  <a:pt x="1522856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8625967" y="6324422"/>
            <a:ext cx="1101090" cy="5200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r>
              <a:rPr dirty="0" sz="1600" spc="6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Rebalancer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834441" y="2579433"/>
            <a:ext cx="3347085" cy="1075055"/>
            <a:chOff x="6834441" y="2579433"/>
            <a:chExt cx="3347085" cy="1075055"/>
          </a:xfrm>
        </p:grpSpPr>
        <p:sp>
          <p:nvSpPr>
            <p:cNvPr id="33" name="object 33" descr=""/>
            <p:cNvSpPr/>
            <p:nvPr/>
          </p:nvSpPr>
          <p:spPr>
            <a:xfrm>
              <a:off x="6848729" y="2593720"/>
              <a:ext cx="3318510" cy="1046480"/>
            </a:xfrm>
            <a:custGeom>
              <a:avLst/>
              <a:gdLst/>
              <a:ahLst/>
              <a:cxnLst/>
              <a:rect l="l" t="t" r="r" b="b"/>
              <a:pathLst>
                <a:path w="3318509" h="1046479">
                  <a:moveTo>
                    <a:pt x="0" y="174371"/>
                  </a:moveTo>
                  <a:lnTo>
                    <a:pt x="6231" y="128028"/>
                  </a:lnTo>
                  <a:lnTo>
                    <a:pt x="23814" y="86378"/>
                  </a:lnTo>
                  <a:lnTo>
                    <a:pt x="51085" y="51085"/>
                  </a:lnTo>
                  <a:lnTo>
                    <a:pt x="86378" y="23814"/>
                  </a:lnTo>
                  <a:lnTo>
                    <a:pt x="128028" y="6231"/>
                  </a:lnTo>
                  <a:lnTo>
                    <a:pt x="174371" y="0"/>
                  </a:lnTo>
                  <a:lnTo>
                    <a:pt x="3144012" y="0"/>
                  </a:lnTo>
                  <a:lnTo>
                    <a:pt x="3190398" y="6231"/>
                  </a:lnTo>
                  <a:lnTo>
                    <a:pt x="3232060" y="23814"/>
                  </a:lnTo>
                  <a:lnTo>
                    <a:pt x="3267344" y="51085"/>
                  </a:lnTo>
                  <a:lnTo>
                    <a:pt x="3294596" y="86378"/>
                  </a:lnTo>
                  <a:lnTo>
                    <a:pt x="3312160" y="128028"/>
                  </a:lnTo>
                  <a:lnTo>
                    <a:pt x="3318382" y="174371"/>
                  </a:lnTo>
                  <a:lnTo>
                    <a:pt x="3318382" y="871854"/>
                  </a:lnTo>
                  <a:lnTo>
                    <a:pt x="3312160" y="918197"/>
                  </a:lnTo>
                  <a:lnTo>
                    <a:pt x="3294596" y="959847"/>
                  </a:lnTo>
                  <a:lnTo>
                    <a:pt x="3267344" y="995140"/>
                  </a:lnTo>
                  <a:lnTo>
                    <a:pt x="3232060" y="1022411"/>
                  </a:lnTo>
                  <a:lnTo>
                    <a:pt x="3190398" y="1039994"/>
                  </a:lnTo>
                  <a:lnTo>
                    <a:pt x="3144012" y="1046226"/>
                  </a:lnTo>
                  <a:lnTo>
                    <a:pt x="174371" y="1046226"/>
                  </a:lnTo>
                  <a:lnTo>
                    <a:pt x="128028" y="1039994"/>
                  </a:lnTo>
                  <a:lnTo>
                    <a:pt x="86378" y="1022411"/>
                  </a:lnTo>
                  <a:lnTo>
                    <a:pt x="51085" y="995140"/>
                  </a:lnTo>
                  <a:lnTo>
                    <a:pt x="23814" y="959847"/>
                  </a:lnTo>
                  <a:lnTo>
                    <a:pt x="6231" y="918197"/>
                  </a:lnTo>
                  <a:lnTo>
                    <a:pt x="0" y="871854"/>
                  </a:lnTo>
                  <a:lnTo>
                    <a:pt x="0" y="174371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026021" y="3039363"/>
              <a:ext cx="2974975" cy="433070"/>
            </a:xfrm>
            <a:custGeom>
              <a:avLst/>
              <a:gdLst/>
              <a:ahLst/>
              <a:cxnLst/>
              <a:rect l="l" t="t" r="r" b="b"/>
              <a:pathLst>
                <a:path w="2974975" h="433070">
                  <a:moveTo>
                    <a:pt x="1411224" y="72136"/>
                  </a:moveTo>
                  <a:lnTo>
                    <a:pt x="1405559" y="44107"/>
                  </a:lnTo>
                  <a:lnTo>
                    <a:pt x="1390103" y="21170"/>
                  </a:lnTo>
                  <a:lnTo>
                    <a:pt x="1367180" y="5689"/>
                  </a:lnTo>
                  <a:lnTo>
                    <a:pt x="1339088" y="0"/>
                  </a:lnTo>
                  <a:lnTo>
                    <a:pt x="72136" y="0"/>
                  </a:lnTo>
                  <a:lnTo>
                    <a:pt x="44030" y="5689"/>
                  </a:lnTo>
                  <a:lnTo>
                    <a:pt x="21107" y="21170"/>
                  </a:lnTo>
                  <a:lnTo>
                    <a:pt x="5651" y="44107"/>
                  </a:lnTo>
                  <a:lnTo>
                    <a:pt x="0" y="72136"/>
                  </a:lnTo>
                  <a:lnTo>
                    <a:pt x="0" y="360807"/>
                  </a:lnTo>
                  <a:lnTo>
                    <a:pt x="5651" y="388912"/>
                  </a:lnTo>
                  <a:lnTo>
                    <a:pt x="21107" y="411835"/>
                  </a:lnTo>
                  <a:lnTo>
                    <a:pt x="44030" y="427291"/>
                  </a:lnTo>
                  <a:lnTo>
                    <a:pt x="72136" y="432943"/>
                  </a:lnTo>
                  <a:lnTo>
                    <a:pt x="1339088" y="432943"/>
                  </a:lnTo>
                  <a:lnTo>
                    <a:pt x="1367180" y="427291"/>
                  </a:lnTo>
                  <a:lnTo>
                    <a:pt x="1390103" y="411835"/>
                  </a:lnTo>
                  <a:lnTo>
                    <a:pt x="1405559" y="388912"/>
                  </a:lnTo>
                  <a:lnTo>
                    <a:pt x="1411224" y="360807"/>
                  </a:lnTo>
                  <a:lnTo>
                    <a:pt x="1411224" y="72136"/>
                  </a:lnTo>
                  <a:close/>
                </a:path>
                <a:path w="2974975" h="433070">
                  <a:moveTo>
                    <a:pt x="2974975" y="72136"/>
                  </a:moveTo>
                  <a:lnTo>
                    <a:pt x="2969285" y="44107"/>
                  </a:lnTo>
                  <a:lnTo>
                    <a:pt x="2953804" y="21170"/>
                  </a:lnTo>
                  <a:lnTo>
                    <a:pt x="2930868" y="5689"/>
                  </a:lnTo>
                  <a:lnTo>
                    <a:pt x="2902839" y="0"/>
                  </a:lnTo>
                  <a:lnTo>
                    <a:pt x="1635760" y="0"/>
                  </a:lnTo>
                  <a:lnTo>
                    <a:pt x="1607654" y="5689"/>
                  </a:lnTo>
                  <a:lnTo>
                    <a:pt x="1584731" y="21170"/>
                  </a:lnTo>
                  <a:lnTo>
                    <a:pt x="1569275" y="44107"/>
                  </a:lnTo>
                  <a:lnTo>
                    <a:pt x="1563624" y="72136"/>
                  </a:lnTo>
                  <a:lnTo>
                    <a:pt x="1563624" y="360807"/>
                  </a:lnTo>
                  <a:lnTo>
                    <a:pt x="1569275" y="388912"/>
                  </a:lnTo>
                  <a:lnTo>
                    <a:pt x="1584731" y="411835"/>
                  </a:lnTo>
                  <a:lnTo>
                    <a:pt x="1607654" y="427291"/>
                  </a:lnTo>
                  <a:lnTo>
                    <a:pt x="1635760" y="432943"/>
                  </a:lnTo>
                  <a:lnTo>
                    <a:pt x="2902839" y="432943"/>
                  </a:lnTo>
                  <a:lnTo>
                    <a:pt x="2930868" y="427291"/>
                  </a:lnTo>
                  <a:lnTo>
                    <a:pt x="2953804" y="411835"/>
                  </a:lnTo>
                  <a:lnTo>
                    <a:pt x="2969285" y="388912"/>
                  </a:lnTo>
                  <a:lnTo>
                    <a:pt x="2974975" y="360807"/>
                  </a:lnTo>
                  <a:lnTo>
                    <a:pt x="2974975" y="72136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392669" y="2703703"/>
            <a:ext cx="2334260" cy="6858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0074A1"/>
                </a:solidFill>
                <a:latin typeface="Malgun Gothic"/>
                <a:cs typeface="Malgun Gothic"/>
              </a:rPr>
              <a:t>Schema</a:t>
            </a:r>
            <a:r>
              <a:rPr dirty="0" sz="1600" spc="60" b="1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0074A1"/>
                </a:solidFill>
                <a:latin typeface="Malgun Gothic"/>
                <a:cs typeface="Malgun Gothic"/>
              </a:rPr>
              <a:t>Registry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  <a:tabLst>
                <a:tab pos="1485900" algn="l"/>
              </a:tabLst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Leader</a:t>
            </a: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Follower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0787316" y="7661211"/>
            <a:ext cx="2806700" cy="777875"/>
            <a:chOff x="10787316" y="7661211"/>
            <a:chExt cx="2806700" cy="777875"/>
          </a:xfrm>
        </p:grpSpPr>
        <p:sp>
          <p:nvSpPr>
            <p:cNvPr id="37" name="object 37" descr=""/>
            <p:cNvSpPr/>
            <p:nvPr/>
          </p:nvSpPr>
          <p:spPr>
            <a:xfrm>
              <a:off x="10801604" y="7675498"/>
              <a:ext cx="2778125" cy="749300"/>
            </a:xfrm>
            <a:custGeom>
              <a:avLst/>
              <a:gdLst/>
              <a:ahLst/>
              <a:cxnLst/>
              <a:rect l="l" t="t" r="r" b="b"/>
              <a:pathLst>
                <a:path w="2778125" h="749300">
                  <a:moveTo>
                    <a:pt x="2652903" y="0"/>
                  </a:moveTo>
                  <a:lnTo>
                    <a:pt x="124841" y="0"/>
                  </a:lnTo>
                  <a:lnTo>
                    <a:pt x="76241" y="9828"/>
                  </a:lnTo>
                  <a:lnTo>
                    <a:pt x="36560" y="36623"/>
                  </a:lnTo>
                  <a:lnTo>
                    <a:pt x="9808" y="76348"/>
                  </a:lnTo>
                  <a:lnTo>
                    <a:pt x="0" y="124968"/>
                  </a:lnTo>
                  <a:lnTo>
                    <a:pt x="0" y="624458"/>
                  </a:lnTo>
                  <a:lnTo>
                    <a:pt x="9808" y="673058"/>
                  </a:lnTo>
                  <a:lnTo>
                    <a:pt x="36560" y="712739"/>
                  </a:lnTo>
                  <a:lnTo>
                    <a:pt x="76241" y="739491"/>
                  </a:lnTo>
                  <a:lnTo>
                    <a:pt x="124841" y="749300"/>
                  </a:lnTo>
                  <a:lnTo>
                    <a:pt x="2652903" y="749300"/>
                  </a:lnTo>
                  <a:lnTo>
                    <a:pt x="2701502" y="739491"/>
                  </a:lnTo>
                  <a:lnTo>
                    <a:pt x="2741183" y="712739"/>
                  </a:lnTo>
                  <a:lnTo>
                    <a:pt x="2767935" y="673058"/>
                  </a:lnTo>
                  <a:lnTo>
                    <a:pt x="2777744" y="624458"/>
                  </a:lnTo>
                  <a:lnTo>
                    <a:pt x="2777744" y="124968"/>
                  </a:lnTo>
                  <a:lnTo>
                    <a:pt x="2767935" y="76348"/>
                  </a:lnTo>
                  <a:lnTo>
                    <a:pt x="2741183" y="36623"/>
                  </a:lnTo>
                  <a:lnTo>
                    <a:pt x="2701502" y="9828"/>
                  </a:lnTo>
                  <a:lnTo>
                    <a:pt x="265290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801604" y="7675498"/>
              <a:ext cx="2778125" cy="749300"/>
            </a:xfrm>
            <a:custGeom>
              <a:avLst/>
              <a:gdLst/>
              <a:ahLst/>
              <a:cxnLst/>
              <a:rect l="l" t="t" r="r" b="b"/>
              <a:pathLst>
                <a:path w="2778125" h="749300">
                  <a:moveTo>
                    <a:pt x="0" y="124968"/>
                  </a:moveTo>
                  <a:lnTo>
                    <a:pt x="9808" y="76348"/>
                  </a:lnTo>
                  <a:lnTo>
                    <a:pt x="36560" y="36623"/>
                  </a:lnTo>
                  <a:lnTo>
                    <a:pt x="76241" y="9828"/>
                  </a:lnTo>
                  <a:lnTo>
                    <a:pt x="124841" y="0"/>
                  </a:lnTo>
                  <a:lnTo>
                    <a:pt x="2652903" y="0"/>
                  </a:lnTo>
                  <a:lnTo>
                    <a:pt x="2701502" y="9828"/>
                  </a:lnTo>
                  <a:lnTo>
                    <a:pt x="2741183" y="36623"/>
                  </a:lnTo>
                  <a:lnTo>
                    <a:pt x="2767935" y="76348"/>
                  </a:lnTo>
                  <a:lnTo>
                    <a:pt x="2777744" y="124968"/>
                  </a:lnTo>
                  <a:lnTo>
                    <a:pt x="2777744" y="624458"/>
                  </a:lnTo>
                  <a:lnTo>
                    <a:pt x="2767935" y="673058"/>
                  </a:lnTo>
                  <a:lnTo>
                    <a:pt x="2741183" y="712739"/>
                  </a:lnTo>
                  <a:lnTo>
                    <a:pt x="2701502" y="739491"/>
                  </a:lnTo>
                  <a:lnTo>
                    <a:pt x="2652903" y="749300"/>
                  </a:lnTo>
                  <a:lnTo>
                    <a:pt x="124841" y="749300"/>
                  </a:lnTo>
                  <a:lnTo>
                    <a:pt x="76241" y="739491"/>
                  </a:lnTo>
                  <a:lnTo>
                    <a:pt x="36560" y="712739"/>
                  </a:lnTo>
                  <a:lnTo>
                    <a:pt x="9808" y="673058"/>
                  </a:lnTo>
                  <a:lnTo>
                    <a:pt x="0" y="624458"/>
                  </a:lnTo>
                  <a:lnTo>
                    <a:pt x="0" y="124968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1455400" y="7788020"/>
            <a:ext cx="1471930" cy="51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3840">
              <a:lnSpc>
                <a:spcPct val="101299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Confluent </a:t>
            </a: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Control</a:t>
            </a:r>
            <a:r>
              <a:rPr dirty="0" sz="1600" spc="6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Center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11341100" y="4946396"/>
            <a:ext cx="1762125" cy="1046480"/>
          </a:xfrm>
          <a:custGeom>
            <a:avLst/>
            <a:gdLst/>
            <a:ahLst/>
            <a:cxnLst/>
            <a:rect l="l" t="t" r="r" b="b"/>
            <a:pathLst>
              <a:path w="1762125" h="1046479">
                <a:moveTo>
                  <a:pt x="0" y="174370"/>
                </a:moveTo>
                <a:lnTo>
                  <a:pt x="6221" y="128028"/>
                </a:lnTo>
                <a:lnTo>
                  <a:pt x="23781" y="86378"/>
                </a:lnTo>
                <a:lnTo>
                  <a:pt x="51022" y="51085"/>
                </a:lnTo>
                <a:lnTo>
                  <a:pt x="86284" y="23814"/>
                </a:lnTo>
                <a:lnTo>
                  <a:pt x="127911" y="6231"/>
                </a:lnTo>
                <a:lnTo>
                  <a:pt x="174244" y="0"/>
                </a:lnTo>
                <a:lnTo>
                  <a:pt x="1587373" y="0"/>
                </a:lnTo>
                <a:lnTo>
                  <a:pt x="1633715" y="6231"/>
                </a:lnTo>
                <a:lnTo>
                  <a:pt x="1675365" y="23814"/>
                </a:lnTo>
                <a:lnTo>
                  <a:pt x="1710658" y="51085"/>
                </a:lnTo>
                <a:lnTo>
                  <a:pt x="1737929" y="86378"/>
                </a:lnTo>
                <a:lnTo>
                  <a:pt x="1755512" y="128028"/>
                </a:lnTo>
                <a:lnTo>
                  <a:pt x="1761744" y="174370"/>
                </a:lnTo>
                <a:lnTo>
                  <a:pt x="1761744" y="871854"/>
                </a:lnTo>
                <a:lnTo>
                  <a:pt x="1755512" y="918197"/>
                </a:lnTo>
                <a:lnTo>
                  <a:pt x="1737929" y="959847"/>
                </a:lnTo>
                <a:lnTo>
                  <a:pt x="1710658" y="995140"/>
                </a:lnTo>
                <a:lnTo>
                  <a:pt x="1675365" y="1022411"/>
                </a:lnTo>
                <a:lnTo>
                  <a:pt x="1633715" y="1039994"/>
                </a:lnTo>
                <a:lnTo>
                  <a:pt x="1587373" y="1046226"/>
                </a:lnTo>
                <a:lnTo>
                  <a:pt x="174244" y="1046226"/>
                </a:lnTo>
                <a:lnTo>
                  <a:pt x="127911" y="1039994"/>
                </a:lnTo>
                <a:lnTo>
                  <a:pt x="86284" y="1022411"/>
                </a:lnTo>
                <a:lnTo>
                  <a:pt x="51022" y="995140"/>
                </a:lnTo>
                <a:lnTo>
                  <a:pt x="23781" y="959847"/>
                </a:lnTo>
                <a:lnTo>
                  <a:pt x="6221" y="918197"/>
                </a:lnTo>
                <a:lnTo>
                  <a:pt x="0" y="871854"/>
                </a:lnTo>
                <a:lnTo>
                  <a:pt x="0" y="174370"/>
                </a:lnTo>
                <a:close/>
              </a:path>
            </a:pathLst>
          </a:custGeom>
          <a:ln w="28575">
            <a:solidFill>
              <a:srgbClr val="1733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11651106" y="5056758"/>
            <a:ext cx="114300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Application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1326812" y="6212903"/>
            <a:ext cx="1790700" cy="1075055"/>
            <a:chOff x="11326812" y="6212903"/>
            <a:chExt cx="1790700" cy="1075055"/>
          </a:xfrm>
        </p:grpSpPr>
        <p:sp>
          <p:nvSpPr>
            <p:cNvPr id="43" name="object 43" descr=""/>
            <p:cNvSpPr/>
            <p:nvPr/>
          </p:nvSpPr>
          <p:spPr>
            <a:xfrm>
              <a:off x="11341100" y="6227190"/>
              <a:ext cx="1762125" cy="1046480"/>
            </a:xfrm>
            <a:custGeom>
              <a:avLst/>
              <a:gdLst/>
              <a:ahLst/>
              <a:cxnLst/>
              <a:rect l="l" t="t" r="r" b="b"/>
              <a:pathLst>
                <a:path w="1762125" h="1046479">
                  <a:moveTo>
                    <a:pt x="0" y="174371"/>
                  </a:moveTo>
                  <a:lnTo>
                    <a:pt x="6221" y="128028"/>
                  </a:lnTo>
                  <a:lnTo>
                    <a:pt x="23781" y="86378"/>
                  </a:lnTo>
                  <a:lnTo>
                    <a:pt x="51022" y="51085"/>
                  </a:lnTo>
                  <a:lnTo>
                    <a:pt x="86284" y="23814"/>
                  </a:lnTo>
                  <a:lnTo>
                    <a:pt x="127911" y="6231"/>
                  </a:lnTo>
                  <a:lnTo>
                    <a:pt x="174244" y="0"/>
                  </a:lnTo>
                  <a:lnTo>
                    <a:pt x="1587373" y="0"/>
                  </a:lnTo>
                  <a:lnTo>
                    <a:pt x="1633715" y="6231"/>
                  </a:lnTo>
                  <a:lnTo>
                    <a:pt x="1675365" y="23814"/>
                  </a:lnTo>
                  <a:lnTo>
                    <a:pt x="1710658" y="51085"/>
                  </a:lnTo>
                  <a:lnTo>
                    <a:pt x="1737929" y="86378"/>
                  </a:lnTo>
                  <a:lnTo>
                    <a:pt x="1755512" y="128028"/>
                  </a:lnTo>
                  <a:lnTo>
                    <a:pt x="1761744" y="174371"/>
                  </a:lnTo>
                  <a:lnTo>
                    <a:pt x="1761744" y="871728"/>
                  </a:lnTo>
                  <a:lnTo>
                    <a:pt x="1755512" y="918114"/>
                  </a:lnTo>
                  <a:lnTo>
                    <a:pt x="1737929" y="959776"/>
                  </a:lnTo>
                  <a:lnTo>
                    <a:pt x="1710658" y="995060"/>
                  </a:lnTo>
                  <a:lnTo>
                    <a:pt x="1675365" y="1022312"/>
                  </a:lnTo>
                  <a:lnTo>
                    <a:pt x="1633715" y="1039876"/>
                  </a:lnTo>
                  <a:lnTo>
                    <a:pt x="1587373" y="1046099"/>
                  </a:lnTo>
                  <a:lnTo>
                    <a:pt x="174244" y="1046099"/>
                  </a:lnTo>
                  <a:lnTo>
                    <a:pt x="127911" y="1039876"/>
                  </a:lnTo>
                  <a:lnTo>
                    <a:pt x="86284" y="1022312"/>
                  </a:lnTo>
                  <a:lnTo>
                    <a:pt x="51022" y="995060"/>
                  </a:lnTo>
                  <a:lnTo>
                    <a:pt x="23781" y="959776"/>
                  </a:lnTo>
                  <a:lnTo>
                    <a:pt x="6221" y="918114"/>
                  </a:lnTo>
                  <a:lnTo>
                    <a:pt x="0" y="871728"/>
                  </a:lnTo>
                  <a:lnTo>
                    <a:pt x="0" y="174371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1518264" y="6672833"/>
              <a:ext cx="1411605" cy="433070"/>
            </a:xfrm>
            <a:custGeom>
              <a:avLst/>
              <a:gdLst/>
              <a:ahLst/>
              <a:cxnLst/>
              <a:rect l="l" t="t" r="r" b="b"/>
              <a:pathLst>
                <a:path w="1411604" h="433070">
                  <a:moveTo>
                    <a:pt x="1339214" y="0"/>
                  </a:moveTo>
                  <a:lnTo>
                    <a:pt x="72135" y="0"/>
                  </a:lnTo>
                  <a:lnTo>
                    <a:pt x="44094" y="5663"/>
                  </a:lnTo>
                  <a:lnTo>
                    <a:pt x="21161" y="21113"/>
                  </a:lnTo>
                  <a:lnTo>
                    <a:pt x="5681" y="44041"/>
                  </a:lnTo>
                  <a:lnTo>
                    <a:pt x="0" y="72135"/>
                  </a:lnTo>
                  <a:lnTo>
                    <a:pt x="0" y="360679"/>
                  </a:lnTo>
                  <a:lnTo>
                    <a:pt x="5681" y="388794"/>
                  </a:lnTo>
                  <a:lnTo>
                    <a:pt x="21161" y="411765"/>
                  </a:lnTo>
                  <a:lnTo>
                    <a:pt x="44094" y="427259"/>
                  </a:lnTo>
                  <a:lnTo>
                    <a:pt x="72135" y="432942"/>
                  </a:lnTo>
                  <a:lnTo>
                    <a:pt x="1339214" y="432942"/>
                  </a:lnTo>
                  <a:lnTo>
                    <a:pt x="1367309" y="427259"/>
                  </a:lnTo>
                  <a:lnTo>
                    <a:pt x="1390237" y="411765"/>
                  </a:lnTo>
                  <a:lnTo>
                    <a:pt x="1405687" y="388794"/>
                  </a:lnTo>
                  <a:lnTo>
                    <a:pt x="1411351" y="360679"/>
                  </a:lnTo>
                  <a:lnTo>
                    <a:pt x="1411351" y="72135"/>
                  </a:lnTo>
                  <a:lnTo>
                    <a:pt x="1405687" y="44041"/>
                  </a:lnTo>
                  <a:lnTo>
                    <a:pt x="1390237" y="21113"/>
                  </a:lnTo>
                  <a:lnTo>
                    <a:pt x="1367309" y="5663"/>
                  </a:lnTo>
                  <a:lnTo>
                    <a:pt x="1339214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1582527" y="6337807"/>
            <a:ext cx="1280160" cy="6858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KStreams</a:t>
            </a:r>
            <a:r>
              <a:rPr dirty="0" sz="1600" spc="9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pp</a:t>
            </a:r>
            <a:endParaRPr sz="1600">
              <a:latin typeface="Malgun Gothic"/>
              <a:cs typeface="Malgun Gothic"/>
            </a:endParaRPr>
          </a:p>
          <a:p>
            <a:pPr algn="ctr" marL="4445">
              <a:lnSpc>
                <a:spcPct val="100000"/>
              </a:lnSpc>
              <a:spcBef>
                <a:spcPts val="1330"/>
              </a:spcBef>
            </a:pP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Streams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10955146" y="2455545"/>
            <a:ext cx="3987800" cy="1666239"/>
          </a:xfrm>
          <a:custGeom>
            <a:avLst/>
            <a:gdLst/>
            <a:ahLst/>
            <a:cxnLst/>
            <a:rect l="l" t="t" r="r" b="b"/>
            <a:pathLst>
              <a:path w="3987800" h="1666239">
                <a:moveTo>
                  <a:pt x="0" y="217804"/>
                </a:moveTo>
                <a:lnTo>
                  <a:pt x="5753" y="167871"/>
                </a:lnTo>
                <a:lnTo>
                  <a:pt x="22141" y="122029"/>
                </a:lnTo>
                <a:lnTo>
                  <a:pt x="47856" y="81588"/>
                </a:lnTo>
                <a:lnTo>
                  <a:pt x="81588" y="47856"/>
                </a:lnTo>
                <a:lnTo>
                  <a:pt x="122029" y="22141"/>
                </a:lnTo>
                <a:lnTo>
                  <a:pt x="167871" y="5753"/>
                </a:lnTo>
                <a:lnTo>
                  <a:pt x="217804" y="0"/>
                </a:lnTo>
                <a:lnTo>
                  <a:pt x="3769487" y="0"/>
                </a:lnTo>
                <a:lnTo>
                  <a:pt x="3819420" y="5753"/>
                </a:lnTo>
                <a:lnTo>
                  <a:pt x="3865262" y="22141"/>
                </a:lnTo>
                <a:lnTo>
                  <a:pt x="3905703" y="47856"/>
                </a:lnTo>
                <a:lnTo>
                  <a:pt x="3939435" y="81588"/>
                </a:lnTo>
                <a:lnTo>
                  <a:pt x="3965150" y="122029"/>
                </a:lnTo>
                <a:lnTo>
                  <a:pt x="3981538" y="167871"/>
                </a:lnTo>
                <a:lnTo>
                  <a:pt x="3987291" y="217804"/>
                </a:lnTo>
                <a:lnTo>
                  <a:pt x="3987291" y="1447927"/>
                </a:lnTo>
                <a:lnTo>
                  <a:pt x="3981538" y="1497860"/>
                </a:lnTo>
                <a:lnTo>
                  <a:pt x="3965150" y="1543702"/>
                </a:lnTo>
                <a:lnTo>
                  <a:pt x="3939435" y="1584143"/>
                </a:lnTo>
                <a:lnTo>
                  <a:pt x="3905703" y="1617875"/>
                </a:lnTo>
                <a:lnTo>
                  <a:pt x="3865262" y="1643590"/>
                </a:lnTo>
                <a:lnTo>
                  <a:pt x="3819420" y="1659978"/>
                </a:lnTo>
                <a:lnTo>
                  <a:pt x="3769487" y="1665731"/>
                </a:lnTo>
                <a:lnTo>
                  <a:pt x="217804" y="1665731"/>
                </a:lnTo>
                <a:lnTo>
                  <a:pt x="167871" y="1659978"/>
                </a:lnTo>
                <a:lnTo>
                  <a:pt x="122029" y="1643590"/>
                </a:lnTo>
                <a:lnTo>
                  <a:pt x="81588" y="1617875"/>
                </a:lnTo>
                <a:lnTo>
                  <a:pt x="47856" y="1584143"/>
                </a:lnTo>
                <a:lnTo>
                  <a:pt x="22141" y="1543702"/>
                </a:lnTo>
                <a:lnTo>
                  <a:pt x="5753" y="1497860"/>
                </a:lnTo>
                <a:lnTo>
                  <a:pt x="0" y="1447927"/>
                </a:lnTo>
                <a:lnTo>
                  <a:pt x="0" y="217804"/>
                </a:lnTo>
                <a:close/>
              </a:path>
            </a:pathLst>
          </a:custGeom>
          <a:ln w="28575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12225655" y="2578100"/>
            <a:ext cx="144907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latin typeface="Malgun Gothic"/>
                <a:cs typeface="Malgun Gothic"/>
              </a:rPr>
              <a:t>Kafka</a:t>
            </a:r>
            <a:r>
              <a:rPr dirty="0" sz="1600" spc="20" b="1">
                <a:latin typeface="Malgun Gothic"/>
                <a:cs typeface="Malgun Gothic"/>
              </a:rPr>
              <a:t> </a:t>
            </a:r>
            <a:r>
              <a:rPr dirty="0" sz="1600" spc="-10" b="1">
                <a:latin typeface="Malgun Gothic"/>
                <a:cs typeface="Malgun Gothic"/>
              </a:rPr>
              <a:t>Connect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11276710" y="3051936"/>
            <a:ext cx="1762125" cy="1046480"/>
          </a:xfrm>
          <a:custGeom>
            <a:avLst/>
            <a:gdLst/>
            <a:ahLst/>
            <a:cxnLst/>
            <a:rect l="l" t="t" r="r" b="b"/>
            <a:pathLst>
              <a:path w="1762125" h="1046479">
                <a:moveTo>
                  <a:pt x="1587500" y="0"/>
                </a:moveTo>
                <a:lnTo>
                  <a:pt x="174371" y="0"/>
                </a:lnTo>
                <a:lnTo>
                  <a:pt x="128028" y="6222"/>
                </a:lnTo>
                <a:lnTo>
                  <a:pt x="86378" y="23786"/>
                </a:lnTo>
                <a:lnTo>
                  <a:pt x="51085" y="51038"/>
                </a:lnTo>
                <a:lnTo>
                  <a:pt x="23814" y="86322"/>
                </a:lnTo>
                <a:lnTo>
                  <a:pt x="6231" y="127984"/>
                </a:lnTo>
                <a:lnTo>
                  <a:pt x="0" y="174371"/>
                </a:lnTo>
                <a:lnTo>
                  <a:pt x="0" y="871728"/>
                </a:lnTo>
                <a:lnTo>
                  <a:pt x="6231" y="918070"/>
                </a:lnTo>
                <a:lnTo>
                  <a:pt x="23814" y="959720"/>
                </a:lnTo>
                <a:lnTo>
                  <a:pt x="51085" y="995013"/>
                </a:lnTo>
                <a:lnTo>
                  <a:pt x="86378" y="1022284"/>
                </a:lnTo>
                <a:lnTo>
                  <a:pt x="128028" y="1039867"/>
                </a:lnTo>
                <a:lnTo>
                  <a:pt x="174371" y="1046099"/>
                </a:lnTo>
                <a:lnTo>
                  <a:pt x="1587500" y="1046099"/>
                </a:lnTo>
                <a:lnTo>
                  <a:pt x="1633832" y="1039867"/>
                </a:lnTo>
                <a:lnTo>
                  <a:pt x="1675459" y="1022284"/>
                </a:lnTo>
                <a:lnTo>
                  <a:pt x="1710721" y="995013"/>
                </a:lnTo>
                <a:lnTo>
                  <a:pt x="1737962" y="959720"/>
                </a:lnTo>
                <a:lnTo>
                  <a:pt x="1755522" y="918070"/>
                </a:lnTo>
                <a:lnTo>
                  <a:pt x="1761744" y="871728"/>
                </a:lnTo>
                <a:lnTo>
                  <a:pt x="1761744" y="174371"/>
                </a:lnTo>
                <a:lnTo>
                  <a:pt x="1755522" y="127984"/>
                </a:lnTo>
                <a:lnTo>
                  <a:pt x="1737962" y="86322"/>
                </a:lnTo>
                <a:lnTo>
                  <a:pt x="1710721" y="51038"/>
                </a:lnTo>
                <a:lnTo>
                  <a:pt x="1675459" y="23786"/>
                </a:lnTo>
                <a:lnTo>
                  <a:pt x="1633832" y="6222"/>
                </a:lnTo>
                <a:lnTo>
                  <a:pt x="158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11592814" y="3064255"/>
            <a:ext cx="1130935" cy="1014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-635">
              <a:lnSpc>
                <a:spcPct val="101499"/>
              </a:lnSpc>
              <a:spcBef>
                <a:spcPts val="90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Worker</a:t>
            </a:r>
            <a:r>
              <a:rPr dirty="0" sz="1600" spc="7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Malgun Gothic"/>
                <a:cs typeface="Malgun Gothic"/>
              </a:rPr>
              <a:t>+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Connectors </a:t>
            </a:r>
            <a:r>
              <a:rPr dirty="0" sz="1600" spc="-25" b="1">
                <a:solidFill>
                  <a:srgbClr val="FFFFFF"/>
                </a:solidFill>
                <a:latin typeface="Malgun Gothic"/>
                <a:cs typeface="Malgun Gothic"/>
              </a:rPr>
              <a:t>or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Replicator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4619244" y="2593720"/>
            <a:ext cx="1442085" cy="433070"/>
          </a:xfrm>
          <a:custGeom>
            <a:avLst/>
            <a:gdLst/>
            <a:ahLst/>
            <a:cxnLst/>
            <a:rect l="l" t="t" r="r" b="b"/>
            <a:pathLst>
              <a:path w="1442085" h="433069">
                <a:moveTo>
                  <a:pt x="0" y="72135"/>
                </a:moveTo>
                <a:lnTo>
                  <a:pt x="5663" y="44094"/>
                </a:lnTo>
                <a:lnTo>
                  <a:pt x="21113" y="21161"/>
                </a:lnTo>
                <a:lnTo>
                  <a:pt x="44041" y="5681"/>
                </a:lnTo>
                <a:lnTo>
                  <a:pt x="72135" y="0"/>
                </a:lnTo>
                <a:lnTo>
                  <a:pt x="1369314" y="0"/>
                </a:lnTo>
                <a:lnTo>
                  <a:pt x="1397428" y="5681"/>
                </a:lnTo>
                <a:lnTo>
                  <a:pt x="1420399" y="21161"/>
                </a:lnTo>
                <a:lnTo>
                  <a:pt x="1435893" y="44094"/>
                </a:lnTo>
                <a:lnTo>
                  <a:pt x="1441577" y="72135"/>
                </a:lnTo>
                <a:lnTo>
                  <a:pt x="1441577" y="360806"/>
                </a:lnTo>
                <a:lnTo>
                  <a:pt x="1435893" y="388901"/>
                </a:lnTo>
                <a:lnTo>
                  <a:pt x="1420399" y="411829"/>
                </a:lnTo>
                <a:lnTo>
                  <a:pt x="1397428" y="427279"/>
                </a:lnTo>
                <a:lnTo>
                  <a:pt x="1369314" y="432943"/>
                </a:lnTo>
                <a:lnTo>
                  <a:pt x="72135" y="432943"/>
                </a:lnTo>
                <a:lnTo>
                  <a:pt x="44041" y="427279"/>
                </a:lnTo>
                <a:lnTo>
                  <a:pt x="21113" y="411829"/>
                </a:lnTo>
                <a:lnTo>
                  <a:pt x="5663" y="388901"/>
                </a:lnTo>
                <a:lnTo>
                  <a:pt x="0" y="360806"/>
                </a:lnTo>
                <a:lnTo>
                  <a:pt x="0" y="72135"/>
                </a:lnTo>
                <a:close/>
              </a:path>
            </a:pathLst>
          </a:custGeom>
          <a:ln w="28575">
            <a:solidFill>
              <a:srgbClr val="1733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4833365" y="2695701"/>
            <a:ext cx="101409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73360"/>
                </a:solidFill>
                <a:latin typeface="Malgun Gothic"/>
                <a:cs typeface="Malgun Gothic"/>
              </a:rPr>
              <a:t>Microservice</a:t>
            </a:r>
            <a:endParaRPr sz="1300">
              <a:latin typeface="Malgun Gothic"/>
              <a:cs typeface="Malgun Gothic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13134086" y="3051936"/>
            <a:ext cx="1762125" cy="1046480"/>
          </a:xfrm>
          <a:custGeom>
            <a:avLst/>
            <a:gdLst/>
            <a:ahLst/>
            <a:cxnLst/>
            <a:rect l="l" t="t" r="r" b="b"/>
            <a:pathLst>
              <a:path w="1762125" h="1046479">
                <a:moveTo>
                  <a:pt x="1587500" y="0"/>
                </a:moveTo>
                <a:lnTo>
                  <a:pt x="174371" y="0"/>
                </a:lnTo>
                <a:lnTo>
                  <a:pt x="128028" y="6222"/>
                </a:lnTo>
                <a:lnTo>
                  <a:pt x="86378" y="23786"/>
                </a:lnTo>
                <a:lnTo>
                  <a:pt x="51085" y="51038"/>
                </a:lnTo>
                <a:lnTo>
                  <a:pt x="23814" y="86322"/>
                </a:lnTo>
                <a:lnTo>
                  <a:pt x="6231" y="127984"/>
                </a:lnTo>
                <a:lnTo>
                  <a:pt x="0" y="174371"/>
                </a:lnTo>
                <a:lnTo>
                  <a:pt x="0" y="871728"/>
                </a:lnTo>
                <a:lnTo>
                  <a:pt x="6231" y="918070"/>
                </a:lnTo>
                <a:lnTo>
                  <a:pt x="23814" y="959720"/>
                </a:lnTo>
                <a:lnTo>
                  <a:pt x="51085" y="995013"/>
                </a:lnTo>
                <a:lnTo>
                  <a:pt x="86378" y="1022284"/>
                </a:lnTo>
                <a:lnTo>
                  <a:pt x="128028" y="1039867"/>
                </a:lnTo>
                <a:lnTo>
                  <a:pt x="174371" y="1046099"/>
                </a:lnTo>
                <a:lnTo>
                  <a:pt x="1587500" y="1046099"/>
                </a:lnTo>
                <a:lnTo>
                  <a:pt x="1633832" y="1039867"/>
                </a:lnTo>
                <a:lnTo>
                  <a:pt x="1675459" y="1022284"/>
                </a:lnTo>
                <a:lnTo>
                  <a:pt x="1710721" y="995013"/>
                </a:lnTo>
                <a:lnTo>
                  <a:pt x="1737962" y="959720"/>
                </a:lnTo>
                <a:lnTo>
                  <a:pt x="1755522" y="918070"/>
                </a:lnTo>
                <a:lnTo>
                  <a:pt x="1761744" y="871728"/>
                </a:lnTo>
                <a:lnTo>
                  <a:pt x="1761744" y="174371"/>
                </a:lnTo>
                <a:lnTo>
                  <a:pt x="1755522" y="127984"/>
                </a:lnTo>
                <a:lnTo>
                  <a:pt x="1737962" y="86322"/>
                </a:lnTo>
                <a:lnTo>
                  <a:pt x="1710721" y="51038"/>
                </a:lnTo>
                <a:lnTo>
                  <a:pt x="1675459" y="23786"/>
                </a:lnTo>
                <a:lnTo>
                  <a:pt x="1633832" y="6222"/>
                </a:lnTo>
                <a:lnTo>
                  <a:pt x="1587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3450315" y="3064255"/>
            <a:ext cx="1130935" cy="1014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 indent="-635">
              <a:lnSpc>
                <a:spcPct val="101499"/>
              </a:lnSpc>
              <a:spcBef>
                <a:spcPts val="90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Worker</a:t>
            </a:r>
            <a:r>
              <a:rPr dirty="0" sz="1600" spc="7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FFFFFF"/>
                </a:solidFill>
                <a:latin typeface="Malgun Gothic"/>
                <a:cs typeface="Malgun Gothic"/>
              </a:rPr>
              <a:t>+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Connectors </a:t>
            </a:r>
            <a:r>
              <a:rPr dirty="0" sz="1600" spc="-25" b="1">
                <a:solidFill>
                  <a:srgbClr val="FFFFFF"/>
                </a:solidFill>
                <a:latin typeface="Malgun Gothic"/>
                <a:cs typeface="Malgun Gothic"/>
              </a:rPr>
              <a:t>or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Replicator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6848729" y="4203446"/>
            <a:ext cx="3318510" cy="962025"/>
          </a:xfrm>
          <a:custGeom>
            <a:avLst/>
            <a:gdLst/>
            <a:ahLst/>
            <a:cxnLst/>
            <a:rect l="l" t="t" r="r" b="b"/>
            <a:pathLst>
              <a:path w="3318509" h="962025">
                <a:moveTo>
                  <a:pt x="0" y="160400"/>
                </a:moveTo>
                <a:lnTo>
                  <a:pt x="8171" y="109679"/>
                </a:lnTo>
                <a:lnTo>
                  <a:pt x="30931" y="65644"/>
                </a:lnTo>
                <a:lnTo>
                  <a:pt x="65644" y="30931"/>
                </a:lnTo>
                <a:lnTo>
                  <a:pt x="109679" y="8171"/>
                </a:lnTo>
                <a:lnTo>
                  <a:pt x="160400" y="0"/>
                </a:lnTo>
                <a:lnTo>
                  <a:pt x="3158109" y="0"/>
                </a:lnTo>
                <a:lnTo>
                  <a:pt x="3208782" y="8171"/>
                </a:lnTo>
                <a:lnTo>
                  <a:pt x="3252810" y="30931"/>
                </a:lnTo>
                <a:lnTo>
                  <a:pt x="3287542" y="65644"/>
                </a:lnTo>
                <a:lnTo>
                  <a:pt x="3310326" y="109679"/>
                </a:lnTo>
                <a:lnTo>
                  <a:pt x="3318510" y="160400"/>
                </a:lnTo>
                <a:lnTo>
                  <a:pt x="3318510" y="801496"/>
                </a:lnTo>
                <a:lnTo>
                  <a:pt x="3310326" y="852218"/>
                </a:lnTo>
                <a:lnTo>
                  <a:pt x="3287542" y="896253"/>
                </a:lnTo>
                <a:lnTo>
                  <a:pt x="3252810" y="930966"/>
                </a:lnTo>
                <a:lnTo>
                  <a:pt x="3208781" y="953726"/>
                </a:lnTo>
                <a:lnTo>
                  <a:pt x="3158109" y="961898"/>
                </a:lnTo>
                <a:lnTo>
                  <a:pt x="160400" y="961898"/>
                </a:lnTo>
                <a:lnTo>
                  <a:pt x="109679" y="953726"/>
                </a:lnTo>
                <a:lnTo>
                  <a:pt x="65644" y="930966"/>
                </a:lnTo>
                <a:lnTo>
                  <a:pt x="30931" y="896253"/>
                </a:lnTo>
                <a:lnTo>
                  <a:pt x="8171" y="852218"/>
                </a:lnTo>
                <a:lnTo>
                  <a:pt x="0" y="801496"/>
                </a:lnTo>
                <a:lnTo>
                  <a:pt x="0" y="160400"/>
                </a:lnTo>
                <a:close/>
              </a:path>
            </a:pathLst>
          </a:custGeom>
          <a:ln w="28575">
            <a:solidFill>
              <a:srgbClr val="C583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8155685" y="4309617"/>
            <a:ext cx="70548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10" b="1">
                <a:solidFill>
                  <a:srgbClr val="C5832D"/>
                </a:solidFill>
                <a:latin typeface="Malgun Gothic"/>
                <a:cs typeface="Malgun Gothic"/>
              </a:rPr>
              <a:t>ksqlDB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7026020" y="4613147"/>
            <a:ext cx="1411605" cy="398145"/>
          </a:xfrm>
          <a:custGeom>
            <a:avLst/>
            <a:gdLst/>
            <a:ahLst/>
            <a:cxnLst/>
            <a:rect l="l" t="t" r="r" b="b"/>
            <a:pathLst>
              <a:path w="1411604" h="398145">
                <a:moveTo>
                  <a:pt x="1345056" y="0"/>
                </a:moveTo>
                <a:lnTo>
                  <a:pt x="66294" y="0"/>
                </a:lnTo>
                <a:lnTo>
                  <a:pt x="40505" y="5216"/>
                </a:lnTo>
                <a:lnTo>
                  <a:pt x="19430" y="19446"/>
                </a:lnTo>
                <a:lnTo>
                  <a:pt x="5214" y="40558"/>
                </a:lnTo>
                <a:lnTo>
                  <a:pt x="0" y="66421"/>
                </a:lnTo>
                <a:lnTo>
                  <a:pt x="0" y="331597"/>
                </a:lnTo>
                <a:lnTo>
                  <a:pt x="5214" y="357385"/>
                </a:lnTo>
                <a:lnTo>
                  <a:pt x="19431" y="378460"/>
                </a:lnTo>
                <a:lnTo>
                  <a:pt x="40505" y="392676"/>
                </a:lnTo>
                <a:lnTo>
                  <a:pt x="66294" y="397890"/>
                </a:lnTo>
                <a:lnTo>
                  <a:pt x="1345056" y="397890"/>
                </a:lnTo>
                <a:lnTo>
                  <a:pt x="1370845" y="392676"/>
                </a:lnTo>
                <a:lnTo>
                  <a:pt x="1391920" y="378460"/>
                </a:lnTo>
                <a:lnTo>
                  <a:pt x="1406136" y="357385"/>
                </a:lnTo>
                <a:lnTo>
                  <a:pt x="1411351" y="331597"/>
                </a:lnTo>
                <a:lnTo>
                  <a:pt x="1411351" y="66421"/>
                </a:lnTo>
                <a:lnTo>
                  <a:pt x="1406136" y="40558"/>
                </a:lnTo>
                <a:lnTo>
                  <a:pt x="1391919" y="19446"/>
                </a:lnTo>
                <a:lnTo>
                  <a:pt x="1370845" y="5216"/>
                </a:lnTo>
                <a:lnTo>
                  <a:pt x="1345056" y="0"/>
                </a:lnTo>
                <a:close/>
              </a:path>
            </a:pathLst>
          </a:custGeom>
          <a:solidFill>
            <a:srgbClr val="C58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7412481" y="4574285"/>
            <a:ext cx="63754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 marR="5080" indent="-29209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ksqlDB Server</a:t>
            </a:r>
            <a:endParaRPr sz="1450">
              <a:latin typeface="Malgun Gothic"/>
              <a:cs typeface="Malgun Gothic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8589644" y="4613147"/>
            <a:ext cx="1411605" cy="398145"/>
          </a:xfrm>
          <a:custGeom>
            <a:avLst/>
            <a:gdLst/>
            <a:ahLst/>
            <a:cxnLst/>
            <a:rect l="l" t="t" r="r" b="b"/>
            <a:pathLst>
              <a:path w="1411604" h="398145">
                <a:moveTo>
                  <a:pt x="1345056" y="0"/>
                </a:moveTo>
                <a:lnTo>
                  <a:pt x="66294" y="0"/>
                </a:lnTo>
                <a:lnTo>
                  <a:pt x="40505" y="5216"/>
                </a:lnTo>
                <a:lnTo>
                  <a:pt x="19430" y="19446"/>
                </a:lnTo>
                <a:lnTo>
                  <a:pt x="5214" y="40558"/>
                </a:lnTo>
                <a:lnTo>
                  <a:pt x="0" y="66421"/>
                </a:lnTo>
                <a:lnTo>
                  <a:pt x="0" y="331597"/>
                </a:lnTo>
                <a:lnTo>
                  <a:pt x="5214" y="357385"/>
                </a:lnTo>
                <a:lnTo>
                  <a:pt x="19431" y="378460"/>
                </a:lnTo>
                <a:lnTo>
                  <a:pt x="40505" y="392676"/>
                </a:lnTo>
                <a:lnTo>
                  <a:pt x="66294" y="397890"/>
                </a:lnTo>
                <a:lnTo>
                  <a:pt x="1345056" y="397890"/>
                </a:lnTo>
                <a:lnTo>
                  <a:pt x="1370845" y="392676"/>
                </a:lnTo>
                <a:lnTo>
                  <a:pt x="1391920" y="378460"/>
                </a:lnTo>
                <a:lnTo>
                  <a:pt x="1406136" y="357385"/>
                </a:lnTo>
                <a:lnTo>
                  <a:pt x="1411351" y="331597"/>
                </a:lnTo>
                <a:lnTo>
                  <a:pt x="1411351" y="66421"/>
                </a:lnTo>
                <a:lnTo>
                  <a:pt x="1406136" y="40558"/>
                </a:lnTo>
                <a:lnTo>
                  <a:pt x="1391919" y="19446"/>
                </a:lnTo>
                <a:lnTo>
                  <a:pt x="1370845" y="5216"/>
                </a:lnTo>
                <a:lnTo>
                  <a:pt x="1345056" y="0"/>
                </a:lnTo>
                <a:close/>
              </a:path>
            </a:pathLst>
          </a:custGeom>
          <a:solidFill>
            <a:srgbClr val="C58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8976106" y="4574285"/>
            <a:ext cx="63754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 marR="5080" indent="-29209">
              <a:lnSpc>
                <a:spcPct val="100699"/>
              </a:lnSpc>
              <a:spcBef>
                <a:spcPts val="100"/>
              </a:spcBef>
            </a:pPr>
            <a:r>
              <a:rPr dirty="0" sz="1450" spc="-10" b="1">
                <a:solidFill>
                  <a:srgbClr val="FFFFFF"/>
                </a:solidFill>
                <a:latin typeface="Malgun Gothic"/>
                <a:cs typeface="Malgun Gothic"/>
              </a:rPr>
              <a:t>ksqlDB Server</a:t>
            </a:r>
            <a:endParaRPr sz="1450">
              <a:latin typeface="Malgun Gothic"/>
              <a:cs typeface="Malgun Gothic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3422396" y="3017139"/>
            <a:ext cx="7928609" cy="5042535"/>
            <a:chOff x="3422396" y="3017139"/>
            <a:chExt cx="7928609" cy="5042535"/>
          </a:xfrm>
        </p:grpSpPr>
        <p:sp>
          <p:nvSpPr>
            <p:cNvPr id="61" name="object 61" descr=""/>
            <p:cNvSpPr/>
            <p:nvPr/>
          </p:nvSpPr>
          <p:spPr>
            <a:xfrm>
              <a:off x="3431921" y="3026664"/>
              <a:ext cx="953769" cy="466725"/>
            </a:xfrm>
            <a:custGeom>
              <a:avLst/>
              <a:gdLst/>
              <a:ahLst/>
              <a:cxnLst/>
              <a:rect l="l" t="t" r="r" b="b"/>
              <a:pathLst>
                <a:path w="953770" h="466725">
                  <a:moveTo>
                    <a:pt x="0" y="0"/>
                  </a:moveTo>
                  <a:lnTo>
                    <a:pt x="0" y="233171"/>
                  </a:lnTo>
                  <a:lnTo>
                    <a:pt x="953769" y="233171"/>
                  </a:lnTo>
                  <a:lnTo>
                    <a:pt x="953769" y="466343"/>
                  </a:lnTo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347591" y="3026663"/>
              <a:ext cx="1002030" cy="1366520"/>
            </a:xfrm>
            <a:custGeom>
              <a:avLst/>
              <a:gdLst/>
              <a:ahLst/>
              <a:cxnLst/>
              <a:rect l="l" t="t" r="r" b="b"/>
              <a:pathLst>
                <a:path w="1002029" h="1366520">
                  <a:moveTo>
                    <a:pt x="76708" y="1290193"/>
                  </a:moveTo>
                  <a:lnTo>
                    <a:pt x="48133" y="1309243"/>
                  </a:lnTo>
                  <a:lnTo>
                    <a:pt x="48133" y="1181608"/>
                  </a:lnTo>
                  <a:lnTo>
                    <a:pt x="48133" y="1166749"/>
                  </a:lnTo>
                  <a:lnTo>
                    <a:pt x="47625" y="1166266"/>
                  </a:lnTo>
                  <a:lnTo>
                    <a:pt x="47625" y="1162558"/>
                  </a:lnTo>
                  <a:lnTo>
                    <a:pt x="47625" y="977646"/>
                  </a:lnTo>
                  <a:lnTo>
                    <a:pt x="28575" y="977646"/>
                  </a:lnTo>
                  <a:lnTo>
                    <a:pt x="28575" y="1177290"/>
                  </a:lnTo>
                  <a:lnTo>
                    <a:pt x="29083" y="1177823"/>
                  </a:lnTo>
                  <a:lnTo>
                    <a:pt x="29083" y="1309243"/>
                  </a:lnTo>
                  <a:lnTo>
                    <a:pt x="508" y="1290193"/>
                  </a:lnTo>
                  <a:lnTo>
                    <a:pt x="38608" y="1366393"/>
                  </a:lnTo>
                  <a:lnTo>
                    <a:pt x="64008" y="1315593"/>
                  </a:lnTo>
                  <a:lnTo>
                    <a:pt x="76708" y="1290193"/>
                  </a:lnTo>
                  <a:close/>
                </a:path>
                <a:path w="1002029" h="1366520">
                  <a:moveTo>
                    <a:pt x="1001903" y="0"/>
                  </a:moveTo>
                  <a:lnTo>
                    <a:pt x="982853" y="0"/>
                  </a:lnTo>
                  <a:lnTo>
                    <a:pt x="982853" y="223647"/>
                  </a:lnTo>
                  <a:lnTo>
                    <a:pt x="32893" y="223647"/>
                  </a:lnTo>
                  <a:lnTo>
                    <a:pt x="28575" y="227838"/>
                  </a:lnTo>
                  <a:lnTo>
                    <a:pt x="28575" y="409194"/>
                  </a:lnTo>
                  <a:lnTo>
                    <a:pt x="0" y="390144"/>
                  </a:lnTo>
                  <a:lnTo>
                    <a:pt x="38100" y="466344"/>
                  </a:lnTo>
                  <a:lnTo>
                    <a:pt x="63500" y="415544"/>
                  </a:lnTo>
                  <a:lnTo>
                    <a:pt x="76200" y="390144"/>
                  </a:lnTo>
                  <a:lnTo>
                    <a:pt x="47625" y="409194"/>
                  </a:lnTo>
                  <a:lnTo>
                    <a:pt x="47625" y="242697"/>
                  </a:lnTo>
                  <a:lnTo>
                    <a:pt x="997712" y="242697"/>
                  </a:lnTo>
                  <a:lnTo>
                    <a:pt x="1001903" y="238379"/>
                  </a:lnTo>
                  <a:lnTo>
                    <a:pt x="1001903" y="223647"/>
                  </a:lnTo>
                  <a:lnTo>
                    <a:pt x="1001903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343908" y="5439156"/>
              <a:ext cx="76200" cy="332105"/>
            </a:xfrm>
            <a:custGeom>
              <a:avLst/>
              <a:gdLst/>
              <a:ahLst/>
              <a:cxnLst/>
              <a:rect l="l" t="t" r="r" b="b"/>
              <a:pathLst>
                <a:path w="76200" h="332104">
                  <a:moveTo>
                    <a:pt x="0" y="255397"/>
                  </a:moveTo>
                  <a:lnTo>
                    <a:pt x="37083" y="332105"/>
                  </a:lnTo>
                  <a:lnTo>
                    <a:pt x="63270" y="281432"/>
                  </a:lnTo>
                  <a:lnTo>
                    <a:pt x="28317" y="281432"/>
                  </a:lnTo>
                  <a:lnTo>
                    <a:pt x="28404" y="274841"/>
                  </a:lnTo>
                  <a:lnTo>
                    <a:pt x="0" y="255397"/>
                  </a:lnTo>
                  <a:close/>
                </a:path>
                <a:path w="76200" h="332104">
                  <a:moveTo>
                    <a:pt x="28404" y="274841"/>
                  </a:moveTo>
                  <a:lnTo>
                    <a:pt x="28317" y="281432"/>
                  </a:lnTo>
                  <a:lnTo>
                    <a:pt x="38031" y="281432"/>
                  </a:lnTo>
                  <a:lnTo>
                    <a:pt x="28404" y="274841"/>
                  </a:lnTo>
                  <a:close/>
                </a:path>
                <a:path w="76200" h="332104">
                  <a:moveTo>
                    <a:pt x="32003" y="0"/>
                  </a:moveTo>
                  <a:lnTo>
                    <a:pt x="28404" y="274841"/>
                  </a:lnTo>
                  <a:lnTo>
                    <a:pt x="38031" y="281432"/>
                  </a:lnTo>
                  <a:lnTo>
                    <a:pt x="37650" y="281432"/>
                  </a:lnTo>
                  <a:lnTo>
                    <a:pt x="47454" y="275069"/>
                  </a:lnTo>
                  <a:lnTo>
                    <a:pt x="51053" y="254"/>
                  </a:lnTo>
                  <a:lnTo>
                    <a:pt x="32003" y="0"/>
                  </a:lnTo>
                  <a:close/>
                </a:path>
                <a:path w="76200" h="332104">
                  <a:moveTo>
                    <a:pt x="47454" y="275069"/>
                  </a:moveTo>
                  <a:lnTo>
                    <a:pt x="37650" y="281432"/>
                  </a:lnTo>
                  <a:lnTo>
                    <a:pt x="47370" y="281432"/>
                  </a:lnTo>
                  <a:lnTo>
                    <a:pt x="47454" y="275069"/>
                  </a:lnTo>
                  <a:close/>
                </a:path>
                <a:path w="76200" h="332104">
                  <a:moveTo>
                    <a:pt x="76200" y="256413"/>
                  </a:moveTo>
                  <a:lnTo>
                    <a:pt x="47454" y="275069"/>
                  </a:lnTo>
                  <a:lnTo>
                    <a:pt x="47370" y="281432"/>
                  </a:lnTo>
                  <a:lnTo>
                    <a:pt x="63270" y="281432"/>
                  </a:lnTo>
                  <a:lnTo>
                    <a:pt x="76200" y="256413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405753" y="7077836"/>
              <a:ext cx="76200" cy="350520"/>
            </a:xfrm>
            <a:custGeom>
              <a:avLst/>
              <a:gdLst/>
              <a:ahLst/>
              <a:cxnLst/>
              <a:rect l="l" t="t" r="r" b="b"/>
              <a:pathLst>
                <a:path w="76200" h="350520">
                  <a:moveTo>
                    <a:pt x="0" y="273812"/>
                  </a:moveTo>
                  <a:lnTo>
                    <a:pt x="38100" y="350012"/>
                  </a:lnTo>
                  <a:lnTo>
                    <a:pt x="63500" y="299212"/>
                  </a:lnTo>
                  <a:lnTo>
                    <a:pt x="28575" y="299212"/>
                  </a:lnTo>
                  <a:lnTo>
                    <a:pt x="28575" y="292862"/>
                  </a:lnTo>
                  <a:lnTo>
                    <a:pt x="0" y="273812"/>
                  </a:lnTo>
                  <a:close/>
                </a:path>
                <a:path w="76200" h="350520">
                  <a:moveTo>
                    <a:pt x="28575" y="292862"/>
                  </a:moveTo>
                  <a:lnTo>
                    <a:pt x="28575" y="299212"/>
                  </a:lnTo>
                  <a:lnTo>
                    <a:pt x="38100" y="299212"/>
                  </a:lnTo>
                  <a:lnTo>
                    <a:pt x="28575" y="292862"/>
                  </a:lnTo>
                  <a:close/>
                </a:path>
                <a:path w="76200" h="350520">
                  <a:moveTo>
                    <a:pt x="28575" y="180732"/>
                  </a:moveTo>
                  <a:lnTo>
                    <a:pt x="28575" y="292862"/>
                  </a:lnTo>
                  <a:lnTo>
                    <a:pt x="38100" y="299212"/>
                  </a:lnTo>
                  <a:lnTo>
                    <a:pt x="47625" y="292862"/>
                  </a:lnTo>
                  <a:lnTo>
                    <a:pt x="47625" y="184658"/>
                  </a:lnTo>
                  <a:lnTo>
                    <a:pt x="32385" y="184658"/>
                  </a:lnTo>
                  <a:lnTo>
                    <a:pt x="28575" y="180732"/>
                  </a:lnTo>
                  <a:close/>
                </a:path>
                <a:path w="76200" h="350520">
                  <a:moveTo>
                    <a:pt x="47625" y="292862"/>
                  </a:moveTo>
                  <a:lnTo>
                    <a:pt x="38100" y="299212"/>
                  </a:lnTo>
                  <a:lnTo>
                    <a:pt x="47625" y="299212"/>
                  </a:lnTo>
                  <a:lnTo>
                    <a:pt x="47625" y="292862"/>
                  </a:lnTo>
                  <a:close/>
                </a:path>
                <a:path w="76200" h="350520">
                  <a:moveTo>
                    <a:pt x="76200" y="273812"/>
                  </a:moveTo>
                  <a:lnTo>
                    <a:pt x="47625" y="292862"/>
                  </a:lnTo>
                  <a:lnTo>
                    <a:pt x="47625" y="299212"/>
                  </a:lnTo>
                  <a:lnTo>
                    <a:pt x="63500" y="299212"/>
                  </a:lnTo>
                  <a:lnTo>
                    <a:pt x="76200" y="273812"/>
                  </a:lnTo>
                  <a:close/>
                </a:path>
                <a:path w="76200" h="350520">
                  <a:moveTo>
                    <a:pt x="28575" y="175133"/>
                  </a:moveTo>
                  <a:lnTo>
                    <a:pt x="28575" y="180732"/>
                  </a:lnTo>
                  <a:lnTo>
                    <a:pt x="32385" y="184658"/>
                  </a:lnTo>
                  <a:lnTo>
                    <a:pt x="38100" y="184658"/>
                  </a:lnTo>
                  <a:lnTo>
                    <a:pt x="28575" y="175133"/>
                  </a:lnTo>
                  <a:close/>
                </a:path>
                <a:path w="76200" h="350520">
                  <a:moveTo>
                    <a:pt x="47244" y="169418"/>
                  </a:moveTo>
                  <a:lnTo>
                    <a:pt x="47244" y="175133"/>
                  </a:lnTo>
                  <a:lnTo>
                    <a:pt x="28575" y="175133"/>
                  </a:lnTo>
                  <a:lnTo>
                    <a:pt x="38100" y="184658"/>
                  </a:lnTo>
                  <a:lnTo>
                    <a:pt x="47625" y="184658"/>
                  </a:lnTo>
                  <a:lnTo>
                    <a:pt x="47625" y="169799"/>
                  </a:lnTo>
                  <a:lnTo>
                    <a:pt x="47244" y="169418"/>
                  </a:lnTo>
                  <a:close/>
                </a:path>
                <a:path w="76200" h="350520">
                  <a:moveTo>
                    <a:pt x="47244" y="0"/>
                  </a:moveTo>
                  <a:lnTo>
                    <a:pt x="28194" y="0"/>
                  </a:lnTo>
                  <a:lnTo>
                    <a:pt x="28194" y="180340"/>
                  </a:lnTo>
                  <a:lnTo>
                    <a:pt x="28575" y="180732"/>
                  </a:lnTo>
                  <a:lnTo>
                    <a:pt x="28575" y="175133"/>
                  </a:lnTo>
                  <a:lnTo>
                    <a:pt x="47244" y="175133"/>
                  </a:lnTo>
                  <a:lnTo>
                    <a:pt x="37719" y="165608"/>
                  </a:lnTo>
                  <a:lnTo>
                    <a:pt x="47244" y="165608"/>
                  </a:lnTo>
                  <a:lnTo>
                    <a:pt x="47244" y="0"/>
                  </a:lnTo>
                  <a:close/>
                </a:path>
                <a:path w="76200" h="350520">
                  <a:moveTo>
                    <a:pt x="43434" y="165608"/>
                  </a:moveTo>
                  <a:lnTo>
                    <a:pt x="37719" y="165608"/>
                  </a:lnTo>
                  <a:lnTo>
                    <a:pt x="47244" y="175133"/>
                  </a:lnTo>
                  <a:lnTo>
                    <a:pt x="47244" y="169418"/>
                  </a:lnTo>
                  <a:lnTo>
                    <a:pt x="43434" y="165608"/>
                  </a:lnTo>
                  <a:close/>
                </a:path>
                <a:path w="76200" h="350520">
                  <a:moveTo>
                    <a:pt x="47244" y="165608"/>
                  </a:moveTo>
                  <a:lnTo>
                    <a:pt x="43434" y="165608"/>
                  </a:lnTo>
                  <a:lnTo>
                    <a:pt x="47244" y="169418"/>
                  </a:lnTo>
                  <a:lnTo>
                    <a:pt x="47244" y="16560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405245" y="3107309"/>
              <a:ext cx="443865" cy="2682240"/>
            </a:xfrm>
            <a:custGeom>
              <a:avLst/>
              <a:gdLst/>
              <a:ahLst/>
              <a:cxnLst/>
              <a:rect l="l" t="t" r="r" b="b"/>
              <a:pathLst>
                <a:path w="443865" h="2682240">
                  <a:moveTo>
                    <a:pt x="0" y="2605786"/>
                  </a:moveTo>
                  <a:lnTo>
                    <a:pt x="38100" y="2681986"/>
                  </a:lnTo>
                  <a:lnTo>
                    <a:pt x="63500" y="2631186"/>
                  </a:lnTo>
                  <a:lnTo>
                    <a:pt x="28575" y="2631186"/>
                  </a:lnTo>
                  <a:lnTo>
                    <a:pt x="28575" y="2624836"/>
                  </a:lnTo>
                  <a:lnTo>
                    <a:pt x="0" y="2605786"/>
                  </a:lnTo>
                  <a:close/>
                </a:path>
                <a:path w="443865" h="2682240">
                  <a:moveTo>
                    <a:pt x="28575" y="2624836"/>
                  </a:moveTo>
                  <a:lnTo>
                    <a:pt x="28575" y="2631186"/>
                  </a:lnTo>
                  <a:lnTo>
                    <a:pt x="38100" y="2631186"/>
                  </a:lnTo>
                  <a:lnTo>
                    <a:pt x="28575" y="2624836"/>
                  </a:lnTo>
                  <a:close/>
                </a:path>
                <a:path w="443865" h="2682240">
                  <a:moveTo>
                    <a:pt x="443483" y="0"/>
                  </a:moveTo>
                  <a:lnTo>
                    <a:pt x="32892" y="0"/>
                  </a:lnTo>
                  <a:lnTo>
                    <a:pt x="28575" y="4318"/>
                  </a:lnTo>
                  <a:lnTo>
                    <a:pt x="28575" y="2624836"/>
                  </a:lnTo>
                  <a:lnTo>
                    <a:pt x="38100" y="2631186"/>
                  </a:lnTo>
                  <a:lnTo>
                    <a:pt x="47625" y="2624836"/>
                  </a:lnTo>
                  <a:lnTo>
                    <a:pt x="47625" y="19050"/>
                  </a:lnTo>
                  <a:lnTo>
                    <a:pt x="38100" y="19050"/>
                  </a:lnTo>
                  <a:lnTo>
                    <a:pt x="47625" y="9525"/>
                  </a:lnTo>
                  <a:lnTo>
                    <a:pt x="443483" y="9525"/>
                  </a:lnTo>
                  <a:lnTo>
                    <a:pt x="443483" y="0"/>
                  </a:lnTo>
                  <a:close/>
                </a:path>
                <a:path w="443865" h="2682240">
                  <a:moveTo>
                    <a:pt x="47625" y="2624836"/>
                  </a:moveTo>
                  <a:lnTo>
                    <a:pt x="38100" y="2631186"/>
                  </a:lnTo>
                  <a:lnTo>
                    <a:pt x="47625" y="2631186"/>
                  </a:lnTo>
                  <a:lnTo>
                    <a:pt x="47625" y="2624836"/>
                  </a:lnTo>
                  <a:close/>
                </a:path>
                <a:path w="443865" h="2682240">
                  <a:moveTo>
                    <a:pt x="76200" y="2605786"/>
                  </a:moveTo>
                  <a:lnTo>
                    <a:pt x="47625" y="2624836"/>
                  </a:lnTo>
                  <a:lnTo>
                    <a:pt x="47625" y="2631186"/>
                  </a:lnTo>
                  <a:lnTo>
                    <a:pt x="63500" y="2631186"/>
                  </a:lnTo>
                  <a:lnTo>
                    <a:pt x="76200" y="2605786"/>
                  </a:lnTo>
                  <a:close/>
                </a:path>
                <a:path w="443865" h="2682240">
                  <a:moveTo>
                    <a:pt x="47625" y="9525"/>
                  </a:moveTo>
                  <a:lnTo>
                    <a:pt x="38100" y="19050"/>
                  </a:lnTo>
                  <a:lnTo>
                    <a:pt x="47625" y="19050"/>
                  </a:lnTo>
                  <a:lnTo>
                    <a:pt x="47625" y="9525"/>
                  </a:lnTo>
                  <a:close/>
                </a:path>
                <a:path w="443865" h="2682240">
                  <a:moveTo>
                    <a:pt x="443483" y="9525"/>
                  </a:moveTo>
                  <a:lnTo>
                    <a:pt x="47625" y="9525"/>
                  </a:lnTo>
                  <a:lnTo>
                    <a:pt x="47625" y="19050"/>
                  </a:lnTo>
                  <a:lnTo>
                    <a:pt x="443483" y="19050"/>
                  </a:lnTo>
                  <a:lnTo>
                    <a:pt x="443483" y="9525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8465185" y="3639946"/>
              <a:ext cx="81280" cy="2131695"/>
            </a:xfrm>
            <a:custGeom>
              <a:avLst/>
              <a:gdLst/>
              <a:ahLst/>
              <a:cxnLst/>
              <a:rect l="l" t="t" r="r" b="b"/>
              <a:pathLst>
                <a:path w="81279" h="2131695">
                  <a:moveTo>
                    <a:pt x="52324" y="487299"/>
                  </a:moveTo>
                  <a:lnTo>
                    <a:pt x="33274" y="487299"/>
                  </a:lnTo>
                  <a:lnTo>
                    <a:pt x="33274" y="563499"/>
                  </a:lnTo>
                  <a:lnTo>
                    <a:pt x="52324" y="563499"/>
                  </a:lnTo>
                  <a:lnTo>
                    <a:pt x="52324" y="487299"/>
                  </a:lnTo>
                  <a:close/>
                </a:path>
                <a:path w="81279" h="2131695">
                  <a:moveTo>
                    <a:pt x="52324" y="353949"/>
                  </a:moveTo>
                  <a:lnTo>
                    <a:pt x="33274" y="353949"/>
                  </a:lnTo>
                  <a:lnTo>
                    <a:pt x="33274" y="430149"/>
                  </a:lnTo>
                  <a:lnTo>
                    <a:pt x="52324" y="430149"/>
                  </a:lnTo>
                  <a:lnTo>
                    <a:pt x="52324" y="353949"/>
                  </a:lnTo>
                  <a:close/>
                </a:path>
                <a:path w="81279" h="2131695">
                  <a:moveTo>
                    <a:pt x="52324" y="220599"/>
                  </a:moveTo>
                  <a:lnTo>
                    <a:pt x="33274" y="220599"/>
                  </a:lnTo>
                  <a:lnTo>
                    <a:pt x="33274" y="296799"/>
                  </a:lnTo>
                  <a:lnTo>
                    <a:pt x="52324" y="296799"/>
                  </a:lnTo>
                  <a:lnTo>
                    <a:pt x="52324" y="220599"/>
                  </a:lnTo>
                  <a:close/>
                </a:path>
                <a:path w="81279" h="2131695">
                  <a:moveTo>
                    <a:pt x="52324" y="87249"/>
                  </a:moveTo>
                  <a:lnTo>
                    <a:pt x="33274" y="87249"/>
                  </a:lnTo>
                  <a:lnTo>
                    <a:pt x="33274" y="163449"/>
                  </a:lnTo>
                  <a:lnTo>
                    <a:pt x="52324" y="163449"/>
                  </a:lnTo>
                  <a:lnTo>
                    <a:pt x="52324" y="87249"/>
                  </a:lnTo>
                  <a:close/>
                </a:path>
                <a:path w="81279" h="2131695">
                  <a:moveTo>
                    <a:pt x="76200" y="2055495"/>
                  </a:moveTo>
                  <a:lnTo>
                    <a:pt x="47421" y="2074265"/>
                  </a:lnTo>
                  <a:lnTo>
                    <a:pt x="52324" y="1525397"/>
                  </a:lnTo>
                  <a:lnTo>
                    <a:pt x="33274" y="1525270"/>
                  </a:lnTo>
                  <a:lnTo>
                    <a:pt x="28371" y="2074100"/>
                  </a:lnTo>
                  <a:lnTo>
                    <a:pt x="0" y="2054860"/>
                  </a:lnTo>
                  <a:lnTo>
                    <a:pt x="37465" y="2131314"/>
                  </a:lnTo>
                  <a:lnTo>
                    <a:pt x="63347" y="2080641"/>
                  </a:lnTo>
                  <a:lnTo>
                    <a:pt x="76200" y="2055495"/>
                  </a:lnTo>
                  <a:close/>
                </a:path>
                <a:path w="81279" h="2131695">
                  <a:moveTo>
                    <a:pt x="80899" y="76200"/>
                  </a:moveTo>
                  <a:lnTo>
                    <a:pt x="68199" y="50800"/>
                  </a:lnTo>
                  <a:lnTo>
                    <a:pt x="42799" y="0"/>
                  </a:lnTo>
                  <a:lnTo>
                    <a:pt x="4699" y="76200"/>
                  </a:lnTo>
                  <a:lnTo>
                    <a:pt x="42799" y="50800"/>
                  </a:lnTo>
                  <a:lnTo>
                    <a:pt x="80899" y="7620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167112" y="3078734"/>
              <a:ext cx="888365" cy="76200"/>
            </a:xfrm>
            <a:custGeom>
              <a:avLst/>
              <a:gdLst/>
              <a:ahLst/>
              <a:cxnLst/>
              <a:rect l="l" t="t" r="r" b="b"/>
              <a:pathLst>
                <a:path w="888365" h="76200">
                  <a:moveTo>
                    <a:pt x="888238" y="28194"/>
                  </a:moveTo>
                  <a:lnTo>
                    <a:pt x="812038" y="28194"/>
                  </a:lnTo>
                  <a:lnTo>
                    <a:pt x="812038" y="47244"/>
                  </a:lnTo>
                  <a:lnTo>
                    <a:pt x="888238" y="47244"/>
                  </a:lnTo>
                  <a:lnTo>
                    <a:pt x="888238" y="28194"/>
                  </a:lnTo>
                  <a:close/>
                </a:path>
                <a:path w="888365" h="76200">
                  <a:moveTo>
                    <a:pt x="754888" y="28194"/>
                  </a:moveTo>
                  <a:lnTo>
                    <a:pt x="678688" y="28194"/>
                  </a:lnTo>
                  <a:lnTo>
                    <a:pt x="678688" y="47244"/>
                  </a:lnTo>
                  <a:lnTo>
                    <a:pt x="754888" y="47244"/>
                  </a:lnTo>
                  <a:lnTo>
                    <a:pt x="754888" y="28194"/>
                  </a:lnTo>
                  <a:close/>
                </a:path>
                <a:path w="888365" h="76200">
                  <a:moveTo>
                    <a:pt x="621538" y="28321"/>
                  </a:moveTo>
                  <a:lnTo>
                    <a:pt x="545338" y="28321"/>
                  </a:lnTo>
                  <a:lnTo>
                    <a:pt x="545338" y="47371"/>
                  </a:lnTo>
                  <a:lnTo>
                    <a:pt x="621538" y="47371"/>
                  </a:lnTo>
                  <a:lnTo>
                    <a:pt x="621538" y="28321"/>
                  </a:lnTo>
                  <a:close/>
                </a:path>
                <a:path w="888365" h="76200">
                  <a:moveTo>
                    <a:pt x="488188" y="28321"/>
                  </a:moveTo>
                  <a:lnTo>
                    <a:pt x="411988" y="28321"/>
                  </a:lnTo>
                  <a:lnTo>
                    <a:pt x="411988" y="47371"/>
                  </a:lnTo>
                  <a:lnTo>
                    <a:pt x="488188" y="47371"/>
                  </a:lnTo>
                  <a:lnTo>
                    <a:pt x="488188" y="28321"/>
                  </a:lnTo>
                  <a:close/>
                </a:path>
                <a:path w="888365" h="76200">
                  <a:moveTo>
                    <a:pt x="354838" y="28448"/>
                  </a:moveTo>
                  <a:lnTo>
                    <a:pt x="278638" y="28448"/>
                  </a:lnTo>
                  <a:lnTo>
                    <a:pt x="278638" y="47498"/>
                  </a:lnTo>
                  <a:lnTo>
                    <a:pt x="354838" y="47498"/>
                  </a:lnTo>
                  <a:lnTo>
                    <a:pt x="354838" y="28448"/>
                  </a:lnTo>
                  <a:close/>
                </a:path>
                <a:path w="888365" h="76200">
                  <a:moveTo>
                    <a:pt x="221488" y="28448"/>
                  </a:moveTo>
                  <a:lnTo>
                    <a:pt x="145288" y="28448"/>
                  </a:lnTo>
                  <a:lnTo>
                    <a:pt x="145288" y="47498"/>
                  </a:lnTo>
                  <a:lnTo>
                    <a:pt x="221488" y="47498"/>
                  </a:lnTo>
                  <a:lnTo>
                    <a:pt x="221488" y="28448"/>
                  </a:lnTo>
                  <a:close/>
                </a:path>
                <a:path w="888365" h="76200">
                  <a:moveTo>
                    <a:pt x="76200" y="0"/>
                  </a:moveTo>
                  <a:lnTo>
                    <a:pt x="0" y="38100"/>
                  </a:lnTo>
                  <a:lnTo>
                    <a:pt x="76327" y="76200"/>
                  </a:lnTo>
                  <a:lnTo>
                    <a:pt x="57181" y="47625"/>
                  </a:lnTo>
                  <a:lnTo>
                    <a:pt x="50800" y="47625"/>
                  </a:lnTo>
                  <a:lnTo>
                    <a:pt x="50800" y="28575"/>
                  </a:lnTo>
                  <a:lnTo>
                    <a:pt x="57150" y="28575"/>
                  </a:lnTo>
                  <a:lnTo>
                    <a:pt x="76200" y="0"/>
                  </a:lnTo>
                  <a:close/>
                </a:path>
                <a:path w="888365" h="76200">
                  <a:moveTo>
                    <a:pt x="50800" y="38100"/>
                  </a:moveTo>
                  <a:lnTo>
                    <a:pt x="50800" y="47625"/>
                  </a:lnTo>
                  <a:lnTo>
                    <a:pt x="57181" y="47625"/>
                  </a:lnTo>
                  <a:lnTo>
                    <a:pt x="50800" y="38100"/>
                  </a:lnTo>
                  <a:close/>
                </a:path>
                <a:path w="888365" h="76200">
                  <a:moveTo>
                    <a:pt x="88138" y="28575"/>
                  </a:moveTo>
                  <a:lnTo>
                    <a:pt x="57150" y="28575"/>
                  </a:lnTo>
                  <a:lnTo>
                    <a:pt x="50800" y="38100"/>
                  </a:lnTo>
                  <a:lnTo>
                    <a:pt x="57181" y="47625"/>
                  </a:lnTo>
                  <a:lnTo>
                    <a:pt x="88138" y="47625"/>
                  </a:lnTo>
                  <a:lnTo>
                    <a:pt x="88138" y="28575"/>
                  </a:lnTo>
                  <a:close/>
                </a:path>
                <a:path w="888365" h="76200">
                  <a:moveTo>
                    <a:pt x="57150" y="28575"/>
                  </a:moveTo>
                  <a:lnTo>
                    <a:pt x="50800" y="28575"/>
                  </a:lnTo>
                  <a:lnTo>
                    <a:pt x="50800" y="38100"/>
                  </a:lnTo>
                  <a:lnTo>
                    <a:pt x="57150" y="285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160508" y="5459984"/>
              <a:ext cx="1181100" cy="1012190"/>
            </a:xfrm>
            <a:custGeom>
              <a:avLst/>
              <a:gdLst/>
              <a:ahLst/>
              <a:cxnLst/>
              <a:rect l="l" t="t" r="r" b="b"/>
              <a:pathLst>
                <a:path w="1181100" h="1012189">
                  <a:moveTo>
                    <a:pt x="76200" y="935481"/>
                  </a:moveTo>
                  <a:lnTo>
                    <a:pt x="0" y="973581"/>
                  </a:lnTo>
                  <a:lnTo>
                    <a:pt x="76200" y="1011681"/>
                  </a:lnTo>
                  <a:lnTo>
                    <a:pt x="57150" y="983106"/>
                  </a:lnTo>
                  <a:lnTo>
                    <a:pt x="50800" y="983106"/>
                  </a:lnTo>
                  <a:lnTo>
                    <a:pt x="50800" y="964056"/>
                  </a:lnTo>
                  <a:lnTo>
                    <a:pt x="57150" y="964056"/>
                  </a:lnTo>
                  <a:lnTo>
                    <a:pt x="76200" y="935481"/>
                  </a:lnTo>
                  <a:close/>
                </a:path>
                <a:path w="1181100" h="1012189">
                  <a:moveTo>
                    <a:pt x="50800" y="973581"/>
                  </a:moveTo>
                  <a:lnTo>
                    <a:pt x="50800" y="983106"/>
                  </a:lnTo>
                  <a:lnTo>
                    <a:pt x="57150" y="983106"/>
                  </a:lnTo>
                  <a:lnTo>
                    <a:pt x="50800" y="973581"/>
                  </a:lnTo>
                  <a:close/>
                </a:path>
                <a:path w="1181100" h="1012189">
                  <a:moveTo>
                    <a:pt x="580771" y="964056"/>
                  </a:moveTo>
                  <a:lnTo>
                    <a:pt x="57150" y="964056"/>
                  </a:lnTo>
                  <a:lnTo>
                    <a:pt x="50800" y="973581"/>
                  </a:lnTo>
                  <a:lnTo>
                    <a:pt x="57150" y="983106"/>
                  </a:lnTo>
                  <a:lnTo>
                    <a:pt x="595502" y="983106"/>
                  </a:lnTo>
                  <a:lnTo>
                    <a:pt x="599821" y="978788"/>
                  </a:lnTo>
                  <a:lnTo>
                    <a:pt x="599821" y="973581"/>
                  </a:lnTo>
                  <a:lnTo>
                    <a:pt x="580771" y="973581"/>
                  </a:lnTo>
                  <a:lnTo>
                    <a:pt x="580771" y="964056"/>
                  </a:lnTo>
                  <a:close/>
                </a:path>
                <a:path w="1181100" h="1012189">
                  <a:moveTo>
                    <a:pt x="57150" y="964056"/>
                  </a:moveTo>
                  <a:lnTo>
                    <a:pt x="50800" y="964056"/>
                  </a:lnTo>
                  <a:lnTo>
                    <a:pt x="50800" y="973581"/>
                  </a:lnTo>
                  <a:lnTo>
                    <a:pt x="57150" y="964056"/>
                  </a:lnTo>
                  <a:close/>
                </a:path>
                <a:path w="1181100" h="1012189">
                  <a:moveTo>
                    <a:pt x="1180592" y="0"/>
                  </a:moveTo>
                  <a:lnTo>
                    <a:pt x="585089" y="0"/>
                  </a:lnTo>
                  <a:lnTo>
                    <a:pt x="580771" y="4317"/>
                  </a:lnTo>
                  <a:lnTo>
                    <a:pt x="580771" y="973581"/>
                  </a:lnTo>
                  <a:lnTo>
                    <a:pt x="590296" y="964056"/>
                  </a:lnTo>
                  <a:lnTo>
                    <a:pt x="599821" y="964056"/>
                  </a:lnTo>
                  <a:lnTo>
                    <a:pt x="599821" y="19050"/>
                  </a:lnTo>
                  <a:lnTo>
                    <a:pt x="590296" y="19050"/>
                  </a:lnTo>
                  <a:lnTo>
                    <a:pt x="599821" y="9525"/>
                  </a:lnTo>
                  <a:lnTo>
                    <a:pt x="1180592" y="9525"/>
                  </a:lnTo>
                  <a:lnTo>
                    <a:pt x="1180592" y="0"/>
                  </a:lnTo>
                  <a:close/>
                </a:path>
                <a:path w="1181100" h="1012189">
                  <a:moveTo>
                    <a:pt x="599821" y="964056"/>
                  </a:moveTo>
                  <a:lnTo>
                    <a:pt x="590296" y="964056"/>
                  </a:lnTo>
                  <a:lnTo>
                    <a:pt x="580771" y="973581"/>
                  </a:lnTo>
                  <a:lnTo>
                    <a:pt x="599821" y="973581"/>
                  </a:lnTo>
                  <a:lnTo>
                    <a:pt x="599821" y="964056"/>
                  </a:lnTo>
                  <a:close/>
                </a:path>
                <a:path w="1181100" h="1012189">
                  <a:moveTo>
                    <a:pt x="599821" y="9525"/>
                  </a:moveTo>
                  <a:lnTo>
                    <a:pt x="590296" y="19050"/>
                  </a:lnTo>
                  <a:lnTo>
                    <a:pt x="599821" y="19050"/>
                  </a:lnTo>
                  <a:lnTo>
                    <a:pt x="599821" y="9525"/>
                  </a:lnTo>
                  <a:close/>
                </a:path>
                <a:path w="1181100" h="1012189">
                  <a:moveTo>
                    <a:pt x="1180592" y="9525"/>
                  </a:moveTo>
                  <a:lnTo>
                    <a:pt x="599821" y="9525"/>
                  </a:lnTo>
                  <a:lnTo>
                    <a:pt x="599821" y="19050"/>
                  </a:lnTo>
                  <a:lnTo>
                    <a:pt x="1180592" y="19050"/>
                  </a:lnTo>
                  <a:lnTo>
                    <a:pt x="1180592" y="95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0457688" y="3408045"/>
              <a:ext cx="644525" cy="2078355"/>
            </a:xfrm>
            <a:custGeom>
              <a:avLst/>
              <a:gdLst/>
              <a:ahLst/>
              <a:cxnLst/>
              <a:rect l="l" t="t" r="r" b="b"/>
              <a:pathLst>
                <a:path w="644525" h="2078354">
                  <a:moveTo>
                    <a:pt x="644397" y="18541"/>
                  </a:moveTo>
                  <a:lnTo>
                    <a:pt x="644397" y="0"/>
                  </a:lnTo>
                  <a:lnTo>
                    <a:pt x="0" y="0"/>
                  </a:lnTo>
                  <a:lnTo>
                    <a:pt x="0" y="2078227"/>
                  </a:lnTo>
                </a:path>
              </a:pathLst>
            </a:custGeom>
            <a:ln w="190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528555" y="5458841"/>
              <a:ext cx="76200" cy="292735"/>
            </a:xfrm>
            <a:custGeom>
              <a:avLst/>
              <a:gdLst/>
              <a:ahLst/>
              <a:cxnLst/>
              <a:rect l="l" t="t" r="r" b="b"/>
              <a:pathLst>
                <a:path w="76200" h="292735">
                  <a:moveTo>
                    <a:pt x="0" y="216916"/>
                  </a:moveTo>
                  <a:lnTo>
                    <a:pt x="39877" y="292226"/>
                  </a:lnTo>
                  <a:lnTo>
                    <a:pt x="63693" y="241681"/>
                  </a:lnTo>
                  <a:lnTo>
                    <a:pt x="29210" y="241681"/>
                  </a:lnTo>
                  <a:lnTo>
                    <a:pt x="29058" y="235304"/>
                  </a:lnTo>
                  <a:lnTo>
                    <a:pt x="0" y="216916"/>
                  </a:lnTo>
                  <a:close/>
                </a:path>
                <a:path w="76200" h="292735">
                  <a:moveTo>
                    <a:pt x="42545" y="0"/>
                  </a:moveTo>
                  <a:lnTo>
                    <a:pt x="23495" y="508"/>
                  </a:lnTo>
                  <a:lnTo>
                    <a:pt x="29048" y="234850"/>
                  </a:lnTo>
                  <a:lnTo>
                    <a:pt x="29058" y="235304"/>
                  </a:lnTo>
                  <a:lnTo>
                    <a:pt x="38838" y="241492"/>
                  </a:lnTo>
                  <a:lnTo>
                    <a:pt x="29205" y="241492"/>
                  </a:lnTo>
                  <a:lnTo>
                    <a:pt x="29210" y="241681"/>
                  </a:lnTo>
                  <a:lnTo>
                    <a:pt x="38641" y="241492"/>
                  </a:lnTo>
                  <a:lnTo>
                    <a:pt x="38838" y="241492"/>
                  </a:lnTo>
                  <a:lnTo>
                    <a:pt x="29058" y="235304"/>
                  </a:lnTo>
                  <a:lnTo>
                    <a:pt x="47460" y="235304"/>
                  </a:lnTo>
                  <a:lnTo>
                    <a:pt x="48107" y="234850"/>
                  </a:lnTo>
                  <a:lnTo>
                    <a:pt x="42557" y="508"/>
                  </a:lnTo>
                  <a:lnTo>
                    <a:pt x="42545" y="0"/>
                  </a:lnTo>
                  <a:close/>
                </a:path>
                <a:path w="76200" h="292735">
                  <a:moveTo>
                    <a:pt x="48107" y="234850"/>
                  </a:moveTo>
                  <a:lnTo>
                    <a:pt x="38641" y="241492"/>
                  </a:lnTo>
                  <a:lnTo>
                    <a:pt x="29210" y="241681"/>
                  </a:lnTo>
                  <a:lnTo>
                    <a:pt x="63693" y="241681"/>
                  </a:lnTo>
                  <a:lnTo>
                    <a:pt x="63782" y="241492"/>
                  </a:lnTo>
                  <a:lnTo>
                    <a:pt x="48264" y="241492"/>
                  </a:lnTo>
                  <a:lnTo>
                    <a:pt x="48117" y="235304"/>
                  </a:lnTo>
                  <a:lnTo>
                    <a:pt x="48107" y="234850"/>
                  </a:lnTo>
                  <a:close/>
                </a:path>
                <a:path w="76200" h="292735">
                  <a:moveTo>
                    <a:pt x="76200" y="215137"/>
                  </a:moveTo>
                  <a:lnTo>
                    <a:pt x="48107" y="234850"/>
                  </a:lnTo>
                  <a:lnTo>
                    <a:pt x="48264" y="241492"/>
                  </a:lnTo>
                  <a:lnTo>
                    <a:pt x="63782" y="241492"/>
                  </a:lnTo>
                  <a:lnTo>
                    <a:pt x="76200" y="215137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9561576" y="5465826"/>
              <a:ext cx="896619" cy="6985"/>
            </a:xfrm>
            <a:custGeom>
              <a:avLst/>
              <a:gdLst/>
              <a:ahLst/>
              <a:cxnLst/>
              <a:rect l="l" t="t" r="r" b="b"/>
              <a:pathLst>
                <a:path w="896620" h="6985">
                  <a:moveTo>
                    <a:pt x="0" y="0"/>
                  </a:moveTo>
                  <a:lnTo>
                    <a:pt x="896620" y="6858"/>
                  </a:lnTo>
                </a:path>
              </a:pathLst>
            </a:custGeom>
            <a:ln w="190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0160508" y="6433566"/>
              <a:ext cx="1181100" cy="316865"/>
            </a:xfrm>
            <a:custGeom>
              <a:avLst/>
              <a:gdLst/>
              <a:ahLst/>
              <a:cxnLst/>
              <a:rect l="l" t="t" r="r" b="b"/>
              <a:pathLst>
                <a:path w="1181100" h="316865">
                  <a:moveTo>
                    <a:pt x="1180592" y="316738"/>
                  </a:moveTo>
                  <a:lnTo>
                    <a:pt x="590296" y="316738"/>
                  </a:lnTo>
                  <a:lnTo>
                    <a:pt x="590296" y="0"/>
                  </a:lnTo>
                  <a:lnTo>
                    <a:pt x="0" y="0"/>
                  </a:lnTo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9160764" y="7068311"/>
              <a:ext cx="1640839" cy="991869"/>
            </a:xfrm>
            <a:custGeom>
              <a:avLst/>
              <a:gdLst/>
              <a:ahLst/>
              <a:cxnLst/>
              <a:rect l="l" t="t" r="r" b="b"/>
              <a:pathLst>
                <a:path w="1640840" h="991870">
                  <a:moveTo>
                    <a:pt x="34162" y="50419"/>
                  </a:moveTo>
                  <a:lnTo>
                    <a:pt x="24637" y="58881"/>
                  </a:lnTo>
                  <a:lnTo>
                    <a:pt x="24637" y="987171"/>
                  </a:lnTo>
                  <a:lnTo>
                    <a:pt x="28955" y="991362"/>
                  </a:lnTo>
                  <a:lnTo>
                    <a:pt x="1640839" y="991362"/>
                  </a:lnTo>
                  <a:lnTo>
                    <a:pt x="1640839" y="981837"/>
                  </a:lnTo>
                  <a:lnTo>
                    <a:pt x="43687" y="981837"/>
                  </a:lnTo>
                  <a:lnTo>
                    <a:pt x="34162" y="972312"/>
                  </a:lnTo>
                  <a:lnTo>
                    <a:pt x="43687" y="972312"/>
                  </a:lnTo>
                  <a:lnTo>
                    <a:pt x="43687" y="54991"/>
                  </a:lnTo>
                  <a:lnTo>
                    <a:pt x="34162" y="50419"/>
                  </a:lnTo>
                  <a:close/>
                </a:path>
                <a:path w="1640840" h="991870">
                  <a:moveTo>
                    <a:pt x="43687" y="972312"/>
                  </a:moveTo>
                  <a:lnTo>
                    <a:pt x="34162" y="972312"/>
                  </a:lnTo>
                  <a:lnTo>
                    <a:pt x="43687" y="981837"/>
                  </a:lnTo>
                  <a:lnTo>
                    <a:pt x="43687" y="972312"/>
                  </a:lnTo>
                  <a:close/>
                </a:path>
                <a:path w="1640840" h="991870">
                  <a:moveTo>
                    <a:pt x="1640839" y="972312"/>
                  </a:moveTo>
                  <a:lnTo>
                    <a:pt x="43687" y="972312"/>
                  </a:lnTo>
                  <a:lnTo>
                    <a:pt x="43687" y="981837"/>
                  </a:lnTo>
                  <a:lnTo>
                    <a:pt x="1640839" y="981837"/>
                  </a:lnTo>
                  <a:lnTo>
                    <a:pt x="1640839" y="972312"/>
                  </a:lnTo>
                  <a:close/>
                </a:path>
                <a:path w="1640840" h="991870">
                  <a:moveTo>
                    <a:pt x="27177" y="0"/>
                  </a:moveTo>
                  <a:lnTo>
                    <a:pt x="0" y="80772"/>
                  </a:lnTo>
                  <a:lnTo>
                    <a:pt x="24637" y="58881"/>
                  </a:lnTo>
                  <a:lnTo>
                    <a:pt x="24637" y="50419"/>
                  </a:lnTo>
                  <a:lnTo>
                    <a:pt x="61823" y="50419"/>
                  </a:lnTo>
                  <a:lnTo>
                    <a:pt x="27177" y="0"/>
                  </a:lnTo>
                  <a:close/>
                </a:path>
                <a:path w="1640840" h="991870">
                  <a:moveTo>
                    <a:pt x="61823" y="50419"/>
                  </a:moveTo>
                  <a:lnTo>
                    <a:pt x="43687" y="50419"/>
                  </a:lnTo>
                  <a:lnTo>
                    <a:pt x="43687" y="54991"/>
                  </a:lnTo>
                  <a:lnTo>
                    <a:pt x="75437" y="70231"/>
                  </a:lnTo>
                  <a:lnTo>
                    <a:pt x="61823" y="50419"/>
                  </a:lnTo>
                  <a:close/>
                </a:path>
                <a:path w="1640840" h="991870">
                  <a:moveTo>
                    <a:pt x="34162" y="50419"/>
                  </a:moveTo>
                  <a:lnTo>
                    <a:pt x="24637" y="50419"/>
                  </a:lnTo>
                  <a:lnTo>
                    <a:pt x="24637" y="58881"/>
                  </a:lnTo>
                  <a:lnTo>
                    <a:pt x="34162" y="50419"/>
                  </a:lnTo>
                  <a:close/>
                </a:path>
                <a:path w="1640840" h="991870">
                  <a:moveTo>
                    <a:pt x="43687" y="50419"/>
                  </a:moveTo>
                  <a:lnTo>
                    <a:pt x="34162" y="50419"/>
                  </a:lnTo>
                  <a:lnTo>
                    <a:pt x="43687" y="54991"/>
                  </a:lnTo>
                  <a:lnTo>
                    <a:pt x="43687" y="50419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/>
          <p:nvPr/>
        </p:nvSpPr>
        <p:spPr>
          <a:xfrm>
            <a:off x="13579347" y="3250310"/>
            <a:ext cx="1715770" cy="4809490"/>
          </a:xfrm>
          <a:custGeom>
            <a:avLst/>
            <a:gdLst/>
            <a:ahLst/>
            <a:cxnLst/>
            <a:rect l="l" t="t" r="r" b="b"/>
            <a:pathLst>
              <a:path w="1715769" h="4809490">
                <a:moveTo>
                  <a:pt x="76200" y="4790313"/>
                </a:moveTo>
                <a:lnTo>
                  <a:pt x="0" y="4790313"/>
                </a:lnTo>
                <a:lnTo>
                  <a:pt x="0" y="4809363"/>
                </a:lnTo>
                <a:lnTo>
                  <a:pt x="76200" y="4809363"/>
                </a:lnTo>
                <a:lnTo>
                  <a:pt x="76200" y="4790313"/>
                </a:lnTo>
                <a:close/>
              </a:path>
              <a:path w="1715769" h="4809490">
                <a:moveTo>
                  <a:pt x="209550" y="4790313"/>
                </a:moveTo>
                <a:lnTo>
                  <a:pt x="133350" y="4790313"/>
                </a:lnTo>
                <a:lnTo>
                  <a:pt x="133350" y="4809363"/>
                </a:lnTo>
                <a:lnTo>
                  <a:pt x="209550" y="4809363"/>
                </a:lnTo>
                <a:lnTo>
                  <a:pt x="209550" y="4790313"/>
                </a:lnTo>
                <a:close/>
              </a:path>
              <a:path w="1715769" h="4809490">
                <a:moveTo>
                  <a:pt x="342900" y="4790313"/>
                </a:moveTo>
                <a:lnTo>
                  <a:pt x="266700" y="4790313"/>
                </a:lnTo>
                <a:lnTo>
                  <a:pt x="266700" y="4809363"/>
                </a:lnTo>
                <a:lnTo>
                  <a:pt x="342900" y="4809363"/>
                </a:lnTo>
                <a:lnTo>
                  <a:pt x="342900" y="4790313"/>
                </a:lnTo>
                <a:close/>
              </a:path>
              <a:path w="1715769" h="4809490">
                <a:moveTo>
                  <a:pt x="476250" y="4790313"/>
                </a:moveTo>
                <a:lnTo>
                  <a:pt x="400050" y="4790313"/>
                </a:lnTo>
                <a:lnTo>
                  <a:pt x="400050" y="4809363"/>
                </a:lnTo>
                <a:lnTo>
                  <a:pt x="476250" y="4809363"/>
                </a:lnTo>
                <a:lnTo>
                  <a:pt x="476250" y="4790313"/>
                </a:lnTo>
                <a:close/>
              </a:path>
              <a:path w="1715769" h="4809490">
                <a:moveTo>
                  <a:pt x="609600" y="4790313"/>
                </a:moveTo>
                <a:lnTo>
                  <a:pt x="533400" y="4790313"/>
                </a:lnTo>
                <a:lnTo>
                  <a:pt x="533400" y="4809363"/>
                </a:lnTo>
                <a:lnTo>
                  <a:pt x="609600" y="4809363"/>
                </a:lnTo>
                <a:lnTo>
                  <a:pt x="609600" y="4790313"/>
                </a:lnTo>
                <a:close/>
              </a:path>
              <a:path w="1715769" h="4809490">
                <a:moveTo>
                  <a:pt x="742950" y="4790313"/>
                </a:moveTo>
                <a:lnTo>
                  <a:pt x="666750" y="4790313"/>
                </a:lnTo>
                <a:lnTo>
                  <a:pt x="666750" y="4809363"/>
                </a:lnTo>
                <a:lnTo>
                  <a:pt x="742950" y="4809363"/>
                </a:lnTo>
                <a:lnTo>
                  <a:pt x="742950" y="4790313"/>
                </a:lnTo>
                <a:close/>
              </a:path>
              <a:path w="1715769" h="4809490">
                <a:moveTo>
                  <a:pt x="876300" y="4790313"/>
                </a:moveTo>
                <a:lnTo>
                  <a:pt x="800100" y="4790313"/>
                </a:lnTo>
                <a:lnTo>
                  <a:pt x="800100" y="4809363"/>
                </a:lnTo>
                <a:lnTo>
                  <a:pt x="876300" y="4809363"/>
                </a:lnTo>
                <a:lnTo>
                  <a:pt x="876300" y="4790313"/>
                </a:lnTo>
                <a:close/>
              </a:path>
              <a:path w="1715769" h="4809490">
                <a:moveTo>
                  <a:pt x="1009650" y="4790313"/>
                </a:moveTo>
                <a:lnTo>
                  <a:pt x="933450" y="4790313"/>
                </a:lnTo>
                <a:lnTo>
                  <a:pt x="933450" y="4809363"/>
                </a:lnTo>
                <a:lnTo>
                  <a:pt x="1009650" y="4809363"/>
                </a:lnTo>
                <a:lnTo>
                  <a:pt x="1009650" y="4790313"/>
                </a:lnTo>
                <a:close/>
              </a:path>
              <a:path w="1715769" h="4809490">
                <a:moveTo>
                  <a:pt x="1143000" y="4790313"/>
                </a:moveTo>
                <a:lnTo>
                  <a:pt x="1066800" y="4790313"/>
                </a:lnTo>
                <a:lnTo>
                  <a:pt x="1066800" y="4809363"/>
                </a:lnTo>
                <a:lnTo>
                  <a:pt x="1143000" y="4809363"/>
                </a:lnTo>
                <a:lnTo>
                  <a:pt x="1143000" y="4790313"/>
                </a:lnTo>
                <a:close/>
              </a:path>
              <a:path w="1715769" h="4809490">
                <a:moveTo>
                  <a:pt x="1276350" y="4790313"/>
                </a:moveTo>
                <a:lnTo>
                  <a:pt x="1200150" y="4790313"/>
                </a:lnTo>
                <a:lnTo>
                  <a:pt x="1200150" y="4809363"/>
                </a:lnTo>
                <a:lnTo>
                  <a:pt x="1276350" y="4809363"/>
                </a:lnTo>
                <a:lnTo>
                  <a:pt x="1276350" y="4790313"/>
                </a:lnTo>
                <a:close/>
              </a:path>
              <a:path w="1715769" h="4809490">
                <a:moveTo>
                  <a:pt x="1409700" y="4790313"/>
                </a:moveTo>
                <a:lnTo>
                  <a:pt x="1333500" y="4790313"/>
                </a:lnTo>
                <a:lnTo>
                  <a:pt x="1333500" y="4809363"/>
                </a:lnTo>
                <a:lnTo>
                  <a:pt x="1409700" y="4809363"/>
                </a:lnTo>
                <a:lnTo>
                  <a:pt x="1409700" y="4790313"/>
                </a:lnTo>
                <a:close/>
              </a:path>
              <a:path w="1715769" h="4809490">
                <a:moveTo>
                  <a:pt x="1543050" y="4790313"/>
                </a:moveTo>
                <a:lnTo>
                  <a:pt x="1466850" y="4790313"/>
                </a:lnTo>
                <a:lnTo>
                  <a:pt x="1466850" y="4809363"/>
                </a:lnTo>
                <a:lnTo>
                  <a:pt x="1543050" y="4809363"/>
                </a:lnTo>
                <a:lnTo>
                  <a:pt x="1543050" y="4790313"/>
                </a:lnTo>
                <a:close/>
              </a:path>
              <a:path w="1715769" h="4809490">
                <a:moveTo>
                  <a:pt x="1676400" y="4790313"/>
                </a:moveTo>
                <a:lnTo>
                  <a:pt x="1600200" y="4790313"/>
                </a:lnTo>
                <a:lnTo>
                  <a:pt x="1600200" y="4809363"/>
                </a:lnTo>
                <a:lnTo>
                  <a:pt x="1676400" y="4809363"/>
                </a:lnTo>
                <a:lnTo>
                  <a:pt x="1676400" y="4790313"/>
                </a:lnTo>
                <a:close/>
              </a:path>
              <a:path w="1715769" h="4809490">
                <a:moveTo>
                  <a:pt x="1715515" y="4696079"/>
                </a:moveTo>
                <a:lnTo>
                  <a:pt x="1696465" y="4696079"/>
                </a:lnTo>
                <a:lnTo>
                  <a:pt x="1696465" y="4772279"/>
                </a:lnTo>
                <a:lnTo>
                  <a:pt x="1715515" y="4772279"/>
                </a:lnTo>
                <a:lnTo>
                  <a:pt x="1715515" y="4696079"/>
                </a:lnTo>
                <a:close/>
              </a:path>
              <a:path w="1715769" h="4809490">
                <a:moveTo>
                  <a:pt x="1715515" y="4562729"/>
                </a:moveTo>
                <a:lnTo>
                  <a:pt x="1696465" y="4562729"/>
                </a:lnTo>
                <a:lnTo>
                  <a:pt x="1696465" y="4638929"/>
                </a:lnTo>
                <a:lnTo>
                  <a:pt x="1715515" y="4638929"/>
                </a:lnTo>
                <a:lnTo>
                  <a:pt x="1715515" y="4562729"/>
                </a:lnTo>
                <a:close/>
              </a:path>
              <a:path w="1715769" h="4809490">
                <a:moveTo>
                  <a:pt x="1715515" y="4429379"/>
                </a:moveTo>
                <a:lnTo>
                  <a:pt x="1696465" y="4429379"/>
                </a:lnTo>
                <a:lnTo>
                  <a:pt x="1696465" y="4505579"/>
                </a:lnTo>
                <a:lnTo>
                  <a:pt x="1715515" y="4505579"/>
                </a:lnTo>
                <a:lnTo>
                  <a:pt x="1715515" y="4429379"/>
                </a:lnTo>
                <a:close/>
              </a:path>
              <a:path w="1715769" h="4809490">
                <a:moveTo>
                  <a:pt x="1715515" y="4296029"/>
                </a:moveTo>
                <a:lnTo>
                  <a:pt x="1696465" y="4296029"/>
                </a:lnTo>
                <a:lnTo>
                  <a:pt x="1696465" y="4372229"/>
                </a:lnTo>
                <a:lnTo>
                  <a:pt x="1715515" y="4372229"/>
                </a:lnTo>
                <a:lnTo>
                  <a:pt x="1715515" y="4296029"/>
                </a:lnTo>
                <a:close/>
              </a:path>
              <a:path w="1715769" h="4809490">
                <a:moveTo>
                  <a:pt x="1715515" y="4162679"/>
                </a:moveTo>
                <a:lnTo>
                  <a:pt x="1696465" y="4162679"/>
                </a:lnTo>
                <a:lnTo>
                  <a:pt x="1696465" y="4238879"/>
                </a:lnTo>
                <a:lnTo>
                  <a:pt x="1715515" y="4238879"/>
                </a:lnTo>
                <a:lnTo>
                  <a:pt x="1715515" y="4162679"/>
                </a:lnTo>
                <a:close/>
              </a:path>
              <a:path w="1715769" h="4809490">
                <a:moveTo>
                  <a:pt x="1715515" y="4029329"/>
                </a:moveTo>
                <a:lnTo>
                  <a:pt x="1696465" y="4029329"/>
                </a:lnTo>
                <a:lnTo>
                  <a:pt x="1696465" y="4105529"/>
                </a:lnTo>
                <a:lnTo>
                  <a:pt x="1715515" y="4105529"/>
                </a:lnTo>
                <a:lnTo>
                  <a:pt x="1715515" y="4029329"/>
                </a:lnTo>
                <a:close/>
              </a:path>
              <a:path w="1715769" h="4809490">
                <a:moveTo>
                  <a:pt x="1715515" y="3895979"/>
                </a:moveTo>
                <a:lnTo>
                  <a:pt x="1696465" y="3895979"/>
                </a:lnTo>
                <a:lnTo>
                  <a:pt x="1696465" y="3972179"/>
                </a:lnTo>
                <a:lnTo>
                  <a:pt x="1715515" y="3972179"/>
                </a:lnTo>
                <a:lnTo>
                  <a:pt x="1715515" y="3895979"/>
                </a:lnTo>
                <a:close/>
              </a:path>
              <a:path w="1715769" h="4809490">
                <a:moveTo>
                  <a:pt x="1715515" y="3762629"/>
                </a:moveTo>
                <a:lnTo>
                  <a:pt x="1696465" y="3762629"/>
                </a:lnTo>
                <a:lnTo>
                  <a:pt x="1696465" y="3838829"/>
                </a:lnTo>
                <a:lnTo>
                  <a:pt x="1715515" y="3838829"/>
                </a:lnTo>
                <a:lnTo>
                  <a:pt x="1715515" y="3762629"/>
                </a:lnTo>
                <a:close/>
              </a:path>
              <a:path w="1715769" h="4809490">
                <a:moveTo>
                  <a:pt x="1715515" y="3629279"/>
                </a:moveTo>
                <a:lnTo>
                  <a:pt x="1696465" y="3629279"/>
                </a:lnTo>
                <a:lnTo>
                  <a:pt x="1696465" y="3705479"/>
                </a:lnTo>
                <a:lnTo>
                  <a:pt x="1715515" y="3705479"/>
                </a:lnTo>
                <a:lnTo>
                  <a:pt x="1715515" y="3629279"/>
                </a:lnTo>
                <a:close/>
              </a:path>
              <a:path w="1715769" h="4809490">
                <a:moveTo>
                  <a:pt x="1715515" y="3495929"/>
                </a:moveTo>
                <a:lnTo>
                  <a:pt x="1696465" y="3495929"/>
                </a:lnTo>
                <a:lnTo>
                  <a:pt x="1696465" y="3572129"/>
                </a:lnTo>
                <a:lnTo>
                  <a:pt x="1715515" y="3572129"/>
                </a:lnTo>
                <a:lnTo>
                  <a:pt x="1715515" y="3495929"/>
                </a:lnTo>
                <a:close/>
              </a:path>
              <a:path w="1715769" h="4809490">
                <a:moveTo>
                  <a:pt x="1715515" y="3362579"/>
                </a:moveTo>
                <a:lnTo>
                  <a:pt x="1696465" y="3362579"/>
                </a:lnTo>
                <a:lnTo>
                  <a:pt x="1696465" y="3438779"/>
                </a:lnTo>
                <a:lnTo>
                  <a:pt x="1715515" y="3438779"/>
                </a:lnTo>
                <a:lnTo>
                  <a:pt x="1715515" y="3362579"/>
                </a:lnTo>
                <a:close/>
              </a:path>
              <a:path w="1715769" h="4809490">
                <a:moveTo>
                  <a:pt x="1715515" y="3229229"/>
                </a:moveTo>
                <a:lnTo>
                  <a:pt x="1696465" y="3229229"/>
                </a:lnTo>
                <a:lnTo>
                  <a:pt x="1696465" y="3305429"/>
                </a:lnTo>
                <a:lnTo>
                  <a:pt x="1715515" y="3305429"/>
                </a:lnTo>
                <a:lnTo>
                  <a:pt x="1715515" y="3229229"/>
                </a:lnTo>
                <a:close/>
              </a:path>
              <a:path w="1715769" h="4809490">
                <a:moveTo>
                  <a:pt x="1715515" y="3095879"/>
                </a:moveTo>
                <a:lnTo>
                  <a:pt x="1696465" y="3095879"/>
                </a:lnTo>
                <a:lnTo>
                  <a:pt x="1696465" y="3172079"/>
                </a:lnTo>
                <a:lnTo>
                  <a:pt x="1715515" y="3172079"/>
                </a:lnTo>
                <a:lnTo>
                  <a:pt x="1715515" y="3095879"/>
                </a:lnTo>
                <a:close/>
              </a:path>
              <a:path w="1715769" h="4809490">
                <a:moveTo>
                  <a:pt x="1715515" y="2962529"/>
                </a:moveTo>
                <a:lnTo>
                  <a:pt x="1696465" y="2962529"/>
                </a:lnTo>
                <a:lnTo>
                  <a:pt x="1696465" y="3038729"/>
                </a:lnTo>
                <a:lnTo>
                  <a:pt x="1715515" y="3038729"/>
                </a:lnTo>
                <a:lnTo>
                  <a:pt x="1715515" y="2962529"/>
                </a:lnTo>
                <a:close/>
              </a:path>
              <a:path w="1715769" h="4809490">
                <a:moveTo>
                  <a:pt x="1715515" y="2829179"/>
                </a:moveTo>
                <a:lnTo>
                  <a:pt x="1696465" y="2829179"/>
                </a:lnTo>
                <a:lnTo>
                  <a:pt x="1696465" y="2905379"/>
                </a:lnTo>
                <a:lnTo>
                  <a:pt x="1715515" y="2905379"/>
                </a:lnTo>
                <a:lnTo>
                  <a:pt x="1715515" y="2829179"/>
                </a:lnTo>
                <a:close/>
              </a:path>
              <a:path w="1715769" h="4809490">
                <a:moveTo>
                  <a:pt x="1715515" y="2695829"/>
                </a:moveTo>
                <a:lnTo>
                  <a:pt x="1696465" y="2695829"/>
                </a:lnTo>
                <a:lnTo>
                  <a:pt x="1696465" y="2772029"/>
                </a:lnTo>
                <a:lnTo>
                  <a:pt x="1715515" y="2772029"/>
                </a:lnTo>
                <a:lnTo>
                  <a:pt x="1715515" y="2695829"/>
                </a:lnTo>
                <a:close/>
              </a:path>
              <a:path w="1715769" h="4809490">
                <a:moveTo>
                  <a:pt x="1715515" y="2562479"/>
                </a:moveTo>
                <a:lnTo>
                  <a:pt x="1696465" y="2562479"/>
                </a:lnTo>
                <a:lnTo>
                  <a:pt x="1696465" y="2638679"/>
                </a:lnTo>
                <a:lnTo>
                  <a:pt x="1715515" y="2638679"/>
                </a:lnTo>
                <a:lnTo>
                  <a:pt x="1715515" y="2562479"/>
                </a:lnTo>
                <a:close/>
              </a:path>
              <a:path w="1715769" h="4809490">
                <a:moveTo>
                  <a:pt x="1715515" y="2429129"/>
                </a:moveTo>
                <a:lnTo>
                  <a:pt x="1696465" y="2429129"/>
                </a:lnTo>
                <a:lnTo>
                  <a:pt x="1696465" y="2505329"/>
                </a:lnTo>
                <a:lnTo>
                  <a:pt x="1715515" y="2505329"/>
                </a:lnTo>
                <a:lnTo>
                  <a:pt x="1715515" y="2429129"/>
                </a:lnTo>
                <a:close/>
              </a:path>
              <a:path w="1715769" h="4809490">
                <a:moveTo>
                  <a:pt x="1715515" y="2295779"/>
                </a:moveTo>
                <a:lnTo>
                  <a:pt x="1696465" y="2295779"/>
                </a:lnTo>
                <a:lnTo>
                  <a:pt x="1696465" y="2371979"/>
                </a:lnTo>
                <a:lnTo>
                  <a:pt x="1715515" y="2371979"/>
                </a:lnTo>
                <a:lnTo>
                  <a:pt x="1715515" y="2295779"/>
                </a:lnTo>
                <a:close/>
              </a:path>
              <a:path w="1715769" h="4809490">
                <a:moveTo>
                  <a:pt x="1715515" y="2162429"/>
                </a:moveTo>
                <a:lnTo>
                  <a:pt x="1696465" y="2162429"/>
                </a:lnTo>
                <a:lnTo>
                  <a:pt x="1696465" y="2238629"/>
                </a:lnTo>
                <a:lnTo>
                  <a:pt x="1715515" y="2238629"/>
                </a:lnTo>
                <a:lnTo>
                  <a:pt x="1715515" y="2162429"/>
                </a:lnTo>
                <a:close/>
              </a:path>
              <a:path w="1715769" h="4809490">
                <a:moveTo>
                  <a:pt x="1715515" y="2029079"/>
                </a:moveTo>
                <a:lnTo>
                  <a:pt x="1696465" y="2029079"/>
                </a:lnTo>
                <a:lnTo>
                  <a:pt x="1696465" y="2105279"/>
                </a:lnTo>
                <a:lnTo>
                  <a:pt x="1715515" y="2105279"/>
                </a:lnTo>
                <a:lnTo>
                  <a:pt x="1715515" y="2029079"/>
                </a:lnTo>
                <a:close/>
              </a:path>
              <a:path w="1715769" h="4809490">
                <a:moveTo>
                  <a:pt x="1715515" y="1895729"/>
                </a:moveTo>
                <a:lnTo>
                  <a:pt x="1696465" y="1895729"/>
                </a:lnTo>
                <a:lnTo>
                  <a:pt x="1696465" y="1971929"/>
                </a:lnTo>
                <a:lnTo>
                  <a:pt x="1715515" y="1971929"/>
                </a:lnTo>
                <a:lnTo>
                  <a:pt x="1715515" y="1895729"/>
                </a:lnTo>
                <a:close/>
              </a:path>
              <a:path w="1715769" h="4809490">
                <a:moveTo>
                  <a:pt x="1715515" y="1762379"/>
                </a:moveTo>
                <a:lnTo>
                  <a:pt x="1696465" y="1762379"/>
                </a:lnTo>
                <a:lnTo>
                  <a:pt x="1696465" y="1838579"/>
                </a:lnTo>
                <a:lnTo>
                  <a:pt x="1715515" y="1838579"/>
                </a:lnTo>
                <a:lnTo>
                  <a:pt x="1715515" y="1762379"/>
                </a:lnTo>
                <a:close/>
              </a:path>
              <a:path w="1715769" h="4809490">
                <a:moveTo>
                  <a:pt x="1715515" y="1629029"/>
                </a:moveTo>
                <a:lnTo>
                  <a:pt x="1696465" y="1629029"/>
                </a:lnTo>
                <a:lnTo>
                  <a:pt x="1696465" y="1705229"/>
                </a:lnTo>
                <a:lnTo>
                  <a:pt x="1715515" y="1705229"/>
                </a:lnTo>
                <a:lnTo>
                  <a:pt x="1715515" y="1629029"/>
                </a:lnTo>
                <a:close/>
              </a:path>
              <a:path w="1715769" h="4809490">
                <a:moveTo>
                  <a:pt x="1715515" y="1495679"/>
                </a:moveTo>
                <a:lnTo>
                  <a:pt x="1696465" y="1495679"/>
                </a:lnTo>
                <a:lnTo>
                  <a:pt x="1696465" y="1571879"/>
                </a:lnTo>
                <a:lnTo>
                  <a:pt x="1715515" y="1571879"/>
                </a:lnTo>
                <a:lnTo>
                  <a:pt x="1715515" y="1495679"/>
                </a:lnTo>
                <a:close/>
              </a:path>
              <a:path w="1715769" h="4809490">
                <a:moveTo>
                  <a:pt x="1715515" y="1362329"/>
                </a:moveTo>
                <a:lnTo>
                  <a:pt x="1696465" y="1362329"/>
                </a:lnTo>
                <a:lnTo>
                  <a:pt x="1696465" y="1438529"/>
                </a:lnTo>
                <a:lnTo>
                  <a:pt x="1715515" y="1438529"/>
                </a:lnTo>
                <a:lnTo>
                  <a:pt x="1715515" y="1362329"/>
                </a:lnTo>
                <a:close/>
              </a:path>
              <a:path w="1715769" h="4809490">
                <a:moveTo>
                  <a:pt x="1715515" y="1228979"/>
                </a:moveTo>
                <a:lnTo>
                  <a:pt x="1696465" y="1228979"/>
                </a:lnTo>
                <a:lnTo>
                  <a:pt x="1696465" y="1305179"/>
                </a:lnTo>
                <a:lnTo>
                  <a:pt x="1715515" y="1305179"/>
                </a:lnTo>
                <a:lnTo>
                  <a:pt x="1715515" y="1228979"/>
                </a:lnTo>
                <a:close/>
              </a:path>
              <a:path w="1715769" h="4809490">
                <a:moveTo>
                  <a:pt x="1715515" y="1095629"/>
                </a:moveTo>
                <a:lnTo>
                  <a:pt x="1696465" y="1095629"/>
                </a:lnTo>
                <a:lnTo>
                  <a:pt x="1696465" y="1171829"/>
                </a:lnTo>
                <a:lnTo>
                  <a:pt x="1715515" y="1171829"/>
                </a:lnTo>
                <a:lnTo>
                  <a:pt x="1715515" y="1095629"/>
                </a:lnTo>
                <a:close/>
              </a:path>
              <a:path w="1715769" h="4809490">
                <a:moveTo>
                  <a:pt x="1715515" y="962279"/>
                </a:moveTo>
                <a:lnTo>
                  <a:pt x="1696465" y="962279"/>
                </a:lnTo>
                <a:lnTo>
                  <a:pt x="1696465" y="1038479"/>
                </a:lnTo>
                <a:lnTo>
                  <a:pt x="1715515" y="1038479"/>
                </a:lnTo>
                <a:lnTo>
                  <a:pt x="1715515" y="962279"/>
                </a:lnTo>
                <a:close/>
              </a:path>
              <a:path w="1715769" h="4809490">
                <a:moveTo>
                  <a:pt x="1715515" y="828929"/>
                </a:moveTo>
                <a:lnTo>
                  <a:pt x="1696465" y="828929"/>
                </a:lnTo>
                <a:lnTo>
                  <a:pt x="1696465" y="905129"/>
                </a:lnTo>
                <a:lnTo>
                  <a:pt x="1715515" y="905129"/>
                </a:lnTo>
                <a:lnTo>
                  <a:pt x="1715515" y="828929"/>
                </a:lnTo>
                <a:close/>
              </a:path>
              <a:path w="1715769" h="4809490">
                <a:moveTo>
                  <a:pt x="1715515" y="695579"/>
                </a:moveTo>
                <a:lnTo>
                  <a:pt x="1696465" y="695579"/>
                </a:lnTo>
                <a:lnTo>
                  <a:pt x="1696465" y="771779"/>
                </a:lnTo>
                <a:lnTo>
                  <a:pt x="1715515" y="771779"/>
                </a:lnTo>
                <a:lnTo>
                  <a:pt x="1715515" y="695579"/>
                </a:lnTo>
                <a:close/>
              </a:path>
              <a:path w="1715769" h="4809490">
                <a:moveTo>
                  <a:pt x="1715515" y="562229"/>
                </a:moveTo>
                <a:lnTo>
                  <a:pt x="1696465" y="562229"/>
                </a:lnTo>
                <a:lnTo>
                  <a:pt x="1696465" y="638429"/>
                </a:lnTo>
                <a:lnTo>
                  <a:pt x="1715515" y="638429"/>
                </a:lnTo>
                <a:lnTo>
                  <a:pt x="1715515" y="562229"/>
                </a:lnTo>
                <a:close/>
              </a:path>
              <a:path w="1715769" h="4809490">
                <a:moveTo>
                  <a:pt x="1715515" y="428879"/>
                </a:moveTo>
                <a:lnTo>
                  <a:pt x="1696465" y="428879"/>
                </a:lnTo>
                <a:lnTo>
                  <a:pt x="1696465" y="505079"/>
                </a:lnTo>
                <a:lnTo>
                  <a:pt x="1715515" y="505079"/>
                </a:lnTo>
                <a:lnTo>
                  <a:pt x="1715515" y="428879"/>
                </a:lnTo>
                <a:close/>
              </a:path>
              <a:path w="1715769" h="4809490">
                <a:moveTo>
                  <a:pt x="1715515" y="295529"/>
                </a:moveTo>
                <a:lnTo>
                  <a:pt x="1696465" y="295529"/>
                </a:lnTo>
                <a:lnTo>
                  <a:pt x="1696465" y="371729"/>
                </a:lnTo>
                <a:lnTo>
                  <a:pt x="1715515" y="371729"/>
                </a:lnTo>
                <a:lnTo>
                  <a:pt x="1715515" y="295529"/>
                </a:lnTo>
                <a:close/>
              </a:path>
              <a:path w="1715769" h="4809490">
                <a:moveTo>
                  <a:pt x="1715515" y="162179"/>
                </a:moveTo>
                <a:lnTo>
                  <a:pt x="1696465" y="162179"/>
                </a:lnTo>
                <a:lnTo>
                  <a:pt x="1696465" y="238379"/>
                </a:lnTo>
                <a:lnTo>
                  <a:pt x="1715515" y="238379"/>
                </a:lnTo>
                <a:lnTo>
                  <a:pt x="1715515" y="162179"/>
                </a:lnTo>
                <a:close/>
              </a:path>
              <a:path w="1715769" h="4809490">
                <a:moveTo>
                  <a:pt x="1696592" y="38226"/>
                </a:moveTo>
                <a:lnTo>
                  <a:pt x="1696465" y="105029"/>
                </a:lnTo>
                <a:lnTo>
                  <a:pt x="1715515" y="105029"/>
                </a:lnTo>
                <a:lnTo>
                  <a:pt x="1715515" y="47625"/>
                </a:lnTo>
                <a:lnTo>
                  <a:pt x="1705990" y="47625"/>
                </a:lnTo>
                <a:lnTo>
                  <a:pt x="1696592" y="38226"/>
                </a:lnTo>
                <a:close/>
              </a:path>
              <a:path w="1715769" h="4809490">
                <a:moveTo>
                  <a:pt x="1711198" y="28575"/>
                </a:moveTo>
                <a:lnTo>
                  <a:pt x="1696592" y="28575"/>
                </a:lnTo>
                <a:lnTo>
                  <a:pt x="1696592" y="38226"/>
                </a:lnTo>
                <a:lnTo>
                  <a:pt x="1705990" y="47625"/>
                </a:lnTo>
                <a:lnTo>
                  <a:pt x="1715515" y="47625"/>
                </a:lnTo>
                <a:lnTo>
                  <a:pt x="1715515" y="32893"/>
                </a:lnTo>
                <a:lnTo>
                  <a:pt x="1711198" y="28575"/>
                </a:lnTo>
                <a:close/>
              </a:path>
              <a:path w="1715769" h="4809490">
                <a:moveTo>
                  <a:pt x="1639442" y="28575"/>
                </a:moveTo>
                <a:lnTo>
                  <a:pt x="1563242" y="28575"/>
                </a:lnTo>
                <a:lnTo>
                  <a:pt x="1563242" y="47625"/>
                </a:lnTo>
                <a:lnTo>
                  <a:pt x="1639442" y="47625"/>
                </a:lnTo>
                <a:lnTo>
                  <a:pt x="1639442" y="28575"/>
                </a:lnTo>
                <a:close/>
              </a:path>
              <a:path w="1715769" h="4809490">
                <a:moveTo>
                  <a:pt x="1439290" y="0"/>
                </a:moveTo>
                <a:lnTo>
                  <a:pt x="1363090" y="38100"/>
                </a:lnTo>
                <a:lnTo>
                  <a:pt x="1439290" y="76200"/>
                </a:lnTo>
                <a:lnTo>
                  <a:pt x="1413890" y="38100"/>
                </a:lnTo>
                <a:lnTo>
                  <a:pt x="1439290" y="0"/>
                </a:lnTo>
                <a:close/>
              </a:path>
              <a:path w="1715769" h="4809490">
                <a:moveTo>
                  <a:pt x="1506092" y="28575"/>
                </a:moveTo>
                <a:lnTo>
                  <a:pt x="1429892" y="28575"/>
                </a:lnTo>
                <a:lnTo>
                  <a:pt x="1429892" y="47625"/>
                </a:lnTo>
                <a:lnTo>
                  <a:pt x="1506092" y="47625"/>
                </a:lnTo>
                <a:lnTo>
                  <a:pt x="1506092" y="28575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983488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Confluent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Platform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권장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및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최소</a:t>
            </a:r>
            <a:r>
              <a:rPr dirty="0" spc="-25">
                <a:solidFill>
                  <a:srgbClr val="173360"/>
                </a:solidFill>
              </a:rPr>
              <a:t> 사양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374362" y="9430308"/>
            <a:ext cx="2362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116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79450" y="1610613"/>
          <a:ext cx="16606519" cy="7981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1130"/>
                <a:gridCol w="1278890"/>
                <a:gridCol w="2512060"/>
                <a:gridCol w="2654300"/>
                <a:gridCol w="2657475"/>
                <a:gridCol w="1269365"/>
                <a:gridCol w="2193290"/>
                <a:gridCol w="1256030"/>
              </a:tblGrid>
              <a:tr h="2266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dirty="0" sz="1400" spc="-8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Component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ts val="1570"/>
                        </a:lnSpc>
                        <a:spcBef>
                          <a:spcPts val="12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운영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환경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권장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사양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  <a:spcBef>
                          <a:spcPts val="12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최소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dirty="0" sz="1400" spc="-1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사양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32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238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CPU(Core)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23189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Memory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2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Disk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수량(고가용성</a:t>
                      </a:r>
                      <a:r>
                        <a:rPr dirty="0" sz="1400" spc="-4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제공)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CPU(Core)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23189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Memory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dirty="0" sz="1400" spc="-2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Disk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23189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226695"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Controller(또는</a:t>
                      </a:r>
                      <a:r>
                        <a:rPr dirty="0" sz="1400" spc="-7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Zookeeper)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6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512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(SSD</a:t>
                      </a: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(SSD)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dirty="0" sz="1400" spc="-4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Broker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64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374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12</a:t>
                      </a:r>
                      <a:r>
                        <a:rPr dirty="0" sz="1400" spc="-3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TB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(24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X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TB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HDD</a:t>
                      </a:r>
                      <a:r>
                        <a:rPr dirty="0" sz="1400" spc="-4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disk.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RAID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10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 marL="635">
                        <a:lnSpc>
                          <a:spcPts val="1670"/>
                        </a:lnSpc>
                      </a:pP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 marL="28575" marR="2095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(온라인</a:t>
                      </a:r>
                      <a:r>
                        <a:rPr dirty="0" sz="1400" spc="-3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업그레이드/패치,</a:t>
                      </a:r>
                      <a:r>
                        <a:rPr dirty="0" sz="1400" spc="-4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장애를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고려하여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node를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285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374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TB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(HDD,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RAID</a:t>
                      </a:r>
                      <a:r>
                        <a:rPr dirty="0" sz="1400" spc="-4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3525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768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dirty="0" sz="1400" spc="-4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dirty="0" sz="1400" spc="-3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Center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(Web</a:t>
                      </a:r>
                      <a:r>
                        <a:rPr dirty="0" sz="1400" spc="-4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UI</a:t>
                      </a:r>
                      <a:r>
                        <a:rPr dirty="0" sz="1400" spc="-2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Admin/User</a:t>
                      </a:r>
                      <a:r>
                        <a:rPr dirty="0" sz="1400" spc="-3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Portal)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32</a:t>
                      </a:r>
                      <a:r>
                        <a:rPr dirty="0" sz="1400" spc="-3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(JVM</a:t>
                      </a:r>
                      <a:r>
                        <a:rPr dirty="0" sz="1400" spc="-3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default</a:t>
                      </a:r>
                      <a:r>
                        <a:rPr dirty="0" sz="1400" spc="-4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6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300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(SSD</a:t>
                      </a: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(관리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컴포넌트로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고가용성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제외)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250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(HDD,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RAID</a:t>
                      </a:r>
                      <a:r>
                        <a:rPr dirty="0" sz="1400" spc="-4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226695"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dirty="0" sz="1400" spc="-2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Registry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(HDD)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50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(HDD)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768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REST</a:t>
                      </a:r>
                      <a:r>
                        <a:rPr dirty="0" sz="1400" spc="-4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Proxy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735" marR="3048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32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GB(최소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2GB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Producer당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64MB</a:t>
                      </a:r>
                      <a:r>
                        <a:rPr dirty="0" sz="1400" spc="-4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dirty="0" sz="1400" spc="-4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Consumer당</a:t>
                      </a:r>
                      <a:r>
                        <a:rPr dirty="0" sz="1400" spc="-6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16MB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30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(HDD)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32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GB(최소</a:t>
                      </a:r>
                      <a:r>
                        <a:rPr dirty="0" sz="1400" spc="-4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2GB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+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 marL="98425" marR="90805" indent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Producer당</a:t>
                      </a:r>
                      <a:r>
                        <a:rPr dirty="0" sz="1400" spc="-6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64MB</a:t>
                      </a: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+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Consumer당</a:t>
                      </a:r>
                      <a:r>
                        <a:rPr dirty="0" sz="1400" spc="-7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16MB</a:t>
                      </a:r>
                      <a:r>
                        <a:rPr dirty="0" sz="1400" spc="-4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30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50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(HDD)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8191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226695"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ksqlDB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8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64GB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300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(SSD</a:t>
                      </a: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권장)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20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565"/>
                        </a:lnSpc>
                        <a:spcBef>
                          <a:spcPts val="120"/>
                        </a:spcBef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(SSD)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524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1330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90550" marR="583565" indent="139700">
                        <a:lnSpc>
                          <a:spcPct val="100000"/>
                        </a:lnSpc>
                      </a:pP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dirty="0" sz="1400" spc="-45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Connect </a:t>
                      </a:r>
                      <a:r>
                        <a:rPr dirty="0" sz="140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(Connect</a:t>
                      </a:r>
                      <a:r>
                        <a:rPr dirty="0" sz="1400" spc="-7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Worker)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E3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64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 marL="222885" marR="214629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(커넥터에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따라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0.5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heap</a:t>
                      </a:r>
                      <a:r>
                        <a:rPr dirty="0" sz="1400" spc="-4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size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조정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필요)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4922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(HDD)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node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400" spc="-5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r>
                        <a:rPr dirty="0" sz="1400" spc="-2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GB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50</a:t>
                      </a:r>
                      <a:r>
                        <a:rPr dirty="0" sz="1400" spc="-1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GB</a:t>
                      </a:r>
                      <a:r>
                        <a:rPr dirty="0" sz="1400" spc="-35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(SSD)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1EEDA"/>
                    </a:solidFill>
                  </a:tcPr>
                </a:tc>
              </a:tr>
              <a:tr h="1102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46100" marR="540385" indent="113664">
                        <a:lnSpc>
                          <a:spcPct val="100000"/>
                        </a:lnSpc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사이징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기준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예상 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처리량(Throughput)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42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운영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환경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권장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사양을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적용시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예상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처리량: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*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Broker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node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기준: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271145" indent="-134620">
                        <a:lnSpc>
                          <a:spcPct val="100000"/>
                        </a:lnSpc>
                        <a:buChar char="-"/>
                        <a:tabLst>
                          <a:tab pos="271145" algn="l"/>
                        </a:tabLst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예상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처리량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0.5GBps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271145" indent="-134620">
                        <a:lnSpc>
                          <a:spcPct val="100000"/>
                        </a:lnSpc>
                        <a:buChar char="-"/>
                        <a:tabLst>
                          <a:tab pos="271145" algn="l"/>
                        </a:tabLst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예상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가용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스토리지: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12.8TB(3벌</a:t>
                      </a:r>
                      <a:r>
                        <a:rPr dirty="0" sz="1400" spc="-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복제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기준)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1339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79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latin typeface="Malgun Gothic"/>
                          <a:cs typeface="Malgun Gothic"/>
                        </a:rPr>
                        <a:t>비고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278130" indent="-141605">
                        <a:lnSpc>
                          <a:spcPct val="100000"/>
                        </a:lnSpc>
                        <a:spcBef>
                          <a:spcPts val="305"/>
                        </a:spcBef>
                        <a:buChar char="*"/>
                        <a:tabLst>
                          <a:tab pos="278130" algn="l"/>
                        </a:tabLst>
                      </a:pPr>
                      <a:r>
                        <a:rPr dirty="0" sz="1400" b="1">
                          <a:latin typeface="Malgun Gothic"/>
                          <a:cs typeface="Malgun Gothic"/>
                        </a:rPr>
                        <a:t>최적화된</a:t>
                      </a:r>
                      <a:r>
                        <a:rPr dirty="0" sz="140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사이징을</a:t>
                      </a:r>
                      <a:r>
                        <a:rPr dirty="0" sz="140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위해서는</a:t>
                      </a:r>
                      <a:r>
                        <a:rPr dirty="0" sz="1400" spc="-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dirty="0" sz="1400" spc="-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Professional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Service를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이용하여</a:t>
                      </a:r>
                      <a:r>
                        <a:rPr dirty="0" sz="1400" spc="-5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요구사항,</a:t>
                      </a:r>
                      <a:r>
                        <a:rPr dirty="0" sz="1400" spc="-4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환경</a:t>
                      </a:r>
                      <a:r>
                        <a:rPr dirty="0" sz="1400" spc="-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분석</a:t>
                      </a:r>
                      <a:r>
                        <a:rPr dirty="0" sz="140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사이징/아키텍처</a:t>
                      </a:r>
                      <a:r>
                        <a:rPr dirty="0" sz="1400" spc="-6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디자인</a:t>
                      </a:r>
                      <a:r>
                        <a:rPr dirty="0" sz="1400" spc="-3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등의</a:t>
                      </a:r>
                      <a:r>
                        <a:rPr dirty="0" sz="1400" spc="-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컨설팅</a:t>
                      </a:r>
                      <a:r>
                        <a:rPr dirty="0" sz="1400" spc="-4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서비스를</a:t>
                      </a:r>
                      <a:r>
                        <a:rPr dirty="0" sz="1400" spc="-30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b="1">
                          <a:latin typeface="Malgun Gothic"/>
                          <a:cs typeface="Malgun Gothic"/>
                        </a:rPr>
                        <a:t>적극</a:t>
                      </a:r>
                      <a:r>
                        <a:rPr dirty="0" sz="1400" spc="-35" b="1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권장합니다.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273685" indent="-137160">
                        <a:lnSpc>
                          <a:spcPct val="100000"/>
                        </a:lnSpc>
                        <a:buChar char="*"/>
                        <a:tabLst>
                          <a:tab pos="273685" algn="l"/>
                        </a:tabLst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DISK의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용량은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Usable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size를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의미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합니다.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**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Disk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type</a:t>
                      </a:r>
                      <a:r>
                        <a:rPr dirty="0" sz="14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SSD로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표시된</a:t>
                      </a:r>
                      <a:r>
                        <a:rPr dirty="0" sz="140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경우</a:t>
                      </a:r>
                      <a:r>
                        <a:rPr dirty="0" sz="14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520MB/s의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Throughput을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권장합니다.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**</a:t>
                      </a:r>
                      <a:r>
                        <a:rPr dirty="0" sz="14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dirty="0" sz="1400" spc="-5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Broker의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Single</a:t>
                      </a:r>
                      <a:r>
                        <a:rPr dirty="0" sz="1400" spc="-5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volume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Throughput은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125MB/s로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RAID</a:t>
                      </a:r>
                      <a:r>
                        <a:rPr dirty="0" sz="1400" spc="-5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dirty="0" sz="14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구성으로</a:t>
                      </a:r>
                      <a:r>
                        <a:rPr dirty="0" sz="1400" spc="-5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600MB/s의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Throughput을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권장합니다.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**</a:t>
                      </a:r>
                      <a:r>
                        <a:rPr dirty="0" sz="1400" spc="-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목표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처리량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인프라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환경에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따라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구성에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보다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낮은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사양의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DISK로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운영도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가능합니다.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***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NIC는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10gE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35">
                          <a:latin typeface="Malgun Gothic"/>
                          <a:cs typeface="Malgun Gothic"/>
                        </a:rPr>
                        <a:t>기준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36525" marR="489584">
                        <a:lnSpc>
                          <a:spcPct val="100000"/>
                        </a:lnSpc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***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VM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node는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Host별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1대씩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배치를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권장합니다.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특히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Broker Node의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경우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성능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저하가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발생될</a:t>
                      </a:r>
                      <a:r>
                        <a:rPr dirty="0" sz="1400" spc="-1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있기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때문에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동일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호스트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배치되지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않는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구성이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25">
                          <a:latin typeface="Malgun Gothic"/>
                          <a:cs typeface="Malgun Gothic"/>
                        </a:rPr>
                        <a:t>반드시 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필요합니다.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Malgun Gothic"/>
                          <a:cs typeface="Malgun Gothic"/>
                        </a:rPr>
                        <a:t>****</a:t>
                      </a:r>
                      <a:r>
                        <a:rPr dirty="0" sz="1400" spc="-2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REST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Proxy의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메모리는</a:t>
                      </a:r>
                      <a:r>
                        <a:rPr dirty="0" sz="14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Producer당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64MB,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Consumer당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16MB</a:t>
                      </a:r>
                      <a:r>
                        <a:rPr dirty="0" sz="1400" spc="-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추가로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산정하여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사이즈를</a:t>
                      </a:r>
                      <a:r>
                        <a:rPr dirty="0" sz="1400" spc="-4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적용하는</a:t>
                      </a:r>
                      <a:r>
                        <a:rPr dirty="0" sz="1400" spc="-4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dirty="0" sz="1400" spc="-3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400" spc="-10">
                          <a:latin typeface="Malgun Gothic"/>
                          <a:cs typeface="Malgun Gothic"/>
                        </a:rPr>
                        <a:t>권장합니다.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387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945769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2.5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Center</a:t>
            </a:r>
            <a:r>
              <a:rPr dirty="0" spc="-3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기준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권장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구성</a:t>
            </a:r>
            <a:r>
              <a:rPr dirty="0" spc="-40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방안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374362" y="9430308"/>
            <a:ext cx="2362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117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2413" y="1678051"/>
            <a:ext cx="15842615" cy="1671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1F5F"/>
                </a:solidFill>
                <a:latin typeface="Arial"/>
                <a:cs typeface="Arial"/>
              </a:rPr>
              <a:t>2.5</a:t>
            </a:r>
            <a:r>
              <a:rPr dirty="0" sz="2800" spc="-6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1F5F"/>
                </a:solidFill>
                <a:latin typeface="Arial"/>
                <a:cs typeface="Arial"/>
              </a:rPr>
              <a:t>Data</a:t>
            </a:r>
            <a:r>
              <a:rPr dirty="0" sz="2800" spc="-2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1F5F"/>
                </a:solidFill>
                <a:latin typeface="Arial"/>
                <a:cs typeface="Arial"/>
              </a:rPr>
              <a:t>Center</a:t>
            </a:r>
            <a:r>
              <a:rPr dirty="0" sz="2800" spc="2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2800" spc="-40" b="1">
                <a:solidFill>
                  <a:srgbClr val="001F5F"/>
                </a:solidFill>
                <a:latin typeface="Gulim"/>
                <a:cs typeface="Gulim"/>
              </a:rPr>
              <a:t>구성안</a:t>
            </a:r>
            <a:r>
              <a:rPr dirty="0" sz="2800" spc="-40" b="1">
                <a:solidFill>
                  <a:srgbClr val="001F5F"/>
                </a:solidFill>
                <a:latin typeface="Arial"/>
                <a:cs typeface="Arial"/>
              </a:rPr>
              <a:t>(2.5</a:t>
            </a:r>
            <a:r>
              <a:rPr dirty="0" sz="2800" spc="-40" b="1">
                <a:solidFill>
                  <a:srgbClr val="001F5F"/>
                </a:solidFill>
                <a:latin typeface="Gulim"/>
                <a:cs typeface="Gulim"/>
              </a:rPr>
              <a:t>개</a:t>
            </a:r>
            <a:r>
              <a:rPr dirty="0" sz="2800" spc="-240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800" spc="-60" b="1">
                <a:solidFill>
                  <a:srgbClr val="001F5F"/>
                </a:solidFill>
                <a:latin typeface="Gulim"/>
                <a:cs typeface="Gulim"/>
              </a:rPr>
              <a:t>데이터</a:t>
            </a:r>
            <a:r>
              <a:rPr dirty="0" sz="2800" spc="-225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800" spc="-50" b="1">
                <a:solidFill>
                  <a:srgbClr val="001F5F"/>
                </a:solidFill>
                <a:latin typeface="Gulim"/>
                <a:cs typeface="Gulim"/>
              </a:rPr>
              <a:t>센터</a:t>
            </a:r>
            <a:r>
              <a:rPr dirty="0" sz="2800" spc="-220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800" spc="-25" b="1">
                <a:solidFill>
                  <a:srgbClr val="001F5F"/>
                </a:solidFill>
                <a:latin typeface="Gulim"/>
                <a:cs typeface="Gulim"/>
              </a:rPr>
              <a:t>기준</a:t>
            </a:r>
            <a:r>
              <a:rPr dirty="0" sz="2800" spc="-25" b="1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939"/>
              </a:spcBef>
              <a:buSzPct val="40000"/>
              <a:buFont typeface="Arial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최소</a:t>
            </a:r>
            <a:r>
              <a:rPr dirty="0" sz="20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4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개</a:t>
            </a:r>
            <a:r>
              <a:rPr dirty="0" sz="20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이상의</a:t>
            </a:r>
            <a:r>
              <a:rPr dirty="0" sz="20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Broker</a:t>
            </a:r>
            <a:r>
              <a:rPr dirty="0" sz="20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Gulim"/>
                <a:cs typeface="Gulim"/>
              </a:rPr>
              <a:t>필요</a:t>
            </a:r>
            <a:endParaRPr sz="2000">
              <a:latin typeface="Gulim"/>
              <a:cs typeface="Gulim"/>
            </a:endParaRPr>
          </a:p>
          <a:p>
            <a:pPr marL="240665" indent="-227965">
              <a:lnSpc>
                <a:spcPct val="100000"/>
              </a:lnSpc>
              <a:spcBef>
                <a:spcPts val="105"/>
              </a:spcBef>
              <a:buSzPct val="40000"/>
              <a:buChar char="•"/>
              <a:tabLst>
                <a:tab pos="240665" algn="l"/>
              </a:tabLst>
            </a:pP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5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개의</a:t>
            </a:r>
            <a:r>
              <a:rPr dirty="0" sz="20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Zookeeper(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또는</a:t>
            </a:r>
            <a:r>
              <a:rPr dirty="0" sz="2000" spc="-4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Controller)</a:t>
            </a:r>
            <a:r>
              <a:rPr dirty="0" sz="2000" spc="-3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노드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(1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개의</a:t>
            </a:r>
            <a:r>
              <a:rPr dirty="0" sz="2000" spc="-15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Zookeeper</a:t>
            </a:r>
            <a:r>
              <a:rPr dirty="0" sz="2000" spc="1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(또는</a:t>
            </a:r>
            <a:r>
              <a:rPr dirty="0" sz="20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Controller)</a:t>
            </a:r>
            <a:r>
              <a:rPr dirty="0" sz="2000" spc="-15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노드는</a:t>
            </a:r>
            <a:r>
              <a:rPr dirty="0" sz="2000" spc="-12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2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개의</a:t>
            </a:r>
            <a:r>
              <a:rPr dirty="0" sz="20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데이터</a:t>
            </a:r>
            <a:r>
              <a:rPr dirty="0" sz="2000" spc="-14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센터와</a:t>
            </a:r>
            <a:r>
              <a:rPr dirty="0" sz="20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별도의</a:t>
            </a:r>
            <a:r>
              <a:rPr dirty="0" sz="2000" spc="-13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네트워크</a:t>
            </a:r>
            <a:r>
              <a:rPr dirty="0" sz="2000" spc="-12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환경에</a:t>
            </a:r>
            <a:r>
              <a:rPr dirty="0" sz="2000" spc="-14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구성</a:t>
            </a:r>
            <a:r>
              <a:rPr dirty="0" sz="20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Gulim"/>
                <a:cs typeface="Gulim"/>
              </a:rPr>
              <a:t>필요</a:t>
            </a:r>
            <a:r>
              <a:rPr dirty="0" sz="2000" spc="-25">
                <a:solidFill>
                  <a:srgbClr val="221F1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360"/>
              </a:spcBef>
              <a:buSzPct val="40000"/>
              <a:buChar char="•"/>
              <a:tabLst>
                <a:tab pos="240665" algn="l"/>
                <a:tab pos="5347970" algn="l"/>
              </a:tabLst>
            </a:pP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Replication</a:t>
            </a:r>
            <a:r>
              <a:rPr dirty="0" sz="2000" spc="-6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factor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는</a:t>
            </a:r>
            <a:r>
              <a:rPr dirty="0" sz="2000" spc="-16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4,</a:t>
            </a:r>
            <a:r>
              <a:rPr dirty="0" sz="2000" spc="-5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21F1F"/>
                </a:solidFill>
                <a:latin typeface="Arial"/>
                <a:cs typeface="Arial"/>
              </a:rPr>
              <a:t>min.insync.replicas</a:t>
            </a:r>
            <a:r>
              <a:rPr dirty="0" sz="2000" spc="-10">
                <a:solidFill>
                  <a:srgbClr val="221F1F"/>
                </a:solidFill>
                <a:latin typeface="Gulim"/>
                <a:cs typeface="Gulim"/>
              </a:rPr>
              <a:t>는</a:t>
            </a:r>
            <a:r>
              <a:rPr dirty="0" sz="2000">
                <a:solidFill>
                  <a:srgbClr val="221F1F"/>
                </a:solidFill>
                <a:latin typeface="Gulim"/>
                <a:cs typeface="Gulim"/>
              </a:rPr>
              <a:t>	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3,</a:t>
            </a:r>
            <a:r>
              <a:rPr dirty="0" sz="2000" spc="-2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21F1F"/>
                </a:solidFill>
                <a:latin typeface="Arial"/>
                <a:cs typeface="Arial"/>
              </a:rPr>
              <a:t>acks=all</a:t>
            </a:r>
            <a:r>
              <a:rPr dirty="0" sz="2000" spc="-3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Gulim"/>
                <a:cs typeface="Gulim"/>
              </a:rPr>
              <a:t>구성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6366" y="3776058"/>
            <a:ext cx="13579458" cy="592569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57783" y="9796715"/>
            <a:ext cx="622998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5" i="1">
                <a:solidFill>
                  <a:srgbClr val="C00000"/>
                </a:solidFill>
                <a:latin typeface="MS Gothic"/>
                <a:cs typeface="MS Gothic"/>
              </a:rPr>
              <a:t>※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용량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30" i="1">
                <a:solidFill>
                  <a:srgbClr val="C00000"/>
                </a:solidFill>
                <a:latin typeface="Gulim"/>
                <a:cs typeface="Gulim"/>
              </a:rPr>
              <a:t>제약</a:t>
            </a:r>
            <a:r>
              <a:rPr dirty="0" sz="1100" spc="-30" i="1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dirty="0" sz="1100" spc="-2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00000"/>
                </a:solidFill>
                <a:latin typeface="Arial"/>
                <a:cs typeface="Arial"/>
              </a:rPr>
              <a:t>Replication</a:t>
            </a:r>
            <a:r>
              <a:rPr dirty="0" sz="1100" spc="4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C00000"/>
                </a:solidFill>
                <a:latin typeface="Arial"/>
                <a:cs typeface="Arial"/>
              </a:rPr>
              <a:t>factor</a:t>
            </a:r>
            <a:r>
              <a:rPr dirty="0" sz="1150" spc="-10" i="1">
                <a:solidFill>
                  <a:srgbClr val="C00000"/>
                </a:solidFill>
                <a:latin typeface="Gulim"/>
                <a:cs typeface="Gulim"/>
              </a:rPr>
              <a:t>는</a:t>
            </a:r>
            <a:r>
              <a:rPr dirty="0" sz="1150" spc="-12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spc="-35" i="1">
                <a:solidFill>
                  <a:srgbClr val="C00000"/>
                </a:solidFill>
                <a:latin typeface="Arial"/>
                <a:cs typeface="Arial"/>
              </a:rPr>
              <a:t>4</a:t>
            </a:r>
            <a:r>
              <a:rPr dirty="0" sz="1150" spc="-35" i="1">
                <a:solidFill>
                  <a:srgbClr val="C00000"/>
                </a:solidFill>
                <a:latin typeface="Gulim"/>
                <a:cs typeface="Gulim"/>
              </a:rPr>
              <a:t>로</a:t>
            </a:r>
            <a:r>
              <a:rPr dirty="0" sz="1150" spc="-7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설정하여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spc="-10" i="1">
                <a:solidFill>
                  <a:srgbClr val="C00000"/>
                </a:solidFill>
                <a:latin typeface="Arial"/>
                <a:cs typeface="Arial"/>
              </a:rPr>
              <a:t>Broker</a:t>
            </a:r>
            <a:r>
              <a:rPr dirty="0" sz="1150" spc="-10" i="1">
                <a:solidFill>
                  <a:srgbClr val="C00000"/>
                </a:solidFill>
                <a:latin typeface="Gulim"/>
                <a:cs typeface="Gulim"/>
              </a:rPr>
              <a:t>의</a:t>
            </a:r>
            <a:r>
              <a:rPr dirty="0" sz="1150" spc="-10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i="1">
                <a:solidFill>
                  <a:srgbClr val="C00000"/>
                </a:solidFill>
                <a:latin typeface="Arial"/>
                <a:cs typeface="Arial"/>
              </a:rPr>
              <a:t>Disk</a:t>
            </a:r>
            <a:r>
              <a:rPr dirty="0" sz="1100" spc="1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50" spc="-50" i="1">
                <a:solidFill>
                  <a:srgbClr val="C00000"/>
                </a:solidFill>
                <a:latin typeface="Gulim"/>
                <a:cs typeface="Gulim"/>
              </a:rPr>
              <a:t>기준</a:t>
            </a:r>
            <a:r>
              <a:rPr dirty="0" sz="1150" spc="-7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spc="-20" i="1">
                <a:solidFill>
                  <a:srgbClr val="C00000"/>
                </a:solidFill>
                <a:latin typeface="Arial"/>
                <a:cs typeface="Arial"/>
              </a:rPr>
              <a:t>1/4</a:t>
            </a:r>
            <a:r>
              <a:rPr dirty="0" sz="1150" spc="-20" i="1">
                <a:solidFill>
                  <a:srgbClr val="C00000"/>
                </a:solidFill>
                <a:latin typeface="Gulim"/>
                <a:cs typeface="Gulim"/>
              </a:rPr>
              <a:t>의</a:t>
            </a:r>
            <a:r>
              <a:rPr dirty="0" sz="1150" spc="-10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용량을</a:t>
            </a:r>
            <a:r>
              <a:rPr dirty="0" sz="1150" spc="-8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사용할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수</a:t>
            </a:r>
            <a:r>
              <a:rPr dirty="0" sz="1150" spc="-7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10" i="1">
                <a:solidFill>
                  <a:srgbClr val="C00000"/>
                </a:solidFill>
                <a:latin typeface="Gulim"/>
                <a:cs typeface="Gulim"/>
              </a:rPr>
              <a:t>있습니다</a:t>
            </a:r>
            <a:r>
              <a:rPr dirty="0" sz="1100" spc="-10" i="1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98715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3</a:t>
            </a:r>
            <a:r>
              <a:rPr dirty="0" spc="-2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Data</a:t>
            </a:r>
            <a:r>
              <a:rPr dirty="0" spc="-5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Center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기준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권장</a:t>
            </a:r>
            <a:r>
              <a:rPr dirty="0" spc="-3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구성</a:t>
            </a:r>
            <a:r>
              <a:rPr dirty="0" spc="-25">
                <a:solidFill>
                  <a:srgbClr val="173360"/>
                </a:solidFill>
              </a:rPr>
              <a:t> 방안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7374362" y="9430308"/>
            <a:ext cx="2362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118</a:t>
            </a:r>
            <a:endParaRPr sz="1000">
              <a:latin typeface="Malgun Gothic"/>
              <a:cs typeface="Malgun 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058" y="3623792"/>
            <a:ext cx="15810357" cy="550445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037336" y="1623694"/>
            <a:ext cx="14230350" cy="161099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000" b="1">
                <a:solidFill>
                  <a:srgbClr val="001F5F"/>
                </a:solidFill>
                <a:latin typeface="Arial"/>
                <a:cs typeface="Arial"/>
              </a:rPr>
              <a:t>3DC </a:t>
            </a:r>
            <a:r>
              <a:rPr dirty="0" sz="2000" spc="-20" b="1">
                <a:solidFill>
                  <a:srgbClr val="001F5F"/>
                </a:solidFill>
                <a:latin typeface="Gulim"/>
                <a:cs typeface="Gulim"/>
              </a:rPr>
              <a:t>모범</a:t>
            </a:r>
            <a:r>
              <a:rPr dirty="0" sz="2000" spc="-165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000" spc="-20" b="1">
                <a:solidFill>
                  <a:srgbClr val="001F5F"/>
                </a:solidFill>
                <a:latin typeface="Gulim"/>
                <a:cs typeface="Gulim"/>
              </a:rPr>
              <a:t>사례</a:t>
            </a:r>
            <a:r>
              <a:rPr dirty="0" sz="2000" spc="-170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000" spc="-25" b="1">
                <a:solidFill>
                  <a:srgbClr val="001F5F"/>
                </a:solidFill>
                <a:latin typeface="Gulim"/>
                <a:cs typeface="Gulim"/>
              </a:rPr>
              <a:t>구성안</a:t>
            </a:r>
            <a:r>
              <a:rPr dirty="0" sz="2000" spc="-25" b="1">
                <a:solidFill>
                  <a:srgbClr val="001F5F"/>
                </a:solidFill>
                <a:latin typeface="Arial"/>
                <a:cs typeface="Arial"/>
              </a:rPr>
              <a:t>(3</a:t>
            </a:r>
            <a:r>
              <a:rPr dirty="0" sz="2000" spc="-25" b="1">
                <a:solidFill>
                  <a:srgbClr val="001F5F"/>
                </a:solidFill>
                <a:latin typeface="Gulim"/>
                <a:cs typeface="Gulim"/>
              </a:rPr>
              <a:t>개</a:t>
            </a:r>
            <a:r>
              <a:rPr dirty="0" sz="2000" spc="-175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000" spc="-25" b="1">
                <a:solidFill>
                  <a:srgbClr val="001F5F"/>
                </a:solidFill>
                <a:latin typeface="Gulim"/>
                <a:cs typeface="Gulim"/>
              </a:rPr>
              <a:t>데이터</a:t>
            </a:r>
            <a:r>
              <a:rPr dirty="0" sz="2000" spc="-195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000" spc="-20" b="1">
                <a:solidFill>
                  <a:srgbClr val="001F5F"/>
                </a:solidFill>
                <a:latin typeface="Gulim"/>
                <a:cs typeface="Gulim"/>
              </a:rPr>
              <a:t>센터</a:t>
            </a:r>
            <a:r>
              <a:rPr dirty="0" sz="2000" spc="-170" b="1">
                <a:solidFill>
                  <a:srgbClr val="001F5F"/>
                </a:solidFill>
                <a:latin typeface="Gulim"/>
                <a:cs typeface="Gulim"/>
              </a:rPr>
              <a:t> </a:t>
            </a:r>
            <a:r>
              <a:rPr dirty="0" sz="2000" spc="-25" b="1">
                <a:solidFill>
                  <a:srgbClr val="001F5F"/>
                </a:solidFill>
                <a:latin typeface="Gulim"/>
                <a:cs typeface="Gulim"/>
              </a:rPr>
              <a:t>기준</a:t>
            </a:r>
            <a:r>
              <a:rPr dirty="0" sz="2000" spc="-25" b="1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060"/>
              </a:spcBef>
              <a:buSzPct val="50000"/>
              <a:buChar char="•"/>
              <a:tabLst>
                <a:tab pos="240665" algn="l"/>
              </a:tabLst>
            </a:pP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3DC</a:t>
            </a:r>
            <a:r>
              <a:rPr dirty="0" sz="1600" spc="-4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모범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사례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에는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3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개</a:t>
            </a:r>
            <a:r>
              <a:rPr dirty="0" sz="1600" spc="-13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이상의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데이터</a:t>
            </a:r>
            <a:r>
              <a:rPr dirty="0" sz="16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센터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간에</a:t>
            </a:r>
            <a:r>
              <a:rPr dirty="0" sz="16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3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개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이상의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데이터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Gulim"/>
                <a:cs typeface="Gulim"/>
              </a:rPr>
              <a:t>복사본이</a:t>
            </a:r>
            <a:r>
              <a:rPr dirty="0" sz="16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분산되어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있어</a:t>
            </a:r>
            <a:r>
              <a:rPr dirty="0" sz="16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데이터를</a:t>
            </a:r>
            <a:r>
              <a:rPr dirty="0" sz="16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안전하게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보호하고</a:t>
            </a:r>
            <a:r>
              <a:rPr dirty="0" sz="16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Arial"/>
                <a:cs typeface="Arial"/>
              </a:rPr>
              <a:t>Active-</a:t>
            </a: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Active</a:t>
            </a:r>
            <a:r>
              <a:rPr dirty="0" sz="1600" spc="-5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서비스</a:t>
            </a:r>
            <a:r>
              <a:rPr dirty="0" sz="16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운영이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25">
                <a:solidFill>
                  <a:srgbClr val="221F1F"/>
                </a:solidFill>
                <a:latin typeface="Gulim"/>
                <a:cs typeface="Gulim"/>
              </a:rPr>
              <a:t>가능</a:t>
            </a:r>
            <a:endParaRPr sz="1600">
              <a:latin typeface="Gulim"/>
              <a:cs typeface="Gulim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SzPct val="50000"/>
              <a:buChar char="•"/>
              <a:tabLst>
                <a:tab pos="240665" algn="l"/>
              </a:tabLst>
            </a:pP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HA/DR</a:t>
            </a:r>
            <a:r>
              <a:rPr dirty="0" sz="1600" spc="-6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전략에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대한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서비스형</a:t>
            </a:r>
            <a:r>
              <a:rPr dirty="0" sz="16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Gulim"/>
                <a:cs typeface="Gulim"/>
              </a:rPr>
              <a:t>토픽</a:t>
            </a:r>
            <a:r>
              <a:rPr dirty="0" sz="1600" spc="-10">
                <a:solidFill>
                  <a:srgbClr val="221F1F"/>
                </a:solidFill>
                <a:latin typeface="Arial"/>
                <a:cs typeface="Arial"/>
              </a:rPr>
              <a:t>(Topics-as-a-</a:t>
            </a: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Service)</a:t>
            </a:r>
            <a:r>
              <a:rPr dirty="0" sz="1600" spc="-1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접근</a:t>
            </a:r>
            <a:r>
              <a:rPr dirty="0" sz="16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방식을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제공하여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서비스</a:t>
            </a:r>
            <a:r>
              <a:rPr dirty="0" sz="16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Arial"/>
                <a:cs typeface="Arial"/>
              </a:rPr>
              <a:t>Application</a:t>
            </a:r>
            <a:r>
              <a:rPr dirty="0" sz="1600" spc="-10">
                <a:solidFill>
                  <a:srgbClr val="221F1F"/>
                </a:solidFill>
                <a:latin typeface="Gulim"/>
                <a:cs typeface="Gulim"/>
              </a:rPr>
              <a:t>의</a:t>
            </a:r>
            <a:r>
              <a:rPr dirty="0" sz="1600" spc="-12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부하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분산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및</a:t>
            </a:r>
            <a:r>
              <a:rPr dirty="0" sz="1600" spc="-12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서비스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가용성</a:t>
            </a: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,</a:t>
            </a:r>
            <a:r>
              <a:rPr dirty="0" sz="1600" spc="-1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비즈니스</a:t>
            </a:r>
            <a:r>
              <a:rPr dirty="0" sz="16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영속성을</a:t>
            </a:r>
            <a:r>
              <a:rPr dirty="0" sz="1600" spc="-10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25">
                <a:solidFill>
                  <a:srgbClr val="221F1F"/>
                </a:solidFill>
                <a:latin typeface="Gulim"/>
                <a:cs typeface="Gulim"/>
              </a:rPr>
              <a:t>제고</a:t>
            </a:r>
            <a:endParaRPr sz="1600">
              <a:latin typeface="Gulim"/>
              <a:cs typeface="Gulim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SzPct val="50000"/>
              <a:buChar char="•"/>
              <a:tabLst>
                <a:tab pos="240665" algn="l"/>
              </a:tabLst>
            </a:pP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Confluent</a:t>
            </a:r>
            <a:r>
              <a:rPr dirty="0" sz="1600" spc="-4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221F1F"/>
                </a:solidFill>
                <a:latin typeface="Arial"/>
                <a:cs typeface="Arial"/>
              </a:rPr>
              <a:t>Professional</a:t>
            </a:r>
            <a:r>
              <a:rPr dirty="0" sz="1600" spc="-35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Arial"/>
                <a:cs typeface="Arial"/>
              </a:rPr>
              <a:t>Service</a:t>
            </a:r>
            <a:r>
              <a:rPr dirty="0" sz="1600" spc="-10">
                <a:solidFill>
                  <a:srgbClr val="221F1F"/>
                </a:solidFill>
                <a:latin typeface="Gulim"/>
                <a:cs typeface="Gulim"/>
              </a:rPr>
              <a:t>를</a:t>
            </a:r>
            <a:r>
              <a:rPr dirty="0" sz="1600" spc="-12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통해</a:t>
            </a:r>
            <a:r>
              <a:rPr dirty="0" sz="1600" spc="-11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고객의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요구사항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및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환경을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Gulim"/>
                <a:cs typeface="Gulim"/>
              </a:rPr>
              <a:t>분석하여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최적의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Gulim"/>
                <a:cs typeface="Gulim"/>
              </a:rPr>
              <a:t>아키텍처와</a:t>
            </a:r>
            <a:r>
              <a:rPr dirty="0" sz="1600" spc="-10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10">
                <a:solidFill>
                  <a:srgbClr val="221F1F"/>
                </a:solidFill>
                <a:latin typeface="Gulim"/>
                <a:cs typeface="Gulim"/>
              </a:rPr>
              <a:t>애플리케이션</a:t>
            </a:r>
            <a:r>
              <a:rPr dirty="0" sz="1600" spc="-95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설계</a:t>
            </a:r>
            <a:r>
              <a:rPr dirty="0" sz="1600" spc="-114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>
                <a:solidFill>
                  <a:srgbClr val="221F1F"/>
                </a:solidFill>
                <a:latin typeface="Gulim"/>
                <a:cs typeface="Gulim"/>
              </a:rPr>
              <a:t>방안</a:t>
            </a:r>
            <a:r>
              <a:rPr dirty="0" sz="1600" spc="-110">
                <a:solidFill>
                  <a:srgbClr val="221F1F"/>
                </a:solidFill>
                <a:latin typeface="Gulim"/>
                <a:cs typeface="Gulim"/>
              </a:rPr>
              <a:t> </a:t>
            </a:r>
            <a:r>
              <a:rPr dirty="0" sz="1600" spc="-25">
                <a:solidFill>
                  <a:srgbClr val="221F1F"/>
                </a:solidFill>
                <a:latin typeface="Gulim"/>
                <a:cs typeface="Gulim"/>
              </a:rPr>
              <a:t>제공</a:t>
            </a:r>
            <a:endParaRPr sz="1600">
              <a:latin typeface="Gulim"/>
              <a:cs typeface="Guli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6253" y="9148710"/>
            <a:ext cx="1034478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5" i="1">
                <a:solidFill>
                  <a:srgbClr val="C00000"/>
                </a:solidFill>
                <a:latin typeface="MS Gothic"/>
                <a:cs typeface="MS Gothic"/>
              </a:rPr>
              <a:t>※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용량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30" i="1">
                <a:solidFill>
                  <a:srgbClr val="C00000"/>
                </a:solidFill>
                <a:latin typeface="Gulim"/>
                <a:cs typeface="Gulim"/>
              </a:rPr>
              <a:t>제약</a:t>
            </a:r>
            <a:r>
              <a:rPr dirty="0" sz="1100" spc="-30" i="1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dirty="0" sz="1100" spc="-2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00000"/>
                </a:solidFill>
                <a:latin typeface="Arial"/>
                <a:cs typeface="Arial"/>
              </a:rPr>
              <a:t>Replication</a:t>
            </a:r>
            <a:r>
              <a:rPr dirty="0" sz="1100" spc="3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C00000"/>
                </a:solidFill>
                <a:latin typeface="Arial"/>
                <a:cs typeface="Arial"/>
              </a:rPr>
              <a:t>factor</a:t>
            </a:r>
            <a:r>
              <a:rPr dirty="0" sz="1150" spc="-10" i="1">
                <a:solidFill>
                  <a:srgbClr val="C00000"/>
                </a:solidFill>
                <a:latin typeface="Gulim"/>
                <a:cs typeface="Gulim"/>
              </a:rPr>
              <a:t>는</a:t>
            </a:r>
            <a:r>
              <a:rPr dirty="0" sz="1150" spc="-13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spc="-35" i="1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dirty="0" sz="1150" spc="-35" i="1">
                <a:solidFill>
                  <a:srgbClr val="C00000"/>
                </a:solidFill>
                <a:latin typeface="Gulim"/>
                <a:cs typeface="Gulim"/>
              </a:rPr>
              <a:t>으로</a:t>
            </a:r>
            <a:r>
              <a:rPr dirty="0" sz="1150" spc="-7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설정하여</a:t>
            </a:r>
            <a:r>
              <a:rPr dirty="0" sz="1150" spc="-10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spc="-10" i="1">
                <a:solidFill>
                  <a:srgbClr val="C00000"/>
                </a:solidFill>
                <a:latin typeface="Arial"/>
                <a:cs typeface="Arial"/>
              </a:rPr>
              <a:t>Broker</a:t>
            </a:r>
            <a:r>
              <a:rPr dirty="0" sz="1150" spc="-10" i="1">
                <a:solidFill>
                  <a:srgbClr val="C00000"/>
                </a:solidFill>
                <a:latin typeface="Gulim"/>
                <a:cs typeface="Gulim"/>
              </a:rPr>
              <a:t>의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i="1">
                <a:solidFill>
                  <a:srgbClr val="C00000"/>
                </a:solidFill>
                <a:latin typeface="Arial"/>
                <a:cs typeface="Arial"/>
              </a:rPr>
              <a:t>Disk</a:t>
            </a:r>
            <a:r>
              <a:rPr dirty="0" sz="1100" spc="1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기준</a:t>
            </a:r>
            <a:r>
              <a:rPr dirty="0" sz="1150" spc="-8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00" spc="-20" i="1">
                <a:solidFill>
                  <a:srgbClr val="C00000"/>
                </a:solidFill>
                <a:latin typeface="Arial"/>
                <a:cs typeface="Arial"/>
              </a:rPr>
              <a:t>1/3</a:t>
            </a:r>
            <a:r>
              <a:rPr dirty="0" sz="1150" spc="-20" i="1">
                <a:solidFill>
                  <a:srgbClr val="C00000"/>
                </a:solidFill>
                <a:latin typeface="Gulim"/>
                <a:cs typeface="Gulim"/>
              </a:rPr>
              <a:t>의</a:t>
            </a:r>
            <a:r>
              <a:rPr dirty="0" sz="1150" spc="-8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용량을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사용할</a:t>
            </a:r>
            <a:r>
              <a:rPr dirty="0" sz="1150" spc="-8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수</a:t>
            </a:r>
            <a:r>
              <a:rPr dirty="0" sz="1150" spc="-7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45" i="1">
                <a:solidFill>
                  <a:srgbClr val="C00000"/>
                </a:solidFill>
                <a:latin typeface="Gulim"/>
                <a:cs typeface="Gulim"/>
              </a:rPr>
              <a:t>있습니다</a:t>
            </a:r>
            <a:r>
              <a:rPr dirty="0" sz="1100" spc="-45" i="1">
                <a:solidFill>
                  <a:srgbClr val="C00000"/>
                </a:solidFill>
                <a:latin typeface="Arial"/>
                <a:cs typeface="Arial"/>
              </a:rPr>
              <a:t>.</a:t>
            </a:r>
            <a:r>
              <a:rPr dirty="0" sz="1100" spc="-3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00000"/>
                </a:solidFill>
                <a:latin typeface="Arial"/>
                <a:cs typeface="Arial"/>
              </a:rPr>
              <a:t>Replication</a:t>
            </a:r>
            <a:r>
              <a:rPr dirty="0" sz="1100" spc="30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C00000"/>
                </a:solidFill>
                <a:latin typeface="Arial"/>
                <a:cs typeface="Arial"/>
              </a:rPr>
              <a:t>factor</a:t>
            </a:r>
            <a:r>
              <a:rPr dirty="0" sz="1100" spc="-2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구성에</a:t>
            </a:r>
            <a:r>
              <a:rPr dirty="0" sz="1150" spc="-8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따라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용량</a:t>
            </a:r>
            <a:r>
              <a:rPr dirty="0" sz="1150" spc="-8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제약이</a:t>
            </a:r>
            <a:r>
              <a:rPr dirty="0" sz="1150" spc="-8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0" i="1">
                <a:solidFill>
                  <a:srgbClr val="C00000"/>
                </a:solidFill>
                <a:latin typeface="Gulim"/>
                <a:cs typeface="Gulim"/>
              </a:rPr>
              <a:t>변경</a:t>
            </a:r>
            <a:r>
              <a:rPr dirty="0" sz="1150" spc="-7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0" i="1">
                <a:solidFill>
                  <a:srgbClr val="C00000"/>
                </a:solidFill>
                <a:latin typeface="Gulim"/>
                <a:cs typeface="Gulim"/>
              </a:rPr>
              <a:t>될</a:t>
            </a:r>
            <a:r>
              <a:rPr dirty="0" sz="1150" spc="-90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55" i="1">
                <a:solidFill>
                  <a:srgbClr val="C00000"/>
                </a:solidFill>
                <a:latin typeface="Gulim"/>
                <a:cs typeface="Gulim"/>
              </a:rPr>
              <a:t>수</a:t>
            </a:r>
            <a:r>
              <a:rPr dirty="0" sz="1150" spc="-75" i="1">
                <a:solidFill>
                  <a:srgbClr val="C00000"/>
                </a:solidFill>
                <a:latin typeface="Gulim"/>
                <a:cs typeface="Gulim"/>
              </a:rPr>
              <a:t> </a:t>
            </a:r>
            <a:r>
              <a:rPr dirty="0" sz="1150" spc="-10" i="1">
                <a:solidFill>
                  <a:srgbClr val="C00000"/>
                </a:solidFill>
                <a:latin typeface="Gulim"/>
                <a:cs typeface="Gulim"/>
              </a:rPr>
              <a:t>있습니다</a:t>
            </a:r>
            <a:r>
              <a:rPr dirty="0" sz="1100" spc="-10" i="1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53956" y="3392906"/>
            <a:ext cx="7583170" cy="6579870"/>
          </a:xfrm>
          <a:custGeom>
            <a:avLst/>
            <a:gdLst/>
            <a:ahLst/>
            <a:cxnLst/>
            <a:rect l="l" t="t" r="r" b="b"/>
            <a:pathLst>
              <a:path w="7583169" h="6579870">
                <a:moveTo>
                  <a:pt x="0" y="6579616"/>
                </a:moveTo>
                <a:lnTo>
                  <a:pt x="7582661" y="6579616"/>
                </a:lnTo>
                <a:lnTo>
                  <a:pt x="7582661" y="0"/>
                </a:lnTo>
                <a:lnTo>
                  <a:pt x="0" y="0"/>
                </a:lnTo>
                <a:lnTo>
                  <a:pt x="0" y="6579616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666096" y="3431794"/>
            <a:ext cx="3249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Decentralized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Model</a:t>
            </a:r>
            <a:r>
              <a:rPr dirty="0" sz="1600" spc="-20" b="1">
                <a:latin typeface="Arial"/>
                <a:cs typeface="Arial"/>
              </a:rPr>
              <a:t> (Cloud-</a:t>
            </a:r>
            <a:r>
              <a:rPr dirty="0" sz="1600" spc="-10" b="1">
                <a:latin typeface="Arial"/>
                <a:cs typeface="Arial"/>
              </a:rPr>
              <a:t>First)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521063" y="3093186"/>
            <a:ext cx="7300595" cy="4490720"/>
            <a:chOff x="9521063" y="3093186"/>
            <a:chExt cx="7300595" cy="4490720"/>
          </a:xfrm>
        </p:grpSpPr>
        <p:sp>
          <p:nvSpPr>
            <p:cNvPr id="5" name="object 5" descr=""/>
            <p:cNvSpPr/>
            <p:nvPr/>
          </p:nvSpPr>
          <p:spPr>
            <a:xfrm>
              <a:off x="10287508" y="4663566"/>
              <a:ext cx="2829560" cy="1222375"/>
            </a:xfrm>
            <a:custGeom>
              <a:avLst/>
              <a:gdLst/>
              <a:ahLst/>
              <a:cxnLst/>
              <a:rect l="l" t="t" r="r" b="b"/>
              <a:pathLst>
                <a:path w="2829559" h="1222375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2734055" y="0"/>
                  </a:lnTo>
                  <a:lnTo>
                    <a:pt x="2771120" y="7489"/>
                  </a:lnTo>
                  <a:lnTo>
                    <a:pt x="2801397" y="27908"/>
                  </a:lnTo>
                  <a:lnTo>
                    <a:pt x="2821816" y="58185"/>
                  </a:lnTo>
                  <a:lnTo>
                    <a:pt x="2829305" y="95250"/>
                  </a:lnTo>
                  <a:lnTo>
                    <a:pt x="2829305" y="1127125"/>
                  </a:lnTo>
                  <a:lnTo>
                    <a:pt x="2821816" y="1164169"/>
                  </a:lnTo>
                  <a:lnTo>
                    <a:pt x="2801397" y="1194403"/>
                  </a:lnTo>
                  <a:lnTo>
                    <a:pt x="2771120" y="1214778"/>
                  </a:lnTo>
                  <a:lnTo>
                    <a:pt x="2734055" y="1222248"/>
                  </a:lnTo>
                  <a:lnTo>
                    <a:pt x="95250" y="1222248"/>
                  </a:lnTo>
                  <a:lnTo>
                    <a:pt x="58185" y="1214778"/>
                  </a:lnTo>
                  <a:lnTo>
                    <a:pt x="27908" y="1194403"/>
                  </a:lnTo>
                  <a:lnTo>
                    <a:pt x="7489" y="1164169"/>
                  </a:lnTo>
                  <a:lnTo>
                    <a:pt x="0" y="1127125"/>
                  </a:lnTo>
                  <a:lnTo>
                    <a:pt x="0" y="95250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1063" y="3093186"/>
              <a:ext cx="380199" cy="30850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9740138" y="6947788"/>
              <a:ext cx="7076440" cy="0"/>
            </a:xfrm>
            <a:custGeom>
              <a:avLst/>
              <a:gdLst/>
              <a:ahLst/>
              <a:cxnLst/>
              <a:rect l="l" t="t" r="r" b="b"/>
              <a:pathLst>
                <a:path w="7076440" h="0">
                  <a:moveTo>
                    <a:pt x="0" y="0"/>
                  </a:moveTo>
                  <a:lnTo>
                    <a:pt x="7076185" y="0"/>
                  </a:lnTo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0209" y="7072325"/>
              <a:ext cx="291020" cy="23614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55857" y="7060983"/>
              <a:ext cx="354787" cy="26386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76452" y="7357427"/>
              <a:ext cx="239117" cy="225869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5230495" y="3386556"/>
            <a:ext cx="4031615" cy="6592570"/>
            <a:chOff x="5230495" y="3386556"/>
            <a:chExt cx="4031615" cy="6592570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74129" y="5304358"/>
              <a:ext cx="285940" cy="21950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236845" y="3392906"/>
              <a:ext cx="4018915" cy="6579870"/>
            </a:xfrm>
            <a:custGeom>
              <a:avLst/>
              <a:gdLst/>
              <a:ahLst/>
              <a:cxnLst/>
              <a:rect l="l" t="t" r="r" b="b"/>
              <a:pathLst>
                <a:path w="4018915" h="6579870">
                  <a:moveTo>
                    <a:pt x="0" y="6579616"/>
                  </a:moveTo>
                  <a:lnTo>
                    <a:pt x="4018787" y="6579616"/>
                  </a:lnTo>
                  <a:lnTo>
                    <a:pt x="4018787" y="0"/>
                  </a:lnTo>
                  <a:lnTo>
                    <a:pt x="0" y="0"/>
                  </a:lnTo>
                  <a:lnTo>
                    <a:pt x="0" y="6579616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516753" y="6952488"/>
              <a:ext cx="3539490" cy="1698625"/>
            </a:xfrm>
            <a:custGeom>
              <a:avLst/>
              <a:gdLst/>
              <a:ahLst/>
              <a:cxnLst/>
              <a:rect l="l" t="t" r="r" b="b"/>
              <a:pathLst>
                <a:path w="3539490" h="1698625">
                  <a:moveTo>
                    <a:pt x="3539363" y="0"/>
                  </a:moveTo>
                  <a:lnTo>
                    <a:pt x="0" y="0"/>
                  </a:lnTo>
                  <a:lnTo>
                    <a:pt x="0" y="1698116"/>
                  </a:lnTo>
                  <a:lnTo>
                    <a:pt x="3539363" y="1698116"/>
                  </a:lnTo>
                  <a:lnTo>
                    <a:pt x="3539363" y="0"/>
                  </a:lnTo>
                  <a:close/>
                </a:path>
              </a:pathLst>
            </a:custGeom>
            <a:solidFill>
              <a:srgbClr val="38CCEC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2008" y="8128495"/>
              <a:ext cx="448271" cy="36374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03367" y="7086104"/>
              <a:ext cx="351358" cy="28510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68696" y="7593876"/>
              <a:ext cx="420509" cy="341210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908253" y="3392906"/>
            <a:ext cx="4018915" cy="6579870"/>
          </a:xfrm>
          <a:custGeom>
            <a:avLst/>
            <a:gdLst/>
            <a:ahLst/>
            <a:cxnLst/>
            <a:rect l="l" t="t" r="r" b="b"/>
            <a:pathLst>
              <a:path w="4018915" h="6579870">
                <a:moveTo>
                  <a:pt x="0" y="6579616"/>
                </a:moveTo>
                <a:lnTo>
                  <a:pt x="4018788" y="6579616"/>
                </a:lnTo>
                <a:lnTo>
                  <a:pt x="4018788" y="0"/>
                </a:lnTo>
                <a:lnTo>
                  <a:pt x="0" y="0"/>
                </a:lnTo>
                <a:lnTo>
                  <a:pt x="0" y="6579616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19860" y="3431794"/>
            <a:ext cx="2708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Independent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Delivery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614424" y="4169409"/>
            <a:ext cx="2584450" cy="992505"/>
            <a:chOff x="1614424" y="4169409"/>
            <a:chExt cx="2584450" cy="992505"/>
          </a:xfrm>
        </p:grpSpPr>
        <p:sp>
          <p:nvSpPr>
            <p:cNvPr id="21" name="object 21" descr=""/>
            <p:cNvSpPr/>
            <p:nvPr/>
          </p:nvSpPr>
          <p:spPr>
            <a:xfrm>
              <a:off x="1620774" y="4175759"/>
              <a:ext cx="2571750" cy="979805"/>
            </a:xfrm>
            <a:custGeom>
              <a:avLst/>
              <a:gdLst/>
              <a:ahLst/>
              <a:cxnLst/>
              <a:rect l="l" t="t" r="r" b="b"/>
              <a:pathLst>
                <a:path w="2571750" h="979804">
                  <a:moveTo>
                    <a:pt x="0" y="37211"/>
                  </a:moveTo>
                  <a:lnTo>
                    <a:pt x="2921" y="22770"/>
                  </a:lnTo>
                  <a:lnTo>
                    <a:pt x="10890" y="10937"/>
                  </a:lnTo>
                  <a:lnTo>
                    <a:pt x="22717" y="2938"/>
                  </a:lnTo>
                  <a:lnTo>
                    <a:pt x="37211" y="0"/>
                  </a:lnTo>
                  <a:lnTo>
                    <a:pt x="2534285" y="0"/>
                  </a:lnTo>
                  <a:lnTo>
                    <a:pt x="2548778" y="2938"/>
                  </a:lnTo>
                  <a:lnTo>
                    <a:pt x="2560605" y="10937"/>
                  </a:lnTo>
                  <a:lnTo>
                    <a:pt x="2568575" y="22770"/>
                  </a:lnTo>
                  <a:lnTo>
                    <a:pt x="2571496" y="37211"/>
                  </a:lnTo>
                  <a:lnTo>
                    <a:pt x="2571496" y="942593"/>
                  </a:lnTo>
                  <a:lnTo>
                    <a:pt x="2568575" y="957087"/>
                  </a:lnTo>
                  <a:lnTo>
                    <a:pt x="2560605" y="968914"/>
                  </a:lnTo>
                  <a:lnTo>
                    <a:pt x="2548778" y="976883"/>
                  </a:lnTo>
                  <a:lnTo>
                    <a:pt x="2534285" y="979804"/>
                  </a:lnTo>
                  <a:lnTo>
                    <a:pt x="37211" y="979804"/>
                  </a:lnTo>
                  <a:lnTo>
                    <a:pt x="22717" y="976883"/>
                  </a:lnTo>
                  <a:lnTo>
                    <a:pt x="10890" y="968914"/>
                  </a:lnTo>
                  <a:lnTo>
                    <a:pt x="2920" y="957087"/>
                  </a:lnTo>
                  <a:lnTo>
                    <a:pt x="0" y="942593"/>
                  </a:lnTo>
                  <a:lnTo>
                    <a:pt x="0" y="37211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7507" y="4668723"/>
              <a:ext cx="344868" cy="279831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789810" y="4953761"/>
            <a:ext cx="5359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463926" y="4691507"/>
            <a:ext cx="930910" cy="227965"/>
            <a:chOff x="2463926" y="4691507"/>
            <a:chExt cx="930910" cy="227965"/>
          </a:xfrm>
        </p:grpSpPr>
        <p:sp>
          <p:nvSpPr>
            <p:cNvPr id="25" name="object 25" descr=""/>
            <p:cNvSpPr/>
            <p:nvPr/>
          </p:nvSpPr>
          <p:spPr>
            <a:xfrm>
              <a:off x="2470276" y="4697857"/>
              <a:ext cx="835660" cy="215265"/>
            </a:xfrm>
            <a:custGeom>
              <a:avLst/>
              <a:gdLst/>
              <a:ahLst/>
              <a:cxnLst/>
              <a:rect l="l" t="t" r="r" b="b"/>
              <a:pathLst>
                <a:path w="835660" h="215264">
                  <a:moveTo>
                    <a:pt x="835660" y="0"/>
                  </a:moveTo>
                  <a:lnTo>
                    <a:pt x="82550" y="0"/>
                  </a:lnTo>
                  <a:lnTo>
                    <a:pt x="50417" y="8447"/>
                  </a:lnTo>
                  <a:lnTo>
                    <a:pt x="24177" y="31480"/>
                  </a:lnTo>
                  <a:lnTo>
                    <a:pt x="6486" y="65633"/>
                  </a:lnTo>
                  <a:lnTo>
                    <a:pt x="0" y="107441"/>
                  </a:lnTo>
                  <a:lnTo>
                    <a:pt x="6486" y="149250"/>
                  </a:lnTo>
                  <a:lnTo>
                    <a:pt x="24177" y="183403"/>
                  </a:lnTo>
                  <a:lnTo>
                    <a:pt x="50417" y="206436"/>
                  </a:lnTo>
                  <a:lnTo>
                    <a:pt x="82550" y="214883"/>
                  </a:lnTo>
                  <a:lnTo>
                    <a:pt x="835660" y="214883"/>
                  </a:lnTo>
                  <a:lnTo>
                    <a:pt x="803453" y="206436"/>
                  </a:lnTo>
                  <a:lnTo>
                    <a:pt x="777176" y="183403"/>
                  </a:lnTo>
                  <a:lnTo>
                    <a:pt x="759471" y="149250"/>
                  </a:lnTo>
                  <a:lnTo>
                    <a:pt x="752983" y="107441"/>
                  </a:lnTo>
                  <a:lnTo>
                    <a:pt x="759471" y="65633"/>
                  </a:lnTo>
                  <a:lnTo>
                    <a:pt x="777176" y="31480"/>
                  </a:lnTo>
                  <a:lnTo>
                    <a:pt x="803453" y="8447"/>
                  </a:lnTo>
                  <a:lnTo>
                    <a:pt x="835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23259" y="4697857"/>
              <a:ext cx="165226" cy="214883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470276" y="4697857"/>
              <a:ext cx="918210" cy="215265"/>
            </a:xfrm>
            <a:custGeom>
              <a:avLst/>
              <a:gdLst/>
              <a:ahLst/>
              <a:cxnLst/>
              <a:rect l="l" t="t" r="r" b="b"/>
              <a:pathLst>
                <a:path w="918210" h="215264">
                  <a:moveTo>
                    <a:pt x="835660" y="214883"/>
                  </a:moveTo>
                  <a:lnTo>
                    <a:pt x="777176" y="183403"/>
                  </a:lnTo>
                  <a:lnTo>
                    <a:pt x="759471" y="149250"/>
                  </a:lnTo>
                  <a:lnTo>
                    <a:pt x="752983" y="107441"/>
                  </a:lnTo>
                  <a:lnTo>
                    <a:pt x="759471" y="65633"/>
                  </a:lnTo>
                  <a:lnTo>
                    <a:pt x="777176" y="31480"/>
                  </a:lnTo>
                  <a:lnTo>
                    <a:pt x="835660" y="0"/>
                  </a:lnTo>
                  <a:lnTo>
                    <a:pt x="867792" y="8447"/>
                  </a:lnTo>
                  <a:lnTo>
                    <a:pt x="894032" y="31480"/>
                  </a:lnTo>
                  <a:lnTo>
                    <a:pt x="911723" y="65633"/>
                  </a:lnTo>
                  <a:lnTo>
                    <a:pt x="918210" y="107441"/>
                  </a:lnTo>
                  <a:lnTo>
                    <a:pt x="911723" y="149250"/>
                  </a:lnTo>
                  <a:lnTo>
                    <a:pt x="894032" y="183403"/>
                  </a:lnTo>
                  <a:lnTo>
                    <a:pt x="867792" y="206436"/>
                  </a:lnTo>
                  <a:lnTo>
                    <a:pt x="835660" y="214883"/>
                  </a:lnTo>
                  <a:lnTo>
                    <a:pt x="82550" y="214883"/>
                  </a:lnTo>
                  <a:lnTo>
                    <a:pt x="50417" y="206436"/>
                  </a:lnTo>
                  <a:lnTo>
                    <a:pt x="24177" y="183403"/>
                  </a:lnTo>
                  <a:lnTo>
                    <a:pt x="6486" y="149250"/>
                  </a:lnTo>
                  <a:lnTo>
                    <a:pt x="0" y="107441"/>
                  </a:lnTo>
                  <a:lnTo>
                    <a:pt x="6486" y="65633"/>
                  </a:lnTo>
                  <a:lnTo>
                    <a:pt x="24177" y="31480"/>
                  </a:lnTo>
                  <a:lnTo>
                    <a:pt x="50417" y="8447"/>
                  </a:lnTo>
                  <a:lnTo>
                    <a:pt x="82550" y="0"/>
                  </a:lnTo>
                  <a:lnTo>
                    <a:pt x="835660" y="0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2698114" y="4943602"/>
            <a:ext cx="485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445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Message Broker(s)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496692" y="4354855"/>
            <a:ext cx="1406525" cy="548005"/>
            <a:chOff x="2496692" y="4354855"/>
            <a:chExt cx="1406525" cy="548005"/>
          </a:xfrm>
        </p:grpSpPr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69996" y="4586224"/>
              <a:ext cx="76200" cy="81406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70910" y="4584065"/>
              <a:ext cx="76200" cy="8153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96692" y="4354855"/>
              <a:ext cx="249936" cy="20266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95572" y="4734725"/>
              <a:ext cx="207175" cy="167601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3531742" y="4934839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432052" y="4017517"/>
            <a:ext cx="2943225" cy="620395"/>
            <a:chOff x="1432052" y="4017517"/>
            <a:chExt cx="2943225" cy="620395"/>
          </a:xfrm>
        </p:grpSpPr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2052" y="4017517"/>
              <a:ext cx="396913" cy="322072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55491" y="4234637"/>
              <a:ext cx="285940" cy="241477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50791" y="4470412"/>
              <a:ext cx="324269" cy="167119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4117213" y="4329810"/>
            <a:ext cx="194945" cy="306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5"/>
              </a:spcBef>
            </a:pPr>
            <a:r>
              <a:rPr dirty="0" sz="500" spc="-25" b="1">
                <a:latin typeface="Arial"/>
                <a:cs typeface="Arial"/>
              </a:rPr>
              <a:t>VM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500" spc="-10" b="1">
                <a:latin typeface="Arial"/>
                <a:cs typeface="Arial"/>
              </a:rPr>
              <a:t>Cloud</a:t>
            </a:r>
            <a:endParaRPr sz="500">
              <a:latin typeface="Arial"/>
              <a:cs typeface="Arial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2432685" y="4336160"/>
            <a:ext cx="956310" cy="240029"/>
          </a:xfrm>
          <a:custGeom>
            <a:avLst/>
            <a:gdLst/>
            <a:ahLst/>
            <a:cxnLst/>
            <a:rect l="l" t="t" r="r" b="b"/>
            <a:pathLst>
              <a:path w="956310" h="240029">
                <a:moveTo>
                  <a:pt x="39877" y="239649"/>
                </a:moveTo>
                <a:lnTo>
                  <a:pt x="24378" y="236505"/>
                </a:lnTo>
                <a:lnTo>
                  <a:pt x="11699" y="227933"/>
                </a:lnTo>
                <a:lnTo>
                  <a:pt x="3141" y="215217"/>
                </a:lnTo>
                <a:lnTo>
                  <a:pt x="0" y="199643"/>
                </a:lnTo>
                <a:lnTo>
                  <a:pt x="0" y="39877"/>
                </a:lnTo>
                <a:lnTo>
                  <a:pt x="3141" y="24378"/>
                </a:lnTo>
                <a:lnTo>
                  <a:pt x="11699" y="11699"/>
                </a:lnTo>
                <a:lnTo>
                  <a:pt x="24378" y="3141"/>
                </a:lnTo>
                <a:lnTo>
                  <a:pt x="39877" y="0"/>
                </a:lnTo>
              </a:path>
              <a:path w="956310" h="240029">
                <a:moveTo>
                  <a:pt x="915924" y="0"/>
                </a:moveTo>
                <a:lnTo>
                  <a:pt x="931423" y="3141"/>
                </a:lnTo>
                <a:lnTo>
                  <a:pt x="944102" y="11699"/>
                </a:lnTo>
                <a:lnTo>
                  <a:pt x="952660" y="24378"/>
                </a:lnTo>
                <a:lnTo>
                  <a:pt x="955801" y="39877"/>
                </a:lnTo>
                <a:lnTo>
                  <a:pt x="955801" y="199643"/>
                </a:lnTo>
                <a:lnTo>
                  <a:pt x="952660" y="215217"/>
                </a:lnTo>
                <a:lnTo>
                  <a:pt x="944102" y="227933"/>
                </a:lnTo>
                <a:lnTo>
                  <a:pt x="931423" y="236505"/>
                </a:lnTo>
                <a:lnTo>
                  <a:pt x="915924" y="239649"/>
                </a:lnTo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2001901" y="3979291"/>
            <a:ext cx="1276985" cy="615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LOB/Segment</a:t>
            </a:r>
            <a:r>
              <a:rPr dirty="0" sz="1050" spc="-50">
                <a:solidFill>
                  <a:srgbClr val="6A737A"/>
                </a:solidFill>
                <a:latin typeface="Arial"/>
                <a:cs typeface="Arial"/>
              </a:rPr>
              <a:t> A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50">
              <a:latin typeface="Arial"/>
              <a:cs typeface="Arial"/>
            </a:endParaRPr>
          </a:p>
          <a:p>
            <a:pPr marL="827405" marR="5080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6A737A"/>
                </a:solidFill>
                <a:latin typeface="Arial"/>
                <a:cs typeface="Arial"/>
              </a:rPr>
              <a:t>Event</a:t>
            </a:r>
            <a:r>
              <a:rPr dirty="0" sz="700" spc="50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A737A"/>
                </a:solidFill>
                <a:latin typeface="Arial"/>
                <a:cs typeface="Arial"/>
              </a:rPr>
              <a:t>Processing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16190" y="8380628"/>
            <a:ext cx="3597275" cy="129349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2870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810"/>
              </a:spcBef>
            </a:pPr>
            <a:r>
              <a:rPr dirty="0" sz="1050" spc="-20" b="1">
                <a:latin typeface="Arial"/>
                <a:cs typeface="Arial"/>
              </a:rPr>
              <a:t>Gaps:</a:t>
            </a:r>
            <a:endParaRPr sz="1050">
              <a:latin typeface="Arial"/>
              <a:cs typeface="Arial"/>
            </a:endParaRPr>
          </a:p>
          <a:p>
            <a:pPr marL="297180" indent="-186055">
              <a:lnSpc>
                <a:spcPct val="100000"/>
              </a:lnSpc>
              <a:spcBef>
                <a:spcPts val="640"/>
              </a:spcBef>
              <a:buSzPct val="114285"/>
              <a:buFont typeface="Calibri"/>
              <a:buChar char="•"/>
              <a:tabLst>
                <a:tab pos="297180" algn="l"/>
              </a:tabLst>
            </a:pPr>
            <a:r>
              <a:rPr dirty="0" sz="1050">
                <a:latin typeface="Malgun Gothic"/>
                <a:cs typeface="Malgun Gothic"/>
              </a:rPr>
              <a:t>플랫폼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운영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 엔지니어링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지원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 spc="-25">
                <a:latin typeface="Malgun Gothic"/>
                <a:cs typeface="Malgun Gothic"/>
              </a:rPr>
              <a:t>문제</a:t>
            </a:r>
            <a:endParaRPr sz="1050">
              <a:latin typeface="Malgun Gothic"/>
              <a:cs typeface="Malgun Gothic"/>
            </a:endParaRPr>
          </a:p>
          <a:p>
            <a:pPr marL="297180" marR="295275" indent="-186055">
              <a:lnSpc>
                <a:spcPts val="1900"/>
              </a:lnSpc>
              <a:spcBef>
                <a:spcPts val="150"/>
              </a:spcBef>
              <a:buSzPct val="114285"/>
              <a:buFont typeface="Calibri"/>
              <a:buChar char="•"/>
              <a:tabLst>
                <a:tab pos="297180" algn="l"/>
              </a:tabLst>
            </a:pPr>
            <a:r>
              <a:rPr dirty="0" sz="1050">
                <a:latin typeface="Malgun Gothic"/>
                <a:cs typeface="Malgun Gothic"/>
              </a:rPr>
              <a:t>자율성의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혜택을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상쇄하는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패턴과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 spc="-10">
                <a:latin typeface="Malgun Gothic"/>
                <a:cs typeface="Malgun Gothic"/>
              </a:rPr>
              <a:t>컴플라이언스의 </a:t>
            </a:r>
            <a:r>
              <a:rPr dirty="0" sz="1050">
                <a:latin typeface="Malgun Gothic"/>
                <a:cs typeface="Malgun Gothic"/>
              </a:rPr>
              <a:t>표준화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일관성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 spc="-25">
                <a:latin typeface="Malgun Gothic"/>
                <a:cs typeface="Malgun Gothic"/>
              </a:rPr>
              <a:t>결여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5516753" y="6952488"/>
            <a:ext cx="3539490" cy="1698625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582930" marR="341630">
              <a:lnSpc>
                <a:spcPts val="1250"/>
              </a:lnSpc>
              <a:spcBef>
                <a:spcPts val="1185"/>
              </a:spcBef>
            </a:pPr>
            <a:r>
              <a:rPr dirty="0" sz="1050">
                <a:latin typeface="Malgun Gothic"/>
                <a:cs typeface="Malgun Gothic"/>
              </a:rPr>
              <a:t>CoP(Community</a:t>
            </a:r>
            <a:r>
              <a:rPr dirty="0" sz="1050" spc="-6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of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Practice)에</a:t>
            </a:r>
            <a:r>
              <a:rPr dirty="0" sz="1050" spc="-1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의해</a:t>
            </a:r>
            <a:r>
              <a:rPr dirty="0" sz="1050" spc="-30">
                <a:latin typeface="Malgun Gothic"/>
                <a:cs typeface="Malgun Gothic"/>
              </a:rPr>
              <a:t> </a:t>
            </a:r>
            <a:r>
              <a:rPr dirty="0" sz="1050" spc="-25">
                <a:latin typeface="Malgun Gothic"/>
                <a:cs typeface="Malgun Gothic"/>
              </a:rPr>
              <a:t>정의된 </a:t>
            </a:r>
            <a:r>
              <a:rPr dirty="0" sz="1050">
                <a:latin typeface="Malgun Gothic"/>
                <a:cs typeface="Malgun Gothic"/>
              </a:rPr>
              <a:t>정책,</a:t>
            </a:r>
            <a:r>
              <a:rPr dirty="0" sz="1050" spc="-1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패턴,</a:t>
            </a:r>
            <a:r>
              <a:rPr dirty="0" sz="1050" spc="-1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기술</a:t>
            </a:r>
            <a:r>
              <a:rPr dirty="0" sz="1050" spc="-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 레퍼런스</a:t>
            </a:r>
            <a:r>
              <a:rPr dirty="0" sz="1050" spc="-20">
                <a:latin typeface="Malgun Gothic"/>
                <a:cs typeface="Malgun Gothic"/>
              </a:rPr>
              <a:t> 아키텍처</a:t>
            </a:r>
            <a:endParaRPr sz="1050">
              <a:latin typeface="Malgun Gothic"/>
              <a:cs typeface="Malgun Gothic"/>
            </a:endParaRPr>
          </a:p>
          <a:p>
            <a:pPr marL="605155" marR="607695">
              <a:lnSpc>
                <a:spcPts val="1250"/>
              </a:lnSpc>
              <a:spcBef>
                <a:spcPts val="1605"/>
              </a:spcBef>
            </a:pPr>
            <a:r>
              <a:rPr dirty="0" sz="1050">
                <a:latin typeface="Malgun Gothic"/>
                <a:cs typeface="Malgun Gothic"/>
              </a:rPr>
              <a:t>엔터프라이즈</a:t>
            </a:r>
            <a:r>
              <a:rPr dirty="0" sz="1050" spc="-3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기술지원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–</a:t>
            </a:r>
            <a:r>
              <a:rPr dirty="0" sz="1050" spc="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온보딩,</a:t>
            </a:r>
            <a:r>
              <a:rPr dirty="0" sz="1050" spc="-25">
                <a:latin typeface="Malgun Gothic"/>
                <a:cs typeface="Malgun Gothic"/>
              </a:rPr>
              <a:t> 운영, </a:t>
            </a:r>
            <a:r>
              <a:rPr dirty="0" sz="1050">
                <a:latin typeface="Malgun Gothic"/>
                <a:cs typeface="Malgun Gothic"/>
              </a:rPr>
              <a:t>모니터링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 </a:t>
            </a:r>
            <a:r>
              <a:rPr dirty="0" sz="1050" spc="-25">
                <a:latin typeface="Malgun Gothic"/>
                <a:cs typeface="Malgun Gothic"/>
              </a:rPr>
              <a:t>진단</a:t>
            </a:r>
            <a:endParaRPr sz="1050">
              <a:latin typeface="Malgun Gothic"/>
              <a:cs typeface="Malgun Gothic"/>
            </a:endParaRPr>
          </a:p>
          <a:p>
            <a:pPr marL="655955" marR="499745">
              <a:lnSpc>
                <a:spcPts val="1250"/>
              </a:lnSpc>
              <a:spcBef>
                <a:spcPts val="1680"/>
              </a:spcBef>
            </a:pPr>
            <a:r>
              <a:rPr dirty="0" sz="1050">
                <a:latin typeface="Malgun Gothic"/>
                <a:cs typeface="Malgun Gothic"/>
              </a:rPr>
              <a:t>중앙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집중식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관리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플랫폼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 </a:t>
            </a:r>
            <a:r>
              <a:rPr dirty="0" sz="1050" spc="-10">
                <a:latin typeface="Malgun Gothic"/>
                <a:cs typeface="Malgun Gothic"/>
              </a:rPr>
              <a:t>엔지니어링 </a:t>
            </a:r>
            <a:r>
              <a:rPr dirty="0" sz="1050" spc="-25">
                <a:latin typeface="Malgun Gothic"/>
                <a:cs typeface="Malgun Gothic"/>
              </a:rPr>
              <a:t>지원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5458967" y="8823997"/>
            <a:ext cx="3597275" cy="1010919"/>
          </a:xfrm>
          <a:custGeom>
            <a:avLst/>
            <a:gdLst/>
            <a:ahLst/>
            <a:cxnLst/>
            <a:rect l="l" t="t" r="r" b="b"/>
            <a:pathLst>
              <a:path w="3597275" h="1010920">
                <a:moveTo>
                  <a:pt x="3597274" y="0"/>
                </a:moveTo>
                <a:lnTo>
                  <a:pt x="0" y="0"/>
                </a:lnTo>
                <a:lnTo>
                  <a:pt x="0" y="1010348"/>
                </a:lnTo>
                <a:lnTo>
                  <a:pt x="3597274" y="1010348"/>
                </a:lnTo>
                <a:lnTo>
                  <a:pt x="35972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5570854" y="8847649"/>
            <a:ext cx="3239770" cy="105283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5"/>
              </a:spcBef>
            </a:pPr>
            <a:r>
              <a:rPr dirty="0" sz="1400" spc="-10" b="1">
                <a:latin typeface="Arial"/>
                <a:cs typeface="Arial"/>
              </a:rPr>
              <a:t>Gaps:</a:t>
            </a:r>
            <a:endParaRPr sz="1400">
              <a:latin typeface="Arial"/>
              <a:cs typeface="Arial"/>
            </a:endParaRPr>
          </a:p>
          <a:p>
            <a:pPr marL="185420" indent="-185420">
              <a:lnSpc>
                <a:spcPct val="100000"/>
              </a:lnSpc>
              <a:spcBef>
                <a:spcPts val="710"/>
              </a:spcBef>
              <a:buSzPct val="114285"/>
              <a:buFont typeface="Calibri"/>
              <a:buChar char="•"/>
              <a:tabLst>
                <a:tab pos="185420" algn="l"/>
              </a:tabLst>
            </a:pPr>
            <a:r>
              <a:rPr dirty="0" sz="1050">
                <a:latin typeface="Malgun Gothic"/>
                <a:cs typeface="Malgun Gothic"/>
              </a:rPr>
              <a:t>모놀리식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애플리케이션의</a:t>
            </a:r>
            <a:r>
              <a:rPr dirty="0" sz="1050" spc="-3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전환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 spc="-25">
                <a:latin typeface="Malgun Gothic"/>
                <a:cs typeface="Malgun Gothic"/>
              </a:rPr>
              <a:t>문제</a:t>
            </a:r>
            <a:endParaRPr sz="1050">
              <a:latin typeface="Malgun Gothic"/>
              <a:cs typeface="Malgun Gothic"/>
            </a:endParaRPr>
          </a:p>
          <a:p>
            <a:pPr marL="185420" marR="5080" indent="-186055">
              <a:lnSpc>
                <a:spcPct val="149500"/>
              </a:lnSpc>
              <a:spcBef>
                <a:spcPts val="15"/>
              </a:spcBef>
              <a:buSzPct val="114285"/>
              <a:buFont typeface="Calibri"/>
              <a:buChar char="•"/>
              <a:tabLst>
                <a:tab pos="185420" algn="l"/>
              </a:tabLst>
            </a:pPr>
            <a:r>
              <a:rPr dirty="0" sz="1050">
                <a:latin typeface="Malgun Gothic"/>
                <a:cs typeface="Malgun Gothic"/>
              </a:rPr>
              <a:t>엔터프라이즈</a:t>
            </a:r>
            <a:r>
              <a:rPr dirty="0" sz="1050" spc="-3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전체의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민첩성과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다양한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부문에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 spc="-25">
                <a:latin typeface="Malgun Gothic"/>
                <a:cs typeface="Malgun Gothic"/>
              </a:rPr>
              <a:t>걸쳐 </a:t>
            </a:r>
            <a:r>
              <a:rPr dirty="0" sz="1050">
                <a:latin typeface="Malgun Gothic"/>
                <a:cs typeface="Malgun Gothic"/>
              </a:rPr>
              <a:t>채택에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영향을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미칠 수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 spc="-25">
                <a:latin typeface="Malgun Gothic"/>
                <a:cs typeface="Malgun Gothic"/>
              </a:rPr>
              <a:t>있음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5439092" y="4733797"/>
            <a:ext cx="3651250" cy="2081530"/>
            <a:chOff x="5439092" y="4733797"/>
            <a:chExt cx="3651250" cy="2081530"/>
          </a:xfrm>
        </p:grpSpPr>
        <p:sp>
          <p:nvSpPr>
            <p:cNvPr id="47" name="object 47" descr=""/>
            <p:cNvSpPr/>
            <p:nvPr/>
          </p:nvSpPr>
          <p:spPr>
            <a:xfrm>
              <a:off x="5487923" y="6001511"/>
              <a:ext cx="3597275" cy="0"/>
            </a:xfrm>
            <a:custGeom>
              <a:avLst/>
              <a:gdLst/>
              <a:ahLst/>
              <a:cxnLst/>
              <a:rect l="l" t="t" r="r" b="b"/>
              <a:pathLst>
                <a:path w="3597275" h="0">
                  <a:moveTo>
                    <a:pt x="0" y="0"/>
                  </a:moveTo>
                  <a:lnTo>
                    <a:pt x="3597275" y="0"/>
                  </a:lnTo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58306" y="6070549"/>
              <a:ext cx="264566" cy="214680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05090" y="6098298"/>
              <a:ext cx="322541" cy="239890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4519" y="6489979"/>
              <a:ext cx="217378" cy="20533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5443854" y="6810374"/>
              <a:ext cx="3597275" cy="0"/>
            </a:xfrm>
            <a:custGeom>
              <a:avLst/>
              <a:gdLst/>
              <a:ahLst/>
              <a:cxnLst/>
              <a:rect l="l" t="t" r="r" b="b"/>
              <a:pathLst>
                <a:path w="3597275" h="0">
                  <a:moveTo>
                    <a:pt x="0" y="0"/>
                  </a:moveTo>
                  <a:lnTo>
                    <a:pt x="3597275" y="0"/>
                  </a:lnTo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22669" y="4733797"/>
              <a:ext cx="214134" cy="173736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/>
          <p:nvPr/>
        </p:nvSpPr>
        <p:spPr>
          <a:xfrm>
            <a:off x="6104254" y="6109842"/>
            <a:ext cx="804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6A737A"/>
                </a:solidFill>
                <a:latin typeface="Arial"/>
                <a:cs typeface="Arial"/>
              </a:rPr>
              <a:t>Event</a:t>
            </a:r>
            <a:r>
              <a:rPr dirty="0" sz="1000" spc="-3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A737A"/>
                </a:solidFill>
                <a:latin typeface="Arial"/>
                <a:cs typeface="Arial"/>
              </a:rPr>
              <a:t>Catalog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7569707" y="6072632"/>
            <a:ext cx="11436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6A737A"/>
                </a:solidFill>
                <a:latin typeface="Arial"/>
                <a:cs typeface="Arial"/>
              </a:rPr>
              <a:t>Security/Auditability/ Compliance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6098794" y="6521577"/>
            <a:ext cx="22967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6A737A"/>
                </a:solidFill>
                <a:latin typeface="Arial"/>
                <a:cs typeface="Arial"/>
              </a:rPr>
              <a:t>Standardization/Reliability/Maintainability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180066" y="7125461"/>
            <a:ext cx="804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6A737A"/>
                </a:solidFill>
                <a:latin typeface="Arial"/>
                <a:cs typeface="Arial"/>
              </a:rPr>
              <a:t>Event</a:t>
            </a:r>
            <a:r>
              <a:rPr dirty="0" sz="1000" spc="-3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A737A"/>
                </a:solidFill>
                <a:latin typeface="Arial"/>
                <a:cs typeface="Arial"/>
              </a:rPr>
              <a:t>Catalog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1956415" y="7092188"/>
            <a:ext cx="18903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6A737A"/>
                </a:solidFill>
                <a:latin typeface="Arial"/>
                <a:cs typeface="Arial"/>
              </a:rPr>
              <a:t>Security/ </a:t>
            </a:r>
            <a:r>
              <a:rPr dirty="0" sz="1000" spc="-10">
                <a:solidFill>
                  <a:srgbClr val="6A737A"/>
                </a:solidFill>
                <a:latin typeface="Arial"/>
                <a:cs typeface="Arial"/>
              </a:rPr>
              <a:t>Auditability/</a:t>
            </a:r>
            <a:r>
              <a:rPr dirty="0" sz="1000" spc="2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A737A"/>
                </a:solidFill>
                <a:latin typeface="Arial"/>
                <a:cs typeface="Arial"/>
              </a:rPr>
              <a:t>Compliance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12413879" y="7422939"/>
            <a:ext cx="63500" cy="1416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000" spc="-50">
                <a:solidFill>
                  <a:srgbClr val="6A737A"/>
                </a:solidFill>
                <a:latin typeface="Arial"/>
                <a:cs typeface="Arial"/>
              </a:rPr>
              <a:t>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9713658" y="7379309"/>
            <a:ext cx="7192009" cy="397510"/>
            <a:chOff x="9713658" y="7379309"/>
            <a:chExt cx="7192009" cy="397510"/>
          </a:xfrm>
        </p:grpSpPr>
        <p:sp>
          <p:nvSpPr>
            <p:cNvPr id="60" name="object 60" descr=""/>
            <p:cNvSpPr/>
            <p:nvPr/>
          </p:nvSpPr>
          <p:spPr>
            <a:xfrm>
              <a:off x="9718420" y="7771891"/>
              <a:ext cx="7182484" cy="0"/>
            </a:xfrm>
            <a:custGeom>
              <a:avLst/>
              <a:gdLst/>
              <a:ahLst/>
              <a:cxnLst/>
              <a:rect l="l" t="t" r="r" b="b"/>
              <a:pathLst>
                <a:path w="7182484" h="0">
                  <a:moveTo>
                    <a:pt x="0" y="0"/>
                  </a:moveTo>
                  <a:lnTo>
                    <a:pt x="7182104" y="0"/>
                  </a:lnTo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448723" y="7379309"/>
              <a:ext cx="257486" cy="218846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10156190" y="7405243"/>
            <a:ext cx="39903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664460" algn="l"/>
              </a:tabLst>
            </a:pPr>
            <a:r>
              <a:rPr dirty="0" baseline="2777" sz="1500" spc="-15">
                <a:solidFill>
                  <a:srgbClr val="6A737A"/>
                </a:solidFill>
                <a:latin typeface="Arial"/>
                <a:cs typeface="Arial"/>
              </a:rPr>
              <a:t>Standardization/Reliability/</a:t>
            </a:r>
            <a:r>
              <a:rPr dirty="0" baseline="2777" sz="1500" spc="172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baseline="2777" sz="1500" spc="-15">
                <a:solidFill>
                  <a:srgbClr val="6A737A"/>
                </a:solidFill>
                <a:latin typeface="Arial"/>
                <a:cs typeface="Arial"/>
              </a:rPr>
              <a:t>Maintainabilit</a:t>
            </a:r>
            <a:r>
              <a:rPr dirty="0" baseline="2777" sz="1500">
                <a:solidFill>
                  <a:srgbClr val="6A737A"/>
                </a:solidFill>
                <a:latin typeface="Arial"/>
                <a:cs typeface="Arial"/>
              </a:rPr>
              <a:t>	</a:t>
            </a:r>
            <a:r>
              <a:rPr dirty="0" sz="1000">
                <a:solidFill>
                  <a:srgbClr val="6A737A"/>
                </a:solidFill>
                <a:latin typeface="Arial"/>
                <a:cs typeface="Arial"/>
              </a:rPr>
              <a:t>LOB</a:t>
            </a:r>
            <a:r>
              <a:rPr dirty="0" sz="1000" spc="-2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A737A"/>
                </a:solidFill>
                <a:latin typeface="Arial"/>
                <a:cs typeface="Arial"/>
              </a:rPr>
              <a:t>Platform</a:t>
            </a:r>
            <a:r>
              <a:rPr dirty="0" sz="1000" spc="-2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A737A"/>
                </a:solidFill>
                <a:latin typeface="Arial"/>
                <a:cs typeface="Arial"/>
              </a:rPr>
              <a:t>Flexibility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9718167" y="7937627"/>
            <a:ext cx="7153909" cy="1092200"/>
            <a:chOff x="9718167" y="7937627"/>
            <a:chExt cx="7153909" cy="1092200"/>
          </a:xfrm>
        </p:grpSpPr>
        <p:sp>
          <p:nvSpPr>
            <p:cNvPr id="64" name="object 64" descr=""/>
            <p:cNvSpPr/>
            <p:nvPr/>
          </p:nvSpPr>
          <p:spPr>
            <a:xfrm>
              <a:off x="9718167" y="7937627"/>
              <a:ext cx="7153909" cy="1092200"/>
            </a:xfrm>
            <a:custGeom>
              <a:avLst/>
              <a:gdLst/>
              <a:ahLst/>
              <a:cxnLst/>
              <a:rect l="l" t="t" r="r" b="b"/>
              <a:pathLst>
                <a:path w="7153909" h="1092200">
                  <a:moveTo>
                    <a:pt x="7153909" y="0"/>
                  </a:moveTo>
                  <a:lnTo>
                    <a:pt x="0" y="0"/>
                  </a:lnTo>
                  <a:lnTo>
                    <a:pt x="0" y="1091882"/>
                  </a:lnTo>
                  <a:lnTo>
                    <a:pt x="7153909" y="1091882"/>
                  </a:lnTo>
                  <a:lnTo>
                    <a:pt x="7153909" y="0"/>
                  </a:lnTo>
                  <a:close/>
                </a:path>
              </a:pathLst>
            </a:custGeom>
            <a:solidFill>
              <a:srgbClr val="38CCEC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85248" y="8123186"/>
              <a:ext cx="351358" cy="285102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25278" y="8541296"/>
              <a:ext cx="420509" cy="341210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9718167" y="7937627"/>
            <a:ext cx="7153909" cy="109220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058545" marR="1475105" indent="-339090">
              <a:lnSpc>
                <a:spcPts val="3440"/>
              </a:lnSpc>
              <a:spcBef>
                <a:spcPts val="350"/>
              </a:spcBef>
            </a:pPr>
            <a:r>
              <a:rPr dirty="0" sz="1050">
                <a:latin typeface="Malgun Gothic"/>
                <a:cs typeface="Malgun Gothic"/>
              </a:rPr>
              <a:t>CoP(Community</a:t>
            </a:r>
            <a:r>
              <a:rPr dirty="0" sz="1050" spc="-5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of</a:t>
            </a:r>
            <a:r>
              <a:rPr dirty="0" sz="1050" spc="-1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Practice)에</a:t>
            </a:r>
            <a:r>
              <a:rPr dirty="0" sz="1050" spc="-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의해</a:t>
            </a:r>
            <a:r>
              <a:rPr dirty="0" sz="1050" spc="-1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정의된</a:t>
            </a:r>
            <a:r>
              <a:rPr dirty="0" sz="1050" spc="-1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정책,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패턴,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기술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</a:t>
            </a:r>
            <a:r>
              <a:rPr dirty="0" sz="1050" spc="-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레퍼런스</a:t>
            </a:r>
            <a:r>
              <a:rPr dirty="0" sz="1050" spc="-30">
                <a:latin typeface="Malgun Gothic"/>
                <a:cs typeface="Malgun Gothic"/>
              </a:rPr>
              <a:t> </a:t>
            </a:r>
            <a:r>
              <a:rPr dirty="0" sz="1050" spc="-20">
                <a:latin typeface="Malgun Gothic"/>
                <a:cs typeface="Malgun Gothic"/>
              </a:rPr>
              <a:t>아키텍처 </a:t>
            </a:r>
            <a:r>
              <a:rPr dirty="0" sz="1050">
                <a:latin typeface="Malgun Gothic"/>
                <a:cs typeface="Malgun Gothic"/>
              </a:rPr>
              <a:t>엔터프라이즈</a:t>
            </a:r>
            <a:r>
              <a:rPr dirty="0" sz="1050" spc="-3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기술지원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–</a:t>
            </a:r>
            <a:r>
              <a:rPr dirty="0" sz="1050" spc="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온보딩,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운영,</a:t>
            </a:r>
            <a:r>
              <a:rPr dirty="0" sz="1050" spc="-1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모니터링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 </a:t>
            </a:r>
            <a:r>
              <a:rPr dirty="0" sz="1050" spc="-25">
                <a:latin typeface="Malgun Gothic"/>
                <a:cs typeface="Malgun Gothic"/>
              </a:rPr>
              <a:t>진단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9728327" y="9209570"/>
            <a:ext cx="7154545" cy="58547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20015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945"/>
              </a:spcBef>
            </a:pPr>
            <a:r>
              <a:rPr dirty="0" sz="1400" spc="-10" b="1">
                <a:latin typeface="Arial"/>
                <a:cs typeface="Arial"/>
              </a:rPr>
              <a:t>Gaps:</a:t>
            </a:r>
            <a:endParaRPr sz="1400">
              <a:latin typeface="Arial"/>
              <a:cs typeface="Arial"/>
            </a:endParaRPr>
          </a:p>
          <a:p>
            <a:pPr marL="297815" indent="-185420">
              <a:lnSpc>
                <a:spcPct val="100000"/>
              </a:lnSpc>
              <a:spcBef>
                <a:spcPts val="710"/>
              </a:spcBef>
              <a:buSzPct val="114285"/>
              <a:buFont typeface="Calibri"/>
              <a:buChar char="•"/>
              <a:tabLst>
                <a:tab pos="297815" algn="l"/>
              </a:tabLst>
            </a:pPr>
            <a:r>
              <a:rPr dirty="0" sz="1050">
                <a:latin typeface="Malgun Gothic"/>
                <a:cs typeface="Malgun Gothic"/>
              </a:rPr>
              <a:t>엔터프라이즈</a:t>
            </a:r>
            <a:r>
              <a:rPr dirty="0" sz="1050" spc="-3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플랫폼만을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위한</a:t>
            </a:r>
            <a:r>
              <a:rPr dirty="0" sz="1050" spc="-1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중앙 집중식</a:t>
            </a:r>
            <a:r>
              <a:rPr dirty="0" sz="1050" spc="-25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관리 플랫폼</a:t>
            </a:r>
            <a:r>
              <a:rPr dirty="0" sz="1050" spc="-20">
                <a:latin typeface="Malgun Gothic"/>
                <a:cs typeface="Malgun Gothic"/>
              </a:rPr>
              <a:t> </a:t>
            </a:r>
            <a:r>
              <a:rPr dirty="0" sz="1050">
                <a:latin typeface="Malgun Gothic"/>
                <a:cs typeface="Malgun Gothic"/>
              </a:rPr>
              <a:t>및 엔지니어링</a:t>
            </a:r>
            <a:r>
              <a:rPr dirty="0" sz="1050" spc="-25">
                <a:latin typeface="Malgun Gothic"/>
                <a:cs typeface="Malgun Gothic"/>
              </a:rPr>
              <a:t> 지원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614424" y="4686046"/>
            <a:ext cx="2584450" cy="1954530"/>
            <a:chOff x="1614424" y="4686046"/>
            <a:chExt cx="2584450" cy="1954530"/>
          </a:xfrm>
        </p:grpSpPr>
        <p:pic>
          <p:nvPicPr>
            <p:cNvPr id="70" name="object 7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05685" y="4770501"/>
              <a:ext cx="100456" cy="76200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71291" y="4761230"/>
              <a:ext cx="100330" cy="76200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35502" y="4686046"/>
              <a:ext cx="207175" cy="167639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70122" y="4787430"/>
              <a:ext cx="207175" cy="167601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620774" y="5654294"/>
              <a:ext cx="2571750" cy="979805"/>
            </a:xfrm>
            <a:custGeom>
              <a:avLst/>
              <a:gdLst/>
              <a:ahLst/>
              <a:cxnLst/>
              <a:rect l="l" t="t" r="r" b="b"/>
              <a:pathLst>
                <a:path w="2571750" h="979804">
                  <a:moveTo>
                    <a:pt x="0" y="37083"/>
                  </a:moveTo>
                  <a:lnTo>
                    <a:pt x="2921" y="22663"/>
                  </a:lnTo>
                  <a:lnTo>
                    <a:pt x="10890" y="10874"/>
                  </a:lnTo>
                  <a:lnTo>
                    <a:pt x="22717" y="2919"/>
                  </a:lnTo>
                  <a:lnTo>
                    <a:pt x="37211" y="0"/>
                  </a:lnTo>
                  <a:lnTo>
                    <a:pt x="2534285" y="0"/>
                  </a:lnTo>
                  <a:lnTo>
                    <a:pt x="2548778" y="2919"/>
                  </a:lnTo>
                  <a:lnTo>
                    <a:pt x="2560605" y="10874"/>
                  </a:lnTo>
                  <a:lnTo>
                    <a:pt x="2568575" y="22663"/>
                  </a:lnTo>
                  <a:lnTo>
                    <a:pt x="2571496" y="37083"/>
                  </a:lnTo>
                  <a:lnTo>
                    <a:pt x="2571496" y="942466"/>
                  </a:lnTo>
                  <a:lnTo>
                    <a:pt x="2568575" y="956960"/>
                  </a:lnTo>
                  <a:lnTo>
                    <a:pt x="2560605" y="968787"/>
                  </a:lnTo>
                  <a:lnTo>
                    <a:pt x="2548778" y="976756"/>
                  </a:lnTo>
                  <a:lnTo>
                    <a:pt x="2534285" y="979677"/>
                  </a:lnTo>
                  <a:lnTo>
                    <a:pt x="37211" y="979677"/>
                  </a:lnTo>
                  <a:lnTo>
                    <a:pt x="22717" y="976756"/>
                  </a:lnTo>
                  <a:lnTo>
                    <a:pt x="10890" y="968787"/>
                  </a:lnTo>
                  <a:lnTo>
                    <a:pt x="2920" y="956960"/>
                  </a:lnTo>
                  <a:lnTo>
                    <a:pt x="0" y="942466"/>
                  </a:lnTo>
                  <a:lnTo>
                    <a:pt x="0" y="37083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7507" y="6147130"/>
              <a:ext cx="344868" cy="279831"/>
            </a:xfrm>
            <a:prstGeom prst="rect">
              <a:avLst/>
            </a:prstGeom>
          </p:spPr>
        </p:pic>
      </p:grpSp>
      <p:sp>
        <p:nvSpPr>
          <p:cNvPr id="76" name="object 76" descr=""/>
          <p:cNvSpPr txBox="1"/>
          <p:nvPr/>
        </p:nvSpPr>
        <p:spPr>
          <a:xfrm>
            <a:off x="6201155" y="5075333"/>
            <a:ext cx="57150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94"/>
              </a:lnSpc>
            </a:pPr>
            <a:r>
              <a:rPr dirty="0" sz="900" spc="-50">
                <a:solidFill>
                  <a:srgbClr val="6A737A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7" name="object 77" descr=""/>
          <p:cNvGrpSpPr/>
          <p:nvPr/>
        </p:nvGrpSpPr>
        <p:grpSpPr>
          <a:xfrm>
            <a:off x="6121146" y="4450334"/>
            <a:ext cx="1570990" cy="841375"/>
            <a:chOff x="6121146" y="4450334"/>
            <a:chExt cx="1570990" cy="841375"/>
          </a:xfrm>
        </p:grpSpPr>
        <p:sp>
          <p:nvSpPr>
            <p:cNvPr id="78" name="object 78" descr=""/>
            <p:cNvSpPr/>
            <p:nvPr/>
          </p:nvSpPr>
          <p:spPr>
            <a:xfrm>
              <a:off x="6767449" y="4818507"/>
              <a:ext cx="835660" cy="215265"/>
            </a:xfrm>
            <a:custGeom>
              <a:avLst/>
              <a:gdLst/>
              <a:ahLst/>
              <a:cxnLst/>
              <a:rect l="l" t="t" r="r" b="b"/>
              <a:pathLst>
                <a:path w="835659" h="215264">
                  <a:moveTo>
                    <a:pt x="835659" y="0"/>
                  </a:moveTo>
                  <a:lnTo>
                    <a:pt x="82676" y="0"/>
                  </a:lnTo>
                  <a:lnTo>
                    <a:pt x="50470" y="8429"/>
                  </a:lnTo>
                  <a:lnTo>
                    <a:pt x="24193" y="31432"/>
                  </a:lnTo>
                  <a:lnTo>
                    <a:pt x="6488" y="65579"/>
                  </a:lnTo>
                  <a:lnTo>
                    <a:pt x="0" y="107441"/>
                  </a:lnTo>
                  <a:lnTo>
                    <a:pt x="6488" y="149250"/>
                  </a:lnTo>
                  <a:lnTo>
                    <a:pt x="24193" y="183403"/>
                  </a:lnTo>
                  <a:lnTo>
                    <a:pt x="50470" y="206436"/>
                  </a:lnTo>
                  <a:lnTo>
                    <a:pt x="82676" y="214883"/>
                  </a:lnTo>
                  <a:lnTo>
                    <a:pt x="835659" y="214883"/>
                  </a:lnTo>
                  <a:lnTo>
                    <a:pt x="803507" y="206436"/>
                  </a:lnTo>
                  <a:lnTo>
                    <a:pt x="777224" y="183403"/>
                  </a:lnTo>
                  <a:lnTo>
                    <a:pt x="759489" y="149250"/>
                  </a:lnTo>
                  <a:lnTo>
                    <a:pt x="752982" y="107441"/>
                  </a:lnTo>
                  <a:lnTo>
                    <a:pt x="759489" y="65579"/>
                  </a:lnTo>
                  <a:lnTo>
                    <a:pt x="777224" y="31432"/>
                  </a:lnTo>
                  <a:lnTo>
                    <a:pt x="803507" y="8429"/>
                  </a:lnTo>
                  <a:lnTo>
                    <a:pt x="8356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520432" y="4818507"/>
              <a:ext cx="165226" cy="214883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6767449" y="4818507"/>
              <a:ext cx="918210" cy="215265"/>
            </a:xfrm>
            <a:custGeom>
              <a:avLst/>
              <a:gdLst/>
              <a:ahLst/>
              <a:cxnLst/>
              <a:rect l="l" t="t" r="r" b="b"/>
              <a:pathLst>
                <a:path w="918209" h="215264">
                  <a:moveTo>
                    <a:pt x="835659" y="214883"/>
                  </a:moveTo>
                  <a:lnTo>
                    <a:pt x="777224" y="183403"/>
                  </a:lnTo>
                  <a:lnTo>
                    <a:pt x="759489" y="149250"/>
                  </a:lnTo>
                  <a:lnTo>
                    <a:pt x="752982" y="107441"/>
                  </a:lnTo>
                  <a:lnTo>
                    <a:pt x="759489" y="65579"/>
                  </a:lnTo>
                  <a:lnTo>
                    <a:pt x="777224" y="31432"/>
                  </a:lnTo>
                  <a:lnTo>
                    <a:pt x="835659" y="0"/>
                  </a:lnTo>
                  <a:lnTo>
                    <a:pt x="867792" y="8429"/>
                  </a:lnTo>
                  <a:lnTo>
                    <a:pt x="894032" y="31432"/>
                  </a:lnTo>
                  <a:lnTo>
                    <a:pt x="911723" y="65579"/>
                  </a:lnTo>
                  <a:lnTo>
                    <a:pt x="918209" y="107441"/>
                  </a:lnTo>
                  <a:lnTo>
                    <a:pt x="911723" y="149250"/>
                  </a:lnTo>
                  <a:lnTo>
                    <a:pt x="894032" y="183403"/>
                  </a:lnTo>
                  <a:lnTo>
                    <a:pt x="867792" y="206436"/>
                  </a:lnTo>
                  <a:lnTo>
                    <a:pt x="835659" y="214883"/>
                  </a:lnTo>
                  <a:lnTo>
                    <a:pt x="82676" y="214883"/>
                  </a:lnTo>
                  <a:lnTo>
                    <a:pt x="50470" y="206436"/>
                  </a:lnTo>
                  <a:lnTo>
                    <a:pt x="24193" y="183403"/>
                  </a:lnTo>
                  <a:lnTo>
                    <a:pt x="6488" y="149250"/>
                  </a:lnTo>
                  <a:lnTo>
                    <a:pt x="0" y="107441"/>
                  </a:lnTo>
                  <a:lnTo>
                    <a:pt x="6488" y="65579"/>
                  </a:lnTo>
                  <a:lnTo>
                    <a:pt x="24193" y="31432"/>
                  </a:lnTo>
                  <a:lnTo>
                    <a:pt x="50470" y="8429"/>
                  </a:lnTo>
                  <a:lnTo>
                    <a:pt x="82676" y="0"/>
                  </a:lnTo>
                  <a:lnTo>
                    <a:pt x="835659" y="0"/>
                  </a:lnTo>
                </a:path>
              </a:pathLst>
            </a:custGeom>
            <a:ln w="126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24244" y="4818380"/>
              <a:ext cx="100456" cy="76200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67169" y="4706747"/>
              <a:ext cx="76200" cy="81533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46569" y="4704715"/>
              <a:ext cx="76200" cy="81534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6729857" y="4456684"/>
              <a:ext cx="956310" cy="240029"/>
            </a:xfrm>
            <a:custGeom>
              <a:avLst/>
              <a:gdLst/>
              <a:ahLst/>
              <a:cxnLst/>
              <a:rect l="l" t="t" r="r" b="b"/>
              <a:pathLst>
                <a:path w="956309" h="240029">
                  <a:moveTo>
                    <a:pt x="39877" y="239649"/>
                  </a:moveTo>
                  <a:lnTo>
                    <a:pt x="24378" y="236507"/>
                  </a:lnTo>
                  <a:lnTo>
                    <a:pt x="11699" y="227949"/>
                  </a:lnTo>
                  <a:lnTo>
                    <a:pt x="3141" y="215270"/>
                  </a:lnTo>
                  <a:lnTo>
                    <a:pt x="0" y="199770"/>
                  </a:lnTo>
                  <a:lnTo>
                    <a:pt x="0" y="40004"/>
                  </a:lnTo>
                  <a:lnTo>
                    <a:pt x="3141" y="24431"/>
                  </a:lnTo>
                  <a:lnTo>
                    <a:pt x="11699" y="11715"/>
                  </a:lnTo>
                  <a:lnTo>
                    <a:pt x="24378" y="3143"/>
                  </a:lnTo>
                  <a:lnTo>
                    <a:pt x="39877" y="0"/>
                  </a:lnTo>
                </a:path>
                <a:path w="956309" h="240029">
                  <a:moveTo>
                    <a:pt x="915924" y="0"/>
                  </a:moveTo>
                  <a:lnTo>
                    <a:pt x="931423" y="3143"/>
                  </a:lnTo>
                  <a:lnTo>
                    <a:pt x="944102" y="11715"/>
                  </a:lnTo>
                  <a:lnTo>
                    <a:pt x="952660" y="24431"/>
                  </a:lnTo>
                  <a:lnTo>
                    <a:pt x="955801" y="40004"/>
                  </a:lnTo>
                  <a:lnTo>
                    <a:pt x="955801" y="199770"/>
                  </a:lnTo>
                  <a:lnTo>
                    <a:pt x="952660" y="215270"/>
                  </a:lnTo>
                  <a:lnTo>
                    <a:pt x="944102" y="227949"/>
                  </a:lnTo>
                  <a:lnTo>
                    <a:pt x="931423" y="236507"/>
                  </a:lnTo>
                  <a:lnTo>
                    <a:pt x="915924" y="239649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93992" y="4485029"/>
              <a:ext cx="249935" cy="193015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21146" y="5075085"/>
              <a:ext cx="207175" cy="167601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81344" y="5123853"/>
              <a:ext cx="207175" cy="167601"/>
            </a:xfrm>
            <a:prstGeom prst="rect">
              <a:avLst/>
            </a:prstGeom>
          </p:spPr>
        </p:pic>
      </p:grpSp>
      <p:sp>
        <p:nvSpPr>
          <p:cNvPr id="88" name="object 88" descr=""/>
          <p:cNvSpPr txBox="1"/>
          <p:nvPr/>
        </p:nvSpPr>
        <p:spPr>
          <a:xfrm>
            <a:off x="5946394" y="5270753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5629655" y="4210303"/>
            <a:ext cx="2995295" cy="1367155"/>
            <a:chOff x="5629655" y="4210303"/>
            <a:chExt cx="2995295" cy="1367155"/>
          </a:xfrm>
        </p:grpSpPr>
        <p:sp>
          <p:nvSpPr>
            <p:cNvPr id="90" name="object 90" descr=""/>
            <p:cNvSpPr/>
            <p:nvPr/>
          </p:nvSpPr>
          <p:spPr>
            <a:xfrm>
              <a:off x="5789294" y="4348733"/>
              <a:ext cx="2829560" cy="1222375"/>
            </a:xfrm>
            <a:custGeom>
              <a:avLst/>
              <a:gdLst/>
              <a:ahLst/>
              <a:cxnLst/>
              <a:rect l="l" t="t" r="r" b="b"/>
              <a:pathLst>
                <a:path w="2829559" h="1222375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2734055" y="0"/>
                  </a:lnTo>
                  <a:lnTo>
                    <a:pt x="2771120" y="7489"/>
                  </a:lnTo>
                  <a:lnTo>
                    <a:pt x="2801397" y="27908"/>
                  </a:lnTo>
                  <a:lnTo>
                    <a:pt x="2821816" y="58185"/>
                  </a:lnTo>
                  <a:lnTo>
                    <a:pt x="2829305" y="95250"/>
                  </a:lnTo>
                  <a:lnTo>
                    <a:pt x="2829305" y="1127125"/>
                  </a:lnTo>
                  <a:lnTo>
                    <a:pt x="2821816" y="1164189"/>
                  </a:lnTo>
                  <a:lnTo>
                    <a:pt x="2801397" y="1194466"/>
                  </a:lnTo>
                  <a:lnTo>
                    <a:pt x="2771120" y="1214885"/>
                  </a:lnTo>
                  <a:lnTo>
                    <a:pt x="2734055" y="1222375"/>
                  </a:lnTo>
                  <a:lnTo>
                    <a:pt x="95250" y="1222375"/>
                  </a:lnTo>
                  <a:lnTo>
                    <a:pt x="58185" y="1214885"/>
                  </a:lnTo>
                  <a:lnTo>
                    <a:pt x="27908" y="1194466"/>
                  </a:lnTo>
                  <a:lnTo>
                    <a:pt x="7489" y="1164189"/>
                  </a:lnTo>
                  <a:lnTo>
                    <a:pt x="0" y="1127125"/>
                  </a:lnTo>
                  <a:lnTo>
                    <a:pt x="0" y="95250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29655" y="4210303"/>
              <a:ext cx="396913" cy="322072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524370" y="5035295"/>
              <a:ext cx="100329" cy="76200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89926" y="4778501"/>
              <a:ext cx="100456" cy="76200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790052" y="4995417"/>
              <a:ext cx="100329" cy="76200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93963" y="4656454"/>
              <a:ext cx="214134" cy="173736"/>
            </a:xfrm>
            <a:prstGeom prst="rect">
              <a:avLst/>
            </a:prstGeom>
          </p:spPr>
        </p:pic>
      </p:grpSp>
      <p:grpSp>
        <p:nvGrpSpPr>
          <p:cNvPr id="96" name="object 96" descr=""/>
          <p:cNvGrpSpPr/>
          <p:nvPr/>
        </p:nvGrpSpPr>
        <p:grpSpPr>
          <a:xfrm>
            <a:off x="13069951" y="4849621"/>
            <a:ext cx="1467485" cy="2440305"/>
            <a:chOff x="13069951" y="4849621"/>
            <a:chExt cx="1467485" cy="2440305"/>
          </a:xfrm>
        </p:grpSpPr>
        <p:pic>
          <p:nvPicPr>
            <p:cNvPr id="97" name="object 9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326510" y="7092436"/>
              <a:ext cx="210684" cy="197432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3069951" y="4849621"/>
              <a:ext cx="996950" cy="1383030"/>
            </a:xfrm>
            <a:custGeom>
              <a:avLst/>
              <a:gdLst/>
              <a:ahLst/>
              <a:cxnLst/>
              <a:rect l="l" t="t" r="r" b="b"/>
              <a:pathLst>
                <a:path w="996950" h="1383029">
                  <a:moveTo>
                    <a:pt x="88900" y="813816"/>
                  </a:moveTo>
                  <a:lnTo>
                    <a:pt x="67310" y="800531"/>
                  </a:lnTo>
                  <a:lnTo>
                    <a:pt x="71412" y="793877"/>
                  </a:lnTo>
                  <a:lnTo>
                    <a:pt x="84836" y="772160"/>
                  </a:lnTo>
                  <a:lnTo>
                    <a:pt x="0" y="764540"/>
                  </a:lnTo>
                  <a:lnTo>
                    <a:pt x="44831" y="836930"/>
                  </a:lnTo>
                  <a:lnTo>
                    <a:pt x="62344" y="808570"/>
                  </a:lnTo>
                  <a:lnTo>
                    <a:pt x="83947" y="821944"/>
                  </a:lnTo>
                  <a:lnTo>
                    <a:pt x="88900" y="813816"/>
                  </a:lnTo>
                  <a:close/>
                </a:path>
                <a:path w="996950" h="1383029">
                  <a:moveTo>
                    <a:pt x="139827" y="383921"/>
                  </a:moveTo>
                  <a:lnTo>
                    <a:pt x="135509" y="375412"/>
                  </a:lnTo>
                  <a:lnTo>
                    <a:pt x="112801" y="386765"/>
                  </a:lnTo>
                  <a:lnTo>
                    <a:pt x="97904" y="356997"/>
                  </a:lnTo>
                  <a:lnTo>
                    <a:pt x="46850" y="425069"/>
                  </a:lnTo>
                  <a:lnTo>
                    <a:pt x="131953" y="425069"/>
                  </a:lnTo>
                  <a:lnTo>
                    <a:pt x="119875" y="400939"/>
                  </a:lnTo>
                  <a:lnTo>
                    <a:pt x="117068" y="395312"/>
                  </a:lnTo>
                  <a:lnTo>
                    <a:pt x="139827" y="383921"/>
                  </a:lnTo>
                  <a:close/>
                </a:path>
                <a:path w="996950" h="1383029">
                  <a:moveTo>
                    <a:pt x="145656" y="848868"/>
                  </a:moveTo>
                  <a:lnTo>
                    <a:pt x="113284" y="828929"/>
                  </a:lnTo>
                  <a:lnTo>
                    <a:pt x="108204" y="836930"/>
                  </a:lnTo>
                  <a:lnTo>
                    <a:pt x="140716" y="856996"/>
                  </a:lnTo>
                  <a:lnTo>
                    <a:pt x="145656" y="848868"/>
                  </a:lnTo>
                  <a:close/>
                </a:path>
                <a:path w="996950" h="1383029">
                  <a:moveTo>
                    <a:pt x="199504" y="354203"/>
                  </a:moveTo>
                  <a:lnTo>
                    <a:pt x="195199" y="345694"/>
                  </a:lnTo>
                  <a:lnTo>
                    <a:pt x="161150" y="362712"/>
                  </a:lnTo>
                  <a:lnTo>
                    <a:pt x="165354" y="371221"/>
                  </a:lnTo>
                  <a:lnTo>
                    <a:pt x="199504" y="354203"/>
                  </a:lnTo>
                  <a:close/>
                </a:path>
                <a:path w="996950" h="1383029">
                  <a:moveTo>
                    <a:pt x="202425" y="883920"/>
                  </a:moveTo>
                  <a:lnTo>
                    <a:pt x="169926" y="863981"/>
                  </a:lnTo>
                  <a:lnTo>
                    <a:pt x="164960" y="871982"/>
                  </a:lnTo>
                  <a:lnTo>
                    <a:pt x="197358" y="892048"/>
                  </a:lnTo>
                  <a:lnTo>
                    <a:pt x="202425" y="883920"/>
                  </a:lnTo>
                  <a:close/>
                </a:path>
                <a:path w="996950" h="1383029">
                  <a:moveTo>
                    <a:pt x="259080" y="918972"/>
                  </a:moveTo>
                  <a:lnTo>
                    <a:pt x="226695" y="899033"/>
                  </a:lnTo>
                  <a:lnTo>
                    <a:pt x="221729" y="907034"/>
                  </a:lnTo>
                  <a:lnTo>
                    <a:pt x="254127" y="927100"/>
                  </a:lnTo>
                  <a:lnTo>
                    <a:pt x="259080" y="918972"/>
                  </a:lnTo>
                  <a:close/>
                </a:path>
                <a:path w="996950" h="1383029">
                  <a:moveTo>
                    <a:pt x="259080" y="324358"/>
                  </a:moveTo>
                  <a:lnTo>
                    <a:pt x="254889" y="315849"/>
                  </a:lnTo>
                  <a:lnTo>
                    <a:pt x="220726" y="332867"/>
                  </a:lnTo>
                  <a:lnTo>
                    <a:pt x="225031" y="341376"/>
                  </a:lnTo>
                  <a:lnTo>
                    <a:pt x="259080" y="324358"/>
                  </a:lnTo>
                  <a:close/>
                </a:path>
                <a:path w="996950" h="1383029">
                  <a:moveTo>
                    <a:pt x="315849" y="954024"/>
                  </a:moveTo>
                  <a:lnTo>
                    <a:pt x="283464" y="934085"/>
                  </a:lnTo>
                  <a:lnTo>
                    <a:pt x="278384" y="942086"/>
                  </a:lnTo>
                  <a:lnTo>
                    <a:pt x="310769" y="962152"/>
                  </a:lnTo>
                  <a:lnTo>
                    <a:pt x="315849" y="954024"/>
                  </a:lnTo>
                  <a:close/>
                </a:path>
                <a:path w="996950" h="1383029">
                  <a:moveTo>
                    <a:pt x="318770" y="294640"/>
                  </a:moveTo>
                  <a:lnTo>
                    <a:pt x="314579" y="286004"/>
                  </a:lnTo>
                  <a:lnTo>
                    <a:pt x="280416" y="303022"/>
                  </a:lnTo>
                  <a:lnTo>
                    <a:pt x="284734" y="311658"/>
                  </a:lnTo>
                  <a:lnTo>
                    <a:pt x="318770" y="294640"/>
                  </a:lnTo>
                  <a:close/>
                </a:path>
                <a:path w="996950" h="1383029">
                  <a:moveTo>
                    <a:pt x="372491" y="989076"/>
                  </a:moveTo>
                  <a:lnTo>
                    <a:pt x="340106" y="969137"/>
                  </a:lnTo>
                  <a:lnTo>
                    <a:pt x="335153" y="977138"/>
                  </a:lnTo>
                  <a:lnTo>
                    <a:pt x="367538" y="997204"/>
                  </a:lnTo>
                  <a:lnTo>
                    <a:pt x="372491" y="989076"/>
                  </a:lnTo>
                  <a:close/>
                </a:path>
                <a:path w="996950" h="1383029">
                  <a:moveTo>
                    <a:pt x="378460" y="264795"/>
                  </a:moveTo>
                  <a:lnTo>
                    <a:pt x="374142" y="256286"/>
                  </a:lnTo>
                  <a:lnTo>
                    <a:pt x="340106" y="273304"/>
                  </a:lnTo>
                  <a:lnTo>
                    <a:pt x="344297" y="281813"/>
                  </a:lnTo>
                  <a:lnTo>
                    <a:pt x="378460" y="264795"/>
                  </a:lnTo>
                  <a:close/>
                </a:path>
                <a:path w="996950" h="1383029">
                  <a:moveTo>
                    <a:pt x="429260" y="1024128"/>
                  </a:moveTo>
                  <a:lnTo>
                    <a:pt x="396875" y="1004189"/>
                  </a:lnTo>
                  <a:lnTo>
                    <a:pt x="391795" y="1012190"/>
                  </a:lnTo>
                  <a:lnTo>
                    <a:pt x="424180" y="1032256"/>
                  </a:lnTo>
                  <a:lnTo>
                    <a:pt x="429260" y="1024128"/>
                  </a:lnTo>
                  <a:close/>
                </a:path>
                <a:path w="996950" h="1383029">
                  <a:moveTo>
                    <a:pt x="438023" y="234950"/>
                  </a:moveTo>
                  <a:lnTo>
                    <a:pt x="433832" y="226441"/>
                  </a:lnTo>
                  <a:lnTo>
                    <a:pt x="399669" y="243459"/>
                  </a:lnTo>
                  <a:lnTo>
                    <a:pt x="403987" y="251968"/>
                  </a:lnTo>
                  <a:lnTo>
                    <a:pt x="438023" y="234950"/>
                  </a:lnTo>
                  <a:close/>
                </a:path>
                <a:path w="996950" h="1383029">
                  <a:moveTo>
                    <a:pt x="485902" y="1059180"/>
                  </a:moveTo>
                  <a:lnTo>
                    <a:pt x="453517" y="1039241"/>
                  </a:lnTo>
                  <a:lnTo>
                    <a:pt x="448564" y="1047242"/>
                  </a:lnTo>
                  <a:lnTo>
                    <a:pt x="480949" y="1067308"/>
                  </a:lnTo>
                  <a:lnTo>
                    <a:pt x="485902" y="1059180"/>
                  </a:lnTo>
                  <a:close/>
                </a:path>
                <a:path w="996950" h="1383029">
                  <a:moveTo>
                    <a:pt x="497713" y="205232"/>
                  </a:moveTo>
                  <a:lnTo>
                    <a:pt x="493522" y="196723"/>
                  </a:lnTo>
                  <a:lnTo>
                    <a:pt x="459359" y="213741"/>
                  </a:lnTo>
                  <a:lnTo>
                    <a:pt x="463677" y="222250"/>
                  </a:lnTo>
                  <a:lnTo>
                    <a:pt x="497713" y="205232"/>
                  </a:lnTo>
                  <a:close/>
                </a:path>
                <a:path w="996950" h="1383029">
                  <a:moveTo>
                    <a:pt x="542671" y="1094232"/>
                  </a:moveTo>
                  <a:lnTo>
                    <a:pt x="510286" y="1074293"/>
                  </a:lnTo>
                  <a:lnTo>
                    <a:pt x="505206" y="1082421"/>
                  </a:lnTo>
                  <a:lnTo>
                    <a:pt x="537718" y="1102360"/>
                  </a:lnTo>
                  <a:lnTo>
                    <a:pt x="542671" y="1094232"/>
                  </a:lnTo>
                  <a:close/>
                </a:path>
                <a:path w="996950" h="1383029">
                  <a:moveTo>
                    <a:pt x="557403" y="175387"/>
                  </a:moveTo>
                  <a:lnTo>
                    <a:pt x="553085" y="166878"/>
                  </a:lnTo>
                  <a:lnTo>
                    <a:pt x="519049" y="183896"/>
                  </a:lnTo>
                  <a:lnTo>
                    <a:pt x="523240" y="192405"/>
                  </a:lnTo>
                  <a:lnTo>
                    <a:pt x="557403" y="175387"/>
                  </a:lnTo>
                  <a:close/>
                </a:path>
                <a:path w="996950" h="1383029">
                  <a:moveTo>
                    <a:pt x="599440" y="1129284"/>
                  </a:moveTo>
                  <a:lnTo>
                    <a:pt x="566928" y="1109345"/>
                  </a:lnTo>
                  <a:lnTo>
                    <a:pt x="561975" y="1117473"/>
                  </a:lnTo>
                  <a:lnTo>
                    <a:pt x="594360" y="1137412"/>
                  </a:lnTo>
                  <a:lnTo>
                    <a:pt x="599440" y="1129284"/>
                  </a:lnTo>
                  <a:close/>
                </a:path>
                <a:path w="996950" h="1383029">
                  <a:moveTo>
                    <a:pt x="616966" y="145669"/>
                  </a:moveTo>
                  <a:lnTo>
                    <a:pt x="612775" y="137160"/>
                  </a:lnTo>
                  <a:lnTo>
                    <a:pt x="578739" y="154178"/>
                  </a:lnTo>
                  <a:lnTo>
                    <a:pt x="582930" y="162687"/>
                  </a:lnTo>
                  <a:lnTo>
                    <a:pt x="616966" y="145669"/>
                  </a:lnTo>
                  <a:close/>
                </a:path>
                <a:path w="996950" h="1383029">
                  <a:moveTo>
                    <a:pt x="656082" y="1164336"/>
                  </a:moveTo>
                  <a:lnTo>
                    <a:pt x="623697" y="1144397"/>
                  </a:lnTo>
                  <a:lnTo>
                    <a:pt x="618744" y="1152525"/>
                  </a:lnTo>
                  <a:lnTo>
                    <a:pt x="651129" y="1172464"/>
                  </a:lnTo>
                  <a:lnTo>
                    <a:pt x="656082" y="1164336"/>
                  </a:lnTo>
                  <a:close/>
                </a:path>
                <a:path w="996950" h="1383029">
                  <a:moveTo>
                    <a:pt x="676656" y="115824"/>
                  </a:moveTo>
                  <a:lnTo>
                    <a:pt x="672465" y="107315"/>
                  </a:lnTo>
                  <a:lnTo>
                    <a:pt x="638302" y="124333"/>
                  </a:lnTo>
                  <a:lnTo>
                    <a:pt x="642620" y="132842"/>
                  </a:lnTo>
                  <a:lnTo>
                    <a:pt x="676656" y="115824"/>
                  </a:lnTo>
                  <a:close/>
                </a:path>
                <a:path w="996950" h="1383029">
                  <a:moveTo>
                    <a:pt x="712851" y="1199515"/>
                  </a:moveTo>
                  <a:lnTo>
                    <a:pt x="680466" y="1179449"/>
                  </a:lnTo>
                  <a:lnTo>
                    <a:pt x="675386" y="1187577"/>
                  </a:lnTo>
                  <a:lnTo>
                    <a:pt x="707771" y="1207516"/>
                  </a:lnTo>
                  <a:lnTo>
                    <a:pt x="712851" y="1199515"/>
                  </a:lnTo>
                  <a:close/>
                </a:path>
                <a:path w="996950" h="1383029">
                  <a:moveTo>
                    <a:pt x="736346" y="86106"/>
                  </a:moveTo>
                  <a:lnTo>
                    <a:pt x="732028" y="77470"/>
                  </a:lnTo>
                  <a:lnTo>
                    <a:pt x="697992" y="94615"/>
                  </a:lnTo>
                  <a:lnTo>
                    <a:pt x="702183" y="103124"/>
                  </a:lnTo>
                  <a:lnTo>
                    <a:pt x="736346" y="86106"/>
                  </a:lnTo>
                  <a:close/>
                </a:path>
                <a:path w="996950" h="1383029">
                  <a:moveTo>
                    <a:pt x="769493" y="1234567"/>
                  </a:moveTo>
                  <a:lnTo>
                    <a:pt x="737108" y="1214501"/>
                  </a:lnTo>
                  <a:lnTo>
                    <a:pt x="732155" y="1222629"/>
                  </a:lnTo>
                  <a:lnTo>
                    <a:pt x="764540" y="1242568"/>
                  </a:lnTo>
                  <a:lnTo>
                    <a:pt x="769493" y="1234567"/>
                  </a:lnTo>
                  <a:close/>
                </a:path>
                <a:path w="996950" h="1383029">
                  <a:moveTo>
                    <a:pt x="795909" y="56261"/>
                  </a:moveTo>
                  <a:lnTo>
                    <a:pt x="791718" y="47752"/>
                  </a:lnTo>
                  <a:lnTo>
                    <a:pt x="757682" y="64770"/>
                  </a:lnTo>
                  <a:lnTo>
                    <a:pt x="761873" y="73279"/>
                  </a:lnTo>
                  <a:lnTo>
                    <a:pt x="795909" y="56261"/>
                  </a:lnTo>
                  <a:close/>
                </a:path>
                <a:path w="996950" h="1383029">
                  <a:moveTo>
                    <a:pt x="826262" y="1269619"/>
                  </a:moveTo>
                  <a:lnTo>
                    <a:pt x="793877" y="1249553"/>
                  </a:lnTo>
                  <a:lnTo>
                    <a:pt x="788797" y="1257681"/>
                  </a:lnTo>
                  <a:lnTo>
                    <a:pt x="821309" y="1277620"/>
                  </a:lnTo>
                  <a:lnTo>
                    <a:pt x="826262" y="1269619"/>
                  </a:lnTo>
                  <a:close/>
                </a:path>
                <a:path w="996950" h="1383029">
                  <a:moveTo>
                    <a:pt x="855599" y="26416"/>
                  </a:moveTo>
                  <a:lnTo>
                    <a:pt x="851408" y="17907"/>
                  </a:lnTo>
                  <a:lnTo>
                    <a:pt x="817245" y="34925"/>
                  </a:lnTo>
                  <a:lnTo>
                    <a:pt x="821563" y="43434"/>
                  </a:lnTo>
                  <a:lnTo>
                    <a:pt x="855599" y="26416"/>
                  </a:lnTo>
                  <a:close/>
                </a:path>
                <a:path w="996950" h="1383029">
                  <a:moveTo>
                    <a:pt x="883031" y="1304671"/>
                  </a:moveTo>
                  <a:lnTo>
                    <a:pt x="850519" y="1284605"/>
                  </a:lnTo>
                  <a:lnTo>
                    <a:pt x="845566" y="1292733"/>
                  </a:lnTo>
                  <a:lnTo>
                    <a:pt x="877951" y="1312672"/>
                  </a:lnTo>
                  <a:lnTo>
                    <a:pt x="883031" y="1304671"/>
                  </a:lnTo>
                  <a:close/>
                </a:path>
                <a:path w="996950" h="1383029">
                  <a:moveTo>
                    <a:pt x="891413" y="8509"/>
                  </a:moveTo>
                  <a:lnTo>
                    <a:pt x="887222" y="0"/>
                  </a:lnTo>
                  <a:lnTo>
                    <a:pt x="876935" y="5207"/>
                  </a:lnTo>
                  <a:lnTo>
                    <a:pt x="881126" y="13716"/>
                  </a:lnTo>
                  <a:lnTo>
                    <a:pt x="891413" y="8509"/>
                  </a:lnTo>
                  <a:close/>
                </a:path>
                <a:path w="996950" h="1383029">
                  <a:moveTo>
                    <a:pt x="939673" y="1339723"/>
                  </a:moveTo>
                  <a:lnTo>
                    <a:pt x="907288" y="1319657"/>
                  </a:lnTo>
                  <a:lnTo>
                    <a:pt x="902208" y="1327785"/>
                  </a:lnTo>
                  <a:lnTo>
                    <a:pt x="934720" y="1347724"/>
                  </a:lnTo>
                  <a:lnTo>
                    <a:pt x="939673" y="1339723"/>
                  </a:lnTo>
                  <a:close/>
                </a:path>
                <a:path w="996950" h="1383029">
                  <a:moveTo>
                    <a:pt x="996442" y="1374775"/>
                  </a:moveTo>
                  <a:lnTo>
                    <a:pt x="964057" y="1354709"/>
                  </a:lnTo>
                  <a:lnTo>
                    <a:pt x="958977" y="1362837"/>
                  </a:lnTo>
                  <a:lnTo>
                    <a:pt x="991362" y="1382776"/>
                  </a:lnTo>
                  <a:lnTo>
                    <a:pt x="996442" y="1374775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13148183" y="5271261"/>
            <a:ext cx="70548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A737A"/>
                </a:solidFill>
                <a:latin typeface="Arial"/>
                <a:cs typeface="Arial"/>
              </a:rPr>
              <a:t>Replication</a:t>
            </a:r>
            <a:r>
              <a:rPr dirty="0" sz="900" spc="-4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6A737A"/>
                </a:solidFill>
                <a:latin typeface="Arial"/>
                <a:cs typeface="Arial"/>
              </a:rPr>
              <a:t>of </a:t>
            </a:r>
            <a:r>
              <a:rPr dirty="0" sz="900">
                <a:solidFill>
                  <a:srgbClr val="6A737A"/>
                </a:solidFill>
                <a:latin typeface="Arial"/>
                <a:cs typeface="Arial"/>
              </a:rPr>
              <a:t>Events</a:t>
            </a:r>
            <a:r>
              <a:rPr dirty="0" sz="900" spc="-1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6A737A"/>
                </a:solidFill>
                <a:latin typeface="Arial"/>
                <a:cs typeface="Arial"/>
              </a:rPr>
              <a:t>with </a:t>
            </a: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Enterprise Value</a:t>
            </a:r>
            <a:endParaRPr sz="900">
              <a:latin typeface="Arial"/>
              <a:cs typeface="Arial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14589887" y="7087616"/>
            <a:ext cx="2013585" cy="506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Declared</a:t>
            </a:r>
            <a:r>
              <a:rPr dirty="0" sz="1050" spc="-5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Criteria</a:t>
            </a:r>
            <a:r>
              <a:rPr dirty="0" sz="1050" spc="-4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for</a:t>
            </a:r>
            <a:r>
              <a:rPr dirty="0" sz="1050" spc="-4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6A737A"/>
                </a:solidFill>
                <a:latin typeface="Arial"/>
                <a:cs typeface="Arial"/>
              </a:rPr>
              <a:t>Performance </a:t>
            </a: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SLAs</a:t>
            </a:r>
            <a:r>
              <a:rPr dirty="0" sz="1050" spc="-3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and </a:t>
            </a:r>
            <a:r>
              <a:rPr dirty="0" sz="1050" spc="-10">
                <a:solidFill>
                  <a:srgbClr val="6A737A"/>
                </a:solidFill>
                <a:latin typeface="Arial"/>
                <a:cs typeface="Arial"/>
              </a:rPr>
              <a:t>Operability</a:t>
            </a:r>
            <a:r>
              <a:rPr dirty="0" sz="1050" spc="-15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that</a:t>
            </a:r>
            <a:r>
              <a:rPr dirty="0" sz="1050" spc="-10">
                <a:solidFill>
                  <a:srgbClr val="6A737A"/>
                </a:solidFill>
                <a:latin typeface="Arial"/>
                <a:cs typeface="Arial"/>
              </a:rPr>
              <a:t> govern </a:t>
            </a: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Infrastructure</a:t>
            </a:r>
            <a:r>
              <a:rPr dirty="0" sz="1050" spc="-5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6A737A"/>
                </a:solidFill>
                <a:latin typeface="Arial"/>
                <a:cs typeface="Arial"/>
              </a:rPr>
              <a:t>needs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1105306" y="1575562"/>
            <a:ext cx="15182850" cy="180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5260">
              <a:lnSpc>
                <a:spcPct val="110000"/>
              </a:lnSpc>
              <a:spcBef>
                <a:spcPts val="100"/>
              </a:spcBef>
            </a:pPr>
            <a:r>
              <a:rPr dirty="0" sz="2100">
                <a:latin typeface="Malgun Gothic"/>
                <a:cs typeface="Malgun Gothic"/>
              </a:rPr>
              <a:t>Confluent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Kafka를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도입을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통해 메시징과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 파이프라인의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현대화로 데이터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통합 관리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체계를 확보할</a:t>
            </a:r>
            <a:r>
              <a:rPr dirty="0" sz="2100" spc="-1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수</a:t>
            </a:r>
            <a:r>
              <a:rPr dirty="0" sz="2100" spc="-20">
                <a:latin typeface="Malgun Gothic"/>
                <a:cs typeface="Malgun Gothic"/>
              </a:rPr>
              <a:t> 있습니다.</a:t>
            </a:r>
            <a:r>
              <a:rPr dirty="0" sz="2100" spc="52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나아가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향후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거버넌스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또는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메시를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위한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전사의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데이터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서비스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레이어의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표준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플랫폼으로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진화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할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수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 spc="-20">
                <a:latin typeface="Malgun Gothic"/>
                <a:cs typeface="Malgun Gothic"/>
              </a:rPr>
              <a:t>있습니다.</a:t>
            </a:r>
            <a:endParaRPr sz="2100">
              <a:latin typeface="Malgun Gothic"/>
              <a:cs typeface="Malgun Gothic"/>
            </a:endParaRPr>
          </a:p>
          <a:p>
            <a:pPr marL="12700" marR="5080">
              <a:lnSpc>
                <a:spcPct val="110000"/>
              </a:lnSpc>
            </a:pPr>
            <a:r>
              <a:rPr dirty="0" sz="2100">
                <a:latin typeface="Malgun Gothic"/>
                <a:cs typeface="Malgun Gothic"/>
              </a:rPr>
              <a:t>조직의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요구사항에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따라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부서/업무별</a:t>
            </a:r>
            <a:r>
              <a:rPr dirty="0" sz="2100" spc="16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별도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클러스터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구성</a:t>
            </a:r>
            <a:r>
              <a:rPr dirty="0" sz="2100" spc="1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방안과</a:t>
            </a:r>
            <a:r>
              <a:rPr dirty="0" sz="2100" spc="1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전사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통합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클러스터</a:t>
            </a:r>
            <a:r>
              <a:rPr dirty="0" sz="2100" spc="1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구성</a:t>
            </a:r>
            <a:r>
              <a:rPr dirty="0" sz="2100" spc="1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방안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또는</a:t>
            </a:r>
            <a:r>
              <a:rPr dirty="0" sz="2100" spc="14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LoB별</a:t>
            </a:r>
            <a:r>
              <a:rPr dirty="0" sz="2100" spc="14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클러스터와</a:t>
            </a:r>
            <a:r>
              <a:rPr dirty="0" sz="2100" spc="145">
                <a:latin typeface="Malgun Gothic"/>
                <a:cs typeface="Malgun Gothic"/>
              </a:rPr>
              <a:t> </a:t>
            </a:r>
            <a:r>
              <a:rPr dirty="0" sz="2100" spc="-25">
                <a:latin typeface="Malgun Gothic"/>
                <a:cs typeface="Malgun Gothic"/>
              </a:rPr>
              <a:t>통합 </a:t>
            </a:r>
            <a:r>
              <a:rPr dirty="0" sz="2100">
                <a:latin typeface="Malgun Gothic"/>
                <a:cs typeface="Malgun Gothic"/>
              </a:rPr>
              <a:t>클러스터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동시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운영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방안을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고려하여</a:t>
            </a:r>
            <a:r>
              <a:rPr dirty="0" sz="2100" spc="-10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적용할</a:t>
            </a:r>
            <a:r>
              <a:rPr dirty="0" sz="2100" spc="5">
                <a:latin typeface="Malgun Gothic"/>
                <a:cs typeface="Malgun Gothic"/>
              </a:rPr>
              <a:t> </a:t>
            </a:r>
            <a:r>
              <a:rPr dirty="0" sz="2100">
                <a:latin typeface="Malgun Gothic"/>
                <a:cs typeface="Malgun Gothic"/>
              </a:rPr>
              <a:t>수</a:t>
            </a:r>
            <a:r>
              <a:rPr dirty="0" sz="2100" spc="-10">
                <a:latin typeface="Malgun Gothic"/>
                <a:cs typeface="Malgun Gothic"/>
              </a:rPr>
              <a:t> 있습니다.</a:t>
            </a:r>
            <a:endParaRPr sz="2100">
              <a:latin typeface="Malgun Gothic"/>
              <a:cs typeface="Malgun Gothic"/>
            </a:endParaRPr>
          </a:p>
          <a:p>
            <a:pPr algn="ctr" marL="3668395">
              <a:lnSpc>
                <a:spcPct val="100000"/>
              </a:lnSpc>
              <a:spcBef>
                <a:spcPts val="1210"/>
              </a:spcBef>
            </a:pPr>
            <a:r>
              <a:rPr dirty="0" sz="1400" spc="-10" b="1" i="1">
                <a:solidFill>
                  <a:srgbClr val="006FC0"/>
                </a:solidFill>
                <a:latin typeface="Arial"/>
                <a:cs typeface="Arial"/>
              </a:rPr>
              <a:t>Recommended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7968360" y="4837303"/>
            <a:ext cx="4787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8172577" y="4997990"/>
            <a:ext cx="57150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94"/>
              </a:lnSpc>
            </a:pPr>
            <a:r>
              <a:rPr dirty="0" sz="900" spc="-50">
                <a:solidFill>
                  <a:srgbClr val="6A737A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4" name="object 104" descr=""/>
          <p:cNvGrpSpPr/>
          <p:nvPr/>
        </p:nvGrpSpPr>
        <p:grpSpPr>
          <a:xfrm>
            <a:off x="8092567" y="4997742"/>
            <a:ext cx="267335" cy="216535"/>
            <a:chOff x="8092567" y="4997742"/>
            <a:chExt cx="267335" cy="216535"/>
          </a:xfrm>
        </p:grpSpPr>
        <p:pic>
          <p:nvPicPr>
            <p:cNvPr id="105" name="object 10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92567" y="4997742"/>
              <a:ext cx="207175" cy="167601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52638" y="5046510"/>
              <a:ext cx="207175" cy="167601"/>
            </a:xfrm>
            <a:prstGeom prst="rect">
              <a:avLst/>
            </a:prstGeom>
          </p:spPr>
        </p:pic>
      </p:grpSp>
      <p:sp>
        <p:nvSpPr>
          <p:cNvPr id="107" name="object 107" descr=""/>
          <p:cNvSpPr txBox="1"/>
          <p:nvPr/>
        </p:nvSpPr>
        <p:spPr>
          <a:xfrm>
            <a:off x="7917815" y="5193284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7217664" y="4711446"/>
            <a:ext cx="362585" cy="873125"/>
            <a:chOff x="7217664" y="4711446"/>
            <a:chExt cx="362585" cy="873125"/>
          </a:xfrm>
        </p:grpSpPr>
        <p:sp>
          <p:nvSpPr>
            <p:cNvPr id="109" name="object 109" descr=""/>
            <p:cNvSpPr/>
            <p:nvPr/>
          </p:nvSpPr>
          <p:spPr>
            <a:xfrm>
              <a:off x="7224014" y="4717796"/>
              <a:ext cx="0" cy="860425"/>
            </a:xfrm>
            <a:custGeom>
              <a:avLst/>
              <a:gdLst/>
              <a:ahLst/>
              <a:cxnLst/>
              <a:rect l="l" t="t" r="r" b="b"/>
              <a:pathLst>
                <a:path w="0" h="860425">
                  <a:moveTo>
                    <a:pt x="0" y="0"/>
                  </a:moveTo>
                  <a:lnTo>
                    <a:pt x="0" y="859916"/>
                  </a:lnTo>
                </a:path>
              </a:pathLst>
            </a:custGeom>
            <a:ln w="12700">
              <a:solidFill>
                <a:srgbClr val="006FC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274584" y="5320106"/>
              <a:ext cx="305182" cy="176707"/>
            </a:xfrm>
            <a:prstGeom prst="rect">
              <a:avLst/>
            </a:prstGeom>
          </p:spPr>
        </p:pic>
      </p:grpSp>
      <p:sp>
        <p:nvSpPr>
          <p:cNvPr id="111" name="object 111" descr=""/>
          <p:cNvSpPr txBox="1"/>
          <p:nvPr/>
        </p:nvSpPr>
        <p:spPr>
          <a:xfrm>
            <a:off x="6945121" y="5381371"/>
            <a:ext cx="6165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395605" algn="l"/>
              </a:tabLst>
            </a:pPr>
            <a:r>
              <a:rPr dirty="0" sz="700" spc="-25" b="1">
                <a:latin typeface="Arial"/>
                <a:cs typeface="Arial"/>
              </a:rPr>
              <a:t>VM</a:t>
            </a:r>
            <a:r>
              <a:rPr dirty="0" sz="700" b="1">
                <a:latin typeface="Arial"/>
                <a:cs typeface="Arial"/>
              </a:rPr>
              <a:t>	</a:t>
            </a:r>
            <a:r>
              <a:rPr dirty="0" baseline="5555" sz="750" spc="-15" b="1">
                <a:latin typeface="Arial"/>
                <a:cs typeface="Arial"/>
              </a:rPr>
              <a:t>Cloud</a:t>
            </a:r>
            <a:endParaRPr baseline="5555" sz="750">
              <a:latin typeface="Arial"/>
              <a:cs typeface="Arial"/>
            </a:endParaRPr>
          </a:p>
        </p:txBody>
      </p:sp>
      <p:pic>
        <p:nvPicPr>
          <p:cNvPr id="112" name="object 11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620882" y="5048630"/>
            <a:ext cx="214134" cy="173736"/>
          </a:xfrm>
          <a:prstGeom prst="rect">
            <a:avLst/>
          </a:prstGeom>
        </p:spPr>
      </p:pic>
      <p:sp>
        <p:nvSpPr>
          <p:cNvPr id="113" name="object 113" descr=""/>
          <p:cNvSpPr txBox="1"/>
          <p:nvPr/>
        </p:nvSpPr>
        <p:spPr>
          <a:xfrm>
            <a:off x="10495533" y="5229605"/>
            <a:ext cx="4787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10699750" y="5390293"/>
            <a:ext cx="57150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94"/>
              </a:lnSpc>
            </a:pPr>
            <a:r>
              <a:rPr dirty="0" sz="900" spc="-50">
                <a:solidFill>
                  <a:srgbClr val="6A737A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5" name="object 115" descr=""/>
          <p:cNvGrpSpPr/>
          <p:nvPr/>
        </p:nvGrpSpPr>
        <p:grpSpPr>
          <a:xfrm>
            <a:off x="11022456" y="4765166"/>
            <a:ext cx="1167765" cy="589280"/>
            <a:chOff x="11022456" y="4765166"/>
            <a:chExt cx="1167765" cy="589280"/>
          </a:xfrm>
        </p:grpSpPr>
        <p:sp>
          <p:nvSpPr>
            <p:cNvPr id="116" name="object 116" descr=""/>
            <p:cNvSpPr/>
            <p:nvPr/>
          </p:nvSpPr>
          <p:spPr>
            <a:xfrm>
              <a:off x="11265661" y="5133212"/>
              <a:ext cx="835660" cy="215265"/>
            </a:xfrm>
            <a:custGeom>
              <a:avLst/>
              <a:gdLst/>
              <a:ahLst/>
              <a:cxnLst/>
              <a:rect l="l" t="t" r="r" b="b"/>
              <a:pathLst>
                <a:path w="835659" h="215264">
                  <a:moveTo>
                    <a:pt x="835660" y="0"/>
                  </a:moveTo>
                  <a:lnTo>
                    <a:pt x="82677" y="0"/>
                  </a:lnTo>
                  <a:lnTo>
                    <a:pt x="50470" y="8447"/>
                  </a:lnTo>
                  <a:lnTo>
                    <a:pt x="24193" y="31480"/>
                  </a:lnTo>
                  <a:lnTo>
                    <a:pt x="6488" y="65633"/>
                  </a:lnTo>
                  <a:lnTo>
                    <a:pt x="0" y="107441"/>
                  </a:lnTo>
                  <a:lnTo>
                    <a:pt x="6488" y="149304"/>
                  </a:lnTo>
                  <a:lnTo>
                    <a:pt x="24193" y="183451"/>
                  </a:lnTo>
                  <a:lnTo>
                    <a:pt x="50470" y="206454"/>
                  </a:lnTo>
                  <a:lnTo>
                    <a:pt x="82677" y="214884"/>
                  </a:lnTo>
                  <a:lnTo>
                    <a:pt x="835660" y="214884"/>
                  </a:lnTo>
                  <a:lnTo>
                    <a:pt x="803507" y="206454"/>
                  </a:lnTo>
                  <a:lnTo>
                    <a:pt x="777224" y="183451"/>
                  </a:lnTo>
                  <a:lnTo>
                    <a:pt x="759489" y="149304"/>
                  </a:lnTo>
                  <a:lnTo>
                    <a:pt x="752983" y="107441"/>
                  </a:lnTo>
                  <a:lnTo>
                    <a:pt x="759489" y="65633"/>
                  </a:lnTo>
                  <a:lnTo>
                    <a:pt x="777224" y="31480"/>
                  </a:lnTo>
                  <a:lnTo>
                    <a:pt x="803507" y="8447"/>
                  </a:lnTo>
                  <a:lnTo>
                    <a:pt x="835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018644" y="5133212"/>
              <a:ext cx="165226" cy="214884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11265661" y="5133212"/>
              <a:ext cx="918210" cy="215265"/>
            </a:xfrm>
            <a:custGeom>
              <a:avLst/>
              <a:gdLst/>
              <a:ahLst/>
              <a:cxnLst/>
              <a:rect l="l" t="t" r="r" b="b"/>
              <a:pathLst>
                <a:path w="918209" h="215264">
                  <a:moveTo>
                    <a:pt x="835660" y="214884"/>
                  </a:moveTo>
                  <a:lnTo>
                    <a:pt x="777224" y="183451"/>
                  </a:lnTo>
                  <a:lnTo>
                    <a:pt x="759489" y="149304"/>
                  </a:lnTo>
                  <a:lnTo>
                    <a:pt x="752983" y="107441"/>
                  </a:lnTo>
                  <a:lnTo>
                    <a:pt x="759489" y="65633"/>
                  </a:lnTo>
                  <a:lnTo>
                    <a:pt x="777224" y="31480"/>
                  </a:lnTo>
                  <a:lnTo>
                    <a:pt x="835660" y="0"/>
                  </a:lnTo>
                  <a:lnTo>
                    <a:pt x="867792" y="8447"/>
                  </a:lnTo>
                  <a:lnTo>
                    <a:pt x="894032" y="31480"/>
                  </a:lnTo>
                  <a:lnTo>
                    <a:pt x="911723" y="65633"/>
                  </a:lnTo>
                  <a:lnTo>
                    <a:pt x="918210" y="107441"/>
                  </a:lnTo>
                  <a:lnTo>
                    <a:pt x="911723" y="149304"/>
                  </a:lnTo>
                  <a:lnTo>
                    <a:pt x="894032" y="183451"/>
                  </a:lnTo>
                  <a:lnTo>
                    <a:pt x="867792" y="206454"/>
                  </a:lnTo>
                  <a:lnTo>
                    <a:pt x="835660" y="214884"/>
                  </a:lnTo>
                  <a:lnTo>
                    <a:pt x="82677" y="214884"/>
                  </a:lnTo>
                  <a:lnTo>
                    <a:pt x="50470" y="206454"/>
                  </a:lnTo>
                  <a:lnTo>
                    <a:pt x="24193" y="183451"/>
                  </a:lnTo>
                  <a:lnTo>
                    <a:pt x="6488" y="149304"/>
                  </a:lnTo>
                  <a:lnTo>
                    <a:pt x="0" y="107441"/>
                  </a:lnTo>
                  <a:lnTo>
                    <a:pt x="6488" y="65633"/>
                  </a:lnTo>
                  <a:lnTo>
                    <a:pt x="24193" y="31480"/>
                  </a:lnTo>
                  <a:lnTo>
                    <a:pt x="50470" y="8447"/>
                  </a:lnTo>
                  <a:lnTo>
                    <a:pt x="82677" y="0"/>
                  </a:lnTo>
                  <a:lnTo>
                    <a:pt x="835660" y="0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022456" y="5133212"/>
              <a:ext cx="100457" cy="76200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565381" y="5021579"/>
              <a:ext cx="76200" cy="81534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844781" y="5019547"/>
              <a:ext cx="76200" cy="81406"/>
            </a:xfrm>
            <a:prstGeom prst="rect">
              <a:avLst/>
            </a:prstGeom>
          </p:spPr>
        </p:pic>
        <p:sp>
          <p:nvSpPr>
            <p:cNvPr id="122" name="object 122" descr=""/>
            <p:cNvSpPr/>
            <p:nvPr/>
          </p:nvSpPr>
          <p:spPr>
            <a:xfrm>
              <a:off x="11228069" y="4771516"/>
              <a:ext cx="956310" cy="240029"/>
            </a:xfrm>
            <a:custGeom>
              <a:avLst/>
              <a:gdLst/>
              <a:ahLst/>
              <a:cxnLst/>
              <a:rect l="l" t="t" r="r" b="b"/>
              <a:pathLst>
                <a:path w="956309" h="240029">
                  <a:moveTo>
                    <a:pt x="39877" y="239649"/>
                  </a:moveTo>
                  <a:lnTo>
                    <a:pt x="24378" y="236505"/>
                  </a:lnTo>
                  <a:lnTo>
                    <a:pt x="11699" y="227933"/>
                  </a:lnTo>
                  <a:lnTo>
                    <a:pt x="3141" y="215217"/>
                  </a:lnTo>
                  <a:lnTo>
                    <a:pt x="0" y="199644"/>
                  </a:lnTo>
                  <a:lnTo>
                    <a:pt x="0" y="40005"/>
                  </a:lnTo>
                  <a:lnTo>
                    <a:pt x="3141" y="24431"/>
                  </a:lnTo>
                  <a:lnTo>
                    <a:pt x="11699" y="11715"/>
                  </a:lnTo>
                  <a:lnTo>
                    <a:pt x="24378" y="3143"/>
                  </a:lnTo>
                  <a:lnTo>
                    <a:pt x="39877" y="0"/>
                  </a:lnTo>
                </a:path>
                <a:path w="956309" h="240029">
                  <a:moveTo>
                    <a:pt x="915924" y="0"/>
                  </a:moveTo>
                  <a:lnTo>
                    <a:pt x="931423" y="3143"/>
                  </a:lnTo>
                  <a:lnTo>
                    <a:pt x="944102" y="11715"/>
                  </a:lnTo>
                  <a:lnTo>
                    <a:pt x="952660" y="24431"/>
                  </a:lnTo>
                  <a:lnTo>
                    <a:pt x="955801" y="40005"/>
                  </a:lnTo>
                  <a:lnTo>
                    <a:pt x="955801" y="199644"/>
                  </a:lnTo>
                  <a:lnTo>
                    <a:pt x="952660" y="215217"/>
                  </a:lnTo>
                  <a:lnTo>
                    <a:pt x="944102" y="227933"/>
                  </a:lnTo>
                  <a:lnTo>
                    <a:pt x="931423" y="236505"/>
                  </a:lnTo>
                  <a:lnTo>
                    <a:pt x="915924" y="239649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292077" y="4799862"/>
              <a:ext cx="249935" cy="193015"/>
            </a:xfrm>
            <a:prstGeom prst="rect">
              <a:avLst/>
            </a:prstGeom>
          </p:spPr>
        </p:pic>
      </p:grpSp>
      <p:sp>
        <p:nvSpPr>
          <p:cNvPr id="124" name="object 124" descr=""/>
          <p:cNvSpPr txBox="1"/>
          <p:nvPr/>
        </p:nvSpPr>
        <p:spPr>
          <a:xfrm>
            <a:off x="11625326" y="4766817"/>
            <a:ext cx="581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Event Processing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5" name="object 125" descr=""/>
          <p:cNvGrpSpPr/>
          <p:nvPr/>
        </p:nvGrpSpPr>
        <p:grpSpPr>
          <a:xfrm>
            <a:off x="10619358" y="5389918"/>
            <a:ext cx="267970" cy="216535"/>
            <a:chOff x="10619358" y="5389918"/>
            <a:chExt cx="267970" cy="216535"/>
          </a:xfrm>
        </p:grpSpPr>
        <p:pic>
          <p:nvPicPr>
            <p:cNvPr id="126" name="object 12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19358" y="5389918"/>
              <a:ext cx="207175" cy="167601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79556" y="5438686"/>
              <a:ext cx="207175" cy="167601"/>
            </a:xfrm>
            <a:prstGeom prst="rect">
              <a:avLst/>
            </a:prstGeom>
          </p:spPr>
        </p:pic>
      </p:grpSp>
      <p:sp>
        <p:nvSpPr>
          <p:cNvPr id="128" name="object 128" descr=""/>
          <p:cNvSpPr txBox="1"/>
          <p:nvPr/>
        </p:nvSpPr>
        <p:spPr>
          <a:xfrm>
            <a:off x="10444860" y="5585586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10578972" y="4476369"/>
            <a:ext cx="82676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6A737A"/>
                </a:solidFill>
                <a:latin typeface="Arial"/>
                <a:cs typeface="Arial"/>
              </a:rPr>
              <a:t>Enterprise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0" name="object 130" descr=""/>
          <p:cNvGrpSpPr/>
          <p:nvPr/>
        </p:nvGrpSpPr>
        <p:grpSpPr>
          <a:xfrm>
            <a:off x="10127868" y="4525009"/>
            <a:ext cx="2679065" cy="901700"/>
            <a:chOff x="10127868" y="4525009"/>
            <a:chExt cx="2679065" cy="901700"/>
          </a:xfrm>
        </p:grpSpPr>
        <p:pic>
          <p:nvPicPr>
            <p:cNvPr id="131" name="object 13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27868" y="4525009"/>
              <a:ext cx="396913" cy="322072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022583" y="5350128"/>
              <a:ext cx="100330" cy="76200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288138" y="5093334"/>
              <a:ext cx="100456" cy="76200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288138" y="5310250"/>
              <a:ext cx="100456" cy="76200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592176" y="4971287"/>
              <a:ext cx="214134" cy="173736"/>
            </a:xfrm>
            <a:prstGeom prst="rect">
              <a:avLst/>
            </a:prstGeom>
          </p:spPr>
        </p:pic>
      </p:grpSp>
      <p:sp>
        <p:nvSpPr>
          <p:cNvPr id="136" name="object 136" descr=""/>
          <p:cNvSpPr txBox="1"/>
          <p:nvPr/>
        </p:nvSpPr>
        <p:spPr>
          <a:xfrm>
            <a:off x="12466955" y="5152135"/>
            <a:ext cx="4787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37" name="object 137" descr=""/>
          <p:cNvSpPr txBox="1"/>
          <p:nvPr/>
        </p:nvSpPr>
        <p:spPr>
          <a:xfrm>
            <a:off x="12671170" y="5312823"/>
            <a:ext cx="57150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94"/>
              </a:lnSpc>
            </a:pPr>
            <a:r>
              <a:rPr dirty="0" sz="900" spc="-50">
                <a:solidFill>
                  <a:srgbClr val="6A737A"/>
                </a:solidFill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8" name="object 138" descr=""/>
          <p:cNvGrpSpPr/>
          <p:nvPr/>
        </p:nvGrpSpPr>
        <p:grpSpPr>
          <a:xfrm>
            <a:off x="12590780" y="5312574"/>
            <a:ext cx="267335" cy="216535"/>
            <a:chOff x="12590780" y="5312574"/>
            <a:chExt cx="267335" cy="216535"/>
          </a:xfrm>
        </p:grpSpPr>
        <p:pic>
          <p:nvPicPr>
            <p:cNvPr id="139" name="object 1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590780" y="5312574"/>
              <a:ext cx="207175" cy="167601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50851" y="5361342"/>
              <a:ext cx="207175" cy="167601"/>
            </a:xfrm>
            <a:prstGeom prst="rect">
              <a:avLst/>
            </a:prstGeom>
          </p:spPr>
        </p:pic>
      </p:grpSp>
      <p:sp>
        <p:nvSpPr>
          <p:cNvPr id="141" name="object 141" descr=""/>
          <p:cNvSpPr txBox="1"/>
          <p:nvPr/>
        </p:nvSpPr>
        <p:spPr>
          <a:xfrm>
            <a:off x="12416281" y="5508116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2" name="object 142" descr=""/>
          <p:cNvGrpSpPr/>
          <p:nvPr/>
        </p:nvGrpSpPr>
        <p:grpSpPr>
          <a:xfrm>
            <a:off x="10123106" y="3911790"/>
            <a:ext cx="6384925" cy="1987550"/>
            <a:chOff x="10123106" y="3911790"/>
            <a:chExt cx="6384925" cy="1987550"/>
          </a:xfrm>
        </p:grpSpPr>
        <p:sp>
          <p:nvSpPr>
            <p:cNvPr id="143" name="object 143" descr=""/>
            <p:cNvSpPr/>
            <p:nvPr/>
          </p:nvSpPr>
          <p:spPr>
            <a:xfrm>
              <a:off x="11722226" y="5032629"/>
              <a:ext cx="0" cy="860425"/>
            </a:xfrm>
            <a:custGeom>
              <a:avLst/>
              <a:gdLst/>
              <a:ahLst/>
              <a:cxnLst/>
              <a:rect l="l" t="t" r="r" b="b"/>
              <a:pathLst>
                <a:path w="0" h="860425">
                  <a:moveTo>
                    <a:pt x="0" y="0"/>
                  </a:moveTo>
                  <a:lnTo>
                    <a:pt x="0" y="859917"/>
                  </a:lnTo>
                </a:path>
              </a:pathLst>
            </a:custGeom>
            <a:ln w="12700">
              <a:solidFill>
                <a:srgbClr val="006FC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834518" y="5627192"/>
              <a:ext cx="305182" cy="176707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10127868" y="3916553"/>
              <a:ext cx="6375400" cy="174625"/>
            </a:xfrm>
            <a:custGeom>
              <a:avLst/>
              <a:gdLst/>
              <a:ahLst/>
              <a:cxnLst/>
              <a:rect l="l" t="t" r="r" b="b"/>
              <a:pathLst>
                <a:path w="6375400" h="174625">
                  <a:moveTo>
                    <a:pt x="6331458" y="0"/>
                  </a:moveTo>
                  <a:lnTo>
                    <a:pt x="43560" y="0"/>
                  </a:lnTo>
                  <a:lnTo>
                    <a:pt x="0" y="174625"/>
                  </a:lnTo>
                  <a:lnTo>
                    <a:pt x="6375146" y="174625"/>
                  </a:lnTo>
                  <a:lnTo>
                    <a:pt x="633145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0127868" y="3916553"/>
              <a:ext cx="6375400" cy="174625"/>
            </a:xfrm>
            <a:custGeom>
              <a:avLst/>
              <a:gdLst/>
              <a:ahLst/>
              <a:cxnLst/>
              <a:rect l="l" t="t" r="r" b="b"/>
              <a:pathLst>
                <a:path w="6375400" h="174625">
                  <a:moveTo>
                    <a:pt x="0" y="174625"/>
                  </a:moveTo>
                  <a:lnTo>
                    <a:pt x="43560" y="0"/>
                  </a:lnTo>
                  <a:lnTo>
                    <a:pt x="6331458" y="0"/>
                  </a:lnTo>
                  <a:lnTo>
                    <a:pt x="6375146" y="174625"/>
                  </a:lnTo>
                  <a:lnTo>
                    <a:pt x="0" y="174625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7" name="object 147" descr=""/>
          <p:cNvSpPr txBox="1"/>
          <p:nvPr/>
        </p:nvSpPr>
        <p:spPr>
          <a:xfrm>
            <a:off x="12920471" y="3912870"/>
            <a:ext cx="8045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"/>
                <a:cs typeface="Arial"/>
              </a:rPr>
              <a:t>Event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Catalog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8" name="object 148" descr=""/>
          <p:cNvSpPr txBox="1"/>
          <p:nvPr/>
        </p:nvSpPr>
        <p:spPr>
          <a:xfrm>
            <a:off x="14237842" y="4167378"/>
            <a:ext cx="97726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LOB/Segment</a:t>
            </a:r>
            <a:r>
              <a:rPr dirty="0" sz="1050" spc="-50">
                <a:solidFill>
                  <a:srgbClr val="6A737A"/>
                </a:solidFill>
                <a:latin typeface="Arial"/>
                <a:cs typeface="Arial"/>
              </a:rPr>
              <a:t> A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49" name="object 14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236191" y="4856810"/>
            <a:ext cx="344868" cy="279831"/>
          </a:xfrm>
          <a:prstGeom prst="rect">
            <a:avLst/>
          </a:prstGeom>
        </p:spPr>
      </p:pic>
      <p:sp>
        <p:nvSpPr>
          <p:cNvPr id="150" name="object 150" descr=""/>
          <p:cNvSpPr txBox="1"/>
          <p:nvPr/>
        </p:nvSpPr>
        <p:spPr>
          <a:xfrm>
            <a:off x="14146657" y="5141721"/>
            <a:ext cx="5359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1" name="object 151" descr=""/>
          <p:cNvGrpSpPr/>
          <p:nvPr/>
        </p:nvGrpSpPr>
        <p:grpSpPr>
          <a:xfrm>
            <a:off x="14644369" y="4879594"/>
            <a:ext cx="1089660" cy="227965"/>
            <a:chOff x="14644369" y="4879594"/>
            <a:chExt cx="1089660" cy="227965"/>
          </a:xfrm>
        </p:grpSpPr>
        <p:sp>
          <p:nvSpPr>
            <p:cNvPr id="152" name="object 152" descr=""/>
            <p:cNvSpPr/>
            <p:nvPr/>
          </p:nvSpPr>
          <p:spPr>
            <a:xfrm>
              <a:off x="14808961" y="4885944"/>
              <a:ext cx="835660" cy="215265"/>
            </a:xfrm>
            <a:custGeom>
              <a:avLst/>
              <a:gdLst/>
              <a:ahLst/>
              <a:cxnLst/>
              <a:rect l="l" t="t" r="r" b="b"/>
              <a:pathLst>
                <a:path w="835659" h="215264">
                  <a:moveTo>
                    <a:pt x="835532" y="0"/>
                  </a:moveTo>
                  <a:lnTo>
                    <a:pt x="82550" y="0"/>
                  </a:lnTo>
                  <a:lnTo>
                    <a:pt x="50417" y="8447"/>
                  </a:lnTo>
                  <a:lnTo>
                    <a:pt x="24177" y="31480"/>
                  </a:lnTo>
                  <a:lnTo>
                    <a:pt x="6486" y="65633"/>
                  </a:lnTo>
                  <a:lnTo>
                    <a:pt x="0" y="107441"/>
                  </a:lnTo>
                  <a:lnTo>
                    <a:pt x="6486" y="149250"/>
                  </a:lnTo>
                  <a:lnTo>
                    <a:pt x="24177" y="183403"/>
                  </a:lnTo>
                  <a:lnTo>
                    <a:pt x="50417" y="206436"/>
                  </a:lnTo>
                  <a:lnTo>
                    <a:pt x="82550" y="214883"/>
                  </a:lnTo>
                  <a:lnTo>
                    <a:pt x="835532" y="214883"/>
                  </a:lnTo>
                  <a:lnTo>
                    <a:pt x="803400" y="206436"/>
                  </a:lnTo>
                  <a:lnTo>
                    <a:pt x="777160" y="183403"/>
                  </a:lnTo>
                  <a:lnTo>
                    <a:pt x="759469" y="149250"/>
                  </a:lnTo>
                  <a:lnTo>
                    <a:pt x="752982" y="107441"/>
                  </a:lnTo>
                  <a:lnTo>
                    <a:pt x="759469" y="65633"/>
                  </a:lnTo>
                  <a:lnTo>
                    <a:pt x="777160" y="31480"/>
                  </a:lnTo>
                  <a:lnTo>
                    <a:pt x="803400" y="8447"/>
                  </a:lnTo>
                  <a:lnTo>
                    <a:pt x="8355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561944" y="4885944"/>
              <a:ext cx="165226" cy="214883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14808961" y="4885944"/>
              <a:ext cx="918210" cy="215265"/>
            </a:xfrm>
            <a:custGeom>
              <a:avLst/>
              <a:gdLst/>
              <a:ahLst/>
              <a:cxnLst/>
              <a:rect l="l" t="t" r="r" b="b"/>
              <a:pathLst>
                <a:path w="918209" h="215264">
                  <a:moveTo>
                    <a:pt x="835532" y="214883"/>
                  </a:moveTo>
                  <a:lnTo>
                    <a:pt x="777160" y="183403"/>
                  </a:lnTo>
                  <a:lnTo>
                    <a:pt x="759469" y="149250"/>
                  </a:lnTo>
                  <a:lnTo>
                    <a:pt x="752982" y="107441"/>
                  </a:lnTo>
                  <a:lnTo>
                    <a:pt x="759469" y="65633"/>
                  </a:lnTo>
                  <a:lnTo>
                    <a:pt x="777160" y="31480"/>
                  </a:lnTo>
                  <a:lnTo>
                    <a:pt x="835532" y="0"/>
                  </a:lnTo>
                  <a:lnTo>
                    <a:pt x="867685" y="8447"/>
                  </a:lnTo>
                  <a:lnTo>
                    <a:pt x="893968" y="31480"/>
                  </a:lnTo>
                  <a:lnTo>
                    <a:pt x="911703" y="65633"/>
                  </a:lnTo>
                  <a:lnTo>
                    <a:pt x="918209" y="107441"/>
                  </a:lnTo>
                  <a:lnTo>
                    <a:pt x="911703" y="149250"/>
                  </a:lnTo>
                  <a:lnTo>
                    <a:pt x="893968" y="183403"/>
                  </a:lnTo>
                  <a:lnTo>
                    <a:pt x="867685" y="206436"/>
                  </a:lnTo>
                  <a:lnTo>
                    <a:pt x="835532" y="214883"/>
                  </a:lnTo>
                  <a:lnTo>
                    <a:pt x="82550" y="214883"/>
                  </a:lnTo>
                  <a:lnTo>
                    <a:pt x="50417" y="206436"/>
                  </a:lnTo>
                  <a:lnTo>
                    <a:pt x="24177" y="183403"/>
                  </a:lnTo>
                  <a:lnTo>
                    <a:pt x="6486" y="149250"/>
                  </a:lnTo>
                  <a:lnTo>
                    <a:pt x="0" y="107441"/>
                  </a:lnTo>
                  <a:lnTo>
                    <a:pt x="6486" y="65633"/>
                  </a:lnTo>
                  <a:lnTo>
                    <a:pt x="24177" y="31480"/>
                  </a:lnTo>
                  <a:lnTo>
                    <a:pt x="50417" y="8447"/>
                  </a:lnTo>
                  <a:lnTo>
                    <a:pt x="82550" y="0"/>
                  </a:lnTo>
                  <a:lnTo>
                    <a:pt x="835532" y="0"/>
                  </a:lnTo>
                </a:path>
              </a:pathLst>
            </a:custGeom>
            <a:ln w="126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644369" y="4958588"/>
              <a:ext cx="100457" cy="76200"/>
            </a:xfrm>
            <a:prstGeom prst="rect">
              <a:avLst/>
            </a:prstGeom>
          </p:spPr>
        </p:pic>
      </p:grpSp>
      <p:sp>
        <p:nvSpPr>
          <p:cNvPr id="156" name="object 156" descr=""/>
          <p:cNvSpPr txBox="1"/>
          <p:nvPr/>
        </p:nvSpPr>
        <p:spPr>
          <a:xfrm>
            <a:off x="15037562" y="5131689"/>
            <a:ext cx="485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445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Message Broker(s)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7" name="object 157" descr=""/>
          <p:cNvGrpSpPr/>
          <p:nvPr/>
        </p:nvGrpSpPr>
        <p:grpSpPr>
          <a:xfrm>
            <a:off x="14765019" y="4517897"/>
            <a:ext cx="969010" cy="337820"/>
            <a:chOff x="14765019" y="4517897"/>
            <a:chExt cx="969010" cy="337820"/>
          </a:xfrm>
        </p:grpSpPr>
        <p:pic>
          <p:nvPicPr>
            <p:cNvPr id="158" name="object 15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108681" y="4774310"/>
              <a:ext cx="76200" cy="81406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309595" y="4772151"/>
              <a:ext cx="76200" cy="81534"/>
            </a:xfrm>
            <a:prstGeom prst="rect">
              <a:avLst/>
            </a:prstGeom>
          </p:spPr>
        </p:pic>
        <p:sp>
          <p:nvSpPr>
            <p:cNvPr id="160" name="object 160" descr=""/>
            <p:cNvSpPr/>
            <p:nvPr/>
          </p:nvSpPr>
          <p:spPr>
            <a:xfrm>
              <a:off x="14771369" y="4524247"/>
              <a:ext cx="956310" cy="240029"/>
            </a:xfrm>
            <a:custGeom>
              <a:avLst/>
              <a:gdLst/>
              <a:ahLst/>
              <a:cxnLst/>
              <a:rect l="l" t="t" r="r" b="b"/>
              <a:pathLst>
                <a:path w="956309" h="240029">
                  <a:moveTo>
                    <a:pt x="39878" y="239649"/>
                  </a:moveTo>
                  <a:lnTo>
                    <a:pt x="24324" y="236505"/>
                  </a:lnTo>
                  <a:lnTo>
                    <a:pt x="11652" y="227933"/>
                  </a:lnTo>
                  <a:lnTo>
                    <a:pt x="3123" y="215217"/>
                  </a:lnTo>
                  <a:lnTo>
                    <a:pt x="0" y="199643"/>
                  </a:lnTo>
                  <a:lnTo>
                    <a:pt x="0" y="39877"/>
                  </a:lnTo>
                  <a:lnTo>
                    <a:pt x="3123" y="24378"/>
                  </a:lnTo>
                  <a:lnTo>
                    <a:pt x="11652" y="11699"/>
                  </a:lnTo>
                  <a:lnTo>
                    <a:pt x="24324" y="3141"/>
                  </a:lnTo>
                  <a:lnTo>
                    <a:pt x="39878" y="0"/>
                  </a:lnTo>
                </a:path>
                <a:path w="956309" h="240029">
                  <a:moveTo>
                    <a:pt x="915797" y="0"/>
                  </a:moveTo>
                  <a:lnTo>
                    <a:pt x="931370" y="3141"/>
                  </a:lnTo>
                  <a:lnTo>
                    <a:pt x="944086" y="11699"/>
                  </a:lnTo>
                  <a:lnTo>
                    <a:pt x="952658" y="24378"/>
                  </a:lnTo>
                  <a:lnTo>
                    <a:pt x="955801" y="39877"/>
                  </a:lnTo>
                  <a:lnTo>
                    <a:pt x="955801" y="199643"/>
                  </a:lnTo>
                  <a:lnTo>
                    <a:pt x="952658" y="215217"/>
                  </a:lnTo>
                  <a:lnTo>
                    <a:pt x="944086" y="227933"/>
                  </a:lnTo>
                  <a:lnTo>
                    <a:pt x="931370" y="236505"/>
                  </a:lnTo>
                  <a:lnTo>
                    <a:pt x="915797" y="239649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835377" y="4552593"/>
              <a:ext cx="249936" cy="193015"/>
            </a:xfrm>
            <a:prstGeom prst="rect">
              <a:avLst/>
            </a:prstGeom>
          </p:spPr>
        </p:pic>
      </p:grpSp>
      <p:sp>
        <p:nvSpPr>
          <p:cNvPr id="162" name="object 162" descr=""/>
          <p:cNvSpPr txBox="1"/>
          <p:nvPr/>
        </p:nvSpPr>
        <p:spPr>
          <a:xfrm>
            <a:off x="15169007" y="4519676"/>
            <a:ext cx="581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Event Processing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3" name="object 163" descr=""/>
          <p:cNvGrpSpPr/>
          <p:nvPr/>
        </p:nvGrpSpPr>
        <p:grpSpPr>
          <a:xfrm>
            <a:off x="15809848" y="4874133"/>
            <a:ext cx="506730" cy="269240"/>
            <a:chOff x="15809848" y="4874133"/>
            <a:chExt cx="506730" cy="269240"/>
          </a:xfrm>
        </p:grpSpPr>
        <p:pic>
          <p:nvPicPr>
            <p:cNvPr id="164" name="object 16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809848" y="4949317"/>
              <a:ext cx="100457" cy="76200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974186" y="4874133"/>
              <a:ext cx="207175" cy="167639"/>
            </a:xfrm>
            <a:prstGeom prst="rect">
              <a:avLst/>
            </a:prstGeom>
          </p:spPr>
        </p:pic>
        <p:pic>
          <p:nvPicPr>
            <p:cNvPr id="166" name="object 16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034257" y="4922901"/>
              <a:ext cx="207175" cy="167639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108806" y="4975517"/>
              <a:ext cx="207175" cy="167601"/>
            </a:xfrm>
            <a:prstGeom prst="rect">
              <a:avLst/>
            </a:prstGeom>
          </p:spPr>
        </p:pic>
      </p:grpSp>
      <p:sp>
        <p:nvSpPr>
          <p:cNvPr id="168" name="object 168" descr=""/>
          <p:cNvSpPr txBox="1"/>
          <p:nvPr/>
        </p:nvSpPr>
        <p:spPr>
          <a:xfrm>
            <a:off x="15868141" y="5122926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9" name="object 169" descr=""/>
          <p:cNvGrpSpPr/>
          <p:nvPr/>
        </p:nvGrpSpPr>
        <p:grpSpPr>
          <a:xfrm>
            <a:off x="13770610" y="4205604"/>
            <a:ext cx="2846070" cy="1143000"/>
            <a:chOff x="13770610" y="4205604"/>
            <a:chExt cx="2846070" cy="1143000"/>
          </a:xfrm>
        </p:grpSpPr>
        <p:sp>
          <p:nvSpPr>
            <p:cNvPr id="170" name="object 170" descr=""/>
            <p:cNvSpPr/>
            <p:nvPr/>
          </p:nvSpPr>
          <p:spPr>
            <a:xfrm>
              <a:off x="13959459" y="4363973"/>
              <a:ext cx="2571750" cy="979805"/>
            </a:xfrm>
            <a:custGeom>
              <a:avLst/>
              <a:gdLst/>
              <a:ahLst/>
              <a:cxnLst/>
              <a:rect l="l" t="t" r="r" b="b"/>
              <a:pathLst>
                <a:path w="2571750" h="979804">
                  <a:moveTo>
                    <a:pt x="0" y="37084"/>
                  </a:moveTo>
                  <a:lnTo>
                    <a:pt x="2921" y="22663"/>
                  </a:lnTo>
                  <a:lnTo>
                    <a:pt x="10890" y="10874"/>
                  </a:lnTo>
                  <a:lnTo>
                    <a:pt x="22717" y="2919"/>
                  </a:lnTo>
                  <a:lnTo>
                    <a:pt x="37210" y="0"/>
                  </a:lnTo>
                  <a:lnTo>
                    <a:pt x="2534284" y="0"/>
                  </a:lnTo>
                  <a:lnTo>
                    <a:pt x="2548778" y="2919"/>
                  </a:lnTo>
                  <a:lnTo>
                    <a:pt x="2560605" y="10874"/>
                  </a:lnTo>
                  <a:lnTo>
                    <a:pt x="2568575" y="22663"/>
                  </a:lnTo>
                  <a:lnTo>
                    <a:pt x="2571496" y="37084"/>
                  </a:lnTo>
                  <a:lnTo>
                    <a:pt x="2571496" y="942466"/>
                  </a:lnTo>
                  <a:lnTo>
                    <a:pt x="2568575" y="956960"/>
                  </a:lnTo>
                  <a:lnTo>
                    <a:pt x="2560605" y="968787"/>
                  </a:lnTo>
                  <a:lnTo>
                    <a:pt x="2548778" y="976756"/>
                  </a:lnTo>
                  <a:lnTo>
                    <a:pt x="2534284" y="979677"/>
                  </a:lnTo>
                  <a:lnTo>
                    <a:pt x="37210" y="979677"/>
                  </a:lnTo>
                  <a:lnTo>
                    <a:pt x="22717" y="976756"/>
                  </a:lnTo>
                  <a:lnTo>
                    <a:pt x="10890" y="968787"/>
                  </a:lnTo>
                  <a:lnTo>
                    <a:pt x="2921" y="956960"/>
                  </a:lnTo>
                  <a:lnTo>
                    <a:pt x="0" y="942466"/>
                  </a:lnTo>
                  <a:lnTo>
                    <a:pt x="0" y="37084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70610" y="4205604"/>
              <a:ext cx="396913" cy="322072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330422" y="4422724"/>
              <a:ext cx="285940" cy="241477"/>
            </a:xfrm>
            <a:prstGeom prst="rect">
              <a:avLst/>
            </a:prstGeom>
          </p:spPr>
        </p:pic>
      </p:grpSp>
      <p:sp>
        <p:nvSpPr>
          <p:cNvPr id="173" name="object 173" descr=""/>
          <p:cNvSpPr txBox="1"/>
          <p:nvPr/>
        </p:nvSpPr>
        <p:spPr>
          <a:xfrm>
            <a:off x="16431133" y="4517898"/>
            <a:ext cx="1466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 b="1">
                <a:latin typeface="Arial"/>
                <a:cs typeface="Arial"/>
              </a:rPr>
              <a:t>VM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74" name="object 17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325595" y="4658499"/>
            <a:ext cx="324256" cy="167119"/>
          </a:xfrm>
          <a:prstGeom prst="rect">
            <a:avLst/>
          </a:prstGeom>
        </p:spPr>
      </p:pic>
      <p:sp>
        <p:nvSpPr>
          <p:cNvPr id="175" name="object 175" descr=""/>
          <p:cNvSpPr txBox="1"/>
          <p:nvPr/>
        </p:nvSpPr>
        <p:spPr>
          <a:xfrm>
            <a:off x="16372078" y="4722367"/>
            <a:ext cx="2622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10" b="1">
                <a:latin typeface="Arial"/>
                <a:cs typeface="Arial"/>
              </a:rPr>
              <a:t>Cloud</a:t>
            </a:r>
            <a:endParaRPr sz="700">
              <a:latin typeface="Arial"/>
              <a:cs typeface="Arial"/>
            </a:endParaRPr>
          </a:p>
        </p:txBody>
      </p:sp>
      <p:sp>
        <p:nvSpPr>
          <p:cNvPr id="176" name="object 176" descr=""/>
          <p:cNvSpPr txBox="1"/>
          <p:nvPr/>
        </p:nvSpPr>
        <p:spPr>
          <a:xfrm>
            <a:off x="14448789" y="5551170"/>
            <a:ext cx="97726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LOB/Segment</a:t>
            </a:r>
            <a:r>
              <a:rPr dirty="0" sz="1050" spc="-50">
                <a:solidFill>
                  <a:srgbClr val="6A737A"/>
                </a:solidFill>
                <a:latin typeface="Arial"/>
                <a:cs typeface="Arial"/>
              </a:rPr>
              <a:t> B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77" name="object 17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355190" y="6240398"/>
            <a:ext cx="344868" cy="279780"/>
          </a:xfrm>
          <a:prstGeom prst="rect">
            <a:avLst/>
          </a:prstGeom>
        </p:spPr>
      </p:pic>
      <p:sp>
        <p:nvSpPr>
          <p:cNvPr id="178" name="object 178" descr=""/>
          <p:cNvSpPr txBox="1"/>
          <p:nvPr/>
        </p:nvSpPr>
        <p:spPr>
          <a:xfrm>
            <a:off x="14265910" y="6525514"/>
            <a:ext cx="5359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9" name="object 179" descr=""/>
          <p:cNvGrpSpPr/>
          <p:nvPr/>
        </p:nvGrpSpPr>
        <p:grpSpPr>
          <a:xfrm>
            <a:off x="14763368" y="6263132"/>
            <a:ext cx="1089660" cy="227965"/>
            <a:chOff x="14763368" y="6263132"/>
            <a:chExt cx="1089660" cy="227965"/>
          </a:xfrm>
        </p:grpSpPr>
        <p:sp>
          <p:nvSpPr>
            <p:cNvPr id="180" name="object 180" descr=""/>
            <p:cNvSpPr/>
            <p:nvPr/>
          </p:nvSpPr>
          <p:spPr>
            <a:xfrm>
              <a:off x="14927960" y="6269482"/>
              <a:ext cx="835660" cy="215265"/>
            </a:xfrm>
            <a:custGeom>
              <a:avLst/>
              <a:gdLst/>
              <a:ahLst/>
              <a:cxnLst/>
              <a:rect l="l" t="t" r="r" b="b"/>
              <a:pathLst>
                <a:path w="835659" h="215264">
                  <a:moveTo>
                    <a:pt x="835532" y="0"/>
                  </a:moveTo>
                  <a:lnTo>
                    <a:pt x="82550" y="0"/>
                  </a:lnTo>
                  <a:lnTo>
                    <a:pt x="50417" y="8447"/>
                  </a:lnTo>
                  <a:lnTo>
                    <a:pt x="24177" y="31480"/>
                  </a:lnTo>
                  <a:lnTo>
                    <a:pt x="6486" y="65633"/>
                  </a:lnTo>
                  <a:lnTo>
                    <a:pt x="0" y="107441"/>
                  </a:lnTo>
                  <a:lnTo>
                    <a:pt x="6486" y="149304"/>
                  </a:lnTo>
                  <a:lnTo>
                    <a:pt x="24177" y="183451"/>
                  </a:lnTo>
                  <a:lnTo>
                    <a:pt x="50417" y="206454"/>
                  </a:lnTo>
                  <a:lnTo>
                    <a:pt x="82550" y="214883"/>
                  </a:lnTo>
                  <a:lnTo>
                    <a:pt x="835532" y="214883"/>
                  </a:lnTo>
                  <a:lnTo>
                    <a:pt x="803400" y="206454"/>
                  </a:lnTo>
                  <a:lnTo>
                    <a:pt x="777160" y="183451"/>
                  </a:lnTo>
                  <a:lnTo>
                    <a:pt x="759469" y="149304"/>
                  </a:lnTo>
                  <a:lnTo>
                    <a:pt x="752982" y="107441"/>
                  </a:lnTo>
                  <a:lnTo>
                    <a:pt x="759469" y="65633"/>
                  </a:lnTo>
                  <a:lnTo>
                    <a:pt x="777160" y="31480"/>
                  </a:lnTo>
                  <a:lnTo>
                    <a:pt x="803400" y="8447"/>
                  </a:lnTo>
                  <a:lnTo>
                    <a:pt x="8355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680943" y="6269482"/>
              <a:ext cx="165226" cy="214883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14927960" y="6269482"/>
              <a:ext cx="918210" cy="215265"/>
            </a:xfrm>
            <a:custGeom>
              <a:avLst/>
              <a:gdLst/>
              <a:ahLst/>
              <a:cxnLst/>
              <a:rect l="l" t="t" r="r" b="b"/>
              <a:pathLst>
                <a:path w="918209" h="215264">
                  <a:moveTo>
                    <a:pt x="835532" y="214883"/>
                  </a:moveTo>
                  <a:lnTo>
                    <a:pt x="777160" y="183451"/>
                  </a:lnTo>
                  <a:lnTo>
                    <a:pt x="759469" y="149304"/>
                  </a:lnTo>
                  <a:lnTo>
                    <a:pt x="752982" y="107441"/>
                  </a:lnTo>
                  <a:lnTo>
                    <a:pt x="759469" y="65633"/>
                  </a:lnTo>
                  <a:lnTo>
                    <a:pt x="777160" y="31480"/>
                  </a:lnTo>
                  <a:lnTo>
                    <a:pt x="835532" y="0"/>
                  </a:lnTo>
                  <a:lnTo>
                    <a:pt x="867685" y="8447"/>
                  </a:lnTo>
                  <a:lnTo>
                    <a:pt x="893968" y="31480"/>
                  </a:lnTo>
                  <a:lnTo>
                    <a:pt x="911703" y="65633"/>
                  </a:lnTo>
                  <a:lnTo>
                    <a:pt x="918209" y="107441"/>
                  </a:lnTo>
                  <a:lnTo>
                    <a:pt x="911703" y="149304"/>
                  </a:lnTo>
                  <a:lnTo>
                    <a:pt x="893968" y="183451"/>
                  </a:lnTo>
                  <a:lnTo>
                    <a:pt x="867685" y="206454"/>
                  </a:lnTo>
                  <a:lnTo>
                    <a:pt x="835532" y="214883"/>
                  </a:lnTo>
                  <a:lnTo>
                    <a:pt x="82550" y="214883"/>
                  </a:lnTo>
                  <a:lnTo>
                    <a:pt x="50417" y="206454"/>
                  </a:lnTo>
                  <a:lnTo>
                    <a:pt x="24177" y="183451"/>
                  </a:lnTo>
                  <a:lnTo>
                    <a:pt x="6486" y="149304"/>
                  </a:lnTo>
                  <a:lnTo>
                    <a:pt x="0" y="107441"/>
                  </a:lnTo>
                  <a:lnTo>
                    <a:pt x="6486" y="65633"/>
                  </a:lnTo>
                  <a:lnTo>
                    <a:pt x="24177" y="31480"/>
                  </a:lnTo>
                  <a:lnTo>
                    <a:pt x="50417" y="8447"/>
                  </a:lnTo>
                  <a:lnTo>
                    <a:pt x="82550" y="0"/>
                  </a:lnTo>
                  <a:lnTo>
                    <a:pt x="835532" y="0"/>
                  </a:lnTo>
                </a:path>
              </a:pathLst>
            </a:custGeom>
            <a:ln w="126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63368" y="6342126"/>
              <a:ext cx="100457" cy="76200"/>
            </a:xfrm>
            <a:prstGeom prst="rect">
              <a:avLst/>
            </a:prstGeom>
          </p:spPr>
        </p:pic>
      </p:grpSp>
      <p:sp>
        <p:nvSpPr>
          <p:cNvPr id="184" name="object 184" descr=""/>
          <p:cNvSpPr txBox="1"/>
          <p:nvPr/>
        </p:nvSpPr>
        <p:spPr>
          <a:xfrm>
            <a:off x="15156434" y="6515481"/>
            <a:ext cx="485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445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Message Broker(s)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5" name="object 185" descr=""/>
          <p:cNvGrpSpPr/>
          <p:nvPr/>
        </p:nvGrpSpPr>
        <p:grpSpPr>
          <a:xfrm>
            <a:off x="14884018" y="5901435"/>
            <a:ext cx="969010" cy="338455"/>
            <a:chOff x="14884018" y="5901435"/>
            <a:chExt cx="969010" cy="338455"/>
          </a:xfrm>
        </p:grpSpPr>
        <p:pic>
          <p:nvPicPr>
            <p:cNvPr id="186" name="object 18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227680" y="6157848"/>
              <a:ext cx="76200" cy="81534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5428594" y="6155816"/>
              <a:ext cx="76200" cy="81407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14890368" y="5907785"/>
              <a:ext cx="956310" cy="240029"/>
            </a:xfrm>
            <a:custGeom>
              <a:avLst/>
              <a:gdLst/>
              <a:ahLst/>
              <a:cxnLst/>
              <a:rect l="l" t="t" r="r" b="b"/>
              <a:pathLst>
                <a:path w="956309" h="240029">
                  <a:moveTo>
                    <a:pt x="39877" y="239649"/>
                  </a:moveTo>
                  <a:lnTo>
                    <a:pt x="24324" y="236505"/>
                  </a:lnTo>
                  <a:lnTo>
                    <a:pt x="11652" y="227933"/>
                  </a:lnTo>
                  <a:lnTo>
                    <a:pt x="3123" y="215217"/>
                  </a:lnTo>
                  <a:lnTo>
                    <a:pt x="0" y="199643"/>
                  </a:lnTo>
                  <a:lnTo>
                    <a:pt x="0" y="40004"/>
                  </a:lnTo>
                  <a:lnTo>
                    <a:pt x="3123" y="24431"/>
                  </a:lnTo>
                  <a:lnTo>
                    <a:pt x="11652" y="11715"/>
                  </a:lnTo>
                  <a:lnTo>
                    <a:pt x="24324" y="3143"/>
                  </a:lnTo>
                  <a:lnTo>
                    <a:pt x="39877" y="0"/>
                  </a:lnTo>
                </a:path>
                <a:path w="956309" h="240029">
                  <a:moveTo>
                    <a:pt x="915796" y="0"/>
                  </a:moveTo>
                  <a:lnTo>
                    <a:pt x="931370" y="3143"/>
                  </a:lnTo>
                  <a:lnTo>
                    <a:pt x="944086" y="11715"/>
                  </a:lnTo>
                  <a:lnTo>
                    <a:pt x="952658" y="24431"/>
                  </a:lnTo>
                  <a:lnTo>
                    <a:pt x="955801" y="40004"/>
                  </a:lnTo>
                  <a:lnTo>
                    <a:pt x="955801" y="199643"/>
                  </a:lnTo>
                  <a:lnTo>
                    <a:pt x="952658" y="215217"/>
                  </a:lnTo>
                  <a:lnTo>
                    <a:pt x="944086" y="227933"/>
                  </a:lnTo>
                  <a:lnTo>
                    <a:pt x="931370" y="236505"/>
                  </a:lnTo>
                  <a:lnTo>
                    <a:pt x="915796" y="239649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954376" y="5936131"/>
              <a:ext cx="249936" cy="193015"/>
            </a:xfrm>
            <a:prstGeom prst="rect">
              <a:avLst/>
            </a:prstGeom>
          </p:spPr>
        </p:pic>
      </p:grpSp>
      <p:sp>
        <p:nvSpPr>
          <p:cNvPr id="190" name="object 190" descr=""/>
          <p:cNvSpPr txBox="1"/>
          <p:nvPr/>
        </p:nvSpPr>
        <p:spPr>
          <a:xfrm>
            <a:off x="15288133" y="5903467"/>
            <a:ext cx="581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Event Processing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1" name="object 191" descr=""/>
          <p:cNvGrpSpPr/>
          <p:nvPr/>
        </p:nvGrpSpPr>
        <p:grpSpPr>
          <a:xfrm>
            <a:off x="15928847" y="6257709"/>
            <a:ext cx="506730" cy="269240"/>
            <a:chOff x="15928847" y="6257709"/>
            <a:chExt cx="506730" cy="269240"/>
          </a:xfrm>
        </p:grpSpPr>
        <p:pic>
          <p:nvPicPr>
            <p:cNvPr id="192" name="object 19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928847" y="6332855"/>
              <a:ext cx="100457" cy="76200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093185" y="6257709"/>
              <a:ext cx="207175" cy="167601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153256" y="6306477"/>
              <a:ext cx="207175" cy="167601"/>
            </a:xfrm>
            <a:prstGeom prst="rect">
              <a:avLst/>
            </a:prstGeom>
          </p:spPr>
        </p:pic>
        <p:pic>
          <p:nvPicPr>
            <p:cNvPr id="195" name="object 19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227805" y="6359144"/>
              <a:ext cx="207175" cy="167639"/>
            </a:xfrm>
            <a:prstGeom prst="rect">
              <a:avLst/>
            </a:prstGeom>
          </p:spPr>
        </p:pic>
      </p:grpSp>
      <p:sp>
        <p:nvSpPr>
          <p:cNvPr id="196" name="object 196" descr=""/>
          <p:cNvSpPr txBox="1"/>
          <p:nvPr/>
        </p:nvSpPr>
        <p:spPr>
          <a:xfrm>
            <a:off x="15987394" y="6506717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7" name="object 197" descr=""/>
          <p:cNvGrpSpPr/>
          <p:nvPr/>
        </p:nvGrpSpPr>
        <p:grpSpPr>
          <a:xfrm>
            <a:off x="13889609" y="5589142"/>
            <a:ext cx="2950210" cy="1143000"/>
            <a:chOff x="13889609" y="5589142"/>
            <a:chExt cx="2950210" cy="1143000"/>
          </a:xfrm>
        </p:grpSpPr>
        <p:sp>
          <p:nvSpPr>
            <p:cNvPr id="198" name="object 198" descr=""/>
            <p:cNvSpPr/>
            <p:nvPr/>
          </p:nvSpPr>
          <p:spPr>
            <a:xfrm>
              <a:off x="14078458" y="5747511"/>
              <a:ext cx="2571750" cy="979805"/>
            </a:xfrm>
            <a:custGeom>
              <a:avLst/>
              <a:gdLst/>
              <a:ahLst/>
              <a:cxnLst/>
              <a:rect l="l" t="t" r="r" b="b"/>
              <a:pathLst>
                <a:path w="2571750" h="979804">
                  <a:moveTo>
                    <a:pt x="0" y="37211"/>
                  </a:moveTo>
                  <a:lnTo>
                    <a:pt x="2919" y="22717"/>
                  </a:lnTo>
                  <a:lnTo>
                    <a:pt x="10874" y="10890"/>
                  </a:lnTo>
                  <a:lnTo>
                    <a:pt x="22663" y="2921"/>
                  </a:lnTo>
                  <a:lnTo>
                    <a:pt x="37084" y="0"/>
                  </a:lnTo>
                  <a:lnTo>
                    <a:pt x="2534284" y="0"/>
                  </a:lnTo>
                  <a:lnTo>
                    <a:pt x="2548778" y="2921"/>
                  </a:lnTo>
                  <a:lnTo>
                    <a:pt x="2560605" y="10890"/>
                  </a:lnTo>
                  <a:lnTo>
                    <a:pt x="2568575" y="22717"/>
                  </a:lnTo>
                  <a:lnTo>
                    <a:pt x="2571496" y="37211"/>
                  </a:lnTo>
                  <a:lnTo>
                    <a:pt x="2571496" y="942593"/>
                  </a:lnTo>
                  <a:lnTo>
                    <a:pt x="2568575" y="957087"/>
                  </a:lnTo>
                  <a:lnTo>
                    <a:pt x="2560605" y="968914"/>
                  </a:lnTo>
                  <a:lnTo>
                    <a:pt x="2548778" y="976883"/>
                  </a:lnTo>
                  <a:lnTo>
                    <a:pt x="2534284" y="979804"/>
                  </a:lnTo>
                  <a:lnTo>
                    <a:pt x="37084" y="979804"/>
                  </a:lnTo>
                  <a:lnTo>
                    <a:pt x="22663" y="976883"/>
                  </a:lnTo>
                  <a:lnTo>
                    <a:pt x="10874" y="968914"/>
                  </a:lnTo>
                  <a:lnTo>
                    <a:pt x="2919" y="957087"/>
                  </a:lnTo>
                  <a:lnTo>
                    <a:pt x="0" y="942593"/>
                  </a:lnTo>
                  <a:lnTo>
                    <a:pt x="0" y="37211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9" name="object 19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89609" y="5589142"/>
              <a:ext cx="396913" cy="322072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520033" y="5807913"/>
              <a:ext cx="285940" cy="241477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515334" y="6043815"/>
              <a:ext cx="324256" cy="167119"/>
            </a:xfrm>
            <a:prstGeom prst="rect">
              <a:avLst/>
            </a:prstGeom>
          </p:spPr>
        </p:pic>
      </p:grpSp>
      <p:grpSp>
        <p:nvGrpSpPr>
          <p:cNvPr id="202" name="object 202" descr=""/>
          <p:cNvGrpSpPr/>
          <p:nvPr/>
        </p:nvGrpSpPr>
        <p:grpSpPr>
          <a:xfrm>
            <a:off x="5618924" y="3908869"/>
            <a:ext cx="3089910" cy="184150"/>
            <a:chOff x="5618924" y="3908869"/>
            <a:chExt cx="3089910" cy="184150"/>
          </a:xfrm>
        </p:grpSpPr>
        <p:sp>
          <p:nvSpPr>
            <p:cNvPr id="203" name="object 203" descr=""/>
            <p:cNvSpPr/>
            <p:nvPr/>
          </p:nvSpPr>
          <p:spPr>
            <a:xfrm>
              <a:off x="5623686" y="3913632"/>
              <a:ext cx="3080385" cy="174625"/>
            </a:xfrm>
            <a:custGeom>
              <a:avLst/>
              <a:gdLst/>
              <a:ahLst/>
              <a:cxnLst/>
              <a:rect l="l" t="t" r="r" b="b"/>
              <a:pathLst>
                <a:path w="3080384" h="174625">
                  <a:moveTo>
                    <a:pt x="3036696" y="0"/>
                  </a:moveTo>
                  <a:lnTo>
                    <a:pt x="43687" y="0"/>
                  </a:lnTo>
                  <a:lnTo>
                    <a:pt x="0" y="174625"/>
                  </a:lnTo>
                  <a:lnTo>
                    <a:pt x="3080258" y="174625"/>
                  </a:lnTo>
                  <a:lnTo>
                    <a:pt x="30366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5623686" y="3913632"/>
              <a:ext cx="3080385" cy="174625"/>
            </a:xfrm>
            <a:custGeom>
              <a:avLst/>
              <a:gdLst/>
              <a:ahLst/>
              <a:cxnLst/>
              <a:rect l="l" t="t" r="r" b="b"/>
              <a:pathLst>
                <a:path w="3080384" h="174625">
                  <a:moveTo>
                    <a:pt x="0" y="174625"/>
                  </a:moveTo>
                  <a:lnTo>
                    <a:pt x="43687" y="0"/>
                  </a:lnTo>
                  <a:lnTo>
                    <a:pt x="3036696" y="0"/>
                  </a:lnTo>
                  <a:lnTo>
                    <a:pt x="3080258" y="174625"/>
                  </a:lnTo>
                  <a:lnTo>
                    <a:pt x="0" y="174625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 descr=""/>
          <p:cNvSpPr txBox="1"/>
          <p:nvPr/>
        </p:nvSpPr>
        <p:spPr>
          <a:xfrm>
            <a:off x="5348604" y="3431794"/>
            <a:ext cx="2360295" cy="164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Shared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Delivery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Arial"/>
              <a:cs typeface="Arial"/>
            </a:endParaRPr>
          </a:p>
          <a:p>
            <a:pPr marL="141986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Arial"/>
                <a:cs typeface="Arial"/>
              </a:rPr>
              <a:t>Event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Catalog</a:t>
            </a:r>
            <a:endParaRPr sz="1000">
              <a:latin typeface="Arial"/>
              <a:cs typeface="Arial"/>
            </a:endParaRPr>
          </a:p>
          <a:p>
            <a:pPr marL="781050">
              <a:lnSpc>
                <a:spcPct val="100000"/>
              </a:lnSpc>
              <a:spcBef>
                <a:spcPts val="700"/>
              </a:spcBef>
            </a:pPr>
            <a:r>
              <a:rPr dirty="0" sz="1400" spc="-10">
                <a:solidFill>
                  <a:srgbClr val="6A737A"/>
                </a:solidFill>
                <a:latin typeface="Arial"/>
                <a:cs typeface="Arial"/>
              </a:rPr>
              <a:t>Enterprise</a:t>
            </a:r>
            <a:endParaRPr sz="1400">
              <a:latin typeface="Arial"/>
              <a:cs typeface="Arial"/>
            </a:endParaRPr>
          </a:p>
          <a:p>
            <a:pPr marL="1778000" marR="5080">
              <a:lnSpc>
                <a:spcPct val="100000"/>
              </a:lnSpc>
              <a:spcBef>
                <a:spcPts val="685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Event Processing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Arial"/>
              <a:cs typeface="Arial"/>
            </a:endParaRPr>
          </a:p>
          <a:p>
            <a:pPr marL="648335">
              <a:lnSpc>
                <a:spcPct val="100000"/>
              </a:lnSpc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06" name="object 206" descr=""/>
          <p:cNvSpPr txBox="1"/>
          <p:nvPr/>
        </p:nvSpPr>
        <p:spPr>
          <a:xfrm>
            <a:off x="16562832" y="5903467"/>
            <a:ext cx="262255" cy="336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 sz="700" spc="-25" b="1">
                <a:latin typeface="Arial"/>
                <a:cs typeface="Arial"/>
              </a:rPr>
              <a:t>VM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r>
              <a:rPr dirty="0" sz="700" spc="-10" b="1">
                <a:latin typeface="Arial"/>
                <a:cs typeface="Arial"/>
              </a:rPr>
              <a:t>Cloud</a:t>
            </a:r>
            <a:endParaRPr sz="700">
              <a:latin typeface="Arial"/>
              <a:cs typeface="Arial"/>
            </a:endParaRPr>
          </a:p>
        </p:txBody>
      </p:sp>
      <p:sp>
        <p:nvSpPr>
          <p:cNvPr id="207" name="object 207" descr=""/>
          <p:cNvSpPr txBox="1"/>
          <p:nvPr/>
        </p:nvSpPr>
        <p:spPr>
          <a:xfrm>
            <a:off x="1789810" y="6432296"/>
            <a:ext cx="5359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8" name="object 208" descr=""/>
          <p:cNvGrpSpPr/>
          <p:nvPr/>
        </p:nvGrpSpPr>
        <p:grpSpPr>
          <a:xfrm>
            <a:off x="2463926" y="6169914"/>
            <a:ext cx="930910" cy="227965"/>
            <a:chOff x="2463926" y="6169914"/>
            <a:chExt cx="930910" cy="227965"/>
          </a:xfrm>
        </p:grpSpPr>
        <p:sp>
          <p:nvSpPr>
            <p:cNvPr id="209" name="object 209" descr=""/>
            <p:cNvSpPr/>
            <p:nvPr/>
          </p:nvSpPr>
          <p:spPr>
            <a:xfrm>
              <a:off x="2470276" y="6176264"/>
              <a:ext cx="835660" cy="215265"/>
            </a:xfrm>
            <a:custGeom>
              <a:avLst/>
              <a:gdLst/>
              <a:ahLst/>
              <a:cxnLst/>
              <a:rect l="l" t="t" r="r" b="b"/>
              <a:pathLst>
                <a:path w="835660" h="215264">
                  <a:moveTo>
                    <a:pt x="835660" y="0"/>
                  </a:moveTo>
                  <a:lnTo>
                    <a:pt x="82550" y="0"/>
                  </a:lnTo>
                  <a:lnTo>
                    <a:pt x="50417" y="8447"/>
                  </a:lnTo>
                  <a:lnTo>
                    <a:pt x="24177" y="31480"/>
                  </a:lnTo>
                  <a:lnTo>
                    <a:pt x="6486" y="65633"/>
                  </a:lnTo>
                  <a:lnTo>
                    <a:pt x="0" y="107441"/>
                  </a:lnTo>
                  <a:lnTo>
                    <a:pt x="6486" y="149250"/>
                  </a:lnTo>
                  <a:lnTo>
                    <a:pt x="24177" y="183403"/>
                  </a:lnTo>
                  <a:lnTo>
                    <a:pt x="50417" y="206436"/>
                  </a:lnTo>
                  <a:lnTo>
                    <a:pt x="82550" y="214884"/>
                  </a:lnTo>
                  <a:lnTo>
                    <a:pt x="835660" y="214884"/>
                  </a:lnTo>
                  <a:lnTo>
                    <a:pt x="803453" y="206436"/>
                  </a:lnTo>
                  <a:lnTo>
                    <a:pt x="777176" y="183403"/>
                  </a:lnTo>
                  <a:lnTo>
                    <a:pt x="759471" y="149250"/>
                  </a:lnTo>
                  <a:lnTo>
                    <a:pt x="752983" y="107441"/>
                  </a:lnTo>
                  <a:lnTo>
                    <a:pt x="759471" y="65633"/>
                  </a:lnTo>
                  <a:lnTo>
                    <a:pt x="777176" y="31480"/>
                  </a:lnTo>
                  <a:lnTo>
                    <a:pt x="803453" y="8447"/>
                  </a:lnTo>
                  <a:lnTo>
                    <a:pt x="835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0" name="object 210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223259" y="6176264"/>
              <a:ext cx="165226" cy="214884"/>
            </a:xfrm>
            <a:prstGeom prst="rect">
              <a:avLst/>
            </a:prstGeom>
          </p:spPr>
        </p:pic>
        <p:sp>
          <p:nvSpPr>
            <p:cNvPr id="211" name="object 211" descr=""/>
            <p:cNvSpPr/>
            <p:nvPr/>
          </p:nvSpPr>
          <p:spPr>
            <a:xfrm>
              <a:off x="2470276" y="6176264"/>
              <a:ext cx="918210" cy="215265"/>
            </a:xfrm>
            <a:custGeom>
              <a:avLst/>
              <a:gdLst/>
              <a:ahLst/>
              <a:cxnLst/>
              <a:rect l="l" t="t" r="r" b="b"/>
              <a:pathLst>
                <a:path w="918210" h="215264">
                  <a:moveTo>
                    <a:pt x="835660" y="214884"/>
                  </a:moveTo>
                  <a:lnTo>
                    <a:pt x="777176" y="183403"/>
                  </a:lnTo>
                  <a:lnTo>
                    <a:pt x="759471" y="149250"/>
                  </a:lnTo>
                  <a:lnTo>
                    <a:pt x="752983" y="107441"/>
                  </a:lnTo>
                  <a:lnTo>
                    <a:pt x="759471" y="65633"/>
                  </a:lnTo>
                  <a:lnTo>
                    <a:pt x="777176" y="31480"/>
                  </a:lnTo>
                  <a:lnTo>
                    <a:pt x="835660" y="0"/>
                  </a:lnTo>
                  <a:lnTo>
                    <a:pt x="867792" y="8447"/>
                  </a:lnTo>
                  <a:lnTo>
                    <a:pt x="894032" y="31480"/>
                  </a:lnTo>
                  <a:lnTo>
                    <a:pt x="911723" y="65633"/>
                  </a:lnTo>
                  <a:lnTo>
                    <a:pt x="918210" y="107441"/>
                  </a:lnTo>
                  <a:lnTo>
                    <a:pt x="911723" y="149250"/>
                  </a:lnTo>
                  <a:lnTo>
                    <a:pt x="894032" y="183403"/>
                  </a:lnTo>
                  <a:lnTo>
                    <a:pt x="867792" y="206436"/>
                  </a:lnTo>
                  <a:lnTo>
                    <a:pt x="835660" y="214884"/>
                  </a:lnTo>
                  <a:lnTo>
                    <a:pt x="82550" y="214884"/>
                  </a:lnTo>
                  <a:lnTo>
                    <a:pt x="50417" y="206436"/>
                  </a:lnTo>
                  <a:lnTo>
                    <a:pt x="24177" y="183403"/>
                  </a:lnTo>
                  <a:lnTo>
                    <a:pt x="6486" y="149250"/>
                  </a:lnTo>
                  <a:lnTo>
                    <a:pt x="0" y="107441"/>
                  </a:lnTo>
                  <a:lnTo>
                    <a:pt x="6486" y="65633"/>
                  </a:lnTo>
                  <a:lnTo>
                    <a:pt x="24177" y="31480"/>
                  </a:lnTo>
                  <a:lnTo>
                    <a:pt x="50417" y="8447"/>
                  </a:lnTo>
                  <a:lnTo>
                    <a:pt x="82550" y="0"/>
                  </a:lnTo>
                  <a:lnTo>
                    <a:pt x="835660" y="0"/>
                  </a:lnTo>
                </a:path>
              </a:pathLst>
            </a:custGeom>
            <a:ln w="126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2" name="object 212" descr=""/>
          <p:cNvSpPr txBox="1"/>
          <p:nvPr/>
        </p:nvSpPr>
        <p:spPr>
          <a:xfrm>
            <a:off x="2698114" y="6422263"/>
            <a:ext cx="485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445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Message Broker(s)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3" name="object 213" descr=""/>
          <p:cNvGrpSpPr/>
          <p:nvPr/>
        </p:nvGrpSpPr>
        <p:grpSpPr>
          <a:xfrm>
            <a:off x="2426335" y="5808217"/>
            <a:ext cx="1477010" cy="572770"/>
            <a:chOff x="2426335" y="5808217"/>
            <a:chExt cx="1477010" cy="572770"/>
          </a:xfrm>
        </p:grpSpPr>
        <p:pic>
          <p:nvPicPr>
            <p:cNvPr id="214" name="object 21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769997" y="6064630"/>
              <a:ext cx="76200" cy="81407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70911" y="6062471"/>
              <a:ext cx="76200" cy="81533"/>
            </a:xfrm>
            <a:prstGeom prst="rect">
              <a:avLst/>
            </a:prstGeom>
          </p:spPr>
        </p:pic>
        <p:sp>
          <p:nvSpPr>
            <p:cNvPr id="216" name="object 216" descr=""/>
            <p:cNvSpPr/>
            <p:nvPr/>
          </p:nvSpPr>
          <p:spPr>
            <a:xfrm>
              <a:off x="2432685" y="5814567"/>
              <a:ext cx="956310" cy="240029"/>
            </a:xfrm>
            <a:custGeom>
              <a:avLst/>
              <a:gdLst/>
              <a:ahLst/>
              <a:cxnLst/>
              <a:rect l="l" t="t" r="r" b="b"/>
              <a:pathLst>
                <a:path w="956310" h="240029">
                  <a:moveTo>
                    <a:pt x="39877" y="239649"/>
                  </a:moveTo>
                  <a:lnTo>
                    <a:pt x="24378" y="236505"/>
                  </a:lnTo>
                  <a:lnTo>
                    <a:pt x="11699" y="227933"/>
                  </a:lnTo>
                  <a:lnTo>
                    <a:pt x="3141" y="215217"/>
                  </a:lnTo>
                  <a:lnTo>
                    <a:pt x="0" y="199644"/>
                  </a:lnTo>
                  <a:lnTo>
                    <a:pt x="0" y="39878"/>
                  </a:lnTo>
                  <a:lnTo>
                    <a:pt x="3141" y="24378"/>
                  </a:lnTo>
                  <a:lnTo>
                    <a:pt x="11699" y="11699"/>
                  </a:lnTo>
                  <a:lnTo>
                    <a:pt x="24378" y="3141"/>
                  </a:lnTo>
                  <a:lnTo>
                    <a:pt x="39877" y="0"/>
                  </a:lnTo>
                </a:path>
                <a:path w="956310" h="240029">
                  <a:moveTo>
                    <a:pt x="915924" y="0"/>
                  </a:moveTo>
                  <a:lnTo>
                    <a:pt x="931423" y="3141"/>
                  </a:lnTo>
                  <a:lnTo>
                    <a:pt x="944102" y="11699"/>
                  </a:lnTo>
                  <a:lnTo>
                    <a:pt x="952660" y="24378"/>
                  </a:lnTo>
                  <a:lnTo>
                    <a:pt x="955801" y="39878"/>
                  </a:lnTo>
                  <a:lnTo>
                    <a:pt x="955801" y="199644"/>
                  </a:lnTo>
                  <a:lnTo>
                    <a:pt x="952660" y="215217"/>
                  </a:lnTo>
                  <a:lnTo>
                    <a:pt x="944102" y="227933"/>
                  </a:lnTo>
                  <a:lnTo>
                    <a:pt x="931423" y="236505"/>
                  </a:lnTo>
                  <a:lnTo>
                    <a:pt x="915924" y="239649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7" name="object 21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96693" y="5833262"/>
              <a:ext cx="249936" cy="202666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95573" y="6213220"/>
              <a:ext cx="207175" cy="167639"/>
            </a:xfrm>
            <a:prstGeom prst="rect">
              <a:avLst/>
            </a:prstGeom>
          </p:spPr>
        </p:pic>
      </p:grpSp>
      <p:sp>
        <p:nvSpPr>
          <p:cNvPr id="219" name="object 219" descr=""/>
          <p:cNvSpPr txBox="1"/>
          <p:nvPr/>
        </p:nvSpPr>
        <p:spPr>
          <a:xfrm>
            <a:off x="3531742" y="6413372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0" name="object 220" descr=""/>
          <p:cNvGrpSpPr/>
          <p:nvPr/>
        </p:nvGrpSpPr>
        <p:grpSpPr>
          <a:xfrm>
            <a:off x="1432052" y="5495925"/>
            <a:ext cx="2943225" cy="620395"/>
            <a:chOff x="1432052" y="5495925"/>
            <a:chExt cx="2943225" cy="620395"/>
          </a:xfrm>
        </p:grpSpPr>
        <p:pic>
          <p:nvPicPr>
            <p:cNvPr id="221" name="object 22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2052" y="5495925"/>
              <a:ext cx="396913" cy="322072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55491" y="5713044"/>
              <a:ext cx="285940" cy="241477"/>
            </a:xfrm>
            <a:prstGeom prst="rect">
              <a:avLst/>
            </a:prstGeom>
          </p:spPr>
        </p:pic>
        <p:pic>
          <p:nvPicPr>
            <p:cNvPr id="223" name="object 22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50791" y="5948819"/>
              <a:ext cx="324269" cy="167119"/>
            </a:xfrm>
            <a:prstGeom prst="rect">
              <a:avLst/>
            </a:prstGeom>
          </p:spPr>
        </p:pic>
      </p:grpSp>
      <p:sp>
        <p:nvSpPr>
          <p:cNvPr id="224" name="object 224" descr=""/>
          <p:cNvSpPr txBox="1"/>
          <p:nvPr/>
        </p:nvSpPr>
        <p:spPr>
          <a:xfrm>
            <a:off x="4117213" y="5808345"/>
            <a:ext cx="194945" cy="307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5"/>
              </a:spcBef>
            </a:pPr>
            <a:r>
              <a:rPr dirty="0" sz="500" spc="-25" b="1">
                <a:latin typeface="Arial"/>
                <a:cs typeface="Arial"/>
              </a:rPr>
              <a:t>VM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500" spc="-10" b="1">
                <a:latin typeface="Arial"/>
                <a:cs typeface="Arial"/>
              </a:rPr>
              <a:t>Cloud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25" name="object 225" descr=""/>
          <p:cNvGrpSpPr/>
          <p:nvPr/>
        </p:nvGrpSpPr>
        <p:grpSpPr>
          <a:xfrm>
            <a:off x="1614424" y="7126351"/>
            <a:ext cx="2584450" cy="992505"/>
            <a:chOff x="1614424" y="7126351"/>
            <a:chExt cx="2584450" cy="992505"/>
          </a:xfrm>
        </p:grpSpPr>
        <p:sp>
          <p:nvSpPr>
            <p:cNvPr id="226" name="object 226" descr=""/>
            <p:cNvSpPr/>
            <p:nvPr/>
          </p:nvSpPr>
          <p:spPr>
            <a:xfrm>
              <a:off x="1620774" y="7132701"/>
              <a:ext cx="2571750" cy="979805"/>
            </a:xfrm>
            <a:custGeom>
              <a:avLst/>
              <a:gdLst/>
              <a:ahLst/>
              <a:cxnLst/>
              <a:rect l="l" t="t" r="r" b="b"/>
              <a:pathLst>
                <a:path w="2571750" h="979804">
                  <a:moveTo>
                    <a:pt x="0" y="37211"/>
                  </a:moveTo>
                  <a:lnTo>
                    <a:pt x="2921" y="22717"/>
                  </a:lnTo>
                  <a:lnTo>
                    <a:pt x="10890" y="10890"/>
                  </a:lnTo>
                  <a:lnTo>
                    <a:pt x="22717" y="2920"/>
                  </a:lnTo>
                  <a:lnTo>
                    <a:pt x="37211" y="0"/>
                  </a:lnTo>
                  <a:lnTo>
                    <a:pt x="2534285" y="0"/>
                  </a:lnTo>
                  <a:lnTo>
                    <a:pt x="2548778" y="2920"/>
                  </a:lnTo>
                  <a:lnTo>
                    <a:pt x="2560605" y="10890"/>
                  </a:lnTo>
                  <a:lnTo>
                    <a:pt x="2568575" y="22717"/>
                  </a:lnTo>
                  <a:lnTo>
                    <a:pt x="2571496" y="37211"/>
                  </a:lnTo>
                  <a:lnTo>
                    <a:pt x="2571496" y="942594"/>
                  </a:lnTo>
                  <a:lnTo>
                    <a:pt x="2568575" y="957034"/>
                  </a:lnTo>
                  <a:lnTo>
                    <a:pt x="2560605" y="968867"/>
                  </a:lnTo>
                  <a:lnTo>
                    <a:pt x="2548778" y="976866"/>
                  </a:lnTo>
                  <a:lnTo>
                    <a:pt x="2534285" y="979805"/>
                  </a:lnTo>
                  <a:lnTo>
                    <a:pt x="37211" y="979805"/>
                  </a:lnTo>
                  <a:lnTo>
                    <a:pt x="22717" y="976866"/>
                  </a:lnTo>
                  <a:lnTo>
                    <a:pt x="10890" y="968867"/>
                  </a:lnTo>
                  <a:lnTo>
                    <a:pt x="2920" y="957034"/>
                  </a:lnTo>
                  <a:lnTo>
                    <a:pt x="0" y="942594"/>
                  </a:lnTo>
                  <a:lnTo>
                    <a:pt x="0" y="37211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7" name="object 2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7507" y="7625537"/>
              <a:ext cx="344868" cy="279831"/>
            </a:xfrm>
            <a:prstGeom prst="rect">
              <a:avLst/>
            </a:prstGeom>
          </p:spPr>
        </p:pic>
      </p:grpSp>
      <p:sp>
        <p:nvSpPr>
          <p:cNvPr id="228" name="object 228" descr=""/>
          <p:cNvSpPr txBox="1"/>
          <p:nvPr/>
        </p:nvSpPr>
        <p:spPr>
          <a:xfrm>
            <a:off x="1789810" y="7910830"/>
            <a:ext cx="5359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Producers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9" name="object 229" descr=""/>
          <p:cNvGrpSpPr/>
          <p:nvPr/>
        </p:nvGrpSpPr>
        <p:grpSpPr>
          <a:xfrm>
            <a:off x="2463926" y="7648320"/>
            <a:ext cx="930910" cy="227965"/>
            <a:chOff x="2463926" y="7648320"/>
            <a:chExt cx="930910" cy="227965"/>
          </a:xfrm>
        </p:grpSpPr>
        <p:sp>
          <p:nvSpPr>
            <p:cNvPr id="230" name="object 230" descr=""/>
            <p:cNvSpPr/>
            <p:nvPr/>
          </p:nvSpPr>
          <p:spPr>
            <a:xfrm>
              <a:off x="2470276" y="7654670"/>
              <a:ext cx="835660" cy="215265"/>
            </a:xfrm>
            <a:custGeom>
              <a:avLst/>
              <a:gdLst/>
              <a:ahLst/>
              <a:cxnLst/>
              <a:rect l="l" t="t" r="r" b="b"/>
              <a:pathLst>
                <a:path w="835660" h="215265">
                  <a:moveTo>
                    <a:pt x="835660" y="0"/>
                  </a:moveTo>
                  <a:lnTo>
                    <a:pt x="82550" y="0"/>
                  </a:lnTo>
                  <a:lnTo>
                    <a:pt x="50417" y="8447"/>
                  </a:lnTo>
                  <a:lnTo>
                    <a:pt x="24177" y="31480"/>
                  </a:lnTo>
                  <a:lnTo>
                    <a:pt x="6486" y="65633"/>
                  </a:lnTo>
                  <a:lnTo>
                    <a:pt x="0" y="107441"/>
                  </a:lnTo>
                  <a:lnTo>
                    <a:pt x="6486" y="149250"/>
                  </a:lnTo>
                  <a:lnTo>
                    <a:pt x="24177" y="183403"/>
                  </a:lnTo>
                  <a:lnTo>
                    <a:pt x="50417" y="206436"/>
                  </a:lnTo>
                  <a:lnTo>
                    <a:pt x="82550" y="214883"/>
                  </a:lnTo>
                  <a:lnTo>
                    <a:pt x="835660" y="214883"/>
                  </a:lnTo>
                  <a:lnTo>
                    <a:pt x="803453" y="206436"/>
                  </a:lnTo>
                  <a:lnTo>
                    <a:pt x="777176" y="183403"/>
                  </a:lnTo>
                  <a:lnTo>
                    <a:pt x="759471" y="149250"/>
                  </a:lnTo>
                  <a:lnTo>
                    <a:pt x="752983" y="107441"/>
                  </a:lnTo>
                  <a:lnTo>
                    <a:pt x="759471" y="65633"/>
                  </a:lnTo>
                  <a:lnTo>
                    <a:pt x="777176" y="31480"/>
                  </a:lnTo>
                  <a:lnTo>
                    <a:pt x="803453" y="8447"/>
                  </a:lnTo>
                  <a:lnTo>
                    <a:pt x="8356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223259" y="7654670"/>
              <a:ext cx="165226" cy="214884"/>
            </a:xfrm>
            <a:prstGeom prst="rect">
              <a:avLst/>
            </a:prstGeom>
          </p:spPr>
        </p:pic>
        <p:sp>
          <p:nvSpPr>
            <p:cNvPr id="232" name="object 232" descr=""/>
            <p:cNvSpPr/>
            <p:nvPr/>
          </p:nvSpPr>
          <p:spPr>
            <a:xfrm>
              <a:off x="2470276" y="7654670"/>
              <a:ext cx="918210" cy="215265"/>
            </a:xfrm>
            <a:custGeom>
              <a:avLst/>
              <a:gdLst/>
              <a:ahLst/>
              <a:cxnLst/>
              <a:rect l="l" t="t" r="r" b="b"/>
              <a:pathLst>
                <a:path w="918210" h="215265">
                  <a:moveTo>
                    <a:pt x="835660" y="214883"/>
                  </a:moveTo>
                  <a:lnTo>
                    <a:pt x="777176" y="183403"/>
                  </a:lnTo>
                  <a:lnTo>
                    <a:pt x="759471" y="149250"/>
                  </a:lnTo>
                  <a:lnTo>
                    <a:pt x="752983" y="107441"/>
                  </a:lnTo>
                  <a:lnTo>
                    <a:pt x="759471" y="65633"/>
                  </a:lnTo>
                  <a:lnTo>
                    <a:pt x="777176" y="31480"/>
                  </a:lnTo>
                  <a:lnTo>
                    <a:pt x="835660" y="0"/>
                  </a:lnTo>
                  <a:lnTo>
                    <a:pt x="867792" y="8447"/>
                  </a:lnTo>
                  <a:lnTo>
                    <a:pt x="894032" y="31480"/>
                  </a:lnTo>
                  <a:lnTo>
                    <a:pt x="911723" y="65633"/>
                  </a:lnTo>
                  <a:lnTo>
                    <a:pt x="918210" y="107441"/>
                  </a:lnTo>
                  <a:lnTo>
                    <a:pt x="911723" y="149250"/>
                  </a:lnTo>
                  <a:lnTo>
                    <a:pt x="894032" y="183403"/>
                  </a:lnTo>
                  <a:lnTo>
                    <a:pt x="867792" y="206436"/>
                  </a:lnTo>
                  <a:lnTo>
                    <a:pt x="835660" y="214883"/>
                  </a:lnTo>
                  <a:lnTo>
                    <a:pt x="82550" y="214883"/>
                  </a:lnTo>
                  <a:lnTo>
                    <a:pt x="50417" y="206436"/>
                  </a:lnTo>
                  <a:lnTo>
                    <a:pt x="24177" y="183403"/>
                  </a:lnTo>
                  <a:lnTo>
                    <a:pt x="6486" y="149250"/>
                  </a:lnTo>
                  <a:lnTo>
                    <a:pt x="0" y="107441"/>
                  </a:lnTo>
                  <a:lnTo>
                    <a:pt x="6486" y="65633"/>
                  </a:lnTo>
                  <a:lnTo>
                    <a:pt x="24177" y="31480"/>
                  </a:lnTo>
                  <a:lnTo>
                    <a:pt x="50417" y="8447"/>
                  </a:lnTo>
                  <a:lnTo>
                    <a:pt x="82550" y="0"/>
                  </a:lnTo>
                  <a:lnTo>
                    <a:pt x="835660" y="0"/>
                  </a:lnTo>
                </a:path>
              </a:pathLst>
            </a:custGeom>
            <a:ln w="126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3" name="object 233" descr=""/>
          <p:cNvSpPr txBox="1"/>
          <p:nvPr/>
        </p:nvSpPr>
        <p:spPr>
          <a:xfrm>
            <a:off x="2698114" y="7900796"/>
            <a:ext cx="485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4445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Message Broker(s)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34" name="object 234" descr=""/>
          <p:cNvGrpSpPr/>
          <p:nvPr/>
        </p:nvGrpSpPr>
        <p:grpSpPr>
          <a:xfrm>
            <a:off x="2426335" y="7286625"/>
            <a:ext cx="1477010" cy="572770"/>
            <a:chOff x="2426335" y="7286625"/>
            <a:chExt cx="1477010" cy="572770"/>
          </a:xfrm>
        </p:grpSpPr>
        <p:pic>
          <p:nvPicPr>
            <p:cNvPr id="235" name="object 23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69997" y="7543038"/>
              <a:ext cx="76200" cy="81406"/>
            </a:xfrm>
            <a:prstGeom prst="rect">
              <a:avLst/>
            </a:prstGeom>
          </p:spPr>
        </p:pic>
        <p:pic>
          <p:nvPicPr>
            <p:cNvPr id="236" name="object 23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970911" y="7541006"/>
              <a:ext cx="76200" cy="81406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2432685" y="7292975"/>
              <a:ext cx="956310" cy="240029"/>
            </a:xfrm>
            <a:custGeom>
              <a:avLst/>
              <a:gdLst/>
              <a:ahLst/>
              <a:cxnLst/>
              <a:rect l="l" t="t" r="r" b="b"/>
              <a:pathLst>
                <a:path w="956310" h="240029">
                  <a:moveTo>
                    <a:pt x="39877" y="239649"/>
                  </a:moveTo>
                  <a:lnTo>
                    <a:pt x="24378" y="236505"/>
                  </a:lnTo>
                  <a:lnTo>
                    <a:pt x="11699" y="227933"/>
                  </a:lnTo>
                  <a:lnTo>
                    <a:pt x="3141" y="215217"/>
                  </a:lnTo>
                  <a:lnTo>
                    <a:pt x="0" y="199644"/>
                  </a:lnTo>
                  <a:lnTo>
                    <a:pt x="0" y="39877"/>
                  </a:lnTo>
                  <a:lnTo>
                    <a:pt x="3141" y="24378"/>
                  </a:lnTo>
                  <a:lnTo>
                    <a:pt x="11699" y="11699"/>
                  </a:lnTo>
                  <a:lnTo>
                    <a:pt x="24378" y="3141"/>
                  </a:lnTo>
                  <a:lnTo>
                    <a:pt x="39877" y="0"/>
                  </a:lnTo>
                </a:path>
                <a:path w="956310" h="240029">
                  <a:moveTo>
                    <a:pt x="915924" y="0"/>
                  </a:moveTo>
                  <a:lnTo>
                    <a:pt x="931423" y="3141"/>
                  </a:lnTo>
                  <a:lnTo>
                    <a:pt x="944102" y="11699"/>
                  </a:lnTo>
                  <a:lnTo>
                    <a:pt x="952660" y="24378"/>
                  </a:lnTo>
                  <a:lnTo>
                    <a:pt x="955801" y="39877"/>
                  </a:lnTo>
                  <a:lnTo>
                    <a:pt x="955801" y="199644"/>
                  </a:lnTo>
                  <a:lnTo>
                    <a:pt x="952660" y="215217"/>
                  </a:lnTo>
                  <a:lnTo>
                    <a:pt x="944102" y="227933"/>
                  </a:lnTo>
                  <a:lnTo>
                    <a:pt x="931423" y="236505"/>
                  </a:lnTo>
                  <a:lnTo>
                    <a:pt x="915924" y="239649"/>
                  </a:lnTo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96693" y="7311669"/>
              <a:ext cx="249936" cy="202666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95573" y="7691627"/>
              <a:ext cx="207175" cy="167639"/>
            </a:xfrm>
            <a:prstGeom prst="rect">
              <a:avLst/>
            </a:prstGeom>
          </p:spPr>
        </p:pic>
      </p:grpSp>
      <p:sp>
        <p:nvSpPr>
          <p:cNvPr id="240" name="object 240" descr=""/>
          <p:cNvSpPr txBox="1"/>
          <p:nvPr/>
        </p:nvSpPr>
        <p:spPr>
          <a:xfrm>
            <a:off x="3531742" y="7892033"/>
            <a:ext cx="6000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A737A"/>
                </a:solidFill>
                <a:latin typeface="Arial"/>
                <a:cs typeface="Arial"/>
              </a:rPr>
              <a:t>Consumers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1" name="object 241" descr=""/>
          <p:cNvGrpSpPr/>
          <p:nvPr/>
        </p:nvGrpSpPr>
        <p:grpSpPr>
          <a:xfrm>
            <a:off x="1432052" y="6974331"/>
            <a:ext cx="2943225" cy="620395"/>
            <a:chOff x="1432052" y="6974331"/>
            <a:chExt cx="2943225" cy="620395"/>
          </a:xfrm>
        </p:grpSpPr>
        <p:pic>
          <p:nvPicPr>
            <p:cNvPr id="242" name="object 2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2052" y="6974331"/>
              <a:ext cx="396913" cy="322071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55491" y="7191450"/>
              <a:ext cx="285940" cy="241477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50791" y="7427226"/>
              <a:ext cx="324269" cy="167119"/>
            </a:xfrm>
            <a:prstGeom prst="rect">
              <a:avLst/>
            </a:prstGeom>
          </p:spPr>
        </p:pic>
      </p:grpSp>
      <p:sp>
        <p:nvSpPr>
          <p:cNvPr id="245" name="object 245" descr=""/>
          <p:cNvSpPr txBox="1"/>
          <p:nvPr/>
        </p:nvSpPr>
        <p:spPr>
          <a:xfrm>
            <a:off x="4117213" y="7287259"/>
            <a:ext cx="194945" cy="306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dirty="0" sz="500" spc="-25" b="1">
                <a:latin typeface="Arial"/>
                <a:cs typeface="Arial"/>
              </a:rPr>
              <a:t>VM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dirty="0" sz="500" spc="-10" b="1">
                <a:latin typeface="Arial"/>
                <a:cs typeface="Arial"/>
              </a:rPr>
              <a:t>Cloud</a:t>
            </a:r>
            <a:endParaRPr sz="500">
              <a:latin typeface="Arial"/>
              <a:cs typeface="Arial"/>
            </a:endParaRPr>
          </a:p>
        </p:txBody>
      </p:sp>
      <p:sp>
        <p:nvSpPr>
          <p:cNvPr id="246" name="object 246" descr=""/>
          <p:cNvSpPr txBox="1"/>
          <p:nvPr/>
        </p:nvSpPr>
        <p:spPr>
          <a:xfrm>
            <a:off x="2001901" y="5457825"/>
            <a:ext cx="1226820" cy="626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LOB/Segment</a:t>
            </a:r>
            <a:r>
              <a:rPr dirty="0" sz="1050" spc="-50">
                <a:solidFill>
                  <a:srgbClr val="6A737A"/>
                </a:solidFill>
                <a:latin typeface="Arial"/>
                <a:cs typeface="Arial"/>
              </a:rPr>
              <a:t> B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050">
              <a:latin typeface="Arial"/>
              <a:cs typeface="Arial"/>
            </a:endParaRPr>
          </a:p>
          <a:p>
            <a:pPr marL="777240" marR="5080">
              <a:lnSpc>
                <a:spcPct val="100000"/>
              </a:lnSpc>
            </a:pPr>
            <a:r>
              <a:rPr dirty="0" sz="700" spc="-10">
                <a:solidFill>
                  <a:srgbClr val="6A737A"/>
                </a:solidFill>
                <a:latin typeface="Arial"/>
                <a:cs typeface="Arial"/>
              </a:rPr>
              <a:t>Event</a:t>
            </a:r>
            <a:r>
              <a:rPr dirty="0" sz="700" spc="50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A737A"/>
                </a:solidFill>
                <a:latin typeface="Arial"/>
                <a:cs typeface="Arial"/>
              </a:rPr>
              <a:t>Processing</a:t>
            </a:r>
            <a:endParaRPr sz="700">
              <a:latin typeface="Arial"/>
              <a:cs typeface="Arial"/>
            </a:endParaRPr>
          </a:p>
        </p:txBody>
      </p:sp>
      <p:sp>
        <p:nvSpPr>
          <p:cNvPr id="247" name="object 247" descr=""/>
          <p:cNvSpPr txBox="1"/>
          <p:nvPr/>
        </p:nvSpPr>
        <p:spPr>
          <a:xfrm>
            <a:off x="1997329" y="6936485"/>
            <a:ext cx="1231265" cy="62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6A737A"/>
                </a:solidFill>
                <a:latin typeface="Arial"/>
                <a:cs typeface="Arial"/>
              </a:rPr>
              <a:t>LOB/Segment</a:t>
            </a:r>
            <a:r>
              <a:rPr dirty="0" sz="1050" spc="-50">
                <a:solidFill>
                  <a:srgbClr val="6A737A"/>
                </a:solidFill>
                <a:latin typeface="Arial"/>
                <a:cs typeface="Arial"/>
              </a:rPr>
              <a:t> C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50">
              <a:latin typeface="Arial"/>
              <a:cs typeface="Arial"/>
            </a:endParaRPr>
          </a:p>
          <a:p>
            <a:pPr marL="781685" marR="5080">
              <a:lnSpc>
                <a:spcPct val="100000"/>
              </a:lnSpc>
            </a:pPr>
            <a:r>
              <a:rPr dirty="0" sz="700" spc="-10">
                <a:solidFill>
                  <a:srgbClr val="6A737A"/>
                </a:solidFill>
                <a:latin typeface="Arial"/>
                <a:cs typeface="Arial"/>
              </a:rPr>
              <a:t>Event</a:t>
            </a:r>
            <a:r>
              <a:rPr dirty="0" sz="700" spc="500">
                <a:solidFill>
                  <a:srgbClr val="6A737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6A737A"/>
                </a:solidFill>
                <a:latin typeface="Arial"/>
                <a:cs typeface="Arial"/>
              </a:rPr>
              <a:t>Processing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48" name="object 248" descr=""/>
          <p:cNvGrpSpPr/>
          <p:nvPr/>
        </p:nvGrpSpPr>
        <p:grpSpPr>
          <a:xfrm>
            <a:off x="11428920" y="5642840"/>
            <a:ext cx="217170" cy="151765"/>
            <a:chOff x="11428920" y="5642840"/>
            <a:chExt cx="217170" cy="151765"/>
          </a:xfrm>
        </p:grpSpPr>
        <p:sp>
          <p:nvSpPr>
            <p:cNvPr id="249" name="object 249" descr=""/>
            <p:cNvSpPr/>
            <p:nvPr/>
          </p:nvSpPr>
          <p:spPr>
            <a:xfrm>
              <a:off x="11433682" y="5647602"/>
              <a:ext cx="153035" cy="102870"/>
            </a:xfrm>
            <a:custGeom>
              <a:avLst/>
              <a:gdLst/>
              <a:ahLst/>
              <a:cxnLst/>
              <a:rect l="l" t="t" r="r" b="b"/>
              <a:pathLst>
                <a:path w="153034" h="102870">
                  <a:moveTo>
                    <a:pt x="0" y="102830"/>
                  </a:moveTo>
                  <a:lnTo>
                    <a:pt x="153022" y="102830"/>
                  </a:lnTo>
                  <a:lnTo>
                    <a:pt x="153022" y="0"/>
                  </a:lnTo>
                  <a:lnTo>
                    <a:pt x="0" y="0"/>
                  </a:lnTo>
                  <a:lnTo>
                    <a:pt x="0" y="102830"/>
                  </a:lnTo>
                  <a:close/>
                </a:path>
              </a:pathLst>
            </a:custGeom>
            <a:ln w="952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1487911" y="5686972"/>
              <a:ext cx="153035" cy="102870"/>
            </a:xfrm>
            <a:custGeom>
              <a:avLst/>
              <a:gdLst/>
              <a:ahLst/>
              <a:cxnLst/>
              <a:rect l="l" t="t" r="r" b="b"/>
              <a:pathLst>
                <a:path w="153034" h="102870">
                  <a:moveTo>
                    <a:pt x="153022" y="0"/>
                  </a:moveTo>
                  <a:lnTo>
                    <a:pt x="0" y="0"/>
                  </a:lnTo>
                  <a:lnTo>
                    <a:pt x="0" y="102830"/>
                  </a:lnTo>
                  <a:lnTo>
                    <a:pt x="153022" y="102830"/>
                  </a:lnTo>
                  <a:lnTo>
                    <a:pt x="1530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1487911" y="5686972"/>
              <a:ext cx="153035" cy="102870"/>
            </a:xfrm>
            <a:custGeom>
              <a:avLst/>
              <a:gdLst/>
              <a:ahLst/>
              <a:cxnLst/>
              <a:rect l="l" t="t" r="r" b="b"/>
              <a:pathLst>
                <a:path w="153034" h="102870">
                  <a:moveTo>
                    <a:pt x="0" y="102830"/>
                  </a:moveTo>
                  <a:lnTo>
                    <a:pt x="153022" y="102830"/>
                  </a:lnTo>
                  <a:lnTo>
                    <a:pt x="153022" y="0"/>
                  </a:lnTo>
                  <a:lnTo>
                    <a:pt x="0" y="0"/>
                  </a:lnTo>
                  <a:lnTo>
                    <a:pt x="0" y="102830"/>
                  </a:lnTo>
                  <a:close/>
                </a:path>
              </a:pathLst>
            </a:custGeom>
            <a:ln w="952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 descr=""/>
          <p:cNvSpPr txBox="1"/>
          <p:nvPr/>
        </p:nvSpPr>
        <p:spPr>
          <a:xfrm>
            <a:off x="11486133" y="5703570"/>
            <a:ext cx="6299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67665" algn="l"/>
              </a:tabLst>
            </a:pPr>
            <a:r>
              <a:rPr dirty="0" sz="700" spc="-25" b="1">
                <a:latin typeface="Arial"/>
                <a:cs typeface="Arial"/>
              </a:rPr>
              <a:t>VM</a:t>
            </a:r>
            <a:r>
              <a:rPr dirty="0" sz="700" b="1">
                <a:latin typeface="Arial"/>
                <a:cs typeface="Arial"/>
              </a:rPr>
              <a:t>	</a:t>
            </a:r>
            <a:r>
              <a:rPr dirty="0" sz="700" spc="-10" b="1">
                <a:latin typeface="Arial"/>
                <a:cs typeface="Arial"/>
              </a:rPr>
              <a:t>Cloud</a:t>
            </a:r>
            <a:endParaRPr sz="700">
              <a:latin typeface="Arial"/>
              <a:cs typeface="Arial"/>
            </a:endParaRPr>
          </a:p>
        </p:txBody>
      </p:sp>
      <p:sp>
        <p:nvSpPr>
          <p:cNvPr id="253" name="object 25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1445450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전사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데이터 허브와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거버넌스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체계</a:t>
            </a:r>
            <a:r>
              <a:rPr dirty="0" spc="-1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구축을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위한 구성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방안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635" cy="10287000"/>
          </a:xfrm>
          <a:custGeom>
            <a:avLst/>
            <a:gdLst/>
            <a:ahLst/>
            <a:cxnLst/>
            <a:rect l="l" t="t" r="r" b="b"/>
            <a:pathLst>
              <a:path w="9144635" h="10287000">
                <a:moveTo>
                  <a:pt x="9144254" y="0"/>
                </a:moveTo>
                <a:lnTo>
                  <a:pt x="0" y="0"/>
                </a:lnTo>
                <a:lnTo>
                  <a:pt x="0" y="10287000"/>
                </a:lnTo>
                <a:lnTo>
                  <a:pt x="9144254" y="10287000"/>
                </a:lnTo>
                <a:lnTo>
                  <a:pt x="9144254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1258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6000" spc="-10">
                <a:solidFill>
                  <a:srgbClr val="173360"/>
                </a:solidFill>
              </a:rPr>
              <a:t>Agenda</a:t>
            </a:r>
            <a:endParaRPr sz="6000"/>
          </a:p>
        </p:txBody>
      </p:sp>
      <p:sp>
        <p:nvSpPr>
          <p:cNvPr id="5" name="object 5" descr=""/>
          <p:cNvSpPr txBox="1"/>
          <p:nvPr/>
        </p:nvSpPr>
        <p:spPr>
          <a:xfrm>
            <a:off x="749300" y="3180334"/>
            <a:ext cx="4014470" cy="235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10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사용</a:t>
            </a:r>
            <a:r>
              <a:rPr dirty="0" sz="3200" spc="-1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사례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FFFFFF"/>
                </a:solidFill>
                <a:latin typeface="Malgun Gothic"/>
                <a:cs typeface="Malgun Gothic"/>
              </a:rPr>
              <a:t>표준</a:t>
            </a:r>
            <a:r>
              <a:rPr dirty="0" sz="3200" spc="-1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Malgun Gothic"/>
                <a:cs typeface="Malgun Gothic"/>
              </a:rPr>
              <a:t>구성</a:t>
            </a:r>
            <a:endParaRPr sz="3200">
              <a:latin typeface="Malgun Gothic"/>
              <a:cs typeface="Malgun Gothic"/>
            </a:endParaRPr>
          </a:p>
          <a:p>
            <a:pPr marL="393065" indent="-380365">
              <a:lnSpc>
                <a:spcPct val="100000"/>
              </a:lnSpc>
              <a:spcBef>
                <a:spcPts val="3420"/>
              </a:spcBef>
              <a:buSzPct val="75000"/>
              <a:buFont typeface="Calibri"/>
              <a:buChar char="•"/>
              <a:tabLst>
                <a:tab pos="393065" algn="l"/>
              </a:tabLst>
            </a:pP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Apache</a:t>
            </a:r>
            <a:r>
              <a:rPr dirty="0" sz="3200" spc="-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173360"/>
                </a:solidFill>
                <a:latin typeface="Malgun Gothic"/>
                <a:cs typeface="Malgun Gothic"/>
              </a:rPr>
              <a:t>Kafka</a:t>
            </a:r>
            <a:r>
              <a:rPr dirty="0" sz="3200" spc="-25" b="1">
                <a:solidFill>
                  <a:srgbClr val="173360"/>
                </a:solidFill>
                <a:latin typeface="Malgun Gothic"/>
                <a:cs typeface="Malgun Gothic"/>
              </a:rPr>
              <a:t> 비교</a:t>
            </a:r>
            <a:endParaRPr sz="3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5698" y="420243"/>
            <a:ext cx="8658860" cy="9446895"/>
          </a:xfrm>
          <a:custGeom>
            <a:avLst/>
            <a:gdLst/>
            <a:ahLst/>
            <a:cxnLst/>
            <a:rect l="l" t="t" r="r" b="b"/>
            <a:pathLst>
              <a:path w="8658860" h="9446895">
                <a:moveTo>
                  <a:pt x="8461451" y="0"/>
                </a:moveTo>
                <a:lnTo>
                  <a:pt x="197154" y="0"/>
                </a:lnTo>
                <a:lnTo>
                  <a:pt x="151947" y="5206"/>
                </a:lnTo>
                <a:lnTo>
                  <a:pt x="110449" y="20040"/>
                </a:lnTo>
                <a:lnTo>
                  <a:pt x="73842" y="43317"/>
                </a:lnTo>
                <a:lnTo>
                  <a:pt x="43311" y="73856"/>
                </a:lnTo>
                <a:lnTo>
                  <a:pt x="20038" y="110477"/>
                </a:lnTo>
                <a:lnTo>
                  <a:pt x="5206" y="151995"/>
                </a:lnTo>
                <a:lnTo>
                  <a:pt x="0" y="197230"/>
                </a:lnTo>
                <a:lnTo>
                  <a:pt x="0" y="9249308"/>
                </a:lnTo>
                <a:lnTo>
                  <a:pt x="5206" y="9294510"/>
                </a:lnTo>
                <a:lnTo>
                  <a:pt x="20038" y="9336005"/>
                </a:lnTo>
                <a:lnTo>
                  <a:pt x="43311" y="9372610"/>
                </a:lnTo>
                <a:lnTo>
                  <a:pt x="73842" y="9403140"/>
                </a:lnTo>
                <a:lnTo>
                  <a:pt x="110449" y="9426412"/>
                </a:lnTo>
                <a:lnTo>
                  <a:pt x="151947" y="9441243"/>
                </a:lnTo>
                <a:lnTo>
                  <a:pt x="197154" y="9446450"/>
                </a:lnTo>
                <a:lnTo>
                  <a:pt x="8461451" y="9446450"/>
                </a:lnTo>
                <a:lnTo>
                  <a:pt x="8506639" y="9441243"/>
                </a:lnTo>
                <a:lnTo>
                  <a:pt x="8548124" y="9426412"/>
                </a:lnTo>
                <a:lnTo>
                  <a:pt x="8584721" y="9403140"/>
                </a:lnTo>
                <a:lnTo>
                  <a:pt x="8615247" y="9372610"/>
                </a:lnTo>
                <a:lnTo>
                  <a:pt x="8638518" y="9336005"/>
                </a:lnTo>
                <a:lnTo>
                  <a:pt x="8653348" y="9294510"/>
                </a:lnTo>
                <a:lnTo>
                  <a:pt x="8658555" y="9249308"/>
                </a:lnTo>
                <a:lnTo>
                  <a:pt x="8658555" y="197230"/>
                </a:lnTo>
                <a:lnTo>
                  <a:pt x="8653348" y="151995"/>
                </a:lnTo>
                <a:lnTo>
                  <a:pt x="8638518" y="110477"/>
                </a:lnTo>
                <a:lnTo>
                  <a:pt x="8615247" y="73856"/>
                </a:lnTo>
                <a:lnTo>
                  <a:pt x="8584721" y="43317"/>
                </a:lnTo>
                <a:lnTo>
                  <a:pt x="8548124" y="20040"/>
                </a:lnTo>
                <a:lnTo>
                  <a:pt x="8506639" y="5206"/>
                </a:lnTo>
                <a:lnTo>
                  <a:pt x="8461451" y="0"/>
                </a:lnTo>
                <a:close/>
              </a:path>
            </a:pathLst>
          </a:custGeom>
          <a:solidFill>
            <a:srgbClr val="01295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73100" y="9882937"/>
            <a:ext cx="103022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0">
                <a:solidFill>
                  <a:srgbClr val="7E7E7E"/>
                </a:solidFill>
                <a:latin typeface="Calibri"/>
                <a:cs typeface="Calibri"/>
              </a:rPr>
              <a:t>Copyright</a:t>
            </a:r>
            <a:r>
              <a:rPr dirty="0" sz="1000" spc="7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7E7E7E"/>
                </a:solidFill>
                <a:latin typeface="Calibri"/>
                <a:cs typeface="Calibri"/>
              </a:rPr>
              <a:t>2020,</a:t>
            </a:r>
            <a:r>
              <a:rPr dirty="0" sz="1000" spc="3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7E7E7E"/>
                </a:solidFill>
                <a:latin typeface="Calibri"/>
                <a:cs typeface="Calibri"/>
              </a:rPr>
              <a:t>Confluent,</a:t>
            </a:r>
            <a:r>
              <a:rPr dirty="0" sz="1000" spc="7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7E7E7E"/>
                </a:solidFill>
                <a:latin typeface="Calibri"/>
                <a:cs typeface="Calibri"/>
              </a:rPr>
              <a:t>Inc.</a:t>
            </a:r>
            <a:r>
              <a:rPr dirty="0" sz="1000" spc="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7E7E7E"/>
                </a:solidFill>
                <a:latin typeface="Calibri"/>
                <a:cs typeface="Calibri"/>
              </a:rPr>
              <a:t>All</a:t>
            </a:r>
            <a:r>
              <a:rPr dirty="0" sz="1000" spc="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7E7E7E"/>
                </a:solidFill>
                <a:latin typeface="Calibri"/>
                <a:cs typeface="Calibri"/>
              </a:rPr>
              <a:t>rights</a:t>
            </a:r>
            <a:r>
              <a:rPr dirty="0" sz="1000" spc="6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7E7E7E"/>
                </a:solidFill>
                <a:latin typeface="Calibri"/>
                <a:cs typeface="Calibri"/>
              </a:rPr>
              <a:t>reserved.</a:t>
            </a:r>
            <a:r>
              <a:rPr dirty="0" sz="1000" spc="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7E7E7E"/>
                </a:solidFill>
                <a:latin typeface="Calibri"/>
                <a:cs typeface="Calibri"/>
              </a:rPr>
              <a:t>This</a:t>
            </a:r>
            <a:r>
              <a:rPr dirty="0" sz="1000" spc="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7E7E7E"/>
                </a:solidFill>
                <a:latin typeface="Calibri"/>
                <a:cs typeface="Calibri"/>
              </a:rPr>
              <a:t>document</a:t>
            </a:r>
            <a:r>
              <a:rPr dirty="0" sz="1000" spc="6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45">
                <a:solidFill>
                  <a:srgbClr val="7E7E7E"/>
                </a:solidFill>
                <a:latin typeface="Calibri"/>
                <a:cs typeface="Calibri"/>
              </a:rPr>
              <a:t>may</a:t>
            </a:r>
            <a:r>
              <a:rPr dirty="0" sz="1000" spc="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7E7E7E"/>
                </a:solidFill>
                <a:latin typeface="Calibri"/>
                <a:cs typeface="Calibri"/>
              </a:rPr>
              <a:t>not</a:t>
            </a:r>
            <a:r>
              <a:rPr dirty="0" sz="1000" spc="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7E7E7E"/>
                </a:solidFill>
                <a:latin typeface="Calibri"/>
                <a:cs typeface="Calibri"/>
              </a:rPr>
              <a:t>be</a:t>
            </a:r>
            <a:r>
              <a:rPr dirty="0" sz="1000" spc="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7E7E7E"/>
                </a:solidFill>
                <a:latin typeface="Calibri"/>
                <a:cs typeface="Calibri"/>
              </a:rPr>
              <a:t>reproduced</a:t>
            </a:r>
            <a:r>
              <a:rPr dirty="0" sz="1000" spc="5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7E7E7E"/>
                </a:solidFill>
                <a:latin typeface="Calibri"/>
                <a:cs typeface="Calibri"/>
              </a:rPr>
              <a:t>in</a:t>
            </a:r>
            <a:r>
              <a:rPr dirty="0" sz="1000" spc="6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14">
                <a:solidFill>
                  <a:srgbClr val="7E7E7E"/>
                </a:solidFill>
                <a:latin typeface="Calibri"/>
                <a:cs typeface="Calibri"/>
              </a:rPr>
              <a:t>any</a:t>
            </a:r>
            <a:r>
              <a:rPr dirty="0" sz="1000" spc="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7E7E7E"/>
                </a:solidFill>
                <a:latin typeface="Calibri"/>
                <a:cs typeface="Calibri"/>
              </a:rPr>
              <a:t>manner</a:t>
            </a:r>
            <a:r>
              <a:rPr dirty="0" sz="1000" spc="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7E7E7E"/>
                </a:solidFill>
                <a:latin typeface="Calibri"/>
                <a:cs typeface="Calibri"/>
              </a:rPr>
              <a:t>without</a:t>
            </a:r>
            <a:r>
              <a:rPr dirty="0" sz="1000" spc="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7E7E7E"/>
                </a:solidFill>
                <a:latin typeface="Calibri"/>
                <a:cs typeface="Calibri"/>
              </a:rPr>
              <a:t>the</a:t>
            </a:r>
            <a:r>
              <a:rPr dirty="0" sz="1000" spc="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7E7E7E"/>
                </a:solidFill>
                <a:latin typeface="Calibri"/>
                <a:cs typeface="Calibri"/>
              </a:rPr>
              <a:t>express</a:t>
            </a:r>
            <a:r>
              <a:rPr dirty="0" sz="1000" spc="5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7E7E7E"/>
                </a:solidFill>
                <a:latin typeface="Calibri"/>
                <a:cs typeface="Calibri"/>
              </a:rPr>
              <a:t>written</a:t>
            </a:r>
            <a:r>
              <a:rPr dirty="0" sz="1000" spc="4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7E7E7E"/>
                </a:solidFill>
                <a:latin typeface="Calibri"/>
                <a:cs typeface="Calibri"/>
              </a:rPr>
              <a:t>permission</a:t>
            </a:r>
            <a:r>
              <a:rPr dirty="0" sz="1000" spc="9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7E7E7E"/>
                </a:solidFill>
                <a:latin typeface="Calibri"/>
                <a:cs typeface="Calibri"/>
              </a:rPr>
              <a:t>of</a:t>
            </a:r>
            <a:r>
              <a:rPr dirty="0" sz="1000" spc="4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7E7E7E"/>
                </a:solidFill>
                <a:latin typeface="Calibri"/>
                <a:cs typeface="Calibri"/>
              </a:rPr>
              <a:t>Confluent,</a:t>
            </a:r>
            <a:r>
              <a:rPr dirty="0" sz="1000" spc="65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7E7E7E"/>
                </a:solidFill>
                <a:latin typeface="Calibri"/>
                <a:cs typeface="Calibri"/>
              </a:rPr>
              <a:t>Inc.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31645" y="1700910"/>
            <a:ext cx="6012180" cy="130048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 marR="5080" indent="472440">
              <a:lnSpc>
                <a:spcPts val="4750"/>
              </a:lnSpc>
              <a:spcBef>
                <a:spcPts val="700"/>
              </a:spcBef>
            </a:pPr>
            <a:r>
              <a:rPr dirty="0" sz="4400" b="1">
                <a:solidFill>
                  <a:srgbClr val="FFFFFF"/>
                </a:solidFill>
                <a:latin typeface="Malgun Gothic"/>
                <a:cs typeface="Malgun Gothic"/>
              </a:rPr>
              <a:t>업계는</a:t>
            </a:r>
            <a:r>
              <a:rPr dirty="0" sz="4400" spc="-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Malgun Gothic"/>
                <a:cs typeface="Malgun Gothic"/>
              </a:rPr>
              <a:t>Confluent를 </a:t>
            </a:r>
            <a:r>
              <a:rPr dirty="0" sz="4400" b="1">
                <a:solidFill>
                  <a:srgbClr val="FFFFFF"/>
                </a:solidFill>
                <a:latin typeface="Malgun Gothic"/>
                <a:cs typeface="Malgun Gothic"/>
              </a:rPr>
              <a:t>다음과</a:t>
            </a:r>
            <a:r>
              <a:rPr dirty="0" sz="4400" spc="-2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4400" b="1">
                <a:solidFill>
                  <a:srgbClr val="FFFFFF"/>
                </a:solidFill>
                <a:latin typeface="Malgun Gothic"/>
                <a:cs typeface="Malgun Gothic"/>
              </a:rPr>
              <a:t>같이</a:t>
            </a:r>
            <a:r>
              <a:rPr dirty="0" sz="4400" spc="-10" b="1">
                <a:solidFill>
                  <a:srgbClr val="FFFFFF"/>
                </a:solidFill>
                <a:latin typeface="Malgun Gothic"/>
                <a:cs typeface="Malgun Gothic"/>
              </a:rPr>
              <a:t> 평가합니다</a:t>
            </a:r>
            <a:endParaRPr sz="440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478771" y="5896736"/>
            <a:ext cx="6702425" cy="2698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dirty="0" sz="3200" spc="-2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221F1F"/>
                </a:solidFill>
                <a:latin typeface="Malgun Gothic"/>
                <a:cs typeface="Malgun Gothic"/>
              </a:rPr>
              <a:t>도입</a:t>
            </a:r>
            <a:r>
              <a:rPr dirty="0" sz="32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221F1F"/>
                </a:solidFill>
                <a:latin typeface="Malgun Gothic"/>
                <a:cs typeface="Malgun Gothic"/>
              </a:rPr>
              <a:t>이후</a:t>
            </a:r>
            <a:r>
              <a:rPr dirty="0" sz="32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221F1F"/>
                </a:solidFill>
                <a:latin typeface="Malgun Gothic"/>
                <a:cs typeface="Malgun Gothic"/>
              </a:rPr>
              <a:t>비용</a:t>
            </a:r>
            <a:r>
              <a:rPr dirty="0" sz="3200" spc="-3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3200" b="1">
                <a:solidFill>
                  <a:srgbClr val="221F1F"/>
                </a:solidFill>
                <a:latin typeface="Malgun Gothic"/>
                <a:cs typeface="Malgun Gothic"/>
              </a:rPr>
              <a:t>절감</a:t>
            </a:r>
            <a:r>
              <a:rPr dirty="0" sz="32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3200" spc="-25" b="1">
                <a:solidFill>
                  <a:srgbClr val="221F1F"/>
                </a:solidFill>
                <a:latin typeface="Malgun Gothic"/>
                <a:cs typeface="Malgun Gothic"/>
              </a:rPr>
              <a:t>효과</a:t>
            </a:r>
            <a:endParaRPr sz="3200">
              <a:latin typeface="Malgun Gothic"/>
              <a:cs typeface="Malgun Gothic"/>
            </a:endParaRPr>
          </a:p>
          <a:p>
            <a:pPr marL="195580" marR="4012565">
              <a:lnSpc>
                <a:spcPts val="2400"/>
              </a:lnSpc>
              <a:spcBef>
                <a:spcPts val="2855"/>
              </a:spcBef>
            </a:pPr>
            <a:r>
              <a:rPr dirty="0" sz="2100" spc="-55" i="1">
                <a:solidFill>
                  <a:srgbClr val="221F1F"/>
                </a:solidFill>
                <a:latin typeface="Malgun Gothic"/>
                <a:cs typeface="Malgun Gothic"/>
              </a:rPr>
              <a:t>Confluent는</a:t>
            </a:r>
            <a:r>
              <a:rPr dirty="0" sz="2100" spc="-9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100" spc="-20" i="1">
                <a:solidFill>
                  <a:srgbClr val="221F1F"/>
                </a:solidFill>
                <a:latin typeface="Malgun Gothic"/>
                <a:cs typeface="Malgun Gothic"/>
              </a:rPr>
              <a:t>G사에서 </a:t>
            </a:r>
            <a:r>
              <a:rPr dirty="0" sz="2100" spc="-45" i="1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dirty="0" sz="2100" spc="-13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100" spc="-40" i="1">
                <a:solidFill>
                  <a:srgbClr val="221F1F"/>
                </a:solidFill>
                <a:latin typeface="Malgun Gothic"/>
                <a:cs typeface="Malgun Gothic"/>
              </a:rPr>
              <a:t>Cloud</a:t>
            </a:r>
            <a:r>
              <a:rPr dirty="0" sz="2100" spc="-13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100" spc="-65" i="1">
                <a:solidFill>
                  <a:srgbClr val="221F1F"/>
                </a:solidFill>
                <a:latin typeface="Malgun Gothic"/>
                <a:cs typeface="Malgun Gothic"/>
              </a:rPr>
              <a:t>도입 </a:t>
            </a:r>
            <a:r>
              <a:rPr dirty="0" sz="2100" spc="-80" i="1">
                <a:solidFill>
                  <a:srgbClr val="221F1F"/>
                </a:solidFill>
                <a:latin typeface="Malgun Gothic"/>
                <a:cs typeface="Malgun Gothic"/>
              </a:rPr>
              <a:t>이후</a:t>
            </a:r>
            <a:r>
              <a:rPr dirty="0" sz="2100" spc="-90" i="1">
                <a:solidFill>
                  <a:srgbClr val="221F1F"/>
                </a:solidFill>
                <a:latin typeface="Malgun Gothic"/>
                <a:cs typeface="Malgun Gothic"/>
              </a:rPr>
              <a:t> 최소 </a:t>
            </a:r>
            <a:r>
              <a:rPr dirty="0" sz="2100" spc="-25" i="1">
                <a:solidFill>
                  <a:srgbClr val="221F1F"/>
                </a:solidFill>
                <a:latin typeface="Malgun Gothic"/>
                <a:cs typeface="Malgun Gothic"/>
              </a:rPr>
              <a:t>3년내 </a:t>
            </a:r>
            <a:r>
              <a:rPr dirty="0" sz="2100" spc="-85" b="1" i="1">
                <a:solidFill>
                  <a:srgbClr val="221F1F"/>
                </a:solidFill>
                <a:latin typeface="Malgun Gothic"/>
                <a:cs typeface="Malgun Gothic"/>
              </a:rPr>
              <a:t>520백만달러</a:t>
            </a:r>
            <a:r>
              <a:rPr dirty="0" sz="2100" spc="-65" b="1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100" spc="-25" i="1">
                <a:solidFill>
                  <a:srgbClr val="221F1F"/>
                </a:solidFill>
                <a:latin typeface="Malgun Gothic"/>
                <a:cs typeface="Malgun Gothic"/>
              </a:rPr>
              <a:t>상당 </a:t>
            </a:r>
            <a:r>
              <a:rPr dirty="0" sz="2100" spc="-100" i="1">
                <a:solidFill>
                  <a:srgbClr val="221F1F"/>
                </a:solidFill>
                <a:latin typeface="Malgun Gothic"/>
                <a:cs typeface="Malgun Gothic"/>
              </a:rPr>
              <a:t>비용을</a:t>
            </a:r>
            <a:r>
              <a:rPr dirty="0" sz="2100" spc="-90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100" spc="-95" i="1">
                <a:solidFill>
                  <a:srgbClr val="221F1F"/>
                </a:solidFill>
                <a:latin typeface="Malgun Gothic"/>
                <a:cs typeface="Malgun Gothic"/>
              </a:rPr>
              <a:t>절감할</a:t>
            </a:r>
            <a:r>
              <a:rPr dirty="0" sz="2100" spc="-65" i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100" spc="-25" i="1">
                <a:solidFill>
                  <a:srgbClr val="221F1F"/>
                </a:solidFill>
                <a:latin typeface="Malgun Gothic"/>
                <a:cs typeface="Malgun Gothic"/>
              </a:rPr>
              <a:t>거라 </a:t>
            </a:r>
            <a:r>
              <a:rPr dirty="0" sz="2100" spc="-10" i="1">
                <a:solidFill>
                  <a:srgbClr val="221F1F"/>
                </a:solidFill>
                <a:latin typeface="Malgun Gothic"/>
                <a:cs typeface="Malgun Gothic"/>
              </a:rPr>
              <a:t>예상합니다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33001" y="1140713"/>
            <a:ext cx="7445375" cy="3684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00"/>
              </a:spcBef>
              <a:buSzPct val="50000"/>
              <a:buFont typeface="Times New Roman"/>
              <a:buChar char="●"/>
              <a:tabLst>
                <a:tab pos="367665" algn="l"/>
              </a:tabLst>
            </a:pP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바꿔야</a:t>
            </a:r>
            <a:r>
              <a:rPr dirty="0" sz="2000" spc="-2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할</a:t>
            </a:r>
            <a:r>
              <a:rPr dirty="0" sz="2000" spc="-1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221F1F"/>
                </a:solidFill>
                <a:latin typeface="Malgun Gothic"/>
                <a:cs typeface="Malgun Gothic"/>
              </a:rPr>
              <a:t>이유: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IT</a:t>
            </a:r>
            <a:r>
              <a:rPr dirty="0" sz="20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유지보수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비용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절감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사용한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만큼만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지불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운영상의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어려움을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최소화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혹은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완전</a:t>
            </a:r>
            <a:r>
              <a:rPr dirty="0" sz="20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제거</a:t>
            </a:r>
            <a:endParaRPr sz="2000">
              <a:latin typeface="Malgun Gothic"/>
              <a:cs typeface="Malgun Gothic"/>
            </a:endParaRPr>
          </a:p>
          <a:p>
            <a:pPr marL="367665" indent="-354965">
              <a:lnSpc>
                <a:spcPct val="100000"/>
              </a:lnSpc>
              <a:buSzPct val="50000"/>
              <a:buFont typeface="Times New Roman"/>
              <a:buChar char="●"/>
              <a:tabLst>
                <a:tab pos="367665" algn="l"/>
              </a:tabLst>
            </a:pP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왜</a:t>
            </a:r>
            <a:r>
              <a:rPr dirty="0" sz="2000" spc="-10" b="1">
                <a:solidFill>
                  <a:srgbClr val="221F1F"/>
                </a:solidFill>
                <a:latin typeface="Malgun Gothic"/>
                <a:cs typeface="Malgun Gothic"/>
              </a:rPr>
              <a:t> 지금일까요?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스트림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처리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분석이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필수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플랫폼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활용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요구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증가</a:t>
            </a:r>
            <a:endParaRPr sz="2000">
              <a:latin typeface="Malgun Gothic"/>
              <a:cs typeface="Malgun Gothic"/>
            </a:endParaRPr>
          </a:p>
          <a:p>
            <a:pPr marL="367665" indent="-354965">
              <a:lnSpc>
                <a:spcPct val="100000"/>
              </a:lnSpc>
              <a:spcBef>
                <a:spcPts val="5"/>
              </a:spcBef>
              <a:buSzPct val="50000"/>
              <a:buFont typeface="Times New Roman"/>
              <a:buChar char="●"/>
              <a:tabLst>
                <a:tab pos="367665" algn="l"/>
              </a:tabLst>
            </a:pP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왜</a:t>
            </a:r>
            <a:r>
              <a:rPr dirty="0" sz="2000" spc="-30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dirty="0" sz="2000" spc="-55" b="1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0" b="1">
                <a:solidFill>
                  <a:srgbClr val="221F1F"/>
                </a:solidFill>
                <a:latin typeface="Malgun Gothic"/>
                <a:cs typeface="Malgun Gothic"/>
              </a:rPr>
              <a:t>일까요?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진정한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스트리밍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플랫폼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Multi</a:t>
            </a:r>
            <a:r>
              <a:rPr dirty="0" sz="20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Region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Clsuter,</a:t>
            </a:r>
            <a:r>
              <a:rPr dirty="0" sz="20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Cluster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Linking이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포함된</a:t>
            </a:r>
            <a:r>
              <a:rPr dirty="0" sz="2000" spc="-3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신개념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DR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24시간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최상의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글로벌</a:t>
            </a:r>
            <a:r>
              <a:rPr dirty="0" sz="2000" spc="-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서비스와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원조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전문가</a:t>
            </a:r>
            <a:r>
              <a:rPr dirty="0" sz="20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지원</a:t>
            </a:r>
            <a:endParaRPr sz="2000">
              <a:latin typeface="Malgun Gothic"/>
              <a:cs typeface="Malgun Gothic"/>
            </a:endParaRPr>
          </a:p>
          <a:p>
            <a:pPr lvl="1" marL="824865" indent="-354965">
              <a:lnSpc>
                <a:spcPct val="100000"/>
              </a:lnSpc>
              <a:buSzPct val="50000"/>
              <a:buFont typeface="Times New Roman"/>
              <a:buChar char="○"/>
              <a:tabLst>
                <a:tab pos="824865" algn="l"/>
              </a:tabLst>
            </a:pP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간소화된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운영,</a:t>
            </a:r>
            <a:r>
              <a:rPr dirty="0" sz="2000" spc="-15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다운타임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가능성과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인프라</a:t>
            </a:r>
            <a:r>
              <a:rPr dirty="0" sz="2000" spc="-2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221F1F"/>
                </a:solidFill>
                <a:latin typeface="Malgun Gothic"/>
                <a:cs typeface="Malgun Gothic"/>
              </a:rPr>
              <a:t>비용</a:t>
            </a:r>
            <a:r>
              <a:rPr dirty="0" sz="2000" spc="-1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dirty="0" sz="2000" spc="-25">
                <a:solidFill>
                  <a:srgbClr val="221F1F"/>
                </a:solidFill>
                <a:latin typeface="Malgun Gothic"/>
                <a:cs typeface="Malgun Gothic"/>
              </a:rPr>
              <a:t>최소화</a:t>
            </a:r>
            <a:endParaRPr sz="2000">
              <a:latin typeface="Malgun Gothic"/>
              <a:cs typeface="Malgun Gothic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1958" y="4297807"/>
            <a:ext cx="1691259" cy="169125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41164" y="6636242"/>
            <a:ext cx="5339916" cy="3129349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395" y="528904"/>
            <a:ext cx="109340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73360"/>
                </a:solidFill>
              </a:rPr>
              <a:t>Confluent는</a:t>
            </a:r>
            <a:r>
              <a:rPr dirty="0" spc="-7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8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그</a:t>
            </a:r>
            <a:r>
              <a:rPr dirty="0" spc="-5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이상입니다.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4904" y="955560"/>
            <a:ext cx="17614265" cy="9331960"/>
            <a:chOff x="374904" y="955560"/>
            <a:chExt cx="17614265" cy="93319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04" y="955560"/>
              <a:ext cx="17614011" cy="93314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14095" y="1377822"/>
              <a:ext cx="16459835" cy="8563610"/>
            </a:xfrm>
            <a:custGeom>
              <a:avLst/>
              <a:gdLst/>
              <a:ahLst/>
              <a:cxnLst/>
              <a:rect l="l" t="t" r="r" b="b"/>
              <a:pathLst>
                <a:path w="16459835" h="8563610">
                  <a:moveTo>
                    <a:pt x="16344061" y="0"/>
                  </a:moveTo>
                  <a:lnTo>
                    <a:pt x="115697" y="0"/>
                  </a:lnTo>
                  <a:lnTo>
                    <a:pt x="70664" y="9076"/>
                  </a:lnTo>
                  <a:lnTo>
                    <a:pt x="33888" y="33845"/>
                  </a:lnTo>
                  <a:lnTo>
                    <a:pt x="9092" y="70615"/>
                  </a:lnTo>
                  <a:lnTo>
                    <a:pt x="0" y="115697"/>
                  </a:lnTo>
                  <a:lnTo>
                    <a:pt x="0" y="8447760"/>
                  </a:lnTo>
                  <a:lnTo>
                    <a:pt x="9092" y="8492793"/>
                  </a:lnTo>
                  <a:lnTo>
                    <a:pt x="33888" y="8529569"/>
                  </a:lnTo>
                  <a:lnTo>
                    <a:pt x="70664" y="8554364"/>
                  </a:lnTo>
                  <a:lnTo>
                    <a:pt x="115697" y="8563457"/>
                  </a:lnTo>
                  <a:lnTo>
                    <a:pt x="16344061" y="8563457"/>
                  </a:lnTo>
                  <a:lnTo>
                    <a:pt x="16389142" y="8554364"/>
                  </a:lnTo>
                  <a:lnTo>
                    <a:pt x="16425913" y="8529569"/>
                  </a:lnTo>
                  <a:lnTo>
                    <a:pt x="16450682" y="8492793"/>
                  </a:lnTo>
                  <a:lnTo>
                    <a:pt x="16459758" y="8447760"/>
                  </a:lnTo>
                  <a:lnTo>
                    <a:pt x="16459758" y="115697"/>
                  </a:lnTo>
                  <a:lnTo>
                    <a:pt x="16450682" y="70615"/>
                  </a:lnTo>
                  <a:lnTo>
                    <a:pt x="16425913" y="33845"/>
                  </a:lnTo>
                  <a:lnTo>
                    <a:pt x="16389142" y="9076"/>
                  </a:lnTo>
                  <a:lnTo>
                    <a:pt x="16344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05852" y="8853677"/>
              <a:ext cx="15876269" cy="900430"/>
            </a:xfrm>
            <a:custGeom>
              <a:avLst/>
              <a:gdLst/>
              <a:ahLst/>
              <a:cxnLst/>
              <a:rect l="l" t="t" r="r" b="b"/>
              <a:pathLst>
                <a:path w="15876269" h="900429">
                  <a:moveTo>
                    <a:pt x="15816973" y="0"/>
                  </a:moveTo>
                  <a:lnTo>
                    <a:pt x="58953" y="0"/>
                  </a:lnTo>
                  <a:lnTo>
                    <a:pt x="36004" y="4635"/>
                  </a:lnTo>
                  <a:lnTo>
                    <a:pt x="17265" y="17272"/>
                  </a:lnTo>
                  <a:lnTo>
                    <a:pt x="4632" y="36004"/>
                  </a:lnTo>
                  <a:lnTo>
                    <a:pt x="0" y="58928"/>
                  </a:lnTo>
                  <a:lnTo>
                    <a:pt x="0" y="841032"/>
                  </a:lnTo>
                  <a:lnTo>
                    <a:pt x="4632" y="863982"/>
                  </a:lnTo>
                  <a:lnTo>
                    <a:pt x="17265" y="882726"/>
                  </a:lnTo>
                  <a:lnTo>
                    <a:pt x="36004" y="895363"/>
                  </a:lnTo>
                  <a:lnTo>
                    <a:pt x="58953" y="899998"/>
                  </a:lnTo>
                  <a:lnTo>
                    <a:pt x="15816973" y="899998"/>
                  </a:lnTo>
                  <a:lnTo>
                    <a:pt x="15839970" y="895363"/>
                  </a:lnTo>
                  <a:lnTo>
                    <a:pt x="15858740" y="882726"/>
                  </a:lnTo>
                  <a:lnTo>
                    <a:pt x="15871391" y="863982"/>
                  </a:lnTo>
                  <a:lnTo>
                    <a:pt x="15876028" y="841032"/>
                  </a:lnTo>
                  <a:lnTo>
                    <a:pt x="15876028" y="58928"/>
                  </a:lnTo>
                  <a:lnTo>
                    <a:pt x="15871391" y="36004"/>
                  </a:lnTo>
                  <a:lnTo>
                    <a:pt x="15858740" y="17272"/>
                  </a:lnTo>
                  <a:lnTo>
                    <a:pt x="15839970" y="4635"/>
                  </a:lnTo>
                  <a:lnTo>
                    <a:pt x="15816973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095" y="5455792"/>
              <a:ext cx="16459835" cy="1710055"/>
            </a:xfrm>
            <a:custGeom>
              <a:avLst/>
              <a:gdLst/>
              <a:ahLst/>
              <a:cxnLst/>
              <a:rect l="l" t="t" r="r" b="b"/>
              <a:pathLst>
                <a:path w="16459835" h="1710054">
                  <a:moveTo>
                    <a:pt x="16459834" y="0"/>
                  </a:moveTo>
                  <a:lnTo>
                    <a:pt x="0" y="0"/>
                  </a:lnTo>
                  <a:lnTo>
                    <a:pt x="0" y="1710054"/>
                  </a:lnTo>
                  <a:lnTo>
                    <a:pt x="16459834" y="1710054"/>
                  </a:lnTo>
                  <a:lnTo>
                    <a:pt x="16459834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88958" y="2724150"/>
              <a:ext cx="3901440" cy="2510155"/>
            </a:xfrm>
            <a:custGeom>
              <a:avLst/>
              <a:gdLst/>
              <a:ahLst/>
              <a:cxnLst/>
              <a:rect l="l" t="t" r="r" b="b"/>
              <a:pathLst>
                <a:path w="3901440" h="2510154">
                  <a:moveTo>
                    <a:pt x="3799967" y="0"/>
                  </a:moveTo>
                  <a:lnTo>
                    <a:pt x="101219" y="0"/>
                  </a:lnTo>
                  <a:lnTo>
                    <a:pt x="61829" y="7957"/>
                  </a:lnTo>
                  <a:lnTo>
                    <a:pt x="29654" y="29654"/>
                  </a:lnTo>
                  <a:lnTo>
                    <a:pt x="7957" y="61829"/>
                  </a:lnTo>
                  <a:lnTo>
                    <a:pt x="0" y="101219"/>
                  </a:lnTo>
                  <a:lnTo>
                    <a:pt x="0" y="2408936"/>
                  </a:lnTo>
                  <a:lnTo>
                    <a:pt x="7957" y="2448306"/>
                  </a:lnTo>
                  <a:lnTo>
                    <a:pt x="29654" y="2480437"/>
                  </a:lnTo>
                  <a:lnTo>
                    <a:pt x="61829" y="2502090"/>
                  </a:lnTo>
                  <a:lnTo>
                    <a:pt x="101219" y="2510028"/>
                  </a:lnTo>
                  <a:lnTo>
                    <a:pt x="3799967" y="2510028"/>
                  </a:lnTo>
                  <a:lnTo>
                    <a:pt x="3839356" y="2502090"/>
                  </a:lnTo>
                  <a:lnTo>
                    <a:pt x="3871531" y="2480436"/>
                  </a:lnTo>
                  <a:lnTo>
                    <a:pt x="3893228" y="2448305"/>
                  </a:lnTo>
                  <a:lnTo>
                    <a:pt x="3901186" y="2408936"/>
                  </a:lnTo>
                  <a:lnTo>
                    <a:pt x="3901186" y="101219"/>
                  </a:lnTo>
                  <a:lnTo>
                    <a:pt x="3893228" y="61829"/>
                  </a:lnTo>
                  <a:lnTo>
                    <a:pt x="3871531" y="29654"/>
                  </a:lnTo>
                  <a:lnTo>
                    <a:pt x="3839356" y="7957"/>
                  </a:lnTo>
                  <a:lnTo>
                    <a:pt x="3799967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393173" y="3408934"/>
            <a:ext cx="3315970" cy="1581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엔터프라이즈</a:t>
            </a:r>
            <a:r>
              <a:rPr dirty="0" sz="1600" spc="-4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등급</a:t>
            </a:r>
            <a:r>
              <a:rPr dirty="0" sz="1600" spc="-6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보안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RBAC</a:t>
            </a:r>
            <a:r>
              <a:rPr dirty="0" sz="1400" spc="43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Audit</a:t>
            </a:r>
            <a:r>
              <a:rPr dirty="0" sz="1400" spc="-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Logs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Encryption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endParaRPr sz="1400">
              <a:latin typeface="Malgun Gothic"/>
              <a:cs typeface="Malgun Gothic"/>
            </a:endParaRPr>
          </a:p>
          <a:p>
            <a:pPr algn="ctr" marL="1270">
              <a:lnSpc>
                <a:spcPct val="100000"/>
              </a:lnSpc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BYOK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Private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 Networking</a:t>
            </a:r>
            <a:endParaRPr sz="1400">
              <a:latin typeface="Malgun Gothic"/>
              <a:cs typeface="Malgun Gothic"/>
            </a:endParaRPr>
          </a:p>
          <a:p>
            <a:pPr marL="1000125">
              <a:lnSpc>
                <a:spcPct val="100000"/>
              </a:lnSpc>
              <a:spcBef>
                <a:spcPts val="168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스트림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거버넌스</a:t>
            </a:r>
            <a:endParaRPr sz="1600">
              <a:latin typeface="Malgun Gothic"/>
              <a:cs typeface="Malgun Gothic"/>
            </a:endParaRPr>
          </a:p>
          <a:p>
            <a:pPr algn="ctr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Schema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Registry</a:t>
            </a:r>
            <a:r>
              <a:rPr dirty="0" sz="1400" spc="43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Schema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Validation</a:t>
            </a:r>
            <a:r>
              <a:rPr dirty="0" sz="1400" spc="4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|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Stream</a:t>
            </a:r>
            <a:r>
              <a:rPr dirty="0" sz="1400" spc="-3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Lineage</a:t>
            </a:r>
            <a:r>
              <a:rPr dirty="0" sz="1400" spc="4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-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Stream</a:t>
            </a:r>
            <a:r>
              <a:rPr dirty="0" sz="1400" spc="-3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Catalog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3180567" y="2724150"/>
            <a:ext cx="3901440" cy="2510155"/>
          </a:xfrm>
          <a:custGeom>
            <a:avLst/>
            <a:gdLst/>
            <a:ahLst/>
            <a:cxnLst/>
            <a:rect l="l" t="t" r="r" b="b"/>
            <a:pathLst>
              <a:path w="3901440" h="2510154">
                <a:moveTo>
                  <a:pt x="3799967" y="0"/>
                </a:moveTo>
                <a:lnTo>
                  <a:pt x="101219" y="0"/>
                </a:lnTo>
                <a:lnTo>
                  <a:pt x="61829" y="7957"/>
                </a:lnTo>
                <a:lnTo>
                  <a:pt x="29654" y="29654"/>
                </a:lnTo>
                <a:lnTo>
                  <a:pt x="7957" y="61829"/>
                </a:lnTo>
                <a:lnTo>
                  <a:pt x="0" y="101219"/>
                </a:lnTo>
                <a:lnTo>
                  <a:pt x="0" y="2408809"/>
                </a:lnTo>
                <a:lnTo>
                  <a:pt x="7957" y="2448252"/>
                </a:lnTo>
                <a:lnTo>
                  <a:pt x="29654" y="2480421"/>
                </a:lnTo>
                <a:lnTo>
                  <a:pt x="61829" y="2502088"/>
                </a:lnTo>
                <a:lnTo>
                  <a:pt x="101219" y="2510028"/>
                </a:lnTo>
                <a:lnTo>
                  <a:pt x="3799967" y="2510028"/>
                </a:lnTo>
                <a:lnTo>
                  <a:pt x="3839356" y="2502088"/>
                </a:lnTo>
                <a:lnTo>
                  <a:pt x="3871531" y="2480421"/>
                </a:lnTo>
                <a:lnTo>
                  <a:pt x="3893228" y="2448252"/>
                </a:lnTo>
                <a:lnTo>
                  <a:pt x="3901186" y="2408809"/>
                </a:lnTo>
                <a:lnTo>
                  <a:pt x="3901186" y="101219"/>
                </a:lnTo>
                <a:lnTo>
                  <a:pt x="3893228" y="61829"/>
                </a:lnTo>
                <a:lnTo>
                  <a:pt x="3871531" y="29654"/>
                </a:lnTo>
                <a:lnTo>
                  <a:pt x="3839356" y="7957"/>
                </a:lnTo>
                <a:lnTo>
                  <a:pt x="3799967" y="0"/>
                </a:lnTo>
                <a:close/>
              </a:path>
            </a:pathLst>
          </a:custGeom>
          <a:solidFill>
            <a:srgbClr val="F4F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3743178" y="3408934"/>
            <a:ext cx="2601595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완전한</a:t>
            </a:r>
            <a:r>
              <a:rPr dirty="0" sz="1600" spc="-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Engagement</a:t>
            </a:r>
            <a:r>
              <a:rPr dirty="0" sz="1600" spc="-5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Model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Data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in</a:t>
            </a:r>
            <a:r>
              <a:rPr dirty="0" sz="1400" spc="-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Motion</a:t>
            </a:r>
            <a:r>
              <a:rPr dirty="0" sz="1400" spc="-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Blueprint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133321" y="4293235"/>
            <a:ext cx="1996439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비즈니스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케이스</a:t>
            </a:r>
            <a:r>
              <a:rPr dirty="0" sz="1600" spc="-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근거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TCO</a:t>
            </a:r>
            <a:r>
              <a:rPr dirty="0" sz="1400" spc="4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7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ROI</a:t>
            </a:r>
            <a:r>
              <a:rPr dirty="0" sz="1400" spc="4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173360"/>
                </a:solidFill>
                <a:latin typeface="Malgun Gothic"/>
                <a:cs typeface="Malgun Gothic"/>
              </a:rPr>
              <a:t>Risk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197475" y="2724150"/>
            <a:ext cx="3901440" cy="2510155"/>
          </a:xfrm>
          <a:custGeom>
            <a:avLst/>
            <a:gdLst/>
            <a:ahLst/>
            <a:cxnLst/>
            <a:rect l="l" t="t" r="r" b="b"/>
            <a:pathLst>
              <a:path w="3901440" h="2510154">
                <a:moveTo>
                  <a:pt x="3799967" y="0"/>
                </a:moveTo>
                <a:lnTo>
                  <a:pt x="101219" y="0"/>
                </a:lnTo>
                <a:lnTo>
                  <a:pt x="61829" y="7957"/>
                </a:lnTo>
                <a:lnTo>
                  <a:pt x="29654" y="29654"/>
                </a:lnTo>
                <a:lnTo>
                  <a:pt x="7957" y="61829"/>
                </a:lnTo>
                <a:lnTo>
                  <a:pt x="0" y="101219"/>
                </a:lnTo>
                <a:lnTo>
                  <a:pt x="0" y="2408809"/>
                </a:lnTo>
                <a:lnTo>
                  <a:pt x="7957" y="2448252"/>
                </a:lnTo>
                <a:lnTo>
                  <a:pt x="29654" y="2480421"/>
                </a:lnTo>
                <a:lnTo>
                  <a:pt x="61829" y="2502088"/>
                </a:lnTo>
                <a:lnTo>
                  <a:pt x="101219" y="2510028"/>
                </a:lnTo>
                <a:lnTo>
                  <a:pt x="3799967" y="2510028"/>
                </a:lnTo>
                <a:lnTo>
                  <a:pt x="3839356" y="2502088"/>
                </a:lnTo>
                <a:lnTo>
                  <a:pt x="3871531" y="2480421"/>
                </a:lnTo>
                <a:lnTo>
                  <a:pt x="3893228" y="2448252"/>
                </a:lnTo>
                <a:lnTo>
                  <a:pt x="3901185" y="2408809"/>
                </a:lnTo>
                <a:lnTo>
                  <a:pt x="3901185" y="101219"/>
                </a:lnTo>
                <a:lnTo>
                  <a:pt x="3893228" y="61829"/>
                </a:lnTo>
                <a:lnTo>
                  <a:pt x="3871531" y="29654"/>
                </a:lnTo>
                <a:lnTo>
                  <a:pt x="3839356" y="7957"/>
                </a:lnTo>
                <a:lnTo>
                  <a:pt x="3799967" y="0"/>
                </a:lnTo>
                <a:close/>
              </a:path>
            </a:pathLst>
          </a:custGeom>
          <a:solidFill>
            <a:srgbClr val="F4F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5899784" y="3408934"/>
            <a:ext cx="2497455" cy="697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GUI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기반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관리</a:t>
            </a:r>
            <a:r>
              <a:rPr dirty="0" sz="160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 모니터링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Cloud</a:t>
            </a:r>
            <a:r>
              <a:rPr dirty="0" sz="1400" spc="-3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UI</a:t>
            </a:r>
            <a:r>
              <a:rPr dirty="0" sz="1400" spc="4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Metrics API</a:t>
            </a:r>
            <a:r>
              <a:rPr dirty="0" sz="1400" spc="45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|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Control</a:t>
            </a:r>
            <a:r>
              <a:rPr dirty="0" sz="1400" spc="-1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Center</a:t>
            </a:r>
            <a:r>
              <a:rPr dirty="0" sz="1400" spc="4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Health+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549265" y="4323715"/>
            <a:ext cx="3197225" cy="696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31495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유연한</a:t>
            </a:r>
            <a:r>
              <a:rPr dirty="0" sz="1600" spc="-4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DevOps</a:t>
            </a:r>
            <a:r>
              <a:rPr dirty="0" sz="1600" spc="-4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자동화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Admin</a:t>
            </a:r>
            <a:r>
              <a:rPr dirty="0" sz="1400" spc="-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REST</a:t>
            </a:r>
            <a:r>
              <a:rPr dirty="0" sz="1400" spc="-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APIs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Terraform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APIs</a:t>
            </a:r>
            <a:r>
              <a:rPr dirty="0" sz="1400" spc="434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|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Confluent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for</a:t>
            </a:r>
            <a:r>
              <a:rPr dirty="0" sz="1400" spc="-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K8s</a:t>
            </a:r>
            <a:r>
              <a:rPr dirty="0" sz="1400" spc="4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Ansible</a:t>
            </a:r>
            <a:r>
              <a:rPr dirty="0" sz="1400" spc="-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Playbooks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205852" y="2513710"/>
            <a:ext cx="15876269" cy="2720975"/>
            <a:chOff x="1205852" y="2513710"/>
            <a:chExt cx="15876269" cy="2720975"/>
          </a:xfrm>
        </p:grpSpPr>
        <p:sp>
          <p:nvSpPr>
            <p:cNvPr id="17" name="object 17" descr=""/>
            <p:cNvSpPr/>
            <p:nvPr/>
          </p:nvSpPr>
          <p:spPr>
            <a:xfrm>
              <a:off x="5197348" y="2513710"/>
              <a:ext cx="11884660" cy="753745"/>
            </a:xfrm>
            <a:custGeom>
              <a:avLst/>
              <a:gdLst/>
              <a:ahLst/>
              <a:cxnLst/>
              <a:rect l="l" t="t" r="r" b="b"/>
              <a:pathLst>
                <a:path w="11884660" h="753745">
                  <a:moveTo>
                    <a:pt x="3901186" y="54864"/>
                  </a:moveTo>
                  <a:lnTo>
                    <a:pt x="3896880" y="33489"/>
                  </a:lnTo>
                  <a:lnTo>
                    <a:pt x="3885133" y="16052"/>
                  </a:lnTo>
                  <a:lnTo>
                    <a:pt x="3867696" y="4305"/>
                  </a:lnTo>
                  <a:lnTo>
                    <a:pt x="3846322" y="0"/>
                  </a:lnTo>
                  <a:lnTo>
                    <a:pt x="54991" y="0"/>
                  </a:lnTo>
                  <a:lnTo>
                    <a:pt x="33591" y="4305"/>
                  </a:lnTo>
                  <a:lnTo>
                    <a:pt x="16103" y="16052"/>
                  </a:lnTo>
                  <a:lnTo>
                    <a:pt x="4318" y="33489"/>
                  </a:lnTo>
                  <a:lnTo>
                    <a:pt x="0" y="54864"/>
                  </a:lnTo>
                  <a:lnTo>
                    <a:pt x="0" y="698627"/>
                  </a:lnTo>
                  <a:lnTo>
                    <a:pt x="4318" y="720026"/>
                  </a:lnTo>
                  <a:lnTo>
                    <a:pt x="16103" y="737514"/>
                  </a:lnTo>
                  <a:lnTo>
                    <a:pt x="33591" y="749300"/>
                  </a:lnTo>
                  <a:lnTo>
                    <a:pt x="54991" y="753618"/>
                  </a:lnTo>
                  <a:lnTo>
                    <a:pt x="3846322" y="753618"/>
                  </a:lnTo>
                  <a:lnTo>
                    <a:pt x="3867696" y="749300"/>
                  </a:lnTo>
                  <a:lnTo>
                    <a:pt x="3885133" y="737514"/>
                  </a:lnTo>
                  <a:lnTo>
                    <a:pt x="3896880" y="720026"/>
                  </a:lnTo>
                  <a:lnTo>
                    <a:pt x="3901186" y="698627"/>
                  </a:lnTo>
                  <a:lnTo>
                    <a:pt x="3901186" y="54864"/>
                  </a:lnTo>
                  <a:close/>
                </a:path>
                <a:path w="11884660" h="753745">
                  <a:moveTo>
                    <a:pt x="7892796" y="54864"/>
                  </a:moveTo>
                  <a:lnTo>
                    <a:pt x="7888465" y="33489"/>
                  </a:lnTo>
                  <a:lnTo>
                    <a:pt x="7876680" y="16052"/>
                  </a:lnTo>
                  <a:lnTo>
                    <a:pt x="7859192" y="4305"/>
                  </a:lnTo>
                  <a:lnTo>
                    <a:pt x="7837805" y="0"/>
                  </a:lnTo>
                  <a:lnTo>
                    <a:pt x="4046601" y="0"/>
                  </a:lnTo>
                  <a:lnTo>
                    <a:pt x="4025201" y="4305"/>
                  </a:lnTo>
                  <a:lnTo>
                    <a:pt x="4007713" y="16052"/>
                  </a:lnTo>
                  <a:lnTo>
                    <a:pt x="3995928" y="33489"/>
                  </a:lnTo>
                  <a:lnTo>
                    <a:pt x="3991610" y="54864"/>
                  </a:lnTo>
                  <a:lnTo>
                    <a:pt x="3991610" y="698627"/>
                  </a:lnTo>
                  <a:lnTo>
                    <a:pt x="3995928" y="720026"/>
                  </a:lnTo>
                  <a:lnTo>
                    <a:pt x="4007713" y="737514"/>
                  </a:lnTo>
                  <a:lnTo>
                    <a:pt x="4025201" y="749300"/>
                  </a:lnTo>
                  <a:lnTo>
                    <a:pt x="4046601" y="753618"/>
                  </a:lnTo>
                  <a:lnTo>
                    <a:pt x="7837805" y="753618"/>
                  </a:lnTo>
                  <a:lnTo>
                    <a:pt x="7859192" y="749300"/>
                  </a:lnTo>
                  <a:lnTo>
                    <a:pt x="7876680" y="737514"/>
                  </a:lnTo>
                  <a:lnTo>
                    <a:pt x="7888465" y="720026"/>
                  </a:lnTo>
                  <a:lnTo>
                    <a:pt x="7892796" y="698627"/>
                  </a:lnTo>
                  <a:lnTo>
                    <a:pt x="7892796" y="54864"/>
                  </a:lnTo>
                  <a:close/>
                </a:path>
                <a:path w="11884660" h="753745">
                  <a:moveTo>
                    <a:pt x="11884406" y="54864"/>
                  </a:moveTo>
                  <a:lnTo>
                    <a:pt x="11880075" y="33489"/>
                  </a:lnTo>
                  <a:lnTo>
                    <a:pt x="11868290" y="16052"/>
                  </a:lnTo>
                  <a:lnTo>
                    <a:pt x="11850802" y="4305"/>
                  </a:lnTo>
                  <a:lnTo>
                    <a:pt x="11829415" y="0"/>
                  </a:lnTo>
                  <a:lnTo>
                    <a:pt x="8038211" y="0"/>
                  </a:lnTo>
                  <a:lnTo>
                    <a:pt x="8016811" y="4305"/>
                  </a:lnTo>
                  <a:lnTo>
                    <a:pt x="7999323" y="16052"/>
                  </a:lnTo>
                  <a:lnTo>
                    <a:pt x="7987538" y="33489"/>
                  </a:lnTo>
                  <a:lnTo>
                    <a:pt x="7983207" y="54864"/>
                  </a:lnTo>
                  <a:lnTo>
                    <a:pt x="7983207" y="698627"/>
                  </a:lnTo>
                  <a:lnTo>
                    <a:pt x="7987538" y="720026"/>
                  </a:lnTo>
                  <a:lnTo>
                    <a:pt x="7999323" y="737514"/>
                  </a:lnTo>
                  <a:lnTo>
                    <a:pt x="8016811" y="749300"/>
                  </a:lnTo>
                  <a:lnTo>
                    <a:pt x="8038211" y="753618"/>
                  </a:lnTo>
                  <a:lnTo>
                    <a:pt x="11829415" y="753618"/>
                  </a:lnTo>
                  <a:lnTo>
                    <a:pt x="11850802" y="749300"/>
                  </a:lnTo>
                  <a:lnTo>
                    <a:pt x="11868290" y="737514"/>
                  </a:lnTo>
                  <a:lnTo>
                    <a:pt x="11880075" y="720026"/>
                  </a:lnTo>
                  <a:lnTo>
                    <a:pt x="11884406" y="698627"/>
                  </a:lnTo>
                  <a:lnTo>
                    <a:pt x="11884406" y="54864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05852" y="2724149"/>
              <a:ext cx="3901440" cy="2510155"/>
            </a:xfrm>
            <a:custGeom>
              <a:avLst/>
              <a:gdLst/>
              <a:ahLst/>
              <a:cxnLst/>
              <a:rect l="l" t="t" r="r" b="b"/>
              <a:pathLst>
                <a:path w="3901440" h="2510154">
                  <a:moveTo>
                    <a:pt x="3799979" y="0"/>
                  </a:moveTo>
                  <a:lnTo>
                    <a:pt x="101231" y="0"/>
                  </a:lnTo>
                  <a:lnTo>
                    <a:pt x="61823" y="7957"/>
                  </a:lnTo>
                  <a:lnTo>
                    <a:pt x="29646" y="29654"/>
                  </a:lnTo>
                  <a:lnTo>
                    <a:pt x="7953" y="61829"/>
                  </a:lnTo>
                  <a:lnTo>
                    <a:pt x="0" y="101219"/>
                  </a:lnTo>
                  <a:lnTo>
                    <a:pt x="0" y="2408809"/>
                  </a:lnTo>
                  <a:lnTo>
                    <a:pt x="7953" y="2448252"/>
                  </a:lnTo>
                  <a:lnTo>
                    <a:pt x="29646" y="2480421"/>
                  </a:lnTo>
                  <a:lnTo>
                    <a:pt x="61823" y="2502088"/>
                  </a:lnTo>
                  <a:lnTo>
                    <a:pt x="101231" y="2510028"/>
                  </a:lnTo>
                  <a:lnTo>
                    <a:pt x="3799979" y="2510028"/>
                  </a:lnTo>
                  <a:lnTo>
                    <a:pt x="3839369" y="2502088"/>
                  </a:lnTo>
                  <a:lnTo>
                    <a:pt x="3871544" y="2480421"/>
                  </a:lnTo>
                  <a:lnTo>
                    <a:pt x="3893241" y="2448252"/>
                  </a:lnTo>
                  <a:lnTo>
                    <a:pt x="3901198" y="2408809"/>
                  </a:lnTo>
                  <a:lnTo>
                    <a:pt x="3901198" y="101219"/>
                  </a:lnTo>
                  <a:lnTo>
                    <a:pt x="3893241" y="61829"/>
                  </a:lnTo>
                  <a:lnTo>
                    <a:pt x="3871544" y="29654"/>
                  </a:lnTo>
                  <a:lnTo>
                    <a:pt x="3839369" y="7957"/>
                  </a:lnTo>
                  <a:lnTo>
                    <a:pt x="3799979" y="0"/>
                  </a:lnTo>
                  <a:close/>
                </a:path>
              </a:pathLst>
            </a:custGeom>
            <a:solidFill>
              <a:srgbClr val="F4F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779777" y="3408934"/>
            <a:ext cx="2752090" cy="1367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풍부한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Pre-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built</a:t>
            </a: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생태계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Connectors</a:t>
            </a:r>
            <a:r>
              <a:rPr dirty="0" sz="1400" spc="4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Non-Java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Clients</a:t>
            </a:r>
            <a:r>
              <a:rPr dirty="0" sz="1400" spc="4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173360"/>
                </a:solidFill>
                <a:latin typeface="Malgun Gothic"/>
                <a:cs typeface="Malgun Gothic"/>
              </a:rPr>
              <a:t>|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REST</a:t>
            </a:r>
            <a:r>
              <a:rPr dirty="0" sz="1400" spc="-2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Proxy</a:t>
            </a:r>
            <a:r>
              <a:rPr dirty="0" sz="1400" spc="4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4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MQTT</a:t>
            </a:r>
            <a:r>
              <a:rPr dirty="0" sz="1400" spc="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173360"/>
                </a:solidFill>
                <a:latin typeface="Malgun Gothic"/>
                <a:cs typeface="Malgun Gothic"/>
              </a:rPr>
              <a:t>Proxy</a:t>
            </a:r>
            <a:endParaRPr sz="14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68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스트림</a:t>
            </a:r>
            <a:r>
              <a:rPr dirty="0" sz="1600" spc="-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프로세싱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ksqlDB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205801" y="1677757"/>
            <a:ext cx="15881350" cy="5311140"/>
            <a:chOff x="1205801" y="1677757"/>
            <a:chExt cx="15881350" cy="5311140"/>
          </a:xfrm>
        </p:grpSpPr>
        <p:sp>
          <p:nvSpPr>
            <p:cNvPr id="21" name="object 21" descr=""/>
            <p:cNvSpPr/>
            <p:nvPr/>
          </p:nvSpPr>
          <p:spPr>
            <a:xfrm>
              <a:off x="1205801" y="2513711"/>
              <a:ext cx="3901440" cy="753745"/>
            </a:xfrm>
            <a:custGeom>
              <a:avLst/>
              <a:gdLst/>
              <a:ahLst/>
              <a:cxnLst/>
              <a:rect l="l" t="t" r="r" b="b"/>
              <a:pathLst>
                <a:path w="3901440" h="753745">
                  <a:moveTo>
                    <a:pt x="3846258" y="0"/>
                  </a:moveTo>
                  <a:lnTo>
                    <a:pt x="54952" y="0"/>
                  </a:lnTo>
                  <a:lnTo>
                    <a:pt x="33561" y="4304"/>
                  </a:lnTo>
                  <a:lnTo>
                    <a:pt x="16094" y="16049"/>
                  </a:lnTo>
                  <a:lnTo>
                    <a:pt x="4318" y="33486"/>
                  </a:lnTo>
                  <a:lnTo>
                    <a:pt x="0" y="54864"/>
                  </a:lnTo>
                  <a:lnTo>
                    <a:pt x="0" y="698627"/>
                  </a:lnTo>
                  <a:lnTo>
                    <a:pt x="4318" y="720024"/>
                  </a:lnTo>
                  <a:lnTo>
                    <a:pt x="16094" y="737504"/>
                  </a:lnTo>
                  <a:lnTo>
                    <a:pt x="33561" y="749294"/>
                  </a:lnTo>
                  <a:lnTo>
                    <a:pt x="54952" y="753618"/>
                  </a:lnTo>
                  <a:lnTo>
                    <a:pt x="3846258" y="753618"/>
                  </a:lnTo>
                  <a:lnTo>
                    <a:pt x="3867656" y="749294"/>
                  </a:lnTo>
                  <a:lnTo>
                    <a:pt x="3885136" y="737504"/>
                  </a:lnTo>
                  <a:lnTo>
                    <a:pt x="3896925" y="720024"/>
                  </a:lnTo>
                  <a:lnTo>
                    <a:pt x="3901249" y="698627"/>
                  </a:lnTo>
                  <a:lnTo>
                    <a:pt x="3901249" y="54864"/>
                  </a:lnTo>
                  <a:lnTo>
                    <a:pt x="3896925" y="33486"/>
                  </a:lnTo>
                  <a:lnTo>
                    <a:pt x="3885136" y="16049"/>
                  </a:lnTo>
                  <a:lnTo>
                    <a:pt x="3867656" y="4304"/>
                  </a:lnTo>
                  <a:lnTo>
                    <a:pt x="3846258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7612" y="1677757"/>
              <a:ext cx="72428" cy="7242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6637" y="1810473"/>
              <a:ext cx="72428" cy="7242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3277870" y="1701799"/>
              <a:ext cx="13804265" cy="5282565"/>
            </a:xfrm>
            <a:custGeom>
              <a:avLst/>
              <a:gdLst/>
              <a:ahLst/>
              <a:cxnLst/>
              <a:rect l="l" t="t" r="r" b="b"/>
              <a:pathLst>
                <a:path w="13804265" h="5282565">
                  <a:moveTo>
                    <a:pt x="350012" y="81661"/>
                  </a:moveTo>
                  <a:lnTo>
                    <a:pt x="343560" y="49936"/>
                  </a:lnTo>
                  <a:lnTo>
                    <a:pt x="326123" y="24257"/>
                  </a:lnTo>
                  <a:lnTo>
                    <a:pt x="325920" y="23977"/>
                  </a:lnTo>
                  <a:lnTo>
                    <a:pt x="325882" y="81661"/>
                  </a:lnTo>
                  <a:lnTo>
                    <a:pt x="321297" y="103873"/>
                  </a:lnTo>
                  <a:lnTo>
                    <a:pt x="308813" y="122135"/>
                  </a:lnTo>
                  <a:lnTo>
                    <a:pt x="290245" y="134518"/>
                  </a:lnTo>
                  <a:lnTo>
                    <a:pt x="267449" y="139077"/>
                  </a:lnTo>
                  <a:lnTo>
                    <a:pt x="249288" y="133553"/>
                  </a:lnTo>
                  <a:lnTo>
                    <a:pt x="229069" y="119659"/>
                  </a:lnTo>
                  <a:lnTo>
                    <a:pt x="208572" y="100812"/>
                  </a:lnTo>
                  <a:lnTo>
                    <a:pt x="208254" y="100457"/>
                  </a:lnTo>
                  <a:lnTo>
                    <a:pt x="190627" y="81153"/>
                  </a:lnTo>
                  <a:lnTo>
                    <a:pt x="228892" y="43141"/>
                  </a:lnTo>
                  <a:lnTo>
                    <a:pt x="267462" y="24257"/>
                  </a:lnTo>
                  <a:lnTo>
                    <a:pt x="290029" y="28816"/>
                  </a:lnTo>
                  <a:lnTo>
                    <a:pt x="308622" y="41198"/>
                  </a:lnTo>
                  <a:lnTo>
                    <a:pt x="321233" y="59461"/>
                  </a:lnTo>
                  <a:lnTo>
                    <a:pt x="325767" y="81153"/>
                  </a:lnTo>
                  <a:lnTo>
                    <a:pt x="325882" y="81661"/>
                  </a:lnTo>
                  <a:lnTo>
                    <a:pt x="325882" y="23952"/>
                  </a:lnTo>
                  <a:lnTo>
                    <a:pt x="299694" y="6438"/>
                  </a:lnTo>
                  <a:lnTo>
                    <a:pt x="267462" y="0"/>
                  </a:lnTo>
                  <a:lnTo>
                    <a:pt x="241160" y="6616"/>
                  </a:lnTo>
                  <a:lnTo>
                    <a:pt x="215353" y="22783"/>
                  </a:lnTo>
                  <a:lnTo>
                    <a:pt x="192455" y="43141"/>
                  </a:lnTo>
                  <a:lnTo>
                    <a:pt x="175260" y="61849"/>
                  </a:lnTo>
                  <a:lnTo>
                    <a:pt x="159766" y="45339"/>
                  </a:lnTo>
                  <a:lnTo>
                    <a:pt x="159766" y="81153"/>
                  </a:lnTo>
                  <a:lnTo>
                    <a:pt x="142100" y="100812"/>
                  </a:lnTo>
                  <a:lnTo>
                    <a:pt x="121754" y="119659"/>
                  </a:lnTo>
                  <a:lnTo>
                    <a:pt x="101587" y="133553"/>
                  </a:lnTo>
                  <a:lnTo>
                    <a:pt x="83426" y="139077"/>
                  </a:lnTo>
                  <a:lnTo>
                    <a:pt x="60566" y="134518"/>
                  </a:lnTo>
                  <a:lnTo>
                    <a:pt x="41821" y="122135"/>
                  </a:lnTo>
                  <a:lnTo>
                    <a:pt x="29159" y="103873"/>
                  </a:lnTo>
                  <a:lnTo>
                    <a:pt x="24498" y="81661"/>
                  </a:lnTo>
                  <a:lnTo>
                    <a:pt x="29108" y="59461"/>
                  </a:lnTo>
                  <a:lnTo>
                    <a:pt x="41681" y="41198"/>
                  </a:lnTo>
                  <a:lnTo>
                    <a:pt x="60401" y="28816"/>
                  </a:lnTo>
                  <a:lnTo>
                    <a:pt x="83439" y="24257"/>
                  </a:lnTo>
                  <a:lnTo>
                    <a:pt x="101587" y="29565"/>
                  </a:lnTo>
                  <a:lnTo>
                    <a:pt x="121932" y="43141"/>
                  </a:lnTo>
                  <a:lnTo>
                    <a:pt x="142100" y="61506"/>
                  </a:lnTo>
                  <a:lnTo>
                    <a:pt x="159766" y="81153"/>
                  </a:lnTo>
                  <a:lnTo>
                    <a:pt x="159766" y="45339"/>
                  </a:lnTo>
                  <a:lnTo>
                    <a:pt x="108839" y="6616"/>
                  </a:lnTo>
                  <a:lnTo>
                    <a:pt x="82550" y="0"/>
                  </a:lnTo>
                  <a:lnTo>
                    <a:pt x="50673" y="6438"/>
                  </a:lnTo>
                  <a:lnTo>
                    <a:pt x="24409" y="23977"/>
                  </a:lnTo>
                  <a:lnTo>
                    <a:pt x="6565" y="49936"/>
                  </a:lnTo>
                  <a:lnTo>
                    <a:pt x="101" y="81153"/>
                  </a:lnTo>
                  <a:lnTo>
                    <a:pt x="0" y="81661"/>
                  </a:lnTo>
                  <a:lnTo>
                    <a:pt x="6426" y="113182"/>
                  </a:lnTo>
                  <a:lnTo>
                    <a:pt x="24028" y="139166"/>
                  </a:lnTo>
                  <a:lnTo>
                    <a:pt x="50253" y="156819"/>
                  </a:lnTo>
                  <a:lnTo>
                    <a:pt x="82550" y="163322"/>
                  </a:lnTo>
                  <a:lnTo>
                    <a:pt x="108839" y="156629"/>
                  </a:lnTo>
                  <a:lnTo>
                    <a:pt x="134658" y="140233"/>
                  </a:lnTo>
                  <a:lnTo>
                    <a:pt x="135851" y="139166"/>
                  </a:lnTo>
                  <a:lnTo>
                    <a:pt x="157607" y="119659"/>
                  </a:lnTo>
                  <a:lnTo>
                    <a:pt x="175260" y="100457"/>
                  </a:lnTo>
                  <a:lnTo>
                    <a:pt x="192557" y="119659"/>
                  </a:lnTo>
                  <a:lnTo>
                    <a:pt x="215353" y="140233"/>
                  </a:lnTo>
                  <a:lnTo>
                    <a:pt x="241160" y="156629"/>
                  </a:lnTo>
                  <a:lnTo>
                    <a:pt x="267462" y="163322"/>
                  </a:lnTo>
                  <a:lnTo>
                    <a:pt x="299770" y="156819"/>
                  </a:lnTo>
                  <a:lnTo>
                    <a:pt x="326110" y="139166"/>
                  </a:lnTo>
                  <a:lnTo>
                    <a:pt x="343763" y="113182"/>
                  </a:lnTo>
                  <a:lnTo>
                    <a:pt x="350012" y="81661"/>
                  </a:lnTo>
                  <a:close/>
                </a:path>
                <a:path w="13804265" h="5282565">
                  <a:moveTo>
                    <a:pt x="13804011" y="4466971"/>
                  </a:moveTo>
                  <a:lnTo>
                    <a:pt x="13801331" y="4453661"/>
                  </a:lnTo>
                  <a:lnTo>
                    <a:pt x="13794016" y="4442803"/>
                  </a:lnTo>
                  <a:lnTo>
                    <a:pt x="13783158" y="4435487"/>
                  </a:lnTo>
                  <a:lnTo>
                    <a:pt x="13769848" y="4432808"/>
                  </a:lnTo>
                  <a:lnTo>
                    <a:pt x="8626729" y="4432808"/>
                  </a:lnTo>
                  <a:lnTo>
                    <a:pt x="8613381" y="4435487"/>
                  </a:lnTo>
                  <a:lnTo>
                    <a:pt x="8602485" y="4442803"/>
                  </a:lnTo>
                  <a:lnTo>
                    <a:pt x="8595131" y="4453661"/>
                  </a:lnTo>
                  <a:lnTo>
                    <a:pt x="8592439" y="4466971"/>
                  </a:lnTo>
                  <a:lnTo>
                    <a:pt x="8592439" y="5248148"/>
                  </a:lnTo>
                  <a:lnTo>
                    <a:pt x="8595131" y="5261470"/>
                  </a:lnTo>
                  <a:lnTo>
                    <a:pt x="8602485" y="5272329"/>
                  </a:lnTo>
                  <a:lnTo>
                    <a:pt x="8613381" y="5279644"/>
                  </a:lnTo>
                  <a:lnTo>
                    <a:pt x="8626729" y="5282311"/>
                  </a:lnTo>
                  <a:lnTo>
                    <a:pt x="13769848" y="5282311"/>
                  </a:lnTo>
                  <a:lnTo>
                    <a:pt x="13783158" y="5279644"/>
                  </a:lnTo>
                  <a:lnTo>
                    <a:pt x="13794016" y="5272329"/>
                  </a:lnTo>
                  <a:lnTo>
                    <a:pt x="13801331" y="5261470"/>
                  </a:lnTo>
                  <a:lnTo>
                    <a:pt x="13804011" y="5248148"/>
                  </a:lnTo>
                  <a:lnTo>
                    <a:pt x="13804011" y="446697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1870308" y="6134608"/>
              <a:ext cx="5212080" cy="849630"/>
            </a:xfrm>
            <a:custGeom>
              <a:avLst/>
              <a:gdLst/>
              <a:ahLst/>
              <a:cxnLst/>
              <a:rect l="l" t="t" r="r" b="b"/>
              <a:pathLst>
                <a:path w="5212080" h="849629">
                  <a:moveTo>
                    <a:pt x="0" y="34162"/>
                  </a:moveTo>
                  <a:lnTo>
                    <a:pt x="2696" y="20841"/>
                  </a:lnTo>
                  <a:lnTo>
                    <a:pt x="10048" y="9985"/>
                  </a:lnTo>
                  <a:lnTo>
                    <a:pt x="20949" y="2676"/>
                  </a:lnTo>
                  <a:lnTo>
                    <a:pt x="34290" y="0"/>
                  </a:lnTo>
                  <a:lnTo>
                    <a:pt x="5177408" y="0"/>
                  </a:lnTo>
                  <a:lnTo>
                    <a:pt x="5190730" y="2676"/>
                  </a:lnTo>
                  <a:lnTo>
                    <a:pt x="5201586" y="9985"/>
                  </a:lnTo>
                  <a:lnTo>
                    <a:pt x="5208895" y="20841"/>
                  </a:lnTo>
                  <a:lnTo>
                    <a:pt x="5211572" y="34162"/>
                  </a:lnTo>
                  <a:lnTo>
                    <a:pt x="5211572" y="815339"/>
                  </a:lnTo>
                  <a:lnTo>
                    <a:pt x="5208895" y="828661"/>
                  </a:lnTo>
                  <a:lnTo>
                    <a:pt x="5201586" y="839517"/>
                  </a:lnTo>
                  <a:lnTo>
                    <a:pt x="5190730" y="846826"/>
                  </a:lnTo>
                  <a:lnTo>
                    <a:pt x="5177408" y="849502"/>
                  </a:lnTo>
                  <a:lnTo>
                    <a:pt x="34290" y="849502"/>
                  </a:lnTo>
                  <a:lnTo>
                    <a:pt x="20949" y="846826"/>
                  </a:lnTo>
                  <a:lnTo>
                    <a:pt x="10048" y="839517"/>
                  </a:lnTo>
                  <a:lnTo>
                    <a:pt x="2696" y="828661"/>
                  </a:lnTo>
                  <a:lnTo>
                    <a:pt x="0" y="815339"/>
                  </a:lnTo>
                  <a:lnTo>
                    <a:pt x="0" y="3416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11876420" y="6312535"/>
            <a:ext cx="5199380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6891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High</a:t>
            </a:r>
            <a:r>
              <a:rPr dirty="0" sz="1600" spc="-3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Availability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99.99%</a:t>
            </a:r>
            <a:r>
              <a:rPr dirty="0" sz="1400" spc="-1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SLA</a:t>
            </a:r>
            <a:r>
              <a:rPr dirty="0" sz="1400" spc="-4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|</a:t>
            </a:r>
            <a:r>
              <a:rPr dirty="0" sz="1400" spc="-3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algun Gothic"/>
                <a:cs typeface="Malgun Gothic"/>
              </a:rPr>
              <a:t>Multi-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AZ</a:t>
            </a:r>
            <a:r>
              <a:rPr dirty="0" sz="1400" spc="-3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Clusters</a:t>
            </a:r>
            <a:r>
              <a:rPr dirty="0" sz="1400" spc="-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|</a:t>
            </a:r>
            <a:r>
              <a:rPr dirty="0" sz="1400" spc="-3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algun Gothic"/>
                <a:cs typeface="Malgun Gothic"/>
              </a:rPr>
              <a:t>Multi-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Region</a:t>
            </a:r>
            <a:r>
              <a:rPr dirty="0" sz="1400" spc="-4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algun Gothic"/>
                <a:cs typeface="Malgun Gothic"/>
              </a:rPr>
              <a:t>Clusters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538214" y="6134608"/>
            <a:ext cx="5212080" cy="849630"/>
          </a:xfrm>
          <a:custGeom>
            <a:avLst/>
            <a:gdLst/>
            <a:ahLst/>
            <a:cxnLst/>
            <a:rect l="l" t="t" r="r" b="b"/>
            <a:pathLst>
              <a:path w="5212080" h="849629">
                <a:moveTo>
                  <a:pt x="5177282" y="0"/>
                </a:moveTo>
                <a:lnTo>
                  <a:pt x="34162" y="0"/>
                </a:lnTo>
                <a:lnTo>
                  <a:pt x="20895" y="2676"/>
                </a:lnTo>
                <a:lnTo>
                  <a:pt x="10032" y="9985"/>
                </a:lnTo>
                <a:lnTo>
                  <a:pt x="2694" y="20841"/>
                </a:lnTo>
                <a:lnTo>
                  <a:pt x="0" y="34162"/>
                </a:lnTo>
                <a:lnTo>
                  <a:pt x="0" y="815339"/>
                </a:lnTo>
                <a:lnTo>
                  <a:pt x="2694" y="828661"/>
                </a:lnTo>
                <a:lnTo>
                  <a:pt x="10032" y="839517"/>
                </a:lnTo>
                <a:lnTo>
                  <a:pt x="20895" y="846826"/>
                </a:lnTo>
                <a:lnTo>
                  <a:pt x="34162" y="849502"/>
                </a:lnTo>
                <a:lnTo>
                  <a:pt x="5177282" y="849502"/>
                </a:lnTo>
                <a:lnTo>
                  <a:pt x="5190622" y="846826"/>
                </a:lnTo>
                <a:lnTo>
                  <a:pt x="5201523" y="839517"/>
                </a:lnTo>
                <a:lnTo>
                  <a:pt x="5208875" y="828661"/>
                </a:lnTo>
                <a:lnTo>
                  <a:pt x="5211571" y="815339"/>
                </a:lnTo>
                <a:lnTo>
                  <a:pt x="5211571" y="34162"/>
                </a:lnTo>
                <a:lnTo>
                  <a:pt x="5208875" y="20841"/>
                </a:lnTo>
                <a:lnTo>
                  <a:pt x="5201523" y="9985"/>
                </a:lnTo>
                <a:lnTo>
                  <a:pt x="5190622" y="2676"/>
                </a:lnTo>
                <a:lnTo>
                  <a:pt x="5177282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538214" y="6134608"/>
            <a:ext cx="5212080" cy="849630"/>
          </a:xfrm>
          <a:prstGeom prst="rect">
            <a:avLst/>
          </a:prstGeom>
          <a:ln w="12221">
            <a:solidFill>
              <a:srgbClr val="FFFFFF"/>
            </a:solidFill>
          </a:ln>
        </p:spPr>
        <p:txBody>
          <a:bodyPr wrap="square" lIns="0" tIns="1898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495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Infinite</a:t>
            </a:r>
            <a:r>
              <a:rPr dirty="0" sz="1600" spc="-5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Storage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Infinite</a:t>
            </a:r>
            <a:r>
              <a:rPr dirty="0" sz="1400" spc="-5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Storage</a:t>
            </a:r>
            <a:r>
              <a:rPr dirty="0" sz="1400" spc="-4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|</a:t>
            </a:r>
            <a:r>
              <a:rPr dirty="0" sz="1400" spc="-3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Tiered</a:t>
            </a:r>
            <a:r>
              <a:rPr dirty="0" sz="1400" spc="-3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algun Gothic"/>
                <a:cs typeface="Malgun Gothic"/>
              </a:rPr>
              <a:t>Storage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1205928" y="6134608"/>
            <a:ext cx="5212080" cy="849630"/>
          </a:xfrm>
          <a:custGeom>
            <a:avLst/>
            <a:gdLst/>
            <a:ahLst/>
            <a:cxnLst/>
            <a:rect l="l" t="t" r="r" b="b"/>
            <a:pathLst>
              <a:path w="5212080" h="849629">
                <a:moveTo>
                  <a:pt x="5177345" y="0"/>
                </a:moveTo>
                <a:lnTo>
                  <a:pt x="34251" y="0"/>
                </a:lnTo>
                <a:lnTo>
                  <a:pt x="20916" y="2676"/>
                </a:lnTo>
                <a:lnTo>
                  <a:pt x="10029" y="9985"/>
                </a:lnTo>
                <a:lnTo>
                  <a:pt x="2690" y="20841"/>
                </a:lnTo>
                <a:lnTo>
                  <a:pt x="0" y="34162"/>
                </a:lnTo>
                <a:lnTo>
                  <a:pt x="0" y="815339"/>
                </a:lnTo>
                <a:lnTo>
                  <a:pt x="2690" y="828661"/>
                </a:lnTo>
                <a:lnTo>
                  <a:pt x="10029" y="839517"/>
                </a:lnTo>
                <a:lnTo>
                  <a:pt x="20916" y="846826"/>
                </a:lnTo>
                <a:lnTo>
                  <a:pt x="34251" y="849502"/>
                </a:lnTo>
                <a:lnTo>
                  <a:pt x="5177345" y="849502"/>
                </a:lnTo>
                <a:lnTo>
                  <a:pt x="5190686" y="846826"/>
                </a:lnTo>
                <a:lnTo>
                  <a:pt x="5201586" y="839517"/>
                </a:lnTo>
                <a:lnTo>
                  <a:pt x="5208938" y="828661"/>
                </a:lnTo>
                <a:lnTo>
                  <a:pt x="5211635" y="815339"/>
                </a:lnTo>
                <a:lnTo>
                  <a:pt x="5211635" y="34162"/>
                </a:lnTo>
                <a:lnTo>
                  <a:pt x="5208938" y="20841"/>
                </a:lnTo>
                <a:lnTo>
                  <a:pt x="5201586" y="9985"/>
                </a:lnTo>
                <a:lnTo>
                  <a:pt x="5190686" y="2676"/>
                </a:lnTo>
                <a:lnTo>
                  <a:pt x="5177345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205928" y="6134608"/>
            <a:ext cx="5212080" cy="849630"/>
          </a:xfrm>
          <a:prstGeom prst="rect">
            <a:avLst/>
          </a:prstGeom>
          <a:ln w="12221">
            <a:solidFill>
              <a:srgbClr val="FFFFFF"/>
            </a:solidFill>
          </a:ln>
        </p:spPr>
        <p:txBody>
          <a:bodyPr wrap="square" lIns="0" tIns="1898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95"/>
              </a:spcBef>
            </a:pPr>
            <a:r>
              <a:rPr dirty="0" sz="1600" b="1">
                <a:solidFill>
                  <a:srgbClr val="FFFFFF"/>
                </a:solidFill>
                <a:latin typeface="Malgun Gothic"/>
                <a:cs typeface="Malgun Gothic"/>
              </a:rPr>
              <a:t>Elastic</a:t>
            </a:r>
            <a:r>
              <a:rPr dirty="0" sz="1600" spc="-3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Malgun Gothic"/>
                <a:cs typeface="Malgun Gothic"/>
              </a:rPr>
              <a:t>Scalability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Expand</a:t>
            </a:r>
            <a:r>
              <a:rPr dirty="0" sz="1400" spc="-4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|</a:t>
            </a:r>
            <a:r>
              <a:rPr dirty="0" sz="1400" spc="-2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Shrink</a:t>
            </a:r>
            <a:r>
              <a:rPr dirty="0" sz="1400" spc="-3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|</a:t>
            </a:r>
            <a:r>
              <a:rPr dirty="0" sz="1400" spc="-25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FFFFFF"/>
                </a:solidFill>
                <a:latin typeface="Malgun Gothic"/>
                <a:cs typeface="Malgun Gothic"/>
              </a:rPr>
              <a:t>Self-Balancing</a:t>
            </a:r>
            <a:r>
              <a:rPr dirty="0" sz="1400" spc="-6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algun Gothic"/>
                <a:cs typeface="Malgun Gothic"/>
              </a:rPr>
              <a:t>Clusters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1205928" y="5576442"/>
            <a:ext cx="15876269" cy="492759"/>
          </a:xfrm>
          <a:custGeom>
            <a:avLst/>
            <a:gdLst/>
            <a:ahLst/>
            <a:cxnLst/>
            <a:rect l="l" t="t" r="r" b="b"/>
            <a:pathLst>
              <a:path w="15876269" h="492760">
                <a:moveTo>
                  <a:pt x="15812452" y="0"/>
                </a:moveTo>
                <a:lnTo>
                  <a:pt x="63487" y="0"/>
                </a:lnTo>
                <a:lnTo>
                  <a:pt x="38774" y="4992"/>
                </a:lnTo>
                <a:lnTo>
                  <a:pt x="18594" y="18605"/>
                </a:lnTo>
                <a:lnTo>
                  <a:pt x="4988" y="38790"/>
                </a:lnTo>
                <a:lnTo>
                  <a:pt x="0" y="63500"/>
                </a:lnTo>
                <a:lnTo>
                  <a:pt x="0" y="429133"/>
                </a:lnTo>
                <a:lnTo>
                  <a:pt x="4988" y="453842"/>
                </a:lnTo>
                <a:lnTo>
                  <a:pt x="18594" y="474027"/>
                </a:lnTo>
                <a:lnTo>
                  <a:pt x="38774" y="487640"/>
                </a:lnTo>
                <a:lnTo>
                  <a:pt x="63487" y="492633"/>
                </a:lnTo>
                <a:lnTo>
                  <a:pt x="15812452" y="492633"/>
                </a:lnTo>
                <a:lnTo>
                  <a:pt x="15837215" y="487640"/>
                </a:lnTo>
                <a:lnTo>
                  <a:pt x="15857394" y="474027"/>
                </a:lnTo>
                <a:lnTo>
                  <a:pt x="15870977" y="453842"/>
                </a:lnTo>
                <a:lnTo>
                  <a:pt x="15875952" y="429133"/>
                </a:lnTo>
                <a:lnTo>
                  <a:pt x="15875952" y="63500"/>
                </a:lnTo>
                <a:lnTo>
                  <a:pt x="15870977" y="38790"/>
                </a:lnTo>
                <a:lnTo>
                  <a:pt x="15857394" y="18605"/>
                </a:lnTo>
                <a:lnTo>
                  <a:pt x="15837215" y="4992"/>
                </a:lnTo>
                <a:lnTo>
                  <a:pt x="15812452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914095" y="5455792"/>
            <a:ext cx="16459835" cy="1710055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algn="ctr" marL="457834">
              <a:lnSpc>
                <a:spcPct val="100000"/>
              </a:lnSpc>
              <a:spcBef>
                <a:spcPts val="1680"/>
              </a:spcBef>
            </a:pPr>
            <a:r>
              <a:rPr dirty="0" sz="1800" b="1">
                <a:solidFill>
                  <a:srgbClr val="FFFFFF"/>
                </a:solidFill>
                <a:latin typeface="Malgun Gothic"/>
                <a:cs typeface="Malgun Gothic"/>
              </a:rPr>
              <a:t>Cloud</a:t>
            </a:r>
            <a:r>
              <a:rPr dirty="0" sz="1800" spc="-2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algun Gothic"/>
                <a:cs typeface="Malgun Gothic"/>
              </a:rPr>
              <a:t>Native:</a:t>
            </a:r>
            <a:r>
              <a:rPr dirty="0" sz="1800" spc="-1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FFFFFF"/>
                </a:solidFill>
                <a:latin typeface="Malgun Gothic"/>
                <a:cs typeface="Malgun Gothic"/>
              </a:rPr>
              <a:t>클라우드의</a:t>
            </a:r>
            <a:r>
              <a:rPr dirty="0" sz="1900" spc="-50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FFFFFF"/>
                </a:solidFill>
                <a:latin typeface="Malgun Gothic"/>
                <a:cs typeface="Malgun Gothic"/>
              </a:rPr>
              <a:t>장점을</a:t>
            </a:r>
            <a:r>
              <a:rPr dirty="0" sz="1900" spc="-5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FFFFFF"/>
                </a:solidFill>
                <a:latin typeface="Malgun Gothic"/>
                <a:cs typeface="Malgun Gothic"/>
              </a:rPr>
              <a:t>최대한</a:t>
            </a:r>
            <a:r>
              <a:rPr dirty="0" sz="1900" spc="-5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FFFFFF"/>
                </a:solidFill>
                <a:latin typeface="Malgun Gothic"/>
                <a:cs typeface="Malgun Gothic"/>
              </a:rPr>
              <a:t>활용하도록</a:t>
            </a:r>
            <a:r>
              <a:rPr dirty="0" sz="1900" spc="-5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105" i="1">
                <a:solidFill>
                  <a:srgbClr val="FFFFFF"/>
                </a:solidFill>
                <a:latin typeface="Malgun Gothic"/>
                <a:cs typeface="Malgun Gothic"/>
              </a:rPr>
              <a:t>완벽하게</a:t>
            </a:r>
            <a:r>
              <a:rPr dirty="0" sz="1900" spc="-4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FFFFFF"/>
                </a:solidFill>
                <a:latin typeface="Malgun Gothic"/>
                <a:cs typeface="Malgun Gothic"/>
              </a:rPr>
              <a:t>관리되고</a:t>
            </a:r>
            <a:r>
              <a:rPr dirty="0" sz="1900" spc="-5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FFFFFF"/>
                </a:solidFill>
                <a:latin typeface="Malgun Gothic"/>
                <a:cs typeface="Malgun Gothic"/>
              </a:rPr>
              <a:t>재설계된</a:t>
            </a:r>
            <a:r>
              <a:rPr dirty="0" sz="1900" spc="-55" i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1900" spc="-65" i="1">
                <a:solidFill>
                  <a:srgbClr val="FFFFFF"/>
                </a:solidFill>
                <a:latin typeface="Malgun Gothic"/>
                <a:cs typeface="Malgun Gothic"/>
              </a:rPr>
              <a:t>Apache </a:t>
            </a:r>
            <a:r>
              <a:rPr dirty="0" sz="1900" spc="-10" i="1">
                <a:solidFill>
                  <a:srgbClr val="FFFFFF"/>
                </a:solidFill>
                <a:latin typeface="Malgun Gothic"/>
                <a:cs typeface="Malgun Gothic"/>
              </a:rPr>
              <a:t>Kafka©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921889" y="7405706"/>
            <a:ext cx="1290129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Everywhere:</a:t>
            </a:r>
            <a:r>
              <a:rPr dirty="0" sz="1800" spc="-6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4" i="1">
                <a:solidFill>
                  <a:srgbClr val="173360"/>
                </a:solidFill>
                <a:latin typeface="Malgun Gothic"/>
                <a:cs typeface="Malgun Gothic"/>
              </a:rPr>
              <a:t>온프레미스에서</a:t>
            </a:r>
            <a:r>
              <a:rPr dirty="0" sz="1900" spc="-5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클라우드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i="1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1900" spc="-6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하이브리드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클라우드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전반에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00" i="1">
                <a:solidFill>
                  <a:srgbClr val="173360"/>
                </a:solidFill>
                <a:latin typeface="Malgun Gothic"/>
                <a:cs typeface="Malgun Gothic"/>
              </a:rPr>
              <a:t>걸쳐</a:t>
            </a:r>
            <a:r>
              <a:rPr dirty="0" sz="1900" spc="-6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제공되는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05" i="1">
                <a:solidFill>
                  <a:srgbClr val="173360"/>
                </a:solidFill>
                <a:latin typeface="Malgun Gothic"/>
                <a:cs typeface="Malgun Gothic"/>
              </a:rPr>
              <a:t>플랫폼을</a:t>
            </a:r>
            <a:r>
              <a:rPr dirty="0" sz="1900" spc="-5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00" i="1">
                <a:solidFill>
                  <a:srgbClr val="173360"/>
                </a:solidFill>
                <a:latin typeface="Malgun Gothic"/>
                <a:cs typeface="Malgun Gothic"/>
              </a:rPr>
              <a:t>통해</a:t>
            </a:r>
            <a:r>
              <a:rPr dirty="0" sz="1900" spc="-6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실시간으로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25" i="1">
                <a:solidFill>
                  <a:srgbClr val="173360"/>
                </a:solidFill>
                <a:latin typeface="Malgun Gothic"/>
                <a:cs typeface="Malgun Gothic"/>
              </a:rPr>
              <a:t>연결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11870435" y="7856346"/>
            <a:ext cx="5212080" cy="849630"/>
          </a:xfrm>
          <a:custGeom>
            <a:avLst/>
            <a:gdLst/>
            <a:ahLst/>
            <a:cxnLst/>
            <a:rect l="l" t="t" r="r" b="b"/>
            <a:pathLst>
              <a:path w="5212080" h="849629">
                <a:moveTo>
                  <a:pt x="5177408" y="0"/>
                </a:moveTo>
                <a:lnTo>
                  <a:pt x="34290" y="0"/>
                </a:lnTo>
                <a:lnTo>
                  <a:pt x="20949" y="2696"/>
                </a:lnTo>
                <a:lnTo>
                  <a:pt x="10048" y="10048"/>
                </a:lnTo>
                <a:lnTo>
                  <a:pt x="2696" y="20949"/>
                </a:lnTo>
                <a:lnTo>
                  <a:pt x="0" y="34289"/>
                </a:lnTo>
                <a:lnTo>
                  <a:pt x="0" y="815339"/>
                </a:lnTo>
                <a:lnTo>
                  <a:pt x="2696" y="828680"/>
                </a:lnTo>
                <a:lnTo>
                  <a:pt x="10048" y="839581"/>
                </a:lnTo>
                <a:lnTo>
                  <a:pt x="20949" y="846933"/>
                </a:lnTo>
                <a:lnTo>
                  <a:pt x="34290" y="849629"/>
                </a:lnTo>
                <a:lnTo>
                  <a:pt x="5177408" y="849629"/>
                </a:lnTo>
                <a:lnTo>
                  <a:pt x="5190749" y="846933"/>
                </a:lnTo>
                <a:lnTo>
                  <a:pt x="5201650" y="839581"/>
                </a:lnTo>
                <a:lnTo>
                  <a:pt x="5209002" y="828680"/>
                </a:lnTo>
                <a:lnTo>
                  <a:pt x="5211699" y="815339"/>
                </a:lnTo>
                <a:lnTo>
                  <a:pt x="5211699" y="34289"/>
                </a:lnTo>
                <a:lnTo>
                  <a:pt x="5209002" y="20949"/>
                </a:lnTo>
                <a:lnTo>
                  <a:pt x="5201650" y="10048"/>
                </a:lnTo>
                <a:lnTo>
                  <a:pt x="5190749" y="2696"/>
                </a:lnTo>
                <a:lnTo>
                  <a:pt x="5177408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13236702" y="8034655"/>
            <a:ext cx="2400935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Hybrid and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Multi-cloud</a:t>
            </a:r>
            <a:endParaRPr sz="1600">
              <a:latin typeface="Malgun Gothic"/>
              <a:cs typeface="Malgun Gothic"/>
            </a:endParaRPr>
          </a:p>
          <a:p>
            <a:pPr marL="9334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Cluster</a:t>
            </a:r>
            <a:r>
              <a:rPr dirty="0" sz="1400" spc="-3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Linking</a:t>
            </a:r>
            <a:r>
              <a:rPr dirty="0" sz="1400" spc="43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Replicator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538341" y="7856346"/>
            <a:ext cx="5212080" cy="849630"/>
          </a:xfrm>
          <a:custGeom>
            <a:avLst/>
            <a:gdLst/>
            <a:ahLst/>
            <a:cxnLst/>
            <a:rect l="l" t="t" r="r" b="b"/>
            <a:pathLst>
              <a:path w="5212080" h="849629">
                <a:moveTo>
                  <a:pt x="5177282" y="0"/>
                </a:moveTo>
                <a:lnTo>
                  <a:pt x="34289" y="0"/>
                </a:lnTo>
                <a:lnTo>
                  <a:pt x="20949" y="2696"/>
                </a:lnTo>
                <a:lnTo>
                  <a:pt x="10048" y="10048"/>
                </a:lnTo>
                <a:lnTo>
                  <a:pt x="2696" y="20949"/>
                </a:lnTo>
                <a:lnTo>
                  <a:pt x="0" y="34289"/>
                </a:lnTo>
                <a:lnTo>
                  <a:pt x="0" y="815339"/>
                </a:lnTo>
                <a:lnTo>
                  <a:pt x="2696" y="828680"/>
                </a:lnTo>
                <a:lnTo>
                  <a:pt x="10048" y="839581"/>
                </a:lnTo>
                <a:lnTo>
                  <a:pt x="20949" y="846933"/>
                </a:lnTo>
                <a:lnTo>
                  <a:pt x="34289" y="849629"/>
                </a:lnTo>
                <a:lnTo>
                  <a:pt x="5177282" y="849629"/>
                </a:lnTo>
                <a:lnTo>
                  <a:pt x="5190622" y="846933"/>
                </a:lnTo>
                <a:lnTo>
                  <a:pt x="5201523" y="839581"/>
                </a:lnTo>
                <a:lnTo>
                  <a:pt x="5208875" y="828680"/>
                </a:lnTo>
                <a:lnTo>
                  <a:pt x="5211572" y="815339"/>
                </a:lnTo>
                <a:lnTo>
                  <a:pt x="5211572" y="34289"/>
                </a:lnTo>
                <a:lnTo>
                  <a:pt x="5208875" y="20949"/>
                </a:lnTo>
                <a:lnTo>
                  <a:pt x="5201523" y="10048"/>
                </a:lnTo>
                <a:lnTo>
                  <a:pt x="5190622" y="2696"/>
                </a:lnTo>
                <a:lnTo>
                  <a:pt x="5177282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7805166" y="8034655"/>
            <a:ext cx="2677795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Self-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managed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software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Kubernetes</a:t>
            </a:r>
            <a:r>
              <a:rPr dirty="0" sz="1400" spc="4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VMs</a:t>
            </a:r>
            <a:r>
              <a:rPr dirty="0" sz="1400" spc="46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Bare</a:t>
            </a:r>
            <a:r>
              <a:rPr dirty="0" sz="1400" spc="-2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173360"/>
                </a:solidFill>
                <a:latin typeface="Malgun Gothic"/>
                <a:cs typeface="Malgun Gothic"/>
              </a:rPr>
              <a:t>Metal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1206080" y="7856346"/>
            <a:ext cx="5212080" cy="849630"/>
          </a:xfrm>
          <a:custGeom>
            <a:avLst/>
            <a:gdLst/>
            <a:ahLst/>
            <a:cxnLst/>
            <a:rect l="l" t="t" r="r" b="b"/>
            <a:pathLst>
              <a:path w="5212080" h="849629">
                <a:moveTo>
                  <a:pt x="5177320" y="0"/>
                </a:moveTo>
                <a:lnTo>
                  <a:pt x="34251" y="0"/>
                </a:lnTo>
                <a:lnTo>
                  <a:pt x="20916" y="2696"/>
                </a:lnTo>
                <a:lnTo>
                  <a:pt x="10029" y="10048"/>
                </a:lnTo>
                <a:lnTo>
                  <a:pt x="2690" y="20949"/>
                </a:lnTo>
                <a:lnTo>
                  <a:pt x="0" y="34289"/>
                </a:lnTo>
                <a:lnTo>
                  <a:pt x="0" y="815339"/>
                </a:lnTo>
                <a:lnTo>
                  <a:pt x="2690" y="828680"/>
                </a:lnTo>
                <a:lnTo>
                  <a:pt x="10029" y="839581"/>
                </a:lnTo>
                <a:lnTo>
                  <a:pt x="20916" y="846933"/>
                </a:lnTo>
                <a:lnTo>
                  <a:pt x="34251" y="849629"/>
                </a:lnTo>
                <a:lnTo>
                  <a:pt x="5177320" y="849629"/>
                </a:lnTo>
                <a:lnTo>
                  <a:pt x="5190661" y="846933"/>
                </a:lnTo>
                <a:lnTo>
                  <a:pt x="5201561" y="839581"/>
                </a:lnTo>
                <a:lnTo>
                  <a:pt x="5208913" y="828680"/>
                </a:lnTo>
                <a:lnTo>
                  <a:pt x="5211610" y="815339"/>
                </a:lnTo>
                <a:lnTo>
                  <a:pt x="5211610" y="34289"/>
                </a:lnTo>
                <a:lnTo>
                  <a:pt x="5208913" y="20949"/>
                </a:lnTo>
                <a:lnTo>
                  <a:pt x="5201561" y="10048"/>
                </a:lnTo>
                <a:lnTo>
                  <a:pt x="5190661" y="2696"/>
                </a:lnTo>
                <a:lnTo>
                  <a:pt x="517732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2423541" y="8034655"/>
            <a:ext cx="2776220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Fully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managed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cloud</a:t>
            </a:r>
            <a:r>
              <a:rPr dirty="0" sz="1600" spc="-4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10" b="1">
                <a:solidFill>
                  <a:srgbClr val="173360"/>
                </a:solidFill>
                <a:latin typeface="Malgun Gothic"/>
                <a:cs typeface="Malgun Gothic"/>
              </a:rPr>
              <a:t>service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AWS</a:t>
            </a:r>
            <a:r>
              <a:rPr dirty="0" sz="1400" spc="4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Azure</a:t>
            </a:r>
            <a:r>
              <a:rPr dirty="0" sz="1400" spc="459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1400" spc="45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173360"/>
                </a:solidFill>
                <a:latin typeface="Malgun Gothic"/>
                <a:cs typeface="Malgun Gothic"/>
              </a:rPr>
              <a:t>GCP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899018" y="9150807"/>
            <a:ext cx="24917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173360"/>
                </a:solidFill>
                <a:latin typeface="Malgun Gothic"/>
                <a:cs typeface="Malgun Gothic"/>
              </a:rPr>
              <a:t>커미터</a:t>
            </a:r>
            <a:r>
              <a:rPr dirty="0" sz="2000" spc="-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b="1">
                <a:solidFill>
                  <a:srgbClr val="173360"/>
                </a:solidFill>
                <a:latin typeface="Malgun Gothic"/>
                <a:cs typeface="Malgun Gothic"/>
              </a:rPr>
              <a:t>중심의</a:t>
            </a:r>
            <a:r>
              <a:rPr dirty="0" sz="2000" spc="-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5" b="1">
                <a:solidFill>
                  <a:srgbClr val="173360"/>
                </a:solidFill>
                <a:latin typeface="Malgun Gothic"/>
                <a:cs typeface="Malgun Gothic"/>
              </a:rPr>
              <a:t>전문성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2226543" y="9216949"/>
            <a:ext cx="431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173360"/>
                </a:solidFill>
                <a:latin typeface="Malgun Gothic"/>
                <a:cs typeface="Malgun Gothic"/>
              </a:rPr>
              <a:t>교육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831848" y="5689219"/>
            <a:ext cx="13151485" cy="3862070"/>
            <a:chOff x="1831848" y="5689219"/>
            <a:chExt cx="13151485" cy="3862070"/>
          </a:xfrm>
        </p:grpSpPr>
        <p:pic>
          <p:nvPicPr>
            <p:cNvPr id="43" name="object 4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36476" y="9152216"/>
              <a:ext cx="34982" cy="244576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1679301" y="9183001"/>
              <a:ext cx="375285" cy="363220"/>
            </a:xfrm>
            <a:custGeom>
              <a:avLst/>
              <a:gdLst/>
              <a:ahLst/>
              <a:cxnLst/>
              <a:rect l="l" t="t" r="r" b="b"/>
              <a:pathLst>
                <a:path w="375284" h="363220">
                  <a:moveTo>
                    <a:pt x="375285" y="30708"/>
                  </a:moveTo>
                  <a:lnTo>
                    <a:pt x="372833" y="18834"/>
                  </a:lnTo>
                  <a:lnTo>
                    <a:pt x="366204" y="9067"/>
                  </a:lnTo>
                  <a:lnTo>
                    <a:pt x="356425" y="2451"/>
                  </a:lnTo>
                  <a:lnTo>
                    <a:pt x="349377" y="1003"/>
                  </a:lnTo>
                  <a:lnTo>
                    <a:pt x="349377" y="27914"/>
                  </a:lnTo>
                  <a:lnTo>
                    <a:pt x="349377" y="234111"/>
                  </a:lnTo>
                  <a:lnTo>
                    <a:pt x="347345" y="236143"/>
                  </a:lnTo>
                  <a:lnTo>
                    <a:pt x="239433" y="236143"/>
                  </a:lnTo>
                  <a:lnTo>
                    <a:pt x="234962" y="231902"/>
                  </a:lnTo>
                  <a:lnTo>
                    <a:pt x="233705" y="231254"/>
                  </a:lnTo>
                  <a:lnTo>
                    <a:pt x="196202" y="212394"/>
                  </a:lnTo>
                  <a:lnTo>
                    <a:pt x="152400" y="205435"/>
                  </a:lnTo>
                  <a:lnTo>
                    <a:pt x="108775" y="212394"/>
                  </a:lnTo>
                  <a:lnTo>
                    <a:pt x="70040" y="231902"/>
                  </a:lnTo>
                  <a:lnTo>
                    <a:pt x="65557" y="236143"/>
                  </a:lnTo>
                  <a:lnTo>
                    <a:pt x="27940" y="236143"/>
                  </a:lnTo>
                  <a:lnTo>
                    <a:pt x="25908" y="234111"/>
                  </a:lnTo>
                  <a:lnTo>
                    <a:pt x="25908" y="27914"/>
                  </a:lnTo>
                  <a:lnTo>
                    <a:pt x="27940" y="26492"/>
                  </a:lnTo>
                  <a:lnTo>
                    <a:pt x="347345" y="26492"/>
                  </a:lnTo>
                  <a:lnTo>
                    <a:pt x="349377" y="27914"/>
                  </a:lnTo>
                  <a:lnTo>
                    <a:pt x="349377" y="1003"/>
                  </a:lnTo>
                  <a:lnTo>
                    <a:pt x="344551" y="0"/>
                  </a:lnTo>
                  <a:lnTo>
                    <a:pt x="30099" y="0"/>
                  </a:lnTo>
                  <a:lnTo>
                    <a:pt x="18580" y="2451"/>
                  </a:lnTo>
                  <a:lnTo>
                    <a:pt x="8991" y="9067"/>
                  </a:lnTo>
                  <a:lnTo>
                    <a:pt x="2425" y="18834"/>
                  </a:lnTo>
                  <a:lnTo>
                    <a:pt x="0" y="30708"/>
                  </a:lnTo>
                  <a:lnTo>
                    <a:pt x="0" y="231254"/>
                  </a:lnTo>
                  <a:lnTo>
                    <a:pt x="2425" y="243141"/>
                  </a:lnTo>
                  <a:lnTo>
                    <a:pt x="8991" y="252933"/>
                  </a:lnTo>
                  <a:lnTo>
                    <a:pt x="18580" y="259588"/>
                  </a:lnTo>
                  <a:lnTo>
                    <a:pt x="30099" y="262026"/>
                  </a:lnTo>
                  <a:lnTo>
                    <a:pt x="38303" y="262026"/>
                  </a:lnTo>
                  <a:lnTo>
                    <a:pt x="15951" y="300342"/>
                  </a:lnTo>
                  <a:lnTo>
                    <a:pt x="4953" y="345186"/>
                  </a:lnTo>
                  <a:lnTo>
                    <a:pt x="4191" y="354291"/>
                  </a:lnTo>
                  <a:lnTo>
                    <a:pt x="11938" y="362648"/>
                  </a:lnTo>
                  <a:lnTo>
                    <a:pt x="293497" y="362648"/>
                  </a:lnTo>
                  <a:lnTo>
                    <a:pt x="301244" y="354965"/>
                  </a:lnTo>
                  <a:lnTo>
                    <a:pt x="300482" y="345186"/>
                  </a:lnTo>
                  <a:lnTo>
                    <a:pt x="298183" y="336080"/>
                  </a:lnTo>
                  <a:lnTo>
                    <a:pt x="289153" y="300342"/>
                  </a:lnTo>
                  <a:lnTo>
                    <a:pt x="272542" y="271995"/>
                  </a:lnTo>
                  <a:lnTo>
                    <a:pt x="272542" y="336080"/>
                  </a:lnTo>
                  <a:lnTo>
                    <a:pt x="32893" y="336080"/>
                  </a:lnTo>
                  <a:lnTo>
                    <a:pt x="48221" y="294055"/>
                  </a:lnTo>
                  <a:lnTo>
                    <a:pt x="75349" y="260870"/>
                  </a:lnTo>
                  <a:lnTo>
                    <a:pt x="111125" y="239090"/>
                  </a:lnTo>
                  <a:lnTo>
                    <a:pt x="152400" y="231254"/>
                  </a:lnTo>
                  <a:lnTo>
                    <a:pt x="193941" y="239090"/>
                  </a:lnTo>
                  <a:lnTo>
                    <a:pt x="229755" y="260870"/>
                  </a:lnTo>
                  <a:lnTo>
                    <a:pt x="256921" y="294055"/>
                  </a:lnTo>
                  <a:lnTo>
                    <a:pt x="272542" y="336080"/>
                  </a:lnTo>
                  <a:lnTo>
                    <a:pt x="272542" y="271995"/>
                  </a:lnTo>
                  <a:lnTo>
                    <a:pt x="266700" y="262026"/>
                  </a:lnTo>
                  <a:lnTo>
                    <a:pt x="344551" y="262026"/>
                  </a:lnTo>
                  <a:lnTo>
                    <a:pt x="356425" y="259588"/>
                  </a:lnTo>
                  <a:lnTo>
                    <a:pt x="366204" y="252933"/>
                  </a:lnTo>
                  <a:lnTo>
                    <a:pt x="372833" y="243141"/>
                  </a:lnTo>
                  <a:lnTo>
                    <a:pt x="375285" y="231254"/>
                  </a:lnTo>
                  <a:lnTo>
                    <a:pt x="375285" y="30708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61724" y="9248635"/>
              <a:ext cx="139826" cy="139801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4643862" y="9348406"/>
              <a:ext cx="339090" cy="177800"/>
            </a:xfrm>
            <a:custGeom>
              <a:avLst/>
              <a:gdLst/>
              <a:ahLst/>
              <a:cxnLst/>
              <a:rect l="l" t="t" r="r" b="b"/>
              <a:pathLst>
                <a:path w="339090" h="177800">
                  <a:moveTo>
                    <a:pt x="169164" y="0"/>
                  </a:moveTo>
                  <a:lnTo>
                    <a:pt x="126791" y="5681"/>
                  </a:lnTo>
                  <a:lnTo>
                    <a:pt x="88330" y="21770"/>
                  </a:lnTo>
                  <a:lnTo>
                    <a:pt x="55133" y="46828"/>
                  </a:lnTo>
                  <a:lnTo>
                    <a:pt x="28551" y="79419"/>
                  </a:lnTo>
                  <a:lnTo>
                    <a:pt x="9934" y="118107"/>
                  </a:lnTo>
                  <a:lnTo>
                    <a:pt x="634" y="161455"/>
                  </a:lnTo>
                  <a:lnTo>
                    <a:pt x="0" y="170497"/>
                  </a:lnTo>
                  <a:lnTo>
                    <a:pt x="7111" y="177596"/>
                  </a:lnTo>
                  <a:lnTo>
                    <a:pt x="331978" y="177596"/>
                  </a:lnTo>
                  <a:lnTo>
                    <a:pt x="339090" y="170497"/>
                  </a:lnTo>
                  <a:lnTo>
                    <a:pt x="338455" y="161455"/>
                  </a:lnTo>
                  <a:lnTo>
                    <a:pt x="336642" y="153047"/>
                  </a:lnTo>
                  <a:lnTo>
                    <a:pt x="25780" y="153047"/>
                  </a:lnTo>
                  <a:lnTo>
                    <a:pt x="42773" y="101543"/>
                  </a:lnTo>
                  <a:lnTo>
                    <a:pt x="74755" y="60634"/>
                  </a:lnTo>
                  <a:lnTo>
                    <a:pt x="118096" y="33648"/>
                  </a:lnTo>
                  <a:lnTo>
                    <a:pt x="169164" y="23914"/>
                  </a:lnTo>
                  <a:lnTo>
                    <a:pt x="253354" y="23914"/>
                  </a:lnTo>
                  <a:lnTo>
                    <a:pt x="250505" y="21770"/>
                  </a:lnTo>
                  <a:lnTo>
                    <a:pt x="211848" y="5681"/>
                  </a:lnTo>
                  <a:lnTo>
                    <a:pt x="169164" y="0"/>
                  </a:lnTo>
                  <a:close/>
                </a:path>
                <a:path w="339090" h="177800">
                  <a:moveTo>
                    <a:pt x="253354" y="23914"/>
                  </a:moveTo>
                  <a:lnTo>
                    <a:pt x="169164" y="23914"/>
                  </a:lnTo>
                  <a:lnTo>
                    <a:pt x="210525" y="30215"/>
                  </a:lnTo>
                  <a:lnTo>
                    <a:pt x="247436" y="47983"/>
                  </a:lnTo>
                  <a:lnTo>
                    <a:pt x="278069" y="75513"/>
                  </a:lnTo>
                  <a:lnTo>
                    <a:pt x="300593" y="111103"/>
                  </a:lnTo>
                  <a:lnTo>
                    <a:pt x="313182" y="153047"/>
                  </a:lnTo>
                  <a:lnTo>
                    <a:pt x="336642" y="153047"/>
                  </a:lnTo>
                  <a:lnTo>
                    <a:pt x="329107" y="118107"/>
                  </a:lnTo>
                  <a:lnTo>
                    <a:pt x="310453" y="79419"/>
                  </a:lnTo>
                  <a:lnTo>
                    <a:pt x="283813" y="46828"/>
                  </a:lnTo>
                  <a:lnTo>
                    <a:pt x="253354" y="2391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32380" y="9187014"/>
              <a:ext cx="161417" cy="161391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4472666" y="9358744"/>
              <a:ext cx="304800" cy="153035"/>
            </a:xfrm>
            <a:custGeom>
              <a:avLst/>
              <a:gdLst/>
              <a:ahLst/>
              <a:cxnLst/>
              <a:rect l="l" t="t" r="r" b="b"/>
              <a:pathLst>
                <a:path w="304800" h="153034">
                  <a:moveTo>
                    <a:pt x="151765" y="0"/>
                  </a:moveTo>
                  <a:lnTo>
                    <a:pt x="103672" y="7923"/>
                  </a:lnTo>
                  <a:lnTo>
                    <a:pt x="61950" y="29679"/>
                  </a:lnTo>
                  <a:lnTo>
                    <a:pt x="29098" y="62754"/>
                  </a:lnTo>
                  <a:lnTo>
                    <a:pt x="7614" y="104630"/>
                  </a:lnTo>
                  <a:lnTo>
                    <a:pt x="0" y="152793"/>
                  </a:lnTo>
                  <a:lnTo>
                    <a:pt x="152273" y="152298"/>
                  </a:lnTo>
                  <a:lnTo>
                    <a:pt x="304546" y="152298"/>
                  </a:lnTo>
                  <a:lnTo>
                    <a:pt x="296642" y="103690"/>
                  </a:lnTo>
                  <a:lnTo>
                    <a:pt x="274907" y="61955"/>
                  </a:lnTo>
                  <a:lnTo>
                    <a:pt x="241845" y="29095"/>
                  </a:lnTo>
                  <a:lnTo>
                    <a:pt x="199963" y="7610"/>
                  </a:lnTo>
                  <a:lnTo>
                    <a:pt x="1517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31264" y="9420716"/>
              <a:ext cx="226047" cy="32325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4455775" y="9348393"/>
              <a:ext cx="339090" cy="177800"/>
            </a:xfrm>
            <a:custGeom>
              <a:avLst/>
              <a:gdLst/>
              <a:ahLst/>
              <a:cxnLst/>
              <a:rect l="l" t="t" r="r" b="b"/>
              <a:pathLst>
                <a:path w="339090" h="177800">
                  <a:moveTo>
                    <a:pt x="169163" y="0"/>
                  </a:moveTo>
                  <a:lnTo>
                    <a:pt x="126791" y="5681"/>
                  </a:lnTo>
                  <a:lnTo>
                    <a:pt x="88330" y="21770"/>
                  </a:lnTo>
                  <a:lnTo>
                    <a:pt x="55133" y="46828"/>
                  </a:lnTo>
                  <a:lnTo>
                    <a:pt x="28551" y="79419"/>
                  </a:lnTo>
                  <a:lnTo>
                    <a:pt x="9934" y="118107"/>
                  </a:lnTo>
                  <a:lnTo>
                    <a:pt x="634" y="161455"/>
                  </a:lnTo>
                  <a:lnTo>
                    <a:pt x="0" y="170497"/>
                  </a:lnTo>
                  <a:lnTo>
                    <a:pt x="7111" y="177596"/>
                  </a:lnTo>
                  <a:lnTo>
                    <a:pt x="331978" y="177596"/>
                  </a:lnTo>
                  <a:lnTo>
                    <a:pt x="338963" y="170497"/>
                  </a:lnTo>
                  <a:lnTo>
                    <a:pt x="338328" y="161455"/>
                  </a:lnTo>
                  <a:lnTo>
                    <a:pt x="336525" y="153047"/>
                  </a:lnTo>
                  <a:lnTo>
                    <a:pt x="25780" y="153047"/>
                  </a:lnTo>
                  <a:lnTo>
                    <a:pt x="42773" y="101538"/>
                  </a:lnTo>
                  <a:lnTo>
                    <a:pt x="74755" y="60629"/>
                  </a:lnTo>
                  <a:lnTo>
                    <a:pt x="118096" y="33647"/>
                  </a:lnTo>
                  <a:lnTo>
                    <a:pt x="169163" y="23914"/>
                  </a:lnTo>
                  <a:lnTo>
                    <a:pt x="253349" y="23914"/>
                  </a:lnTo>
                  <a:lnTo>
                    <a:pt x="250500" y="21770"/>
                  </a:lnTo>
                  <a:lnTo>
                    <a:pt x="211848" y="5681"/>
                  </a:lnTo>
                  <a:lnTo>
                    <a:pt x="169163" y="0"/>
                  </a:lnTo>
                  <a:close/>
                </a:path>
                <a:path w="339090" h="177800">
                  <a:moveTo>
                    <a:pt x="253349" y="23914"/>
                  </a:moveTo>
                  <a:lnTo>
                    <a:pt x="169163" y="23914"/>
                  </a:lnTo>
                  <a:lnTo>
                    <a:pt x="210525" y="30214"/>
                  </a:lnTo>
                  <a:lnTo>
                    <a:pt x="247436" y="47979"/>
                  </a:lnTo>
                  <a:lnTo>
                    <a:pt x="278069" y="75508"/>
                  </a:lnTo>
                  <a:lnTo>
                    <a:pt x="300593" y="111098"/>
                  </a:lnTo>
                  <a:lnTo>
                    <a:pt x="313182" y="153047"/>
                  </a:lnTo>
                  <a:lnTo>
                    <a:pt x="336525" y="153047"/>
                  </a:lnTo>
                  <a:lnTo>
                    <a:pt x="329034" y="118107"/>
                  </a:lnTo>
                  <a:lnTo>
                    <a:pt x="310416" y="79419"/>
                  </a:lnTo>
                  <a:lnTo>
                    <a:pt x="283797" y="46828"/>
                  </a:lnTo>
                  <a:lnTo>
                    <a:pt x="253349" y="2391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44293" y="9186989"/>
              <a:ext cx="161417" cy="161404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12747" y="9393618"/>
              <a:ext cx="107187" cy="142951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831848" y="9161297"/>
              <a:ext cx="268605" cy="375285"/>
            </a:xfrm>
            <a:custGeom>
              <a:avLst/>
              <a:gdLst/>
              <a:ahLst/>
              <a:cxnLst/>
              <a:rect l="l" t="t" r="r" b="b"/>
              <a:pathLst>
                <a:path w="268605" h="375284">
                  <a:moveTo>
                    <a:pt x="260222" y="0"/>
                  </a:moveTo>
                  <a:lnTo>
                    <a:pt x="8635" y="0"/>
                  </a:lnTo>
                  <a:lnTo>
                    <a:pt x="0" y="7861"/>
                  </a:lnTo>
                  <a:lnTo>
                    <a:pt x="0" y="367423"/>
                  </a:lnTo>
                  <a:lnTo>
                    <a:pt x="8635" y="375272"/>
                  </a:lnTo>
                  <a:lnTo>
                    <a:pt x="260222" y="375272"/>
                  </a:lnTo>
                  <a:lnTo>
                    <a:pt x="268096" y="367423"/>
                  </a:lnTo>
                  <a:lnTo>
                    <a:pt x="268096" y="348107"/>
                  </a:lnTo>
                  <a:lnTo>
                    <a:pt x="27177" y="348107"/>
                  </a:lnTo>
                  <a:lnTo>
                    <a:pt x="27177" y="26416"/>
                  </a:lnTo>
                  <a:lnTo>
                    <a:pt x="268096" y="26416"/>
                  </a:lnTo>
                  <a:lnTo>
                    <a:pt x="268096" y="7861"/>
                  </a:lnTo>
                  <a:lnTo>
                    <a:pt x="260222" y="0"/>
                  </a:lnTo>
                  <a:close/>
                </a:path>
                <a:path w="268605" h="375284">
                  <a:moveTo>
                    <a:pt x="268096" y="26416"/>
                  </a:moveTo>
                  <a:lnTo>
                    <a:pt x="241681" y="26416"/>
                  </a:lnTo>
                  <a:lnTo>
                    <a:pt x="241681" y="348107"/>
                  </a:lnTo>
                  <a:lnTo>
                    <a:pt x="268096" y="348107"/>
                  </a:lnTo>
                  <a:lnTo>
                    <a:pt x="268096" y="2641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73529" y="9339973"/>
              <a:ext cx="133731" cy="196596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0527" y="9259220"/>
              <a:ext cx="71507" cy="71507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4693376" y="9146743"/>
              <a:ext cx="276225" cy="295910"/>
            </a:xfrm>
            <a:custGeom>
              <a:avLst/>
              <a:gdLst/>
              <a:ahLst/>
              <a:cxnLst/>
              <a:rect l="l" t="t" r="r" b="b"/>
              <a:pathLst>
                <a:path w="276225" h="295909">
                  <a:moveTo>
                    <a:pt x="116477" y="245173"/>
                  </a:moveTo>
                  <a:lnTo>
                    <a:pt x="71917" y="245173"/>
                  </a:lnTo>
                  <a:lnTo>
                    <a:pt x="74965" y="246710"/>
                  </a:lnTo>
                  <a:lnTo>
                    <a:pt x="78648" y="248983"/>
                  </a:lnTo>
                  <a:lnTo>
                    <a:pt x="81696" y="250456"/>
                  </a:lnTo>
                  <a:lnTo>
                    <a:pt x="85506" y="252729"/>
                  </a:lnTo>
                  <a:lnTo>
                    <a:pt x="89189" y="254266"/>
                  </a:lnTo>
                  <a:lnTo>
                    <a:pt x="89951" y="256539"/>
                  </a:lnTo>
                  <a:lnTo>
                    <a:pt x="90019" y="258737"/>
                  </a:lnTo>
                  <a:lnTo>
                    <a:pt x="90713" y="266293"/>
                  </a:lnTo>
                  <a:lnTo>
                    <a:pt x="94535" y="277923"/>
                  </a:lnTo>
                  <a:lnTo>
                    <a:pt x="101953" y="287275"/>
                  </a:lnTo>
                  <a:lnTo>
                    <a:pt x="112202" y="293607"/>
                  </a:lnTo>
                  <a:lnTo>
                    <a:pt x="112569" y="293607"/>
                  </a:lnTo>
                  <a:lnTo>
                    <a:pt x="123860" y="295770"/>
                  </a:lnTo>
                  <a:lnTo>
                    <a:pt x="152562" y="295770"/>
                  </a:lnTo>
                  <a:lnTo>
                    <a:pt x="164447" y="293607"/>
                  </a:lnTo>
                  <a:lnTo>
                    <a:pt x="174486" y="287547"/>
                  </a:lnTo>
                  <a:lnTo>
                    <a:pt x="181691" y="278228"/>
                  </a:lnTo>
                  <a:lnTo>
                    <a:pt x="185074" y="266293"/>
                  </a:lnTo>
                  <a:lnTo>
                    <a:pt x="185763" y="262547"/>
                  </a:lnTo>
                  <a:lnTo>
                    <a:pt x="120939" y="262547"/>
                  </a:lnTo>
                  <a:lnTo>
                    <a:pt x="119415" y="261810"/>
                  </a:lnTo>
                  <a:lnTo>
                    <a:pt x="119415" y="258737"/>
                  </a:lnTo>
                  <a:lnTo>
                    <a:pt x="117891" y="250456"/>
                  </a:lnTo>
                  <a:lnTo>
                    <a:pt x="116477" y="245173"/>
                  </a:lnTo>
                  <a:close/>
                </a:path>
                <a:path w="276225" h="295909">
                  <a:moveTo>
                    <a:pt x="201171" y="212658"/>
                  </a:moveTo>
                  <a:lnTo>
                    <a:pt x="192801" y="214603"/>
                  </a:lnTo>
                  <a:lnTo>
                    <a:pt x="185074" y="218033"/>
                  </a:lnTo>
                  <a:lnTo>
                    <a:pt x="182788" y="220306"/>
                  </a:lnTo>
                  <a:lnTo>
                    <a:pt x="180502" y="221780"/>
                  </a:lnTo>
                  <a:lnTo>
                    <a:pt x="157202" y="258000"/>
                  </a:lnTo>
                  <a:lnTo>
                    <a:pt x="157134" y="261010"/>
                  </a:lnTo>
                  <a:lnTo>
                    <a:pt x="154848" y="262547"/>
                  </a:lnTo>
                  <a:lnTo>
                    <a:pt x="185763" y="262547"/>
                  </a:lnTo>
                  <a:lnTo>
                    <a:pt x="186598" y="258000"/>
                  </a:lnTo>
                  <a:lnTo>
                    <a:pt x="187233" y="256539"/>
                  </a:lnTo>
                  <a:lnTo>
                    <a:pt x="188122" y="254266"/>
                  </a:lnTo>
                  <a:lnTo>
                    <a:pt x="191043" y="252729"/>
                  </a:lnTo>
                  <a:lnTo>
                    <a:pt x="194853" y="250456"/>
                  </a:lnTo>
                  <a:lnTo>
                    <a:pt x="198663" y="248983"/>
                  </a:lnTo>
                  <a:lnTo>
                    <a:pt x="201711" y="246710"/>
                  </a:lnTo>
                  <a:lnTo>
                    <a:pt x="203870" y="245173"/>
                  </a:lnTo>
                  <a:lnTo>
                    <a:pt x="247997" y="245173"/>
                  </a:lnTo>
                  <a:lnTo>
                    <a:pt x="250035" y="244075"/>
                  </a:lnTo>
                  <a:lnTo>
                    <a:pt x="258226" y="234607"/>
                  </a:lnTo>
                  <a:lnTo>
                    <a:pt x="266211" y="219570"/>
                  </a:lnTo>
                  <a:lnTo>
                    <a:pt x="228762" y="219570"/>
                  </a:lnTo>
                  <a:lnTo>
                    <a:pt x="226476" y="218033"/>
                  </a:lnTo>
                  <a:lnTo>
                    <a:pt x="218983" y="215760"/>
                  </a:lnTo>
                  <a:lnTo>
                    <a:pt x="209970" y="212832"/>
                  </a:lnTo>
                  <a:lnTo>
                    <a:pt x="201171" y="212658"/>
                  </a:lnTo>
                  <a:close/>
                </a:path>
                <a:path w="276225" h="295909">
                  <a:moveTo>
                    <a:pt x="48416" y="44029"/>
                  </a:moveTo>
                  <a:lnTo>
                    <a:pt x="3972" y="86753"/>
                  </a:lnTo>
                  <a:lnTo>
                    <a:pt x="626" y="97712"/>
                  </a:lnTo>
                  <a:lnTo>
                    <a:pt x="691" y="104139"/>
                  </a:lnTo>
                  <a:lnTo>
                    <a:pt x="20609" y="134277"/>
                  </a:lnTo>
                  <a:lnTo>
                    <a:pt x="21371" y="135813"/>
                  </a:lnTo>
                  <a:lnTo>
                    <a:pt x="22133" y="138087"/>
                  </a:lnTo>
                  <a:lnTo>
                    <a:pt x="22133" y="154673"/>
                  </a:lnTo>
                  <a:lnTo>
                    <a:pt x="22772" y="157801"/>
                  </a:lnTo>
                  <a:lnTo>
                    <a:pt x="22895" y="158407"/>
                  </a:lnTo>
                  <a:lnTo>
                    <a:pt x="21371" y="159943"/>
                  </a:lnTo>
                  <a:lnTo>
                    <a:pt x="20609" y="160680"/>
                  </a:lnTo>
                  <a:lnTo>
                    <a:pt x="13751" y="165963"/>
                  </a:lnTo>
                  <a:lnTo>
                    <a:pt x="5008" y="174815"/>
                  </a:lnTo>
                  <a:lnTo>
                    <a:pt x="458" y="185610"/>
                  </a:lnTo>
                  <a:lnTo>
                    <a:pt x="384" y="185785"/>
                  </a:lnTo>
                  <a:lnTo>
                    <a:pt x="10" y="197296"/>
                  </a:lnTo>
                  <a:lnTo>
                    <a:pt x="0" y="197606"/>
                  </a:lnTo>
                  <a:lnTo>
                    <a:pt x="18323" y="234607"/>
                  </a:lnTo>
                  <a:lnTo>
                    <a:pt x="48738" y="251402"/>
                  </a:lnTo>
                  <a:lnTo>
                    <a:pt x="60487" y="248983"/>
                  </a:lnTo>
                  <a:lnTo>
                    <a:pt x="68107" y="245973"/>
                  </a:lnTo>
                  <a:lnTo>
                    <a:pt x="68869" y="245173"/>
                  </a:lnTo>
                  <a:lnTo>
                    <a:pt x="116477" y="245173"/>
                  </a:lnTo>
                  <a:lnTo>
                    <a:pt x="115568" y="241776"/>
                  </a:lnTo>
                  <a:lnTo>
                    <a:pt x="111208" y="234076"/>
                  </a:lnTo>
                  <a:lnTo>
                    <a:pt x="105300" y="227782"/>
                  </a:lnTo>
                  <a:lnTo>
                    <a:pt x="98333" y="223316"/>
                  </a:lnTo>
                  <a:lnTo>
                    <a:pt x="96047" y="221043"/>
                  </a:lnTo>
                  <a:lnTo>
                    <a:pt x="93761" y="220306"/>
                  </a:lnTo>
                  <a:lnTo>
                    <a:pt x="92774" y="219570"/>
                  </a:lnTo>
                  <a:lnTo>
                    <a:pt x="47660" y="219570"/>
                  </a:lnTo>
                  <a:lnTo>
                    <a:pt x="44739" y="218033"/>
                  </a:lnTo>
                  <a:lnTo>
                    <a:pt x="43977" y="216496"/>
                  </a:lnTo>
                  <a:lnTo>
                    <a:pt x="29626" y="190893"/>
                  </a:lnTo>
                  <a:lnTo>
                    <a:pt x="28102" y="187820"/>
                  </a:lnTo>
                  <a:lnTo>
                    <a:pt x="28864" y="186347"/>
                  </a:lnTo>
                  <a:lnTo>
                    <a:pt x="30388" y="184073"/>
                  </a:lnTo>
                  <a:lnTo>
                    <a:pt x="37119" y="179527"/>
                  </a:lnTo>
                  <a:lnTo>
                    <a:pt x="43916" y="173223"/>
                  </a:lnTo>
                  <a:lnTo>
                    <a:pt x="48471" y="165963"/>
                  </a:lnTo>
                  <a:lnTo>
                    <a:pt x="51032" y="157801"/>
                  </a:lnTo>
                  <a:lnTo>
                    <a:pt x="51432" y="150126"/>
                  </a:lnTo>
                  <a:lnTo>
                    <a:pt x="51470" y="140296"/>
                  </a:lnTo>
                  <a:lnTo>
                    <a:pt x="50753" y="132643"/>
                  </a:lnTo>
                  <a:lnTo>
                    <a:pt x="50710" y="132190"/>
                  </a:lnTo>
                  <a:lnTo>
                    <a:pt x="28864" y="104139"/>
                  </a:lnTo>
                  <a:lnTo>
                    <a:pt x="28864" y="101130"/>
                  </a:lnTo>
                  <a:lnTo>
                    <a:pt x="29626" y="99593"/>
                  </a:lnTo>
                  <a:lnTo>
                    <a:pt x="43977" y="73926"/>
                  </a:lnTo>
                  <a:lnTo>
                    <a:pt x="44739" y="72453"/>
                  </a:lnTo>
                  <a:lnTo>
                    <a:pt x="47660" y="70916"/>
                  </a:lnTo>
                  <a:lnTo>
                    <a:pt x="92774" y="70916"/>
                  </a:lnTo>
                  <a:lnTo>
                    <a:pt x="93761" y="70180"/>
                  </a:lnTo>
                  <a:lnTo>
                    <a:pt x="96047" y="68643"/>
                  </a:lnTo>
                  <a:lnTo>
                    <a:pt x="98333" y="67170"/>
                  </a:lnTo>
                  <a:lnTo>
                    <a:pt x="105729" y="62703"/>
                  </a:lnTo>
                  <a:lnTo>
                    <a:pt x="111779" y="56402"/>
                  </a:lnTo>
                  <a:lnTo>
                    <a:pt x="114993" y="50520"/>
                  </a:lnTo>
                  <a:lnTo>
                    <a:pt x="68869" y="50520"/>
                  </a:lnTo>
                  <a:lnTo>
                    <a:pt x="68107" y="49796"/>
                  </a:lnTo>
                  <a:lnTo>
                    <a:pt x="60487" y="46786"/>
                  </a:lnTo>
                  <a:lnTo>
                    <a:pt x="48416" y="44029"/>
                  </a:lnTo>
                  <a:close/>
                </a:path>
                <a:path w="276225" h="295909">
                  <a:moveTo>
                    <a:pt x="247997" y="245173"/>
                  </a:moveTo>
                  <a:lnTo>
                    <a:pt x="206918" y="245173"/>
                  </a:lnTo>
                  <a:lnTo>
                    <a:pt x="207680" y="245973"/>
                  </a:lnTo>
                  <a:lnTo>
                    <a:pt x="215173" y="248983"/>
                  </a:lnTo>
                  <a:lnTo>
                    <a:pt x="227651" y="251402"/>
                  </a:lnTo>
                  <a:lnTo>
                    <a:pt x="239557" y="249720"/>
                  </a:lnTo>
                  <a:lnTo>
                    <a:pt x="247997" y="245173"/>
                  </a:lnTo>
                  <a:close/>
                </a:path>
                <a:path w="276225" h="295909">
                  <a:moveTo>
                    <a:pt x="74616" y="212658"/>
                  </a:moveTo>
                  <a:lnTo>
                    <a:pt x="65603" y="212832"/>
                  </a:lnTo>
                  <a:lnTo>
                    <a:pt x="56804" y="215760"/>
                  </a:lnTo>
                  <a:lnTo>
                    <a:pt x="49311" y="218033"/>
                  </a:lnTo>
                  <a:lnTo>
                    <a:pt x="47660" y="219570"/>
                  </a:lnTo>
                  <a:lnTo>
                    <a:pt x="92774" y="219570"/>
                  </a:lnTo>
                  <a:lnTo>
                    <a:pt x="90713" y="218033"/>
                  </a:lnTo>
                  <a:lnTo>
                    <a:pt x="83200" y="214603"/>
                  </a:lnTo>
                  <a:lnTo>
                    <a:pt x="74616" y="212658"/>
                  </a:lnTo>
                  <a:close/>
                </a:path>
                <a:path w="276225" h="295909">
                  <a:moveTo>
                    <a:pt x="263431" y="70916"/>
                  </a:moveTo>
                  <a:lnTo>
                    <a:pt x="228762" y="70916"/>
                  </a:lnTo>
                  <a:lnTo>
                    <a:pt x="231048" y="72453"/>
                  </a:lnTo>
                  <a:lnTo>
                    <a:pt x="232572" y="73926"/>
                  </a:lnTo>
                  <a:lnTo>
                    <a:pt x="246923" y="99593"/>
                  </a:lnTo>
                  <a:lnTo>
                    <a:pt x="248447" y="102590"/>
                  </a:lnTo>
                  <a:lnTo>
                    <a:pt x="247685" y="104139"/>
                  </a:lnTo>
                  <a:lnTo>
                    <a:pt x="245399" y="106400"/>
                  </a:lnTo>
                  <a:lnTo>
                    <a:pt x="238668" y="110883"/>
                  </a:lnTo>
                  <a:lnTo>
                    <a:pt x="232152" y="117194"/>
                  </a:lnTo>
                  <a:lnTo>
                    <a:pt x="227587" y="124561"/>
                  </a:lnTo>
                  <a:lnTo>
                    <a:pt x="225167" y="132643"/>
                  </a:lnTo>
                  <a:lnTo>
                    <a:pt x="225079" y="150126"/>
                  </a:lnTo>
                  <a:lnTo>
                    <a:pt x="225692" y="156933"/>
                  </a:lnTo>
                  <a:lnTo>
                    <a:pt x="247685" y="186347"/>
                  </a:lnTo>
                  <a:lnTo>
                    <a:pt x="247685" y="189356"/>
                  </a:lnTo>
                  <a:lnTo>
                    <a:pt x="246923" y="190893"/>
                  </a:lnTo>
                  <a:lnTo>
                    <a:pt x="232572" y="216496"/>
                  </a:lnTo>
                  <a:lnTo>
                    <a:pt x="231048" y="218033"/>
                  </a:lnTo>
                  <a:lnTo>
                    <a:pt x="228762" y="219570"/>
                  </a:lnTo>
                  <a:lnTo>
                    <a:pt x="266211" y="219570"/>
                  </a:lnTo>
                  <a:lnTo>
                    <a:pt x="271815" y="209016"/>
                  </a:lnTo>
                  <a:lnTo>
                    <a:pt x="275277" y="197606"/>
                  </a:lnTo>
                  <a:lnTo>
                    <a:pt x="275371" y="197296"/>
                  </a:lnTo>
                  <a:lnTo>
                    <a:pt x="275130" y="190893"/>
                  </a:lnTo>
                  <a:lnTo>
                    <a:pt x="275014" y="187820"/>
                  </a:lnTo>
                  <a:lnTo>
                    <a:pt x="274931" y="185610"/>
                  </a:lnTo>
                  <a:lnTo>
                    <a:pt x="255940" y="160680"/>
                  </a:lnTo>
                  <a:lnTo>
                    <a:pt x="255178" y="159943"/>
                  </a:lnTo>
                  <a:lnTo>
                    <a:pt x="253654" y="156933"/>
                  </a:lnTo>
                  <a:lnTo>
                    <a:pt x="253654" y="141096"/>
                  </a:lnTo>
                  <a:lnTo>
                    <a:pt x="252892" y="137286"/>
                  </a:lnTo>
                  <a:lnTo>
                    <a:pt x="255178" y="135813"/>
                  </a:lnTo>
                  <a:lnTo>
                    <a:pt x="255940" y="134277"/>
                  </a:lnTo>
                  <a:lnTo>
                    <a:pt x="262798" y="129730"/>
                  </a:lnTo>
                  <a:lnTo>
                    <a:pt x="271529" y="120472"/>
                  </a:lnTo>
                  <a:lnTo>
                    <a:pt x="276070" y="109375"/>
                  </a:lnTo>
                  <a:lnTo>
                    <a:pt x="276182" y="101130"/>
                  </a:lnTo>
                  <a:lnTo>
                    <a:pt x="276228" y="97712"/>
                  </a:lnTo>
                  <a:lnTo>
                    <a:pt x="271815" y="86753"/>
                  </a:lnTo>
                  <a:lnTo>
                    <a:pt x="263431" y="70916"/>
                  </a:lnTo>
                  <a:close/>
                </a:path>
                <a:path w="276225" h="295909">
                  <a:moveTo>
                    <a:pt x="92774" y="70916"/>
                  </a:moveTo>
                  <a:lnTo>
                    <a:pt x="47660" y="70916"/>
                  </a:lnTo>
                  <a:lnTo>
                    <a:pt x="49311" y="72453"/>
                  </a:lnTo>
                  <a:lnTo>
                    <a:pt x="56804" y="74650"/>
                  </a:lnTo>
                  <a:lnTo>
                    <a:pt x="66246" y="77616"/>
                  </a:lnTo>
                  <a:lnTo>
                    <a:pt x="75187" y="77814"/>
                  </a:lnTo>
                  <a:lnTo>
                    <a:pt x="83415" y="75881"/>
                  </a:lnTo>
                  <a:lnTo>
                    <a:pt x="90713" y="72453"/>
                  </a:lnTo>
                  <a:lnTo>
                    <a:pt x="92774" y="70916"/>
                  </a:lnTo>
                  <a:close/>
                </a:path>
                <a:path w="276225" h="295909">
                  <a:moveTo>
                    <a:pt x="184855" y="27939"/>
                  </a:moveTo>
                  <a:lnTo>
                    <a:pt x="154848" y="27939"/>
                  </a:lnTo>
                  <a:lnTo>
                    <a:pt x="157134" y="28663"/>
                  </a:lnTo>
                  <a:lnTo>
                    <a:pt x="157134" y="31673"/>
                  </a:lnTo>
                  <a:lnTo>
                    <a:pt x="157829" y="39230"/>
                  </a:lnTo>
                  <a:lnTo>
                    <a:pt x="157896" y="39966"/>
                  </a:lnTo>
                  <a:lnTo>
                    <a:pt x="160651" y="48684"/>
                  </a:lnTo>
                  <a:lnTo>
                    <a:pt x="165167" y="56402"/>
                  </a:lnTo>
                  <a:lnTo>
                    <a:pt x="170969" y="62703"/>
                  </a:lnTo>
                  <a:lnTo>
                    <a:pt x="177581" y="67170"/>
                  </a:lnTo>
                  <a:lnTo>
                    <a:pt x="180502" y="69380"/>
                  </a:lnTo>
                  <a:lnTo>
                    <a:pt x="182788" y="70180"/>
                  </a:lnTo>
                  <a:lnTo>
                    <a:pt x="185074" y="72453"/>
                  </a:lnTo>
                  <a:lnTo>
                    <a:pt x="192909" y="75881"/>
                  </a:lnTo>
                  <a:lnTo>
                    <a:pt x="201457" y="77814"/>
                  </a:lnTo>
                  <a:lnTo>
                    <a:pt x="210292" y="77616"/>
                  </a:lnTo>
                  <a:lnTo>
                    <a:pt x="218983" y="74650"/>
                  </a:lnTo>
                  <a:lnTo>
                    <a:pt x="226476" y="72453"/>
                  </a:lnTo>
                  <a:lnTo>
                    <a:pt x="228762" y="70916"/>
                  </a:lnTo>
                  <a:lnTo>
                    <a:pt x="263431" y="70916"/>
                  </a:lnTo>
                  <a:lnTo>
                    <a:pt x="258226" y="61086"/>
                  </a:lnTo>
                  <a:lnTo>
                    <a:pt x="249820" y="51549"/>
                  </a:lnTo>
                  <a:lnTo>
                    <a:pt x="247901" y="50520"/>
                  </a:lnTo>
                  <a:lnTo>
                    <a:pt x="203870" y="50520"/>
                  </a:lnTo>
                  <a:lnTo>
                    <a:pt x="201711" y="49060"/>
                  </a:lnTo>
                  <a:lnTo>
                    <a:pt x="197901" y="46786"/>
                  </a:lnTo>
                  <a:lnTo>
                    <a:pt x="194853" y="45250"/>
                  </a:lnTo>
                  <a:lnTo>
                    <a:pt x="191043" y="42976"/>
                  </a:lnTo>
                  <a:lnTo>
                    <a:pt x="187233" y="41503"/>
                  </a:lnTo>
                  <a:lnTo>
                    <a:pt x="186598" y="39230"/>
                  </a:lnTo>
                  <a:lnTo>
                    <a:pt x="186598" y="37693"/>
                  </a:lnTo>
                  <a:lnTo>
                    <a:pt x="185074" y="28663"/>
                  </a:lnTo>
                  <a:lnTo>
                    <a:pt x="184855" y="27939"/>
                  </a:lnTo>
                  <a:close/>
                </a:path>
                <a:path w="276225" h="295909">
                  <a:moveTo>
                    <a:pt x="152562" y="0"/>
                  </a:moveTo>
                  <a:lnTo>
                    <a:pt x="123860" y="0"/>
                  </a:lnTo>
                  <a:lnTo>
                    <a:pt x="111467" y="2251"/>
                  </a:lnTo>
                  <a:lnTo>
                    <a:pt x="111862" y="2251"/>
                  </a:lnTo>
                  <a:lnTo>
                    <a:pt x="101953" y="8116"/>
                  </a:lnTo>
                  <a:lnTo>
                    <a:pt x="94535" y="17193"/>
                  </a:lnTo>
                  <a:lnTo>
                    <a:pt x="90713" y="28663"/>
                  </a:lnTo>
                  <a:lnTo>
                    <a:pt x="89951" y="37693"/>
                  </a:lnTo>
                  <a:lnTo>
                    <a:pt x="89189" y="39230"/>
                  </a:lnTo>
                  <a:lnTo>
                    <a:pt x="87792" y="41503"/>
                  </a:lnTo>
                  <a:lnTo>
                    <a:pt x="85506" y="42976"/>
                  </a:lnTo>
                  <a:lnTo>
                    <a:pt x="81696" y="45250"/>
                  </a:lnTo>
                  <a:lnTo>
                    <a:pt x="77886" y="46786"/>
                  </a:lnTo>
                  <a:lnTo>
                    <a:pt x="74965" y="49060"/>
                  </a:lnTo>
                  <a:lnTo>
                    <a:pt x="71917" y="50520"/>
                  </a:lnTo>
                  <a:lnTo>
                    <a:pt x="114993" y="50520"/>
                  </a:lnTo>
                  <a:lnTo>
                    <a:pt x="115996" y="48684"/>
                  </a:lnTo>
                  <a:lnTo>
                    <a:pt x="117891" y="39966"/>
                  </a:lnTo>
                  <a:lnTo>
                    <a:pt x="119415" y="31673"/>
                  </a:lnTo>
                  <a:lnTo>
                    <a:pt x="119415" y="30200"/>
                  </a:lnTo>
                  <a:lnTo>
                    <a:pt x="120939" y="27939"/>
                  </a:lnTo>
                  <a:lnTo>
                    <a:pt x="184855" y="27939"/>
                  </a:lnTo>
                  <a:lnTo>
                    <a:pt x="181691" y="17503"/>
                  </a:lnTo>
                  <a:lnTo>
                    <a:pt x="174486" y="8393"/>
                  </a:lnTo>
                  <a:lnTo>
                    <a:pt x="164447" y="2251"/>
                  </a:lnTo>
                  <a:lnTo>
                    <a:pt x="152562" y="0"/>
                  </a:lnTo>
                  <a:close/>
                </a:path>
                <a:path w="276225" h="295909">
                  <a:moveTo>
                    <a:pt x="227008" y="44029"/>
                  </a:moveTo>
                  <a:lnTo>
                    <a:pt x="215173" y="46786"/>
                  </a:lnTo>
                  <a:lnTo>
                    <a:pt x="207680" y="49796"/>
                  </a:lnTo>
                  <a:lnTo>
                    <a:pt x="206918" y="50520"/>
                  </a:lnTo>
                  <a:lnTo>
                    <a:pt x="247901" y="50520"/>
                  </a:lnTo>
                  <a:lnTo>
                    <a:pt x="238986" y="45740"/>
                  </a:lnTo>
                  <a:lnTo>
                    <a:pt x="227008" y="44029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20007" y="9364040"/>
              <a:ext cx="183098" cy="187096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93869" y="9254628"/>
              <a:ext cx="75462" cy="75464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68448" y="7508707"/>
              <a:ext cx="178688" cy="31536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2589403" y="7446136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4">
                  <a:moveTo>
                    <a:pt x="273304" y="136652"/>
                  </a:moveTo>
                  <a:lnTo>
                    <a:pt x="266319" y="93522"/>
                  </a:lnTo>
                  <a:lnTo>
                    <a:pt x="250367" y="62738"/>
                  </a:lnTo>
                  <a:lnTo>
                    <a:pt x="250367" y="126949"/>
                  </a:lnTo>
                  <a:lnTo>
                    <a:pt x="250037" y="126949"/>
                  </a:lnTo>
                  <a:lnTo>
                    <a:pt x="250037" y="147955"/>
                  </a:lnTo>
                  <a:lnTo>
                    <a:pt x="243192" y="181508"/>
                  </a:lnTo>
                  <a:lnTo>
                    <a:pt x="218325" y="218249"/>
                  </a:lnTo>
                  <a:lnTo>
                    <a:pt x="181571" y="243103"/>
                  </a:lnTo>
                  <a:lnTo>
                    <a:pt x="174409" y="244563"/>
                  </a:lnTo>
                  <a:lnTo>
                    <a:pt x="181229" y="233299"/>
                  </a:lnTo>
                  <a:lnTo>
                    <a:pt x="189268" y="212369"/>
                  </a:lnTo>
                  <a:lnTo>
                    <a:pt x="195072" y="188937"/>
                  </a:lnTo>
                  <a:lnTo>
                    <a:pt x="198577" y="163525"/>
                  </a:lnTo>
                  <a:lnTo>
                    <a:pt x="199263" y="147955"/>
                  </a:lnTo>
                  <a:lnTo>
                    <a:pt x="250037" y="147955"/>
                  </a:lnTo>
                  <a:lnTo>
                    <a:pt x="250037" y="126949"/>
                  </a:lnTo>
                  <a:lnTo>
                    <a:pt x="199339" y="126949"/>
                  </a:lnTo>
                  <a:lnTo>
                    <a:pt x="198691" y="112064"/>
                  </a:lnTo>
                  <a:lnTo>
                    <a:pt x="189268" y="60617"/>
                  </a:lnTo>
                  <a:lnTo>
                    <a:pt x="178257" y="34886"/>
                  </a:lnTo>
                  <a:lnTo>
                    <a:pt x="178257" y="126949"/>
                  </a:lnTo>
                  <a:lnTo>
                    <a:pt x="178181" y="147955"/>
                  </a:lnTo>
                  <a:lnTo>
                    <a:pt x="177609" y="161010"/>
                  </a:lnTo>
                  <a:lnTo>
                    <a:pt x="169303" y="205613"/>
                  </a:lnTo>
                  <a:lnTo>
                    <a:pt x="148247" y="245897"/>
                  </a:lnTo>
                  <a:lnTo>
                    <a:pt x="136779" y="252222"/>
                  </a:lnTo>
                  <a:lnTo>
                    <a:pt x="131381" y="250736"/>
                  </a:lnTo>
                  <a:lnTo>
                    <a:pt x="103657" y="205613"/>
                  </a:lnTo>
                  <a:lnTo>
                    <a:pt x="98780" y="184848"/>
                  </a:lnTo>
                  <a:lnTo>
                    <a:pt x="98780" y="244500"/>
                  </a:lnTo>
                  <a:lnTo>
                    <a:pt x="91909" y="243103"/>
                  </a:lnTo>
                  <a:lnTo>
                    <a:pt x="55118" y="218249"/>
                  </a:lnTo>
                  <a:lnTo>
                    <a:pt x="30226" y="181508"/>
                  </a:lnTo>
                  <a:lnTo>
                    <a:pt x="23380" y="147955"/>
                  </a:lnTo>
                  <a:lnTo>
                    <a:pt x="74142" y="147955"/>
                  </a:lnTo>
                  <a:lnTo>
                    <a:pt x="74726" y="161010"/>
                  </a:lnTo>
                  <a:lnTo>
                    <a:pt x="74841" y="163525"/>
                  </a:lnTo>
                  <a:lnTo>
                    <a:pt x="78346" y="188937"/>
                  </a:lnTo>
                  <a:lnTo>
                    <a:pt x="84150" y="212369"/>
                  </a:lnTo>
                  <a:lnTo>
                    <a:pt x="92202" y="233299"/>
                  </a:lnTo>
                  <a:lnTo>
                    <a:pt x="98780" y="244500"/>
                  </a:lnTo>
                  <a:lnTo>
                    <a:pt x="98780" y="184848"/>
                  </a:lnTo>
                  <a:lnTo>
                    <a:pt x="98653" y="184302"/>
                  </a:lnTo>
                  <a:lnTo>
                    <a:pt x="95631" y="161010"/>
                  </a:lnTo>
                  <a:lnTo>
                    <a:pt x="95084" y="147955"/>
                  </a:lnTo>
                  <a:lnTo>
                    <a:pt x="178181" y="147955"/>
                  </a:lnTo>
                  <a:lnTo>
                    <a:pt x="178181" y="126949"/>
                  </a:lnTo>
                  <a:lnTo>
                    <a:pt x="95008" y="126949"/>
                  </a:lnTo>
                  <a:lnTo>
                    <a:pt x="95618" y="112064"/>
                  </a:lnTo>
                  <a:lnTo>
                    <a:pt x="98640" y="88722"/>
                  </a:lnTo>
                  <a:lnTo>
                    <a:pt x="98653" y="88569"/>
                  </a:lnTo>
                  <a:lnTo>
                    <a:pt x="103632" y="67360"/>
                  </a:lnTo>
                  <a:lnTo>
                    <a:pt x="103657" y="67208"/>
                  </a:lnTo>
                  <a:lnTo>
                    <a:pt x="110617" y="48768"/>
                  </a:lnTo>
                  <a:lnTo>
                    <a:pt x="117983" y="35699"/>
                  </a:lnTo>
                  <a:lnTo>
                    <a:pt x="125120" y="27101"/>
                  </a:lnTo>
                  <a:lnTo>
                    <a:pt x="131546" y="22390"/>
                  </a:lnTo>
                  <a:lnTo>
                    <a:pt x="136779" y="20955"/>
                  </a:lnTo>
                  <a:lnTo>
                    <a:pt x="141655" y="22390"/>
                  </a:lnTo>
                  <a:lnTo>
                    <a:pt x="147828" y="27101"/>
                  </a:lnTo>
                  <a:lnTo>
                    <a:pt x="154851" y="35699"/>
                  </a:lnTo>
                  <a:lnTo>
                    <a:pt x="162306" y="48768"/>
                  </a:lnTo>
                  <a:lnTo>
                    <a:pt x="169240" y="67208"/>
                  </a:lnTo>
                  <a:lnTo>
                    <a:pt x="169303" y="67360"/>
                  </a:lnTo>
                  <a:lnTo>
                    <a:pt x="174409" y="88569"/>
                  </a:lnTo>
                  <a:lnTo>
                    <a:pt x="174447" y="88722"/>
                  </a:lnTo>
                  <a:lnTo>
                    <a:pt x="177609" y="112064"/>
                  </a:lnTo>
                  <a:lnTo>
                    <a:pt x="178257" y="126949"/>
                  </a:lnTo>
                  <a:lnTo>
                    <a:pt x="178257" y="34886"/>
                  </a:lnTo>
                  <a:lnTo>
                    <a:pt x="174523" y="28613"/>
                  </a:lnTo>
                  <a:lnTo>
                    <a:pt x="181571" y="30035"/>
                  </a:lnTo>
                  <a:lnTo>
                    <a:pt x="218325" y="54800"/>
                  </a:lnTo>
                  <a:lnTo>
                    <a:pt x="243192" y="91579"/>
                  </a:lnTo>
                  <a:lnTo>
                    <a:pt x="250367" y="126949"/>
                  </a:lnTo>
                  <a:lnTo>
                    <a:pt x="250367" y="62738"/>
                  </a:lnTo>
                  <a:lnTo>
                    <a:pt x="217309" y="26416"/>
                  </a:lnTo>
                  <a:lnTo>
                    <a:pt x="179844" y="6985"/>
                  </a:lnTo>
                  <a:lnTo>
                    <a:pt x="145973" y="1498"/>
                  </a:lnTo>
                  <a:lnTo>
                    <a:pt x="145643" y="1320"/>
                  </a:lnTo>
                  <a:lnTo>
                    <a:pt x="136779" y="0"/>
                  </a:lnTo>
                  <a:lnTo>
                    <a:pt x="127749" y="1320"/>
                  </a:lnTo>
                  <a:lnTo>
                    <a:pt x="127317" y="1536"/>
                  </a:lnTo>
                  <a:lnTo>
                    <a:pt x="98742" y="6159"/>
                  </a:lnTo>
                  <a:lnTo>
                    <a:pt x="98742" y="28651"/>
                  </a:lnTo>
                  <a:lnTo>
                    <a:pt x="92202" y="39878"/>
                  </a:lnTo>
                  <a:lnTo>
                    <a:pt x="84150" y="60617"/>
                  </a:lnTo>
                  <a:lnTo>
                    <a:pt x="78359" y="83985"/>
                  </a:lnTo>
                  <a:lnTo>
                    <a:pt x="74841" y="109499"/>
                  </a:lnTo>
                  <a:lnTo>
                    <a:pt x="74079" y="126949"/>
                  </a:lnTo>
                  <a:lnTo>
                    <a:pt x="23037" y="126949"/>
                  </a:lnTo>
                  <a:lnTo>
                    <a:pt x="30226" y="91579"/>
                  </a:lnTo>
                  <a:lnTo>
                    <a:pt x="55118" y="54800"/>
                  </a:lnTo>
                  <a:lnTo>
                    <a:pt x="91909" y="30035"/>
                  </a:lnTo>
                  <a:lnTo>
                    <a:pt x="98742" y="28651"/>
                  </a:lnTo>
                  <a:lnTo>
                    <a:pt x="98742" y="6159"/>
                  </a:lnTo>
                  <a:lnTo>
                    <a:pt x="56095" y="26416"/>
                  </a:lnTo>
                  <a:lnTo>
                    <a:pt x="26454" y="56019"/>
                  </a:lnTo>
                  <a:lnTo>
                    <a:pt x="6985" y="93522"/>
                  </a:lnTo>
                  <a:lnTo>
                    <a:pt x="1562" y="126949"/>
                  </a:lnTo>
                  <a:lnTo>
                    <a:pt x="889" y="126949"/>
                  </a:lnTo>
                  <a:lnTo>
                    <a:pt x="889" y="131165"/>
                  </a:lnTo>
                  <a:lnTo>
                    <a:pt x="0" y="136652"/>
                  </a:lnTo>
                  <a:lnTo>
                    <a:pt x="889" y="142125"/>
                  </a:lnTo>
                  <a:lnTo>
                    <a:pt x="889" y="147955"/>
                  </a:lnTo>
                  <a:lnTo>
                    <a:pt x="1828" y="147955"/>
                  </a:lnTo>
                  <a:lnTo>
                    <a:pt x="6985" y="179578"/>
                  </a:lnTo>
                  <a:lnTo>
                    <a:pt x="26454" y="217030"/>
                  </a:lnTo>
                  <a:lnTo>
                    <a:pt x="56095" y="246672"/>
                  </a:lnTo>
                  <a:lnTo>
                    <a:pt x="93624" y="266166"/>
                  </a:lnTo>
                  <a:lnTo>
                    <a:pt x="127469" y="271665"/>
                  </a:lnTo>
                  <a:lnTo>
                    <a:pt x="127749" y="271805"/>
                  </a:lnTo>
                  <a:lnTo>
                    <a:pt x="136779" y="273177"/>
                  </a:lnTo>
                  <a:lnTo>
                    <a:pt x="145275" y="271805"/>
                  </a:lnTo>
                  <a:lnTo>
                    <a:pt x="179844" y="266166"/>
                  </a:lnTo>
                  <a:lnTo>
                    <a:pt x="206629" y="252222"/>
                  </a:lnTo>
                  <a:lnTo>
                    <a:pt x="217309" y="246672"/>
                  </a:lnTo>
                  <a:lnTo>
                    <a:pt x="246888" y="217030"/>
                  </a:lnTo>
                  <a:lnTo>
                    <a:pt x="266319" y="179578"/>
                  </a:lnTo>
                  <a:lnTo>
                    <a:pt x="271462" y="147955"/>
                  </a:lnTo>
                  <a:lnTo>
                    <a:pt x="271678" y="147955"/>
                  </a:lnTo>
                  <a:lnTo>
                    <a:pt x="271678" y="146646"/>
                  </a:lnTo>
                  <a:lnTo>
                    <a:pt x="273304" y="136652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47135" y="5796192"/>
              <a:ext cx="202006" cy="35647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3753358" y="5689219"/>
              <a:ext cx="344805" cy="273685"/>
            </a:xfrm>
            <a:custGeom>
              <a:avLst/>
              <a:gdLst/>
              <a:ahLst/>
              <a:cxnLst/>
              <a:rect l="l" t="t" r="r" b="b"/>
              <a:pathLst>
                <a:path w="344804" h="273685">
                  <a:moveTo>
                    <a:pt x="137794" y="29463"/>
                  </a:moveTo>
                  <a:lnTo>
                    <a:pt x="130682" y="29463"/>
                  </a:lnTo>
                  <a:lnTo>
                    <a:pt x="98236" y="35978"/>
                  </a:lnTo>
                  <a:lnTo>
                    <a:pt x="71802" y="53768"/>
                  </a:lnTo>
                  <a:lnTo>
                    <a:pt x="54012" y="80202"/>
                  </a:lnTo>
                  <a:lnTo>
                    <a:pt x="47563" y="112321"/>
                  </a:lnTo>
                  <a:lnTo>
                    <a:pt x="47565" y="120776"/>
                  </a:lnTo>
                  <a:lnTo>
                    <a:pt x="48005" y="124078"/>
                  </a:lnTo>
                  <a:lnTo>
                    <a:pt x="28664" y="135558"/>
                  </a:lnTo>
                  <a:lnTo>
                    <a:pt x="13477" y="152098"/>
                  </a:lnTo>
                  <a:lnTo>
                    <a:pt x="3554" y="172567"/>
                  </a:lnTo>
                  <a:lnTo>
                    <a:pt x="0" y="195833"/>
                  </a:lnTo>
                  <a:lnTo>
                    <a:pt x="6006" y="225994"/>
                  </a:lnTo>
                  <a:lnTo>
                    <a:pt x="22431" y="250618"/>
                  </a:lnTo>
                  <a:lnTo>
                    <a:pt x="46880" y="267217"/>
                  </a:lnTo>
                  <a:lnTo>
                    <a:pt x="76962" y="273303"/>
                  </a:lnTo>
                  <a:lnTo>
                    <a:pt x="261365" y="273303"/>
                  </a:lnTo>
                  <a:lnTo>
                    <a:pt x="261365" y="272795"/>
                  </a:lnTo>
                  <a:lnTo>
                    <a:pt x="293812" y="265326"/>
                  </a:lnTo>
                  <a:lnTo>
                    <a:pt x="316268" y="249554"/>
                  </a:lnTo>
                  <a:lnTo>
                    <a:pt x="76962" y="249554"/>
                  </a:lnTo>
                  <a:lnTo>
                    <a:pt x="56217" y="245304"/>
                  </a:lnTo>
                  <a:lnTo>
                    <a:pt x="39306" y="233743"/>
                  </a:lnTo>
                  <a:lnTo>
                    <a:pt x="27920" y="216658"/>
                  </a:lnTo>
                  <a:lnTo>
                    <a:pt x="23749" y="195833"/>
                  </a:lnTo>
                  <a:lnTo>
                    <a:pt x="26197" y="179756"/>
                  </a:lnTo>
                  <a:lnTo>
                    <a:pt x="33051" y="165608"/>
                  </a:lnTo>
                  <a:lnTo>
                    <a:pt x="43572" y="154221"/>
                  </a:lnTo>
                  <a:lnTo>
                    <a:pt x="57022" y="146430"/>
                  </a:lnTo>
                  <a:lnTo>
                    <a:pt x="74167" y="139318"/>
                  </a:lnTo>
                  <a:lnTo>
                    <a:pt x="71754" y="120776"/>
                  </a:lnTo>
                  <a:lnTo>
                    <a:pt x="71353" y="118871"/>
                  </a:lnTo>
                  <a:lnTo>
                    <a:pt x="71312" y="112321"/>
                  </a:lnTo>
                  <a:lnTo>
                    <a:pt x="75854" y="89538"/>
                  </a:lnTo>
                  <a:lnTo>
                    <a:pt x="88487" y="70643"/>
                  </a:lnTo>
                  <a:lnTo>
                    <a:pt x="107358" y="57892"/>
                  </a:lnTo>
                  <a:lnTo>
                    <a:pt x="130682" y="53212"/>
                  </a:lnTo>
                  <a:lnTo>
                    <a:pt x="165818" y="53212"/>
                  </a:lnTo>
                  <a:lnTo>
                    <a:pt x="170561" y="47497"/>
                  </a:lnTo>
                  <a:lnTo>
                    <a:pt x="180978" y="37572"/>
                  </a:lnTo>
                  <a:lnTo>
                    <a:pt x="189758" y="32257"/>
                  </a:lnTo>
                  <a:lnTo>
                    <a:pt x="152018" y="32257"/>
                  </a:lnTo>
                  <a:lnTo>
                    <a:pt x="145414" y="30352"/>
                  </a:lnTo>
                  <a:lnTo>
                    <a:pt x="137794" y="29463"/>
                  </a:lnTo>
                  <a:close/>
                </a:path>
                <a:path w="344804" h="273685">
                  <a:moveTo>
                    <a:pt x="283021" y="23748"/>
                  </a:moveTo>
                  <a:lnTo>
                    <a:pt x="222376" y="23748"/>
                  </a:lnTo>
                  <a:lnTo>
                    <a:pt x="249146" y="29096"/>
                  </a:lnTo>
                  <a:lnTo>
                    <a:pt x="270890" y="43672"/>
                  </a:lnTo>
                  <a:lnTo>
                    <a:pt x="285492" y="65272"/>
                  </a:lnTo>
                  <a:lnTo>
                    <a:pt x="290829" y="91693"/>
                  </a:lnTo>
                  <a:lnTo>
                    <a:pt x="290829" y="98805"/>
                  </a:lnTo>
                  <a:lnTo>
                    <a:pt x="289916" y="105616"/>
                  </a:lnTo>
                  <a:lnTo>
                    <a:pt x="287824" y="112321"/>
                  </a:lnTo>
                  <a:lnTo>
                    <a:pt x="283209" y="127380"/>
                  </a:lnTo>
                  <a:lnTo>
                    <a:pt x="313943" y="158876"/>
                  </a:lnTo>
                  <a:lnTo>
                    <a:pt x="320801" y="186816"/>
                  </a:lnTo>
                  <a:lnTo>
                    <a:pt x="316055" y="210613"/>
                  </a:lnTo>
                  <a:lnTo>
                    <a:pt x="303117" y="230219"/>
                  </a:lnTo>
                  <a:lnTo>
                    <a:pt x="283940" y="243681"/>
                  </a:lnTo>
                  <a:lnTo>
                    <a:pt x="260476" y="249046"/>
                  </a:lnTo>
                  <a:lnTo>
                    <a:pt x="259461" y="249554"/>
                  </a:lnTo>
                  <a:lnTo>
                    <a:pt x="316268" y="249554"/>
                  </a:lnTo>
                  <a:lnTo>
                    <a:pt x="320246" y="246760"/>
                  </a:lnTo>
                  <a:lnTo>
                    <a:pt x="338036" y="219717"/>
                  </a:lnTo>
                  <a:lnTo>
                    <a:pt x="344550" y="186816"/>
                  </a:lnTo>
                  <a:lnTo>
                    <a:pt x="342147" y="166770"/>
                  </a:lnTo>
                  <a:lnTo>
                    <a:pt x="335327" y="148367"/>
                  </a:lnTo>
                  <a:lnTo>
                    <a:pt x="324673" y="132203"/>
                  </a:lnTo>
                  <a:lnTo>
                    <a:pt x="310768" y="118871"/>
                  </a:lnTo>
                  <a:lnTo>
                    <a:pt x="312301" y="112648"/>
                  </a:lnTo>
                  <a:lnTo>
                    <a:pt x="312382" y="112321"/>
                  </a:lnTo>
                  <a:lnTo>
                    <a:pt x="313578" y="105616"/>
                  </a:lnTo>
                  <a:lnTo>
                    <a:pt x="314316" y="98805"/>
                  </a:lnTo>
                  <a:lnTo>
                    <a:pt x="314578" y="91693"/>
                  </a:lnTo>
                  <a:lnTo>
                    <a:pt x="307334" y="55935"/>
                  </a:lnTo>
                  <a:lnTo>
                    <a:pt x="287575" y="26797"/>
                  </a:lnTo>
                  <a:lnTo>
                    <a:pt x="283021" y="23748"/>
                  </a:lnTo>
                  <a:close/>
                </a:path>
                <a:path w="344804" h="273685">
                  <a:moveTo>
                    <a:pt x="165818" y="53212"/>
                  </a:moveTo>
                  <a:lnTo>
                    <a:pt x="135889" y="53212"/>
                  </a:lnTo>
                  <a:lnTo>
                    <a:pt x="141096" y="54228"/>
                  </a:lnTo>
                  <a:lnTo>
                    <a:pt x="145922" y="55117"/>
                  </a:lnTo>
                  <a:lnTo>
                    <a:pt x="160654" y="59435"/>
                  </a:lnTo>
                  <a:lnTo>
                    <a:pt x="165818" y="53212"/>
                  </a:lnTo>
                  <a:close/>
                </a:path>
                <a:path w="344804" h="273685">
                  <a:moveTo>
                    <a:pt x="222376" y="0"/>
                  </a:moveTo>
                  <a:lnTo>
                    <a:pt x="201953" y="2236"/>
                  </a:lnTo>
                  <a:lnTo>
                    <a:pt x="183102" y="8651"/>
                  </a:lnTo>
                  <a:lnTo>
                    <a:pt x="166298" y="18805"/>
                  </a:lnTo>
                  <a:lnTo>
                    <a:pt x="152018" y="32257"/>
                  </a:lnTo>
                  <a:lnTo>
                    <a:pt x="189758" y="32257"/>
                  </a:lnTo>
                  <a:lnTo>
                    <a:pt x="193325" y="30099"/>
                  </a:lnTo>
                  <a:lnTo>
                    <a:pt x="207244" y="25388"/>
                  </a:lnTo>
                  <a:lnTo>
                    <a:pt x="222376" y="23748"/>
                  </a:lnTo>
                  <a:lnTo>
                    <a:pt x="283021" y="23748"/>
                  </a:lnTo>
                  <a:lnTo>
                    <a:pt x="258268" y="7183"/>
                  </a:lnTo>
                  <a:lnTo>
                    <a:pt x="222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15099030" y="9216949"/>
            <a:ext cx="13150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73360"/>
                </a:solidFill>
                <a:latin typeface="Malgun Gothic"/>
                <a:cs typeface="Malgun Gothic"/>
              </a:rPr>
              <a:t>풍부한</a:t>
            </a:r>
            <a:r>
              <a:rPr dirty="0" sz="1600" spc="-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>
                <a:solidFill>
                  <a:srgbClr val="173360"/>
                </a:solidFill>
                <a:latin typeface="Malgun Gothic"/>
                <a:cs typeface="Malgun Gothic"/>
              </a:rPr>
              <a:t>파트너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5248783" y="9212681"/>
            <a:ext cx="1722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73360"/>
                </a:solidFill>
                <a:latin typeface="Malgun Gothic"/>
                <a:cs typeface="Malgun Gothic"/>
              </a:rPr>
              <a:t>프로페셔널</a:t>
            </a:r>
            <a:r>
              <a:rPr dirty="0" sz="1600" spc="-5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>
                <a:solidFill>
                  <a:srgbClr val="173360"/>
                </a:solidFill>
                <a:latin typeface="Malgun Gothic"/>
                <a:cs typeface="Malgun Gothic"/>
              </a:rPr>
              <a:t>서비스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2420492" y="9212681"/>
            <a:ext cx="17221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173360"/>
                </a:solidFill>
                <a:latin typeface="Malgun Gothic"/>
                <a:cs typeface="Malgun Gothic"/>
              </a:rPr>
              <a:t>엔터프라이즈</a:t>
            </a:r>
            <a:r>
              <a:rPr dirty="0" sz="1600" spc="-75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25">
                <a:solidFill>
                  <a:srgbClr val="173360"/>
                </a:solidFill>
                <a:latin typeface="Malgun Gothic"/>
                <a:cs typeface="Malgun Gothic"/>
              </a:rPr>
              <a:t>지원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2148585" y="1611712"/>
            <a:ext cx="14603094" cy="142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9725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Complete:</a:t>
            </a:r>
            <a:r>
              <a:rPr dirty="0" sz="1800" spc="-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완전한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데이터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스트리밍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05" i="1">
                <a:solidFill>
                  <a:srgbClr val="173360"/>
                </a:solidFill>
                <a:latin typeface="Malgun Gothic"/>
                <a:cs typeface="Malgun Gothic"/>
              </a:rPr>
              <a:t>플랫폼을</a:t>
            </a:r>
            <a:r>
              <a:rPr dirty="0" sz="1900" spc="-4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00" i="1">
                <a:solidFill>
                  <a:srgbClr val="173360"/>
                </a:solidFill>
                <a:latin typeface="Malgun Gothic"/>
                <a:cs typeface="Malgun Gothic"/>
              </a:rPr>
              <a:t>위한</a:t>
            </a:r>
            <a:r>
              <a:rPr dirty="0" sz="1900" spc="-6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95" i="1">
                <a:solidFill>
                  <a:srgbClr val="173360"/>
                </a:solidFill>
                <a:latin typeface="Malgun Gothic"/>
                <a:cs typeface="Malgun Gothic"/>
              </a:rPr>
              <a:t>모든</a:t>
            </a:r>
            <a:r>
              <a:rPr dirty="0" sz="1900" spc="-5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00" i="1">
                <a:solidFill>
                  <a:srgbClr val="173360"/>
                </a:solidFill>
                <a:latin typeface="Malgun Gothic"/>
                <a:cs typeface="Malgun Gothic"/>
              </a:rPr>
              <a:t>필수</a:t>
            </a:r>
            <a:r>
              <a:rPr dirty="0" sz="1900" spc="-60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도구를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110" i="1">
                <a:solidFill>
                  <a:srgbClr val="173360"/>
                </a:solidFill>
                <a:latin typeface="Malgun Gothic"/>
                <a:cs typeface="Malgun Gothic"/>
              </a:rPr>
              <a:t>사용하여</a:t>
            </a:r>
            <a:r>
              <a:rPr dirty="0" sz="1900" spc="-55" i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900" spc="-65" i="1">
                <a:solidFill>
                  <a:srgbClr val="173360"/>
                </a:solidFill>
                <a:latin typeface="Malgun Gothic"/>
                <a:cs typeface="Malgun Gothic"/>
              </a:rPr>
              <a:t>Apache</a:t>
            </a:r>
            <a:r>
              <a:rPr dirty="0" sz="1900" spc="-60" i="1">
                <a:solidFill>
                  <a:srgbClr val="173360"/>
                </a:solidFill>
                <a:latin typeface="Malgun Gothic"/>
                <a:cs typeface="Malgun Gothic"/>
              </a:rPr>
              <a:t> Kafka를 </a:t>
            </a:r>
            <a:r>
              <a:rPr dirty="0" sz="1900" spc="-10" i="1">
                <a:solidFill>
                  <a:srgbClr val="173360"/>
                </a:solidFill>
                <a:latin typeface="Malgun Gothic"/>
                <a:cs typeface="Malgun Gothic"/>
              </a:rPr>
              <a:t>넘어서십시오.</a:t>
            </a:r>
            <a:endParaRPr sz="1900">
              <a:latin typeface="Malgun Gothic"/>
              <a:cs typeface="Malgun Gothic"/>
            </a:endParaRPr>
          </a:p>
          <a:p>
            <a:pPr marL="510540">
              <a:lnSpc>
                <a:spcPct val="100000"/>
              </a:lnSpc>
              <a:spcBef>
                <a:spcPts val="2035"/>
              </a:spcBef>
              <a:tabLst>
                <a:tab pos="4528185" algn="l"/>
                <a:tab pos="8509000" algn="l"/>
                <a:tab pos="12519660" algn="l"/>
              </a:tabLst>
            </a:pPr>
            <a:r>
              <a:rPr dirty="0" sz="1400" spc="-10" b="1">
                <a:solidFill>
                  <a:srgbClr val="173360"/>
                </a:solidFill>
                <a:latin typeface="Malgun Gothic"/>
                <a:cs typeface="Malgun Gothic"/>
              </a:rPr>
              <a:t>DEVELOPER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1400" spc="-10" b="1">
                <a:solidFill>
                  <a:srgbClr val="173360"/>
                </a:solidFill>
                <a:latin typeface="Malgun Gothic"/>
                <a:cs typeface="Malgun Gothic"/>
              </a:rPr>
              <a:t>OPERATOR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1400" spc="-10" b="1">
                <a:solidFill>
                  <a:srgbClr val="173360"/>
                </a:solidFill>
                <a:latin typeface="Malgun Gothic"/>
                <a:cs typeface="Malgun Gothic"/>
              </a:rPr>
              <a:t>ARCHITECT</a:t>
            </a:r>
            <a:r>
              <a:rPr dirty="0" sz="1400" b="1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1400" spc="-10" b="1">
                <a:solidFill>
                  <a:srgbClr val="173360"/>
                </a:solidFill>
                <a:latin typeface="Malgun Gothic"/>
                <a:cs typeface="Malgun Gothic"/>
              </a:rPr>
              <a:t>EXECUTIVE</a:t>
            </a:r>
            <a:endParaRPr sz="14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tabLst>
                <a:tab pos="3620135" algn="l"/>
                <a:tab pos="7612380" algn="l"/>
                <a:tab pos="11375390" algn="l"/>
              </a:tabLst>
            </a:pP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개발</a:t>
            </a:r>
            <a:r>
              <a:rPr dirty="0" sz="1800" spc="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생산성 </a:t>
            </a: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극대화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	규모에</a:t>
            </a:r>
            <a:r>
              <a:rPr dirty="0" sz="1800" spc="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따른 효율적인 </a:t>
            </a: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운영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	운영</a:t>
            </a:r>
            <a:r>
              <a:rPr dirty="0" sz="1800" spc="-1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환경에</a:t>
            </a:r>
            <a:r>
              <a:rPr dirty="0" sz="1800" spc="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필수적인 </a:t>
            </a:r>
            <a:r>
              <a:rPr dirty="0" sz="1800" spc="-25" b="1">
                <a:solidFill>
                  <a:srgbClr val="173360"/>
                </a:solidFill>
                <a:latin typeface="Malgun Gothic"/>
                <a:cs typeface="Malgun Gothic"/>
              </a:rPr>
              <a:t>기능</a:t>
            </a:r>
            <a:r>
              <a:rPr dirty="0" sz="1800" b="1">
                <a:solidFill>
                  <a:srgbClr val="173360"/>
                </a:solidFill>
                <a:latin typeface="Malgun Gothic"/>
                <a:cs typeface="Malgun Gothic"/>
              </a:rPr>
              <a:t>	비즈니스 성공을 위한</a:t>
            </a:r>
            <a:r>
              <a:rPr dirty="0" sz="1800" spc="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800" spc="-20" b="1">
                <a:solidFill>
                  <a:srgbClr val="173360"/>
                </a:solidFill>
                <a:latin typeface="Malgun Gothic"/>
                <a:cs typeface="Malgun Gothic"/>
              </a:rPr>
              <a:t>파트너십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643868" y="2076830"/>
            <a:ext cx="6236335" cy="7628890"/>
          </a:xfrm>
          <a:custGeom>
            <a:avLst/>
            <a:gdLst/>
            <a:ahLst/>
            <a:cxnLst/>
            <a:rect l="l" t="t" r="r" b="b"/>
            <a:pathLst>
              <a:path w="6236334" h="7628890">
                <a:moveTo>
                  <a:pt x="5931280" y="0"/>
                </a:moveTo>
                <a:lnTo>
                  <a:pt x="304546" y="0"/>
                </a:lnTo>
                <a:lnTo>
                  <a:pt x="255158" y="3983"/>
                </a:lnTo>
                <a:lnTo>
                  <a:pt x="208304" y="15518"/>
                </a:lnTo>
                <a:lnTo>
                  <a:pt x="164610" y="33977"/>
                </a:lnTo>
                <a:lnTo>
                  <a:pt x="124705" y="58736"/>
                </a:lnTo>
                <a:lnTo>
                  <a:pt x="89217" y="89169"/>
                </a:lnTo>
                <a:lnTo>
                  <a:pt x="58773" y="124651"/>
                </a:lnTo>
                <a:lnTo>
                  <a:pt x="34001" y="164554"/>
                </a:lnTo>
                <a:lnTo>
                  <a:pt x="15530" y="208255"/>
                </a:lnTo>
                <a:lnTo>
                  <a:pt x="3987" y="255127"/>
                </a:lnTo>
                <a:lnTo>
                  <a:pt x="0" y="304546"/>
                </a:lnTo>
                <a:lnTo>
                  <a:pt x="0" y="7323810"/>
                </a:lnTo>
                <a:lnTo>
                  <a:pt x="3987" y="7373210"/>
                </a:lnTo>
                <a:lnTo>
                  <a:pt x="15530" y="7420073"/>
                </a:lnTo>
                <a:lnTo>
                  <a:pt x="34001" y="7463770"/>
                </a:lnTo>
                <a:lnTo>
                  <a:pt x="58773" y="7503677"/>
                </a:lnTo>
                <a:lnTo>
                  <a:pt x="89217" y="7539164"/>
                </a:lnTo>
                <a:lnTo>
                  <a:pt x="124705" y="7569605"/>
                </a:lnTo>
                <a:lnTo>
                  <a:pt x="164610" y="7594374"/>
                </a:lnTo>
                <a:lnTo>
                  <a:pt x="208304" y="7612842"/>
                </a:lnTo>
                <a:lnTo>
                  <a:pt x="255158" y="7624383"/>
                </a:lnTo>
                <a:lnTo>
                  <a:pt x="304546" y="7628369"/>
                </a:lnTo>
                <a:lnTo>
                  <a:pt x="5931280" y="7628369"/>
                </a:lnTo>
                <a:lnTo>
                  <a:pt x="5980668" y="7624383"/>
                </a:lnTo>
                <a:lnTo>
                  <a:pt x="6027522" y="7612842"/>
                </a:lnTo>
                <a:lnTo>
                  <a:pt x="6071216" y="7594374"/>
                </a:lnTo>
                <a:lnTo>
                  <a:pt x="6111121" y="7569605"/>
                </a:lnTo>
                <a:lnTo>
                  <a:pt x="6146609" y="7539164"/>
                </a:lnTo>
                <a:lnTo>
                  <a:pt x="6177053" y="7503677"/>
                </a:lnTo>
                <a:lnTo>
                  <a:pt x="6201825" y="7463770"/>
                </a:lnTo>
                <a:lnTo>
                  <a:pt x="6220296" y="7420073"/>
                </a:lnTo>
                <a:lnTo>
                  <a:pt x="6231839" y="7373210"/>
                </a:lnTo>
                <a:lnTo>
                  <a:pt x="6235826" y="7323810"/>
                </a:lnTo>
                <a:lnTo>
                  <a:pt x="6235826" y="304546"/>
                </a:lnTo>
                <a:lnTo>
                  <a:pt x="6231839" y="255127"/>
                </a:lnTo>
                <a:lnTo>
                  <a:pt x="6220296" y="208255"/>
                </a:lnTo>
                <a:lnTo>
                  <a:pt x="6201825" y="164554"/>
                </a:lnTo>
                <a:lnTo>
                  <a:pt x="6177053" y="124651"/>
                </a:lnTo>
                <a:lnTo>
                  <a:pt x="6146609" y="89169"/>
                </a:lnTo>
                <a:lnTo>
                  <a:pt x="6111121" y="58736"/>
                </a:lnTo>
                <a:lnTo>
                  <a:pt x="6071216" y="33977"/>
                </a:lnTo>
                <a:lnTo>
                  <a:pt x="6027522" y="15518"/>
                </a:lnTo>
                <a:lnTo>
                  <a:pt x="5980668" y="3983"/>
                </a:lnTo>
                <a:lnTo>
                  <a:pt x="5931280" y="0"/>
                </a:lnTo>
                <a:close/>
              </a:path>
            </a:pathLst>
          </a:custGeom>
          <a:solidFill>
            <a:srgbClr val="EBED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7374362" y="9430308"/>
            <a:ext cx="2362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829393"/>
                </a:solidFill>
                <a:latin typeface="Malgun Gothic"/>
                <a:cs typeface="Malgun Gothic"/>
              </a:rPr>
              <a:t>123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69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/>
              <a:t>운영상의</a:t>
            </a:r>
            <a:r>
              <a:rPr dirty="0" spc="-25"/>
              <a:t> </a:t>
            </a:r>
            <a:r>
              <a:rPr dirty="0"/>
              <a:t>어려움:</a:t>
            </a:r>
            <a:r>
              <a:rPr dirty="0" spc="-25"/>
              <a:t> </a:t>
            </a:r>
            <a:r>
              <a:rPr dirty="0"/>
              <a:t>Confluent</a:t>
            </a:r>
            <a:r>
              <a:rPr dirty="0" spc="-15"/>
              <a:t> </a:t>
            </a:r>
            <a:r>
              <a:rPr dirty="0"/>
              <a:t>vs.</a:t>
            </a:r>
            <a:r>
              <a:rPr dirty="0" spc="-10"/>
              <a:t> OSS</a:t>
            </a:r>
            <a:r>
              <a:rPr dirty="0" baseline="24904" sz="4350" spc="-15"/>
              <a:t>OpenSourceSoftware</a:t>
            </a:r>
            <a:endParaRPr baseline="24904" sz="4350"/>
          </a:p>
        </p:txBody>
      </p:sp>
      <p:sp>
        <p:nvSpPr>
          <p:cNvPr id="6" name="object 6" descr=""/>
          <p:cNvSpPr txBox="1"/>
          <p:nvPr/>
        </p:nvSpPr>
        <p:spPr>
          <a:xfrm>
            <a:off x="1352550" y="6033592"/>
            <a:ext cx="3399154" cy="75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34343"/>
                </a:solidFill>
                <a:latin typeface="Malgun Gothic"/>
                <a:cs typeface="Malgun Gothic"/>
              </a:rPr>
              <a:t>더 나은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개발자 </a:t>
            </a:r>
            <a:r>
              <a:rPr dirty="0" sz="2400" spc="-20" b="1">
                <a:solidFill>
                  <a:srgbClr val="434343"/>
                </a:solidFill>
                <a:latin typeface="Malgun Gothic"/>
                <a:cs typeface="Malgun Gothic"/>
              </a:rPr>
              <a:t>생산성</a:t>
            </a:r>
            <a:r>
              <a:rPr dirty="0" sz="2400" spc="-20">
                <a:solidFill>
                  <a:srgbClr val="434343"/>
                </a:solidFill>
                <a:latin typeface="Malgun Gothic"/>
                <a:cs typeface="Malgun Gothic"/>
              </a:rPr>
              <a:t>과</a:t>
            </a:r>
            <a:endParaRPr sz="2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25" b="1">
                <a:solidFill>
                  <a:srgbClr val="434343"/>
                </a:solidFill>
                <a:latin typeface="Malgun Gothic"/>
                <a:cs typeface="Malgun Gothic"/>
              </a:rPr>
              <a:t>민첩성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85774" y="8222615"/>
            <a:ext cx="476884" cy="476884"/>
          </a:xfrm>
          <a:custGeom>
            <a:avLst/>
            <a:gdLst/>
            <a:ahLst/>
            <a:cxnLst/>
            <a:rect l="l" t="t" r="r" b="b"/>
            <a:pathLst>
              <a:path w="476884" h="476884">
                <a:moveTo>
                  <a:pt x="238201" y="0"/>
                </a:moveTo>
                <a:lnTo>
                  <a:pt x="190194" y="4840"/>
                </a:lnTo>
                <a:lnTo>
                  <a:pt x="145480" y="18722"/>
                </a:lnTo>
                <a:lnTo>
                  <a:pt x="105018" y="40685"/>
                </a:lnTo>
                <a:lnTo>
                  <a:pt x="69765" y="69770"/>
                </a:lnTo>
                <a:lnTo>
                  <a:pt x="40679" y="105016"/>
                </a:lnTo>
                <a:lnTo>
                  <a:pt x="18718" y="145464"/>
                </a:lnTo>
                <a:lnTo>
                  <a:pt x="4839" y="190153"/>
                </a:lnTo>
                <a:lnTo>
                  <a:pt x="0" y="238124"/>
                </a:lnTo>
                <a:lnTo>
                  <a:pt x="4839" y="286137"/>
                </a:lnTo>
                <a:lnTo>
                  <a:pt x="18718" y="330858"/>
                </a:lnTo>
                <a:lnTo>
                  <a:pt x="40679" y="371329"/>
                </a:lnTo>
                <a:lnTo>
                  <a:pt x="69765" y="406590"/>
                </a:lnTo>
                <a:lnTo>
                  <a:pt x="105018" y="435684"/>
                </a:lnTo>
                <a:lnTo>
                  <a:pt x="145480" y="457652"/>
                </a:lnTo>
                <a:lnTo>
                  <a:pt x="190194" y="471536"/>
                </a:lnTo>
                <a:lnTo>
                  <a:pt x="238201" y="476376"/>
                </a:lnTo>
                <a:lnTo>
                  <a:pt x="286208" y="471536"/>
                </a:lnTo>
                <a:lnTo>
                  <a:pt x="330921" y="457652"/>
                </a:lnTo>
                <a:lnTo>
                  <a:pt x="371383" y="435684"/>
                </a:lnTo>
                <a:lnTo>
                  <a:pt x="406636" y="406590"/>
                </a:lnTo>
                <a:lnTo>
                  <a:pt x="435722" y="371329"/>
                </a:lnTo>
                <a:lnTo>
                  <a:pt x="457683" y="330858"/>
                </a:lnTo>
                <a:lnTo>
                  <a:pt x="471563" y="286137"/>
                </a:lnTo>
                <a:lnTo>
                  <a:pt x="476402" y="238124"/>
                </a:lnTo>
                <a:lnTo>
                  <a:pt x="471563" y="190153"/>
                </a:lnTo>
                <a:lnTo>
                  <a:pt x="457683" y="145464"/>
                </a:lnTo>
                <a:lnTo>
                  <a:pt x="435722" y="105016"/>
                </a:lnTo>
                <a:lnTo>
                  <a:pt x="406636" y="69770"/>
                </a:lnTo>
                <a:lnTo>
                  <a:pt x="371383" y="40685"/>
                </a:lnTo>
                <a:lnTo>
                  <a:pt x="330921" y="18722"/>
                </a:lnTo>
                <a:lnTo>
                  <a:pt x="286208" y="4840"/>
                </a:lnTo>
                <a:lnTo>
                  <a:pt x="2382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22452" y="8259902"/>
            <a:ext cx="41630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290" algn="l"/>
              </a:tabLst>
            </a:pPr>
            <a:r>
              <a:rPr dirty="0" sz="2400" spc="-50" b="1">
                <a:solidFill>
                  <a:srgbClr val="FFFFFF"/>
                </a:solidFill>
                <a:latin typeface="Malgun Gothic"/>
                <a:cs typeface="Malgun Gothic"/>
              </a:rPr>
              <a:t>3</a:t>
            </a:r>
            <a:r>
              <a:rPr dirty="0" sz="240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2400">
                <a:solidFill>
                  <a:srgbClr val="434343"/>
                </a:solidFill>
                <a:latin typeface="Malgun Gothic"/>
                <a:cs typeface="Malgun Gothic"/>
              </a:rPr>
              <a:t>Cluster</a:t>
            </a:r>
            <a:r>
              <a:rPr dirty="0" sz="2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확장</a:t>
            </a:r>
            <a:r>
              <a:rPr dirty="0" sz="2400">
                <a:solidFill>
                  <a:srgbClr val="434343"/>
                </a:solidFill>
                <a:latin typeface="Malgun Gothic"/>
                <a:cs typeface="Malgun Gothic"/>
              </a:rPr>
              <a:t>과 </a:t>
            </a:r>
            <a:r>
              <a:rPr dirty="0" sz="2400" spc="-10" b="1">
                <a:solidFill>
                  <a:srgbClr val="434343"/>
                </a:solidFill>
                <a:latin typeface="Malgun Gothic"/>
                <a:cs typeface="Malgun Gothic"/>
              </a:rPr>
              <a:t>업그레이드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85774" y="6179565"/>
            <a:ext cx="476884" cy="476884"/>
          </a:xfrm>
          <a:custGeom>
            <a:avLst/>
            <a:gdLst/>
            <a:ahLst/>
            <a:cxnLst/>
            <a:rect l="l" t="t" r="r" b="b"/>
            <a:pathLst>
              <a:path w="476884" h="476884">
                <a:moveTo>
                  <a:pt x="238201" y="0"/>
                </a:moveTo>
                <a:lnTo>
                  <a:pt x="190194" y="4835"/>
                </a:lnTo>
                <a:lnTo>
                  <a:pt x="145480" y="18704"/>
                </a:lnTo>
                <a:lnTo>
                  <a:pt x="105018" y="40652"/>
                </a:lnTo>
                <a:lnTo>
                  <a:pt x="69765" y="69723"/>
                </a:lnTo>
                <a:lnTo>
                  <a:pt x="40679" y="104961"/>
                </a:lnTo>
                <a:lnTo>
                  <a:pt x="18718" y="145411"/>
                </a:lnTo>
                <a:lnTo>
                  <a:pt x="4839" y="190117"/>
                </a:lnTo>
                <a:lnTo>
                  <a:pt x="0" y="238125"/>
                </a:lnTo>
                <a:lnTo>
                  <a:pt x="4839" y="286137"/>
                </a:lnTo>
                <a:lnTo>
                  <a:pt x="18718" y="330858"/>
                </a:lnTo>
                <a:lnTo>
                  <a:pt x="40679" y="371329"/>
                </a:lnTo>
                <a:lnTo>
                  <a:pt x="69765" y="406590"/>
                </a:lnTo>
                <a:lnTo>
                  <a:pt x="105018" y="435684"/>
                </a:lnTo>
                <a:lnTo>
                  <a:pt x="145480" y="457652"/>
                </a:lnTo>
                <a:lnTo>
                  <a:pt x="190194" y="471536"/>
                </a:lnTo>
                <a:lnTo>
                  <a:pt x="238201" y="476376"/>
                </a:lnTo>
                <a:lnTo>
                  <a:pt x="286208" y="471536"/>
                </a:lnTo>
                <a:lnTo>
                  <a:pt x="330921" y="457652"/>
                </a:lnTo>
                <a:lnTo>
                  <a:pt x="371383" y="435684"/>
                </a:lnTo>
                <a:lnTo>
                  <a:pt x="406636" y="406590"/>
                </a:lnTo>
                <a:lnTo>
                  <a:pt x="435722" y="371329"/>
                </a:lnTo>
                <a:lnTo>
                  <a:pt x="457683" y="330858"/>
                </a:lnTo>
                <a:lnTo>
                  <a:pt x="471563" y="286137"/>
                </a:lnTo>
                <a:lnTo>
                  <a:pt x="476402" y="238125"/>
                </a:lnTo>
                <a:lnTo>
                  <a:pt x="471563" y="190117"/>
                </a:lnTo>
                <a:lnTo>
                  <a:pt x="457683" y="145411"/>
                </a:lnTo>
                <a:lnTo>
                  <a:pt x="435722" y="104961"/>
                </a:lnTo>
                <a:lnTo>
                  <a:pt x="406636" y="69723"/>
                </a:lnTo>
                <a:lnTo>
                  <a:pt x="371383" y="40652"/>
                </a:lnTo>
                <a:lnTo>
                  <a:pt x="330921" y="18704"/>
                </a:lnTo>
                <a:lnTo>
                  <a:pt x="286208" y="4835"/>
                </a:lnTo>
                <a:lnTo>
                  <a:pt x="2382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822452" y="6217158"/>
            <a:ext cx="2025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85774" y="4284979"/>
            <a:ext cx="476884" cy="476884"/>
          </a:xfrm>
          <a:custGeom>
            <a:avLst/>
            <a:gdLst/>
            <a:ahLst/>
            <a:cxnLst/>
            <a:rect l="l" t="t" r="r" b="b"/>
            <a:pathLst>
              <a:path w="476884" h="476885">
                <a:moveTo>
                  <a:pt x="238201" y="0"/>
                </a:moveTo>
                <a:lnTo>
                  <a:pt x="190194" y="4840"/>
                </a:lnTo>
                <a:lnTo>
                  <a:pt x="145480" y="18724"/>
                </a:lnTo>
                <a:lnTo>
                  <a:pt x="105018" y="40692"/>
                </a:lnTo>
                <a:lnTo>
                  <a:pt x="69765" y="69786"/>
                </a:lnTo>
                <a:lnTo>
                  <a:pt x="40679" y="105047"/>
                </a:lnTo>
                <a:lnTo>
                  <a:pt x="18718" y="145518"/>
                </a:lnTo>
                <a:lnTo>
                  <a:pt x="4839" y="190239"/>
                </a:lnTo>
                <a:lnTo>
                  <a:pt x="0" y="238252"/>
                </a:lnTo>
                <a:lnTo>
                  <a:pt x="4839" y="286259"/>
                </a:lnTo>
                <a:lnTo>
                  <a:pt x="18718" y="330965"/>
                </a:lnTo>
                <a:lnTo>
                  <a:pt x="40679" y="371415"/>
                </a:lnTo>
                <a:lnTo>
                  <a:pt x="69765" y="406653"/>
                </a:lnTo>
                <a:lnTo>
                  <a:pt x="105018" y="435724"/>
                </a:lnTo>
                <a:lnTo>
                  <a:pt x="145480" y="457672"/>
                </a:lnTo>
                <a:lnTo>
                  <a:pt x="190194" y="471541"/>
                </a:lnTo>
                <a:lnTo>
                  <a:pt x="238201" y="476377"/>
                </a:lnTo>
                <a:lnTo>
                  <a:pt x="286208" y="471541"/>
                </a:lnTo>
                <a:lnTo>
                  <a:pt x="330921" y="457672"/>
                </a:lnTo>
                <a:lnTo>
                  <a:pt x="371383" y="435724"/>
                </a:lnTo>
                <a:lnTo>
                  <a:pt x="406636" y="406653"/>
                </a:lnTo>
                <a:lnTo>
                  <a:pt x="435722" y="371415"/>
                </a:lnTo>
                <a:lnTo>
                  <a:pt x="457683" y="330965"/>
                </a:lnTo>
                <a:lnTo>
                  <a:pt x="471563" y="286259"/>
                </a:lnTo>
                <a:lnTo>
                  <a:pt x="476402" y="238252"/>
                </a:lnTo>
                <a:lnTo>
                  <a:pt x="471563" y="190239"/>
                </a:lnTo>
                <a:lnTo>
                  <a:pt x="457683" y="145518"/>
                </a:lnTo>
                <a:lnTo>
                  <a:pt x="435722" y="105047"/>
                </a:lnTo>
                <a:lnTo>
                  <a:pt x="406636" y="69786"/>
                </a:lnTo>
                <a:lnTo>
                  <a:pt x="371383" y="40692"/>
                </a:lnTo>
                <a:lnTo>
                  <a:pt x="330921" y="18724"/>
                </a:lnTo>
                <a:lnTo>
                  <a:pt x="286208" y="4840"/>
                </a:lnTo>
                <a:lnTo>
                  <a:pt x="2382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22452" y="4322190"/>
            <a:ext cx="417385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290" algn="l"/>
              </a:tabLst>
            </a:pPr>
            <a:r>
              <a:rPr dirty="0" sz="2400" spc="-50" b="1">
                <a:solidFill>
                  <a:srgbClr val="FFFFFF"/>
                </a:solidFill>
                <a:latin typeface="Malgun Gothic"/>
                <a:cs typeface="Malgun Gothic"/>
              </a:rPr>
              <a:t>1</a:t>
            </a:r>
            <a:r>
              <a:rPr dirty="0" sz="240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Cluster</a:t>
            </a:r>
            <a:r>
              <a:rPr dirty="0" sz="2400" spc="-50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Sizing</a:t>
            </a:r>
            <a:r>
              <a:rPr dirty="0" sz="2400">
                <a:solidFill>
                  <a:srgbClr val="434343"/>
                </a:solidFill>
                <a:latin typeface="Malgun Gothic"/>
                <a:cs typeface="Malgun Gothic"/>
              </a:rPr>
              <a:t>과</a:t>
            </a:r>
            <a:r>
              <a:rPr dirty="0" sz="2400" spc="-4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spc="-20">
                <a:solidFill>
                  <a:srgbClr val="434343"/>
                </a:solidFill>
                <a:latin typeface="Malgun Gothic"/>
                <a:cs typeface="Malgun Gothic"/>
              </a:rPr>
              <a:t>환경설정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6053328" y="2538095"/>
            <a:ext cx="5121275" cy="967740"/>
          </a:xfrm>
          <a:custGeom>
            <a:avLst/>
            <a:gdLst/>
            <a:ahLst/>
            <a:cxnLst/>
            <a:rect l="l" t="t" r="r" b="b"/>
            <a:pathLst>
              <a:path w="5121275" h="967739">
                <a:moveTo>
                  <a:pt x="5054346" y="0"/>
                </a:moveTo>
                <a:lnTo>
                  <a:pt x="66675" y="0"/>
                </a:lnTo>
                <a:lnTo>
                  <a:pt x="40719" y="5238"/>
                </a:lnTo>
                <a:lnTo>
                  <a:pt x="19526" y="19526"/>
                </a:lnTo>
                <a:lnTo>
                  <a:pt x="5238" y="40719"/>
                </a:lnTo>
                <a:lnTo>
                  <a:pt x="0" y="66675"/>
                </a:lnTo>
                <a:lnTo>
                  <a:pt x="0" y="900556"/>
                </a:lnTo>
                <a:lnTo>
                  <a:pt x="5238" y="926512"/>
                </a:lnTo>
                <a:lnTo>
                  <a:pt x="19526" y="947705"/>
                </a:lnTo>
                <a:lnTo>
                  <a:pt x="40719" y="961993"/>
                </a:lnTo>
                <a:lnTo>
                  <a:pt x="66675" y="967231"/>
                </a:lnTo>
                <a:lnTo>
                  <a:pt x="5054346" y="967231"/>
                </a:lnTo>
                <a:lnTo>
                  <a:pt x="5080301" y="961993"/>
                </a:lnTo>
                <a:lnTo>
                  <a:pt x="5101494" y="947705"/>
                </a:lnTo>
                <a:lnTo>
                  <a:pt x="5115782" y="926512"/>
                </a:lnTo>
                <a:lnTo>
                  <a:pt x="5121021" y="900556"/>
                </a:lnTo>
                <a:lnTo>
                  <a:pt x="5121021" y="66675"/>
                </a:lnTo>
                <a:lnTo>
                  <a:pt x="5115782" y="40719"/>
                </a:lnTo>
                <a:lnTo>
                  <a:pt x="5101494" y="19526"/>
                </a:lnTo>
                <a:lnTo>
                  <a:pt x="5080301" y="5238"/>
                </a:lnTo>
                <a:lnTo>
                  <a:pt x="5054346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903591" y="2789936"/>
            <a:ext cx="14185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Malgun Gothic"/>
                <a:cs typeface="Malgun Gothic"/>
              </a:rPr>
              <a:t>DIY</a:t>
            </a:r>
            <a:r>
              <a:rPr dirty="0" sz="2800" spc="-60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Malgun Gothic"/>
                <a:cs typeface="Malgun Gothic"/>
              </a:rPr>
              <a:t>OSS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2083922" y="2538095"/>
            <a:ext cx="5355590" cy="967740"/>
          </a:xfrm>
          <a:custGeom>
            <a:avLst/>
            <a:gdLst/>
            <a:ahLst/>
            <a:cxnLst/>
            <a:rect l="l" t="t" r="r" b="b"/>
            <a:pathLst>
              <a:path w="5355590" h="967739">
                <a:moveTo>
                  <a:pt x="5299583" y="0"/>
                </a:moveTo>
                <a:lnTo>
                  <a:pt x="56133" y="0"/>
                </a:lnTo>
                <a:lnTo>
                  <a:pt x="34289" y="4413"/>
                </a:lnTo>
                <a:lnTo>
                  <a:pt x="16446" y="16446"/>
                </a:lnTo>
                <a:lnTo>
                  <a:pt x="4413" y="34290"/>
                </a:lnTo>
                <a:lnTo>
                  <a:pt x="0" y="56133"/>
                </a:lnTo>
                <a:lnTo>
                  <a:pt x="0" y="911225"/>
                </a:lnTo>
                <a:lnTo>
                  <a:pt x="4413" y="933049"/>
                </a:lnTo>
                <a:lnTo>
                  <a:pt x="16446" y="950849"/>
                </a:lnTo>
                <a:lnTo>
                  <a:pt x="34290" y="962838"/>
                </a:lnTo>
                <a:lnTo>
                  <a:pt x="56133" y="967231"/>
                </a:lnTo>
                <a:lnTo>
                  <a:pt x="5299583" y="967231"/>
                </a:lnTo>
                <a:lnTo>
                  <a:pt x="5321407" y="962838"/>
                </a:lnTo>
                <a:lnTo>
                  <a:pt x="5339207" y="950848"/>
                </a:lnTo>
                <a:lnTo>
                  <a:pt x="5351196" y="933049"/>
                </a:lnTo>
                <a:lnTo>
                  <a:pt x="5355590" y="911225"/>
                </a:lnTo>
                <a:lnTo>
                  <a:pt x="5355590" y="56133"/>
                </a:lnTo>
                <a:lnTo>
                  <a:pt x="5351196" y="34289"/>
                </a:lnTo>
                <a:lnTo>
                  <a:pt x="5339206" y="16446"/>
                </a:lnTo>
                <a:lnTo>
                  <a:pt x="5321407" y="4413"/>
                </a:lnTo>
                <a:lnTo>
                  <a:pt x="5299583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3921486" y="2789936"/>
            <a:ext cx="16814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Malgun Gothic"/>
                <a:cs typeface="Malgun Gothic"/>
              </a:rPr>
              <a:t>Confluent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041263" y="3956430"/>
            <a:ext cx="495236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Kafka</a:t>
            </a:r>
            <a:r>
              <a:rPr dirty="0" sz="2400" spc="-3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Cluster의</a:t>
            </a:r>
            <a:r>
              <a:rPr dirty="0" sz="2400" spc="-4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사이징,</a:t>
            </a:r>
            <a:r>
              <a:rPr dirty="0" sz="2400" spc="-30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10" b="1">
                <a:solidFill>
                  <a:srgbClr val="666666"/>
                </a:solidFill>
                <a:latin typeface="Malgun Gothic"/>
                <a:cs typeface="Malgun Gothic"/>
              </a:rPr>
              <a:t>프로비저닝,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확장과</a:t>
            </a:r>
            <a:r>
              <a:rPr dirty="0" sz="2400" spc="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유지보수를</a:t>
            </a:r>
            <a:r>
              <a:rPr dirty="0" sz="2400" spc="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직접</a:t>
            </a:r>
            <a:r>
              <a:rPr dirty="0" sz="2400" spc="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설정</a:t>
            </a:r>
            <a:r>
              <a:rPr dirty="0" sz="2400" spc="-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666666"/>
                </a:solidFill>
                <a:latin typeface="Malgun Gothic"/>
                <a:cs typeface="Malgun Gothic"/>
              </a:rPr>
              <a:t>혹은 제어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041263" y="6126302"/>
            <a:ext cx="459422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algun Gothic"/>
                <a:cs typeface="Malgun Gothic"/>
              </a:rPr>
              <a:t>개발자가</a:t>
            </a:r>
            <a:r>
              <a:rPr dirty="0" sz="2400" spc="-5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직접 Tool,</a:t>
            </a:r>
            <a:r>
              <a:rPr dirty="0" sz="2400" spc="-15" b="1">
                <a:latin typeface="Malgun Gothic"/>
                <a:cs typeface="Malgun Gothic"/>
              </a:rPr>
              <a:t> </a:t>
            </a:r>
            <a:r>
              <a:rPr dirty="0" sz="2400" spc="-10" b="1">
                <a:latin typeface="Malgun Gothic"/>
                <a:cs typeface="Malgun Gothic"/>
              </a:rPr>
              <a:t>Integration,</a:t>
            </a:r>
            <a:endParaRPr sz="2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b="1">
                <a:latin typeface="Malgun Gothic"/>
                <a:cs typeface="Malgun Gothic"/>
              </a:rPr>
              <a:t>Capacity</a:t>
            </a:r>
            <a:r>
              <a:rPr dirty="0" sz="2400" spc="-90" b="1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Planning을</a:t>
            </a:r>
            <a:r>
              <a:rPr dirty="0" sz="2400" spc="-100" b="1">
                <a:latin typeface="Malgun Gothic"/>
                <a:cs typeface="Malgun Gothic"/>
              </a:rPr>
              <a:t> </a:t>
            </a:r>
            <a:r>
              <a:rPr dirty="0" sz="2400" spc="-25" b="1">
                <a:latin typeface="Malgun Gothic"/>
                <a:cs typeface="Malgun Gothic"/>
              </a:rPr>
              <a:t>수행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041263" y="7982204"/>
            <a:ext cx="502920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개발자가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복잡도가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높은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데이터</a:t>
            </a:r>
            <a:r>
              <a:rPr dirty="0" sz="2400" spc="-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666666"/>
                </a:solidFill>
                <a:latin typeface="Malgun Gothic"/>
                <a:cs typeface="Malgun Gothic"/>
              </a:rPr>
              <a:t>로드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밸런싱을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해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스케일링</a:t>
            </a:r>
            <a:r>
              <a:rPr dirty="0" sz="2400" spc="10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작업을</a:t>
            </a:r>
            <a:r>
              <a:rPr dirty="0" sz="2400" spc="-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666666"/>
                </a:solidFill>
                <a:latin typeface="Malgun Gothic"/>
                <a:cs typeface="Malgun Gothic"/>
              </a:rPr>
              <a:t>직접 수행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329565">
              <a:lnSpc>
                <a:spcPct val="100000"/>
              </a:lnSpc>
              <a:spcBef>
                <a:spcPts val="100"/>
              </a:spcBef>
            </a:pPr>
            <a:r>
              <a:rPr dirty="0"/>
              <a:t>Cluster</a:t>
            </a:r>
            <a:r>
              <a:rPr dirty="0" spc="-95"/>
              <a:t> </a:t>
            </a:r>
            <a:r>
              <a:rPr dirty="0"/>
              <a:t>Provisioning</a:t>
            </a:r>
            <a:r>
              <a:rPr dirty="0" spc="-80"/>
              <a:t> </a:t>
            </a:r>
            <a:r>
              <a:rPr dirty="0"/>
              <a:t>Tool</a:t>
            </a:r>
            <a:r>
              <a:rPr dirty="0" spc="-85"/>
              <a:t> </a:t>
            </a:r>
            <a:r>
              <a:rPr dirty="0" spc="-20"/>
              <a:t>제공</a:t>
            </a:r>
            <a:r>
              <a:rPr dirty="0" spc="-20" b="0">
                <a:latin typeface="Malgun Gothic"/>
                <a:cs typeface="Malgun Gothic"/>
              </a:rPr>
              <a:t>으로 </a:t>
            </a:r>
            <a:r>
              <a:rPr dirty="0" b="0">
                <a:latin typeface="Malgun Gothic"/>
                <a:cs typeface="Malgun Gothic"/>
              </a:rPr>
              <a:t>손쉬운</a:t>
            </a:r>
            <a:r>
              <a:rPr dirty="0" spc="-45" b="0">
                <a:latin typeface="Malgun Gothic"/>
                <a:cs typeface="Malgun Gothic"/>
              </a:rPr>
              <a:t> </a:t>
            </a:r>
            <a:r>
              <a:rPr dirty="0"/>
              <a:t>Scaling</a:t>
            </a:r>
            <a:r>
              <a:rPr dirty="0" spc="-25"/>
              <a:t> </a:t>
            </a:r>
            <a:r>
              <a:rPr dirty="0" spc="-25" b="0">
                <a:latin typeface="Malgun Gothic"/>
                <a:cs typeface="Malgun Gothic"/>
              </a:rPr>
              <a:t>가능</a:t>
            </a:r>
          </a:p>
          <a:p>
            <a:pPr marL="12700">
              <a:lnSpc>
                <a:spcPct val="100000"/>
              </a:lnSpc>
            </a:pPr>
            <a:r>
              <a:rPr dirty="0"/>
              <a:t>유지보수</a:t>
            </a:r>
            <a:r>
              <a:rPr dirty="0" b="0">
                <a:latin typeface="Malgun Gothic"/>
                <a:cs typeface="Malgun Gothic"/>
              </a:rPr>
              <a:t>와</a:t>
            </a:r>
            <a:r>
              <a:rPr dirty="0" spc="5" b="0">
                <a:latin typeface="Malgun Gothic"/>
                <a:cs typeface="Malgun Gothic"/>
              </a:rPr>
              <a:t> </a:t>
            </a:r>
            <a:r>
              <a:rPr dirty="0"/>
              <a:t>업그레이드</a:t>
            </a:r>
            <a:r>
              <a:rPr dirty="0" spc="10"/>
              <a:t> </a:t>
            </a:r>
            <a:r>
              <a:rPr dirty="0" spc="-25" b="0">
                <a:latin typeface="Malgun Gothic"/>
                <a:cs typeface="Malgun Gothic"/>
              </a:rPr>
              <a:t>제공</a:t>
            </a:r>
          </a:p>
          <a:p>
            <a:pPr>
              <a:lnSpc>
                <a:spcPct val="100000"/>
              </a:lnSpc>
              <a:spcBef>
                <a:spcPts val="1270"/>
              </a:spcBef>
            </a:p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221F1F"/>
                </a:solidFill>
              </a:rPr>
              <a:t>Kafka</a:t>
            </a:r>
            <a:r>
              <a:rPr dirty="0" spc="-4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Echo</a:t>
            </a:r>
            <a:r>
              <a:rPr dirty="0" spc="-2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System</a:t>
            </a:r>
            <a:r>
              <a:rPr dirty="0" spc="-1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및</a:t>
            </a:r>
            <a:r>
              <a:rPr dirty="0" spc="-35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관리</a:t>
            </a:r>
            <a:r>
              <a:rPr dirty="0" spc="-3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편의</a:t>
            </a:r>
            <a:r>
              <a:rPr dirty="0" spc="-35">
                <a:solidFill>
                  <a:srgbClr val="221F1F"/>
                </a:solidFill>
              </a:rPr>
              <a:t> </a:t>
            </a:r>
            <a:r>
              <a:rPr dirty="0" spc="-25">
                <a:solidFill>
                  <a:srgbClr val="221F1F"/>
                </a:solidFill>
              </a:rPr>
              <a:t>기능 </a:t>
            </a:r>
            <a:r>
              <a:rPr dirty="0">
                <a:solidFill>
                  <a:srgbClr val="221F1F"/>
                </a:solidFill>
              </a:rPr>
              <a:t>제공</a:t>
            </a:r>
            <a:r>
              <a:rPr dirty="0" spc="-25">
                <a:solidFill>
                  <a:srgbClr val="221F1F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(ksqlDB,</a:t>
            </a:r>
            <a:r>
              <a:rPr dirty="0" spc="-10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Schema</a:t>
            </a:r>
            <a:r>
              <a:rPr dirty="0" spc="-3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spc="-10" b="0">
                <a:solidFill>
                  <a:srgbClr val="000000"/>
                </a:solidFill>
                <a:latin typeface="Malgun Gothic"/>
                <a:cs typeface="Malgun Gothic"/>
              </a:rPr>
              <a:t>Registry,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Connectors,</a:t>
            </a:r>
            <a:r>
              <a:rPr dirty="0" spc="-6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Data</a:t>
            </a:r>
            <a:r>
              <a:rPr dirty="0" spc="-4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Flow</a:t>
            </a:r>
            <a:r>
              <a:rPr dirty="0" spc="-4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UI,</a:t>
            </a:r>
            <a:r>
              <a:rPr dirty="0" spc="-4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spc="-10" b="0">
                <a:solidFill>
                  <a:srgbClr val="000000"/>
                </a:solidFill>
                <a:latin typeface="Malgun Gothic"/>
                <a:cs typeface="Malgun Gothic"/>
              </a:rPr>
              <a:t>Control Center)</a:t>
            </a:r>
          </a:p>
          <a:p>
            <a:pPr>
              <a:lnSpc>
                <a:spcPct val="100000"/>
              </a:lnSpc>
              <a:spcBef>
                <a:spcPts val="860"/>
              </a:spcBef>
            </a:pPr>
          </a:p>
          <a:p>
            <a:pPr marL="12700" marR="33528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</a:rPr>
              <a:t>탄력적이고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자동적으로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Cluster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확장 </a:t>
            </a:r>
            <a:r>
              <a:rPr dirty="0">
                <a:solidFill>
                  <a:srgbClr val="000000"/>
                </a:solidFill>
              </a:rPr>
              <a:t>및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손쉬운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업그레이드</a:t>
            </a:r>
          </a:p>
          <a:p>
            <a:pPr marL="12700" marR="1109345">
              <a:lnSpc>
                <a:spcPct val="100000"/>
              </a:lnSpc>
            </a:pP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최신</a:t>
            </a:r>
            <a:r>
              <a:rPr dirty="0" spc="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버전의</a:t>
            </a:r>
            <a:r>
              <a:rPr dirty="0" spc="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000000"/>
                </a:solidFill>
              </a:rPr>
              <a:t>안전한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Enterprise </a:t>
            </a:r>
            <a:r>
              <a:rPr dirty="0">
                <a:solidFill>
                  <a:srgbClr val="000000"/>
                </a:solidFill>
              </a:rPr>
              <a:t>Kafka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과</a:t>
            </a:r>
            <a:r>
              <a:rPr dirty="0" spc="-2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패치</a:t>
            </a:r>
            <a:r>
              <a:rPr dirty="0" spc="-15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b="0">
                <a:solidFill>
                  <a:srgbClr val="000000"/>
                </a:solidFill>
                <a:latin typeface="Malgun Gothic"/>
                <a:cs typeface="Malgun Gothic"/>
              </a:rPr>
              <a:t>릴리즈</a:t>
            </a:r>
            <a:r>
              <a:rPr dirty="0" spc="-10" b="0">
                <a:solidFill>
                  <a:srgbClr val="000000"/>
                </a:solidFill>
                <a:latin typeface="Malgun Gothic"/>
                <a:cs typeface="Malgun Gothic"/>
              </a:rPr>
              <a:t> </a:t>
            </a:r>
            <a:r>
              <a:rPr dirty="0" spc="-25" b="0">
                <a:solidFill>
                  <a:srgbClr val="000000"/>
                </a:solidFill>
                <a:latin typeface="Malgun Gothic"/>
                <a:cs typeface="Malgun Gothic"/>
              </a:rPr>
              <a:t>제공</a:t>
            </a:r>
          </a:p>
        </p:txBody>
      </p:sp>
      <p:sp>
        <p:nvSpPr>
          <p:cNvPr id="21" name="object 21" descr=""/>
          <p:cNvSpPr/>
          <p:nvPr/>
        </p:nvSpPr>
        <p:spPr>
          <a:xfrm>
            <a:off x="752055" y="5507735"/>
            <a:ext cx="16773525" cy="1969135"/>
          </a:xfrm>
          <a:custGeom>
            <a:avLst/>
            <a:gdLst/>
            <a:ahLst/>
            <a:cxnLst/>
            <a:rect l="l" t="t" r="r" b="b"/>
            <a:pathLst>
              <a:path w="16773525" h="1969134">
                <a:moveTo>
                  <a:pt x="0" y="1968753"/>
                </a:moveTo>
                <a:lnTo>
                  <a:pt x="16773055" y="1968753"/>
                </a:lnTo>
              </a:path>
              <a:path w="16773525" h="1969134">
                <a:moveTo>
                  <a:pt x="0" y="0"/>
                </a:moveTo>
                <a:lnTo>
                  <a:pt x="1677305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979277" y="2381630"/>
            <a:ext cx="6650355" cy="7628890"/>
            <a:chOff x="10979277" y="2381630"/>
            <a:chExt cx="6650355" cy="7628890"/>
          </a:xfrm>
        </p:grpSpPr>
        <p:sp>
          <p:nvSpPr>
            <p:cNvPr id="4" name="object 4" descr=""/>
            <p:cNvSpPr/>
            <p:nvPr/>
          </p:nvSpPr>
          <p:spPr>
            <a:xfrm>
              <a:off x="10979277" y="2381630"/>
              <a:ext cx="6650355" cy="7628890"/>
            </a:xfrm>
            <a:custGeom>
              <a:avLst/>
              <a:gdLst/>
              <a:ahLst/>
              <a:cxnLst/>
              <a:rect l="l" t="t" r="r" b="b"/>
              <a:pathLst>
                <a:path w="6650355" h="7628890">
                  <a:moveTo>
                    <a:pt x="6325615" y="0"/>
                  </a:moveTo>
                  <a:lnTo>
                    <a:pt x="324739" y="0"/>
                  </a:lnTo>
                  <a:lnTo>
                    <a:pt x="276756" y="3521"/>
                  </a:lnTo>
                  <a:lnTo>
                    <a:pt x="230958" y="13751"/>
                  </a:lnTo>
                  <a:lnTo>
                    <a:pt x="187847" y="30186"/>
                  </a:lnTo>
                  <a:lnTo>
                    <a:pt x="147925" y="52323"/>
                  </a:lnTo>
                  <a:lnTo>
                    <a:pt x="111696" y="79661"/>
                  </a:lnTo>
                  <a:lnTo>
                    <a:pt x="79661" y="111696"/>
                  </a:lnTo>
                  <a:lnTo>
                    <a:pt x="52323" y="147925"/>
                  </a:lnTo>
                  <a:lnTo>
                    <a:pt x="30186" y="187847"/>
                  </a:lnTo>
                  <a:lnTo>
                    <a:pt x="13751" y="230958"/>
                  </a:lnTo>
                  <a:lnTo>
                    <a:pt x="3521" y="276756"/>
                  </a:lnTo>
                  <a:lnTo>
                    <a:pt x="0" y="324739"/>
                  </a:lnTo>
                  <a:lnTo>
                    <a:pt x="0" y="7303566"/>
                  </a:lnTo>
                  <a:lnTo>
                    <a:pt x="3521" y="7351561"/>
                  </a:lnTo>
                  <a:lnTo>
                    <a:pt x="13751" y="7397370"/>
                  </a:lnTo>
                  <a:lnTo>
                    <a:pt x="30186" y="7440491"/>
                  </a:lnTo>
                  <a:lnTo>
                    <a:pt x="52323" y="7480421"/>
                  </a:lnTo>
                  <a:lnTo>
                    <a:pt x="79661" y="7516657"/>
                  </a:lnTo>
                  <a:lnTo>
                    <a:pt x="111696" y="7548697"/>
                  </a:lnTo>
                  <a:lnTo>
                    <a:pt x="147925" y="7576039"/>
                  </a:lnTo>
                  <a:lnTo>
                    <a:pt x="187847" y="7598179"/>
                  </a:lnTo>
                  <a:lnTo>
                    <a:pt x="230958" y="7614616"/>
                  </a:lnTo>
                  <a:lnTo>
                    <a:pt x="276756" y="7624847"/>
                  </a:lnTo>
                  <a:lnTo>
                    <a:pt x="324739" y="7628369"/>
                  </a:lnTo>
                  <a:lnTo>
                    <a:pt x="6325615" y="7628369"/>
                  </a:lnTo>
                  <a:lnTo>
                    <a:pt x="6373598" y="7624847"/>
                  </a:lnTo>
                  <a:lnTo>
                    <a:pt x="6419396" y="7614616"/>
                  </a:lnTo>
                  <a:lnTo>
                    <a:pt x="6462507" y="7598179"/>
                  </a:lnTo>
                  <a:lnTo>
                    <a:pt x="6502429" y="7576039"/>
                  </a:lnTo>
                  <a:lnTo>
                    <a:pt x="6538658" y="7548697"/>
                  </a:lnTo>
                  <a:lnTo>
                    <a:pt x="6570693" y="7516657"/>
                  </a:lnTo>
                  <a:lnTo>
                    <a:pt x="6598031" y="7480421"/>
                  </a:lnTo>
                  <a:lnTo>
                    <a:pt x="6620168" y="7440491"/>
                  </a:lnTo>
                  <a:lnTo>
                    <a:pt x="6636603" y="7397370"/>
                  </a:lnTo>
                  <a:lnTo>
                    <a:pt x="6646833" y="7351561"/>
                  </a:lnTo>
                  <a:lnTo>
                    <a:pt x="6650355" y="7303566"/>
                  </a:lnTo>
                  <a:lnTo>
                    <a:pt x="6650355" y="324739"/>
                  </a:lnTo>
                  <a:lnTo>
                    <a:pt x="6646833" y="276756"/>
                  </a:lnTo>
                  <a:lnTo>
                    <a:pt x="6636603" y="230958"/>
                  </a:lnTo>
                  <a:lnTo>
                    <a:pt x="6620168" y="187847"/>
                  </a:lnTo>
                  <a:lnTo>
                    <a:pt x="6598031" y="147925"/>
                  </a:lnTo>
                  <a:lnTo>
                    <a:pt x="6570693" y="111696"/>
                  </a:lnTo>
                  <a:lnTo>
                    <a:pt x="6538658" y="79661"/>
                  </a:lnTo>
                  <a:lnTo>
                    <a:pt x="6502429" y="52323"/>
                  </a:lnTo>
                  <a:lnTo>
                    <a:pt x="6462507" y="30186"/>
                  </a:lnTo>
                  <a:lnTo>
                    <a:pt x="6419396" y="13751"/>
                  </a:lnTo>
                  <a:lnTo>
                    <a:pt x="6373598" y="3521"/>
                  </a:lnTo>
                  <a:lnTo>
                    <a:pt x="6325615" y="0"/>
                  </a:lnTo>
                  <a:close/>
                </a:path>
              </a:pathLst>
            </a:custGeom>
            <a:solidFill>
              <a:srgbClr val="EBED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494389" y="2690494"/>
              <a:ext cx="5650230" cy="967740"/>
            </a:xfrm>
            <a:custGeom>
              <a:avLst/>
              <a:gdLst/>
              <a:ahLst/>
              <a:cxnLst/>
              <a:rect l="l" t="t" r="r" b="b"/>
              <a:pathLst>
                <a:path w="5650230" h="967739">
                  <a:moveTo>
                    <a:pt x="5594095" y="0"/>
                  </a:moveTo>
                  <a:lnTo>
                    <a:pt x="56006" y="0"/>
                  </a:lnTo>
                  <a:lnTo>
                    <a:pt x="34182" y="4413"/>
                  </a:lnTo>
                  <a:lnTo>
                    <a:pt x="16382" y="16446"/>
                  </a:lnTo>
                  <a:lnTo>
                    <a:pt x="4393" y="34290"/>
                  </a:lnTo>
                  <a:lnTo>
                    <a:pt x="0" y="56133"/>
                  </a:lnTo>
                  <a:lnTo>
                    <a:pt x="0" y="911225"/>
                  </a:lnTo>
                  <a:lnTo>
                    <a:pt x="4393" y="933049"/>
                  </a:lnTo>
                  <a:lnTo>
                    <a:pt x="16382" y="950849"/>
                  </a:lnTo>
                  <a:lnTo>
                    <a:pt x="34182" y="962838"/>
                  </a:lnTo>
                  <a:lnTo>
                    <a:pt x="56006" y="967231"/>
                  </a:lnTo>
                  <a:lnTo>
                    <a:pt x="5594095" y="967231"/>
                  </a:lnTo>
                  <a:lnTo>
                    <a:pt x="5615920" y="962838"/>
                  </a:lnTo>
                  <a:lnTo>
                    <a:pt x="5633720" y="950848"/>
                  </a:lnTo>
                  <a:lnTo>
                    <a:pt x="5645709" y="933049"/>
                  </a:lnTo>
                  <a:lnTo>
                    <a:pt x="5650103" y="911225"/>
                  </a:lnTo>
                  <a:lnTo>
                    <a:pt x="5650103" y="56133"/>
                  </a:lnTo>
                  <a:lnTo>
                    <a:pt x="5645709" y="34289"/>
                  </a:lnTo>
                  <a:lnTo>
                    <a:pt x="5633719" y="16446"/>
                  </a:lnTo>
                  <a:lnTo>
                    <a:pt x="5615920" y="4413"/>
                  </a:lnTo>
                  <a:lnTo>
                    <a:pt x="5594095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685774" y="8375015"/>
            <a:ext cx="476884" cy="476884"/>
          </a:xfrm>
          <a:custGeom>
            <a:avLst/>
            <a:gdLst/>
            <a:ahLst/>
            <a:cxnLst/>
            <a:rect l="l" t="t" r="r" b="b"/>
            <a:pathLst>
              <a:path w="476884" h="476884">
                <a:moveTo>
                  <a:pt x="238201" y="0"/>
                </a:moveTo>
                <a:lnTo>
                  <a:pt x="190194" y="4840"/>
                </a:lnTo>
                <a:lnTo>
                  <a:pt x="145480" y="18722"/>
                </a:lnTo>
                <a:lnTo>
                  <a:pt x="105018" y="40685"/>
                </a:lnTo>
                <a:lnTo>
                  <a:pt x="69765" y="69770"/>
                </a:lnTo>
                <a:lnTo>
                  <a:pt x="40679" y="105016"/>
                </a:lnTo>
                <a:lnTo>
                  <a:pt x="18718" y="145464"/>
                </a:lnTo>
                <a:lnTo>
                  <a:pt x="4839" y="190153"/>
                </a:lnTo>
                <a:lnTo>
                  <a:pt x="0" y="238124"/>
                </a:lnTo>
                <a:lnTo>
                  <a:pt x="4839" y="286137"/>
                </a:lnTo>
                <a:lnTo>
                  <a:pt x="18718" y="330858"/>
                </a:lnTo>
                <a:lnTo>
                  <a:pt x="40679" y="371329"/>
                </a:lnTo>
                <a:lnTo>
                  <a:pt x="69765" y="406590"/>
                </a:lnTo>
                <a:lnTo>
                  <a:pt x="105018" y="435684"/>
                </a:lnTo>
                <a:lnTo>
                  <a:pt x="145480" y="457652"/>
                </a:lnTo>
                <a:lnTo>
                  <a:pt x="190194" y="471536"/>
                </a:lnTo>
                <a:lnTo>
                  <a:pt x="238201" y="476376"/>
                </a:lnTo>
                <a:lnTo>
                  <a:pt x="286208" y="471536"/>
                </a:lnTo>
                <a:lnTo>
                  <a:pt x="330921" y="457652"/>
                </a:lnTo>
                <a:lnTo>
                  <a:pt x="371383" y="435684"/>
                </a:lnTo>
                <a:lnTo>
                  <a:pt x="406636" y="406590"/>
                </a:lnTo>
                <a:lnTo>
                  <a:pt x="435722" y="371329"/>
                </a:lnTo>
                <a:lnTo>
                  <a:pt x="457683" y="330858"/>
                </a:lnTo>
                <a:lnTo>
                  <a:pt x="471563" y="286137"/>
                </a:lnTo>
                <a:lnTo>
                  <a:pt x="476402" y="238124"/>
                </a:lnTo>
                <a:lnTo>
                  <a:pt x="471563" y="190153"/>
                </a:lnTo>
                <a:lnTo>
                  <a:pt x="457683" y="145464"/>
                </a:lnTo>
                <a:lnTo>
                  <a:pt x="435722" y="105016"/>
                </a:lnTo>
                <a:lnTo>
                  <a:pt x="406636" y="69770"/>
                </a:lnTo>
                <a:lnTo>
                  <a:pt x="371383" y="40685"/>
                </a:lnTo>
                <a:lnTo>
                  <a:pt x="330921" y="18722"/>
                </a:lnTo>
                <a:lnTo>
                  <a:pt x="286208" y="4840"/>
                </a:lnTo>
                <a:lnTo>
                  <a:pt x="2382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08736" y="8382380"/>
            <a:ext cx="26854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6260" algn="l"/>
              </a:tabLst>
            </a:pPr>
            <a:r>
              <a:rPr dirty="0" sz="2800" spc="-50" b="1">
                <a:solidFill>
                  <a:srgbClr val="FFFFFF"/>
                </a:solidFill>
                <a:latin typeface="Malgun Gothic"/>
                <a:cs typeface="Malgun Gothic"/>
              </a:rPr>
              <a:t>3</a:t>
            </a:r>
            <a:r>
              <a:rPr dirty="0" sz="280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2800" b="1">
                <a:latin typeface="Malgun Gothic"/>
                <a:cs typeface="Malgun Gothic"/>
              </a:rPr>
              <a:t>Support</a:t>
            </a:r>
            <a:r>
              <a:rPr dirty="0" sz="2800" spc="-140" b="1">
                <a:latin typeface="Malgun Gothic"/>
                <a:cs typeface="Malgun Gothic"/>
              </a:rPr>
              <a:t> </a:t>
            </a:r>
            <a:r>
              <a:rPr dirty="0" sz="2800" spc="-25" b="1">
                <a:latin typeface="Malgun Gothic"/>
                <a:cs typeface="Malgun Gothic"/>
              </a:rPr>
              <a:t>SLA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85774" y="6331965"/>
            <a:ext cx="476884" cy="476884"/>
          </a:xfrm>
          <a:custGeom>
            <a:avLst/>
            <a:gdLst/>
            <a:ahLst/>
            <a:cxnLst/>
            <a:rect l="l" t="t" r="r" b="b"/>
            <a:pathLst>
              <a:path w="476884" h="476884">
                <a:moveTo>
                  <a:pt x="238201" y="0"/>
                </a:moveTo>
                <a:lnTo>
                  <a:pt x="190194" y="4835"/>
                </a:lnTo>
                <a:lnTo>
                  <a:pt x="145480" y="18704"/>
                </a:lnTo>
                <a:lnTo>
                  <a:pt x="105018" y="40652"/>
                </a:lnTo>
                <a:lnTo>
                  <a:pt x="69765" y="69723"/>
                </a:lnTo>
                <a:lnTo>
                  <a:pt x="40679" y="104961"/>
                </a:lnTo>
                <a:lnTo>
                  <a:pt x="18718" y="145411"/>
                </a:lnTo>
                <a:lnTo>
                  <a:pt x="4839" y="190117"/>
                </a:lnTo>
                <a:lnTo>
                  <a:pt x="0" y="238125"/>
                </a:lnTo>
                <a:lnTo>
                  <a:pt x="4839" y="286137"/>
                </a:lnTo>
                <a:lnTo>
                  <a:pt x="18718" y="330858"/>
                </a:lnTo>
                <a:lnTo>
                  <a:pt x="40679" y="371329"/>
                </a:lnTo>
                <a:lnTo>
                  <a:pt x="69765" y="406590"/>
                </a:lnTo>
                <a:lnTo>
                  <a:pt x="105018" y="435684"/>
                </a:lnTo>
                <a:lnTo>
                  <a:pt x="145480" y="457652"/>
                </a:lnTo>
                <a:lnTo>
                  <a:pt x="190194" y="471536"/>
                </a:lnTo>
                <a:lnTo>
                  <a:pt x="238201" y="476376"/>
                </a:lnTo>
                <a:lnTo>
                  <a:pt x="286208" y="471536"/>
                </a:lnTo>
                <a:lnTo>
                  <a:pt x="330921" y="457652"/>
                </a:lnTo>
                <a:lnTo>
                  <a:pt x="371383" y="435684"/>
                </a:lnTo>
                <a:lnTo>
                  <a:pt x="406636" y="406590"/>
                </a:lnTo>
                <a:lnTo>
                  <a:pt x="435722" y="371329"/>
                </a:lnTo>
                <a:lnTo>
                  <a:pt x="457683" y="330858"/>
                </a:lnTo>
                <a:lnTo>
                  <a:pt x="471563" y="286137"/>
                </a:lnTo>
                <a:lnTo>
                  <a:pt x="476402" y="238125"/>
                </a:lnTo>
                <a:lnTo>
                  <a:pt x="471563" y="190117"/>
                </a:lnTo>
                <a:lnTo>
                  <a:pt x="457683" y="145411"/>
                </a:lnTo>
                <a:lnTo>
                  <a:pt x="435722" y="104961"/>
                </a:lnTo>
                <a:lnTo>
                  <a:pt x="406636" y="69723"/>
                </a:lnTo>
                <a:lnTo>
                  <a:pt x="371383" y="40652"/>
                </a:lnTo>
                <a:lnTo>
                  <a:pt x="330921" y="18704"/>
                </a:lnTo>
                <a:lnTo>
                  <a:pt x="286208" y="4835"/>
                </a:lnTo>
                <a:lnTo>
                  <a:pt x="2382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08736" y="6339078"/>
            <a:ext cx="24714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6260" algn="l"/>
              </a:tabLst>
            </a:pPr>
            <a:r>
              <a:rPr dirty="0" sz="2800" spc="-50" b="1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r>
              <a:rPr dirty="0" sz="280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2800" b="1">
                <a:latin typeface="Malgun Gothic"/>
                <a:cs typeface="Malgun Gothic"/>
              </a:rPr>
              <a:t>서비스</a:t>
            </a:r>
            <a:r>
              <a:rPr dirty="0" sz="2800" spc="-75" b="1">
                <a:latin typeface="Malgun Gothic"/>
                <a:cs typeface="Malgun Gothic"/>
              </a:rPr>
              <a:t> </a:t>
            </a:r>
            <a:r>
              <a:rPr dirty="0" sz="2800" spc="-25" b="1">
                <a:latin typeface="Malgun Gothic"/>
                <a:cs typeface="Malgun Gothic"/>
              </a:rPr>
              <a:t>지원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85774" y="4437379"/>
            <a:ext cx="476884" cy="476884"/>
          </a:xfrm>
          <a:custGeom>
            <a:avLst/>
            <a:gdLst/>
            <a:ahLst/>
            <a:cxnLst/>
            <a:rect l="l" t="t" r="r" b="b"/>
            <a:pathLst>
              <a:path w="476884" h="476885">
                <a:moveTo>
                  <a:pt x="238201" y="0"/>
                </a:moveTo>
                <a:lnTo>
                  <a:pt x="190194" y="4840"/>
                </a:lnTo>
                <a:lnTo>
                  <a:pt x="145480" y="18724"/>
                </a:lnTo>
                <a:lnTo>
                  <a:pt x="105018" y="40692"/>
                </a:lnTo>
                <a:lnTo>
                  <a:pt x="69765" y="69786"/>
                </a:lnTo>
                <a:lnTo>
                  <a:pt x="40679" y="105047"/>
                </a:lnTo>
                <a:lnTo>
                  <a:pt x="18718" y="145518"/>
                </a:lnTo>
                <a:lnTo>
                  <a:pt x="4839" y="190239"/>
                </a:lnTo>
                <a:lnTo>
                  <a:pt x="0" y="238252"/>
                </a:lnTo>
                <a:lnTo>
                  <a:pt x="4839" y="286259"/>
                </a:lnTo>
                <a:lnTo>
                  <a:pt x="18718" y="330965"/>
                </a:lnTo>
                <a:lnTo>
                  <a:pt x="40679" y="371415"/>
                </a:lnTo>
                <a:lnTo>
                  <a:pt x="69765" y="406653"/>
                </a:lnTo>
                <a:lnTo>
                  <a:pt x="105018" y="435724"/>
                </a:lnTo>
                <a:lnTo>
                  <a:pt x="145480" y="457672"/>
                </a:lnTo>
                <a:lnTo>
                  <a:pt x="190194" y="471541"/>
                </a:lnTo>
                <a:lnTo>
                  <a:pt x="238201" y="476377"/>
                </a:lnTo>
                <a:lnTo>
                  <a:pt x="286208" y="471541"/>
                </a:lnTo>
                <a:lnTo>
                  <a:pt x="330921" y="457672"/>
                </a:lnTo>
                <a:lnTo>
                  <a:pt x="371383" y="435724"/>
                </a:lnTo>
                <a:lnTo>
                  <a:pt x="406636" y="406653"/>
                </a:lnTo>
                <a:lnTo>
                  <a:pt x="435722" y="371415"/>
                </a:lnTo>
                <a:lnTo>
                  <a:pt x="457683" y="330965"/>
                </a:lnTo>
                <a:lnTo>
                  <a:pt x="471563" y="286259"/>
                </a:lnTo>
                <a:lnTo>
                  <a:pt x="476402" y="238252"/>
                </a:lnTo>
                <a:lnTo>
                  <a:pt x="471563" y="190239"/>
                </a:lnTo>
                <a:lnTo>
                  <a:pt x="457683" y="145518"/>
                </a:lnTo>
                <a:lnTo>
                  <a:pt x="435722" y="105047"/>
                </a:lnTo>
                <a:lnTo>
                  <a:pt x="406636" y="69786"/>
                </a:lnTo>
                <a:lnTo>
                  <a:pt x="371383" y="40692"/>
                </a:lnTo>
                <a:lnTo>
                  <a:pt x="330921" y="18724"/>
                </a:lnTo>
                <a:lnTo>
                  <a:pt x="286208" y="4840"/>
                </a:lnTo>
                <a:lnTo>
                  <a:pt x="238201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08736" y="4444111"/>
            <a:ext cx="33566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6260" algn="l"/>
              </a:tabLst>
            </a:pPr>
            <a:r>
              <a:rPr dirty="0" sz="2800" spc="-50" b="1">
                <a:solidFill>
                  <a:srgbClr val="FFFFFF"/>
                </a:solidFill>
                <a:latin typeface="Malgun Gothic"/>
                <a:cs typeface="Malgun Gothic"/>
              </a:rPr>
              <a:t>1</a:t>
            </a:r>
            <a:r>
              <a:rPr dirty="0" sz="2800" b="1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dirty="0" sz="2800" b="1">
                <a:latin typeface="Malgun Gothic"/>
                <a:cs typeface="Malgun Gothic"/>
              </a:rPr>
              <a:t>Uptime</a:t>
            </a:r>
            <a:r>
              <a:rPr dirty="0" sz="2800" spc="-95" b="1">
                <a:latin typeface="Malgun Gothic"/>
                <a:cs typeface="Malgun Gothic"/>
              </a:rPr>
              <a:t> </a:t>
            </a:r>
            <a:r>
              <a:rPr dirty="0" sz="2800" spc="-20" b="1">
                <a:latin typeface="Malgun Gothic"/>
                <a:cs typeface="Malgun Gothic"/>
              </a:rPr>
              <a:t>모니터링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762246" y="2690495"/>
            <a:ext cx="5650230" cy="967740"/>
          </a:xfrm>
          <a:custGeom>
            <a:avLst/>
            <a:gdLst/>
            <a:ahLst/>
            <a:cxnLst/>
            <a:rect l="l" t="t" r="r" b="b"/>
            <a:pathLst>
              <a:path w="5650230" h="967739">
                <a:moveTo>
                  <a:pt x="5583555" y="0"/>
                </a:moveTo>
                <a:lnTo>
                  <a:pt x="66675" y="0"/>
                </a:lnTo>
                <a:lnTo>
                  <a:pt x="40719" y="5238"/>
                </a:lnTo>
                <a:lnTo>
                  <a:pt x="19526" y="19526"/>
                </a:lnTo>
                <a:lnTo>
                  <a:pt x="5238" y="40719"/>
                </a:lnTo>
                <a:lnTo>
                  <a:pt x="0" y="66675"/>
                </a:lnTo>
                <a:lnTo>
                  <a:pt x="0" y="900556"/>
                </a:lnTo>
                <a:lnTo>
                  <a:pt x="5238" y="926512"/>
                </a:lnTo>
                <a:lnTo>
                  <a:pt x="19526" y="947705"/>
                </a:lnTo>
                <a:lnTo>
                  <a:pt x="40719" y="961993"/>
                </a:lnTo>
                <a:lnTo>
                  <a:pt x="66675" y="967231"/>
                </a:lnTo>
                <a:lnTo>
                  <a:pt x="5583555" y="967231"/>
                </a:lnTo>
                <a:lnTo>
                  <a:pt x="5609510" y="961993"/>
                </a:lnTo>
                <a:lnTo>
                  <a:pt x="5630703" y="947705"/>
                </a:lnTo>
                <a:lnTo>
                  <a:pt x="5644991" y="926512"/>
                </a:lnTo>
                <a:lnTo>
                  <a:pt x="5650230" y="900556"/>
                </a:lnTo>
                <a:lnTo>
                  <a:pt x="5650230" y="66675"/>
                </a:lnTo>
                <a:lnTo>
                  <a:pt x="5644991" y="40719"/>
                </a:lnTo>
                <a:lnTo>
                  <a:pt x="5630703" y="19526"/>
                </a:lnTo>
                <a:lnTo>
                  <a:pt x="5609510" y="5238"/>
                </a:lnTo>
                <a:lnTo>
                  <a:pt x="5583555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877939" y="2942031"/>
            <a:ext cx="14192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Malgun Gothic"/>
                <a:cs typeface="Malgun Gothic"/>
              </a:rPr>
              <a:t>DIY</a:t>
            </a:r>
            <a:r>
              <a:rPr dirty="0" sz="2800" spc="-15" b="1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Malgun Gothic"/>
                <a:cs typeface="Malgun Gothic"/>
              </a:rPr>
              <a:t>OSS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477747" y="2942031"/>
            <a:ext cx="16827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Malgun Gothic"/>
                <a:cs typeface="Malgun Gothic"/>
              </a:rPr>
              <a:t>Confluent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750053" y="4291965"/>
            <a:ext cx="50958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961005" algn="l"/>
              </a:tabLst>
            </a:pP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사용자가</a:t>
            </a:r>
            <a:r>
              <a:rPr dirty="0" sz="2400" spc="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직접</a:t>
            </a:r>
            <a:r>
              <a:rPr dirty="0" sz="2400" spc="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666666"/>
                </a:solidFill>
                <a:latin typeface="Malgun Gothic"/>
                <a:cs typeface="Malgun Gothic"/>
              </a:rPr>
              <a:t>수행.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	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사용자가</a:t>
            </a:r>
            <a:r>
              <a:rPr dirty="0" sz="2400" spc="1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666666"/>
                </a:solidFill>
                <a:latin typeface="Malgun Gothic"/>
                <a:cs typeface="Malgun Gothic"/>
              </a:rPr>
              <a:t>직접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모니터링과</a:t>
            </a:r>
            <a:r>
              <a:rPr dirty="0" sz="2400" spc="-1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alert</a:t>
            </a:r>
            <a:r>
              <a:rPr dirty="0" sz="2400" spc="-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설정</a:t>
            </a:r>
            <a:r>
              <a:rPr dirty="0" sz="2400" spc="-1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및</a:t>
            </a:r>
            <a:r>
              <a:rPr dirty="0" sz="2400" spc="-1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10">
                <a:solidFill>
                  <a:srgbClr val="666666"/>
                </a:solidFill>
                <a:latin typeface="Malgun Gothic"/>
                <a:cs typeface="Malgun Gothic"/>
              </a:rPr>
              <a:t>관리해야함.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50053" y="6077534"/>
            <a:ext cx="563880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응답시간이</a:t>
            </a:r>
            <a:r>
              <a:rPr dirty="0" sz="2400" spc="-20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명확하지</a:t>
            </a:r>
            <a:r>
              <a:rPr dirty="0" sz="2400" spc="-10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않은</a:t>
            </a:r>
            <a:r>
              <a:rPr dirty="0" sz="2400" spc="-5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666666"/>
                </a:solidFill>
                <a:latin typeface="Malgun Gothic"/>
                <a:cs typeface="Malgun Gothic"/>
              </a:rPr>
              <a:t>서비스</a:t>
            </a:r>
            <a:r>
              <a:rPr dirty="0" sz="2400" spc="-20" b="1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666666"/>
                </a:solidFill>
                <a:latin typeface="Malgun Gothic"/>
                <a:cs typeface="Malgun Gothic"/>
              </a:rPr>
              <a:t>지원.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범용적인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서비스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지원만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제공하되</a:t>
            </a:r>
            <a:r>
              <a:rPr dirty="0" sz="2400" spc="-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666666"/>
                </a:solidFill>
                <a:latin typeface="Malgun Gothic"/>
                <a:cs typeface="Malgun Gothic"/>
              </a:rPr>
              <a:t>예정된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응답시간이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666666"/>
                </a:solidFill>
                <a:latin typeface="Malgun Gothic"/>
                <a:cs typeface="Malgun Gothic"/>
              </a:rPr>
              <a:t>없음.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482578" y="4108526"/>
            <a:ext cx="6029325" cy="3092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4295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Malgun Gothic"/>
                <a:cs typeface="Malgun Gothic"/>
              </a:rPr>
              <a:t>Health+</a:t>
            </a:r>
            <a:r>
              <a:rPr dirty="0" sz="2400" spc="-20" b="1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서비스를</a:t>
            </a:r>
            <a:r>
              <a:rPr dirty="0" sz="2400" spc="-35" b="1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통해</a:t>
            </a:r>
            <a:r>
              <a:rPr dirty="0" sz="2400" spc="-45" b="1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사전적</a:t>
            </a:r>
            <a:r>
              <a:rPr dirty="0" sz="2400" spc="-35" b="1">
                <a:latin typeface="Malgun Gothic"/>
                <a:cs typeface="Malgun Gothic"/>
              </a:rPr>
              <a:t> </a:t>
            </a:r>
            <a:r>
              <a:rPr dirty="0" sz="2400" spc="-25" b="1">
                <a:latin typeface="Malgun Gothic"/>
                <a:cs typeface="Malgun Gothic"/>
              </a:rPr>
              <a:t>조치를 </a:t>
            </a:r>
            <a:r>
              <a:rPr dirty="0" sz="2400" b="1">
                <a:latin typeface="Malgun Gothic"/>
                <a:cs typeface="Malgun Gothic"/>
              </a:rPr>
              <a:t>취함.</a:t>
            </a:r>
            <a:r>
              <a:rPr dirty="0" sz="2400" spc="5" b="1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업타임</a:t>
            </a:r>
            <a:r>
              <a:rPr dirty="0" sz="2400" spc="5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모니터링</a:t>
            </a:r>
            <a:r>
              <a:rPr dirty="0" sz="2400" spc="5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수행하고</a:t>
            </a:r>
            <a:r>
              <a:rPr dirty="0" sz="2400" spc="-5">
                <a:latin typeface="Malgun Gothic"/>
                <a:cs typeface="Malgun Gothic"/>
              </a:rPr>
              <a:t> </a:t>
            </a:r>
            <a:r>
              <a:rPr dirty="0" sz="2400" spc="-25">
                <a:latin typeface="Malgun Gothic"/>
                <a:cs typeface="Malgun Gothic"/>
              </a:rPr>
              <a:t>이슈 </a:t>
            </a:r>
            <a:r>
              <a:rPr dirty="0" sz="2400">
                <a:latin typeface="Malgun Gothic"/>
                <a:cs typeface="Malgun Gothic"/>
              </a:rPr>
              <a:t>발생시</a:t>
            </a:r>
            <a:r>
              <a:rPr dirty="0" sz="2400" spc="10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선제적으로</a:t>
            </a:r>
            <a:r>
              <a:rPr dirty="0" sz="2400" spc="5">
                <a:latin typeface="Malgun Gothic"/>
                <a:cs typeface="Malgun Gothic"/>
              </a:rPr>
              <a:t> </a:t>
            </a:r>
            <a:r>
              <a:rPr dirty="0" sz="2400" spc="-25">
                <a:latin typeface="Malgun Gothic"/>
                <a:cs typeface="Malgun Gothic"/>
              </a:rPr>
              <a:t>지원</a:t>
            </a:r>
            <a:endParaRPr sz="24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715"/>
              </a:spcBef>
            </a:pPr>
            <a:endParaRPr sz="240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</a:pPr>
            <a:r>
              <a:rPr dirty="0" sz="2400" b="1">
                <a:latin typeface="Malgun Gothic"/>
                <a:cs typeface="Malgun Gothic"/>
              </a:rPr>
              <a:t>신속한</a:t>
            </a:r>
            <a:r>
              <a:rPr dirty="0" sz="2400" spc="-15" b="1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Kafka</a:t>
            </a:r>
            <a:r>
              <a:rPr dirty="0" sz="2400" spc="-10" b="1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전문가의</a:t>
            </a:r>
            <a:r>
              <a:rPr dirty="0" sz="2400" spc="-5" b="1">
                <a:latin typeface="Malgun Gothic"/>
                <a:cs typeface="Malgun Gothic"/>
              </a:rPr>
              <a:t> </a:t>
            </a:r>
            <a:r>
              <a:rPr dirty="0" sz="2400" b="1">
                <a:latin typeface="Malgun Gothic"/>
                <a:cs typeface="Malgun Gothic"/>
              </a:rPr>
              <a:t>지원.</a:t>
            </a:r>
            <a:r>
              <a:rPr dirty="0" sz="2400" spc="-10" b="1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커미터가</a:t>
            </a:r>
            <a:r>
              <a:rPr dirty="0" sz="2400" spc="-5">
                <a:latin typeface="Malgun Gothic"/>
                <a:cs typeface="Malgun Gothic"/>
              </a:rPr>
              <a:t> </a:t>
            </a:r>
            <a:r>
              <a:rPr dirty="0" sz="2400" spc="-25">
                <a:latin typeface="Malgun Gothic"/>
                <a:cs typeface="Malgun Gothic"/>
              </a:rPr>
              <a:t>직접 </a:t>
            </a:r>
            <a:r>
              <a:rPr dirty="0" sz="2400">
                <a:latin typeface="Malgun Gothic"/>
                <a:cs typeface="Malgun Gothic"/>
              </a:rPr>
              <a:t>서비스</a:t>
            </a:r>
            <a:r>
              <a:rPr dirty="0" sz="2400" spc="10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지원을</a:t>
            </a:r>
            <a:r>
              <a:rPr dirty="0" sz="2400" spc="5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수행,</a:t>
            </a:r>
            <a:r>
              <a:rPr dirty="0" sz="2400" spc="-5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전문가</a:t>
            </a:r>
            <a:r>
              <a:rPr dirty="0" sz="2400" spc="5">
                <a:latin typeface="Malgun Gothic"/>
                <a:cs typeface="Malgun Gothic"/>
              </a:rPr>
              <a:t> </a:t>
            </a:r>
            <a:r>
              <a:rPr dirty="0" sz="2400">
                <a:latin typeface="Malgun Gothic"/>
                <a:cs typeface="Malgun Gothic"/>
              </a:rPr>
              <a:t>모두</a:t>
            </a:r>
            <a:r>
              <a:rPr dirty="0" sz="2400" spc="10">
                <a:latin typeface="Malgun Gothic"/>
                <a:cs typeface="Malgun Gothic"/>
              </a:rPr>
              <a:t> </a:t>
            </a:r>
            <a:r>
              <a:rPr dirty="0" sz="2400" spc="-25">
                <a:latin typeface="Malgun Gothic"/>
                <a:cs typeface="Malgun Gothic"/>
              </a:rPr>
              <a:t>OSS </a:t>
            </a:r>
            <a:r>
              <a:rPr dirty="0" sz="2400">
                <a:latin typeface="Malgun Gothic"/>
                <a:cs typeface="Malgun Gothic"/>
              </a:rPr>
              <a:t>contributor로</a:t>
            </a:r>
            <a:r>
              <a:rPr dirty="0" sz="2400" spc="-55">
                <a:latin typeface="Malgun Gothic"/>
                <a:cs typeface="Malgun Gothic"/>
              </a:rPr>
              <a:t> </a:t>
            </a:r>
            <a:r>
              <a:rPr dirty="0" sz="2400" spc="-25">
                <a:latin typeface="Malgun Gothic"/>
                <a:cs typeface="Malgun Gothic"/>
              </a:rPr>
              <a:t>활동.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50053" y="8412860"/>
            <a:ext cx="4097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Support</a:t>
            </a:r>
            <a:r>
              <a:rPr dirty="0" sz="2400" spc="-2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SLA는</a:t>
            </a:r>
            <a:r>
              <a:rPr dirty="0" sz="2400" spc="-2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>
                <a:solidFill>
                  <a:srgbClr val="666666"/>
                </a:solidFill>
                <a:latin typeface="Malgun Gothic"/>
                <a:cs typeface="Malgun Gothic"/>
              </a:rPr>
              <a:t>해당사항</a:t>
            </a:r>
            <a:r>
              <a:rPr dirty="0" sz="2400" spc="5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dirty="0" sz="2400" spc="-25">
                <a:solidFill>
                  <a:srgbClr val="666666"/>
                </a:solidFill>
                <a:latin typeface="Malgun Gothic"/>
                <a:cs typeface="Malgun Gothic"/>
              </a:rPr>
              <a:t>없음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752055" y="5660135"/>
            <a:ext cx="16773525" cy="1969135"/>
          </a:xfrm>
          <a:custGeom>
            <a:avLst/>
            <a:gdLst/>
            <a:ahLst/>
            <a:cxnLst/>
            <a:rect l="l" t="t" r="r" b="b"/>
            <a:pathLst>
              <a:path w="16773525" h="1969134">
                <a:moveTo>
                  <a:pt x="0" y="1968753"/>
                </a:moveTo>
                <a:lnTo>
                  <a:pt x="16773055" y="1968753"/>
                </a:lnTo>
              </a:path>
              <a:path w="16773525" h="1969134">
                <a:moveTo>
                  <a:pt x="0" y="0"/>
                </a:moveTo>
                <a:lnTo>
                  <a:pt x="1677305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1482578" y="8299831"/>
            <a:ext cx="51689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P1</a:t>
            </a:r>
            <a:r>
              <a:rPr dirty="0" sz="2400" spc="-20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요청의 경우</a:t>
            </a:r>
            <a:r>
              <a:rPr dirty="0" sz="2400" spc="-10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Kafka</a:t>
            </a:r>
            <a:r>
              <a:rPr dirty="0" sz="2400" spc="-10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전문가가</a:t>
            </a:r>
            <a:r>
              <a:rPr dirty="0" sz="2400" spc="-5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spc="-25" b="1">
                <a:solidFill>
                  <a:srgbClr val="434343"/>
                </a:solidFill>
                <a:latin typeface="Malgun Gothic"/>
                <a:cs typeface="Malgun Gothic"/>
              </a:rPr>
              <a:t>최대</a:t>
            </a:r>
            <a:endParaRPr sz="2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30분내</a:t>
            </a:r>
            <a:r>
              <a:rPr dirty="0" sz="2400" spc="-35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응답(Platinum</a:t>
            </a:r>
            <a:r>
              <a:rPr dirty="0" sz="2400" spc="-10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b="1">
                <a:solidFill>
                  <a:srgbClr val="434343"/>
                </a:solidFill>
                <a:latin typeface="Malgun Gothic"/>
                <a:cs typeface="Malgun Gothic"/>
              </a:rPr>
              <a:t>혹은</a:t>
            </a:r>
            <a:r>
              <a:rPr dirty="0" sz="2400" spc="-20" b="1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2400" spc="-10" b="1">
                <a:solidFill>
                  <a:srgbClr val="434343"/>
                </a:solidFill>
                <a:latin typeface="Malgun Gothic"/>
                <a:cs typeface="Malgun Gothic"/>
              </a:rPr>
              <a:t>Premier)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869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/>
              <a:t>증가하는</a:t>
            </a:r>
            <a:r>
              <a:rPr dirty="0" spc="-10"/>
              <a:t> </a:t>
            </a:r>
            <a:r>
              <a:rPr dirty="0"/>
              <a:t>다운타임</a:t>
            </a:r>
            <a:r>
              <a:rPr dirty="0" spc="-10"/>
              <a:t> </a:t>
            </a:r>
            <a:r>
              <a:rPr dirty="0" spc="-25"/>
              <a:t>리스크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984250" y="1563624"/>
          <a:ext cx="4812030" cy="3046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3130"/>
              </a:tblGrid>
              <a:tr h="60960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오픈소스</a:t>
                      </a:r>
                      <a:r>
                        <a:rPr dirty="0" sz="1600" spc="-4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주요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Apache</a:t>
                      </a:r>
                      <a:r>
                        <a:rPr dirty="0" sz="16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dirty="0" sz="1600" spc="-1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(with</a:t>
                      </a:r>
                      <a:r>
                        <a:rPr dirty="0" sz="1600" spc="-5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Connect</a:t>
                      </a:r>
                      <a:r>
                        <a:rPr dirty="0" sz="16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&amp;</a:t>
                      </a:r>
                      <a:r>
                        <a:rPr dirty="0" sz="1600" spc="-3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Streams)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Apache</a:t>
                      </a:r>
                      <a:r>
                        <a:rPr dirty="0" sz="1600" spc="-4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Non-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Java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Clients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Ansible</a:t>
                      </a:r>
                      <a:r>
                        <a:rPr dirty="0" sz="1600" spc="-5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Playbooks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775450" y="1563624"/>
          <a:ext cx="4812030" cy="3046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3130"/>
              </a:tblGrid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Community가</a:t>
                      </a:r>
                      <a:r>
                        <a:rPr dirty="0" sz="1600" spc="-6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제공하는</a:t>
                      </a:r>
                      <a:r>
                        <a:rPr dirty="0" sz="1600" spc="-8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Pre-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built</a:t>
                      </a:r>
                      <a:r>
                        <a:rPr dirty="0" sz="1600" spc="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Connectors(일부)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8CC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REST</a:t>
                      </a:r>
                      <a:r>
                        <a:rPr dirty="0" sz="1600" spc="-3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Proxy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8CCEC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ksqlDB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8CC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dirty="0" sz="16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Registry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8CC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2566650" y="1563624"/>
          <a:ext cx="4812030" cy="8529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3130"/>
              </a:tblGrid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상용</a:t>
                      </a:r>
                      <a:r>
                        <a:rPr dirty="0" sz="1600" spc="-3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제품이</a:t>
                      </a:r>
                      <a:r>
                        <a:rPr dirty="0" sz="1600" spc="-4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제공하는</a:t>
                      </a:r>
                      <a:r>
                        <a:rPr dirty="0" sz="1600" spc="-2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기능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Pre-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built</a:t>
                      </a:r>
                      <a:r>
                        <a:rPr dirty="0" sz="1600" spc="-4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Connectors(about</a:t>
                      </a:r>
                      <a:r>
                        <a:rPr dirty="0" sz="1600" spc="-4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200+)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dirty="0" sz="1600" spc="-5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Center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Health+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dirty="0" sz="16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for</a:t>
                      </a:r>
                      <a:r>
                        <a:rPr dirty="0" sz="1600" spc="-3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Kubernetes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Replicator/Cluster</a:t>
                      </a:r>
                      <a:r>
                        <a:rPr dirty="0" sz="1600" spc="-8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Linking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Self-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Balancing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MQTT</a:t>
                      </a:r>
                      <a:r>
                        <a:rPr dirty="0" sz="1600" spc="-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Proxy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dirty="0" sz="16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Role-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Based</a:t>
                      </a:r>
                      <a:r>
                        <a:rPr dirty="0" sz="1600" spc="-1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Access</a:t>
                      </a:r>
                      <a:r>
                        <a:rPr dirty="0" sz="1600" spc="-4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dirty="0" sz="1600" spc="-3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(RBAC)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79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Structured</a:t>
                      </a:r>
                      <a:r>
                        <a:rPr dirty="0" sz="1600" spc="-7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Audit</a:t>
                      </a:r>
                      <a:r>
                        <a:rPr dirty="0" sz="1600" spc="-7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Logs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dirty="0" sz="16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Validation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Tiered</a:t>
                      </a:r>
                      <a:r>
                        <a:rPr dirty="0" sz="1600" spc="-5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Storage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Multi-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Region</a:t>
                      </a:r>
                      <a:r>
                        <a:rPr dirty="0" sz="1600" spc="-4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Clusters</a:t>
                      </a:r>
                      <a:r>
                        <a:rPr dirty="0" sz="1600" spc="-6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(MRC)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  <a:tr h="608965"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E2E</a:t>
                      </a:r>
                      <a:r>
                        <a:rPr dirty="0" sz="1600" spc="-5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Encryption</a:t>
                      </a:r>
                      <a:r>
                        <a:rPr dirty="0" sz="1600" spc="-4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6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Library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B="0" marT="180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E0E3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1044447" y="7614754"/>
            <a:ext cx="4723765" cy="650875"/>
          </a:xfrm>
          <a:prstGeom prst="rect">
            <a:avLst/>
          </a:prstGeom>
          <a:solidFill>
            <a:srgbClr val="38CCEC"/>
          </a:solidFill>
        </p:spPr>
        <p:txBody>
          <a:bodyPr wrap="square" lIns="0" tIns="10604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835"/>
              </a:spcBef>
            </a:pPr>
            <a:r>
              <a:rPr dirty="0" sz="2800">
                <a:latin typeface="Malgun Gothic"/>
                <a:cs typeface="Malgun Gothic"/>
              </a:rPr>
              <a:t>Community</a:t>
            </a:r>
            <a:r>
              <a:rPr dirty="0" sz="2800" spc="-150">
                <a:latin typeface="Malgun Gothic"/>
                <a:cs typeface="Malgun Gothic"/>
              </a:rPr>
              <a:t> </a:t>
            </a:r>
            <a:r>
              <a:rPr dirty="0" sz="2800" spc="-10">
                <a:latin typeface="Malgun Gothic"/>
                <a:cs typeface="Malgun Gothic"/>
              </a:rPr>
              <a:t>Features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44447" y="8529142"/>
            <a:ext cx="4723765" cy="650875"/>
          </a:xfrm>
          <a:prstGeom prst="rect">
            <a:avLst/>
          </a:prstGeom>
          <a:solidFill>
            <a:srgbClr val="B4E0E3"/>
          </a:solidFill>
        </p:spPr>
        <p:txBody>
          <a:bodyPr wrap="square" lIns="0" tIns="10668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840"/>
              </a:spcBef>
            </a:pPr>
            <a:r>
              <a:rPr dirty="0" sz="2800">
                <a:latin typeface="Malgun Gothic"/>
                <a:cs typeface="Malgun Gothic"/>
              </a:rPr>
              <a:t>Enterprise</a:t>
            </a:r>
            <a:r>
              <a:rPr dirty="0" sz="2800" spc="-125">
                <a:latin typeface="Malgun Gothic"/>
                <a:cs typeface="Malgun Gothic"/>
              </a:rPr>
              <a:t> </a:t>
            </a:r>
            <a:r>
              <a:rPr dirty="0" sz="2800" spc="-10">
                <a:latin typeface="Malgun Gothic"/>
                <a:cs typeface="Malgun Gothic"/>
              </a:rPr>
              <a:t>Features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77239" y="6826122"/>
            <a:ext cx="28727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Malgun Gothic"/>
                <a:cs typeface="Malgun Gothic"/>
              </a:rPr>
              <a:t>Confluent가</a:t>
            </a:r>
            <a:r>
              <a:rPr dirty="0" sz="2800" spc="-75" b="1">
                <a:latin typeface="Malgun Gothic"/>
                <a:cs typeface="Malgun Gothic"/>
              </a:rPr>
              <a:t> </a:t>
            </a:r>
            <a:r>
              <a:rPr dirty="0" sz="2800" spc="-25" b="1">
                <a:latin typeface="Malgun Gothic"/>
                <a:cs typeface="Malgun Gothic"/>
              </a:rPr>
              <a:t>지원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63893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주요</a:t>
            </a:r>
            <a:r>
              <a:rPr dirty="0" spc="-2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기능 비교 (장,</a:t>
            </a:r>
            <a:r>
              <a:rPr dirty="0" spc="-15">
                <a:solidFill>
                  <a:srgbClr val="173360"/>
                </a:solidFill>
              </a:rPr>
              <a:t> </a:t>
            </a:r>
            <a:r>
              <a:rPr dirty="0" spc="-25">
                <a:solidFill>
                  <a:srgbClr val="173360"/>
                </a:solidFill>
              </a:rPr>
              <a:t>단점)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367347"/>
            <a:ext cx="741603" cy="74161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719425" y="8574775"/>
            <a:ext cx="292735" cy="237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400" spc="-30">
                <a:solidFill>
                  <a:srgbClr val="829393"/>
                </a:solidFill>
                <a:latin typeface="Malgun Gothic"/>
                <a:cs typeface="Malgun Gothic"/>
              </a:rPr>
              <a:t>126</a:t>
            </a:r>
            <a:endParaRPr sz="1400">
              <a:latin typeface="Malgun Gothic"/>
              <a:cs typeface="Malgun Gothic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257361" y="1715706"/>
          <a:ext cx="13845540" cy="756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1650"/>
                <a:gridCol w="3050540"/>
                <a:gridCol w="2945129"/>
                <a:gridCol w="3432810"/>
              </a:tblGrid>
              <a:tr h="443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400" spc="-2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endParaRPr sz="24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400" spc="-2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라이센스</a:t>
                      </a:r>
                      <a:endParaRPr sz="24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1155">
                <a:tc gridSpan="4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700" spc="-2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오픈소스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4043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6987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500" spc="-5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baseline="2500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®</a:t>
                      </a:r>
                      <a:r>
                        <a:rPr dirty="0" baseline="25000" sz="1500" spc="-37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(with</a:t>
                      </a:r>
                      <a:r>
                        <a:rPr dirty="0" sz="1500" spc="-3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Connect</a:t>
                      </a:r>
                      <a:r>
                        <a:rPr dirty="0" sz="1500" spc="-5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500" spc="-45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Streams)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rowSpan="4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700" b="1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700" spc="-25" b="1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b="1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2.0</a:t>
                      </a:r>
                      <a:r>
                        <a:rPr dirty="0" sz="1700" spc="-15" b="1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라이센스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 algn="ctr" marL="1257935" marR="1250315">
                        <a:lnSpc>
                          <a:spcPct val="114700"/>
                        </a:lnSpc>
                        <a:spcBef>
                          <a:spcPts val="1850"/>
                        </a:spcBef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무료,</a:t>
                      </a:r>
                      <a:r>
                        <a:rPr dirty="0" sz="17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700" spc="-15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broker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누구에게나</a:t>
                      </a:r>
                      <a:r>
                        <a:rPr dirty="0" sz="1700" spc="-3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제공,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커뮤니티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이용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가능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1016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8445">
                        <a:lnSpc>
                          <a:spcPct val="100000"/>
                        </a:lnSpc>
                      </a:pPr>
                      <a:r>
                        <a:rPr dirty="0" sz="170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엔터프라이즈</a:t>
                      </a:r>
                      <a:r>
                        <a:rPr dirty="0" sz="1700" spc="-25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라이센스</a:t>
                      </a:r>
                      <a:r>
                        <a:rPr dirty="0" sz="1700" spc="-1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(paid)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40360" indent="-170180">
                        <a:lnSpc>
                          <a:spcPct val="100000"/>
                        </a:lnSpc>
                        <a:buSzPct val="52941"/>
                        <a:buFont typeface="Times New Roman"/>
                        <a:buChar char="●"/>
                        <a:tabLst>
                          <a:tab pos="340360" algn="l"/>
                        </a:tabLst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연중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기반 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subscription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 marL="340995" marR="148590" indent="-170815">
                        <a:lnSpc>
                          <a:spcPct val="150000"/>
                        </a:lnSpc>
                        <a:buSzPct val="52941"/>
                        <a:buFont typeface="Times New Roman"/>
                        <a:buChar char="●"/>
                        <a:tabLst>
                          <a:tab pos="340995" algn="l"/>
                        </a:tabLst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24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시간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dirty="0" sz="1700" spc="-1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서비스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이용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가능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500" spc="-6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ZooKeeper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16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500" spc="-1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dirty="0" sz="1500" spc="-35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Clients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16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07340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5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Ansible</a:t>
                      </a:r>
                      <a:r>
                        <a:rPr dirty="0" sz="1500" spc="-5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Playbooks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16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51155">
                <a:tc gridSpan="3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700" spc="-2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커뮤니티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4826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4043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500" spc="-1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Pre-</a:t>
                      </a:r>
                      <a:r>
                        <a:rPr dirty="0" sz="150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built</a:t>
                      </a:r>
                      <a:r>
                        <a:rPr dirty="0" sz="1500" spc="-15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Connectors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222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1700" b="1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r>
                        <a:rPr dirty="0" sz="1700" spc="-35" b="1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커뮤니티</a:t>
                      </a:r>
                      <a:r>
                        <a:rPr dirty="0" sz="1700" spc="-1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라이센스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 algn="ctr" marL="1257935" marR="1250315">
                        <a:lnSpc>
                          <a:spcPct val="114700"/>
                        </a:lnSpc>
                        <a:spcBef>
                          <a:spcPts val="1850"/>
                        </a:spcBef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무료,</a:t>
                      </a:r>
                      <a:r>
                        <a:rPr dirty="0" sz="1700" spc="-2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700" spc="-15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broker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누구에게나</a:t>
                      </a:r>
                      <a:r>
                        <a:rPr dirty="0" sz="1700" spc="-3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제공,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커뮤니티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이용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가능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139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REST</a:t>
                      </a:r>
                      <a:r>
                        <a:rPr dirty="0" sz="1500" spc="-5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Proxy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1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ksqlDB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50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dirty="0" sz="1500" spc="-15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38761D"/>
                          </a:solidFill>
                          <a:latin typeface="Malgun Gothic"/>
                          <a:cs typeface="Malgun Gothic"/>
                        </a:rPr>
                        <a:t>Registry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4064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397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51155">
                <a:tc gridSpan="3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상용</a:t>
                      </a:r>
                      <a:r>
                        <a:rPr dirty="0" sz="1700" spc="-1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제품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4826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04043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Pre-</a:t>
                      </a: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built</a:t>
                      </a:r>
                      <a:r>
                        <a:rPr dirty="0" sz="1500" spc="-1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Connectors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730250">
                        <a:lnSpc>
                          <a:spcPct val="100000"/>
                        </a:lnSpc>
                      </a:pPr>
                      <a:r>
                        <a:rPr dirty="0" sz="170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개발자</a:t>
                      </a:r>
                      <a:r>
                        <a:rPr dirty="0" sz="1700" spc="-1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라이센스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39725" indent="-17018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52941"/>
                        <a:buFont typeface="Times New Roman"/>
                        <a:buChar char="●"/>
                        <a:tabLst>
                          <a:tab pos="339725" algn="l"/>
                        </a:tabLst>
                      </a:pP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무료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 marL="339725" indent="-170180">
                        <a:lnSpc>
                          <a:spcPct val="100000"/>
                        </a:lnSpc>
                        <a:spcBef>
                          <a:spcPts val="1019"/>
                        </a:spcBef>
                        <a:buSzPct val="52941"/>
                        <a:buFont typeface="Times New Roman"/>
                        <a:buChar char="●"/>
                        <a:tabLst>
                          <a:tab pos="339725" algn="l"/>
                        </a:tabLst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700" spc="-2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broker</a:t>
                      </a:r>
                      <a:r>
                        <a:rPr dirty="0" sz="1700" spc="1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1명만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제공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 marL="340360" marR="605155" indent="-170815">
                        <a:lnSpc>
                          <a:spcPct val="150000"/>
                        </a:lnSpc>
                        <a:buSzPct val="52941"/>
                        <a:buFont typeface="Times New Roman"/>
                        <a:buChar char="●"/>
                        <a:tabLst>
                          <a:tab pos="340360" algn="l"/>
                        </a:tabLst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커뮤니티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서비스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이용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가능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77545">
                        <a:lnSpc>
                          <a:spcPct val="100000"/>
                        </a:lnSpc>
                      </a:pPr>
                      <a:r>
                        <a:rPr dirty="0" sz="170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평가판</a:t>
                      </a:r>
                      <a:r>
                        <a:rPr dirty="0" sz="1700" spc="-1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라이센스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39725" indent="-170180">
                        <a:lnSpc>
                          <a:spcPct val="100000"/>
                        </a:lnSpc>
                        <a:buSzPct val="52941"/>
                        <a:buFont typeface="Times New Roman"/>
                        <a:buChar char="●"/>
                        <a:tabLst>
                          <a:tab pos="339725" algn="l"/>
                        </a:tabLst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30일간</a:t>
                      </a:r>
                      <a:r>
                        <a:rPr dirty="0" sz="1700" spc="-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무료</a:t>
                      </a:r>
                      <a:r>
                        <a:rPr dirty="0" sz="1700" spc="-1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체험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 marL="340360" marR="211454" indent="-170815">
                        <a:lnSpc>
                          <a:spcPts val="3060"/>
                        </a:lnSpc>
                        <a:spcBef>
                          <a:spcPts val="270"/>
                        </a:spcBef>
                        <a:buSzPct val="52941"/>
                        <a:buFont typeface="Times New Roman"/>
                        <a:buChar char="●"/>
                        <a:tabLst>
                          <a:tab pos="340360" algn="l"/>
                        </a:tabLst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700" spc="-3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broker</a:t>
                      </a:r>
                      <a:r>
                        <a:rPr dirty="0" sz="1700" spc="85">
                          <a:solidFill>
                            <a:srgbClr val="22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누구에게나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제공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  <a:p>
                      <a:pPr marL="340360" marR="499745" indent="-170815">
                        <a:lnSpc>
                          <a:spcPts val="3060"/>
                        </a:lnSpc>
                        <a:spcBef>
                          <a:spcPts val="5"/>
                        </a:spcBef>
                        <a:buSzPct val="52941"/>
                        <a:buFont typeface="Times New Roman"/>
                        <a:buChar char="●"/>
                        <a:tabLst>
                          <a:tab pos="340360" algn="l"/>
                        </a:tabLst>
                      </a:pP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커뮤니티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서비스 </a:t>
                      </a:r>
                      <a:r>
                        <a:rPr dirty="0" sz="170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이용</a:t>
                      </a:r>
                      <a:r>
                        <a:rPr dirty="0" sz="1700" spc="-1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700" spc="-25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가능</a:t>
                      </a:r>
                      <a:endParaRPr sz="17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dirty="0" sz="1500" spc="-4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Center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Health+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dirty="0" sz="1500" spc="-4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for</a:t>
                      </a:r>
                      <a:r>
                        <a:rPr dirty="0" sz="1500" spc="-3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Kubernetes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Replicator/Cluster</a:t>
                      </a:r>
                      <a:r>
                        <a:rPr dirty="0" sz="1500" spc="-5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Linking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Secret</a:t>
                      </a:r>
                      <a:r>
                        <a:rPr dirty="0" sz="1500" spc="-6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Protection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Self-Balancing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MQTT</a:t>
                      </a:r>
                      <a:r>
                        <a:rPr dirty="0" sz="1500" spc="-5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Proxy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Role-</a:t>
                      </a: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Based</a:t>
                      </a:r>
                      <a:r>
                        <a:rPr dirty="0" sz="1500" spc="-3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Access</a:t>
                      </a:r>
                      <a:r>
                        <a:rPr dirty="0" sz="1500" spc="-2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Control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Structured</a:t>
                      </a:r>
                      <a:r>
                        <a:rPr dirty="0" sz="1500" spc="-3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Audit</a:t>
                      </a:r>
                      <a:r>
                        <a:rPr dirty="0" sz="1500" spc="-2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2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Logs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dirty="0" sz="1500" spc="-5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Validation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Tiered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Storage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Multi-</a:t>
                      </a: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Region</a:t>
                      </a:r>
                      <a:r>
                        <a:rPr dirty="0" sz="1500" spc="-2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Clusters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E2E</a:t>
                      </a:r>
                      <a:r>
                        <a:rPr dirty="0" sz="1500" spc="-3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Encryption</a:t>
                      </a:r>
                      <a:r>
                        <a:rPr dirty="0" sz="1500" spc="-35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0074A1"/>
                          </a:solidFill>
                          <a:latin typeface="Malgun Gothic"/>
                          <a:cs typeface="Malgun Gothic"/>
                        </a:rPr>
                        <a:t>Library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B="0" marT="24765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3632" y="2763011"/>
            <a:ext cx="419862" cy="4000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59329" y="695655"/>
            <a:ext cx="122167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FF"/>
                </a:solidFill>
              </a:rPr>
              <a:t>Confluent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Platform:</a:t>
            </a:r>
            <a:r>
              <a:rPr dirty="0" spc="-5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주요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기능과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라이센스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소개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96399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78570" algn="l"/>
                <a:tab pos="9117330" algn="l"/>
              </a:tabLst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  <a:r>
              <a:rPr dirty="0">
                <a:solidFill>
                  <a:srgbClr val="173360"/>
                </a:solidFill>
              </a:rPr>
              <a:t>	</a:t>
            </a:r>
            <a:r>
              <a:rPr dirty="0" sz="2000" spc="-50" b="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 b="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 spc="-25" b="0">
                <a:solidFill>
                  <a:srgbClr val="173360"/>
                </a:solidFill>
                <a:latin typeface="Malgun Gothic"/>
                <a:cs typeface="Malgun Gothic"/>
              </a:rPr>
              <a:t>요약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476162" y="2155888"/>
            <a:ext cx="4630420" cy="3467735"/>
            <a:chOff x="12476162" y="2155888"/>
            <a:chExt cx="4630420" cy="34677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85624" y="2165350"/>
              <a:ext cx="4610989" cy="344830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2480925" y="2160651"/>
              <a:ext cx="4620895" cy="3458210"/>
            </a:xfrm>
            <a:custGeom>
              <a:avLst/>
              <a:gdLst/>
              <a:ahLst/>
              <a:cxnLst/>
              <a:rect l="l" t="t" r="r" b="b"/>
              <a:pathLst>
                <a:path w="4620894" h="3458210">
                  <a:moveTo>
                    <a:pt x="0" y="3457829"/>
                  </a:moveTo>
                  <a:lnTo>
                    <a:pt x="4620513" y="3457829"/>
                  </a:lnTo>
                  <a:lnTo>
                    <a:pt x="4620513" y="0"/>
                  </a:lnTo>
                  <a:lnTo>
                    <a:pt x="0" y="0"/>
                  </a:lnTo>
                  <a:lnTo>
                    <a:pt x="0" y="3457829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181836" y="2155888"/>
            <a:ext cx="4575810" cy="3467735"/>
            <a:chOff x="1181836" y="2155888"/>
            <a:chExt cx="4575810" cy="346773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361" y="2165350"/>
              <a:ext cx="4556760" cy="344830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186599" y="2160651"/>
              <a:ext cx="4566285" cy="3458210"/>
            </a:xfrm>
            <a:custGeom>
              <a:avLst/>
              <a:gdLst/>
              <a:ahLst/>
              <a:cxnLst/>
              <a:rect l="l" t="t" r="r" b="b"/>
              <a:pathLst>
                <a:path w="4566285" h="3458210">
                  <a:moveTo>
                    <a:pt x="0" y="3457829"/>
                  </a:moveTo>
                  <a:lnTo>
                    <a:pt x="4566285" y="3457829"/>
                  </a:lnTo>
                  <a:lnTo>
                    <a:pt x="4566285" y="0"/>
                  </a:lnTo>
                  <a:lnTo>
                    <a:pt x="0" y="0"/>
                  </a:lnTo>
                  <a:lnTo>
                    <a:pt x="0" y="345782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828980" y="2155888"/>
            <a:ext cx="4575810" cy="3467735"/>
            <a:chOff x="6828980" y="2155888"/>
            <a:chExt cx="4575810" cy="3467735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38442" y="2165350"/>
              <a:ext cx="4423298" cy="344830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833743" y="2160651"/>
              <a:ext cx="4566285" cy="3458210"/>
            </a:xfrm>
            <a:custGeom>
              <a:avLst/>
              <a:gdLst/>
              <a:ahLst/>
              <a:cxnLst/>
              <a:rect l="l" t="t" r="r" b="b"/>
              <a:pathLst>
                <a:path w="4566284" h="3458210">
                  <a:moveTo>
                    <a:pt x="0" y="3457829"/>
                  </a:moveTo>
                  <a:lnTo>
                    <a:pt x="4566285" y="3457829"/>
                  </a:lnTo>
                  <a:lnTo>
                    <a:pt x="4566285" y="0"/>
                  </a:lnTo>
                  <a:lnTo>
                    <a:pt x="0" y="0"/>
                  </a:lnTo>
                  <a:lnTo>
                    <a:pt x="0" y="345782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361694" y="6090361"/>
            <a:ext cx="4227830" cy="2096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“</a:t>
            </a:r>
            <a:r>
              <a:rPr dirty="0" sz="1600" spc="-7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오픈소스</a:t>
            </a:r>
            <a:r>
              <a:rPr dirty="0" sz="160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운영에</a:t>
            </a:r>
            <a:r>
              <a:rPr dirty="0" sz="1600" spc="-5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대한</a:t>
            </a:r>
            <a:r>
              <a:rPr dirty="0" sz="1600" spc="-4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위험/부담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제거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 ”</a:t>
            </a:r>
            <a:endParaRPr sz="1600">
              <a:latin typeface="Malgun Gothic"/>
              <a:cs typeface="Malgun Gothic"/>
            </a:endParaRPr>
          </a:p>
          <a:p>
            <a:pPr algn="just" marL="12700" marR="5080">
              <a:lnSpc>
                <a:spcPct val="114999"/>
              </a:lnSpc>
              <a:spcBef>
                <a:spcPts val="1415"/>
              </a:spcBef>
            </a:pP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오픈소스</a:t>
            </a:r>
            <a:r>
              <a:rPr dirty="0" sz="1400" spc="2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Kafka를</a:t>
            </a:r>
            <a:r>
              <a:rPr dirty="0" sz="1400" spc="3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직접</a:t>
            </a:r>
            <a:r>
              <a:rPr dirty="0" sz="1400" spc="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운영하기</a:t>
            </a:r>
            <a:r>
              <a:rPr dirty="0" sz="1400" spc="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위해서는</a:t>
            </a:r>
            <a:r>
              <a:rPr dirty="0" sz="1400" spc="3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434343"/>
                </a:solidFill>
                <a:latin typeface="Malgun Gothic"/>
                <a:cs typeface="Malgun Gothic"/>
              </a:rPr>
              <a:t>스케일링,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주키퍼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관리,</a:t>
            </a:r>
            <a:r>
              <a:rPr dirty="0" sz="1400" spc="17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파티션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조정</a:t>
            </a:r>
            <a:r>
              <a:rPr dirty="0" sz="1400" spc="17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등의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수많은</a:t>
            </a:r>
            <a:r>
              <a:rPr dirty="0" sz="1400" spc="18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부가적인</a:t>
            </a:r>
            <a:r>
              <a:rPr dirty="0" sz="1400" spc="17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업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무가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434343"/>
                </a:solidFill>
                <a:latin typeface="Malgun Gothic"/>
                <a:cs typeface="Malgun Gothic"/>
              </a:rPr>
              <a:t>동반됩니다.</a:t>
            </a:r>
            <a:endParaRPr sz="1400">
              <a:latin typeface="Malgun Gothic"/>
              <a:cs typeface="Malgun Gothic"/>
            </a:endParaRPr>
          </a:p>
          <a:p>
            <a:pPr algn="just" marL="12700" marR="5080">
              <a:lnSpc>
                <a:spcPct val="114999"/>
              </a:lnSpc>
              <a:spcBef>
                <a:spcPts val="1380"/>
              </a:spcBef>
            </a:pP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반면</a:t>
            </a:r>
            <a:r>
              <a:rPr dirty="0" sz="1400" spc="-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Confluent는</a:t>
            </a:r>
            <a:r>
              <a:rPr dirty="0" sz="1400" spc="-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Kafka를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처음부터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완전히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434343"/>
                </a:solidFill>
                <a:latin typeface="Malgun Gothic"/>
                <a:cs typeface="Malgun Gothic"/>
              </a:rPr>
              <a:t>재설계하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여</a:t>
            </a:r>
            <a:r>
              <a:rPr dirty="0" sz="1400" spc="12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몇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분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만에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배포,</a:t>
            </a:r>
            <a:r>
              <a:rPr dirty="0" sz="1400" spc="1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운영</a:t>
            </a:r>
            <a:r>
              <a:rPr dirty="0" sz="1400" spc="114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및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확장에</a:t>
            </a:r>
            <a:r>
              <a:rPr dirty="0" sz="1400" spc="10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대한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수고를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덜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어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434343"/>
                </a:solidFill>
                <a:latin typeface="Malgun Gothic"/>
                <a:cs typeface="Malgun Gothic"/>
              </a:rPr>
              <a:t>줍니다.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127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7000493" y="6096711"/>
            <a:ext cx="4229100" cy="2832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81965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“</a:t>
            </a:r>
            <a:r>
              <a:rPr dirty="0" sz="1600" spc="-5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오픈소스</a:t>
            </a:r>
            <a:r>
              <a:rPr dirty="0" sz="1600" spc="-2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운영에</a:t>
            </a:r>
            <a:r>
              <a:rPr dirty="0" sz="1600" spc="-4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대한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비용</a:t>
            </a:r>
            <a:r>
              <a:rPr dirty="0" sz="160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절감</a:t>
            </a:r>
            <a:r>
              <a:rPr dirty="0" sz="1600" spc="-4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”</a:t>
            </a:r>
            <a:endParaRPr sz="1600">
              <a:latin typeface="Malgun Gothic"/>
              <a:cs typeface="Malgun Gothic"/>
            </a:endParaRPr>
          </a:p>
          <a:p>
            <a:pPr algn="just" marL="12700" marR="6350">
              <a:lnSpc>
                <a:spcPct val="114999"/>
              </a:lnSpc>
              <a:spcBef>
                <a:spcPts val="1415"/>
              </a:spcBef>
            </a:pP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오픈소스</a:t>
            </a:r>
            <a:r>
              <a:rPr dirty="0" sz="1400" spc="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Kafka에는</a:t>
            </a:r>
            <a:r>
              <a:rPr dirty="0" sz="1400" spc="3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기본적인</a:t>
            </a:r>
            <a:r>
              <a:rPr dirty="0" sz="1400" spc="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수준의</a:t>
            </a:r>
            <a:r>
              <a:rPr dirty="0" sz="1400" spc="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커넥터,</a:t>
            </a:r>
            <a:r>
              <a:rPr dirty="0" sz="1400" spc="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데이터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거버넌스</a:t>
            </a:r>
            <a:r>
              <a:rPr dirty="0" sz="1400" spc="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및</a:t>
            </a:r>
            <a:r>
              <a:rPr dirty="0" sz="1400" spc="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보안</a:t>
            </a:r>
            <a:r>
              <a:rPr dirty="0" sz="1400" spc="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기능이</a:t>
            </a:r>
            <a:r>
              <a:rPr dirty="0" sz="1400" spc="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제공되어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배포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시점이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되면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그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외</a:t>
            </a:r>
            <a:r>
              <a:rPr dirty="0" sz="1400" spc="-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부분에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대한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운영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부담을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434343"/>
                </a:solidFill>
                <a:latin typeface="Malgun Gothic"/>
                <a:cs typeface="Malgun Gothic"/>
              </a:rPr>
              <a:t>발생합니다.</a:t>
            </a:r>
            <a:endParaRPr sz="1400">
              <a:latin typeface="Malgun Gothic"/>
              <a:cs typeface="Malgun Gothic"/>
            </a:endParaRPr>
          </a:p>
          <a:p>
            <a:pPr algn="just" marL="12700" marR="5080">
              <a:lnSpc>
                <a:spcPct val="114999"/>
              </a:lnSpc>
              <a:spcBef>
                <a:spcPts val="1380"/>
              </a:spcBef>
            </a:pP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반면</a:t>
            </a:r>
            <a:r>
              <a:rPr dirty="0" sz="1400" spc="1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Confluent는</a:t>
            </a:r>
            <a:r>
              <a:rPr dirty="0" sz="1400" spc="12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비용이</a:t>
            </a:r>
            <a:r>
              <a:rPr dirty="0" sz="1400" spc="1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많이</a:t>
            </a:r>
            <a:r>
              <a:rPr dirty="0" sz="1400" spc="1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드는</a:t>
            </a:r>
            <a:r>
              <a:rPr dirty="0" sz="1400" spc="1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개발</a:t>
            </a:r>
            <a:r>
              <a:rPr dirty="0" sz="1400" spc="1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주기를</a:t>
            </a:r>
            <a:r>
              <a:rPr dirty="0" sz="1400" spc="1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도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구를</a:t>
            </a:r>
            <a:r>
              <a:rPr dirty="0" sz="1400" spc="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구축하고</a:t>
            </a:r>
            <a:r>
              <a:rPr dirty="0" sz="1400" spc="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유지</a:t>
            </a:r>
            <a:r>
              <a:rPr dirty="0" sz="1400" spc="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관리하는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데</a:t>
            </a:r>
            <a:r>
              <a:rPr dirty="0" sz="1400" spc="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소비할</a:t>
            </a:r>
            <a:r>
              <a:rPr dirty="0" sz="1400" spc="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필요가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없도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록</a:t>
            </a:r>
            <a:r>
              <a:rPr dirty="0" sz="1400" spc="9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설계된</a:t>
            </a:r>
            <a:r>
              <a:rPr dirty="0" sz="1400" spc="9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종합적인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엔터프라이즈급</a:t>
            </a:r>
            <a:r>
              <a:rPr dirty="0" sz="1400" spc="10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기능</a:t>
            </a:r>
            <a:r>
              <a:rPr dirty="0" sz="1400" spc="10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세트를</a:t>
            </a:r>
            <a:r>
              <a:rPr dirty="0" sz="1400" spc="11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제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공하여</a:t>
            </a:r>
            <a:r>
              <a:rPr dirty="0" sz="1400" spc="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고객이</a:t>
            </a:r>
            <a:r>
              <a:rPr dirty="0" sz="1400" spc="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TCO를</a:t>
            </a:r>
            <a:r>
              <a:rPr dirty="0" sz="1400" spc="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최대</a:t>
            </a:r>
            <a:r>
              <a:rPr dirty="0" sz="1400" spc="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60%</a:t>
            </a:r>
            <a:r>
              <a:rPr dirty="0" sz="1400" spc="4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절감하고</a:t>
            </a:r>
            <a:r>
              <a:rPr dirty="0" sz="1400" spc="4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실시간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사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용</a:t>
            </a:r>
            <a:r>
              <a:rPr dirty="0" sz="1400" spc="2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사례에서</a:t>
            </a:r>
            <a:r>
              <a:rPr dirty="0" sz="1400" spc="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가치를</a:t>
            </a:r>
            <a:r>
              <a:rPr dirty="0" sz="1400" spc="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빠르게</a:t>
            </a:r>
            <a:r>
              <a:rPr dirty="0" sz="1400" spc="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실현할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수</a:t>
            </a:r>
            <a:r>
              <a:rPr dirty="0" sz="1400" spc="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있도록</a:t>
            </a:r>
            <a:r>
              <a:rPr dirty="0" sz="1400" spc="2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지원합 니다.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639293" y="6059276"/>
            <a:ext cx="4370705" cy="315087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“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IT</a:t>
            </a:r>
            <a:r>
              <a:rPr dirty="0" sz="160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환경에</a:t>
            </a:r>
            <a:r>
              <a:rPr dirty="0" sz="160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영향을</a:t>
            </a:r>
            <a:r>
              <a:rPr dirty="0" sz="160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미치지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않는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완전</a:t>
            </a:r>
            <a:r>
              <a:rPr dirty="0" sz="1600" spc="-3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관리형</a:t>
            </a:r>
            <a:r>
              <a:rPr dirty="0" sz="1600" spc="-30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서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dirty="0" sz="1600" b="1">
                <a:solidFill>
                  <a:srgbClr val="173360"/>
                </a:solidFill>
                <a:latin typeface="Malgun Gothic"/>
                <a:cs typeface="Malgun Gothic"/>
              </a:rPr>
              <a:t>비스</a:t>
            </a:r>
            <a:r>
              <a:rPr dirty="0" sz="1600" spc="-25" b="1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1600" spc="-50" b="1">
                <a:solidFill>
                  <a:srgbClr val="173360"/>
                </a:solidFill>
                <a:latin typeface="Malgun Gothic"/>
                <a:cs typeface="Malgun Gothic"/>
              </a:rPr>
              <a:t>”</a:t>
            </a:r>
            <a:endParaRPr sz="1600">
              <a:latin typeface="Malgun Gothic"/>
              <a:cs typeface="Malgun Gothic"/>
            </a:endParaRPr>
          </a:p>
          <a:p>
            <a:pPr algn="just" marL="12700" marR="6350">
              <a:lnSpc>
                <a:spcPct val="114999"/>
              </a:lnSpc>
              <a:spcBef>
                <a:spcPts val="1415"/>
              </a:spcBef>
            </a:pP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디지털</a:t>
            </a:r>
            <a:r>
              <a:rPr dirty="0" sz="1400" spc="10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아키텍처를</a:t>
            </a:r>
            <a:r>
              <a:rPr dirty="0" sz="1400" spc="10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실시간으로</a:t>
            </a:r>
            <a:r>
              <a:rPr dirty="0" sz="1400" spc="9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간소화하고,</a:t>
            </a:r>
            <a:r>
              <a:rPr dirty="0" sz="1400" spc="10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데이터</a:t>
            </a:r>
            <a:r>
              <a:rPr dirty="0" sz="1400" spc="10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사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일로를</a:t>
            </a:r>
            <a:r>
              <a:rPr dirty="0" sz="1400" spc="15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깨고자하는</a:t>
            </a:r>
            <a:r>
              <a:rPr dirty="0" sz="1400" spc="17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목표를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달성하기</a:t>
            </a:r>
            <a:r>
              <a:rPr dirty="0" sz="1400" spc="16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위해서는</a:t>
            </a:r>
            <a:r>
              <a:rPr dirty="0" sz="1400" spc="17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온프레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미스(현재)</a:t>
            </a:r>
            <a:r>
              <a:rPr dirty="0" sz="1400" spc="17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뿐만아니라</a:t>
            </a:r>
            <a:r>
              <a:rPr dirty="0" sz="1400" spc="17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클라우드,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하이브리드(미래)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전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반에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걸쳐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모든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환경을</a:t>
            </a:r>
            <a:r>
              <a:rPr dirty="0" sz="1400" spc="-1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포괄하는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솔루션이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10">
                <a:solidFill>
                  <a:srgbClr val="434343"/>
                </a:solidFill>
                <a:latin typeface="Malgun Gothic"/>
                <a:cs typeface="Malgun Gothic"/>
              </a:rPr>
              <a:t>필요합니다.</a:t>
            </a:r>
            <a:endParaRPr sz="1400">
              <a:latin typeface="Malgun Gothic"/>
              <a:cs typeface="Malgun Gothic"/>
            </a:endParaRPr>
          </a:p>
          <a:p>
            <a:pPr algn="just" marL="12700" marR="5080">
              <a:lnSpc>
                <a:spcPct val="114999"/>
              </a:lnSpc>
              <a:spcBef>
                <a:spcPts val="1380"/>
              </a:spcBef>
            </a:pP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Confluent는</a:t>
            </a:r>
            <a:r>
              <a:rPr dirty="0" sz="1400" spc="4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애플리케이션과</a:t>
            </a:r>
            <a:r>
              <a:rPr dirty="0" sz="1400" spc="4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데이터가</a:t>
            </a:r>
            <a:r>
              <a:rPr dirty="0" sz="1400" spc="5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있는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모든</a:t>
            </a:r>
            <a:r>
              <a:rPr dirty="0" sz="1400" spc="3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곳에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적용가능하여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온프레미스</a:t>
            </a:r>
            <a:r>
              <a:rPr dirty="0" sz="1400" spc="17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워크로드에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배포할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수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5">
                <a:solidFill>
                  <a:srgbClr val="434343"/>
                </a:solidFill>
                <a:latin typeface="Malgun Gothic"/>
                <a:cs typeface="Malgun Gothic"/>
              </a:rPr>
              <a:t>있는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모든</a:t>
            </a:r>
            <a:r>
              <a:rPr dirty="0" sz="1400" spc="19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주요</a:t>
            </a:r>
            <a:r>
              <a:rPr dirty="0" sz="1400" spc="17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퍼블릭</a:t>
            </a:r>
            <a:r>
              <a:rPr dirty="0" sz="1400" spc="17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클라우드</a:t>
            </a:r>
            <a:r>
              <a:rPr dirty="0" sz="1400" spc="17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및</a:t>
            </a:r>
            <a:r>
              <a:rPr dirty="0" sz="1400" spc="19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자체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관리형</a:t>
            </a:r>
            <a:r>
              <a:rPr dirty="0" sz="1400" spc="19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20">
                <a:solidFill>
                  <a:srgbClr val="434343"/>
                </a:solidFill>
                <a:latin typeface="Malgun Gothic"/>
                <a:cs typeface="Malgun Gothic"/>
              </a:rPr>
              <a:t>소프트웨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어에서</a:t>
            </a:r>
            <a:r>
              <a:rPr dirty="0" sz="1400" spc="165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완전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관리형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서비스를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자유롭게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활용할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>
                <a:solidFill>
                  <a:srgbClr val="434343"/>
                </a:solidFill>
                <a:latin typeface="Malgun Gothic"/>
                <a:cs typeface="Malgun Gothic"/>
              </a:rPr>
              <a:t>수</a:t>
            </a:r>
            <a:r>
              <a:rPr dirty="0" sz="1400" spc="180">
                <a:solidFill>
                  <a:srgbClr val="434343"/>
                </a:solidFill>
                <a:latin typeface="Malgun Gothic"/>
                <a:cs typeface="Malgun Gothic"/>
              </a:rPr>
              <a:t> </a:t>
            </a:r>
            <a:r>
              <a:rPr dirty="0" sz="1400" spc="-50">
                <a:solidFill>
                  <a:srgbClr val="434343"/>
                </a:solidFill>
                <a:latin typeface="Malgun Gothic"/>
                <a:cs typeface="Malgun Gothic"/>
              </a:rPr>
              <a:t>있 </a:t>
            </a:r>
            <a:r>
              <a:rPr dirty="0" sz="1400" spc="-20">
                <a:solidFill>
                  <a:srgbClr val="434343"/>
                </a:solidFill>
                <a:latin typeface="Malgun Gothic"/>
                <a:cs typeface="Malgun Gothic"/>
              </a:rPr>
              <a:t>습니다.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39096" y="957198"/>
            <a:ext cx="33312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GUI</a:t>
            </a:r>
            <a:r>
              <a:rPr dirty="0" sz="2000" spc="-4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기반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관리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dirty="0" sz="2000" spc="-1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dirty="0" sz="2000" spc="-20">
                <a:solidFill>
                  <a:srgbClr val="173360"/>
                </a:solidFill>
                <a:latin typeface="Malgun Gothic"/>
                <a:cs typeface="Malgun Gothic"/>
              </a:rPr>
              <a:t>모니터링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16558" y="6795848"/>
            <a:ext cx="7673975" cy="171831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Control</a:t>
            </a:r>
            <a:r>
              <a:rPr dirty="0" sz="2000" spc="-2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73360"/>
                </a:solidFill>
                <a:latin typeface="Arial"/>
                <a:cs typeface="Arial"/>
              </a:rPr>
              <a:t>Center</a:t>
            </a:r>
            <a:endParaRPr sz="2000">
              <a:latin typeface="Arial"/>
              <a:cs typeface="Arial"/>
            </a:endParaRPr>
          </a:p>
          <a:p>
            <a:pPr marL="560705" indent="-205740">
              <a:lnSpc>
                <a:spcPct val="100000"/>
              </a:lnSpc>
              <a:spcBef>
                <a:spcPts val="620"/>
              </a:spcBef>
              <a:buSzPct val="50000"/>
              <a:buFont typeface="Arial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다중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클러스터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환경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및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보안을</a:t>
            </a:r>
            <a:r>
              <a:rPr dirty="0" sz="1800" spc="-10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중앙에서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관리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및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모니터링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가능</a:t>
            </a:r>
            <a:endParaRPr sz="1800">
              <a:latin typeface="Gulim"/>
              <a:cs typeface="Gulim"/>
            </a:endParaRPr>
          </a:p>
          <a:p>
            <a:pPr marL="560705" indent="-205740">
              <a:lnSpc>
                <a:spcPct val="100000"/>
              </a:lnSpc>
              <a:spcBef>
                <a:spcPts val="325"/>
              </a:spcBef>
              <a:buSzPct val="50000"/>
              <a:buFont typeface="Arial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모든</a:t>
            </a:r>
            <a:r>
              <a:rPr dirty="0" sz="1800" spc="-114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Connector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및</a:t>
            </a:r>
            <a:r>
              <a:rPr dirty="0" sz="1800" spc="-114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Topic</a:t>
            </a:r>
            <a:r>
              <a:rPr dirty="0" sz="1800" spc="-10">
                <a:solidFill>
                  <a:srgbClr val="434343"/>
                </a:solidFill>
                <a:latin typeface="Gulim"/>
                <a:cs typeface="Gulim"/>
              </a:rPr>
              <a:t>을</a:t>
            </a:r>
            <a:r>
              <a:rPr dirty="0" sz="1800" spc="-13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한</a:t>
            </a:r>
            <a:r>
              <a:rPr dirty="0" sz="1800" spc="-12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10">
                <a:solidFill>
                  <a:srgbClr val="434343"/>
                </a:solidFill>
                <a:latin typeface="Gulim"/>
                <a:cs typeface="Gulim"/>
              </a:rPr>
              <a:t>곳에서</a:t>
            </a:r>
            <a:r>
              <a:rPr dirty="0" sz="1800" spc="-13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관리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(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생성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,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수정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,</a:t>
            </a:r>
            <a:r>
              <a:rPr dirty="0" sz="18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삭제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,</a:t>
            </a:r>
            <a:r>
              <a:rPr dirty="0" sz="1800" spc="-1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434343"/>
                </a:solidFill>
                <a:latin typeface="Gulim"/>
                <a:cs typeface="Gulim"/>
              </a:rPr>
              <a:t>모니터링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560705" indent="-205740">
              <a:lnSpc>
                <a:spcPct val="100000"/>
              </a:lnSpc>
              <a:spcBef>
                <a:spcPts val="325"/>
              </a:spcBef>
              <a:buSzPct val="50000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Partition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별로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Offset</a:t>
            </a:r>
            <a:r>
              <a:rPr dirty="0" sz="1800" spc="-4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또는</a:t>
            </a:r>
            <a:r>
              <a:rPr dirty="0" sz="1800" spc="-114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Timestamp</a:t>
            </a:r>
            <a:r>
              <a:rPr dirty="0" sz="1800" spc="-4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검색</a:t>
            </a:r>
            <a:endParaRPr sz="1800">
              <a:latin typeface="Gulim"/>
              <a:cs typeface="Gulim"/>
            </a:endParaRPr>
          </a:p>
          <a:p>
            <a:pPr marL="560705" indent="-205740">
              <a:lnSpc>
                <a:spcPct val="100000"/>
              </a:lnSpc>
              <a:spcBef>
                <a:spcPts val="325"/>
              </a:spcBef>
              <a:buSzPct val="50000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Schema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생성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,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수정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,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보기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및</a:t>
            </a:r>
            <a:r>
              <a:rPr dirty="0" sz="1800" spc="-10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버전</a:t>
            </a:r>
            <a:r>
              <a:rPr dirty="0" sz="1800" spc="-114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간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비교</a:t>
            </a:r>
            <a:endParaRPr sz="1800">
              <a:latin typeface="Gulim"/>
              <a:cs typeface="Guli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104836" y="2097214"/>
            <a:ext cx="15896590" cy="4479290"/>
            <a:chOff x="1104836" y="2097214"/>
            <a:chExt cx="15896590" cy="4479290"/>
          </a:xfrm>
        </p:grpSpPr>
        <p:sp>
          <p:nvSpPr>
            <p:cNvPr id="6" name="object 6" descr=""/>
            <p:cNvSpPr/>
            <p:nvPr/>
          </p:nvSpPr>
          <p:spPr>
            <a:xfrm>
              <a:off x="1109599" y="2101976"/>
              <a:ext cx="15887065" cy="4469765"/>
            </a:xfrm>
            <a:custGeom>
              <a:avLst/>
              <a:gdLst/>
              <a:ahLst/>
              <a:cxnLst/>
              <a:rect l="l" t="t" r="r" b="b"/>
              <a:pathLst>
                <a:path w="15887065" h="4469765">
                  <a:moveTo>
                    <a:pt x="0" y="4469384"/>
                  </a:moveTo>
                  <a:lnTo>
                    <a:pt x="15886811" y="4469384"/>
                  </a:lnTo>
                  <a:lnTo>
                    <a:pt x="15886811" y="0"/>
                  </a:lnTo>
                  <a:lnTo>
                    <a:pt x="0" y="0"/>
                  </a:lnTo>
                  <a:lnTo>
                    <a:pt x="0" y="4469384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39625" y="2179954"/>
              <a:ext cx="4711954" cy="434174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8887" y="2350520"/>
              <a:ext cx="9772800" cy="412762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410067" y="6063284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604"/>
                  </a:moveTo>
                  <a:lnTo>
                    <a:pt x="456603" y="414604"/>
                  </a:lnTo>
                  <a:lnTo>
                    <a:pt x="456603" y="0"/>
                  </a:lnTo>
                  <a:lnTo>
                    <a:pt x="0" y="0"/>
                  </a:lnTo>
                  <a:lnTo>
                    <a:pt x="0" y="414604"/>
                  </a:lnTo>
                  <a:close/>
                </a:path>
              </a:pathLst>
            </a:custGeom>
            <a:ln w="1904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128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39096" y="957198"/>
            <a:ext cx="27597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동적인</a:t>
            </a:r>
            <a:r>
              <a:rPr dirty="0" sz="2000" spc="-15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성능</a:t>
            </a:r>
            <a:r>
              <a:rPr dirty="0" sz="2000" spc="-13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및</a:t>
            </a:r>
            <a:r>
              <a:rPr dirty="0" sz="2000" spc="-13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유연성</a:t>
            </a:r>
            <a:endParaRPr sz="2000">
              <a:latin typeface="Gulim"/>
              <a:cs typeface="Guli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918779" y="2403157"/>
            <a:ext cx="6490970" cy="3867150"/>
            <a:chOff x="1918779" y="2403157"/>
            <a:chExt cx="6490970" cy="3867150"/>
          </a:xfrm>
        </p:grpSpPr>
        <p:sp>
          <p:nvSpPr>
            <p:cNvPr id="5" name="object 5" descr=""/>
            <p:cNvSpPr/>
            <p:nvPr/>
          </p:nvSpPr>
          <p:spPr>
            <a:xfrm>
              <a:off x="1923542" y="2407920"/>
              <a:ext cx="6481445" cy="3857625"/>
            </a:xfrm>
            <a:custGeom>
              <a:avLst/>
              <a:gdLst/>
              <a:ahLst/>
              <a:cxnLst/>
              <a:rect l="l" t="t" r="r" b="b"/>
              <a:pathLst>
                <a:path w="6481445" h="3857625">
                  <a:moveTo>
                    <a:pt x="0" y="3857371"/>
                  </a:moveTo>
                  <a:lnTo>
                    <a:pt x="6481190" y="3857371"/>
                  </a:lnTo>
                  <a:lnTo>
                    <a:pt x="6481190" y="0"/>
                  </a:lnTo>
                  <a:lnTo>
                    <a:pt x="0" y="0"/>
                  </a:lnTo>
                  <a:lnTo>
                    <a:pt x="0" y="3857371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5811" y="2981937"/>
              <a:ext cx="4788037" cy="2709336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9878504" y="2403157"/>
            <a:ext cx="6490970" cy="3867150"/>
            <a:chOff x="9878504" y="2403157"/>
            <a:chExt cx="6490970" cy="3867150"/>
          </a:xfrm>
        </p:grpSpPr>
        <p:sp>
          <p:nvSpPr>
            <p:cNvPr id="8" name="object 8" descr=""/>
            <p:cNvSpPr/>
            <p:nvPr/>
          </p:nvSpPr>
          <p:spPr>
            <a:xfrm>
              <a:off x="9883267" y="2407920"/>
              <a:ext cx="6481445" cy="3857625"/>
            </a:xfrm>
            <a:custGeom>
              <a:avLst/>
              <a:gdLst/>
              <a:ahLst/>
              <a:cxnLst/>
              <a:rect l="l" t="t" r="r" b="b"/>
              <a:pathLst>
                <a:path w="6481444" h="3857625">
                  <a:moveTo>
                    <a:pt x="0" y="3857371"/>
                  </a:moveTo>
                  <a:lnTo>
                    <a:pt x="6481190" y="3857371"/>
                  </a:lnTo>
                  <a:lnTo>
                    <a:pt x="6481190" y="0"/>
                  </a:lnTo>
                  <a:lnTo>
                    <a:pt x="0" y="0"/>
                  </a:lnTo>
                  <a:lnTo>
                    <a:pt x="0" y="3857371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20272" y="2646045"/>
              <a:ext cx="4521454" cy="3381248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2093722" y="6643449"/>
            <a:ext cx="5820410" cy="140271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Auto</a:t>
            </a:r>
            <a:r>
              <a:rPr dirty="0" sz="2000" spc="-4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Data</a:t>
            </a:r>
            <a:r>
              <a:rPr dirty="0" sz="2000" spc="-4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73360"/>
                </a:solidFill>
                <a:latin typeface="Arial"/>
                <a:cs typeface="Arial"/>
              </a:rPr>
              <a:t>Balancer</a:t>
            </a:r>
            <a:endParaRPr sz="2000">
              <a:latin typeface="Arial"/>
              <a:cs typeface="Arial"/>
            </a:endParaRPr>
          </a:p>
          <a:p>
            <a:pPr marL="561340" indent="-205740">
              <a:lnSpc>
                <a:spcPct val="100000"/>
              </a:lnSpc>
              <a:spcBef>
                <a:spcPts val="620"/>
              </a:spcBef>
              <a:buSzPct val="50000"/>
              <a:buFont typeface="Arial"/>
              <a:buChar char="●"/>
              <a:tabLst>
                <a:tab pos="561340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수작업으로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인한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에러의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위험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이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없는</a:t>
            </a:r>
            <a:r>
              <a:rPr dirty="0" sz="1800" spc="-9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자동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0">
                <a:solidFill>
                  <a:srgbClr val="434343"/>
                </a:solidFill>
                <a:latin typeface="Gulim"/>
                <a:cs typeface="Gulim"/>
              </a:rPr>
              <a:t>리밸런싱</a:t>
            </a:r>
            <a:endParaRPr sz="1800">
              <a:latin typeface="Gulim"/>
              <a:cs typeface="Gulim"/>
            </a:endParaRPr>
          </a:p>
          <a:p>
            <a:pPr marL="561340" indent="-205740">
              <a:lnSpc>
                <a:spcPct val="100000"/>
              </a:lnSpc>
              <a:spcBef>
                <a:spcPts val="325"/>
              </a:spcBef>
              <a:buSzPct val="50000"/>
              <a:buFont typeface="Arial"/>
              <a:buChar char="●"/>
              <a:tabLst>
                <a:tab pos="561340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최단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시간으로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전체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클러스터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0">
                <a:solidFill>
                  <a:srgbClr val="434343"/>
                </a:solidFill>
                <a:latin typeface="Gulim"/>
                <a:cs typeface="Gulim"/>
              </a:rPr>
              <a:t>리밸런싱</a:t>
            </a:r>
            <a:endParaRPr sz="1800">
              <a:latin typeface="Gulim"/>
              <a:cs typeface="Gulim"/>
            </a:endParaRPr>
          </a:p>
          <a:p>
            <a:pPr marL="561340" indent="-205740">
              <a:lnSpc>
                <a:spcPct val="100000"/>
              </a:lnSpc>
              <a:spcBef>
                <a:spcPts val="325"/>
              </a:spcBef>
              <a:buSzPct val="50000"/>
              <a:buFont typeface="Arial"/>
              <a:buChar char="●"/>
              <a:tabLst>
                <a:tab pos="561340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네트워크</a:t>
            </a:r>
            <a:r>
              <a:rPr dirty="0" sz="1800" spc="-10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대역폭을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보장하기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위한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Traffic</a:t>
            </a:r>
            <a:r>
              <a:rPr dirty="0" sz="1800" spc="-2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throttling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129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0054208" y="6643449"/>
            <a:ext cx="5234940" cy="140271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Tiered</a:t>
            </a:r>
            <a:r>
              <a:rPr dirty="0" sz="2000" spc="-2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73360"/>
                </a:solidFill>
                <a:latin typeface="Arial"/>
                <a:cs typeface="Arial"/>
              </a:rPr>
              <a:t>Storage</a:t>
            </a:r>
            <a:endParaRPr sz="2000">
              <a:latin typeface="Arial"/>
              <a:cs typeface="Arial"/>
            </a:endParaRPr>
          </a:p>
          <a:p>
            <a:pPr marL="560705" indent="-205104">
              <a:lnSpc>
                <a:spcPct val="100000"/>
              </a:lnSpc>
              <a:spcBef>
                <a:spcPts val="620"/>
              </a:spcBef>
              <a:buSzPct val="50000"/>
              <a:buFont typeface="Arial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저렴한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오브젝트</a:t>
            </a:r>
            <a:r>
              <a:rPr dirty="0" sz="1800" spc="-10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스토리지로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상당한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비용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절감</a:t>
            </a:r>
            <a:endParaRPr sz="1800">
              <a:latin typeface="Gulim"/>
              <a:cs typeface="Gulim"/>
            </a:endParaRPr>
          </a:p>
          <a:p>
            <a:pPr marL="560705" indent="-205104">
              <a:lnSpc>
                <a:spcPct val="100000"/>
              </a:lnSpc>
              <a:spcBef>
                <a:spcPts val="325"/>
              </a:spcBef>
              <a:buSzPct val="50000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Kafka</a:t>
            </a:r>
            <a:r>
              <a:rPr dirty="0" sz="1800" spc="-2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Topic</a:t>
            </a:r>
            <a:r>
              <a:rPr dirty="0" sz="1800" spc="-10">
                <a:solidFill>
                  <a:srgbClr val="434343"/>
                </a:solidFill>
                <a:latin typeface="Gulim"/>
                <a:cs typeface="Gulim"/>
              </a:rPr>
              <a:t>에서</a:t>
            </a:r>
            <a:r>
              <a:rPr dirty="0" sz="1800" spc="-14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직접</a:t>
            </a:r>
            <a:r>
              <a:rPr dirty="0" sz="1800" spc="-13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기록</a:t>
            </a:r>
            <a:r>
              <a:rPr dirty="0" sz="1800" spc="-13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10">
                <a:solidFill>
                  <a:srgbClr val="434343"/>
                </a:solidFill>
                <a:latin typeface="Gulim"/>
                <a:cs typeface="Gulim"/>
              </a:rPr>
              <a:t>데이터</a:t>
            </a:r>
            <a:r>
              <a:rPr dirty="0" sz="1800" spc="-13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재생</a:t>
            </a:r>
            <a:endParaRPr sz="1800">
              <a:latin typeface="Gulim"/>
              <a:cs typeface="Gulim"/>
            </a:endParaRPr>
          </a:p>
          <a:p>
            <a:pPr marL="560705" indent="-205104">
              <a:lnSpc>
                <a:spcPct val="100000"/>
              </a:lnSpc>
              <a:spcBef>
                <a:spcPts val="325"/>
              </a:spcBef>
              <a:buSzPct val="50000"/>
              <a:buFont typeface="Arial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규정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준수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요구</a:t>
            </a:r>
            <a:r>
              <a:rPr dirty="0" sz="1800" spc="-9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사항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충족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539096" y="957198"/>
            <a:ext cx="26193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엔터프라이즈급</a:t>
            </a:r>
            <a:r>
              <a:rPr dirty="0" sz="2000" spc="-165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보안</a:t>
            </a:r>
            <a:endParaRPr sz="2000">
              <a:latin typeface="Gulim"/>
              <a:cs typeface="Guli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24737" y="2312733"/>
            <a:ext cx="5122545" cy="3629025"/>
            <a:chOff x="1024737" y="2312733"/>
            <a:chExt cx="5122545" cy="3629025"/>
          </a:xfrm>
        </p:grpSpPr>
        <p:sp>
          <p:nvSpPr>
            <p:cNvPr id="5" name="object 5" descr=""/>
            <p:cNvSpPr/>
            <p:nvPr/>
          </p:nvSpPr>
          <p:spPr>
            <a:xfrm>
              <a:off x="1029500" y="2317495"/>
              <a:ext cx="5113020" cy="3619500"/>
            </a:xfrm>
            <a:custGeom>
              <a:avLst/>
              <a:gdLst/>
              <a:ahLst/>
              <a:cxnLst/>
              <a:rect l="l" t="t" r="r" b="b"/>
              <a:pathLst>
                <a:path w="5113020" h="3619500">
                  <a:moveTo>
                    <a:pt x="0" y="3619245"/>
                  </a:moveTo>
                  <a:lnTo>
                    <a:pt x="5112639" y="3619245"/>
                  </a:lnTo>
                  <a:lnTo>
                    <a:pt x="5112639" y="0"/>
                  </a:lnTo>
                  <a:lnTo>
                    <a:pt x="0" y="0"/>
                  </a:lnTo>
                  <a:lnTo>
                    <a:pt x="0" y="3619245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2679" y="2658744"/>
              <a:ext cx="3926204" cy="2936748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6582981" y="2312733"/>
            <a:ext cx="5122545" cy="3629025"/>
            <a:chOff x="6582981" y="2312733"/>
            <a:chExt cx="5122545" cy="3629025"/>
          </a:xfrm>
        </p:grpSpPr>
        <p:sp>
          <p:nvSpPr>
            <p:cNvPr id="8" name="object 8" descr=""/>
            <p:cNvSpPr/>
            <p:nvPr/>
          </p:nvSpPr>
          <p:spPr>
            <a:xfrm>
              <a:off x="6587743" y="2317495"/>
              <a:ext cx="5113020" cy="3619500"/>
            </a:xfrm>
            <a:custGeom>
              <a:avLst/>
              <a:gdLst/>
              <a:ahLst/>
              <a:cxnLst/>
              <a:rect l="l" t="t" r="r" b="b"/>
              <a:pathLst>
                <a:path w="5113020" h="3619500">
                  <a:moveTo>
                    <a:pt x="0" y="3619245"/>
                  </a:moveTo>
                  <a:lnTo>
                    <a:pt x="5112638" y="3619245"/>
                  </a:lnTo>
                  <a:lnTo>
                    <a:pt x="5112638" y="0"/>
                  </a:lnTo>
                  <a:lnTo>
                    <a:pt x="0" y="0"/>
                  </a:lnTo>
                  <a:lnTo>
                    <a:pt x="0" y="3619245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4781" y="2764027"/>
              <a:ext cx="4758435" cy="272618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760082" y="2759201"/>
              <a:ext cx="4768215" cy="2736215"/>
            </a:xfrm>
            <a:custGeom>
              <a:avLst/>
              <a:gdLst/>
              <a:ahLst/>
              <a:cxnLst/>
              <a:rect l="l" t="t" r="r" b="b"/>
              <a:pathLst>
                <a:path w="4768215" h="2736215">
                  <a:moveTo>
                    <a:pt x="0" y="2735707"/>
                  </a:moveTo>
                  <a:lnTo>
                    <a:pt x="4767961" y="2735707"/>
                  </a:lnTo>
                  <a:lnTo>
                    <a:pt x="4767961" y="0"/>
                  </a:lnTo>
                  <a:lnTo>
                    <a:pt x="0" y="0"/>
                  </a:lnTo>
                  <a:lnTo>
                    <a:pt x="0" y="2735707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2141136" y="2312733"/>
            <a:ext cx="5122545" cy="3629025"/>
            <a:chOff x="12141136" y="2312733"/>
            <a:chExt cx="5122545" cy="3629025"/>
          </a:xfrm>
        </p:grpSpPr>
        <p:sp>
          <p:nvSpPr>
            <p:cNvPr id="12" name="object 12" descr=""/>
            <p:cNvSpPr/>
            <p:nvPr/>
          </p:nvSpPr>
          <p:spPr>
            <a:xfrm>
              <a:off x="12145898" y="2317495"/>
              <a:ext cx="5113020" cy="3619500"/>
            </a:xfrm>
            <a:custGeom>
              <a:avLst/>
              <a:gdLst/>
              <a:ahLst/>
              <a:cxnLst/>
              <a:rect l="l" t="t" r="r" b="b"/>
              <a:pathLst>
                <a:path w="5113019" h="3619500">
                  <a:moveTo>
                    <a:pt x="0" y="3619245"/>
                  </a:moveTo>
                  <a:lnTo>
                    <a:pt x="5112639" y="3619245"/>
                  </a:lnTo>
                  <a:lnTo>
                    <a:pt x="5112639" y="0"/>
                  </a:lnTo>
                  <a:lnTo>
                    <a:pt x="0" y="0"/>
                  </a:lnTo>
                  <a:lnTo>
                    <a:pt x="0" y="3619245"/>
                  </a:lnTo>
                  <a:close/>
                </a:path>
              </a:pathLst>
            </a:custGeom>
            <a:ln w="9524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93517" y="2520072"/>
              <a:ext cx="3407729" cy="3204428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199794" y="6388051"/>
            <a:ext cx="4780915" cy="203390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90"/>
              </a:spcBef>
            </a:pP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Secret</a:t>
            </a:r>
            <a:r>
              <a:rPr dirty="0" sz="2000" spc="-2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73360"/>
                </a:solidFill>
                <a:latin typeface="Arial"/>
                <a:cs typeface="Arial"/>
              </a:rPr>
              <a:t>Protection</a:t>
            </a:r>
            <a:endParaRPr sz="2000">
              <a:latin typeface="Arial"/>
              <a:cs typeface="Arial"/>
            </a:endParaRPr>
          </a:p>
          <a:p>
            <a:pPr algn="just" marL="560705" marR="5080" indent="-205740">
              <a:lnSpc>
                <a:spcPct val="115100"/>
              </a:lnSpc>
              <a:spcBef>
                <a:spcPts val="295"/>
              </a:spcBef>
              <a:buSzPct val="50000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Master</a:t>
            </a:r>
            <a:r>
              <a:rPr dirty="0" sz="1800" spc="459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encryption</a:t>
            </a:r>
            <a:r>
              <a:rPr dirty="0" sz="1800" spc="46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key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를</a:t>
            </a:r>
            <a:r>
              <a:rPr dirty="0" sz="1800" spc="37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사용하여</a:t>
            </a:r>
            <a:r>
              <a:rPr dirty="0" sz="1800" spc="37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설정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파일에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대한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안전한</a:t>
            </a:r>
            <a:r>
              <a:rPr dirty="0" sz="1800" spc="-9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암호화</a:t>
            </a:r>
            <a:endParaRPr sz="1800">
              <a:latin typeface="Gulim"/>
              <a:cs typeface="Gulim"/>
            </a:endParaRPr>
          </a:p>
          <a:p>
            <a:pPr algn="just" marL="560705" marR="6350" indent="-205740">
              <a:lnSpc>
                <a:spcPct val="114999"/>
              </a:lnSpc>
              <a:buSzPct val="50000"/>
              <a:buChar char="●"/>
              <a:tabLst>
                <a:tab pos="560705" algn="l"/>
              </a:tabLst>
            </a:pP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Platform</a:t>
            </a:r>
            <a:r>
              <a:rPr dirty="0" sz="1800" spc="5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전반</a:t>
            </a:r>
            <a:r>
              <a:rPr dirty="0" sz="1800" spc="-50">
                <a:solidFill>
                  <a:srgbClr val="434343"/>
                </a:solidFill>
                <a:latin typeface="Gulim"/>
                <a:cs typeface="Gulim"/>
              </a:rPr>
              <a:t> 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(Kafka,</a:t>
            </a:r>
            <a:r>
              <a:rPr dirty="0" sz="1800" spc="6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Connect,</a:t>
            </a:r>
            <a:r>
              <a:rPr dirty="0" sz="1800" spc="60">
                <a:solidFill>
                  <a:srgbClr val="434343"/>
                </a:solidFill>
                <a:latin typeface="Arial"/>
                <a:cs typeface="Arial"/>
              </a:rPr>
              <a:t>  </a:t>
            </a:r>
            <a:r>
              <a:rPr dirty="0" sz="1800" spc="-10">
                <a:solidFill>
                  <a:srgbClr val="434343"/>
                </a:solidFill>
                <a:latin typeface="Arial"/>
                <a:cs typeface="Arial"/>
              </a:rPr>
              <a:t>KSQL,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Schema</a:t>
            </a:r>
            <a:r>
              <a:rPr dirty="0" sz="1800" spc="2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Registry,</a:t>
            </a:r>
            <a:r>
              <a:rPr dirty="0" sz="1800" spc="2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REST</a:t>
            </a:r>
            <a:r>
              <a:rPr dirty="0" sz="1800" spc="29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Proxy</a:t>
            </a:r>
            <a:r>
              <a:rPr dirty="0" sz="1800" spc="275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등</a:t>
            </a:r>
            <a:r>
              <a:rPr dirty="0" sz="1800">
                <a:solidFill>
                  <a:srgbClr val="434343"/>
                </a:solidFill>
                <a:latin typeface="Arial"/>
                <a:cs typeface="Arial"/>
              </a:rPr>
              <a:t>)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에</a:t>
            </a:r>
            <a:r>
              <a:rPr dirty="0" sz="1800" spc="18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50">
                <a:solidFill>
                  <a:srgbClr val="434343"/>
                </a:solidFill>
                <a:latin typeface="Gulim"/>
                <a:cs typeface="Gulim"/>
              </a:rPr>
              <a:t>대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표준화</a:t>
            </a:r>
            <a:endParaRPr sz="1800">
              <a:latin typeface="Gulim"/>
              <a:cs typeface="Gulim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130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6754748" y="6388051"/>
            <a:ext cx="4779645" cy="108712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Structured</a:t>
            </a:r>
            <a:r>
              <a:rPr dirty="0" sz="2000" spc="-30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Audit</a:t>
            </a:r>
            <a:r>
              <a:rPr dirty="0" sz="2000" spc="-2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173360"/>
                </a:solidFill>
                <a:latin typeface="Arial"/>
                <a:cs typeface="Arial"/>
              </a:rPr>
              <a:t>Logs</a:t>
            </a:r>
            <a:endParaRPr sz="2000">
              <a:latin typeface="Arial"/>
              <a:cs typeface="Arial"/>
            </a:endParaRPr>
          </a:p>
          <a:p>
            <a:pPr marL="561340" marR="5080" indent="-205740">
              <a:lnSpc>
                <a:spcPct val="115100"/>
              </a:lnSpc>
              <a:spcBef>
                <a:spcPts val="295"/>
              </a:spcBef>
              <a:buSzPct val="50000"/>
              <a:buFont typeface="Arial"/>
              <a:buChar char="●"/>
              <a:tabLst>
                <a:tab pos="561340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비정상적인</a:t>
            </a:r>
            <a:r>
              <a:rPr dirty="0" sz="1800" spc="105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동작</a:t>
            </a:r>
            <a:r>
              <a:rPr dirty="0" sz="1800" spc="12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감지</a:t>
            </a:r>
            <a:r>
              <a:rPr dirty="0" sz="1800" spc="114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및</a:t>
            </a:r>
            <a:r>
              <a:rPr dirty="0" sz="1800" spc="12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규정</a:t>
            </a:r>
            <a:r>
              <a:rPr dirty="0" sz="1800" spc="114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준수</a:t>
            </a:r>
            <a:r>
              <a:rPr dirty="0" sz="1800" spc="12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요구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사항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충족</a:t>
            </a:r>
            <a:endParaRPr sz="1800">
              <a:latin typeface="Gulim"/>
              <a:cs typeface="Gulim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309729" y="6388051"/>
            <a:ext cx="3359785" cy="140271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000" spc="-10" b="1">
                <a:solidFill>
                  <a:srgbClr val="173360"/>
                </a:solidFill>
                <a:latin typeface="Arial"/>
                <a:cs typeface="Arial"/>
              </a:rPr>
              <a:t>Role-</a:t>
            </a: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Based</a:t>
            </a:r>
            <a:r>
              <a:rPr dirty="0" sz="2000" spc="-4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73360"/>
                </a:solidFill>
                <a:latin typeface="Arial"/>
                <a:cs typeface="Arial"/>
              </a:rPr>
              <a:t>Access</a:t>
            </a:r>
            <a:r>
              <a:rPr dirty="0" sz="2000" spc="-45" b="1">
                <a:solidFill>
                  <a:srgbClr val="17336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173360"/>
                </a:solidFill>
                <a:latin typeface="Arial"/>
                <a:cs typeface="Arial"/>
              </a:rPr>
              <a:t>Control</a:t>
            </a:r>
            <a:endParaRPr sz="2000">
              <a:latin typeface="Arial"/>
              <a:cs typeface="Arial"/>
            </a:endParaRPr>
          </a:p>
          <a:p>
            <a:pPr marL="561340" indent="-205740">
              <a:lnSpc>
                <a:spcPct val="100000"/>
              </a:lnSpc>
              <a:spcBef>
                <a:spcPts val="620"/>
              </a:spcBef>
              <a:buSzPct val="50000"/>
              <a:buFont typeface="Arial"/>
              <a:buChar char="●"/>
              <a:tabLst>
                <a:tab pos="561340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접근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관리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위임</a:t>
            </a:r>
            <a:endParaRPr sz="1800">
              <a:latin typeface="Gulim"/>
              <a:cs typeface="Gulim"/>
            </a:endParaRPr>
          </a:p>
          <a:p>
            <a:pPr marL="561340" indent="-205740">
              <a:lnSpc>
                <a:spcPct val="100000"/>
              </a:lnSpc>
              <a:spcBef>
                <a:spcPts val="330"/>
              </a:spcBef>
              <a:buSzPct val="50000"/>
              <a:buFont typeface="Arial"/>
              <a:buChar char="●"/>
              <a:tabLst>
                <a:tab pos="561340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중앙에서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시각적으로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관리</a:t>
            </a:r>
            <a:endParaRPr sz="1800">
              <a:latin typeface="Gulim"/>
              <a:cs typeface="Gulim"/>
            </a:endParaRPr>
          </a:p>
          <a:p>
            <a:pPr marL="561340" indent="-205740">
              <a:lnSpc>
                <a:spcPct val="100000"/>
              </a:lnSpc>
              <a:spcBef>
                <a:spcPts val="320"/>
              </a:spcBef>
              <a:buSzPct val="50000"/>
              <a:buFont typeface="Arial"/>
              <a:buChar char="●"/>
              <a:tabLst>
                <a:tab pos="561340" algn="l"/>
              </a:tabLst>
            </a:pP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운영</a:t>
            </a:r>
            <a:r>
              <a:rPr dirty="0" sz="1800" spc="-10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>
                <a:solidFill>
                  <a:srgbClr val="434343"/>
                </a:solidFill>
                <a:latin typeface="Gulim"/>
                <a:cs typeface="Gulim"/>
              </a:rPr>
              <a:t>오버헤드</a:t>
            </a:r>
            <a:r>
              <a:rPr dirty="0" sz="1800" spc="-110">
                <a:solidFill>
                  <a:srgbClr val="434343"/>
                </a:solidFill>
                <a:latin typeface="Gulim"/>
                <a:cs typeface="Gulim"/>
              </a:rPr>
              <a:t> </a:t>
            </a:r>
            <a:r>
              <a:rPr dirty="0" sz="1800" spc="-25">
                <a:solidFill>
                  <a:srgbClr val="434343"/>
                </a:solidFill>
                <a:latin typeface="Gulim"/>
                <a:cs typeface="Gulim"/>
              </a:rPr>
              <a:t>감소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184948" y="2159000"/>
          <a:ext cx="15994380" cy="7497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1615"/>
                <a:gridCol w="5301615"/>
                <a:gridCol w="5301614"/>
              </a:tblGrid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Gulim"/>
                          <a:cs typeface="Gulim"/>
                        </a:rPr>
                        <a:t>내용</a:t>
                      </a:r>
                      <a:endParaRPr sz="1800">
                        <a:latin typeface="Gulim"/>
                        <a:cs typeface="Gulim"/>
                      </a:endParaRPr>
                    </a:p>
                  </a:txBody>
                  <a:tcPr marL="0" marR="0" marB="0" marT="1784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Kafka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Serverless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Automated,</a:t>
                      </a:r>
                      <a:r>
                        <a:rPr dirty="0" sz="1100" spc="-5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fully</a:t>
                      </a:r>
                      <a:r>
                        <a:rPr dirty="0" sz="1100" spc="-2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managed</a:t>
                      </a:r>
                      <a:r>
                        <a:rPr dirty="0" sz="1100" spc="-3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100" spc="-5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clusters</a:t>
                      </a:r>
                      <a:r>
                        <a:rPr dirty="0" sz="1100" spc="-3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-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zero</a:t>
                      </a:r>
                      <a:r>
                        <a:rPr dirty="0" sz="1100" spc="-2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ops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574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Elastic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Scaling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Scale</a:t>
                      </a:r>
                      <a:r>
                        <a:rPr dirty="0" sz="1100" spc="-2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up</a:t>
                      </a:r>
                      <a:r>
                        <a:rPr dirty="0" sz="1100" spc="-2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00" spc="-2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down from</a:t>
                      </a:r>
                      <a:r>
                        <a:rPr dirty="0" sz="1100" spc="-7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100" spc="-1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GBps</a:t>
                      </a:r>
                      <a:r>
                        <a:rPr dirty="0" sz="1100" spc="-3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without</a:t>
                      </a:r>
                      <a:r>
                        <a:rPr dirty="0" sz="1100" spc="-2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over-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provisioning</a:t>
                      </a:r>
                      <a:r>
                        <a:rPr dirty="0" sz="1100" spc="-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infra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637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Infinite</a:t>
                      </a:r>
                      <a:r>
                        <a:rPr dirty="0" sz="1800" spc="-3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Tiered</a:t>
                      </a:r>
                      <a:r>
                        <a:rPr dirty="0" sz="1800" spc="-4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Cost-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effectively</a:t>
                      </a:r>
                      <a:r>
                        <a:rPr dirty="0" sz="1100" spc="-4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retain</a:t>
                      </a:r>
                      <a:r>
                        <a:rPr dirty="0" sz="1100" spc="-4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4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100" spc="-3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100" spc="-3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scale</a:t>
                      </a:r>
                      <a:r>
                        <a:rPr dirty="0" sz="1100" spc="-2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without</a:t>
                      </a:r>
                      <a:r>
                        <a:rPr dirty="0" sz="1100" spc="-1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growing</a:t>
                      </a:r>
                      <a:r>
                        <a:rPr dirty="0" sz="1100" spc="-3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compute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637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800" spc="-3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Availability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Guaranteed</a:t>
                      </a:r>
                      <a:r>
                        <a:rPr dirty="0" sz="1100" spc="-5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99.99%</a:t>
                      </a:r>
                      <a:r>
                        <a:rPr dirty="0" sz="1100" spc="-3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uptime</a:t>
                      </a:r>
                      <a:r>
                        <a:rPr dirty="0" sz="1100" spc="-3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SLA</a:t>
                      </a:r>
                      <a:r>
                        <a:rPr dirty="0" sz="1100" spc="-1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built-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failover</a:t>
                      </a:r>
                      <a:r>
                        <a:rPr dirty="0" sz="1100" spc="-1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00" spc="-2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AZ</a:t>
                      </a:r>
                      <a:r>
                        <a:rPr dirty="0" sz="1100" spc="-2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replication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637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800" spc="-4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ZooKeeper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management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Metadata</a:t>
                      </a:r>
                      <a:r>
                        <a:rPr dirty="0" sz="1100" spc="-5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r>
                        <a:rPr dirty="0" sz="1100" spc="-7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completely</a:t>
                      </a:r>
                      <a:r>
                        <a:rPr dirty="0" sz="1100" spc="-5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abstracted</a:t>
                      </a:r>
                      <a:r>
                        <a:rPr dirty="0" sz="1100" spc="-7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away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637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No-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touch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patching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upgrades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Fully</a:t>
                      </a:r>
                      <a:r>
                        <a:rPr dirty="0" sz="1100" spc="-2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optimized</a:t>
                      </a:r>
                      <a:r>
                        <a:rPr dirty="0" sz="1100" spc="-4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infra</a:t>
                      </a:r>
                      <a:r>
                        <a:rPr dirty="0" sz="1100" spc="-4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-3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zero-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downtime</a:t>
                      </a:r>
                      <a:r>
                        <a:rPr dirty="0" sz="1100" spc="-4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patching</a:t>
                      </a:r>
                      <a:r>
                        <a:rPr dirty="0" sz="1100" spc="-4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00" spc="-35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upgrades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637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800" spc="-3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Kafka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Distributed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streaming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platform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that's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become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facto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industry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standard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Connect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Pluggable,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declarative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r>
                        <a:rPr dirty="0" sz="1100" spc="-7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framework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131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539096" y="957198"/>
            <a:ext cx="160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기능</a:t>
            </a:r>
            <a:r>
              <a:rPr dirty="0" sz="2000" spc="-14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비교표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184948" y="2159000"/>
          <a:ext cx="15994380" cy="7689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1615"/>
                <a:gridCol w="5301615"/>
                <a:gridCol w="5301614"/>
              </a:tblGrid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Gulim"/>
                          <a:cs typeface="Gulim"/>
                        </a:rPr>
                        <a:t>내용</a:t>
                      </a:r>
                      <a:endParaRPr sz="1800">
                        <a:latin typeface="Gulim"/>
                        <a:cs typeface="Gulim"/>
                      </a:endParaRPr>
                    </a:p>
                  </a:txBody>
                  <a:tcPr marL="0" marR="0" marB="0" marT="1784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Kafka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Streams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Client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library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stream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Java</a:t>
                      </a:r>
                      <a:r>
                        <a:rPr dirty="0" sz="1800" spc="-3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Clients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Write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producer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consumer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apps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with 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Java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Non-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Java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Clients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C/C++,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Python,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Go,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.NET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637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REST 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Proxy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100" spc="-6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connected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application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Connectors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511809">
                        <a:lnSpc>
                          <a:spcPct val="114500"/>
                        </a:lnSpc>
                        <a:spcBef>
                          <a:spcPts val="110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120+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pre-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built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connectors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including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S3,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Elastic,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MongoDB,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Snowflake,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more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MQTT</a:t>
                      </a:r>
                      <a:r>
                        <a:rPr dirty="0" sz="1800" spc="-6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Proxy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MQTT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devices</a:t>
                      </a:r>
                      <a:r>
                        <a:rPr dirty="0" sz="110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gateways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Central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ensure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compatibility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462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ksqlDB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Real-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stream</a:t>
                      </a:r>
                      <a:r>
                        <a:rPr dirty="0" sz="1100" spc="-7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materialized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views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via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lightweight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SQL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syntax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462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72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132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539096" y="957198"/>
            <a:ext cx="160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기능</a:t>
            </a:r>
            <a:r>
              <a:rPr dirty="0" sz="2000" spc="-14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비교표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184948" y="2159000"/>
          <a:ext cx="15994380" cy="7497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1615"/>
                <a:gridCol w="5301615"/>
                <a:gridCol w="5301614"/>
              </a:tblGrid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Gulim"/>
                          <a:cs typeface="Gulim"/>
                        </a:rPr>
                        <a:t>내용</a:t>
                      </a:r>
                      <a:endParaRPr sz="1800">
                        <a:latin typeface="Gulim"/>
                        <a:cs typeface="Gulim"/>
                      </a:endParaRPr>
                    </a:p>
                  </a:txBody>
                  <a:tcPr marL="0" marR="0" marB="0" marT="1784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Kafka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Cloud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UI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1800" spc="-1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Center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GUI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manage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monitor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clusters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scale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20574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Metrics</a:t>
                      </a:r>
                      <a:r>
                        <a:rPr dirty="0" sz="1800" spc="-6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API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Discover</a:t>
                      </a:r>
                      <a:r>
                        <a:rPr dirty="0" sz="110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topic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cluster-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metrics,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request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metrics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values, or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post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queries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Datadog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Prometheus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Monitor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streams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directly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alongside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rest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stack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Health+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Intelligent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alerting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cloud-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monitoring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ensure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health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Admin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REST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APIs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Simplify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r>
                        <a:rPr dirty="0" sz="1100" spc="-7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via</a:t>
                      </a:r>
                      <a:r>
                        <a:rPr dirty="0" sz="110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RESTful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1100" spc="-6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performing</a:t>
                      </a:r>
                      <a:r>
                        <a:rPr dirty="0" sz="1100" spc="-7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admin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r>
                        <a:rPr dirty="0" sz="1800" spc="-1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Kubernetes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Complete,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declarative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deploy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Kubernetes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Ansible</a:t>
                      </a:r>
                      <a:r>
                        <a:rPr dirty="0" sz="1800" spc="-3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Playbooks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Automate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deployment</a:t>
                      </a:r>
                      <a:r>
                        <a:rPr dirty="0" sz="110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non-containerized environments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Self-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Balancing</a:t>
                      </a:r>
                      <a:r>
                        <a:rPr dirty="0" sz="1800" spc="-1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Clusters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Automated</a:t>
                      </a:r>
                      <a:r>
                        <a:rPr dirty="0" sz="1100" spc="-6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partition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rebalancing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optimize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performance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462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133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539096" y="957198"/>
            <a:ext cx="160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기능</a:t>
            </a:r>
            <a:r>
              <a:rPr dirty="0" sz="2000" spc="-14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비교표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184948" y="2159000"/>
          <a:ext cx="15994380" cy="7673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1615"/>
                <a:gridCol w="5301615"/>
                <a:gridCol w="5301614"/>
              </a:tblGrid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Gulim"/>
                          <a:cs typeface="Gulim"/>
                        </a:rPr>
                        <a:t>내용</a:t>
                      </a:r>
                      <a:endParaRPr sz="1800">
                        <a:latin typeface="Gulim"/>
                        <a:cs typeface="Gulim"/>
                      </a:endParaRPr>
                    </a:p>
                  </a:txBody>
                  <a:tcPr marL="0" marR="0" marB="0" marT="1784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Kafka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800" spc="-3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Lists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Authorization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controls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Role-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800" spc="-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Granular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resource-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authorization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groups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Audit</a:t>
                      </a:r>
                      <a:r>
                        <a:rPr dirty="0" sz="1800" spc="-3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Logs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Structured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action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logs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detect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threats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anomalies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Secret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Protection</a:t>
                      </a:r>
                      <a:r>
                        <a:rPr dirty="0" sz="1800" spc="-1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Encryption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Encrypt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110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data-at-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rest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traffic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clients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TLS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1.2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Bring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800" spc="-3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Own</a:t>
                      </a:r>
                      <a:r>
                        <a:rPr dirty="0" sz="1800" spc="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Key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Encrypt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data-at-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rest</a:t>
                      </a:r>
                      <a:r>
                        <a:rPr dirty="0" sz="1100" spc="-6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own</a:t>
                      </a:r>
                      <a:r>
                        <a:rPr dirty="0" sz="1100" spc="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custom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key(s)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Private</a:t>
                      </a:r>
                      <a:r>
                        <a:rPr dirty="0" sz="1800" spc="-3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Networking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VPC/VNet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peering,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AWS</a:t>
                      </a:r>
                      <a:r>
                        <a:rPr dirty="0" sz="1100" spc="-7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Transit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Gateway,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AWS</a:t>
                      </a:r>
                      <a:r>
                        <a:rPr dirty="0" sz="1100" spc="-7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PrivateLink,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Azure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Private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Link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1033144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HIPAA/GDPR/CCPA</a:t>
                      </a:r>
                      <a:r>
                        <a:rPr dirty="0" sz="1800" spc="-5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readiness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182245">
                        <a:lnSpc>
                          <a:spcPct val="114300"/>
                        </a:lnSpc>
                        <a:spcBef>
                          <a:spcPts val="130"/>
                        </a:spcBef>
                      </a:pP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Built-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r>
                        <a:rPr dirty="0" sz="105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including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SOC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1/2/3</a:t>
                      </a:r>
                      <a:r>
                        <a:rPr dirty="0" sz="105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ISO</a:t>
                      </a:r>
                      <a:r>
                        <a:rPr dirty="0" sz="105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27001,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GDPR/CCPA</a:t>
                      </a:r>
                      <a:r>
                        <a:rPr dirty="0" sz="105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readiness,</a:t>
                      </a:r>
                      <a:r>
                        <a:rPr dirty="0" sz="105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more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Central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registry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ensure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compatibility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4625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720">
                    <a:lnL w="12700">
                      <a:solidFill>
                        <a:srgbClr val="221F1F"/>
                      </a:solidFill>
                      <a:prstDash val="solid"/>
                    </a:lnL>
                    <a:lnR w="12700">
                      <a:solidFill>
                        <a:srgbClr val="221F1F"/>
                      </a:solidFill>
                      <a:prstDash val="solid"/>
                    </a:lnR>
                    <a:lnT w="12700">
                      <a:solidFill>
                        <a:srgbClr val="221F1F"/>
                      </a:solidFill>
                      <a:prstDash val="solid"/>
                    </a:lnT>
                    <a:lnB w="12700">
                      <a:solidFill>
                        <a:srgbClr val="221F1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134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539096" y="957198"/>
            <a:ext cx="160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기능</a:t>
            </a:r>
            <a:r>
              <a:rPr dirty="0" sz="2000" spc="-14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비교표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184948" y="1583308"/>
          <a:ext cx="15994380" cy="823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1615"/>
                <a:gridCol w="5301615"/>
                <a:gridCol w="5301614"/>
              </a:tblGrid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Gulim"/>
                          <a:cs typeface="Gulim"/>
                        </a:rPr>
                        <a:t>내용</a:t>
                      </a:r>
                      <a:endParaRPr sz="1800">
                        <a:latin typeface="Gulim"/>
                        <a:cs typeface="Gulim"/>
                      </a:endParaRPr>
                    </a:p>
                  </a:txBody>
                  <a:tcPr marL="0" marR="0" marB="0" marT="17843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Kafka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653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653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Validation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Broker-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side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schema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validation</a:t>
                      </a:r>
                      <a:r>
                        <a:rPr dirty="0" sz="110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enforcement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topic-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granularity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Stream</a:t>
                      </a:r>
                      <a:r>
                        <a:rPr dirty="0" sz="1800" spc="-4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Catalog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Self-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discovery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search,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classify,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organize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streams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029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Stream</a:t>
                      </a:r>
                      <a:r>
                        <a:rPr dirty="0" sz="1800" spc="-4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Lineage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526415">
                        <a:lnSpc>
                          <a:spcPct val="114500"/>
                        </a:lnSpc>
                        <a:spcBef>
                          <a:spcPts val="110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Understand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lineage</a:t>
                      </a:r>
                      <a:r>
                        <a:rPr dirty="0" sz="110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with interactive,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end-to-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end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mapping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data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streams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99.99%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Uptime</a:t>
                      </a:r>
                      <a:r>
                        <a:rPr dirty="0" sz="1800" spc="-2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SLA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704215">
                        <a:lnSpc>
                          <a:spcPct val="114500"/>
                        </a:lnSpc>
                        <a:spcBef>
                          <a:spcPts val="110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Safely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run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mission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critical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workloads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SLA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covering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both</a:t>
                      </a:r>
                      <a:r>
                        <a:rPr dirty="0" sz="110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software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infrastructure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3144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r>
                        <a:rPr dirty="0" sz="1800" spc="-5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Linking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599440">
                        <a:lnSpc>
                          <a:spcPct val="114300"/>
                        </a:lnSpc>
                        <a:spcBef>
                          <a:spcPts val="125"/>
                        </a:spcBef>
                      </a:pP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Seamlessly</a:t>
                      </a:r>
                      <a:r>
                        <a:rPr dirty="0" sz="105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link</a:t>
                      </a:r>
                      <a:r>
                        <a:rPr dirty="0" sz="105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clusters</a:t>
                      </a:r>
                      <a:r>
                        <a:rPr dirty="0" sz="105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105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05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environment</a:t>
                      </a:r>
                      <a:r>
                        <a:rPr dirty="0" sz="105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build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hybrid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multicloud architectures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AZ</a:t>
                      </a:r>
                      <a:r>
                        <a:rPr dirty="0" sz="1800" spc="-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Multi-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Region</a:t>
                      </a:r>
                      <a:r>
                        <a:rPr dirty="0" sz="1800" spc="3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Clusters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Minimize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downtime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running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multiple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availability</a:t>
                      </a:r>
                      <a:r>
                        <a:rPr dirty="0" sz="1100" spc="-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zones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regions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MirrorMaker</a:t>
                      </a:r>
                      <a:r>
                        <a:rPr dirty="0" sz="1800" spc="-1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Asynchronous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replication</a:t>
                      </a:r>
                      <a:r>
                        <a:rPr dirty="0" sz="110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100" spc="-7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Connect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3144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Replicator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288290">
                        <a:lnSpc>
                          <a:spcPct val="114300"/>
                        </a:lnSpc>
                        <a:spcBef>
                          <a:spcPts val="125"/>
                        </a:spcBef>
                      </a:pP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Expert-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built,</a:t>
                      </a:r>
                      <a:r>
                        <a:rPr dirty="0" sz="105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supported,</a:t>
                      </a:r>
                      <a:r>
                        <a:rPr dirty="0" sz="105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battle-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tested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replication</a:t>
                      </a:r>
                      <a:r>
                        <a:rPr dirty="0" sz="105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105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clusters</a:t>
                      </a:r>
                      <a:r>
                        <a:rPr dirty="0" sz="1050" spc="-3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Kafka Connect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917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46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135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539096" y="957198"/>
            <a:ext cx="160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기능</a:t>
            </a:r>
            <a:r>
              <a:rPr dirty="0" sz="2000" spc="-14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비교표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184948" y="2159000"/>
          <a:ext cx="15994380" cy="3772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1615"/>
                <a:gridCol w="5301615"/>
                <a:gridCol w="5301614"/>
              </a:tblGrid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dirty="0" sz="1800" spc="-25">
                          <a:solidFill>
                            <a:srgbClr val="FFFFFF"/>
                          </a:solidFill>
                          <a:latin typeface="Gulim"/>
                          <a:cs typeface="Gulim"/>
                        </a:rPr>
                        <a:t>내용</a:t>
                      </a:r>
                      <a:endParaRPr sz="1800">
                        <a:latin typeface="Gulim"/>
                        <a:cs typeface="Gulim"/>
                      </a:endParaRPr>
                    </a:p>
                  </a:txBody>
                  <a:tcPr marL="0" marR="0" marB="0" marT="17843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Apache</a:t>
                      </a:r>
                      <a:r>
                        <a:rPr dirty="0" sz="18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Kafka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Confluent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173360"/>
                    </a:solidFill>
                  </a:tcPr>
                </a:tc>
              </a:tr>
              <a:tr h="1050290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24x7x365</a:t>
                      </a:r>
                      <a:r>
                        <a:rPr dirty="0" sz="1800" spc="-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Expert</a:t>
                      </a:r>
                      <a:r>
                        <a:rPr dirty="0" sz="1800" spc="-3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world's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foremost</a:t>
                      </a:r>
                      <a:r>
                        <a:rPr dirty="0" sz="1100" spc="-6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Kafka</a:t>
                      </a:r>
                      <a:r>
                        <a:rPr dirty="0" sz="1100" spc="-5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experts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million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hours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of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828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experience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3144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0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Professional</a:t>
                      </a:r>
                      <a:r>
                        <a:rPr dirty="0" sz="1800" spc="-55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Services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307975">
                        <a:lnSpc>
                          <a:spcPct val="114300"/>
                        </a:lnSpc>
                        <a:spcBef>
                          <a:spcPts val="125"/>
                        </a:spcBef>
                      </a:pP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Customized</a:t>
                      </a:r>
                      <a:r>
                        <a:rPr dirty="0" sz="1050" spc="-4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hands-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engagements</a:t>
                      </a:r>
                      <a:r>
                        <a:rPr dirty="0" sz="105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achieve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your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105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outcomes</a:t>
                      </a:r>
                      <a:r>
                        <a:rPr dirty="0" sz="105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050" spc="-1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timely manner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1800" spc="-10">
                          <a:solidFill>
                            <a:srgbClr val="173360"/>
                          </a:solidFill>
                          <a:latin typeface="Arial"/>
                          <a:cs typeface="Arial"/>
                        </a:rPr>
                        <a:t>Education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82880" marR="951230">
                        <a:lnSpc>
                          <a:spcPct val="114500"/>
                        </a:lnSpc>
                        <a:spcBef>
                          <a:spcPts val="120"/>
                        </a:spcBef>
                      </a:pP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Variety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training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offerings</a:t>
                      </a:r>
                      <a:r>
                        <a:rPr dirty="0" sz="1100" spc="-6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100" spc="-3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build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streaming</a:t>
                      </a:r>
                      <a:r>
                        <a:rPr dirty="0" sz="1100" spc="-5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expertise</a:t>
                      </a:r>
                      <a:r>
                        <a:rPr dirty="0" sz="1100" spc="-25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1100" spc="-4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your </a:t>
                      </a:r>
                      <a:r>
                        <a:rPr dirty="0" sz="1100" spc="-10">
                          <a:solidFill>
                            <a:srgbClr val="829393"/>
                          </a:solidFill>
                          <a:latin typeface="Arial"/>
                          <a:cs typeface="Arial"/>
                        </a:rPr>
                        <a:t>organization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dirty="0" sz="2800" spc="-50">
                          <a:solidFill>
                            <a:srgbClr val="CC0000"/>
                          </a:solidFill>
                          <a:latin typeface="Segoe UI Symbol"/>
                          <a:cs typeface="Segoe UI Symbol"/>
                        </a:rPr>
                        <a:t>✕</a:t>
                      </a:r>
                      <a:endParaRPr sz="2800">
                        <a:latin typeface="Segoe UI Symbol"/>
                        <a:cs typeface="Segoe UI Symbol"/>
                      </a:endParaRPr>
                    </a:p>
                  </a:txBody>
                  <a:tcPr marL="0" marR="0" marB="0" marT="1733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3200" spc="-50">
                          <a:solidFill>
                            <a:srgbClr val="6C9EEB"/>
                          </a:solidFill>
                          <a:latin typeface="Cambria Math"/>
                          <a:cs typeface="Cambria Math"/>
                        </a:rPr>
                        <a:t>◯</a:t>
                      </a:r>
                      <a:endParaRPr sz="3200">
                        <a:latin typeface="Cambria Math"/>
                        <a:cs typeface="Cambria Math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r>
              <a:rPr dirty="0" spc="-25"/>
              <a:t>136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652398"/>
            <a:ext cx="84975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73360"/>
                </a:solidFill>
              </a:rPr>
              <a:t>OSS</a:t>
            </a:r>
            <a:r>
              <a:rPr dirty="0" spc="-6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Apache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</a:t>
            </a:r>
            <a:r>
              <a:rPr dirty="0" spc="-75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vs</a:t>
            </a:r>
            <a:r>
              <a:rPr dirty="0" spc="-45">
                <a:solidFill>
                  <a:srgbClr val="173360"/>
                </a:solidFill>
              </a:rPr>
              <a:t> </a:t>
            </a:r>
            <a:r>
              <a:rPr dirty="0" spc="-10">
                <a:solidFill>
                  <a:srgbClr val="173360"/>
                </a:solidFill>
              </a:rPr>
              <a:t>Confluent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539096" y="957198"/>
            <a:ext cx="16046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460" algn="l"/>
              </a:tabLst>
            </a:pPr>
            <a:r>
              <a:rPr dirty="0" sz="2000" spc="-50">
                <a:solidFill>
                  <a:srgbClr val="173360"/>
                </a:solidFill>
                <a:latin typeface="Malgun Gothic"/>
                <a:cs typeface="Malgun Gothic"/>
              </a:rPr>
              <a:t>|</a:t>
            </a:r>
            <a:r>
              <a:rPr dirty="0" sz="2000">
                <a:solidFill>
                  <a:srgbClr val="173360"/>
                </a:solidFill>
                <a:latin typeface="Malgun Gothic"/>
                <a:cs typeface="Malgun Gothic"/>
              </a:rPr>
              <a:t>	</a:t>
            </a:r>
            <a:r>
              <a:rPr dirty="0" sz="2000">
                <a:solidFill>
                  <a:srgbClr val="173360"/>
                </a:solidFill>
                <a:latin typeface="Gulim"/>
                <a:cs typeface="Gulim"/>
              </a:rPr>
              <a:t>기능</a:t>
            </a:r>
            <a:r>
              <a:rPr dirty="0" sz="2000" spc="-140">
                <a:solidFill>
                  <a:srgbClr val="173360"/>
                </a:solidFill>
                <a:latin typeface="Gulim"/>
                <a:cs typeface="Gulim"/>
              </a:rPr>
              <a:t> </a:t>
            </a:r>
            <a:r>
              <a:rPr dirty="0" sz="2000" spc="-25">
                <a:solidFill>
                  <a:srgbClr val="173360"/>
                </a:solidFill>
                <a:latin typeface="Gulim"/>
                <a:cs typeface="Gulim"/>
              </a:rPr>
              <a:t>비교표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6954754" y="771270"/>
            <a:ext cx="849630" cy="849630"/>
          </a:xfrm>
          <a:custGeom>
            <a:avLst/>
            <a:gdLst/>
            <a:ahLst/>
            <a:cxnLst/>
            <a:rect l="l" t="t" r="r" b="b"/>
            <a:pathLst>
              <a:path w="849630" h="849630">
                <a:moveTo>
                  <a:pt x="424815" y="0"/>
                </a:moveTo>
                <a:lnTo>
                  <a:pt x="378535" y="2493"/>
                </a:lnTo>
                <a:lnTo>
                  <a:pt x="333697" y="9800"/>
                </a:lnTo>
                <a:lnTo>
                  <a:pt x="290559" y="21662"/>
                </a:lnTo>
                <a:lnTo>
                  <a:pt x="249382" y="37818"/>
                </a:lnTo>
                <a:lnTo>
                  <a:pt x="210424" y="58010"/>
                </a:lnTo>
                <a:lnTo>
                  <a:pt x="173946" y="81979"/>
                </a:lnTo>
                <a:lnTo>
                  <a:pt x="140206" y="109463"/>
                </a:lnTo>
                <a:lnTo>
                  <a:pt x="109463" y="140206"/>
                </a:lnTo>
                <a:lnTo>
                  <a:pt x="81979" y="173946"/>
                </a:lnTo>
                <a:lnTo>
                  <a:pt x="58010" y="210424"/>
                </a:lnTo>
                <a:lnTo>
                  <a:pt x="37818" y="249382"/>
                </a:lnTo>
                <a:lnTo>
                  <a:pt x="21662" y="290559"/>
                </a:lnTo>
                <a:lnTo>
                  <a:pt x="9800" y="333697"/>
                </a:lnTo>
                <a:lnTo>
                  <a:pt x="2493" y="378535"/>
                </a:lnTo>
                <a:lnTo>
                  <a:pt x="0" y="424814"/>
                </a:lnTo>
                <a:lnTo>
                  <a:pt x="2493" y="471094"/>
                </a:lnTo>
                <a:lnTo>
                  <a:pt x="9800" y="515932"/>
                </a:lnTo>
                <a:lnTo>
                  <a:pt x="21662" y="559070"/>
                </a:lnTo>
                <a:lnTo>
                  <a:pt x="37818" y="600247"/>
                </a:lnTo>
                <a:lnTo>
                  <a:pt x="58010" y="639205"/>
                </a:lnTo>
                <a:lnTo>
                  <a:pt x="81979" y="675683"/>
                </a:lnTo>
                <a:lnTo>
                  <a:pt x="109463" y="709423"/>
                </a:lnTo>
                <a:lnTo>
                  <a:pt x="140206" y="740166"/>
                </a:lnTo>
                <a:lnTo>
                  <a:pt x="173946" y="767650"/>
                </a:lnTo>
                <a:lnTo>
                  <a:pt x="210424" y="791619"/>
                </a:lnTo>
                <a:lnTo>
                  <a:pt x="249382" y="811811"/>
                </a:lnTo>
                <a:lnTo>
                  <a:pt x="290559" y="827967"/>
                </a:lnTo>
                <a:lnTo>
                  <a:pt x="333697" y="839829"/>
                </a:lnTo>
                <a:lnTo>
                  <a:pt x="378535" y="847136"/>
                </a:lnTo>
                <a:lnTo>
                  <a:pt x="424815" y="849629"/>
                </a:lnTo>
                <a:lnTo>
                  <a:pt x="471116" y="847136"/>
                </a:lnTo>
                <a:lnTo>
                  <a:pt x="515970" y="839829"/>
                </a:lnTo>
                <a:lnTo>
                  <a:pt x="559119" y="827967"/>
                </a:lnTo>
                <a:lnTo>
                  <a:pt x="600302" y="811811"/>
                </a:lnTo>
                <a:lnTo>
                  <a:pt x="639261" y="791619"/>
                </a:lnTo>
                <a:lnTo>
                  <a:pt x="675738" y="767650"/>
                </a:lnTo>
                <a:lnTo>
                  <a:pt x="709474" y="740166"/>
                </a:lnTo>
                <a:lnTo>
                  <a:pt x="740210" y="709423"/>
                </a:lnTo>
                <a:lnTo>
                  <a:pt x="767687" y="675683"/>
                </a:lnTo>
                <a:lnTo>
                  <a:pt x="791647" y="639205"/>
                </a:lnTo>
                <a:lnTo>
                  <a:pt x="811831" y="600247"/>
                </a:lnTo>
                <a:lnTo>
                  <a:pt x="827980" y="559070"/>
                </a:lnTo>
                <a:lnTo>
                  <a:pt x="839835" y="515932"/>
                </a:lnTo>
                <a:lnTo>
                  <a:pt x="847138" y="471094"/>
                </a:lnTo>
                <a:lnTo>
                  <a:pt x="849630" y="424814"/>
                </a:lnTo>
                <a:lnTo>
                  <a:pt x="847138" y="378535"/>
                </a:lnTo>
                <a:lnTo>
                  <a:pt x="839835" y="333697"/>
                </a:lnTo>
                <a:lnTo>
                  <a:pt x="827980" y="290559"/>
                </a:lnTo>
                <a:lnTo>
                  <a:pt x="811831" y="249382"/>
                </a:lnTo>
                <a:lnTo>
                  <a:pt x="791647" y="210424"/>
                </a:lnTo>
                <a:lnTo>
                  <a:pt x="767687" y="173946"/>
                </a:lnTo>
                <a:lnTo>
                  <a:pt x="740210" y="140206"/>
                </a:lnTo>
                <a:lnTo>
                  <a:pt x="709474" y="109463"/>
                </a:lnTo>
                <a:lnTo>
                  <a:pt x="675738" y="81979"/>
                </a:lnTo>
                <a:lnTo>
                  <a:pt x="639261" y="58010"/>
                </a:lnTo>
                <a:lnTo>
                  <a:pt x="600302" y="37818"/>
                </a:lnTo>
                <a:lnTo>
                  <a:pt x="559119" y="21662"/>
                </a:lnTo>
                <a:lnTo>
                  <a:pt x="515970" y="9800"/>
                </a:lnTo>
                <a:lnTo>
                  <a:pt x="471116" y="2493"/>
                </a:lnTo>
                <a:lnTo>
                  <a:pt x="424815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087234" y="4851527"/>
            <a:ext cx="558800" cy="581025"/>
          </a:xfrm>
          <a:custGeom>
            <a:avLst/>
            <a:gdLst/>
            <a:ahLst/>
            <a:cxnLst/>
            <a:rect l="l" t="t" r="r" b="b"/>
            <a:pathLst>
              <a:path w="558800" h="581025">
                <a:moveTo>
                  <a:pt x="291465" y="0"/>
                </a:moveTo>
                <a:lnTo>
                  <a:pt x="244079" y="3643"/>
                </a:lnTo>
                <a:lnTo>
                  <a:pt x="199168" y="14244"/>
                </a:lnTo>
                <a:lnTo>
                  <a:pt x="157323" y="31306"/>
                </a:lnTo>
                <a:lnTo>
                  <a:pt x="119137" y="54335"/>
                </a:lnTo>
                <a:lnTo>
                  <a:pt x="85201" y="82835"/>
                </a:lnTo>
                <a:lnTo>
                  <a:pt x="56107" y="116311"/>
                </a:lnTo>
                <a:lnTo>
                  <a:pt x="32448" y="154268"/>
                </a:lnTo>
                <a:lnTo>
                  <a:pt x="14816" y="196209"/>
                </a:lnTo>
                <a:lnTo>
                  <a:pt x="3802" y="241641"/>
                </a:lnTo>
                <a:lnTo>
                  <a:pt x="0" y="290068"/>
                </a:lnTo>
                <a:lnTo>
                  <a:pt x="3802" y="338381"/>
                </a:lnTo>
                <a:lnTo>
                  <a:pt x="14816" y="383770"/>
                </a:lnTo>
                <a:lnTo>
                  <a:pt x="32448" y="425726"/>
                </a:lnTo>
                <a:lnTo>
                  <a:pt x="56107" y="463738"/>
                </a:lnTo>
                <a:lnTo>
                  <a:pt x="85201" y="497300"/>
                </a:lnTo>
                <a:lnTo>
                  <a:pt x="119137" y="525900"/>
                </a:lnTo>
                <a:lnTo>
                  <a:pt x="157323" y="549031"/>
                </a:lnTo>
                <a:lnTo>
                  <a:pt x="199168" y="566184"/>
                </a:lnTo>
                <a:lnTo>
                  <a:pt x="244079" y="576848"/>
                </a:lnTo>
                <a:lnTo>
                  <a:pt x="291465" y="580517"/>
                </a:lnTo>
                <a:lnTo>
                  <a:pt x="341305" y="576620"/>
                </a:lnTo>
                <a:lnTo>
                  <a:pt x="387433" y="565273"/>
                </a:lnTo>
                <a:lnTo>
                  <a:pt x="429352" y="546990"/>
                </a:lnTo>
                <a:lnTo>
                  <a:pt x="466566" y="522287"/>
                </a:lnTo>
                <a:lnTo>
                  <a:pt x="498576" y="491679"/>
                </a:lnTo>
                <a:lnTo>
                  <a:pt x="524887" y="455679"/>
                </a:lnTo>
                <a:lnTo>
                  <a:pt x="545000" y="414805"/>
                </a:lnTo>
                <a:lnTo>
                  <a:pt x="558419" y="369570"/>
                </a:lnTo>
                <a:lnTo>
                  <a:pt x="490728" y="369570"/>
                </a:lnTo>
                <a:lnTo>
                  <a:pt x="475077" y="412174"/>
                </a:lnTo>
                <a:lnTo>
                  <a:pt x="451541" y="448789"/>
                </a:lnTo>
                <a:lnTo>
                  <a:pt x="420766" y="478631"/>
                </a:lnTo>
                <a:lnTo>
                  <a:pt x="383398" y="500916"/>
                </a:lnTo>
                <a:lnTo>
                  <a:pt x="340083" y="514861"/>
                </a:lnTo>
                <a:lnTo>
                  <a:pt x="291465" y="519684"/>
                </a:lnTo>
                <a:lnTo>
                  <a:pt x="245304" y="515167"/>
                </a:lnTo>
                <a:lnTo>
                  <a:pt x="202624" y="502148"/>
                </a:lnTo>
                <a:lnTo>
                  <a:pt x="164248" y="481422"/>
                </a:lnTo>
                <a:lnTo>
                  <a:pt x="131000" y="453786"/>
                </a:lnTo>
                <a:lnTo>
                  <a:pt x="103705" y="420037"/>
                </a:lnTo>
                <a:lnTo>
                  <a:pt x="83188" y="380970"/>
                </a:lnTo>
                <a:lnTo>
                  <a:pt x="70274" y="337381"/>
                </a:lnTo>
                <a:lnTo>
                  <a:pt x="65786" y="290068"/>
                </a:lnTo>
                <a:lnTo>
                  <a:pt x="70274" y="242588"/>
                </a:lnTo>
                <a:lnTo>
                  <a:pt x="83188" y="198957"/>
                </a:lnTo>
                <a:lnTo>
                  <a:pt x="103705" y="159940"/>
                </a:lnTo>
                <a:lnTo>
                  <a:pt x="131000" y="126301"/>
                </a:lnTo>
                <a:lnTo>
                  <a:pt x="164248" y="98806"/>
                </a:lnTo>
                <a:lnTo>
                  <a:pt x="202624" y="78220"/>
                </a:lnTo>
                <a:lnTo>
                  <a:pt x="245304" y="65307"/>
                </a:lnTo>
                <a:lnTo>
                  <a:pt x="291465" y="60833"/>
                </a:lnTo>
                <a:lnTo>
                  <a:pt x="340083" y="65545"/>
                </a:lnTo>
                <a:lnTo>
                  <a:pt x="383398" y="79229"/>
                </a:lnTo>
                <a:lnTo>
                  <a:pt x="420766" y="101203"/>
                </a:lnTo>
                <a:lnTo>
                  <a:pt x="451541" y="130786"/>
                </a:lnTo>
                <a:lnTo>
                  <a:pt x="475077" y="167298"/>
                </a:lnTo>
                <a:lnTo>
                  <a:pt x="490728" y="210058"/>
                </a:lnTo>
                <a:lnTo>
                  <a:pt x="558419" y="210058"/>
                </a:lnTo>
                <a:lnTo>
                  <a:pt x="545000" y="164824"/>
                </a:lnTo>
                <a:lnTo>
                  <a:pt x="524887" y="124033"/>
                </a:lnTo>
                <a:lnTo>
                  <a:pt x="498576" y="88174"/>
                </a:lnTo>
                <a:lnTo>
                  <a:pt x="466566" y="57737"/>
                </a:lnTo>
                <a:lnTo>
                  <a:pt x="429352" y="33211"/>
                </a:lnTo>
                <a:lnTo>
                  <a:pt x="387433" y="15087"/>
                </a:lnTo>
                <a:lnTo>
                  <a:pt x="341305" y="3853"/>
                </a:lnTo>
                <a:lnTo>
                  <a:pt x="2914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800213" y="4851527"/>
            <a:ext cx="582930" cy="579755"/>
          </a:xfrm>
          <a:custGeom>
            <a:avLst/>
            <a:gdLst/>
            <a:ahLst/>
            <a:cxnLst/>
            <a:rect l="l" t="t" r="r" b="b"/>
            <a:pathLst>
              <a:path w="582929" h="579754">
                <a:moveTo>
                  <a:pt x="291464" y="0"/>
                </a:moveTo>
                <a:lnTo>
                  <a:pt x="244037" y="3759"/>
                </a:lnTo>
                <a:lnTo>
                  <a:pt x="199080" y="14654"/>
                </a:lnTo>
                <a:lnTo>
                  <a:pt x="157206" y="32109"/>
                </a:lnTo>
                <a:lnTo>
                  <a:pt x="119007" y="55546"/>
                </a:lnTo>
                <a:lnTo>
                  <a:pt x="85201" y="84248"/>
                </a:lnTo>
                <a:lnTo>
                  <a:pt x="56107" y="117902"/>
                </a:lnTo>
                <a:lnTo>
                  <a:pt x="32448" y="155830"/>
                </a:lnTo>
                <a:lnTo>
                  <a:pt x="14816" y="197461"/>
                </a:lnTo>
                <a:lnTo>
                  <a:pt x="3795" y="242320"/>
                </a:lnTo>
                <a:lnTo>
                  <a:pt x="0" y="289560"/>
                </a:lnTo>
                <a:lnTo>
                  <a:pt x="3719" y="335867"/>
                </a:lnTo>
                <a:lnTo>
                  <a:pt x="14816" y="381697"/>
                </a:lnTo>
                <a:lnTo>
                  <a:pt x="32448" y="423372"/>
                </a:lnTo>
                <a:lnTo>
                  <a:pt x="56107" y="461351"/>
                </a:lnTo>
                <a:lnTo>
                  <a:pt x="85201" y="495061"/>
                </a:lnTo>
                <a:lnTo>
                  <a:pt x="119137" y="523929"/>
                </a:lnTo>
                <a:lnTo>
                  <a:pt x="157323" y="547381"/>
                </a:lnTo>
                <a:lnTo>
                  <a:pt x="199168" y="564843"/>
                </a:lnTo>
                <a:lnTo>
                  <a:pt x="244079" y="575740"/>
                </a:lnTo>
                <a:lnTo>
                  <a:pt x="291464" y="579501"/>
                </a:lnTo>
                <a:lnTo>
                  <a:pt x="338881" y="575740"/>
                </a:lnTo>
                <a:lnTo>
                  <a:pt x="383810" y="564843"/>
                </a:lnTo>
                <a:lnTo>
                  <a:pt x="425662" y="547381"/>
                </a:lnTo>
                <a:lnTo>
                  <a:pt x="463847" y="523929"/>
                </a:lnTo>
                <a:lnTo>
                  <a:pt x="470032" y="518668"/>
                </a:lnTo>
                <a:lnTo>
                  <a:pt x="291464" y="518668"/>
                </a:lnTo>
                <a:lnTo>
                  <a:pt x="245450" y="514032"/>
                </a:lnTo>
                <a:lnTo>
                  <a:pt x="202838" y="500729"/>
                </a:lnTo>
                <a:lnTo>
                  <a:pt x="164471" y="479663"/>
                </a:lnTo>
                <a:lnTo>
                  <a:pt x="131190" y="451739"/>
                </a:lnTo>
                <a:lnTo>
                  <a:pt x="103839" y="417861"/>
                </a:lnTo>
                <a:lnTo>
                  <a:pt x="83260" y="378936"/>
                </a:lnTo>
                <a:lnTo>
                  <a:pt x="70294" y="335867"/>
                </a:lnTo>
                <a:lnTo>
                  <a:pt x="65785" y="289560"/>
                </a:lnTo>
                <a:lnTo>
                  <a:pt x="70294" y="243378"/>
                </a:lnTo>
                <a:lnTo>
                  <a:pt x="83260" y="200404"/>
                </a:lnTo>
                <a:lnTo>
                  <a:pt x="103839" y="161546"/>
                </a:lnTo>
                <a:lnTo>
                  <a:pt x="131190" y="127714"/>
                </a:lnTo>
                <a:lnTo>
                  <a:pt x="164471" y="99817"/>
                </a:lnTo>
                <a:lnTo>
                  <a:pt x="202838" y="78765"/>
                </a:lnTo>
                <a:lnTo>
                  <a:pt x="245450" y="65467"/>
                </a:lnTo>
                <a:lnTo>
                  <a:pt x="291464" y="60833"/>
                </a:lnTo>
                <a:lnTo>
                  <a:pt x="470065" y="60833"/>
                </a:lnTo>
                <a:lnTo>
                  <a:pt x="463847" y="55546"/>
                </a:lnTo>
                <a:lnTo>
                  <a:pt x="425662" y="32109"/>
                </a:lnTo>
                <a:lnTo>
                  <a:pt x="383810" y="14654"/>
                </a:lnTo>
                <a:lnTo>
                  <a:pt x="338881" y="3759"/>
                </a:lnTo>
                <a:lnTo>
                  <a:pt x="291464" y="0"/>
                </a:lnTo>
                <a:close/>
              </a:path>
              <a:path w="582929" h="579754">
                <a:moveTo>
                  <a:pt x="470065" y="60833"/>
                </a:moveTo>
                <a:lnTo>
                  <a:pt x="291464" y="60833"/>
                </a:lnTo>
                <a:lnTo>
                  <a:pt x="337666" y="65467"/>
                </a:lnTo>
                <a:lnTo>
                  <a:pt x="380378" y="78765"/>
                </a:lnTo>
                <a:lnTo>
                  <a:pt x="418777" y="99817"/>
                </a:lnTo>
                <a:lnTo>
                  <a:pt x="452040" y="127714"/>
                </a:lnTo>
                <a:lnTo>
                  <a:pt x="479344" y="161546"/>
                </a:lnTo>
                <a:lnTo>
                  <a:pt x="499866" y="200404"/>
                </a:lnTo>
                <a:lnTo>
                  <a:pt x="512782" y="243378"/>
                </a:lnTo>
                <a:lnTo>
                  <a:pt x="517270" y="289560"/>
                </a:lnTo>
                <a:lnTo>
                  <a:pt x="512782" y="335867"/>
                </a:lnTo>
                <a:lnTo>
                  <a:pt x="499866" y="378936"/>
                </a:lnTo>
                <a:lnTo>
                  <a:pt x="479344" y="417861"/>
                </a:lnTo>
                <a:lnTo>
                  <a:pt x="452040" y="451739"/>
                </a:lnTo>
                <a:lnTo>
                  <a:pt x="418777" y="479663"/>
                </a:lnTo>
                <a:lnTo>
                  <a:pt x="380378" y="500729"/>
                </a:lnTo>
                <a:lnTo>
                  <a:pt x="337666" y="514032"/>
                </a:lnTo>
                <a:lnTo>
                  <a:pt x="291464" y="518668"/>
                </a:lnTo>
                <a:lnTo>
                  <a:pt x="470032" y="518668"/>
                </a:lnTo>
                <a:lnTo>
                  <a:pt x="526858" y="461351"/>
                </a:lnTo>
                <a:lnTo>
                  <a:pt x="550505" y="423372"/>
                </a:lnTo>
                <a:lnTo>
                  <a:pt x="568125" y="381697"/>
                </a:lnTo>
                <a:lnTo>
                  <a:pt x="579130" y="336902"/>
                </a:lnTo>
                <a:lnTo>
                  <a:pt x="582929" y="289560"/>
                </a:lnTo>
                <a:lnTo>
                  <a:pt x="579215" y="243378"/>
                </a:lnTo>
                <a:lnTo>
                  <a:pt x="579130" y="242320"/>
                </a:lnTo>
                <a:lnTo>
                  <a:pt x="568125" y="197607"/>
                </a:lnTo>
                <a:lnTo>
                  <a:pt x="550505" y="155998"/>
                </a:lnTo>
                <a:lnTo>
                  <a:pt x="526858" y="118067"/>
                </a:lnTo>
                <a:lnTo>
                  <a:pt x="497776" y="84391"/>
                </a:lnTo>
                <a:lnTo>
                  <a:pt x="470065" y="608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572627" y="4861305"/>
            <a:ext cx="478155" cy="560070"/>
          </a:xfrm>
          <a:custGeom>
            <a:avLst/>
            <a:gdLst/>
            <a:ahLst/>
            <a:cxnLst/>
            <a:rect l="l" t="t" r="r" b="b"/>
            <a:pathLst>
              <a:path w="478154" h="560070">
                <a:moveTo>
                  <a:pt x="477900" y="0"/>
                </a:moveTo>
                <a:lnTo>
                  <a:pt x="412623" y="0"/>
                </a:lnTo>
                <a:lnTo>
                  <a:pt x="412623" y="447040"/>
                </a:lnTo>
                <a:lnTo>
                  <a:pt x="52958" y="0"/>
                </a:lnTo>
                <a:lnTo>
                  <a:pt x="0" y="0"/>
                </a:lnTo>
                <a:lnTo>
                  <a:pt x="0" y="559943"/>
                </a:lnTo>
                <a:lnTo>
                  <a:pt x="65277" y="559943"/>
                </a:lnTo>
                <a:lnTo>
                  <a:pt x="65277" y="118745"/>
                </a:lnTo>
                <a:lnTo>
                  <a:pt x="423418" y="559943"/>
                </a:lnTo>
                <a:lnTo>
                  <a:pt x="477900" y="559943"/>
                </a:lnTo>
                <a:lnTo>
                  <a:pt x="477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284589" y="4861559"/>
            <a:ext cx="384810" cy="560070"/>
          </a:xfrm>
          <a:custGeom>
            <a:avLst/>
            <a:gdLst/>
            <a:ahLst/>
            <a:cxnLst/>
            <a:rect l="l" t="t" r="r" b="b"/>
            <a:pathLst>
              <a:path w="384809" h="560070">
                <a:moveTo>
                  <a:pt x="384683" y="0"/>
                </a:moveTo>
                <a:lnTo>
                  <a:pt x="0" y="0"/>
                </a:lnTo>
                <a:lnTo>
                  <a:pt x="0" y="59690"/>
                </a:lnTo>
                <a:lnTo>
                  <a:pt x="0" y="265430"/>
                </a:lnTo>
                <a:lnTo>
                  <a:pt x="0" y="325120"/>
                </a:lnTo>
                <a:lnTo>
                  <a:pt x="0" y="560070"/>
                </a:lnTo>
                <a:lnTo>
                  <a:pt x="65278" y="560070"/>
                </a:lnTo>
                <a:lnTo>
                  <a:pt x="65278" y="325120"/>
                </a:lnTo>
                <a:lnTo>
                  <a:pt x="349885" y="325120"/>
                </a:lnTo>
                <a:lnTo>
                  <a:pt x="349885" y="265430"/>
                </a:lnTo>
                <a:lnTo>
                  <a:pt x="65278" y="265430"/>
                </a:lnTo>
                <a:lnTo>
                  <a:pt x="65278" y="59690"/>
                </a:lnTo>
                <a:lnTo>
                  <a:pt x="384683" y="59690"/>
                </a:lnTo>
                <a:lnTo>
                  <a:pt x="3846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894062" y="4861559"/>
            <a:ext cx="374015" cy="560070"/>
          </a:xfrm>
          <a:custGeom>
            <a:avLst/>
            <a:gdLst/>
            <a:ahLst/>
            <a:cxnLst/>
            <a:rect l="l" t="t" r="r" b="b"/>
            <a:pathLst>
              <a:path w="374015" h="560070">
                <a:moveTo>
                  <a:pt x="373888" y="499110"/>
                </a:moveTo>
                <a:lnTo>
                  <a:pt x="64770" y="499110"/>
                </a:lnTo>
                <a:lnTo>
                  <a:pt x="64770" y="0"/>
                </a:lnTo>
                <a:lnTo>
                  <a:pt x="0" y="0"/>
                </a:lnTo>
                <a:lnTo>
                  <a:pt x="0" y="499110"/>
                </a:lnTo>
                <a:lnTo>
                  <a:pt x="0" y="560070"/>
                </a:lnTo>
                <a:lnTo>
                  <a:pt x="373888" y="560070"/>
                </a:lnTo>
                <a:lnTo>
                  <a:pt x="373888" y="4991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408284" y="4861305"/>
            <a:ext cx="479425" cy="570230"/>
          </a:xfrm>
          <a:custGeom>
            <a:avLst/>
            <a:gdLst/>
            <a:ahLst/>
            <a:cxnLst/>
            <a:rect l="l" t="t" r="r" b="b"/>
            <a:pathLst>
              <a:path w="479425" h="570229">
                <a:moveTo>
                  <a:pt x="479425" y="0"/>
                </a:moveTo>
                <a:lnTo>
                  <a:pt x="414655" y="0"/>
                </a:lnTo>
                <a:lnTo>
                  <a:pt x="414655" y="320421"/>
                </a:lnTo>
                <a:lnTo>
                  <a:pt x="408968" y="372393"/>
                </a:lnTo>
                <a:lnTo>
                  <a:pt x="392575" y="417938"/>
                </a:lnTo>
                <a:lnTo>
                  <a:pt x="366474" y="455707"/>
                </a:lnTo>
                <a:lnTo>
                  <a:pt x="331662" y="484354"/>
                </a:lnTo>
                <a:lnTo>
                  <a:pt x="289139" y="502530"/>
                </a:lnTo>
                <a:lnTo>
                  <a:pt x="239903" y="508889"/>
                </a:lnTo>
                <a:lnTo>
                  <a:pt x="190367" y="502530"/>
                </a:lnTo>
                <a:lnTo>
                  <a:pt x="147780" y="484354"/>
                </a:lnTo>
                <a:lnTo>
                  <a:pt x="113061" y="455707"/>
                </a:lnTo>
                <a:lnTo>
                  <a:pt x="87126" y="417938"/>
                </a:lnTo>
                <a:lnTo>
                  <a:pt x="70893" y="372393"/>
                </a:lnTo>
                <a:lnTo>
                  <a:pt x="65278" y="320421"/>
                </a:lnTo>
                <a:lnTo>
                  <a:pt x="65278" y="0"/>
                </a:lnTo>
                <a:lnTo>
                  <a:pt x="0" y="0"/>
                </a:lnTo>
                <a:lnTo>
                  <a:pt x="0" y="320421"/>
                </a:lnTo>
                <a:lnTo>
                  <a:pt x="4390" y="373831"/>
                </a:lnTo>
                <a:lnTo>
                  <a:pt x="17196" y="422114"/>
                </a:lnTo>
                <a:lnTo>
                  <a:pt x="37866" y="464655"/>
                </a:lnTo>
                <a:lnTo>
                  <a:pt x="65849" y="500840"/>
                </a:lnTo>
                <a:lnTo>
                  <a:pt x="100595" y="530054"/>
                </a:lnTo>
                <a:lnTo>
                  <a:pt x="141553" y="551682"/>
                </a:lnTo>
                <a:lnTo>
                  <a:pt x="188172" y="565109"/>
                </a:lnTo>
                <a:lnTo>
                  <a:pt x="239903" y="569722"/>
                </a:lnTo>
                <a:lnTo>
                  <a:pt x="291616" y="565109"/>
                </a:lnTo>
                <a:lnTo>
                  <a:pt x="338193" y="551682"/>
                </a:lnTo>
                <a:lnTo>
                  <a:pt x="379090" y="530054"/>
                </a:lnTo>
                <a:lnTo>
                  <a:pt x="413766" y="500840"/>
                </a:lnTo>
                <a:lnTo>
                  <a:pt x="441679" y="464655"/>
                </a:lnTo>
                <a:lnTo>
                  <a:pt x="462287" y="422114"/>
                </a:lnTo>
                <a:lnTo>
                  <a:pt x="475050" y="373831"/>
                </a:lnTo>
                <a:lnTo>
                  <a:pt x="479425" y="320421"/>
                </a:lnTo>
                <a:lnTo>
                  <a:pt x="4794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1115802" y="4861559"/>
            <a:ext cx="392430" cy="560070"/>
          </a:xfrm>
          <a:custGeom>
            <a:avLst/>
            <a:gdLst/>
            <a:ahLst/>
            <a:cxnLst/>
            <a:rect l="l" t="t" r="r" b="b"/>
            <a:pathLst>
              <a:path w="392429" h="560070">
                <a:moveTo>
                  <a:pt x="392049" y="0"/>
                </a:moveTo>
                <a:lnTo>
                  <a:pt x="0" y="0"/>
                </a:lnTo>
                <a:lnTo>
                  <a:pt x="0" y="59690"/>
                </a:lnTo>
                <a:lnTo>
                  <a:pt x="0" y="251460"/>
                </a:lnTo>
                <a:lnTo>
                  <a:pt x="0" y="312420"/>
                </a:lnTo>
                <a:lnTo>
                  <a:pt x="0" y="499110"/>
                </a:lnTo>
                <a:lnTo>
                  <a:pt x="0" y="560070"/>
                </a:lnTo>
                <a:lnTo>
                  <a:pt x="392049" y="560070"/>
                </a:lnTo>
                <a:lnTo>
                  <a:pt x="392049" y="499110"/>
                </a:lnTo>
                <a:lnTo>
                  <a:pt x="65278" y="499110"/>
                </a:lnTo>
                <a:lnTo>
                  <a:pt x="65278" y="312420"/>
                </a:lnTo>
                <a:lnTo>
                  <a:pt x="359156" y="312420"/>
                </a:lnTo>
                <a:lnTo>
                  <a:pt x="359156" y="251460"/>
                </a:lnTo>
                <a:lnTo>
                  <a:pt x="65278" y="251460"/>
                </a:lnTo>
                <a:lnTo>
                  <a:pt x="65278" y="59690"/>
                </a:lnTo>
                <a:lnTo>
                  <a:pt x="392049" y="59690"/>
                </a:lnTo>
                <a:lnTo>
                  <a:pt x="3920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1702160" y="4861305"/>
            <a:ext cx="478155" cy="560070"/>
          </a:xfrm>
          <a:custGeom>
            <a:avLst/>
            <a:gdLst/>
            <a:ahLst/>
            <a:cxnLst/>
            <a:rect l="l" t="t" r="r" b="b"/>
            <a:pathLst>
              <a:path w="478154" h="560070">
                <a:moveTo>
                  <a:pt x="478028" y="0"/>
                </a:moveTo>
                <a:lnTo>
                  <a:pt x="412750" y="0"/>
                </a:lnTo>
                <a:lnTo>
                  <a:pt x="412750" y="447040"/>
                </a:lnTo>
                <a:lnTo>
                  <a:pt x="53086" y="0"/>
                </a:lnTo>
                <a:lnTo>
                  <a:pt x="0" y="0"/>
                </a:lnTo>
                <a:lnTo>
                  <a:pt x="0" y="559943"/>
                </a:lnTo>
                <a:lnTo>
                  <a:pt x="65278" y="559943"/>
                </a:lnTo>
                <a:lnTo>
                  <a:pt x="65278" y="118745"/>
                </a:lnTo>
                <a:lnTo>
                  <a:pt x="423545" y="559943"/>
                </a:lnTo>
                <a:lnTo>
                  <a:pt x="478028" y="559943"/>
                </a:lnTo>
                <a:lnTo>
                  <a:pt x="4780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352909" y="4861559"/>
            <a:ext cx="477520" cy="560070"/>
          </a:xfrm>
          <a:custGeom>
            <a:avLst/>
            <a:gdLst/>
            <a:ahLst/>
            <a:cxnLst/>
            <a:rect l="l" t="t" r="r" b="b"/>
            <a:pathLst>
              <a:path w="477520" h="560070">
                <a:moveTo>
                  <a:pt x="477393" y="0"/>
                </a:moveTo>
                <a:lnTo>
                  <a:pt x="0" y="0"/>
                </a:lnTo>
                <a:lnTo>
                  <a:pt x="0" y="59690"/>
                </a:lnTo>
                <a:lnTo>
                  <a:pt x="205613" y="59690"/>
                </a:lnTo>
                <a:lnTo>
                  <a:pt x="205613" y="560070"/>
                </a:lnTo>
                <a:lnTo>
                  <a:pt x="270764" y="560070"/>
                </a:lnTo>
                <a:lnTo>
                  <a:pt x="270764" y="59690"/>
                </a:lnTo>
                <a:lnTo>
                  <a:pt x="477393" y="59690"/>
                </a:lnTo>
                <a:lnTo>
                  <a:pt x="4773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457698" y="4545837"/>
            <a:ext cx="1195705" cy="1195705"/>
          </a:xfrm>
          <a:custGeom>
            <a:avLst/>
            <a:gdLst/>
            <a:ahLst/>
            <a:cxnLst/>
            <a:rect l="l" t="t" r="r" b="b"/>
            <a:pathLst>
              <a:path w="1195704" h="1195704">
                <a:moveTo>
                  <a:pt x="962787" y="585851"/>
                </a:moveTo>
                <a:lnTo>
                  <a:pt x="871474" y="581406"/>
                </a:lnTo>
                <a:lnTo>
                  <a:pt x="740054" y="577316"/>
                </a:lnTo>
                <a:lnTo>
                  <a:pt x="705548" y="576668"/>
                </a:lnTo>
                <a:lnTo>
                  <a:pt x="710755" y="576668"/>
                </a:lnTo>
                <a:lnTo>
                  <a:pt x="619760" y="576186"/>
                </a:lnTo>
                <a:lnTo>
                  <a:pt x="619645" y="561340"/>
                </a:lnTo>
                <a:lnTo>
                  <a:pt x="619518" y="546100"/>
                </a:lnTo>
                <a:lnTo>
                  <a:pt x="619455" y="536829"/>
                </a:lnTo>
                <a:lnTo>
                  <a:pt x="619340" y="522884"/>
                </a:lnTo>
                <a:lnTo>
                  <a:pt x="619226" y="506857"/>
                </a:lnTo>
                <a:lnTo>
                  <a:pt x="619112" y="493636"/>
                </a:lnTo>
                <a:lnTo>
                  <a:pt x="619074" y="490728"/>
                </a:lnTo>
                <a:lnTo>
                  <a:pt x="618959" y="480453"/>
                </a:lnTo>
                <a:lnTo>
                  <a:pt x="617880" y="416560"/>
                </a:lnTo>
                <a:lnTo>
                  <a:pt x="615315" y="323850"/>
                </a:lnTo>
                <a:lnTo>
                  <a:pt x="613283" y="278193"/>
                </a:lnTo>
                <a:lnTo>
                  <a:pt x="610489" y="232537"/>
                </a:lnTo>
                <a:lnTo>
                  <a:pt x="584962" y="232537"/>
                </a:lnTo>
                <a:lnTo>
                  <a:pt x="583374" y="255384"/>
                </a:lnTo>
                <a:lnTo>
                  <a:pt x="582345" y="276034"/>
                </a:lnTo>
                <a:lnTo>
                  <a:pt x="581228" y="301015"/>
                </a:lnTo>
                <a:lnTo>
                  <a:pt x="580009" y="323850"/>
                </a:lnTo>
                <a:lnTo>
                  <a:pt x="577596" y="415163"/>
                </a:lnTo>
                <a:lnTo>
                  <a:pt x="577215" y="434009"/>
                </a:lnTo>
                <a:lnTo>
                  <a:pt x="577138" y="438835"/>
                </a:lnTo>
                <a:lnTo>
                  <a:pt x="577011" y="446024"/>
                </a:lnTo>
                <a:lnTo>
                  <a:pt x="576897" y="452945"/>
                </a:lnTo>
                <a:lnTo>
                  <a:pt x="576795" y="461225"/>
                </a:lnTo>
                <a:lnTo>
                  <a:pt x="576694" y="468947"/>
                </a:lnTo>
                <a:lnTo>
                  <a:pt x="576580" y="490728"/>
                </a:lnTo>
                <a:lnTo>
                  <a:pt x="568934" y="473417"/>
                </a:lnTo>
                <a:lnTo>
                  <a:pt x="553808" y="438835"/>
                </a:lnTo>
                <a:lnTo>
                  <a:pt x="508889" y="338074"/>
                </a:lnTo>
                <a:lnTo>
                  <a:pt x="489597" y="296672"/>
                </a:lnTo>
                <a:lnTo>
                  <a:pt x="479755" y="276034"/>
                </a:lnTo>
                <a:lnTo>
                  <a:pt x="469646" y="255651"/>
                </a:lnTo>
                <a:lnTo>
                  <a:pt x="446024" y="265430"/>
                </a:lnTo>
                <a:lnTo>
                  <a:pt x="453567" y="287070"/>
                </a:lnTo>
                <a:lnTo>
                  <a:pt x="461264" y="308546"/>
                </a:lnTo>
                <a:lnTo>
                  <a:pt x="468947" y="329946"/>
                </a:lnTo>
                <a:lnTo>
                  <a:pt x="476504" y="351282"/>
                </a:lnTo>
                <a:lnTo>
                  <a:pt x="509397" y="436753"/>
                </a:lnTo>
                <a:lnTo>
                  <a:pt x="516102" y="454406"/>
                </a:lnTo>
                <a:lnTo>
                  <a:pt x="522947" y="471893"/>
                </a:lnTo>
                <a:lnTo>
                  <a:pt x="536829" y="506857"/>
                </a:lnTo>
                <a:lnTo>
                  <a:pt x="523494" y="493636"/>
                </a:lnTo>
                <a:lnTo>
                  <a:pt x="510032" y="480453"/>
                </a:lnTo>
                <a:lnTo>
                  <a:pt x="496455" y="467360"/>
                </a:lnTo>
                <a:lnTo>
                  <a:pt x="416560" y="391541"/>
                </a:lnTo>
                <a:lnTo>
                  <a:pt x="399453" y="376339"/>
                </a:lnTo>
                <a:lnTo>
                  <a:pt x="365531" y="345490"/>
                </a:lnTo>
                <a:lnTo>
                  <a:pt x="348361" y="330200"/>
                </a:lnTo>
                <a:lnTo>
                  <a:pt x="330200" y="348361"/>
                </a:lnTo>
                <a:lnTo>
                  <a:pt x="345478" y="365607"/>
                </a:lnTo>
                <a:lnTo>
                  <a:pt x="391541" y="416560"/>
                </a:lnTo>
                <a:lnTo>
                  <a:pt x="467347" y="496468"/>
                </a:lnTo>
                <a:lnTo>
                  <a:pt x="506857" y="536829"/>
                </a:lnTo>
                <a:lnTo>
                  <a:pt x="454304" y="516064"/>
                </a:lnTo>
                <a:lnTo>
                  <a:pt x="351409" y="476504"/>
                </a:lnTo>
                <a:lnTo>
                  <a:pt x="287070" y="453529"/>
                </a:lnTo>
                <a:lnTo>
                  <a:pt x="265430" y="446024"/>
                </a:lnTo>
                <a:lnTo>
                  <a:pt x="255143" y="469646"/>
                </a:lnTo>
                <a:lnTo>
                  <a:pt x="275869" y="479767"/>
                </a:lnTo>
                <a:lnTo>
                  <a:pt x="338074" y="508889"/>
                </a:lnTo>
                <a:lnTo>
                  <a:pt x="438531" y="553758"/>
                </a:lnTo>
                <a:lnTo>
                  <a:pt x="490918" y="576668"/>
                </a:lnTo>
                <a:lnTo>
                  <a:pt x="471665" y="576668"/>
                </a:lnTo>
                <a:lnTo>
                  <a:pt x="429831" y="577316"/>
                </a:lnTo>
                <a:lnTo>
                  <a:pt x="323850" y="580009"/>
                </a:lnTo>
                <a:lnTo>
                  <a:pt x="255384" y="583336"/>
                </a:lnTo>
                <a:lnTo>
                  <a:pt x="232537" y="584835"/>
                </a:lnTo>
                <a:lnTo>
                  <a:pt x="232537" y="610489"/>
                </a:lnTo>
                <a:lnTo>
                  <a:pt x="255384" y="612076"/>
                </a:lnTo>
                <a:lnTo>
                  <a:pt x="323850" y="615315"/>
                </a:lnTo>
                <a:lnTo>
                  <a:pt x="455256" y="618617"/>
                </a:lnTo>
                <a:lnTo>
                  <a:pt x="575564" y="619760"/>
                </a:lnTo>
                <a:lnTo>
                  <a:pt x="575627" y="626465"/>
                </a:lnTo>
                <a:lnTo>
                  <a:pt x="575703" y="634174"/>
                </a:lnTo>
                <a:lnTo>
                  <a:pt x="575779" y="641896"/>
                </a:lnTo>
                <a:lnTo>
                  <a:pt x="575856" y="649605"/>
                </a:lnTo>
                <a:lnTo>
                  <a:pt x="575932" y="657479"/>
                </a:lnTo>
                <a:lnTo>
                  <a:pt x="576262" y="685038"/>
                </a:lnTo>
                <a:lnTo>
                  <a:pt x="576287" y="686943"/>
                </a:lnTo>
                <a:lnTo>
                  <a:pt x="576414" y="697014"/>
                </a:lnTo>
                <a:lnTo>
                  <a:pt x="577100" y="738466"/>
                </a:lnTo>
                <a:lnTo>
                  <a:pt x="578091" y="779780"/>
                </a:lnTo>
                <a:lnTo>
                  <a:pt x="581025" y="871474"/>
                </a:lnTo>
                <a:lnTo>
                  <a:pt x="583057" y="917092"/>
                </a:lnTo>
                <a:lnTo>
                  <a:pt x="585851" y="962787"/>
                </a:lnTo>
                <a:lnTo>
                  <a:pt x="609473" y="962787"/>
                </a:lnTo>
                <a:lnTo>
                  <a:pt x="610755" y="939939"/>
                </a:lnTo>
                <a:lnTo>
                  <a:pt x="611733" y="919086"/>
                </a:lnTo>
                <a:lnTo>
                  <a:pt x="612838" y="894270"/>
                </a:lnTo>
                <a:lnTo>
                  <a:pt x="613918" y="871474"/>
                </a:lnTo>
                <a:lnTo>
                  <a:pt x="616839" y="780161"/>
                </a:lnTo>
                <a:lnTo>
                  <a:pt x="617474" y="760958"/>
                </a:lnTo>
                <a:lnTo>
                  <a:pt x="617918" y="741692"/>
                </a:lnTo>
                <a:lnTo>
                  <a:pt x="618096" y="727163"/>
                </a:lnTo>
                <a:lnTo>
                  <a:pt x="618210" y="706691"/>
                </a:lnTo>
                <a:lnTo>
                  <a:pt x="618236" y="703199"/>
                </a:lnTo>
                <a:lnTo>
                  <a:pt x="633831" y="738466"/>
                </a:lnTo>
                <a:lnTo>
                  <a:pt x="641718" y="756119"/>
                </a:lnTo>
                <a:lnTo>
                  <a:pt x="649732" y="773811"/>
                </a:lnTo>
                <a:lnTo>
                  <a:pt x="686943" y="857250"/>
                </a:lnTo>
                <a:lnTo>
                  <a:pt x="696836" y="877849"/>
                </a:lnTo>
                <a:lnTo>
                  <a:pt x="716356" y="919086"/>
                </a:lnTo>
                <a:lnTo>
                  <a:pt x="726186" y="939673"/>
                </a:lnTo>
                <a:lnTo>
                  <a:pt x="747776" y="930402"/>
                </a:lnTo>
                <a:lnTo>
                  <a:pt x="740562" y="908773"/>
                </a:lnTo>
                <a:lnTo>
                  <a:pt x="732980" y="887272"/>
                </a:lnTo>
                <a:lnTo>
                  <a:pt x="717423" y="844423"/>
                </a:lnTo>
                <a:lnTo>
                  <a:pt x="685038" y="759079"/>
                </a:lnTo>
                <a:lnTo>
                  <a:pt x="678294" y="741083"/>
                </a:lnTo>
                <a:lnTo>
                  <a:pt x="671398" y="723061"/>
                </a:lnTo>
                <a:lnTo>
                  <a:pt x="664337" y="705027"/>
                </a:lnTo>
                <a:lnTo>
                  <a:pt x="663600" y="703199"/>
                </a:lnTo>
                <a:lnTo>
                  <a:pt x="657098" y="686943"/>
                </a:lnTo>
                <a:lnTo>
                  <a:pt x="671017" y="700481"/>
                </a:lnTo>
                <a:lnTo>
                  <a:pt x="684987" y="713867"/>
                </a:lnTo>
                <a:lnTo>
                  <a:pt x="779272" y="803275"/>
                </a:lnTo>
                <a:lnTo>
                  <a:pt x="796366" y="818426"/>
                </a:lnTo>
                <a:lnTo>
                  <a:pt x="830287" y="848969"/>
                </a:lnTo>
                <a:lnTo>
                  <a:pt x="847471" y="864108"/>
                </a:lnTo>
                <a:lnTo>
                  <a:pt x="864108" y="847471"/>
                </a:lnTo>
                <a:lnTo>
                  <a:pt x="848944" y="830313"/>
                </a:lnTo>
                <a:lnTo>
                  <a:pt x="802767" y="779780"/>
                </a:lnTo>
                <a:lnTo>
                  <a:pt x="740410" y="712978"/>
                </a:lnTo>
                <a:lnTo>
                  <a:pt x="686943" y="657479"/>
                </a:lnTo>
                <a:lnTo>
                  <a:pt x="704723" y="664514"/>
                </a:lnTo>
                <a:lnTo>
                  <a:pt x="844042" y="717804"/>
                </a:lnTo>
                <a:lnTo>
                  <a:pt x="908761" y="740791"/>
                </a:lnTo>
                <a:lnTo>
                  <a:pt x="930402" y="748284"/>
                </a:lnTo>
                <a:lnTo>
                  <a:pt x="939165" y="726694"/>
                </a:lnTo>
                <a:lnTo>
                  <a:pt x="898182" y="706691"/>
                </a:lnTo>
                <a:lnTo>
                  <a:pt x="791057" y="657479"/>
                </a:lnTo>
                <a:lnTo>
                  <a:pt x="702691" y="618744"/>
                </a:lnTo>
                <a:lnTo>
                  <a:pt x="780161" y="617220"/>
                </a:lnTo>
                <a:lnTo>
                  <a:pt x="871474" y="614299"/>
                </a:lnTo>
                <a:lnTo>
                  <a:pt x="939927" y="611060"/>
                </a:lnTo>
                <a:lnTo>
                  <a:pt x="962787" y="609473"/>
                </a:lnTo>
                <a:lnTo>
                  <a:pt x="962787" y="585851"/>
                </a:lnTo>
                <a:close/>
              </a:path>
              <a:path w="1195704" h="1195704">
                <a:moveTo>
                  <a:pt x="1195324" y="597662"/>
                </a:moveTo>
                <a:lnTo>
                  <a:pt x="1193419" y="550976"/>
                </a:lnTo>
                <a:lnTo>
                  <a:pt x="1193330" y="548754"/>
                </a:lnTo>
                <a:lnTo>
                  <a:pt x="1187488" y="500913"/>
                </a:lnTo>
                <a:lnTo>
                  <a:pt x="1177937" y="454291"/>
                </a:lnTo>
                <a:lnTo>
                  <a:pt x="1164818" y="409054"/>
                </a:lnTo>
                <a:lnTo>
                  <a:pt x="1148308" y="365353"/>
                </a:lnTo>
                <a:lnTo>
                  <a:pt x="1139444" y="346506"/>
                </a:lnTo>
                <a:lnTo>
                  <a:pt x="1139444" y="597662"/>
                </a:lnTo>
                <a:lnTo>
                  <a:pt x="1137450" y="644359"/>
                </a:lnTo>
                <a:lnTo>
                  <a:pt x="1131582" y="689965"/>
                </a:lnTo>
                <a:lnTo>
                  <a:pt x="1122006" y="734301"/>
                </a:lnTo>
                <a:lnTo>
                  <a:pt x="1108875" y="777227"/>
                </a:lnTo>
                <a:lnTo>
                  <a:pt x="1092377" y="818565"/>
                </a:lnTo>
                <a:lnTo>
                  <a:pt x="1072642" y="858164"/>
                </a:lnTo>
                <a:lnTo>
                  <a:pt x="1049858" y="895845"/>
                </a:lnTo>
                <a:lnTo>
                  <a:pt x="1024191" y="931456"/>
                </a:lnTo>
                <a:lnTo>
                  <a:pt x="995781" y="964831"/>
                </a:lnTo>
                <a:lnTo>
                  <a:pt x="964819" y="995794"/>
                </a:lnTo>
                <a:lnTo>
                  <a:pt x="931443" y="1024204"/>
                </a:lnTo>
                <a:lnTo>
                  <a:pt x="895832" y="1049870"/>
                </a:lnTo>
                <a:lnTo>
                  <a:pt x="858151" y="1072654"/>
                </a:lnTo>
                <a:lnTo>
                  <a:pt x="818553" y="1092390"/>
                </a:lnTo>
                <a:lnTo>
                  <a:pt x="777214" y="1108887"/>
                </a:lnTo>
                <a:lnTo>
                  <a:pt x="734288" y="1122019"/>
                </a:lnTo>
                <a:lnTo>
                  <a:pt x="689952" y="1131595"/>
                </a:lnTo>
                <a:lnTo>
                  <a:pt x="644347" y="1137462"/>
                </a:lnTo>
                <a:lnTo>
                  <a:pt x="597662" y="1139444"/>
                </a:lnTo>
                <a:lnTo>
                  <a:pt x="550964" y="1137462"/>
                </a:lnTo>
                <a:lnTo>
                  <a:pt x="505371" y="1131595"/>
                </a:lnTo>
                <a:lnTo>
                  <a:pt x="461022" y="1122019"/>
                </a:lnTo>
                <a:lnTo>
                  <a:pt x="418109" y="1108887"/>
                </a:lnTo>
                <a:lnTo>
                  <a:pt x="376770" y="1092390"/>
                </a:lnTo>
                <a:lnTo>
                  <a:pt x="337185" y="1072654"/>
                </a:lnTo>
                <a:lnTo>
                  <a:pt x="299516" y="1049870"/>
                </a:lnTo>
                <a:lnTo>
                  <a:pt x="263918" y="1024204"/>
                </a:lnTo>
                <a:lnTo>
                  <a:pt x="230555" y="995794"/>
                </a:lnTo>
                <a:lnTo>
                  <a:pt x="199593" y="964831"/>
                </a:lnTo>
                <a:lnTo>
                  <a:pt x="171208" y="931456"/>
                </a:lnTo>
                <a:lnTo>
                  <a:pt x="145542" y="895845"/>
                </a:lnTo>
                <a:lnTo>
                  <a:pt x="122758" y="858164"/>
                </a:lnTo>
                <a:lnTo>
                  <a:pt x="103047" y="818565"/>
                </a:lnTo>
                <a:lnTo>
                  <a:pt x="86550" y="777227"/>
                </a:lnTo>
                <a:lnTo>
                  <a:pt x="73431" y="734301"/>
                </a:lnTo>
                <a:lnTo>
                  <a:pt x="63855" y="689965"/>
                </a:lnTo>
                <a:lnTo>
                  <a:pt x="57988" y="644359"/>
                </a:lnTo>
                <a:lnTo>
                  <a:pt x="56007" y="597662"/>
                </a:lnTo>
                <a:lnTo>
                  <a:pt x="57988" y="550976"/>
                </a:lnTo>
                <a:lnTo>
                  <a:pt x="63855" y="505371"/>
                </a:lnTo>
                <a:lnTo>
                  <a:pt x="73431" y="461035"/>
                </a:lnTo>
                <a:lnTo>
                  <a:pt x="86550" y="418109"/>
                </a:lnTo>
                <a:lnTo>
                  <a:pt x="103047" y="376770"/>
                </a:lnTo>
                <a:lnTo>
                  <a:pt x="122758" y="337172"/>
                </a:lnTo>
                <a:lnTo>
                  <a:pt x="145542" y="299491"/>
                </a:lnTo>
                <a:lnTo>
                  <a:pt x="171208" y="263880"/>
                </a:lnTo>
                <a:lnTo>
                  <a:pt x="199593" y="230505"/>
                </a:lnTo>
                <a:lnTo>
                  <a:pt x="230555" y="199542"/>
                </a:lnTo>
                <a:lnTo>
                  <a:pt x="263918" y="171132"/>
                </a:lnTo>
                <a:lnTo>
                  <a:pt x="299516" y="145465"/>
                </a:lnTo>
                <a:lnTo>
                  <a:pt x="337185" y="122682"/>
                </a:lnTo>
                <a:lnTo>
                  <a:pt x="376770" y="102946"/>
                </a:lnTo>
                <a:lnTo>
                  <a:pt x="418109" y="86448"/>
                </a:lnTo>
                <a:lnTo>
                  <a:pt x="461022" y="73317"/>
                </a:lnTo>
                <a:lnTo>
                  <a:pt x="505371" y="63741"/>
                </a:lnTo>
                <a:lnTo>
                  <a:pt x="550964" y="57873"/>
                </a:lnTo>
                <a:lnTo>
                  <a:pt x="597662" y="55880"/>
                </a:lnTo>
                <a:lnTo>
                  <a:pt x="644347" y="57873"/>
                </a:lnTo>
                <a:lnTo>
                  <a:pt x="689952" y="63741"/>
                </a:lnTo>
                <a:lnTo>
                  <a:pt x="734288" y="73317"/>
                </a:lnTo>
                <a:lnTo>
                  <a:pt x="777214" y="86448"/>
                </a:lnTo>
                <a:lnTo>
                  <a:pt x="818553" y="102946"/>
                </a:lnTo>
                <a:lnTo>
                  <a:pt x="858151" y="122682"/>
                </a:lnTo>
                <a:lnTo>
                  <a:pt x="895832" y="145465"/>
                </a:lnTo>
                <a:lnTo>
                  <a:pt x="931443" y="171132"/>
                </a:lnTo>
                <a:lnTo>
                  <a:pt x="964819" y="199542"/>
                </a:lnTo>
                <a:lnTo>
                  <a:pt x="995781" y="230505"/>
                </a:lnTo>
                <a:lnTo>
                  <a:pt x="1024191" y="263880"/>
                </a:lnTo>
                <a:lnTo>
                  <a:pt x="1049858" y="299491"/>
                </a:lnTo>
                <a:lnTo>
                  <a:pt x="1072642" y="337172"/>
                </a:lnTo>
                <a:lnTo>
                  <a:pt x="1092377" y="376770"/>
                </a:lnTo>
                <a:lnTo>
                  <a:pt x="1108875" y="418109"/>
                </a:lnTo>
                <a:lnTo>
                  <a:pt x="1122006" y="461035"/>
                </a:lnTo>
                <a:lnTo>
                  <a:pt x="1131582" y="505371"/>
                </a:lnTo>
                <a:lnTo>
                  <a:pt x="1137450" y="550976"/>
                </a:lnTo>
                <a:lnTo>
                  <a:pt x="1139444" y="597662"/>
                </a:lnTo>
                <a:lnTo>
                  <a:pt x="1139444" y="346506"/>
                </a:lnTo>
                <a:lnTo>
                  <a:pt x="1105712" y="283184"/>
                </a:lnTo>
                <a:lnTo>
                  <a:pt x="1079931" y="245033"/>
                </a:lnTo>
                <a:lnTo>
                  <a:pt x="1051356" y="209029"/>
                </a:lnTo>
                <a:lnTo>
                  <a:pt x="1020165" y="175348"/>
                </a:lnTo>
                <a:lnTo>
                  <a:pt x="986497" y="144132"/>
                </a:lnTo>
                <a:lnTo>
                  <a:pt x="950518" y="115544"/>
                </a:lnTo>
                <a:lnTo>
                  <a:pt x="912368" y="89738"/>
                </a:lnTo>
                <a:lnTo>
                  <a:pt x="872197" y="66865"/>
                </a:lnTo>
                <a:lnTo>
                  <a:pt x="830186" y="47078"/>
                </a:lnTo>
                <a:lnTo>
                  <a:pt x="786460" y="30543"/>
                </a:lnTo>
                <a:lnTo>
                  <a:pt x="741197" y="17424"/>
                </a:lnTo>
                <a:lnTo>
                  <a:pt x="694537" y="7848"/>
                </a:lnTo>
                <a:lnTo>
                  <a:pt x="646633" y="1993"/>
                </a:lnTo>
                <a:lnTo>
                  <a:pt x="597662" y="0"/>
                </a:lnTo>
                <a:lnTo>
                  <a:pt x="548741" y="1993"/>
                </a:lnTo>
                <a:lnTo>
                  <a:pt x="500900" y="7848"/>
                </a:lnTo>
                <a:lnTo>
                  <a:pt x="454279" y="17424"/>
                </a:lnTo>
                <a:lnTo>
                  <a:pt x="409041" y="30543"/>
                </a:lnTo>
                <a:lnTo>
                  <a:pt x="365340" y="47078"/>
                </a:lnTo>
                <a:lnTo>
                  <a:pt x="323329" y="66865"/>
                </a:lnTo>
                <a:lnTo>
                  <a:pt x="283171" y="89738"/>
                </a:lnTo>
                <a:lnTo>
                  <a:pt x="245021" y="115544"/>
                </a:lnTo>
                <a:lnTo>
                  <a:pt x="209016" y="144132"/>
                </a:lnTo>
                <a:lnTo>
                  <a:pt x="175336" y="175348"/>
                </a:lnTo>
                <a:lnTo>
                  <a:pt x="144119" y="209029"/>
                </a:lnTo>
                <a:lnTo>
                  <a:pt x="115531" y="245033"/>
                </a:lnTo>
                <a:lnTo>
                  <a:pt x="89725" y="283184"/>
                </a:lnTo>
                <a:lnTo>
                  <a:pt x="66852" y="323342"/>
                </a:lnTo>
                <a:lnTo>
                  <a:pt x="47066" y="365353"/>
                </a:lnTo>
                <a:lnTo>
                  <a:pt x="30530" y="409054"/>
                </a:lnTo>
                <a:lnTo>
                  <a:pt x="17411" y="454291"/>
                </a:lnTo>
                <a:lnTo>
                  <a:pt x="7835" y="500913"/>
                </a:lnTo>
                <a:lnTo>
                  <a:pt x="1981" y="548754"/>
                </a:lnTo>
                <a:lnTo>
                  <a:pt x="0" y="597662"/>
                </a:lnTo>
                <a:lnTo>
                  <a:pt x="1892" y="644359"/>
                </a:lnTo>
                <a:lnTo>
                  <a:pt x="1981" y="646633"/>
                </a:lnTo>
                <a:lnTo>
                  <a:pt x="7835" y="694512"/>
                </a:lnTo>
                <a:lnTo>
                  <a:pt x="17411" y="741172"/>
                </a:lnTo>
                <a:lnTo>
                  <a:pt x="30530" y="786422"/>
                </a:lnTo>
                <a:lnTo>
                  <a:pt x="47066" y="830148"/>
                </a:lnTo>
                <a:lnTo>
                  <a:pt x="66852" y="872159"/>
                </a:lnTo>
                <a:lnTo>
                  <a:pt x="89725" y="912317"/>
                </a:lnTo>
                <a:lnTo>
                  <a:pt x="115531" y="950468"/>
                </a:lnTo>
                <a:lnTo>
                  <a:pt x="144119" y="986459"/>
                </a:lnTo>
                <a:lnTo>
                  <a:pt x="175336" y="1020140"/>
                </a:lnTo>
                <a:lnTo>
                  <a:pt x="209016" y="1051331"/>
                </a:lnTo>
                <a:lnTo>
                  <a:pt x="245021" y="1079906"/>
                </a:lnTo>
                <a:lnTo>
                  <a:pt x="283171" y="1105700"/>
                </a:lnTo>
                <a:lnTo>
                  <a:pt x="323329" y="1128547"/>
                </a:lnTo>
                <a:lnTo>
                  <a:pt x="365340" y="1148308"/>
                </a:lnTo>
                <a:lnTo>
                  <a:pt x="409041" y="1164818"/>
                </a:lnTo>
                <a:lnTo>
                  <a:pt x="454279" y="1177937"/>
                </a:lnTo>
                <a:lnTo>
                  <a:pt x="500900" y="1187500"/>
                </a:lnTo>
                <a:lnTo>
                  <a:pt x="548741" y="1193342"/>
                </a:lnTo>
                <a:lnTo>
                  <a:pt x="597662" y="1195324"/>
                </a:lnTo>
                <a:lnTo>
                  <a:pt x="646633" y="1193342"/>
                </a:lnTo>
                <a:lnTo>
                  <a:pt x="694537" y="1187500"/>
                </a:lnTo>
                <a:lnTo>
                  <a:pt x="741197" y="1177937"/>
                </a:lnTo>
                <a:lnTo>
                  <a:pt x="786460" y="1164818"/>
                </a:lnTo>
                <a:lnTo>
                  <a:pt x="830186" y="1148308"/>
                </a:lnTo>
                <a:lnTo>
                  <a:pt x="849020" y="1139444"/>
                </a:lnTo>
                <a:lnTo>
                  <a:pt x="872197" y="1128547"/>
                </a:lnTo>
                <a:lnTo>
                  <a:pt x="912368" y="1105700"/>
                </a:lnTo>
                <a:lnTo>
                  <a:pt x="950518" y="1079906"/>
                </a:lnTo>
                <a:lnTo>
                  <a:pt x="986497" y="1051331"/>
                </a:lnTo>
                <a:lnTo>
                  <a:pt x="1020165" y="1020140"/>
                </a:lnTo>
                <a:lnTo>
                  <a:pt x="1051356" y="986459"/>
                </a:lnTo>
                <a:lnTo>
                  <a:pt x="1079931" y="950468"/>
                </a:lnTo>
                <a:lnTo>
                  <a:pt x="1105712" y="912317"/>
                </a:lnTo>
                <a:lnTo>
                  <a:pt x="1128560" y="872159"/>
                </a:lnTo>
                <a:lnTo>
                  <a:pt x="1148308" y="830148"/>
                </a:lnTo>
                <a:lnTo>
                  <a:pt x="1164818" y="786422"/>
                </a:lnTo>
                <a:lnTo>
                  <a:pt x="1177937" y="741172"/>
                </a:lnTo>
                <a:lnTo>
                  <a:pt x="1187488" y="694512"/>
                </a:lnTo>
                <a:lnTo>
                  <a:pt x="1193330" y="646633"/>
                </a:lnTo>
                <a:lnTo>
                  <a:pt x="1195324" y="597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Analytics Platform with Confluent</dc:title>
  <dcterms:created xsi:type="dcterms:W3CDTF">2025-09-28T20:25:53Z</dcterms:created>
  <dcterms:modified xsi:type="dcterms:W3CDTF">2025-09-28T20:25:53Z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2025-09-28T00:00:00Z</vt:filetime>
  </property>
  <property fmtid="{D5CDD505-2E9C-101B-9397-08002B2CF9AE}" pid="5" name="Producer">
    <vt:lpwstr>Microsoft® PowerPoint® 2019</vt:lpwstr>
  </property>
</Properties>
</file>